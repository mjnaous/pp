
<file path=[Content_Types].xml><?xml version="1.0" encoding="utf-8"?>
<Types xmlns="http://schemas.openxmlformats.org/package/2006/content-types">
  <Default Extension="fntdata" ContentType="application/x-fontdata"/>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80" r:id="rId1"/>
  </p:sldMasterIdLst>
  <p:notesMasterIdLst>
    <p:notesMasterId r:id="rId18"/>
  </p:notesMasterIdLst>
  <p:sldIdLst>
    <p:sldId id="256" r:id="rId2"/>
    <p:sldId id="258" r:id="rId3"/>
    <p:sldId id="260" r:id="rId4"/>
    <p:sldId id="261" r:id="rId5"/>
    <p:sldId id="265" r:id="rId6"/>
    <p:sldId id="270" r:id="rId7"/>
    <p:sldId id="311" r:id="rId8"/>
    <p:sldId id="276" r:id="rId9"/>
    <p:sldId id="274" r:id="rId10"/>
    <p:sldId id="275" r:id="rId11"/>
    <p:sldId id="312" r:id="rId12"/>
    <p:sldId id="313" r:id="rId13"/>
    <p:sldId id="314" r:id="rId14"/>
    <p:sldId id="288" r:id="rId15"/>
    <p:sldId id="315" r:id="rId16"/>
    <p:sldId id="289" r:id="rId17"/>
  </p:sldIdLst>
  <p:sldSz cx="9144000" cy="5143500" type="screen16x9"/>
  <p:notesSz cx="6858000" cy="9144000"/>
  <p:embeddedFontLst>
    <p:embeddedFont>
      <p:font typeface="Anaheim" panose="020B0604020202020204" charset="0"/>
      <p:regular r:id="rId19"/>
      <p:bold r:id="rId20"/>
    </p:embeddedFont>
    <p:embeddedFont>
      <p:font typeface="Barlow" panose="00000500000000000000" pitchFamily="2" charset="0"/>
      <p:regular r:id="rId21"/>
      <p:bold r:id="rId22"/>
      <p:italic r:id="rId23"/>
      <p:boldItalic r:id="rId24"/>
    </p:embeddedFont>
    <p:embeddedFont>
      <p:font typeface="Be Vietnam Pro" panose="020B0604020202020204" charset="0"/>
      <p:regular r:id="rId25"/>
      <p:bold r:id="rId26"/>
      <p:italic r:id="rId27"/>
      <p:boldItalic r:id="rId28"/>
    </p:embeddedFont>
    <p:embeddedFont>
      <p:font typeface="Bebas Neue" panose="020B0606020202050201" pitchFamily="34" charset="0"/>
      <p:regular r:id="rId29"/>
    </p:embeddedFont>
    <p:embeddedFont>
      <p:font typeface="PT Sans" panose="020B0503020203020204" pitchFamily="34" charset="0"/>
      <p:regular r:id="rId30"/>
      <p:bold r:id="rId31"/>
      <p:italic r:id="rId32"/>
      <p:boldItalic r:id="rId33"/>
    </p:embeddedFont>
    <p:embeddedFont>
      <p:font typeface="Roboto Condensed Light" panose="02000000000000000000" pitchFamily="2" charset="0"/>
      <p:regular r:id="rId34"/>
      <p:italic r:id="rId35"/>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68E561E8-7C98-4844-931F-82CED03832B2}">
  <a:tblStyle styleId="{68E561E8-7C98-4844-931F-82CED03832B2}" styleName="Table_0">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465" autoAdjust="0"/>
    <p:restoredTop sz="94660"/>
  </p:normalViewPr>
  <p:slideViewPr>
    <p:cSldViewPr snapToGrid="0">
      <p:cViewPr varScale="1">
        <p:scale>
          <a:sx n="90" d="100"/>
          <a:sy n="90" d="100"/>
        </p:scale>
        <p:origin x="604" y="5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notesMaster" Target="notesMasters/notesMaster1.xml"/><Relationship Id="rId26" Type="http://schemas.openxmlformats.org/officeDocument/2006/relationships/font" Target="fonts/font8.fntdata"/><Relationship Id="rId39" Type="http://schemas.openxmlformats.org/officeDocument/2006/relationships/tableStyles" Target="tableStyles.xml"/><Relationship Id="rId21" Type="http://schemas.openxmlformats.org/officeDocument/2006/relationships/font" Target="fonts/font3.fntdata"/><Relationship Id="rId34" Type="http://schemas.openxmlformats.org/officeDocument/2006/relationships/font" Target="fonts/font16.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font" Target="fonts/font7.fntdata"/><Relationship Id="rId33" Type="http://schemas.openxmlformats.org/officeDocument/2006/relationships/font" Target="fonts/font15.fntdata"/><Relationship Id="rId38"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font" Target="fonts/font2.fntdata"/><Relationship Id="rId29" Type="http://schemas.openxmlformats.org/officeDocument/2006/relationships/font" Target="fonts/font11.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6.fntdata"/><Relationship Id="rId32" Type="http://schemas.openxmlformats.org/officeDocument/2006/relationships/font" Target="fonts/font14.fntdata"/><Relationship Id="rId37"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font" Target="fonts/font5.fntdata"/><Relationship Id="rId28" Type="http://schemas.openxmlformats.org/officeDocument/2006/relationships/font" Target="fonts/font10.fntdata"/><Relationship Id="rId36"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font" Target="fonts/font1.fntdata"/><Relationship Id="rId31" Type="http://schemas.openxmlformats.org/officeDocument/2006/relationships/font" Target="fonts/font13.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font" Target="fonts/font4.fntdata"/><Relationship Id="rId27" Type="http://schemas.openxmlformats.org/officeDocument/2006/relationships/font" Target="fonts/font9.fntdata"/><Relationship Id="rId30" Type="http://schemas.openxmlformats.org/officeDocument/2006/relationships/font" Target="fonts/font12.fntdata"/><Relationship Id="rId35" Type="http://schemas.openxmlformats.org/officeDocument/2006/relationships/font" Target="fonts/font17.fntdata"/><Relationship Id="rId8" Type="http://schemas.openxmlformats.org/officeDocument/2006/relationships/slide" Target="slides/slide7.xml"/><Relationship Id="rId3"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txBody>
          <a:bodyPr/>
          <a:lstStyle/>
          <a:p>
            <a:endParaRPr lang="en-US"/>
          </a:p>
        </p:txBody>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46"/>
        <p:cNvGrpSpPr/>
        <p:nvPr/>
      </p:nvGrpSpPr>
      <p:grpSpPr>
        <a:xfrm>
          <a:off x="0" y="0"/>
          <a:ext cx="0" cy="0"/>
          <a:chOff x="0" y="0"/>
          <a:chExt cx="0" cy="0"/>
        </a:xfrm>
      </p:grpSpPr>
      <p:sp>
        <p:nvSpPr>
          <p:cNvPr id="847" name="Google Shape;847;g4dfce81f19_0_4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a:p>
        </p:txBody>
      </p:sp>
      <p:sp>
        <p:nvSpPr>
          <p:cNvPr id="848" name="Google Shape;848;g4dfce81f19_0_4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32"/>
        <p:cNvGrpSpPr/>
        <p:nvPr/>
      </p:nvGrpSpPr>
      <p:grpSpPr>
        <a:xfrm>
          <a:off x="0" y="0"/>
          <a:ext cx="0" cy="0"/>
          <a:chOff x="0" y="0"/>
          <a:chExt cx="0" cy="0"/>
        </a:xfrm>
      </p:grpSpPr>
      <p:sp>
        <p:nvSpPr>
          <p:cNvPr id="933" name="Google Shape;933;gd431007ba2_0_21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a:p>
        </p:txBody>
      </p:sp>
      <p:sp>
        <p:nvSpPr>
          <p:cNvPr id="934" name="Google Shape;934;gd431007ba2_0_21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endParaRPr sz="1200" i="1">
              <a:solidFill>
                <a:srgbClr val="595959"/>
              </a:solidFill>
              <a:latin typeface="Anaheim"/>
              <a:ea typeface="Anaheim"/>
              <a:cs typeface="Anaheim"/>
              <a:sym typeface="Anaheim"/>
            </a:endParaRPr>
          </a:p>
          <a:p>
            <a:pPr marL="0" lvl="0" indent="0" algn="l" rtl="0">
              <a:spcBef>
                <a:spcPts val="0"/>
              </a:spcBef>
              <a:spcAft>
                <a:spcPts val="0"/>
              </a:spcAft>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40"/>
        <p:cNvGrpSpPr/>
        <p:nvPr/>
      </p:nvGrpSpPr>
      <p:grpSpPr>
        <a:xfrm>
          <a:off x="0" y="0"/>
          <a:ext cx="0" cy="0"/>
          <a:chOff x="0" y="0"/>
          <a:chExt cx="0" cy="0"/>
        </a:xfrm>
      </p:grpSpPr>
      <p:sp>
        <p:nvSpPr>
          <p:cNvPr id="1041" name="Google Shape;1041;g1e4226c11f1_0_6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a:p>
        </p:txBody>
      </p:sp>
      <p:sp>
        <p:nvSpPr>
          <p:cNvPr id="1042" name="Google Shape;1042;g1e4226c11f1_0_6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18"/>
        <p:cNvGrpSpPr/>
        <p:nvPr/>
      </p:nvGrpSpPr>
      <p:grpSpPr>
        <a:xfrm>
          <a:off x="0" y="0"/>
          <a:ext cx="0" cy="0"/>
          <a:chOff x="0" y="0"/>
          <a:chExt cx="0" cy="0"/>
        </a:xfrm>
      </p:grpSpPr>
      <p:sp>
        <p:nvSpPr>
          <p:cNvPr id="1119" name="Google Shape;1119;g14072739ea5_12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a:p>
        </p:txBody>
      </p:sp>
      <p:sp>
        <p:nvSpPr>
          <p:cNvPr id="1120" name="Google Shape;1120;g14072739ea5_12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56"/>
        <p:cNvGrpSpPr/>
        <p:nvPr/>
      </p:nvGrpSpPr>
      <p:grpSpPr>
        <a:xfrm>
          <a:off x="0" y="0"/>
          <a:ext cx="0" cy="0"/>
          <a:chOff x="0" y="0"/>
          <a:chExt cx="0" cy="0"/>
        </a:xfrm>
      </p:grpSpPr>
      <p:sp>
        <p:nvSpPr>
          <p:cNvPr id="1257" name="Google Shape;1257;g254fd5915ed_0_20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a:p>
        </p:txBody>
      </p:sp>
      <p:sp>
        <p:nvSpPr>
          <p:cNvPr id="1258" name="Google Shape;1258;g254fd5915ed_0_20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78"/>
        <p:cNvGrpSpPr/>
        <p:nvPr/>
      </p:nvGrpSpPr>
      <p:grpSpPr>
        <a:xfrm>
          <a:off x="0" y="0"/>
          <a:ext cx="0" cy="0"/>
          <a:chOff x="0" y="0"/>
          <a:chExt cx="0" cy="0"/>
        </a:xfrm>
      </p:grpSpPr>
      <p:sp>
        <p:nvSpPr>
          <p:cNvPr id="1479" name="Google Shape;1479;g1e4226c11f1_0_13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a:p>
        </p:txBody>
      </p:sp>
      <p:sp>
        <p:nvSpPr>
          <p:cNvPr id="1480" name="Google Shape;1480;g1e4226c11f1_0_13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40">
          <a:extLst>
            <a:ext uri="{FF2B5EF4-FFF2-40B4-BE49-F238E27FC236}">
              <a16:creationId xmlns:a16="http://schemas.microsoft.com/office/drawing/2014/main" id="{4B53E14B-4C9E-C7D7-83C7-7C8AC2701321}"/>
            </a:ext>
          </a:extLst>
        </p:cNvPr>
        <p:cNvGrpSpPr/>
        <p:nvPr/>
      </p:nvGrpSpPr>
      <p:grpSpPr>
        <a:xfrm>
          <a:off x="0" y="0"/>
          <a:ext cx="0" cy="0"/>
          <a:chOff x="0" y="0"/>
          <a:chExt cx="0" cy="0"/>
        </a:xfrm>
      </p:grpSpPr>
      <p:sp>
        <p:nvSpPr>
          <p:cNvPr id="1041" name="Google Shape;1041;g1e4226c11f1_0_69:notes">
            <a:extLst>
              <a:ext uri="{FF2B5EF4-FFF2-40B4-BE49-F238E27FC236}">
                <a16:creationId xmlns:a16="http://schemas.microsoft.com/office/drawing/2014/main" id="{02BAC2A4-F64B-A1A5-AC01-80029E9C5C01}"/>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a:p>
        </p:txBody>
      </p:sp>
      <p:sp>
        <p:nvSpPr>
          <p:cNvPr id="1042" name="Google Shape;1042;g1e4226c11f1_0_69:notes">
            <a:extLst>
              <a:ext uri="{FF2B5EF4-FFF2-40B4-BE49-F238E27FC236}">
                <a16:creationId xmlns:a16="http://schemas.microsoft.com/office/drawing/2014/main" id="{B9267C14-1608-6DDE-2550-C1DB9ABCE9FA}"/>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70725756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84"/>
        <p:cNvGrpSpPr/>
        <p:nvPr/>
      </p:nvGrpSpPr>
      <p:grpSpPr>
        <a:xfrm>
          <a:off x="0" y="0"/>
          <a:ext cx="0" cy="0"/>
          <a:chOff x="0" y="0"/>
          <a:chExt cx="0" cy="0"/>
        </a:xfrm>
      </p:grpSpPr>
      <p:sp>
        <p:nvSpPr>
          <p:cNvPr id="1785" name="Google Shape;1785;g1e4226c11f1_0_18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a:p>
        </p:txBody>
      </p:sp>
      <p:sp>
        <p:nvSpPr>
          <p:cNvPr id="1786" name="Google Shape;1786;g1e4226c11f1_0_18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84"/>
        <p:cNvGrpSpPr/>
        <p:nvPr/>
      </p:nvGrpSpPr>
      <p:grpSpPr>
        <a:xfrm>
          <a:off x="0" y="0"/>
          <a:ext cx="0" cy="0"/>
          <a:chOff x="0" y="0"/>
          <a:chExt cx="0" cy="0"/>
        </a:xfrm>
      </p:grpSpPr>
      <p:sp>
        <p:nvSpPr>
          <p:cNvPr id="1685" name="Google Shape;1685;g1e4226c11f1_0_15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a:p>
        </p:txBody>
      </p:sp>
      <p:sp>
        <p:nvSpPr>
          <p:cNvPr id="1686" name="Google Shape;1686;g1e4226c11f1_0_15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64"/>
        <p:cNvGrpSpPr/>
        <p:nvPr/>
      </p:nvGrpSpPr>
      <p:grpSpPr>
        <a:xfrm>
          <a:off x="0" y="0"/>
          <a:ext cx="0" cy="0"/>
          <a:chOff x="0" y="0"/>
          <a:chExt cx="0" cy="0"/>
        </a:xfrm>
      </p:grpSpPr>
      <p:sp>
        <p:nvSpPr>
          <p:cNvPr id="1765" name="Google Shape;1765;g1e4226c11f1_0_16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a:p>
        </p:txBody>
      </p:sp>
      <p:sp>
        <p:nvSpPr>
          <p:cNvPr id="1766" name="Google Shape;1766;g1e4226c11f1_0_16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56">
          <a:extLst>
            <a:ext uri="{FF2B5EF4-FFF2-40B4-BE49-F238E27FC236}">
              <a16:creationId xmlns:a16="http://schemas.microsoft.com/office/drawing/2014/main" id="{E3573894-23F0-4667-EB43-955960648C71}"/>
            </a:ext>
          </a:extLst>
        </p:cNvPr>
        <p:cNvGrpSpPr/>
        <p:nvPr/>
      </p:nvGrpSpPr>
      <p:grpSpPr>
        <a:xfrm>
          <a:off x="0" y="0"/>
          <a:ext cx="0" cy="0"/>
          <a:chOff x="0" y="0"/>
          <a:chExt cx="0" cy="0"/>
        </a:xfrm>
      </p:grpSpPr>
      <p:sp>
        <p:nvSpPr>
          <p:cNvPr id="1257" name="Google Shape;1257;g254fd5915ed_0_204:notes">
            <a:extLst>
              <a:ext uri="{FF2B5EF4-FFF2-40B4-BE49-F238E27FC236}">
                <a16:creationId xmlns:a16="http://schemas.microsoft.com/office/drawing/2014/main" id="{81013D87-7B2A-69D5-8D77-F367E83CE881}"/>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a:p>
        </p:txBody>
      </p:sp>
      <p:sp>
        <p:nvSpPr>
          <p:cNvPr id="1258" name="Google Shape;1258;g254fd5915ed_0_204:notes">
            <a:extLst>
              <a:ext uri="{FF2B5EF4-FFF2-40B4-BE49-F238E27FC236}">
                <a16:creationId xmlns:a16="http://schemas.microsoft.com/office/drawing/2014/main" id="{BCF8C976-F6C0-256F-6DBA-162047A50EEC}"/>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381352462"/>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84">
          <a:extLst>
            <a:ext uri="{FF2B5EF4-FFF2-40B4-BE49-F238E27FC236}">
              <a16:creationId xmlns:a16="http://schemas.microsoft.com/office/drawing/2014/main" id="{0DBB475F-522B-76A2-F613-2CB208C75758}"/>
            </a:ext>
          </a:extLst>
        </p:cNvPr>
        <p:cNvGrpSpPr/>
        <p:nvPr/>
      </p:nvGrpSpPr>
      <p:grpSpPr>
        <a:xfrm>
          <a:off x="0" y="0"/>
          <a:ext cx="0" cy="0"/>
          <a:chOff x="0" y="0"/>
          <a:chExt cx="0" cy="0"/>
        </a:xfrm>
      </p:grpSpPr>
      <p:sp>
        <p:nvSpPr>
          <p:cNvPr id="1785" name="Google Shape;1785;g1e4226c11f1_0_188:notes">
            <a:extLst>
              <a:ext uri="{FF2B5EF4-FFF2-40B4-BE49-F238E27FC236}">
                <a16:creationId xmlns:a16="http://schemas.microsoft.com/office/drawing/2014/main" id="{61CB67CA-41AE-D5AF-9467-9C650BFCDCBA}"/>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a:p>
        </p:txBody>
      </p:sp>
      <p:sp>
        <p:nvSpPr>
          <p:cNvPr id="1786" name="Google Shape;1786;g1e4226c11f1_0_188:notes">
            <a:extLst>
              <a:ext uri="{FF2B5EF4-FFF2-40B4-BE49-F238E27FC236}">
                <a16:creationId xmlns:a16="http://schemas.microsoft.com/office/drawing/2014/main" id="{1959F1BB-79C3-C5DA-D9F0-8105911D88F0}"/>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79921430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18">
          <a:extLst>
            <a:ext uri="{FF2B5EF4-FFF2-40B4-BE49-F238E27FC236}">
              <a16:creationId xmlns:a16="http://schemas.microsoft.com/office/drawing/2014/main" id="{1D501863-B5FE-5E4D-E62F-8AB8DBE2230A}"/>
            </a:ext>
          </a:extLst>
        </p:cNvPr>
        <p:cNvGrpSpPr/>
        <p:nvPr/>
      </p:nvGrpSpPr>
      <p:grpSpPr>
        <a:xfrm>
          <a:off x="0" y="0"/>
          <a:ext cx="0" cy="0"/>
          <a:chOff x="0" y="0"/>
          <a:chExt cx="0" cy="0"/>
        </a:xfrm>
      </p:grpSpPr>
      <p:sp>
        <p:nvSpPr>
          <p:cNvPr id="1119" name="Google Shape;1119;g14072739ea5_12_0:notes">
            <a:extLst>
              <a:ext uri="{FF2B5EF4-FFF2-40B4-BE49-F238E27FC236}">
                <a16:creationId xmlns:a16="http://schemas.microsoft.com/office/drawing/2014/main" id="{E3452C14-111F-72AA-96D6-EA725E336E61}"/>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a:p>
        </p:txBody>
      </p:sp>
      <p:sp>
        <p:nvSpPr>
          <p:cNvPr id="1120" name="Google Shape;1120;g14072739ea5_12_0:notes">
            <a:extLst>
              <a:ext uri="{FF2B5EF4-FFF2-40B4-BE49-F238E27FC236}">
                <a16:creationId xmlns:a16="http://schemas.microsoft.com/office/drawing/2014/main" id="{8DE1630C-AFA2-766C-4C19-82C23543C0F2}"/>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678134734"/>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45"/>
        <p:cNvGrpSpPr/>
        <p:nvPr/>
      </p:nvGrpSpPr>
      <p:grpSpPr>
        <a:xfrm>
          <a:off x="0" y="0"/>
          <a:ext cx="0" cy="0"/>
          <a:chOff x="0" y="0"/>
          <a:chExt cx="0" cy="0"/>
        </a:xfrm>
      </p:grpSpPr>
      <p:sp>
        <p:nvSpPr>
          <p:cNvPr id="2046" name="Google Shape;2046;g1e4226c11f1_0_36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a:p>
        </p:txBody>
      </p:sp>
      <p:sp>
        <p:nvSpPr>
          <p:cNvPr id="2047" name="Google Shape;2047;g1e4226c11f1_0_36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45">
          <a:extLst>
            <a:ext uri="{FF2B5EF4-FFF2-40B4-BE49-F238E27FC236}">
              <a16:creationId xmlns:a16="http://schemas.microsoft.com/office/drawing/2014/main" id="{A6293168-471D-6307-73D1-D5A30F42620B}"/>
            </a:ext>
          </a:extLst>
        </p:cNvPr>
        <p:cNvGrpSpPr/>
        <p:nvPr/>
      </p:nvGrpSpPr>
      <p:grpSpPr>
        <a:xfrm>
          <a:off x="0" y="0"/>
          <a:ext cx="0" cy="0"/>
          <a:chOff x="0" y="0"/>
          <a:chExt cx="0" cy="0"/>
        </a:xfrm>
      </p:grpSpPr>
      <p:sp>
        <p:nvSpPr>
          <p:cNvPr id="2046" name="Google Shape;2046;g1e4226c11f1_0_367:notes">
            <a:extLst>
              <a:ext uri="{FF2B5EF4-FFF2-40B4-BE49-F238E27FC236}">
                <a16:creationId xmlns:a16="http://schemas.microsoft.com/office/drawing/2014/main" id="{2508314E-29E0-F4A2-4384-5721F0BD8E86}"/>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a:p>
        </p:txBody>
      </p:sp>
      <p:sp>
        <p:nvSpPr>
          <p:cNvPr id="2047" name="Google Shape;2047;g1e4226c11f1_0_367:notes">
            <a:extLst>
              <a:ext uri="{FF2B5EF4-FFF2-40B4-BE49-F238E27FC236}">
                <a16:creationId xmlns:a16="http://schemas.microsoft.com/office/drawing/2014/main" id="{63C7DB32-1226-0B76-777F-12CBB3EFC24B}"/>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65815088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56"/>
        <p:cNvGrpSpPr/>
        <p:nvPr/>
      </p:nvGrpSpPr>
      <p:grpSpPr>
        <a:xfrm>
          <a:off x="0" y="0"/>
          <a:ext cx="0" cy="0"/>
          <a:chOff x="0" y="0"/>
          <a:chExt cx="0" cy="0"/>
        </a:xfrm>
      </p:grpSpPr>
      <p:sp>
        <p:nvSpPr>
          <p:cNvPr id="2057" name="Google Shape;2057;g254fd5915ed_0_19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a:p>
        </p:txBody>
      </p:sp>
      <p:sp>
        <p:nvSpPr>
          <p:cNvPr id="2058" name="Google Shape;2058;g254fd5915ed_0_19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8"/>
        <p:cNvGrpSpPr/>
        <p:nvPr/>
      </p:nvGrpSpPr>
      <p:grpSpPr>
        <a:xfrm>
          <a:off x="0" y="0"/>
          <a:ext cx="0" cy="0"/>
          <a:chOff x="0" y="0"/>
          <a:chExt cx="0" cy="0"/>
        </a:xfrm>
      </p:grpSpPr>
      <p:sp>
        <p:nvSpPr>
          <p:cNvPr id="9" name="Google Shape;9;p2"/>
          <p:cNvSpPr txBox="1">
            <a:spLocks noGrp="1"/>
          </p:cNvSpPr>
          <p:nvPr>
            <p:ph type="ctrTitle"/>
          </p:nvPr>
        </p:nvSpPr>
        <p:spPr>
          <a:xfrm>
            <a:off x="911150" y="387100"/>
            <a:ext cx="7321800" cy="1610100"/>
          </a:xfrm>
          <a:prstGeom prst="rect">
            <a:avLst/>
          </a:prstGeom>
        </p:spPr>
        <p:txBody>
          <a:bodyPr spcFirstLastPara="1" wrap="square" lIns="91425" tIns="91425" rIns="91425" bIns="91425" anchor="b" anchorCtr="0">
            <a:noAutofit/>
          </a:bodyPr>
          <a:lstStyle>
            <a:lvl1pPr lvl="0" algn="ctr">
              <a:spcBef>
                <a:spcPts val="0"/>
              </a:spcBef>
              <a:spcAft>
                <a:spcPts val="0"/>
              </a:spcAft>
              <a:buClr>
                <a:srgbClr val="191919"/>
              </a:buClr>
              <a:buSzPts val="5200"/>
              <a:buNone/>
              <a:defRPr sz="4800"/>
            </a:lvl1pPr>
            <a:lvl2pPr lvl="1" algn="ctr">
              <a:spcBef>
                <a:spcPts val="0"/>
              </a:spcBef>
              <a:spcAft>
                <a:spcPts val="0"/>
              </a:spcAft>
              <a:buClr>
                <a:srgbClr val="191919"/>
              </a:buClr>
              <a:buSzPts val="5200"/>
              <a:buNone/>
              <a:defRPr sz="5200">
                <a:solidFill>
                  <a:srgbClr val="191919"/>
                </a:solidFill>
              </a:defRPr>
            </a:lvl2pPr>
            <a:lvl3pPr lvl="2" algn="ctr">
              <a:spcBef>
                <a:spcPts val="0"/>
              </a:spcBef>
              <a:spcAft>
                <a:spcPts val="0"/>
              </a:spcAft>
              <a:buClr>
                <a:srgbClr val="191919"/>
              </a:buClr>
              <a:buSzPts val="5200"/>
              <a:buNone/>
              <a:defRPr sz="5200">
                <a:solidFill>
                  <a:srgbClr val="191919"/>
                </a:solidFill>
              </a:defRPr>
            </a:lvl3pPr>
            <a:lvl4pPr lvl="3" algn="ctr">
              <a:spcBef>
                <a:spcPts val="0"/>
              </a:spcBef>
              <a:spcAft>
                <a:spcPts val="0"/>
              </a:spcAft>
              <a:buClr>
                <a:srgbClr val="191919"/>
              </a:buClr>
              <a:buSzPts val="5200"/>
              <a:buNone/>
              <a:defRPr sz="5200">
                <a:solidFill>
                  <a:srgbClr val="191919"/>
                </a:solidFill>
              </a:defRPr>
            </a:lvl4pPr>
            <a:lvl5pPr lvl="4" algn="ctr">
              <a:spcBef>
                <a:spcPts val="0"/>
              </a:spcBef>
              <a:spcAft>
                <a:spcPts val="0"/>
              </a:spcAft>
              <a:buClr>
                <a:srgbClr val="191919"/>
              </a:buClr>
              <a:buSzPts val="5200"/>
              <a:buNone/>
              <a:defRPr sz="5200">
                <a:solidFill>
                  <a:srgbClr val="191919"/>
                </a:solidFill>
              </a:defRPr>
            </a:lvl5pPr>
            <a:lvl6pPr lvl="5" algn="ctr">
              <a:spcBef>
                <a:spcPts val="0"/>
              </a:spcBef>
              <a:spcAft>
                <a:spcPts val="0"/>
              </a:spcAft>
              <a:buClr>
                <a:srgbClr val="191919"/>
              </a:buClr>
              <a:buSzPts val="5200"/>
              <a:buNone/>
              <a:defRPr sz="5200">
                <a:solidFill>
                  <a:srgbClr val="191919"/>
                </a:solidFill>
              </a:defRPr>
            </a:lvl6pPr>
            <a:lvl7pPr lvl="6" algn="ctr">
              <a:spcBef>
                <a:spcPts val="0"/>
              </a:spcBef>
              <a:spcAft>
                <a:spcPts val="0"/>
              </a:spcAft>
              <a:buClr>
                <a:srgbClr val="191919"/>
              </a:buClr>
              <a:buSzPts val="5200"/>
              <a:buNone/>
              <a:defRPr sz="5200">
                <a:solidFill>
                  <a:srgbClr val="191919"/>
                </a:solidFill>
              </a:defRPr>
            </a:lvl7pPr>
            <a:lvl8pPr lvl="7" algn="ctr">
              <a:spcBef>
                <a:spcPts val="0"/>
              </a:spcBef>
              <a:spcAft>
                <a:spcPts val="0"/>
              </a:spcAft>
              <a:buClr>
                <a:srgbClr val="191919"/>
              </a:buClr>
              <a:buSzPts val="5200"/>
              <a:buNone/>
              <a:defRPr sz="5200">
                <a:solidFill>
                  <a:srgbClr val="191919"/>
                </a:solidFill>
              </a:defRPr>
            </a:lvl8pPr>
            <a:lvl9pPr lvl="8" algn="ctr">
              <a:spcBef>
                <a:spcPts val="0"/>
              </a:spcBef>
              <a:spcAft>
                <a:spcPts val="0"/>
              </a:spcAft>
              <a:buClr>
                <a:srgbClr val="191919"/>
              </a:buClr>
              <a:buSzPts val="5200"/>
              <a:buNone/>
              <a:defRPr sz="5200">
                <a:solidFill>
                  <a:srgbClr val="191919"/>
                </a:solidFill>
              </a:defRPr>
            </a:lvl9pPr>
          </a:lstStyle>
          <a:p>
            <a:endParaRPr/>
          </a:p>
        </p:txBody>
      </p:sp>
      <p:sp>
        <p:nvSpPr>
          <p:cNvPr id="10" name="Google Shape;10;p2"/>
          <p:cNvSpPr txBox="1">
            <a:spLocks noGrp="1"/>
          </p:cNvSpPr>
          <p:nvPr>
            <p:ph type="subTitle" idx="1"/>
          </p:nvPr>
        </p:nvSpPr>
        <p:spPr>
          <a:xfrm>
            <a:off x="2307675" y="1997200"/>
            <a:ext cx="4528800" cy="475800"/>
          </a:xfrm>
          <a:prstGeom prst="rect">
            <a:avLst/>
          </a:prstGeom>
        </p:spPr>
        <p:txBody>
          <a:bodyPr spcFirstLastPara="1" wrap="square" lIns="91425" tIns="91425" rIns="91425" bIns="91425" anchor="t" anchorCtr="0">
            <a:noAutofit/>
          </a:bodyPr>
          <a:lstStyle>
            <a:lvl1pPr lvl="0" algn="ctr">
              <a:spcBef>
                <a:spcPts val="0"/>
              </a:spcBef>
              <a:spcAft>
                <a:spcPts val="0"/>
              </a:spcAft>
              <a:buSzPts val="1400"/>
              <a:buNone/>
              <a:defRPr sz="1600">
                <a:solidFill>
                  <a:schemeClr val="dk1"/>
                </a:solidFill>
              </a:defRPr>
            </a:lvl1pPr>
            <a:lvl2pPr lvl="1" algn="ctr">
              <a:lnSpc>
                <a:spcPct val="100000"/>
              </a:lnSpc>
              <a:spcBef>
                <a:spcPts val="0"/>
              </a:spcBef>
              <a:spcAft>
                <a:spcPts val="0"/>
              </a:spcAft>
              <a:buSzPts val="1800"/>
              <a:buNone/>
              <a:defRPr sz="1800"/>
            </a:lvl2pPr>
            <a:lvl3pPr lvl="2" algn="ctr">
              <a:lnSpc>
                <a:spcPct val="100000"/>
              </a:lnSpc>
              <a:spcBef>
                <a:spcPts val="0"/>
              </a:spcBef>
              <a:spcAft>
                <a:spcPts val="0"/>
              </a:spcAft>
              <a:buSzPts val="1800"/>
              <a:buNone/>
              <a:defRPr sz="1800"/>
            </a:lvl3pPr>
            <a:lvl4pPr lvl="3" algn="ctr">
              <a:lnSpc>
                <a:spcPct val="100000"/>
              </a:lnSpc>
              <a:spcBef>
                <a:spcPts val="0"/>
              </a:spcBef>
              <a:spcAft>
                <a:spcPts val="0"/>
              </a:spcAft>
              <a:buSzPts val="1800"/>
              <a:buNone/>
              <a:defRPr sz="1800"/>
            </a:lvl4pPr>
            <a:lvl5pPr lvl="4" algn="ctr">
              <a:lnSpc>
                <a:spcPct val="100000"/>
              </a:lnSpc>
              <a:spcBef>
                <a:spcPts val="0"/>
              </a:spcBef>
              <a:spcAft>
                <a:spcPts val="0"/>
              </a:spcAft>
              <a:buSzPts val="1800"/>
              <a:buNone/>
              <a:defRPr sz="1800"/>
            </a:lvl5pPr>
            <a:lvl6pPr lvl="5" algn="ctr">
              <a:lnSpc>
                <a:spcPct val="100000"/>
              </a:lnSpc>
              <a:spcBef>
                <a:spcPts val="0"/>
              </a:spcBef>
              <a:spcAft>
                <a:spcPts val="0"/>
              </a:spcAft>
              <a:buSzPts val="1800"/>
              <a:buNone/>
              <a:defRPr sz="1800"/>
            </a:lvl6pPr>
            <a:lvl7pPr lvl="6" algn="ctr">
              <a:lnSpc>
                <a:spcPct val="100000"/>
              </a:lnSpc>
              <a:spcBef>
                <a:spcPts val="0"/>
              </a:spcBef>
              <a:spcAft>
                <a:spcPts val="0"/>
              </a:spcAft>
              <a:buSzPts val="1800"/>
              <a:buNone/>
              <a:defRPr sz="1800"/>
            </a:lvl7pPr>
            <a:lvl8pPr lvl="7" algn="ctr">
              <a:lnSpc>
                <a:spcPct val="100000"/>
              </a:lnSpc>
              <a:spcBef>
                <a:spcPts val="0"/>
              </a:spcBef>
              <a:spcAft>
                <a:spcPts val="0"/>
              </a:spcAft>
              <a:buSzPts val="1800"/>
              <a:buNone/>
              <a:defRPr sz="1800"/>
            </a:lvl8pPr>
            <a:lvl9pPr lvl="8" algn="ctr">
              <a:lnSpc>
                <a:spcPct val="100000"/>
              </a:lnSpc>
              <a:spcBef>
                <a:spcPts val="0"/>
              </a:spcBef>
              <a:spcAft>
                <a:spcPts val="0"/>
              </a:spcAft>
              <a:buSzPts val="1800"/>
              <a:buNone/>
              <a:defRPr sz="1800"/>
            </a:lvl9pPr>
          </a:lstStyle>
          <a:p>
            <a:endParaRPr/>
          </a:p>
        </p:txBody>
      </p:sp>
      <p:sp>
        <p:nvSpPr>
          <p:cNvPr id="11" name="Google Shape;11;p2"/>
          <p:cNvSpPr/>
          <p:nvPr/>
        </p:nvSpPr>
        <p:spPr>
          <a:xfrm>
            <a:off x="-55800" y="4832400"/>
            <a:ext cx="9199800" cy="324000"/>
          </a:xfrm>
          <a:prstGeom prst="rect">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2"/>
              </a:solidFill>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12"/>
        <p:cNvGrpSpPr/>
        <p:nvPr/>
      </p:nvGrpSpPr>
      <p:grpSpPr>
        <a:xfrm>
          <a:off x="0" y="0"/>
          <a:ext cx="0" cy="0"/>
          <a:chOff x="0" y="0"/>
          <a:chExt cx="0" cy="0"/>
        </a:xfrm>
      </p:grpSpPr>
      <p:sp>
        <p:nvSpPr>
          <p:cNvPr id="13" name="Google Shape;13;p3"/>
          <p:cNvSpPr txBox="1">
            <a:spLocks noGrp="1"/>
          </p:cNvSpPr>
          <p:nvPr>
            <p:ph type="title"/>
          </p:nvPr>
        </p:nvSpPr>
        <p:spPr>
          <a:xfrm>
            <a:off x="3437650" y="539500"/>
            <a:ext cx="3920700" cy="1511400"/>
          </a:xfrm>
          <a:prstGeom prst="rect">
            <a:avLst/>
          </a:prstGeom>
        </p:spPr>
        <p:txBody>
          <a:bodyPr spcFirstLastPara="1" wrap="square" lIns="91425" tIns="91425" rIns="91425" bIns="91425" anchor="b" anchorCtr="0">
            <a:noAutofit/>
          </a:bodyPr>
          <a:lstStyle>
            <a:lvl1pPr lvl="0" algn="l">
              <a:spcBef>
                <a:spcPts val="0"/>
              </a:spcBef>
              <a:spcAft>
                <a:spcPts val="0"/>
              </a:spcAft>
              <a:buSzPts val="3600"/>
              <a:buNone/>
              <a:defRPr sz="50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a:endParaRPr/>
          </a:p>
        </p:txBody>
      </p:sp>
      <p:sp>
        <p:nvSpPr>
          <p:cNvPr id="14" name="Google Shape;14;p3"/>
          <p:cNvSpPr txBox="1">
            <a:spLocks noGrp="1"/>
          </p:cNvSpPr>
          <p:nvPr>
            <p:ph type="title" idx="2" hasCustomPrompt="1"/>
          </p:nvPr>
        </p:nvSpPr>
        <p:spPr>
          <a:xfrm>
            <a:off x="1785550" y="986650"/>
            <a:ext cx="1652100" cy="915900"/>
          </a:xfrm>
          <a:prstGeom prst="rect">
            <a:avLst/>
          </a:prstGeom>
          <a:noFill/>
        </p:spPr>
        <p:txBody>
          <a:bodyPr spcFirstLastPara="1" wrap="square" lIns="91425" tIns="91425" rIns="91425" bIns="91425" anchor="ctr" anchorCtr="0">
            <a:noAutofit/>
          </a:bodyPr>
          <a:lstStyle>
            <a:lvl1pPr lvl="0" rtl="0">
              <a:spcBef>
                <a:spcPts val="0"/>
              </a:spcBef>
              <a:spcAft>
                <a:spcPts val="0"/>
              </a:spcAft>
              <a:buSzPts val="6000"/>
              <a:buNone/>
              <a:defRPr sz="6000"/>
            </a:lvl1pPr>
            <a:lvl2pPr lvl="1" algn="ctr" rtl="0">
              <a:spcBef>
                <a:spcPts val="0"/>
              </a:spcBef>
              <a:spcAft>
                <a:spcPts val="0"/>
              </a:spcAft>
              <a:buSzPts val="6000"/>
              <a:buNone/>
              <a:defRPr sz="6000"/>
            </a:lvl2pPr>
            <a:lvl3pPr lvl="2" algn="ctr" rtl="0">
              <a:spcBef>
                <a:spcPts val="0"/>
              </a:spcBef>
              <a:spcAft>
                <a:spcPts val="0"/>
              </a:spcAft>
              <a:buSzPts val="6000"/>
              <a:buNone/>
              <a:defRPr sz="6000"/>
            </a:lvl3pPr>
            <a:lvl4pPr lvl="3" algn="ctr" rtl="0">
              <a:spcBef>
                <a:spcPts val="0"/>
              </a:spcBef>
              <a:spcAft>
                <a:spcPts val="0"/>
              </a:spcAft>
              <a:buSzPts val="6000"/>
              <a:buNone/>
              <a:defRPr sz="6000"/>
            </a:lvl4pPr>
            <a:lvl5pPr lvl="4" algn="ctr" rtl="0">
              <a:spcBef>
                <a:spcPts val="0"/>
              </a:spcBef>
              <a:spcAft>
                <a:spcPts val="0"/>
              </a:spcAft>
              <a:buSzPts val="6000"/>
              <a:buNone/>
              <a:defRPr sz="6000"/>
            </a:lvl5pPr>
            <a:lvl6pPr lvl="5" algn="ctr" rtl="0">
              <a:spcBef>
                <a:spcPts val="0"/>
              </a:spcBef>
              <a:spcAft>
                <a:spcPts val="0"/>
              </a:spcAft>
              <a:buSzPts val="6000"/>
              <a:buNone/>
              <a:defRPr sz="6000"/>
            </a:lvl6pPr>
            <a:lvl7pPr lvl="6" algn="ctr" rtl="0">
              <a:spcBef>
                <a:spcPts val="0"/>
              </a:spcBef>
              <a:spcAft>
                <a:spcPts val="0"/>
              </a:spcAft>
              <a:buSzPts val="6000"/>
              <a:buNone/>
              <a:defRPr sz="6000"/>
            </a:lvl7pPr>
            <a:lvl8pPr lvl="7" algn="ctr" rtl="0">
              <a:spcBef>
                <a:spcPts val="0"/>
              </a:spcBef>
              <a:spcAft>
                <a:spcPts val="0"/>
              </a:spcAft>
              <a:buSzPts val="6000"/>
              <a:buNone/>
              <a:defRPr sz="6000"/>
            </a:lvl8pPr>
            <a:lvl9pPr lvl="8" algn="ctr" rtl="0">
              <a:spcBef>
                <a:spcPts val="0"/>
              </a:spcBef>
              <a:spcAft>
                <a:spcPts val="0"/>
              </a:spcAft>
              <a:buSzPts val="6000"/>
              <a:buNone/>
              <a:defRPr sz="6000"/>
            </a:lvl9pPr>
          </a:lstStyle>
          <a:p>
            <a:r>
              <a:t>xx%</a:t>
            </a:r>
          </a:p>
        </p:txBody>
      </p:sp>
      <p:sp>
        <p:nvSpPr>
          <p:cNvPr id="15" name="Google Shape;15;p3"/>
          <p:cNvSpPr txBox="1">
            <a:spLocks noGrp="1"/>
          </p:cNvSpPr>
          <p:nvPr>
            <p:ph type="subTitle" idx="1"/>
          </p:nvPr>
        </p:nvSpPr>
        <p:spPr>
          <a:xfrm>
            <a:off x="3437650" y="1974700"/>
            <a:ext cx="3920700" cy="375000"/>
          </a:xfrm>
          <a:prstGeom prst="rect">
            <a:avLst/>
          </a:prstGeom>
        </p:spPr>
        <p:txBody>
          <a:bodyPr spcFirstLastPara="1" wrap="square" lIns="91425" tIns="91425" rIns="91425" bIns="91425" anchor="t" anchorCtr="0">
            <a:noAutofit/>
          </a:bodyPr>
          <a:lstStyle>
            <a:lvl1pPr lvl="0" rtl="0">
              <a:spcBef>
                <a:spcPts val="0"/>
              </a:spcBef>
              <a:spcAft>
                <a:spcPts val="0"/>
              </a:spcAft>
              <a:buSzPts val="1400"/>
              <a:buNone/>
              <a:defRPr sz="16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16" name="Google Shape;16;p3"/>
          <p:cNvSpPr/>
          <p:nvPr/>
        </p:nvSpPr>
        <p:spPr>
          <a:xfrm>
            <a:off x="-50" y="4832400"/>
            <a:ext cx="9144000" cy="324000"/>
          </a:xfrm>
          <a:prstGeom prst="rect">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2"/>
              </a:solidFill>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17"/>
        <p:cNvGrpSpPr/>
        <p:nvPr/>
      </p:nvGrpSpPr>
      <p:grpSpPr>
        <a:xfrm>
          <a:off x="0" y="0"/>
          <a:ext cx="0" cy="0"/>
          <a:chOff x="0" y="0"/>
          <a:chExt cx="0" cy="0"/>
        </a:xfrm>
      </p:grpSpPr>
      <p:sp>
        <p:nvSpPr>
          <p:cNvPr id="18" name="Google Shape;18;p4"/>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3000"/>
              <a:buNone/>
              <a:defRPr/>
            </a:lvl1pPr>
            <a:lvl2pPr lvl="1" rtl="0">
              <a:spcBef>
                <a:spcPts val="0"/>
              </a:spcBef>
              <a:spcAft>
                <a:spcPts val="0"/>
              </a:spcAft>
              <a:buSzPts val="3300"/>
              <a:buNone/>
              <a:defRPr/>
            </a:lvl2pPr>
            <a:lvl3pPr lvl="2" rtl="0">
              <a:spcBef>
                <a:spcPts val="0"/>
              </a:spcBef>
              <a:spcAft>
                <a:spcPts val="0"/>
              </a:spcAft>
              <a:buSzPts val="3300"/>
              <a:buNone/>
              <a:defRPr/>
            </a:lvl3pPr>
            <a:lvl4pPr lvl="3" rtl="0">
              <a:spcBef>
                <a:spcPts val="0"/>
              </a:spcBef>
              <a:spcAft>
                <a:spcPts val="0"/>
              </a:spcAft>
              <a:buSzPts val="3300"/>
              <a:buNone/>
              <a:defRPr/>
            </a:lvl4pPr>
            <a:lvl5pPr lvl="4" rtl="0">
              <a:spcBef>
                <a:spcPts val="0"/>
              </a:spcBef>
              <a:spcAft>
                <a:spcPts val="0"/>
              </a:spcAft>
              <a:buSzPts val="3300"/>
              <a:buNone/>
              <a:defRPr/>
            </a:lvl5pPr>
            <a:lvl6pPr lvl="5" rtl="0">
              <a:spcBef>
                <a:spcPts val="0"/>
              </a:spcBef>
              <a:spcAft>
                <a:spcPts val="0"/>
              </a:spcAft>
              <a:buSzPts val="3300"/>
              <a:buNone/>
              <a:defRPr/>
            </a:lvl6pPr>
            <a:lvl7pPr lvl="6" rtl="0">
              <a:spcBef>
                <a:spcPts val="0"/>
              </a:spcBef>
              <a:spcAft>
                <a:spcPts val="0"/>
              </a:spcAft>
              <a:buSzPts val="3300"/>
              <a:buNone/>
              <a:defRPr/>
            </a:lvl7pPr>
            <a:lvl8pPr lvl="7" rtl="0">
              <a:spcBef>
                <a:spcPts val="0"/>
              </a:spcBef>
              <a:spcAft>
                <a:spcPts val="0"/>
              </a:spcAft>
              <a:buSzPts val="3300"/>
              <a:buNone/>
              <a:defRPr/>
            </a:lvl8pPr>
            <a:lvl9pPr lvl="8" rtl="0">
              <a:spcBef>
                <a:spcPts val="0"/>
              </a:spcBef>
              <a:spcAft>
                <a:spcPts val="0"/>
              </a:spcAft>
              <a:buSzPts val="3300"/>
              <a:buNone/>
              <a:defRPr/>
            </a:lvl9pPr>
          </a:lstStyle>
          <a:p>
            <a:endParaRPr/>
          </a:p>
        </p:txBody>
      </p:sp>
      <p:sp>
        <p:nvSpPr>
          <p:cNvPr id="19" name="Google Shape;19;p4"/>
          <p:cNvSpPr txBox="1">
            <a:spLocks noGrp="1"/>
          </p:cNvSpPr>
          <p:nvPr>
            <p:ph type="body" idx="1"/>
          </p:nvPr>
        </p:nvSpPr>
        <p:spPr>
          <a:xfrm>
            <a:off x="713225" y="1215750"/>
            <a:ext cx="6140400" cy="3416400"/>
          </a:xfrm>
          <a:prstGeom prst="rect">
            <a:avLst/>
          </a:prstGeom>
        </p:spPr>
        <p:txBody>
          <a:bodyPr spcFirstLastPara="1" wrap="square" lIns="91425" tIns="91425" rIns="91425" bIns="91425" anchor="t" anchorCtr="0">
            <a:noAutofit/>
          </a:bodyPr>
          <a:lstStyle>
            <a:lvl1pPr marL="457200" lvl="0" indent="-317500" rtl="0">
              <a:lnSpc>
                <a:spcPct val="100000"/>
              </a:lnSpc>
              <a:spcBef>
                <a:spcPts val="300"/>
              </a:spcBef>
              <a:spcAft>
                <a:spcPts val="0"/>
              </a:spcAft>
              <a:buClr>
                <a:srgbClr val="595959"/>
              </a:buClr>
              <a:buSzPts val="1400"/>
              <a:buFont typeface="Anaheim"/>
              <a:buChar char="●"/>
              <a:defRPr/>
            </a:lvl1pPr>
            <a:lvl2pPr marL="914400" lvl="1" indent="-304800" rtl="0">
              <a:lnSpc>
                <a:spcPct val="100000"/>
              </a:lnSpc>
              <a:spcBef>
                <a:spcPts val="0"/>
              </a:spcBef>
              <a:spcAft>
                <a:spcPts val="0"/>
              </a:spcAft>
              <a:buClr>
                <a:srgbClr val="595959"/>
              </a:buClr>
              <a:buSzPts val="1200"/>
              <a:buFont typeface="Roboto Condensed Light"/>
              <a:buChar char="○"/>
              <a:defRPr/>
            </a:lvl2pPr>
            <a:lvl3pPr marL="1371600" lvl="2" indent="-304800" rtl="0">
              <a:lnSpc>
                <a:spcPct val="100000"/>
              </a:lnSpc>
              <a:spcBef>
                <a:spcPts val="0"/>
              </a:spcBef>
              <a:spcAft>
                <a:spcPts val="0"/>
              </a:spcAft>
              <a:buClr>
                <a:srgbClr val="595959"/>
              </a:buClr>
              <a:buSzPts val="1200"/>
              <a:buFont typeface="Roboto Condensed Light"/>
              <a:buChar char="■"/>
              <a:defRPr/>
            </a:lvl3pPr>
            <a:lvl4pPr marL="1828800" lvl="3" indent="-304800" rtl="0">
              <a:lnSpc>
                <a:spcPct val="100000"/>
              </a:lnSpc>
              <a:spcBef>
                <a:spcPts val="0"/>
              </a:spcBef>
              <a:spcAft>
                <a:spcPts val="0"/>
              </a:spcAft>
              <a:buClr>
                <a:srgbClr val="595959"/>
              </a:buClr>
              <a:buSzPts val="1200"/>
              <a:buFont typeface="Roboto Condensed Light"/>
              <a:buChar char="●"/>
              <a:defRPr/>
            </a:lvl4pPr>
            <a:lvl5pPr marL="2286000" lvl="4" indent="-304800" rtl="0">
              <a:lnSpc>
                <a:spcPct val="100000"/>
              </a:lnSpc>
              <a:spcBef>
                <a:spcPts val="0"/>
              </a:spcBef>
              <a:spcAft>
                <a:spcPts val="0"/>
              </a:spcAft>
              <a:buClr>
                <a:srgbClr val="595959"/>
              </a:buClr>
              <a:buSzPts val="1200"/>
              <a:buFont typeface="Roboto Condensed Light"/>
              <a:buChar char="○"/>
              <a:defRPr/>
            </a:lvl5pPr>
            <a:lvl6pPr marL="2743200" lvl="5" indent="-304800" rtl="0">
              <a:lnSpc>
                <a:spcPct val="100000"/>
              </a:lnSpc>
              <a:spcBef>
                <a:spcPts val="0"/>
              </a:spcBef>
              <a:spcAft>
                <a:spcPts val="0"/>
              </a:spcAft>
              <a:buClr>
                <a:srgbClr val="595959"/>
              </a:buClr>
              <a:buSzPts val="1200"/>
              <a:buFont typeface="Roboto Condensed Light"/>
              <a:buChar char="■"/>
              <a:defRPr/>
            </a:lvl6pPr>
            <a:lvl7pPr marL="3200400" lvl="6" indent="-304800" rtl="0">
              <a:lnSpc>
                <a:spcPct val="100000"/>
              </a:lnSpc>
              <a:spcBef>
                <a:spcPts val="0"/>
              </a:spcBef>
              <a:spcAft>
                <a:spcPts val="0"/>
              </a:spcAft>
              <a:buClr>
                <a:srgbClr val="595959"/>
              </a:buClr>
              <a:buSzPts val="1200"/>
              <a:buFont typeface="Roboto Condensed Light"/>
              <a:buChar char="●"/>
              <a:defRPr/>
            </a:lvl7pPr>
            <a:lvl8pPr marL="3657600" lvl="7" indent="-304800" rtl="0">
              <a:lnSpc>
                <a:spcPct val="100000"/>
              </a:lnSpc>
              <a:spcBef>
                <a:spcPts val="0"/>
              </a:spcBef>
              <a:spcAft>
                <a:spcPts val="0"/>
              </a:spcAft>
              <a:buClr>
                <a:srgbClr val="595959"/>
              </a:buClr>
              <a:buSzPts val="1200"/>
              <a:buFont typeface="Roboto Condensed Light"/>
              <a:buChar char="○"/>
              <a:defRPr/>
            </a:lvl8pPr>
            <a:lvl9pPr marL="4114800" lvl="8" indent="-304800" rtl="0">
              <a:lnSpc>
                <a:spcPct val="100000"/>
              </a:lnSpc>
              <a:spcBef>
                <a:spcPts val="0"/>
              </a:spcBef>
              <a:spcAft>
                <a:spcPts val="0"/>
              </a:spcAft>
              <a:buClr>
                <a:srgbClr val="595959"/>
              </a:buClr>
              <a:buSzPts val="1200"/>
              <a:buFont typeface="Roboto Condensed Light"/>
              <a:buChar char="■"/>
              <a:defRPr/>
            </a:lvl9pPr>
          </a:lstStyle>
          <a:p>
            <a:endParaRPr/>
          </a:p>
        </p:txBody>
      </p:sp>
      <p:grpSp>
        <p:nvGrpSpPr>
          <p:cNvPr id="20" name="Google Shape;20;p4"/>
          <p:cNvGrpSpPr/>
          <p:nvPr/>
        </p:nvGrpSpPr>
        <p:grpSpPr>
          <a:xfrm>
            <a:off x="-26975" y="-12925"/>
            <a:ext cx="9197950" cy="5169325"/>
            <a:chOff x="-50" y="-12925"/>
            <a:chExt cx="9144000" cy="5169325"/>
          </a:xfrm>
        </p:grpSpPr>
        <p:sp>
          <p:nvSpPr>
            <p:cNvPr id="21" name="Google Shape;21;p4"/>
            <p:cNvSpPr/>
            <p:nvPr/>
          </p:nvSpPr>
          <p:spPr>
            <a:xfrm>
              <a:off x="-50" y="4832400"/>
              <a:ext cx="9144000" cy="324000"/>
            </a:xfrm>
            <a:prstGeom prst="rect">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2"/>
                </a:solidFill>
              </a:endParaRPr>
            </a:p>
          </p:txBody>
        </p:sp>
        <p:sp>
          <p:nvSpPr>
            <p:cNvPr id="22" name="Google Shape;22;p4"/>
            <p:cNvSpPr/>
            <p:nvPr/>
          </p:nvSpPr>
          <p:spPr>
            <a:xfrm>
              <a:off x="-50" y="-12925"/>
              <a:ext cx="9144000" cy="324000"/>
            </a:xfrm>
            <a:prstGeom prst="rect">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2"/>
                </a:solidFill>
              </a:endParaRPr>
            </a:p>
          </p:txBody>
        </p:sp>
      </p:gr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Blank" type="blank">
  <p:cSld name="BLANK">
    <p:bg>
      <p:bgPr>
        <a:noFill/>
        <a:effectLst/>
      </p:bgPr>
    </p:bg>
    <p:spTree>
      <p:nvGrpSpPr>
        <p:cNvPr id="1" name="Shape 184"/>
        <p:cNvGrpSpPr/>
        <p:nvPr/>
      </p:nvGrpSpPr>
      <p:grpSpPr>
        <a:xfrm>
          <a:off x="0" y="0"/>
          <a:ext cx="0" cy="0"/>
          <a:chOff x="0" y="0"/>
          <a:chExt cx="0" cy="0"/>
        </a:xfrm>
      </p:grpSpPr>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able of contents">
  <p:cSld name="BLANK_1_1_1_1_1_1">
    <p:spTree>
      <p:nvGrpSpPr>
        <p:cNvPr id="1" name="Shape 185"/>
        <p:cNvGrpSpPr/>
        <p:nvPr/>
      </p:nvGrpSpPr>
      <p:grpSpPr>
        <a:xfrm>
          <a:off x="0" y="0"/>
          <a:ext cx="0" cy="0"/>
          <a:chOff x="0" y="0"/>
          <a:chExt cx="0" cy="0"/>
        </a:xfrm>
      </p:grpSpPr>
      <p:grpSp>
        <p:nvGrpSpPr>
          <p:cNvPr id="186" name="Google Shape;186;p13"/>
          <p:cNvGrpSpPr/>
          <p:nvPr/>
        </p:nvGrpSpPr>
        <p:grpSpPr>
          <a:xfrm>
            <a:off x="-50" y="-12925"/>
            <a:ext cx="9144000" cy="5169325"/>
            <a:chOff x="-50" y="-12925"/>
            <a:chExt cx="9144000" cy="5169325"/>
          </a:xfrm>
        </p:grpSpPr>
        <p:sp>
          <p:nvSpPr>
            <p:cNvPr id="187" name="Google Shape;187;p13"/>
            <p:cNvSpPr/>
            <p:nvPr/>
          </p:nvSpPr>
          <p:spPr>
            <a:xfrm>
              <a:off x="-50" y="4832400"/>
              <a:ext cx="9144000" cy="324000"/>
            </a:xfrm>
            <a:prstGeom prst="rect">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2"/>
                </a:solidFill>
              </a:endParaRPr>
            </a:p>
          </p:txBody>
        </p:sp>
        <p:sp>
          <p:nvSpPr>
            <p:cNvPr id="188" name="Google Shape;188;p13"/>
            <p:cNvSpPr/>
            <p:nvPr/>
          </p:nvSpPr>
          <p:spPr>
            <a:xfrm>
              <a:off x="-50" y="-12925"/>
              <a:ext cx="9144000" cy="324000"/>
            </a:xfrm>
            <a:prstGeom prst="rect">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2"/>
                </a:solidFill>
              </a:endParaRPr>
            </a:p>
          </p:txBody>
        </p:sp>
      </p:grpSp>
      <p:grpSp>
        <p:nvGrpSpPr>
          <p:cNvPr id="189" name="Google Shape;189;p13"/>
          <p:cNvGrpSpPr/>
          <p:nvPr/>
        </p:nvGrpSpPr>
        <p:grpSpPr>
          <a:xfrm>
            <a:off x="-438289" y="2782035"/>
            <a:ext cx="10056122" cy="2050453"/>
            <a:chOff x="-438289" y="2782035"/>
            <a:chExt cx="10056122" cy="2050453"/>
          </a:xfrm>
        </p:grpSpPr>
        <p:grpSp>
          <p:nvGrpSpPr>
            <p:cNvPr id="190" name="Google Shape;190;p13"/>
            <p:cNvGrpSpPr/>
            <p:nvPr/>
          </p:nvGrpSpPr>
          <p:grpSpPr>
            <a:xfrm>
              <a:off x="-438289" y="2818159"/>
              <a:ext cx="1650394" cy="2014268"/>
              <a:chOff x="5687100" y="3067925"/>
              <a:chExt cx="999875" cy="1220325"/>
            </a:xfrm>
          </p:grpSpPr>
          <p:sp>
            <p:nvSpPr>
              <p:cNvPr id="191" name="Google Shape;191;p13"/>
              <p:cNvSpPr/>
              <p:nvPr/>
            </p:nvSpPr>
            <p:spPr>
              <a:xfrm>
                <a:off x="6088625" y="3125875"/>
                <a:ext cx="335625" cy="463525"/>
              </a:xfrm>
              <a:custGeom>
                <a:avLst/>
                <a:gdLst/>
                <a:ahLst/>
                <a:cxnLst/>
                <a:rect l="l" t="t" r="r" b="b"/>
                <a:pathLst>
                  <a:path w="13425" h="18541" extrusionOk="0">
                    <a:moveTo>
                      <a:pt x="2576" y="413"/>
                    </a:moveTo>
                    <a:cubicBezTo>
                      <a:pt x="4087" y="770"/>
                      <a:pt x="5639" y="1008"/>
                      <a:pt x="7193" y="1008"/>
                    </a:cubicBezTo>
                    <a:cubicBezTo>
                      <a:pt x="7286" y="1008"/>
                      <a:pt x="7379" y="1007"/>
                      <a:pt x="7472" y="1005"/>
                    </a:cubicBezTo>
                    <a:cubicBezTo>
                      <a:pt x="8387" y="988"/>
                      <a:pt x="9330" y="898"/>
                      <a:pt x="10211" y="621"/>
                    </a:cubicBezTo>
                    <a:cubicBezTo>
                      <a:pt x="10317" y="587"/>
                      <a:pt x="10427" y="553"/>
                      <a:pt x="10533" y="509"/>
                    </a:cubicBezTo>
                    <a:lnTo>
                      <a:pt x="10533" y="509"/>
                    </a:lnTo>
                    <a:cubicBezTo>
                      <a:pt x="11133" y="1297"/>
                      <a:pt x="11448" y="2259"/>
                      <a:pt x="11453" y="3247"/>
                    </a:cubicBezTo>
                    <a:cubicBezTo>
                      <a:pt x="11453" y="3812"/>
                      <a:pt x="11453" y="4377"/>
                      <a:pt x="11453" y="4941"/>
                    </a:cubicBezTo>
                    <a:cubicBezTo>
                      <a:pt x="11453" y="5150"/>
                      <a:pt x="11442" y="5365"/>
                      <a:pt x="11453" y="5574"/>
                    </a:cubicBezTo>
                    <a:cubicBezTo>
                      <a:pt x="11453" y="5647"/>
                      <a:pt x="11487" y="5681"/>
                      <a:pt x="11538" y="5726"/>
                    </a:cubicBezTo>
                    <a:lnTo>
                      <a:pt x="11815" y="5941"/>
                    </a:lnTo>
                    <a:lnTo>
                      <a:pt x="12594" y="6557"/>
                    </a:lnTo>
                    <a:cubicBezTo>
                      <a:pt x="12752" y="6686"/>
                      <a:pt x="12978" y="6816"/>
                      <a:pt x="13040" y="7020"/>
                    </a:cubicBezTo>
                    <a:cubicBezTo>
                      <a:pt x="13097" y="7200"/>
                      <a:pt x="13034" y="7392"/>
                      <a:pt x="12899" y="7522"/>
                    </a:cubicBezTo>
                    <a:cubicBezTo>
                      <a:pt x="12775" y="7641"/>
                      <a:pt x="12611" y="7675"/>
                      <a:pt x="12441" y="7675"/>
                    </a:cubicBezTo>
                    <a:cubicBezTo>
                      <a:pt x="12344" y="7677"/>
                      <a:pt x="12246" y="7677"/>
                      <a:pt x="12149" y="7677"/>
                    </a:cubicBezTo>
                    <a:cubicBezTo>
                      <a:pt x="11955" y="7677"/>
                      <a:pt x="11762" y="7675"/>
                      <a:pt x="11566" y="7675"/>
                    </a:cubicBezTo>
                    <a:cubicBezTo>
                      <a:pt x="11487" y="7675"/>
                      <a:pt x="11436" y="7743"/>
                      <a:pt x="11425" y="7816"/>
                    </a:cubicBezTo>
                    <a:cubicBezTo>
                      <a:pt x="11272" y="9589"/>
                      <a:pt x="10307" y="11233"/>
                      <a:pt x="8833" y="12232"/>
                    </a:cubicBezTo>
                    <a:cubicBezTo>
                      <a:pt x="8421" y="12515"/>
                      <a:pt x="7974" y="12740"/>
                      <a:pt x="7511" y="12910"/>
                    </a:cubicBezTo>
                    <a:cubicBezTo>
                      <a:pt x="7449" y="12932"/>
                      <a:pt x="7404" y="12983"/>
                      <a:pt x="7404" y="13045"/>
                    </a:cubicBezTo>
                    <a:lnTo>
                      <a:pt x="7404" y="14858"/>
                    </a:lnTo>
                    <a:lnTo>
                      <a:pt x="7404" y="17738"/>
                    </a:lnTo>
                    <a:lnTo>
                      <a:pt x="7404" y="18258"/>
                    </a:lnTo>
                    <a:lnTo>
                      <a:pt x="283" y="18258"/>
                    </a:lnTo>
                    <a:lnTo>
                      <a:pt x="283" y="16710"/>
                    </a:lnTo>
                    <a:lnTo>
                      <a:pt x="283" y="14022"/>
                    </a:lnTo>
                    <a:lnTo>
                      <a:pt x="283" y="13407"/>
                    </a:lnTo>
                    <a:lnTo>
                      <a:pt x="283" y="11746"/>
                    </a:lnTo>
                    <a:lnTo>
                      <a:pt x="283" y="10809"/>
                    </a:lnTo>
                    <a:lnTo>
                      <a:pt x="283" y="8618"/>
                    </a:lnTo>
                    <a:lnTo>
                      <a:pt x="283" y="6348"/>
                    </a:lnTo>
                    <a:lnTo>
                      <a:pt x="283" y="5534"/>
                    </a:lnTo>
                    <a:cubicBezTo>
                      <a:pt x="283" y="5446"/>
                      <a:pt x="290" y="5353"/>
                      <a:pt x="290" y="5262"/>
                    </a:cubicBezTo>
                    <a:lnTo>
                      <a:pt x="290" y="5262"/>
                    </a:lnTo>
                    <a:cubicBezTo>
                      <a:pt x="1181" y="5260"/>
                      <a:pt x="2087" y="4819"/>
                      <a:pt x="2649" y="4145"/>
                    </a:cubicBezTo>
                    <a:cubicBezTo>
                      <a:pt x="3276" y="3394"/>
                      <a:pt x="3496" y="2361"/>
                      <a:pt x="3180" y="1429"/>
                    </a:cubicBezTo>
                    <a:cubicBezTo>
                      <a:pt x="3050" y="1048"/>
                      <a:pt x="2842" y="706"/>
                      <a:pt x="2576" y="413"/>
                    </a:cubicBezTo>
                    <a:close/>
                    <a:moveTo>
                      <a:pt x="2079" y="1"/>
                    </a:moveTo>
                    <a:cubicBezTo>
                      <a:pt x="1944" y="1"/>
                      <a:pt x="1897" y="183"/>
                      <a:pt x="2011" y="265"/>
                    </a:cubicBezTo>
                    <a:cubicBezTo>
                      <a:pt x="2762" y="847"/>
                      <a:pt x="3180" y="1807"/>
                      <a:pt x="3005" y="2750"/>
                    </a:cubicBezTo>
                    <a:cubicBezTo>
                      <a:pt x="2858" y="3575"/>
                      <a:pt x="2310" y="4269"/>
                      <a:pt x="1570" y="4648"/>
                    </a:cubicBezTo>
                    <a:cubicBezTo>
                      <a:pt x="1180" y="4853"/>
                      <a:pt x="720" y="4979"/>
                      <a:pt x="275" y="4979"/>
                    </a:cubicBezTo>
                    <a:cubicBezTo>
                      <a:pt x="230" y="4979"/>
                      <a:pt x="186" y="4978"/>
                      <a:pt x="142" y="4975"/>
                    </a:cubicBezTo>
                    <a:cubicBezTo>
                      <a:pt x="139" y="4975"/>
                      <a:pt x="136" y="4975"/>
                      <a:pt x="134" y="4975"/>
                    </a:cubicBezTo>
                    <a:cubicBezTo>
                      <a:pt x="63" y="4975"/>
                      <a:pt x="0" y="5046"/>
                      <a:pt x="0" y="5117"/>
                    </a:cubicBezTo>
                    <a:lnTo>
                      <a:pt x="0" y="6116"/>
                    </a:lnTo>
                    <a:lnTo>
                      <a:pt x="0" y="8324"/>
                    </a:lnTo>
                    <a:lnTo>
                      <a:pt x="0" y="10589"/>
                    </a:lnTo>
                    <a:lnTo>
                      <a:pt x="0" y="11735"/>
                    </a:lnTo>
                    <a:lnTo>
                      <a:pt x="0" y="13339"/>
                    </a:lnTo>
                    <a:lnTo>
                      <a:pt x="0" y="13407"/>
                    </a:lnTo>
                    <a:lnTo>
                      <a:pt x="0" y="15095"/>
                    </a:lnTo>
                    <a:lnTo>
                      <a:pt x="0" y="17783"/>
                    </a:lnTo>
                    <a:lnTo>
                      <a:pt x="0" y="18399"/>
                    </a:lnTo>
                    <a:cubicBezTo>
                      <a:pt x="0" y="18472"/>
                      <a:pt x="68" y="18540"/>
                      <a:pt x="142" y="18540"/>
                    </a:cubicBezTo>
                    <a:lnTo>
                      <a:pt x="7545" y="18540"/>
                    </a:lnTo>
                    <a:cubicBezTo>
                      <a:pt x="7591" y="18540"/>
                      <a:pt x="7626" y="18522"/>
                      <a:pt x="7649" y="18494"/>
                    </a:cubicBezTo>
                    <a:lnTo>
                      <a:pt x="7649" y="18494"/>
                    </a:lnTo>
                    <a:cubicBezTo>
                      <a:pt x="7672" y="18472"/>
                      <a:pt x="7686" y="18440"/>
                      <a:pt x="7686" y="18399"/>
                    </a:cubicBezTo>
                    <a:lnTo>
                      <a:pt x="7686" y="16586"/>
                    </a:lnTo>
                    <a:lnTo>
                      <a:pt x="7686" y="13706"/>
                    </a:lnTo>
                    <a:lnTo>
                      <a:pt x="7686" y="13143"/>
                    </a:lnTo>
                    <a:lnTo>
                      <a:pt x="7686" y="13143"/>
                    </a:lnTo>
                    <a:cubicBezTo>
                      <a:pt x="9390" y="12494"/>
                      <a:pt x="10754" y="11114"/>
                      <a:pt x="11374" y="9386"/>
                    </a:cubicBezTo>
                    <a:cubicBezTo>
                      <a:pt x="11534" y="8922"/>
                      <a:pt x="11642" y="8445"/>
                      <a:pt x="11694" y="7957"/>
                    </a:cubicBezTo>
                    <a:lnTo>
                      <a:pt x="12408" y="7957"/>
                    </a:lnTo>
                    <a:cubicBezTo>
                      <a:pt x="12780" y="7957"/>
                      <a:pt x="13136" y="7805"/>
                      <a:pt x="13289" y="7438"/>
                    </a:cubicBezTo>
                    <a:cubicBezTo>
                      <a:pt x="13424" y="7104"/>
                      <a:pt x="13294" y="6760"/>
                      <a:pt x="13023" y="6540"/>
                    </a:cubicBezTo>
                    <a:cubicBezTo>
                      <a:pt x="12792" y="6353"/>
                      <a:pt x="12560" y="6173"/>
                      <a:pt x="12328" y="5986"/>
                    </a:cubicBezTo>
                    <a:cubicBezTo>
                      <a:pt x="12129" y="5834"/>
                      <a:pt x="11934" y="5677"/>
                      <a:pt x="11736" y="5524"/>
                    </a:cubicBezTo>
                    <a:lnTo>
                      <a:pt x="11736" y="5524"/>
                    </a:lnTo>
                    <a:lnTo>
                      <a:pt x="11736" y="4010"/>
                    </a:lnTo>
                    <a:cubicBezTo>
                      <a:pt x="11736" y="3309"/>
                      <a:pt x="11752" y="2615"/>
                      <a:pt x="11555" y="1931"/>
                    </a:cubicBezTo>
                    <a:cubicBezTo>
                      <a:pt x="11380" y="1299"/>
                      <a:pt x="11063" y="712"/>
                      <a:pt x="10646" y="203"/>
                    </a:cubicBezTo>
                    <a:cubicBezTo>
                      <a:pt x="10618" y="168"/>
                      <a:pt x="10585" y="154"/>
                      <a:pt x="10554" y="154"/>
                    </a:cubicBezTo>
                    <a:cubicBezTo>
                      <a:pt x="10500" y="154"/>
                      <a:pt x="10448" y="196"/>
                      <a:pt x="10425" y="251"/>
                    </a:cubicBezTo>
                    <a:lnTo>
                      <a:pt x="10425" y="251"/>
                    </a:lnTo>
                    <a:cubicBezTo>
                      <a:pt x="10354" y="277"/>
                      <a:pt x="10282" y="302"/>
                      <a:pt x="10211" y="328"/>
                    </a:cubicBezTo>
                    <a:cubicBezTo>
                      <a:pt x="9906" y="429"/>
                      <a:pt x="9590" y="503"/>
                      <a:pt x="9273" y="559"/>
                    </a:cubicBezTo>
                    <a:cubicBezTo>
                      <a:pt x="8601" y="680"/>
                      <a:pt x="7916" y="730"/>
                      <a:pt x="7231" y="730"/>
                    </a:cubicBezTo>
                    <a:cubicBezTo>
                      <a:pt x="6638" y="730"/>
                      <a:pt x="6045" y="693"/>
                      <a:pt x="5461" y="633"/>
                    </a:cubicBezTo>
                    <a:cubicBezTo>
                      <a:pt x="4332" y="514"/>
                      <a:pt x="3214" y="294"/>
                      <a:pt x="2118" y="6"/>
                    </a:cubicBezTo>
                    <a:cubicBezTo>
                      <a:pt x="2104" y="2"/>
                      <a:pt x="2091" y="1"/>
                      <a:pt x="2079"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2" name="Google Shape;192;p13"/>
              <p:cNvSpPr/>
              <p:nvPr/>
            </p:nvSpPr>
            <p:spPr>
              <a:xfrm>
                <a:off x="6301250" y="3317650"/>
                <a:ext cx="80700" cy="37375"/>
              </a:xfrm>
              <a:custGeom>
                <a:avLst/>
                <a:gdLst/>
                <a:ahLst/>
                <a:cxnLst/>
                <a:rect l="l" t="t" r="r" b="b"/>
                <a:pathLst>
                  <a:path w="3228" h="1495" extrusionOk="0">
                    <a:moveTo>
                      <a:pt x="2922" y="286"/>
                    </a:moveTo>
                    <a:cubicBezTo>
                      <a:pt x="2887" y="600"/>
                      <a:pt x="2836" y="917"/>
                      <a:pt x="2736" y="1212"/>
                    </a:cubicBezTo>
                    <a:lnTo>
                      <a:pt x="297" y="1212"/>
                    </a:lnTo>
                    <a:cubicBezTo>
                      <a:pt x="333" y="920"/>
                      <a:pt x="479" y="648"/>
                      <a:pt x="717" y="473"/>
                    </a:cubicBezTo>
                    <a:cubicBezTo>
                      <a:pt x="904" y="337"/>
                      <a:pt x="1113" y="286"/>
                      <a:pt x="1339" y="286"/>
                    </a:cubicBezTo>
                    <a:close/>
                    <a:moveTo>
                      <a:pt x="1531" y="0"/>
                    </a:moveTo>
                    <a:cubicBezTo>
                      <a:pt x="1188" y="0"/>
                      <a:pt x="847" y="28"/>
                      <a:pt x="554" y="247"/>
                    </a:cubicBezTo>
                    <a:cubicBezTo>
                      <a:pt x="204" y="506"/>
                      <a:pt x="12" y="919"/>
                      <a:pt x="6" y="1353"/>
                    </a:cubicBezTo>
                    <a:cubicBezTo>
                      <a:pt x="0" y="1427"/>
                      <a:pt x="68" y="1495"/>
                      <a:pt x="147" y="1495"/>
                    </a:cubicBezTo>
                    <a:lnTo>
                      <a:pt x="2835" y="1495"/>
                    </a:lnTo>
                    <a:cubicBezTo>
                      <a:pt x="2903" y="1495"/>
                      <a:pt x="2954" y="1449"/>
                      <a:pt x="2976" y="1387"/>
                    </a:cubicBezTo>
                    <a:cubicBezTo>
                      <a:pt x="3118" y="998"/>
                      <a:pt x="3174" y="563"/>
                      <a:pt x="3219" y="145"/>
                    </a:cubicBezTo>
                    <a:cubicBezTo>
                      <a:pt x="3227" y="83"/>
                      <a:pt x="3197" y="43"/>
                      <a:pt x="3154" y="25"/>
                    </a:cubicBezTo>
                    <a:lnTo>
                      <a:pt x="3154" y="25"/>
                    </a:lnTo>
                    <a:cubicBezTo>
                      <a:pt x="3133" y="12"/>
                      <a:pt x="3108" y="4"/>
                      <a:pt x="3078" y="4"/>
                    </a:cubicBezTo>
                    <a:lnTo>
                      <a:pt x="1886" y="4"/>
                    </a:lnTo>
                    <a:cubicBezTo>
                      <a:pt x="1769" y="4"/>
                      <a:pt x="1650" y="0"/>
                      <a:pt x="1531"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3" name="Google Shape;193;p13"/>
              <p:cNvSpPr/>
              <p:nvPr/>
            </p:nvSpPr>
            <p:spPr>
              <a:xfrm>
                <a:off x="5687100" y="3582250"/>
                <a:ext cx="999875" cy="706000"/>
              </a:xfrm>
              <a:custGeom>
                <a:avLst/>
                <a:gdLst/>
                <a:ahLst/>
                <a:cxnLst/>
                <a:rect l="l" t="t" r="r" b="b"/>
                <a:pathLst>
                  <a:path w="39995" h="28240" extrusionOk="0">
                    <a:moveTo>
                      <a:pt x="23767" y="285"/>
                    </a:moveTo>
                    <a:cubicBezTo>
                      <a:pt x="24475" y="882"/>
                      <a:pt x="25246" y="1410"/>
                      <a:pt x="26018" y="1906"/>
                    </a:cubicBezTo>
                    <a:cubicBezTo>
                      <a:pt x="26831" y="2431"/>
                      <a:pt x="27667" y="2911"/>
                      <a:pt x="28531" y="3340"/>
                    </a:cubicBezTo>
                    <a:cubicBezTo>
                      <a:pt x="29417" y="3781"/>
                      <a:pt x="30315" y="4188"/>
                      <a:pt x="31168" y="4696"/>
                    </a:cubicBezTo>
                    <a:cubicBezTo>
                      <a:pt x="33393" y="6017"/>
                      <a:pt x="35426" y="7836"/>
                      <a:pt x="36674" y="10134"/>
                    </a:cubicBezTo>
                    <a:cubicBezTo>
                      <a:pt x="36883" y="10523"/>
                      <a:pt x="37080" y="10912"/>
                      <a:pt x="37199" y="11334"/>
                    </a:cubicBezTo>
                    <a:lnTo>
                      <a:pt x="37199" y="11334"/>
                    </a:lnTo>
                    <a:cubicBezTo>
                      <a:pt x="37199" y="11335"/>
                      <a:pt x="37199" y="11336"/>
                      <a:pt x="37199" y="11337"/>
                    </a:cubicBezTo>
                    <a:cubicBezTo>
                      <a:pt x="37199" y="11337"/>
                      <a:pt x="37199" y="11337"/>
                      <a:pt x="37199" y="11337"/>
                    </a:cubicBezTo>
                    <a:lnTo>
                      <a:pt x="37199" y="11337"/>
                    </a:lnTo>
                    <a:cubicBezTo>
                      <a:pt x="37200" y="11338"/>
                      <a:pt x="37200" y="11339"/>
                      <a:pt x="37200" y="11339"/>
                    </a:cubicBezTo>
                    <a:lnTo>
                      <a:pt x="37200" y="11339"/>
                    </a:lnTo>
                    <a:cubicBezTo>
                      <a:pt x="37482" y="12287"/>
                      <a:pt x="37702" y="13258"/>
                      <a:pt x="37911" y="14228"/>
                    </a:cubicBezTo>
                    <a:cubicBezTo>
                      <a:pt x="38470" y="16815"/>
                      <a:pt x="38894" y="19430"/>
                      <a:pt x="39199" y="22056"/>
                    </a:cubicBezTo>
                    <a:cubicBezTo>
                      <a:pt x="39430" y="24019"/>
                      <a:pt x="39597" y="25983"/>
                      <a:pt x="39700" y="27957"/>
                    </a:cubicBezTo>
                    <a:lnTo>
                      <a:pt x="296" y="27957"/>
                    </a:lnTo>
                    <a:cubicBezTo>
                      <a:pt x="479" y="24413"/>
                      <a:pt x="867" y="20880"/>
                      <a:pt x="1469" y="17385"/>
                    </a:cubicBezTo>
                    <a:cubicBezTo>
                      <a:pt x="1796" y="15510"/>
                      <a:pt x="2175" y="13641"/>
                      <a:pt x="2666" y="11806"/>
                    </a:cubicBezTo>
                    <a:cubicBezTo>
                      <a:pt x="2835" y="11162"/>
                      <a:pt x="3067" y="10592"/>
                      <a:pt x="3394" y="10010"/>
                    </a:cubicBezTo>
                    <a:cubicBezTo>
                      <a:pt x="4569" y="7903"/>
                      <a:pt x="6404" y="6215"/>
                      <a:pt x="8426" y="4939"/>
                    </a:cubicBezTo>
                    <a:cubicBezTo>
                      <a:pt x="9189" y="4459"/>
                      <a:pt x="9985" y="4035"/>
                      <a:pt x="10804" y="3657"/>
                    </a:cubicBezTo>
                    <a:cubicBezTo>
                      <a:pt x="11662" y="3261"/>
                      <a:pt x="12498" y="2815"/>
                      <a:pt x="13305" y="2324"/>
                    </a:cubicBezTo>
                    <a:cubicBezTo>
                      <a:pt x="14294" y="1731"/>
                      <a:pt x="15248" y="1076"/>
                      <a:pt x="16146" y="353"/>
                    </a:cubicBezTo>
                    <a:cubicBezTo>
                      <a:pt x="16173" y="329"/>
                      <a:pt x="16200" y="307"/>
                      <a:pt x="16228" y="285"/>
                    </a:cubicBezTo>
                    <a:close/>
                    <a:moveTo>
                      <a:pt x="16541" y="0"/>
                    </a:moveTo>
                    <a:cubicBezTo>
                      <a:pt x="16440" y="0"/>
                      <a:pt x="16338" y="1"/>
                      <a:pt x="16236" y="3"/>
                    </a:cubicBezTo>
                    <a:cubicBezTo>
                      <a:pt x="16078" y="3"/>
                      <a:pt x="15977" y="127"/>
                      <a:pt x="15858" y="223"/>
                    </a:cubicBezTo>
                    <a:cubicBezTo>
                      <a:pt x="14938" y="957"/>
                      <a:pt x="13955" y="1612"/>
                      <a:pt x="12944" y="2211"/>
                    </a:cubicBezTo>
                    <a:cubicBezTo>
                      <a:pt x="11419" y="3115"/>
                      <a:pt x="9759" y="3764"/>
                      <a:pt x="8257" y="4713"/>
                    </a:cubicBezTo>
                    <a:cubicBezTo>
                      <a:pt x="6286" y="5955"/>
                      <a:pt x="4507" y="7587"/>
                      <a:pt x="3304" y="9598"/>
                    </a:cubicBezTo>
                    <a:cubicBezTo>
                      <a:pt x="2954" y="10179"/>
                      <a:pt x="2649" y="10801"/>
                      <a:pt x="2463" y="11456"/>
                    </a:cubicBezTo>
                    <a:cubicBezTo>
                      <a:pt x="2056" y="12935"/>
                      <a:pt x="1734" y="14437"/>
                      <a:pt x="1446" y="15945"/>
                    </a:cubicBezTo>
                    <a:cubicBezTo>
                      <a:pt x="859" y="19017"/>
                      <a:pt x="446" y="22123"/>
                      <a:pt x="192" y="25241"/>
                    </a:cubicBezTo>
                    <a:cubicBezTo>
                      <a:pt x="113" y="26189"/>
                      <a:pt x="51" y="27144"/>
                      <a:pt x="6" y="28098"/>
                    </a:cubicBezTo>
                    <a:cubicBezTo>
                      <a:pt x="0" y="28172"/>
                      <a:pt x="74" y="28239"/>
                      <a:pt x="147" y="28239"/>
                    </a:cubicBezTo>
                    <a:lnTo>
                      <a:pt x="39848" y="28239"/>
                    </a:lnTo>
                    <a:cubicBezTo>
                      <a:pt x="39921" y="28239"/>
                      <a:pt x="39995" y="28172"/>
                      <a:pt x="39989" y="28098"/>
                    </a:cubicBezTo>
                    <a:cubicBezTo>
                      <a:pt x="39820" y="24732"/>
                      <a:pt x="39464" y="21378"/>
                      <a:pt x="38922" y="18052"/>
                    </a:cubicBezTo>
                    <a:cubicBezTo>
                      <a:pt x="38600" y="16098"/>
                      <a:pt x="38216" y="14144"/>
                      <a:pt x="37730" y="12218"/>
                    </a:cubicBezTo>
                    <a:cubicBezTo>
                      <a:pt x="37651" y="11896"/>
                      <a:pt x="37566" y="11580"/>
                      <a:pt x="37476" y="11258"/>
                    </a:cubicBezTo>
                    <a:cubicBezTo>
                      <a:pt x="37397" y="10987"/>
                      <a:pt x="37273" y="10716"/>
                      <a:pt x="37154" y="10462"/>
                    </a:cubicBezTo>
                    <a:cubicBezTo>
                      <a:pt x="36832" y="9778"/>
                      <a:pt x="36431" y="9140"/>
                      <a:pt x="35980" y="8542"/>
                    </a:cubicBezTo>
                    <a:cubicBezTo>
                      <a:pt x="34308" y="6322"/>
                      <a:pt x="31992" y="4662"/>
                      <a:pt x="29496" y="3487"/>
                    </a:cubicBezTo>
                    <a:cubicBezTo>
                      <a:pt x="28011" y="2793"/>
                      <a:pt x="26588" y="1991"/>
                      <a:pt x="25244" y="1048"/>
                    </a:cubicBezTo>
                    <a:cubicBezTo>
                      <a:pt x="24866" y="782"/>
                      <a:pt x="24498" y="511"/>
                      <a:pt x="24137" y="223"/>
                    </a:cubicBezTo>
                    <a:cubicBezTo>
                      <a:pt x="24069" y="172"/>
                      <a:pt x="24001" y="110"/>
                      <a:pt x="23934" y="59"/>
                    </a:cubicBezTo>
                    <a:cubicBezTo>
                      <a:pt x="23864" y="9"/>
                      <a:pt x="23795" y="1"/>
                      <a:pt x="23718" y="1"/>
                    </a:cubicBezTo>
                    <a:cubicBezTo>
                      <a:pt x="23682" y="1"/>
                      <a:pt x="23645" y="3"/>
                      <a:pt x="23606" y="3"/>
                    </a:cubicBezTo>
                    <a:lnTo>
                      <a:pt x="17151" y="3"/>
                    </a:lnTo>
                    <a:cubicBezTo>
                      <a:pt x="16948" y="3"/>
                      <a:pt x="16745" y="0"/>
                      <a:pt x="16541"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4" name="Google Shape;194;p13"/>
              <p:cNvSpPr/>
              <p:nvPr/>
            </p:nvSpPr>
            <p:spPr>
              <a:xfrm>
                <a:off x="6258900" y="3189675"/>
                <a:ext cx="108150" cy="100700"/>
              </a:xfrm>
              <a:custGeom>
                <a:avLst/>
                <a:gdLst/>
                <a:ahLst/>
                <a:cxnLst/>
                <a:rect l="l" t="t" r="r" b="b"/>
                <a:pathLst>
                  <a:path w="4326" h="4028" extrusionOk="0">
                    <a:moveTo>
                      <a:pt x="2186" y="283"/>
                    </a:moveTo>
                    <a:cubicBezTo>
                      <a:pt x="2908" y="289"/>
                      <a:pt x="3575" y="746"/>
                      <a:pt x="3818" y="1429"/>
                    </a:cubicBezTo>
                    <a:cubicBezTo>
                      <a:pt x="4060" y="2113"/>
                      <a:pt x="3846" y="2886"/>
                      <a:pt x="3287" y="3355"/>
                    </a:cubicBezTo>
                    <a:cubicBezTo>
                      <a:pt x="2976" y="3615"/>
                      <a:pt x="2583" y="3747"/>
                      <a:pt x="2188" y="3747"/>
                    </a:cubicBezTo>
                    <a:cubicBezTo>
                      <a:pt x="1879" y="3747"/>
                      <a:pt x="1569" y="3666"/>
                      <a:pt x="1299" y="3502"/>
                    </a:cubicBezTo>
                    <a:cubicBezTo>
                      <a:pt x="683" y="3129"/>
                      <a:pt x="345" y="2389"/>
                      <a:pt x="486" y="1684"/>
                    </a:cubicBezTo>
                    <a:cubicBezTo>
                      <a:pt x="649" y="876"/>
                      <a:pt x="1367" y="294"/>
                      <a:pt x="2186" y="283"/>
                    </a:cubicBezTo>
                    <a:close/>
                    <a:moveTo>
                      <a:pt x="2186" y="1"/>
                    </a:moveTo>
                    <a:cubicBezTo>
                      <a:pt x="2184" y="1"/>
                      <a:pt x="2182" y="1"/>
                      <a:pt x="2180" y="1"/>
                    </a:cubicBezTo>
                    <a:lnTo>
                      <a:pt x="2180" y="1"/>
                    </a:lnTo>
                    <a:cubicBezTo>
                      <a:pt x="1347" y="14"/>
                      <a:pt x="592" y="539"/>
                      <a:pt x="299" y="1322"/>
                    </a:cubicBezTo>
                    <a:cubicBezTo>
                      <a:pt x="0" y="2107"/>
                      <a:pt x="254" y="3033"/>
                      <a:pt x="898" y="3564"/>
                    </a:cubicBezTo>
                    <a:cubicBezTo>
                      <a:pt x="1270" y="3869"/>
                      <a:pt x="1733" y="4028"/>
                      <a:pt x="2196" y="4028"/>
                    </a:cubicBezTo>
                    <a:cubicBezTo>
                      <a:pt x="2550" y="4028"/>
                      <a:pt x="2904" y="3935"/>
                      <a:pt x="3219" y="3745"/>
                    </a:cubicBezTo>
                    <a:cubicBezTo>
                      <a:pt x="3948" y="3310"/>
                      <a:pt x="4326" y="2452"/>
                      <a:pt x="4162" y="1627"/>
                    </a:cubicBezTo>
                    <a:cubicBezTo>
                      <a:pt x="3987" y="691"/>
                      <a:pt x="3137" y="14"/>
                      <a:pt x="2190" y="1"/>
                    </a:cubicBezTo>
                    <a:lnTo>
                      <a:pt x="2190" y="1"/>
                    </a:lnTo>
                    <a:cubicBezTo>
                      <a:pt x="2189" y="1"/>
                      <a:pt x="2187" y="1"/>
                      <a:pt x="2186"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5" name="Google Shape;195;p13"/>
              <p:cNvSpPr/>
              <p:nvPr/>
            </p:nvSpPr>
            <p:spPr>
              <a:xfrm>
                <a:off x="6139025" y="3179100"/>
                <a:ext cx="243275" cy="122000"/>
              </a:xfrm>
              <a:custGeom>
                <a:avLst/>
                <a:gdLst/>
                <a:ahLst/>
                <a:cxnLst/>
                <a:rect l="l" t="t" r="r" b="b"/>
                <a:pathLst>
                  <a:path w="9731" h="4880" extrusionOk="0">
                    <a:moveTo>
                      <a:pt x="6978" y="278"/>
                    </a:moveTo>
                    <a:cubicBezTo>
                      <a:pt x="7697" y="278"/>
                      <a:pt x="8391" y="648"/>
                      <a:pt x="8788" y="1254"/>
                    </a:cubicBezTo>
                    <a:cubicBezTo>
                      <a:pt x="9047" y="1649"/>
                      <a:pt x="9166" y="2112"/>
                      <a:pt x="9138" y="2587"/>
                    </a:cubicBezTo>
                    <a:cubicBezTo>
                      <a:pt x="9134" y="2648"/>
                      <a:pt x="9164" y="2688"/>
                      <a:pt x="9206" y="2708"/>
                    </a:cubicBezTo>
                    <a:lnTo>
                      <a:pt x="9206" y="2708"/>
                    </a:lnTo>
                    <a:cubicBezTo>
                      <a:pt x="9225" y="2720"/>
                      <a:pt x="9250" y="2728"/>
                      <a:pt x="9279" y="2728"/>
                    </a:cubicBezTo>
                    <a:lnTo>
                      <a:pt x="9448" y="2728"/>
                    </a:lnTo>
                    <a:lnTo>
                      <a:pt x="9448" y="2875"/>
                    </a:lnTo>
                    <a:lnTo>
                      <a:pt x="9211" y="2875"/>
                    </a:lnTo>
                    <a:cubicBezTo>
                      <a:pt x="9149" y="2875"/>
                      <a:pt x="9087" y="2920"/>
                      <a:pt x="9076" y="2976"/>
                    </a:cubicBezTo>
                    <a:cubicBezTo>
                      <a:pt x="8850" y="3812"/>
                      <a:pt x="8155" y="4450"/>
                      <a:pt x="7302" y="4580"/>
                    </a:cubicBezTo>
                    <a:cubicBezTo>
                      <a:pt x="7199" y="4596"/>
                      <a:pt x="7096" y="4603"/>
                      <a:pt x="6992" y="4603"/>
                    </a:cubicBezTo>
                    <a:cubicBezTo>
                      <a:pt x="6272" y="4603"/>
                      <a:pt x="5574" y="4233"/>
                      <a:pt x="5179" y="3626"/>
                    </a:cubicBezTo>
                    <a:cubicBezTo>
                      <a:pt x="4908" y="3219"/>
                      <a:pt x="4795" y="2739"/>
                      <a:pt x="4829" y="2253"/>
                    </a:cubicBezTo>
                    <a:cubicBezTo>
                      <a:pt x="4835" y="2180"/>
                      <a:pt x="4761" y="2112"/>
                      <a:pt x="4688" y="2112"/>
                    </a:cubicBezTo>
                    <a:lnTo>
                      <a:pt x="546" y="2112"/>
                    </a:lnTo>
                    <a:cubicBezTo>
                      <a:pt x="588" y="2067"/>
                      <a:pt x="628" y="2020"/>
                      <a:pt x="666" y="1971"/>
                    </a:cubicBezTo>
                    <a:lnTo>
                      <a:pt x="4767" y="1971"/>
                    </a:lnTo>
                    <a:cubicBezTo>
                      <a:pt x="4829" y="1971"/>
                      <a:pt x="4885" y="1926"/>
                      <a:pt x="4902" y="1864"/>
                    </a:cubicBezTo>
                    <a:cubicBezTo>
                      <a:pt x="5134" y="1045"/>
                      <a:pt x="5834" y="418"/>
                      <a:pt x="6681" y="299"/>
                    </a:cubicBezTo>
                    <a:cubicBezTo>
                      <a:pt x="6780" y="285"/>
                      <a:pt x="6879" y="278"/>
                      <a:pt x="6978" y="278"/>
                    </a:cubicBezTo>
                    <a:close/>
                    <a:moveTo>
                      <a:pt x="6987" y="1"/>
                    </a:moveTo>
                    <a:cubicBezTo>
                      <a:pt x="6461" y="1"/>
                      <a:pt x="5936" y="167"/>
                      <a:pt x="5507" y="497"/>
                    </a:cubicBezTo>
                    <a:cubicBezTo>
                      <a:pt x="5111" y="798"/>
                      <a:pt x="4819" y="1216"/>
                      <a:pt x="4663" y="1689"/>
                    </a:cubicBezTo>
                    <a:lnTo>
                      <a:pt x="927" y="1689"/>
                    </a:lnTo>
                    <a:cubicBezTo>
                      <a:pt x="863" y="1689"/>
                      <a:pt x="799" y="1686"/>
                      <a:pt x="735" y="1686"/>
                    </a:cubicBezTo>
                    <a:cubicBezTo>
                      <a:pt x="703" y="1686"/>
                      <a:pt x="671" y="1687"/>
                      <a:pt x="639" y="1689"/>
                    </a:cubicBezTo>
                    <a:cubicBezTo>
                      <a:pt x="624" y="1689"/>
                      <a:pt x="606" y="1686"/>
                      <a:pt x="589" y="1686"/>
                    </a:cubicBezTo>
                    <a:cubicBezTo>
                      <a:pt x="581" y="1686"/>
                      <a:pt x="573" y="1687"/>
                      <a:pt x="565" y="1689"/>
                    </a:cubicBezTo>
                    <a:cubicBezTo>
                      <a:pt x="475" y="1717"/>
                      <a:pt x="401" y="1852"/>
                      <a:pt x="339" y="1920"/>
                    </a:cubicBezTo>
                    <a:cubicBezTo>
                      <a:pt x="260" y="2005"/>
                      <a:pt x="181" y="2084"/>
                      <a:pt x="96" y="2157"/>
                    </a:cubicBezTo>
                    <a:cubicBezTo>
                      <a:pt x="0" y="2236"/>
                      <a:pt x="79" y="2395"/>
                      <a:pt x="192" y="2395"/>
                    </a:cubicBezTo>
                    <a:lnTo>
                      <a:pt x="4541" y="2395"/>
                    </a:lnTo>
                    <a:cubicBezTo>
                      <a:pt x="4529" y="3293"/>
                      <a:pt x="5017" y="4151"/>
                      <a:pt x="5812" y="4586"/>
                    </a:cubicBezTo>
                    <a:cubicBezTo>
                      <a:pt x="6175" y="4783"/>
                      <a:pt x="6576" y="4880"/>
                      <a:pt x="6975" y="4880"/>
                    </a:cubicBezTo>
                    <a:cubicBezTo>
                      <a:pt x="7514" y="4880"/>
                      <a:pt x="8051" y="4704"/>
                      <a:pt x="8488" y="4360"/>
                    </a:cubicBezTo>
                    <a:cubicBezTo>
                      <a:pt x="8879" y="4054"/>
                      <a:pt x="9165" y="3630"/>
                      <a:pt x="9317" y="3157"/>
                    </a:cubicBezTo>
                    <a:lnTo>
                      <a:pt x="9590" y="3157"/>
                    </a:lnTo>
                    <a:cubicBezTo>
                      <a:pt x="9663" y="3157"/>
                      <a:pt x="9731" y="3095"/>
                      <a:pt x="9731" y="3016"/>
                    </a:cubicBezTo>
                    <a:lnTo>
                      <a:pt x="9731" y="2587"/>
                    </a:lnTo>
                    <a:cubicBezTo>
                      <a:pt x="9731" y="2513"/>
                      <a:pt x="9663" y="2445"/>
                      <a:pt x="9590" y="2445"/>
                    </a:cubicBezTo>
                    <a:lnTo>
                      <a:pt x="9425" y="2445"/>
                    </a:lnTo>
                    <a:cubicBezTo>
                      <a:pt x="9430" y="1563"/>
                      <a:pt x="8933" y="717"/>
                      <a:pt x="8155" y="294"/>
                    </a:cubicBezTo>
                    <a:cubicBezTo>
                      <a:pt x="7793" y="98"/>
                      <a:pt x="7390" y="1"/>
                      <a:pt x="6987"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6" name="Google Shape;196;p13"/>
              <p:cNvSpPr/>
              <p:nvPr/>
            </p:nvSpPr>
            <p:spPr>
              <a:xfrm>
                <a:off x="6260150" y="3189800"/>
                <a:ext cx="108050" cy="100700"/>
              </a:xfrm>
              <a:custGeom>
                <a:avLst/>
                <a:gdLst/>
                <a:ahLst/>
                <a:cxnLst/>
                <a:rect l="l" t="t" r="r" b="b"/>
                <a:pathLst>
                  <a:path w="4322" h="4028" extrusionOk="0">
                    <a:moveTo>
                      <a:pt x="2139" y="282"/>
                    </a:moveTo>
                    <a:cubicBezTo>
                      <a:pt x="2448" y="282"/>
                      <a:pt x="2757" y="363"/>
                      <a:pt x="3028" y="526"/>
                    </a:cubicBezTo>
                    <a:cubicBezTo>
                      <a:pt x="3643" y="899"/>
                      <a:pt x="3982" y="1639"/>
                      <a:pt x="3841" y="2345"/>
                    </a:cubicBezTo>
                    <a:cubicBezTo>
                      <a:pt x="3677" y="3153"/>
                      <a:pt x="2960" y="3734"/>
                      <a:pt x="2136" y="3745"/>
                    </a:cubicBezTo>
                    <a:cubicBezTo>
                      <a:pt x="1418" y="3740"/>
                      <a:pt x="752" y="3282"/>
                      <a:pt x="509" y="2599"/>
                    </a:cubicBezTo>
                    <a:cubicBezTo>
                      <a:pt x="266" y="1916"/>
                      <a:pt x="475" y="1142"/>
                      <a:pt x="1040" y="673"/>
                    </a:cubicBezTo>
                    <a:cubicBezTo>
                      <a:pt x="1350" y="414"/>
                      <a:pt x="1744" y="282"/>
                      <a:pt x="2139" y="282"/>
                    </a:cubicBezTo>
                    <a:close/>
                    <a:moveTo>
                      <a:pt x="2126" y="1"/>
                    </a:moveTo>
                    <a:cubicBezTo>
                      <a:pt x="1772" y="1"/>
                      <a:pt x="1417" y="93"/>
                      <a:pt x="1102" y="284"/>
                    </a:cubicBezTo>
                    <a:cubicBezTo>
                      <a:pt x="379" y="719"/>
                      <a:pt x="1" y="1577"/>
                      <a:pt x="165" y="2401"/>
                    </a:cubicBezTo>
                    <a:cubicBezTo>
                      <a:pt x="339" y="3337"/>
                      <a:pt x="1190" y="4014"/>
                      <a:pt x="2131" y="4028"/>
                    </a:cubicBezTo>
                    <a:lnTo>
                      <a:pt x="2131" y="4028"/>
                    </a:lnTo>
                    <a:cubicBezTo>
                      <a:pt x="2133" y="4028"/>
                      <a:pt x="2134" y="4028"/>
                      <a:pt x="2136" y="4028"/>
                    </a:cubicBezTo>
                    <a:cubicBezTo>
                      <a:pt x="2137" y="4028"/>
                      <a:pt x="2139" y="4028"/>
                      <a:pt x="2141" y="4028"/>
                    </a:cubicBezTo>
                    <a:lnTo>
                      <a:pt x="2141" y="4028"/>
                    </a:lnTo>
                    <a:cubicBezTo>
                      <a:pt x="2980" y="4014"/>
                      <a:pt x="3734" y="3490"/>
                      <a:pt x="4027" y="2706"/>
                    </a:cubicBezTo>
                    <a:cubicBezTo>
                      <a:pt x="4321" y="1921"/>
                      <a:pt x="4073" y="995"/>
                      <a:pt x="3423" y="464"/>
                    </a:cubicBezTo>
                    <a:cubicBezTo>
                      <a:pt x="3055" y="160"/>
                      <a:pt x="2591" y="1"/>
                      <a:pt x="2126"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7" name="Google Shape;197;p13"/>
              <p:cNvSpPr/>
              <p:nvPr/>
            </p:nvSpPr>
            <p:spPr>
              <a:xfrm>
                <a:off x="5949825" y="3067925"/>
                <a:ext cx="407000" cy="355200"/>
              </a:xfrm>
              <a:custGeom>
                <a:avLst/>
                <a:gdLst/>
                <a:ahLst/>
                <a:cxnLst/>
                <a:rect l="l" t="t" r="r" b="b"/>
                <a:pathLst>
                  <a:path w="16280" h="14208" extrusionOk="0">
                    <a:moveTo>
                      <a:pt x="9000" y="285"/>
                    </a:moveTo>
                    <a:cubicBezTo>
                      <a:pt x="10461" y="285"/>
                      <a:pt x="11941" y="446"/>
                      <a:pt x="13329" y="912"/>
                    </a:cubicBezTo>
                    <a:cubicBezTo>
                      <a:pt x="13713" y="1042"/>
                      <a:pt x="14091" y="1200"/>
                      <a:pt x="14447" y="1386"/>
                    </a:cubicBezTo>
                    <a:cubicBezTo>
                      <a:pt x="14628" y="1477"/>
                      <a:pt x="14808" y="1578"/>
                      <a:pt x="14978" y="1691"/>
                    </a:cubicBezTo>
                    <a:cubicBezTo>
                      <a:pt x="15175" y="1815"/>
                      <a:pt x="15345" y="1962"/>
                      <a:pt x="15526" y="2109"/>
                    </a:cubicBezTo>
                    <a:cubicBezTo>
                      <a:pt x="15667" y="2250"/>
                      <a:pt x="15824" y="2407"/>
                      <a:pt x="15924" y="2586"/>
                    </a:cubicBezTo>
                    <a:lnTo>
                      <a:pt x="15924" y="2586"/>
                    </a:lnTo>
                    <a:cubicBezTo>
                      <a:pt x="15870" y="2607"/>
                      <a:pt x="15817" y="2626"/>
                      <a:pt x="15763" y="2646"/>
                    </a:cubicBezTo>
                    <a:cubicBezTo>
                      <a:pt x="15458" y="2747"/>
                      <a:pt x="15142" y="2821"/>
                      <a:pt x="14825" y="2877"/>
                    </a:cubicBezTo>
                    <a:cubicBezTo>
                      <a:pt x="14153" y="2998"/>
                      <a:pt x="13468" y="3048"/>
                      <a:pt x="12783" y="3048"/>
                    </a:cubicBezTo>
                    <a:cubicBezTo>
                      <a:pt x="12190" y="3048"/>
                      <a:pt x="11597" y="3011"/>
                      <a:pt x="11013" y="2951"/>
                    </a:cubicBezTo>
                    <a:cubicBezTo>
                      <a:pt x="9884" y="2832"/>
                      <a:pt x="8766" y="2612"/>
                      <a:pt x="7670" y="2324"/>
                    </a:cubicBezTo>
                    <a:cubicBezTo>
                      <a:pt x="7656" y="2320"/>
                      <a:pt x="7643" y="2319"/>
                      <a:pt x="7631" y="2319"/>
                    </a:cubicBezTo>
                    <a:cubicBezTo>
                      <a:pt x="7496" y="2319"/>
                      <a:pt x="7449" y="2501"/>
                      <a:pt x="7563" y="2583"/>
                    </a:cubicBezTo>
                    <a:cubicBezTo>
                      <a:pt x="8235" y="3103"/>
                      <a:pt x="8636" y="3922"/>
                      <a:pt x="8591" y="4775"/>
                    </a:cubicBezTo>
                    <a:cubicBezTo>
                      <a:pt x="8545" y="5701"/>
                      <a:pt x="7958" y="6520"/>
                      <a:pt x="7151" y="6949"/>
                    </a:cubicBezTo>
                    <a:cubicBezTo>
                      <a:pt x="6754" y="7165"/>
                      <a:pt x="6282" y="7297"/>
                      <a:pt x="5825" y="7297"/>
                    </a:cubicBezTo>
                    <a:cubicBezTo>
                      <a:pt x="5781" y="7297"/>
                      <a:pt x="5737" y="7296"/>
                      <a:pt x="5694" y="7293"/>
                    </a:cubicBezTo>
                    <a:cubicBezTo>
                      <a:pt x="5691" y="7293"/>
                      <a:pt x="5688" y="7293"/>
                      <a:pt x="5686" y="7293"/>
                    </a:cubicBezTo>
                    <a:cubicBezTo>
                      <a:pt x="5615" y="7293"/>
                      <a:pt x="5552" y="7364"/>
                      <a:pt x="5552" y="7435"/>
                    </a:cubicBezTo>
                    <a:lnTo>
                      <a:pt x="5552" y="9671"/>
                    </a:lnTo>
                    <a:lnTo>
                      <a:pt x="5552" y="13240"/>
                    </a:lnTo>
                    <a:lnTo>
                      <a:pt x="5552" y="13845"/>
                    </a:lnTo>
                    <a:lnTo>
                      <a:pt x="5552" y="13845"/>
                    </a:lnTo>
                    <a:cubicBezTo>
                      <a:pt x="5431" y="13786"/>
                      <a:pt x="5315" y="13727"/>
                      <a:pt x="5202" y="13664"/>
                    </a:cubicBezTo>
                    <a:cubicBezTo>
                      <a:pt x="4745" y="13415"/>
                      <a:pt x="4316" y="13121"/>
                      <a:pt x="3909" y="12794"/>
                    </a:cubicBezTo>
                    <a:cubicBezTo>
                      <a:pt x="3899" y="12786"/>
                      <a:pt x="3888" y="12779"/>
                      <a:pt x="3876" y="12774"/>
                    </a:cubicBezTo>
                    <a:lnTo>
                      <a:pt x="3876" y="12774"/>
                    </a:lnTo>
                    <a:cubicBezTo>
                      <a:pt x="2190" y="11740"/>
                      <a:pt x="1074" y="9946"/>
                      <a:pt x="594" y="8056"/>
                    </a:cubicBezTo>
                    <a:cubicBezTo>
                      <a:pt x="165" y="6345"/>
                      <a:pt x="199" y="4306"/>
                      <a:pt x="1356" y="2877"/>
                    </a:cubicBezTo>
                    <a:cubicBezTo>
                      <a:pt x="2192" y="1849"/>
                      <a:pt x="3423" y="1239"/>
                      <a:pt x="4671" y="872"/>
                    </a:cubicBezTo>
                    <a:cubicBezTo>
                      <a:pt x="4683" y="868"/>
                      <a:pt x="4694" y="863"/>
                      <a:pt x="4704" y="857"/>
                    </a:cubicBezTo>
                    <a:lnTo>
                      <a:pt x="4704" y="857"/>
                    </a:lnTo>
                    <a:cubicBezTo>
                      <a:pt x="6072" y="463"/>
                      <a:pt x="7506" y="291"/>
                      <a:pt x="8924" y="285"/>
                    </a:cubicBezTo>
                    <a:cubicBezTo>
                      <a:pt x="8949" y="285"/>
                      <a:pt x="8975" y="285"/>
                      <a:pt x="9000" y="285"/>
                    </a:cubicBezTo>
                    <a:close/>
                    <a:moveTo>
                      <a:pt x="9024" y="1"/>
                    </a:moveTo>
                    <a:cubicBezTo>
                      <a:pt x="8411" y="1"/>
                      <a:pt x="7798" y="34"/>
                      <a:pt x="7190" y="99"/>
                    </a:cubicBezTo>
                    <a:cubicBezTo>
                      <a:pt x="6315" y="195"/>
                      <a:pt x="5439" y="353"/>
                      <a:pt x="4592" y="596"/>
                    </a:cubicBezTo>
                    <a:cubicBezTo>
                      <a:pt x="4584" y="598"/>
                      <a:pt x="4577" y="601"/>
                      <a:pt x="4570" y="604"/>
                    </a:cubicBezTo>
                    <a:lnTo>
                      <a:pt x="4570" y="604"/>
                    </a:lnTo>
                    <a:cubicBezTo>
                      <a:pt x="3428" y="949"/>
                      <a:pt x="2310" y="1478"/>
                      <a:pt x="1464" y="2329"/>
                    </a:cubicBezTo>
                    <a:cubicBezTo>
                      <a:pt x="769" y="3035"/>
                      <a:pt x="340" y="3922"/>
                      <a:pt x="170" y="4893"/>
                    </a:cubicBezTo>
                    <a:cubicBezTo>
                      <a:pt x="1" y="5831"/>
                      <a:pt x="46" y="6796"/>
                      <a:pt x="233" y="7728"/>
                    </a:cubicBezTo>
                    <a:cubicBezTo>
                      <a:pt x="430" y="8728"/>
                      <a:pt x="809" y="9693"/>
                      <a:pt x="1339" y="10569"/>
                    </a:cubicBezTo>
                    <a:cubicBezTo>
                      <a:pt x="1876" y="11444"/>
                      <a:pt x="2571" y="12223"/>
                      <a:pt x="3418" y="12811"/>
                    </a:cubicBezTo>
                    <a:cubicBezTo>
                      <a:pt x="3525" y="12884"/>
                      <a:pt x="3632" y="12952"/>
                      <a:pt x="3739" y="13019"/>
                    </a:cubicBezTo>
                    <a:lnTo>
                      <a:pt x="3739" y="13019"/>
                    </a:lnTo>
                    <a:cubicBezTo>
                      <a:pt x="4319" y="13485"/>
                      <a:pt x="4965" y="13922"/>
                      <a:pt x="5660" y="14200"/>
                    </a:cubicBezTo>
                    <a:cubicBezTo>
                      <a:pt x="5672" y="14205"/>
                      <a:pt x="5685" y="14207"/>
                      <a:pt x="5697" y="14207"/>
                    </a:cubicBezTo>
                    <a:cubicBezTo>
                      <a:pt x="5769" y="14207"/>
                      <a:pt x="5835" y="14131"/>
                      <a:pt x="5835" y="14059"/>
                    </a:cubicBezTo>
                    <a:lnTo>
                      <a:pt x="5835" y="11823"/>
                    </a:lnTo>
                    <a:lnTo>
                      <a:pt x="5835" y="8253"/>
                    </a:lnTo>
                    <a:lnTo>
                      <a:pt x="5835" y="7580"/>
                    </a:lnTo>
                    <a:lnTo>
                      <a:pt x="5835" y="7580"/>
                    </a:lnTo>
                    <a:cubicBezTo>
                      <a:pt x="5838" y="7580"/>
                      <a:pt x="5841" y="7580"/>
                      <a:pt x="5844" y="7580"/>
                    </a:cubicBezTo>
                    <a:cubicBezTo>
                      <a:pt x="6794" y="7580"/>
                      <a:pt x="7739" y="7079"/>
                      <a:pt x="8303" y="6328"/>
                    </a:cubicBezTo>
                    <a:cubicBezTo>
                      <a:pt x="8907" y="5537"/>
                      <a:pt x="9042" y="4464"/>
                      <a:pt x="8658" y="3549"/>
                    </a:cubicBezTo>
                    <a:cubicBezTo>
                      <a:pt x="8527" y="3245"/>
                      <a:pt x="8347" y="2971"/>
                      <a:pt x="8130" y="2732"/>
                    </a:cubicBezTo>
                    <a:lnTo>
                      <a:pt x="8130" y="2732"/>
                    </a:lnTo>
                    <a:cubicBezTo>
                      <a:pt x="9641" y="3089"/>
                      <a:pt x="11192" y="3326"/>
                      <a:pt x="12745" y="3326"/>
                    </a:cubicBezTo>
                    <a:cubicBezTo>
                      <a:pt x="12838" y="3326"/>
                      <a:pt x="12931" y="3325"/>
                      <a:pt x="13024" y="3323"/>
                    </a:cubicBezTo>
                    <a:cubicBezTo>
                      <a:pt x="13939" y="3306"/>
                      <a:pt x="14882" y="3216"/>
                      <a:pt x="15763" y="2939"/>
                    </a:cubicBezTo>
                    <a:cubicBezTo>
                      <a:pt x="15904" y="2894"/>
                      <a:pt x="16051" y="2849"/>
                      <a:pt x="16186" y="2781"/>
                    </a:cubicBezTo>
                    <a:cubicBezTo>
                      <a:pt x="16197" y="2776"/>
                      <a:pt x="16207" y="2770"/>
                      <a:pt x="16215" y="2763"/>
                    </a:cubicBezTo>
                    <a:lnTo>
                      <a:pt x="16215" y="2763"/>
                    </a:lnTo>
                    <a:cubicBezTo>
                      <a:pt x="16257" y="2735"/>
                      <a:pt x="16279" y="2686"/>
                      <a:pt x="16254" y="2623"/>
                    </a:cubicBezTo>
                    <a:cubicBezTo>
                      <a:pt x="16138" y="2352"/>
                      <a:pt x="15945" y="2124"/>
                      <a:pt x="15736" y="1923"/>
                    </a:cubicBezTo>
                    <a:lnTo>
                      <a:pt x="15736" y="1923"/>
                    </a:lnTo>
                    <a:cubicBezTo>
                      <a:pt x="15732" y="1919"/>
                      <a:pt x="15728" y="1915"/>
                      <a:pt x="15723" y="1911"/>
                    </a:cubicBezTo>
                    <a:lnTo>
                      <a:pt x="15723" y="1911"/>
                    </a:lnTo>
                    <a:cubicBezTo>
                      <a:pt x="15723" y="1911"/>
                      <a:pt x="15723" y="1911"/>
                      <a:pt x="15723" y="1911"/>
                    </a:cubicBezTo>
                    <a:cubicBezTo>
                      <a:pt x="15565" y="1782"/>
                      <a:pt x="15413" y="1646"/>
                      <a:pt x="15243" y="1527"/>
                    </a:cubicBezTo>
                    <a:cubicBezTo>
                      <a:pt x="15091" y="1420"/>
                      <a:pt x="14933" y="1324"/>
                      <a:pt x="14769" y="1234"/>
                    </a:cubicBezTo>
                    <a:cubicBezTo>
                      <a:pt x="14436" y="1053"/>
                      <a:pt x="14097" y="895"/>
                      <a:pt x="13741" y="765"/>
                    </a:cubicBezTo>
                    <a:cubicBezTo>
                      <a:pt x="13024" y="488"/>
                      <a:pt x="12267" y="308"/>
                      <a:pt x="11510" y="189"/>
                    </a:cubicBezTo>
                    <a:cubicBezTo>
                      <a:pt x="10690" y="62"/>
                      <a:pt x="9857" y="1"/>
                      <a:pt x="9024"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98" name="Google Shape;198;p13"/>
            <p:cNvGrpSpPr/>
            <p:nvPr/>
          </p:nvGrpSpPr>
          <p:grpSpPr>
            <a:xfrm>
              <a:off x="8007036" y="2782035"/>
              <a:ext cx="1610797" cy="2050453"/>
              <a:chOff x="511450" y="3191125"/>
              <a:chExt cx="999750" cy="1272625"/>
            </a:xfrm>
          </p:grpSpPr>
          <p:sp>
            <p:nvSpPr>
              <p:cNvPr id="199" name="Google Shape;199;p13"/>
              <p:cNvSpPr/>
              <p:nvPr/>
            </p:nvSpPr>
            <p:spPr>
              <a:xfrm>
                <a:off x="511450" y="3757725"/>
                <a:ext cx="999750" cy="706025"/>
              </a:xfrm>
              <a:custGeom>
                <a:avLst/>
                <a:gdLst/>
                <a:ahLst/>
                <a:cxnLst/>
                <a:rect l="l" t="t" r="r" b="b"/>
                <a:pathLst>
                  <a:path w="39990" h="28241" extrusionOk="0">
                    <a:moveTo>
                      <a:pt x="23761" y="286"/>
                    </a:moveTo>
                    <a:cubicBezTo>
                      <a:pt x="24470" y="880"/>
                      <a:pt x="25239" y="1409"/>
                      <a:pt x="26018" y="1912"/>
                    </a:cubicBezTo>
                    <a:cubicBezTo>
                      <a:pt x="26831" y="2432"/>
                      <a:pt x="27667" y="2912"/>
                      <a:pt x="28531" y="3347"/>
                    </a:cubicBezTo>
                    <a:cubicBezTo>
                      <a:pt x="29417" y="3787"/>
                      <a:pt x="30315" y="4188"/>
                      <a:pt x="31168" y="4696"/>
                    </a:cubicBezTo>
                    <a:cubicBezTo>
                      <a:pt x="33393" y="6024"/>
                      <a:pt x="35426" y="7842"/>
                      <a:pt x="36668" y="10140"/>
                    </a:cubicBezTo>
                    <a:cubicBezTo>
                      <a:pt x="36877" y="10529"/>
                      <a:pt x="37080" y="10919"/>
                      <a:pt x="37199" y="11336"/>
                    </a:cubicBezTo>
                    <a:lnTo>
                      <a:pt x="37199" y="11336"/>
                    </a:lnTo>
                    <a:cubicBezTo>
                      <a:pt x="37199" y="11336"/>
                      <a:pt x="37199" y="11337"/>
                      <a:pt x="37199" y="11338"/>
                    </a:cubicBezTo>
                    <a:cubicBezTo>
                      <a:pt x="37199" y="11338"/>
                      <a:pt x="37199" y="11338"/>
                      <a:pt x="37199" y="11338"/>
                    </a:cubicBezTo>
                    <a:lnTo>
                      <a:pt x="37199" y="11338"/>
                    </a:lnTo>
                    <a:cubicBezTo>
                      <a:pt x="37199" y="11338"/>
                      <a:pt x="37200" y="11339"/>
                      <a:pt x="37200" y="11339"/>
                    </a:cubicBezTo>
                    <a:lnTo>
                      <a:pt x="37200" y="11339"/>
                    </a:lnTo>
                    <a:cubicBezTo>
                      <a:pt x="37482" y="12293"/>
                      <a:pt x="37696" y="13264"/>
                      <a:pt x="37905" y="14229"/>
                    </a:cubicBezTo>
                    <a:cubicBezTo>
                      <a:pt x="38470" y="16816"/>
                      <a:pt x="38888" y="19436"/>
                      <a:pt x="39198" y="22062"/>
                    </a:cubicBezTo>
                    <a:cubicBezTo>
                      <a:pt x="39430" y="24020"/>
                      <a:pt x="39597" y="25989"/>
                      <a:pt x="39694" y="27958"/>
                    </a:cubicBezTo>
                    <a:lnTo>
                      <a:pt x="295" y="27958"/>
                    </a:lnTo>
                    <a:cubicBezTo>
                      <a:pt x="479" y="24419"/>
                      <a:pt x="861" y="20886"/>
                      <a:pt x="1469" y="17392"/>
                    </a:cubicBezTo>
                    <a:cubicBezTo>
                      <a:pt x="1790" y="15517"/>
                      <a:pt x="2174" y="13647"/>
                      <a:pt x="2660" y="11806"/>
                    </a:cubicBezTo>
                    <a:cubicBezTo>
                      <a:pt x="2835" y="11163"/>
                      <a:pt x="3061" y="10598"/>
                      <a:pt x="3389" y="10011"/>
                    </a:cubicBezTo>
                    <a:cubicBezTo>
                      <a:pt x="4563" y="7910"/>
                      <a:pt x="6399" y="6216"/>
                      <a:pt x="8420" y="4945"/>
                    </a:cubicBezTo>
                    <a:cubicBezTo>
                      <a:pt x="9183" y="4465"/>
                      <a:pt x="9979" y="4041"/>
                      <a:pt x="10798" y="3663"/>
                    </a:cubicBezTo>
                    <a:cubicBezTo>
                      <a:pt x="11656" y="3262"/>
                      <a:pt x="12492" y="2816"/>
                      <a:pt x="13305" y="2330"/>
                    </a:cubicBezTo>
                    <a:cubicBezTo>
                      <a:pt x="14288" y="1732"/>
                      <a:pt x="15248" y="1082"/>
                      <a:pt x="16146" y="359"/>
                    </a:cubicBezTo>
                    <a:cubicBezTo>
                      <a:pt x="16172" y="333"/>
                      <a:pt x="16200" y="310"/>
                      <a:pt x="16229" y="286"/>
                    </a:cubicBezTo>
                    <a:close/>
                    <a:moveTo>
                      <a:pt x="16541" y="1"/>
                    </a:moveTo>
                    <a:cubicBezTo>
                      <a:pt x="16440" y="1"/>
                      <a:pt x="16338" y="2"/>
                      <a:pt x="16236" y="3"/>
                    </a:cubicBezTo>
                    <a:cubicBezTo>
                      <a:pt x="16078" y="9"/>
                      <a:pt x="15977" y="133"/>
                      <a:pt x="15852" y="229"/>
                    </a:cubicBezTo>
                    <a:cubicBezTo>
                      <a:pt x="14937" y="958"/>
                      <a:pt x="13955" y="1619"/>
                      <a:pt x="12944" y="2217"/>
                    </a:cubicBezTo>
                    <a:cubicBezTo>
                      <a:pt x="11414" y="3121"/>
                      <a:pt x="9753" y="3765"/>
                      <a:pt x="8251" y="4719"/>
                    </a:cubicBezTo>
                    <a:cubicBezTo>
                      <a:pt x="6286" y="5961"/>
                      <a:pt x="4501" y="7588"/>
                      <a:pt x="3304" y="9598"/>
                    </a:cubicBezTo>
                    <a:cubicBezTo>
                      <a:pt x="2954" y="10186"/>
                      <a:pt x="2643" y="10801"/>
                      <a:pt x="2463" y="11462"/>
                    </a:cubicBezTo>
                    <a:cubicBezTo>
                      <a:pt x="2056" y="12936"/>
                      <a:pt x="1734" y="14444"/>
                      <a:pt x="1446" y="15946"/>
                    </a:cubicBezTo>
                    <a:cubicBezTo>
                      <a:pt x="859" y="19018"/>
                      <a:pt x="446" y="22124"/>
                      <a:pt x="192" y="25241"/>
                    </a:cubicBezTo>
                    <a:cubicBezTo>
                      <a:pt x="113" y="26196"/>
                      <a:pt x="51" y="27145"/>
                      <a:pt x="6" y="28099"/>
                    </a:cubicBezTo>
                    <a:cubicBezTo>
                      <a:pt x="0" y="28178"/>
                      <a:pt x="74" y="28240"/>
                      <a:pt x="147" y="28240"/>
                    </a:cubicBezTo>
                    <a:lnTo>
                      <a:pt x="39842" y="28240"/>
                    </a:lnTo>
                    <a:cubicBezTo>
                      <a:pt x="39921" y="28240"/>
                      <a:pt x="39989" y="28178"/>
                      <a:pt x="39983" y="28099"/>
                    </a:cubicBezTo>
                    <a:cubicBezTo>
                      <a:pt x="39820" y="24739"/>
                      <a:pt x="39464" y="21384"/>
                      <a:pt x="38922" y="18058"/>
                    </a:cubicBezTo>
                    <a:cubicBezTo>
                      <a:pt x="38600" y="16098"/>
                      <a:pt x="38216" y="14150"/>
                      <a:pt x="37730" y="12224"/>
                    </a:cubicBezTo>
                    <a:cubicBezTo>
                      <a:pt x="37645" y="11902"/>
                      <a:pt x="37566" y="11580"/>
                      <a:pt x="37470" y="11264"/>
                    </a:cubicBezTo>
                    <a:cubicBezTo>
                      <a:pt x="37391" y="10988"/>
                      <a:pt x="37273" y="10722"/>
                      <a:pt x="37148" y="10462"/>
                    </a:cubicBezTo>
                    <a:cubicBezTo>
                      <a:pt x="36832" y="9785"/>
                      <a:pt x="36426" y="9146"/>
                      <a:pt x="35974" y="8542"/>
                    </a:cubicBezTo>
                    <a:cubicBezTo>
                      <a:pt x="34308" y="6323"/>
                      <a:pt x="31992" y="4663"/>
                      <a:pt x="29496" y="3494"/>
                    </a:cubicBezTo>
                    <a:cubicBezTo>
                      <a:pt x="28011" y="2793"/>
                      <a:pt x="26582" y="1991"/>
                      <a:pt x="25238" y="1048"/>
                    </a:cubicBezTo>
                    <a:cubicBezTo>
                      <a:pt x="24866" y="788"/>
                      <a:pt x="24493" y="517"/>
                      <a:pt x="24137" y="229"/>
                    </a:cubicBezTo>
                    <a:cubicBezTo>
                      <a:pt x="24069" y="173"/>
                      <a:pt x="24001" y="111"/>
                      <a:pt x="23928" y="60"/>
                    </a:cubicBezTo>
                    <a:cubicBezTo>
                      <a:pt x="23862" y="10"/>
                      <a:pt x="23791" y="2"/>
                      <a:pt x="23715" y="2"/>
                    </a:cubicBezTo>
                    <a:cubicBezTo>
                      <a:pt x="23680" y="2"/>
                      <a:pt x="23644" y="3"/>
                      <a:pt x="23606" y="3"/>
                    </a:cubicBezTo>
                    <a:lnTo>
                      <a:pt x="17151" y="3"/>
                    </a:lnTo>
                    <a:cubicBezTo>
                      <a:pt x="16948" y="3"/>
                      <a:pt x="16745" y="1"/>
                      <a:pt x="16541"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0" name="Google Shape;200;p13"/>
              <p:cNvSpPr/>
              <p:nvPr/>
            </p:nvSpPr>
            <p:spPr>
              <a:xfrm>
                <a:off x="916775" y="3306225"/>
                <a:ext cx="335625" cy="458650"/>
              </a:xfrm>
              <a:custGeom>
                <a:avLst/>
                <a:gdLst/>
                <a:ahLst/>
                <a:cxnLst/>
                <a:rect l="l" t="t" r="r" b="b"/>
                <a:pathLst>
                  <a:path w="13425" h="18346" extrusionOk="0">
                    <a:moveTo>
                      <a:pt x="10560" y="355"/>
                    </a:moveTo>
                    <a:cubicBezTo>
                      <a:pt x="11145" y="1137"/>
                      <a:pt x="11448" y="2090"/>
                      <a:pt x="11448" y="3064"/>
                    </a:cubicBezTo>
                    <a:cubicBezTo>
                      <a:pt x="11448" y="3635"/>
                      <a:pt x="11448" y="4205"/>
                      <a:pt x="11448" y="4775"/>
                    </a:cubicBezTo>
                    <a:cubicBezTo>
                      <a:pt x="11448" y="4979"/>
                      <a:pt x="11437" y="5182"/>
                      <a:pt x="11448" y="5385"/>
                    </a:cubicBezTo>
                    <a:cubicBezTo>
                      <a:pt x="11454" y="5464"/>
                      <a:pt x="11487" y="5493"/>
                      <a:pt x="11544" y="5538"/>
                    </a:cubicBezTo>
                    <a:cubicBezTo>
                      <a:pt x="11634" y="5605"/>
                      <a:pt x="11725" y="5679"/>
                      <a:pt x="11809" y="5747"/>
                    </a:cubicBezTo>
                    <a:cubicBezTo>
                      <a:pt x="12075" y="5956"/>
                      <a:pt x="12335" y="6159"/>
                      <a:pt x="12594" y="6368"/>
                    </a:cubicBezTo>
                    <a:cubicBezTo>
                      <a:pt x="12758" y="6498"/>
                      <a:pt x="12984" y="6628"/>
                      <a:pt x="13046" y="6842"/>
                    </a:cubicBezTo>
                    <a:cubicBezTo>
                      <a:pt x="13097" y="7023"/>
                      <a:pt x="13024" y="7215"/>
                      <a:pt x="12888" y="7339"/>
                    </a:cubicBezTo>
                    <a:cubicBezTo>
                      <a:pt x="12764" y="7452"/>
                      <a:pt x="12600" y="7486"/>
                      <a:pt x="12436" y="7486"/>
                    </a:cubicBezTo>
                    <a:lnTo>
                      <a:pt x="11567" y="7486"/>
                    </a:lnTo>
                    <a:cubicBezTo>
                      <a:pt x="11487" y="7486"/>
                      <a:pt x="11431" y="7554"/>
                      <a:pt x="11425" y="7627"/>
                    </a:cubicBezTo>
                    <a:cubicBezTo>
                      <a:pt x="11267" y="9400"/>
                      <a:pt x="10302" y="11044"/>
                      <a:pt x="8833" y="12043"/>
                    </a:cubicBezTo>
                    <a:cubicBezTo>
                      <a:pt x="8421" y="12320"/>
                      <a:pt x="7975" y="12552"/>
                      <a:pt x="7506" y="12721"/>
                    </a:cubicBezTo>
                    <a:cubicBezTo>
                      <a:pt x="7450" y="12744"/>
                      <a:pt x="7404" y="12789"/>
                      <a:pt x="7404" y="12857"/>
                    </a:cubicBezTo>
                    <a:lnTo>
                      <a:pt x="7404" y="14664"/>
                    </a:lnTo>
                    <a:lnTo>
                      <a:pt x="7404" y="17550"/>
                    </a:lnTo>
                    <a:lnTo>
                      <a:pt x="7404" y="18063"/>
                    </a:lnTo>
                    <a:lnTo>
                      <a:pt x="283" y="18063"/>
                    </a:lnTo>
                    <a:lnTo>
                      <a:pt x="283" y="16522"/>
                    </a:lnTo>
                    <a:lnTo>
                      <a:pt x="283" y="13834"/>
                    </a:lnTo>
                    <a:lnTo>
                      <a:pt x="283" y="13218"/>
                    </a:lnTo>
                    <a:lnTo>
                      <a:pt x="283" y="11563"/>
                    </a:lnTo>
                    <a:lnTo>
                      <a:pt x="283" y="10643"/>
                    </a:lnTo>
                    <a:lnTo>
                      <a:pt x="283" y="8480"/>
                    </a:lnTo>
                    <a:lnTo>
                      <a:pt x="283" y="6221"/>
                    </a:lnTo>
                    <a:lnTo>
                      <a:pt x="283" y="5425"/>
                    </a:lnTo>
                    <a:cubicBezTo>
                      <a:pt x="283" y="5353"/>
                      <a:pt x="288" y="5278"/>
                      <a:pt x="290" y="5204"/>
                    </a:cubicBezTo>
                    <a:lnTo>
                      <a:pt x="290" y="5204"/>
                    </a:lnTo>
                    <a:cubicBezTo>
                      <a:pt x="583" y="5290"/>
                      <a:pt x="878" y="5370"/>
                      <a:pt x="1175" y="5430"/>
                    </a:cubicBezTo>
                    <a:cubicBezTo>
                      <a:pt x="1435" y="5487"/>
                      <a:pt x="1712" y="5543"/>
                      <a:pt x="1983" y="5543"/>
                    </a:cubicBezTo>
                    <a:cubicBezTo>
                      <a:pt x="2056" y="5543"/>
                      <a:pt x="2119" y="5476"/>
                      <a:pt x="2124" y="5402"/>
                    </a:cubicBezTo>
                    <a:cubicBezTo>
                      <a:pt x="2135" y="4933"/>
                      <a:pt x="2152" y="4465"/>
                      <a:pt x="2164" y="4002"/>
                    </a:cubicBezTo>
                    <a:cubicBezTo>
                      <a:pt x="2192" y="3262"/>
                      <a:pt x="2215" y="2516"/>
                      <a:pt x="2237" y="1777"/>
                    </a:cubicBezTo>
                    <a:cubicBezTo>
                      <a:pt x="2241" y="1658"/>
                      <a:pt x="2245" y="1536"/>
                      <a:pt x="2249" y="1416"/>
                    </a:cubicBezTo>
                    <a:lnTo>
                      <a:pt x="2249" y="1416"/>
                    </a:lnTo>
                    <a:cubicBezTo>
                      <a:pt x="3183" y="1496"/>
                      <a:pt x="4132" y="1554"/>
                      <a:pt x="5078" y="1554"/>
                    </a:cubicBezTo>
                    <a:cubicBezTo>
                      <a:pt x="6103" y="1554"/>
                      <a:pt x="7126" y="1486"/>
                      <a:pt x="8127" y="1302"/>
                    </a:cubicBezTo>
                    <a:cubicBezTo>
                      <a:pt x="8907" y="1161"/>
                      <a:pt x="9754" y="952"/>
                      <a:pt x="10403" y="478"/>
                    </a:cubicBezTo>
                    <a:cubicBezTo>
                      <a:pt x="10458" y="440"/>
                      <a:pt x="10509" y="399"/>
                      <a:pt x="10560" y="355"/>
                    </a:cubicBezTo>
                    <a:close/>
                    <a:moveTo>
                      <a:pt x="10570" y="1"/>
                    </a:moveTo>
                    <a:cubicBezTo>
                      <a:pt x="10532" y="1"/>
                      <a:pt x="10494" y="15"/>
                      <a:pt x="10471" y="43"/>
                    </a:cubicBezTo>
                    <a:cubicBezTo>
                      <a:pt x="10463" y="52"/>
                      <a:pt x="10457" y="59"/>
                      <a:pt x="10453" y="65"/>
                    </a:cubicBezTo>
                    <a:lnTo>
                      <a:pt x="10453" y="65"/>
                    </a:lnTo>
                    <a:cubicBezTo>
                      <a:pt x="10457" y="60"/>
                      <a:pt x="10460" y="55"/>
                      <a:pt x="10460" y="55"/>
                    </a:cubicBezTo>
                    <a:cubicBezTo>
                      <a:pt x="10459" y="55"/>
                      <a:pt x="10457" y="56"/>
                      <a:pt x="10454" y="60"/>
                    </a:cubicBezTo>
                    <a:cubicBezTo>
                      <a:pt x="10443" y="71"/>
                      <a:pt x="10431" y="82"/>
                      <a:pt x="10420" y="94"/>
                    </a:cubicBezTo>
                    <a:cubicBezTo>
                      <a:pt x="10381" y="138"/>
                      <a:pt x="10332" y="177"/>
                      <a:pt x="10287" y="216"/>
                    </a:cubicBezTo>
                    <a:lnTo>
                      <a:pt x="10287" y="216"/>
                    </a:lnTo>
                    <a:cubicBezTo>
                      <a:pt x="10276" y="224"/>
                      <a:pt x="10261" y="236"/>
                      <a:pt x="10256" y="241"/>
                    </a:cubicBezTo>
                    <a:cubicBezTo>
                      <a:pt x="10234" y="252"/>
                      <a:pt x="10217" y="263"/>
                      <a:pt x="10194" y="280"/>
                    </a:cubicBezTo>
                    <a:cubicBezTo>
                      <a:pt x="10149" y="314"/>
                      <a:pt x="10098" y="342"/>
                      <a:pt x="10047" y="376"/>
                    </a:cubicBezTo>
                    <a:cubicBezTo>
                      <a:pt x="9912" y="449"/>
                      <a:pt x="9771" y="517"/>
                      <a:pt x="9630" y="579"/>
                    </a:cubicBezTo>
                    <a:cubicBezTo>
                      <a:pt x="9596" y="596"/>
                      <a:pt x="9584" y="602"/>
                      <a:pt x="9528" y="625"/>
                    </a:cubicBezTo>
                    <a:cubicBezTo>
                      <a:pt x="9477" y="641"/>
                      <a:pt x="9426" y="664"/>
                      <a:pt x="9381" y="681"/>
                    </a:cubicBezTo>
                    <a:cubicBezTo>
                      <a:pt x="9274" y="721"/>
                      <a:pt x="9172" y="754"/>
                      <a:pt x="9065" y="788"/>
                    </a:cubicBezTo>
                    <a:cubicBezTo>
                      <a:pt x="8805" y="867"/>
                      <a:pt x="8540" y="930"/>
                      <a:pt x="8280" y="986"/>
                    </a:cubicBezTo>
                    <a:cubicBezTo>
                      <a:pt x="7534" y="1138"/>
                      <a:pt x="6772" y="1212"/>
                      <a:pt x="6015" y="1240"/>
                    </a:cubicBezTo>
                    <a:cubicBezTo>
                      <a:pt x="5681" y="1255"/>
                      <a:pt x="5347" y="1261"/>
                      <a:pt x="5012" y="1261"/>
                    </a:cubicBezTo>
                    <a:cubicBezTo>
                      <a:pt x="4044" y="1261"/>
                      <a:pt x="3074" y="1205"/>
                      <a:pt x="2113" y="1122"/>
                    </a:cubicBezTo>
                    <a:cubicBezTo>
                      <a:pt x="2108" y="1121"/>
                      <a:pt x="2103" y="1120"/>
                      <a:pt x="2098" y="1120"/>
                    </a:cubicBezTo>
                    <a:cubicBezTo>
                      <a:pt x="2026" y="1120"/>
                      <a:pt x="1972" y="1194"/>
                      <a:pt x="1972" y="1263"/>
                    </a:cubicBezTo>
                    <a:cubicBezTo>
                      <a:pt x="1955" y="1726"/>
                      <a:pt x="1943" y="2195"/>
                      <a:pt x="1927" y="2663"/>
                    </a:cubicBezTo>
                    <a:cubicBezTo>
                      <a:pt x="1904" y="3403"/>
                      <a:pt x="1881" y="4143"/>
                      <a:pt x="1859" y="4888"/>
                    </a:cubicBezTo>
                    <a:lnTo>
                      <a:pt x="1847" y="5256"/>
                    </a:lnTo>
                    <a:lnTo>
                      <a:pt x="1847" y="5256"/>
                    </a:lnTo>
                    <a:cubicBezTo>
                      <a:pt x="1632" y="5241"/>
                      <a:pt x="1419" y="5196"/>
                      <a:pt x="1209" y="5154"/>
                    </a:cubicBezTo>
                    <a:cubicBezTo>
                      <a:pt x="859" y="5075"/>
                      <a:pt x="520" y="4979"/>
                      <a:pt x="182" y="4871"/>
                    </a:cubicBezTo>
                    <a:cubicBezTo>
                      <a:pt x="169" y="4867"/>
                      <a:pt x="156" y="4866"/>
                      <a:pt x="144" y="4866"/>
                    </a:cubicBezTo>
                    <a:cubicBezTo>
                      <a:pt x="67" y="4866"/>
                      <a:pt x="1" y="4934"/>
                      <a:pt x="1" y="5007"/>
                    </a:cubicBezTo>
                    <a:lnTo>
                      <a:pt x="1" y="5995"/>
                    </a:lnTo>
                    <a:lnTo>
                      <a:pt x="1" y="8186"/>
                    </a:lnTo>
                    <a:lnTo>
                      <a:pt x="1" y="10423"/>
                    </a:lnTo>
                    <a:lnTo>
                      <a:pt x="1" y="11546"/>
                    </a:lnTo>
                    <a:lnTo>
                      <a:pt x="1" y="13150"/>
                    </a:lnTo>
                    <a:lnTo>
                      <a:pt x="1" y="13218"/>
                    </a:lnTo>
                    <a:lnTo>
                      <a:pt x="1" y="14907"/>
                    </a:lnTo>
                    <a:lnTo>
                      <a:pt x="1" y="17589"/>
                    </a:lnTo>
                    <a:lnTo>
                      <a:pt x="1" y="18205"/>
                    </a:lnTo>
                    <a:cubicBezTo>
                      <a:pt x="1" y="18284"/>
                      <a:pt x="63" y="18346"/>
                      <a:pt x="142" y="18346"/>
                    </a:cubicBezTo>
                    <a:lnTo>
                      <a:pt x="7546" y="18346"/>
                    </a:lnTo>
                    <a:cubicBezTo>
                      <a:pt x="7575" y="18346"/>
                      <a:pt x="7600" y="18338"/>
                      <a:pt x="7620" y="18326"/>
                    </a:cubicBezTo>
                    <a:lnTo>
                      <a:pt x="7620" y="18326"/>
                    </a:lnTo>
                    <a:cubicBezTo>
                      <a:pt x="7659" y="18304"/>
                      <a:pt x="7687" y="18264"/>
                      <a:pt x="7687" y="18205"/>
                    </a:cubicBezTo>
                    <a:lnTo>
                      <a:pt x="7687" y="16398"/>
                    </a:lnTo>
                    <a:lnTo>
                      <a:pt x="7687" y="13517"/>
                    </a:lnTo>
                    <a:lnTo>
                      <a:pt x="7687" y="12954"/>
                    </a:lnTo>
                    <a:lnTo>
                      <a:pt x="7687" y="12954"/>
                    </a:lnTo>
                    <a:cubicBezTo>
                      <a:pt x="9390" y="12299"/>
                      <a:pt x="10754" y="10919"/>
                      <a:pt x="11369" y="9197"/>
                    </a:cubicBezTo>
                    <a:cubicBezTo>
                      <a:pt x="11534" y="8734"/>
                      <a:pt x="11642" y="8256"/>
                      <a:pt x="11694" y="7768"/>
                    </a:cubicBezTo>
                    <a:lnTo>
                      <a:pt x="12402" y="7768"/>
                    </a:lnTo>
                    <a:cubicBezTo>
                      <a:pt x="12781" y="7768"/>
                      <a:pt x="13137" y="7616"/>
                      <a:pt x="13283" y="7249"/>
                    </a:cubicBezTo>
                    <a:cubicBezTo>
                      <a:pt x="13425" y="6916"/>
                      <a:pt x="13295" y="6566"/>
                      <a:pt x="13018" y="6345"/>
                    </a:cubicBezTo>
                    <a:cubicBezTo>
                      <a:pt x="12786" y="6165"/>
                      <a:pt x="12555" y="5984"/>
                      <a:pt x="12323" y="5797"/>
                    </a:cubicBezTo>
                    <a:cubicBezTo>
                      <a:pt x="12127" y="5639"/>
                      <a:pt x="11927" y="5485"/>
                      <a:pt x="11730" y="5327"/>
                    </a:cubicBezTo>
                    <a:lnTo>
                      <a:pt x="11730" y="5327"/>
                    </a:lnTo>
                    <a:lnTo>
                      <a:pt x="11730" y="3838"/>
                    </a:lnTo>
                    <a:cubicBezTo>
                      <a:pt x="11730" y="3143"/>
                      <a:pt x="11753" y="2460"/>
                      <a:pt x="11567" y="1777"/>
                    </a:cubicBezTo>
                    <a:cubicBezTo>
                      <a:pt x="11391" y="1144"/>
                      <a:pt x="11081" y="557"/>
                      <a:pt x="10669" y="43"/>
                    </a:cubicBezTo>
                    <a:cubicBezTo>
                      <a:pt x="10646" y="15"/>
                      <a:pt x="10608" y="1"/>
                      <a:pt x="10570"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1" name="Google Shape;201;p13"/>
              <p:cNvSpPr/>
              <p:nvPr/>
            </p:nvSpPr>
            <p:spPr>
              <a:xfrm>
                <a:off x="748200" y="3191125"/>
                <a:ext cx="458600" cy="407500"/>
              </a:xfrm>
              <a:custGeom>
                <a:avLst/>
                <a:gdLst/>
                <a:ahLst/>
                <a:cxnLst/>
                <a:rect l="l" t="t" r="r" b="b"/>
                <a:pathLst>
                  <a:path w="18344" h="16300" extrusionOk="0">
                    <a:moveTo>
                      <a:pt x="17197" y="4664"/>
                    </a:moveTo>
                    <a:cubicBezTo>
                      <a:pt x="17188" y="4677"/>
                      <a:pt x="17183" y="4681"/>
                      <a:pt x="17183" y="4681"/>
                    </a:cubicBezTo>
                    <a:cubicBezTo>
                      <a:pt x="17182" y="4681"/>
                      <a:pt x="17188" y="4673"/>
                      <a:pt x="17197" y="4664"/>
                    </a:cubicBezTo>
                    <a:close/>
                    <a:moveTo>
                      <a:pt x="17035" y="4812"/>
                    </a:moveTo>
                    <a:cubicBezTo>
                      <a:pt x="17033" y="4813"/>
                      <a:pt x="17031" y="4814"/>
                      <a:pt x="17028" y="4816"/>
                    </a:cubicBezTo>
                    <a:cubicBezTo>
                      <a:pt x="17030" y="4815"/>
                      <a:pt x="17033" y="4814"/>
                      <a:pt x="17035" y="4812"/>
                    </a:cubicBezTo>
                    <a:close/>
                    <a:moveTo>
                      <a:pt x="8794" y="286"/>
                    </a:moveTo>
                    <a:cubicBezTo>
                      <a:pt x="8833" y="286"/>
                      <a:pt x="8873" y="287"/>
                      <a:pt x="8912" y="287"/>
                    </a:cubicBezTo>
                    <a:cubicBezTo>
                      <a:pt x="9720" y="293"/>
                      <a:pt x="10544" y="394"/>
                      <a:pt x="11307" y="660"/>
                    </a:cubicBezTo>
                    <a:cubicBezTo>
                      <a:pt x="11561" y="750"/>
                      <a:pt x="11815" y="858"/>
                      <a:pt x="12030" y="1021"/>
                    </a:cubicBezTo>
                    <a:cubicBezTo>
                      <a:pt x="12346" y="1258"/>
                      <a:pt x="12685" y="1456"/>
                      <a:pt x="13063" y="1580"/>
                    </a:cubicBezTo>
                    <a:cubicBezTo>
                      <a:pt x="13442" y="1705"/>
                      <a:pt x="13843" y="1750"/>
                      <a:pt x="14238" y="1784"/>
                    </a:cubicBezTo>
                    <a:cubicBezTo>
                      <a:pt x="14769" y="1829"/>
                      <a:pt x="15300" y="1846"/>
                      <a:pt x="15830" y="1885"/>
                    </a:cubicBezTo>
                    <a:cubicBezTo>
                      <a:pt x="16175" y="1908"/>
                      <a:pt x="16519" y="1936"/>
                      <a:pt x="16857" y="1970"/>
                    </a:cubicBezTo>
                    <a:lnTo>
                      <a:pt x="16857" y="1970"/>
                    </a:lnTo>
                    <a:cubicBezTo>
                      <a:pt x="16857" y="1970"/>
                      <a:pt x="16858" y="1970"/>
                      <a:pt x="16858" y="1970"/>
                    </a:cubicBezTo>
                    <a:cubicBezTo>
                      <a:pt x="17304" y="2015"/>
                      <a:pt x="17863" y="2162"/>
                      <a:pt x="17988" y="2636"/>
                    </a:cubicBezTo>
                    <a:cubicBezTo>
                      <a:pt x="18089" y="2992"/>
                      <a:pt x="17942" y="3404"/>
                      <a:pt x="17784" y="3738"/>
                    </a:cubicBezTo>
                    <a:cubicBezTo>
                      <a:pt x="17638" y="4037"/>
                      <a:pt x="17457" y="4319"/>
                      <a:pt x="17259" y="4590"/>
                    </a:cubicBezTo>
                    <a:cubicBezTo>
                      <a:pt x="17253" y="4596"/>
                      <a:pt x="17242" y="4607"/>
                      <a:pt x="17237" y="4613"/>
                    </a:cubicBezTo>
                    <a:cubicBezTo>
                      <a:pt x="17235" y="4616"/>
                      <a:pt x="17234" y="4617"/>
                      <a:pt x="17234" y="4617"/>
                    </a:cubicBezTo>
                    <a:cubicBezTo>
                      <a:pt x="17235" y="4617"/>
                      <a:pt x="17245" y="4603"/>
                      <a:pt x="17247" y="4603"/>
                    </a:cubicBezTo>
                    <a:cubicBezTo>
                      <a:pt x="17247" y="4603"/>
                      <a:pt x="17246" y="4606"/>
                      <a:pt x="17242" y="4613"/>
                    </a:cubicBezTo>
                    <a:cubicBezTo>
                      <a:pt x="17231" y="4624"/>
                      <a:pt x="17225" y="4636"/>
                      <a:pt x="17214" y="4641"/>
                    </a:cubicBezTo>
                    <a:cubicBezTo>
                      <a:pt x="17207" y="4650"/>
                      <a:pt x="17202" y="4658"/>
                      <a:pt x="17197" y="4664"/>
                    </a:cubicBezTo>
                    <a:lnTo>
                      <a:pt x="17197" y="4664"/>
                    </a:lnTo>
                    <a:cubicBezTo>
                      <a:pt x="17183" y="4679"/>
                      <a:pt x="17173" y="4693"/>
                      <a:pt x="17157" y="4703"/>
                    </a:cubicBezTo>
                    <a:cubicBezTo>
                      <a:pt x="17129" y="4737"/>
                      <a:pt x="17095" y="4765"/>
                      <a:pt x="17061" y="4794"/>
                    </a:cubicBezTo>
                    <a:cubicBezTo>
                      <a:pt x="17053" y="4798"/>
                      <a:pt x="17044" y="4806"/>
                      <a:pt x="17035" y="4812"/>
                    </a:cubicBezTo>
                    <a:lnTo>
                      <a:pt x="17035" y="4812"/>
                    </a:lnTo>
                    <a:cubicBezTo>
                      <a:pt x="17040" y="4809"/>
                      <a:pt x="17042" y="4808"/>
                      <a:pt x="17042" y="4808"/>
                    </a:cubicBezTo>
                    <a:cubicBezTo>
                      <a:pt x="17043" y="4808"/>
                      <a:pt x="17031" y="4817"/>
                      <a:pt x="17016" y="4828"/>
                    </a:cubicBezTo>
                    <a:cubicBezTo>
                      <a:pt x="16988" y="4850"/>
                      <a:pt x="16960" y="4873"/>
                      <a:pt x="16926" y="4890"/>
                    </a:cubicBezTo>
                    <a:cubicBezTo>
                      <a:pt x="16751" y="5008"/>
                      <a:pt x="16565" y="5104"/>
                      <a:pt x="16373" y="5183"/>
                    </a:cubicBezTo>
                    <a:cubicBezTo>
                      <a:pt x="16339" y="5200"/>
                      <a:pt x="16350" y="5195"/>
                      <a:pt x="16299" y="5217"/>
                    </a:cubicBezTo>
                    <a:cubicBezTo>
                      <a:pt x="16265" y="5229"/>
                      <a:pt x="16231" y="5245"/>
                      <a:pt x="16197" y="5257"/>
                    </a:cubicBezTo>
                    <a:cubicBezTo>
                      <a:pt x="16124" y="5285"/>
                      <a:pt x="16051" y="5313"/>
                      <a:pt x="15972" y="5336"/>
                    </a:cubicBezTo>
                    <a:cubicBezTo>
                      <a:pt x="15802" y="5392"/>
                      <a:pt x="15627" y="5443"/>
                      <a:pt x="15452" y="5488"/>
                    </a:cubicBezTo>
                    <a:cubicBezTo>
                      <a:pt x="15000" y="5607"/>
                      <a:pt x="14537" y="5686"/>
                      <a:pt x="14074" y="5742"/>
                    </a:cubicBezTo>
                    <a:cubicBezTo>
                      <a:pt x="13324" y="5834"/>
                      <a:pt x="12567" y="5870"/>
                      <a:pt x="11809" y="5870"/>
                    </a:cubicBezTo>
                    <a:cubicBezTo>
                      <a:pt x="11066" y="5870"/>
                      <a:pt x="10323" y="5835"/>
                      <a:pt x="9584" y="5782"/>
                    </a:cubicBezTo>
                    <a:cubicBezTo>
                      <a:pt x="9342" y="5765"/>
                      <a:pt x="9099" y="5748"/>
                      <a:pt x="8856" y="5726"/>
                    </a:cubicBezTo>
                    <a:cubicBezTo>
                      <a:pt x="8851" y="5725"/>
                      <a:pt x="8846" y="5724"/>
                      <a:pt x="8841" y="5724"/>
                    </a:cubicBezTo>
                    <a:cubicBezTo>
                      <a:pt x="8769" y="5724"/>
                      <a:pt x="8715" y="5798"/>
                      <a:pt x="8715" y="5867"/>
                    </a:cubicBezTo>
                    <a:cubicBezTo>
                      <a:pt x="8698" y="6330"/>
                      <a:pt x="8686" y="6799"/>
                      <a:pt x="8670" y="7267"/>
                    </a:cubicBezTo>
                    <a:cubicBezTo>
                      <a:pt x="8647" y="8007"/>
                      <a:pt x="8624" y="8747"/>
                      <a:pt x="8602" y="9492"/>
                    </a:cubicBezTo>
                    <a:lnTo>
                      <a:pt x="8590" y="9860"/>
                    </a:lnTo>
                    <a:lnTo>
                      <a:pt x="8590" y="9860"/>
                    </a:lnTo>
                    <a:cubicBezTo>
                      <a:pt x="8375" y="9845"/>
                      <a:pt x="8162" y="9800"/>
                      <a:pt x="7952" y="9758"/>
                    </a:cubicBezTo>
                    <a:cubicBezTo>
                      <a:pt x="7602" y="9679"/>
                      <a:pt x="7263" y="9583"/>
                      <a:pt x="6925" y="9475"/>
                    </a:cubicBezTo>
                    <a:cubicBezTo>
                      <a:pt x="6912" y="9471"/>
                      <a:pt x="6899" y="9470"/>
                      <a:pt x="6887" y="9470"/>
                    </a:cubicBezTo>
                    <a:cubicBezTo>
                      <a:pt x="6810" y="9470"/>
                      <a:pt x="6744" y="9538"/>
                      <a:pt x="6744" y="9611"/>
                    </a:cubicBezTo>
                    <a:lnTo>
                      <a:pt x="6744" y="11825"/>
                    </a:lnTo>
                    <a:lnTo>
                      <a:pt x="6744" y="15343"/>
                    </a:lnTo>
                    <a:lnTo>
                      <a:pt x="6744" y="15939"/>
                    </a:lnTo>
                    <a:lnTo>
                      <a:pt x="6744" y="15939"/>
                    </a:lnTo>
                    <a:cubicBezTo>
                      <a:pt x="6623" y="15884"/>
                      <a:pt x="6505" y="15824"/>
                      <a:pt x="6388" y="15761"/>
                    </a:cubicBezTo>
                    <a:cubicBezTo>
                      <a:pt x="5936" y="15512"/>
                      <a:pt x="5501" y="15219"/>
                      <a:pt x="5100" y="14891"/>
                    </a:cubicBezTo>
                    <a:cubicBezTo>
                      <a:pt x="5090" y="14883"/>
                      <a:pt x="5079" y="14876"/>
                      <a:pt x="5067" y="14871"/>
                    </a:cubicBezTo>
                    <a:lnTo>
                      <a:pt x="5067" y="14871"/>
                    </a:lnTo>
                    <a:cubicBezTo>
                      <a:pt x="5069" y="14870"/>
                      <a:pt x="5071" y="14869"/>
                      <a:pt x="5072" y="14869"/>
                    </a:cubicBezTo>
                    <a:cubicBezTo>
                      <a:pt x="4767" y="14682"/>
                      <a:pt x="4479" y="14473"/>
                      <a:pt x="4214" y="14242"/>
                    </a:cubicBezTo>
                    <a:cubicBezTo>
                      <a:pt x="4084" y="14129"/>
                      <a:pt x="3954" y="14004"/>
                      <a:pt x="3830" y="13880"/>
                    </a:cubicBezTo>
                    <a:cubicBezTo>
                      <a:pt x="3773" y="13824"/>
                      <a:pt x="3722" y="13756"/>
                      <a:pt x="3660" y="13705"/>
                    </a:cubicBezTo>
                    <a:cubicBezTo>
                      <a:pt x="3615" y="13660"/>
                      <a:pt x="3553" y="13632"/>
                      <a:pt x="3502" y="13598"/>
                    </a:cubicBezTo>
                    <a:cubicBezTo>
                      <a:pt x="3096" y="13344"/>
                      <a:pt x="2740" y="13011"/>
                      <a:pt x="2429" y="12649"/>
                    </a:cubicBezTo>
                    <a:cubicBezTo>
                      <a:pt x="1723" y="11836"/>
                      <a:pt x="1204" y="10853"/>
                      <a:pt x="854" y="9842"/>
                    </a:cubicBezTo>
                    <a:cubicBezTo>
                      <a:pt x="526" y="8894"/>
                      <a:pt x="317" y="7860"/>
                      <a:pt x="436" y="6861"/>
                    </a:cubicBezTo>
                    <a:cubicBezTo>
                      <a:pt x="492" y="6381"/>
                      <a:pt x="650" y="5912"/>
                      <a:pt x="893" y="5500"/>
                    </a:cubicBezTo>
                    <a:cubicBezTo>
                      <a:pt x="1108" y="5133"/>
                      <a:pt x="1407" y="4839"/>
                      <a:pt x="1752" y="4590"/>
                    </a:cubicBezTo>
                    <a:cubicBezTo>
                      <a:pt x="2113" y="4336"/>
                      <a:pt x="2497" y="4116"/>
                      <a:pt x="2853" y="3851"/>
                    </a:cubicBezTo>
                    <a:cubicBezTo>
                      <a:pt x="3327" y="3495"/>
                      <a:pt x="3745" y="3077"/>
                      <a:pt x="4101" y="2603"/>
                    </a:cubicBezTo>
                    <a:cubicBezTo>
                      <a:pt x="4287" y="2360"/>
                      <a:pt x="4434" y="2094"/>
                      <a:pt x="4626" y="1857"/>
                    </a:cubicBezTo>
                    <a:cubicBezTo>
                      <a:pt x="4762" y="1688"/>
                      <a:pt x="4914" y="1530"/>
                      <a:pt x="5083" y="1388"/>
                    </a:cubicBezTo>
                    <a:cubicBezTo>
                      <a:pt x="5411" y="1112"/>
                      <a:pt x="5795" y="897"/>
                      <a:pt x="6196" y="733"/>
                    </a:cubicBezTo>
                    <a:cubicBezTo>
                      <a:pt x="7018" y="409"/>
                      <a:pt x="7912" y="286"/>
                      <a:pt x="8794" y="286"/>
                    </a:cubicBezTo>
                    <a:close/>
                    <a:moveTo>
                      <a:pt x="8785" y="0"/>
                    </a:moveTo>
                    <a:cubicBezTo>
                      <a:pt x="8056" y="0"/>
                      <a:pt x="7319" y="87"/>
                      <a:pt x="6620" y="293"/>
                    </a:cubicBezTo>
                    <a:cubicBezTo>
                      <a:pt x="5739" y="553"/>
                      <a:pt x="4908" y="1016"/>
                      <a:pt x="4349" y="1755"/>
                    </a:cubicBezTo>
                    <a:cubicBezTo>
                      <a:pt x="4152" y="2015"/>
                      <a:pt x="3988" y="2303"/>
                      <a:pt x="3779" y="2557"/>
                    </a:cubicBezTo>
                    <a:cubicBezTo>
                      <a:pt x="3581" y="2806"/>
                      <a:pt x="3367" y="3037"/>
                      <a:pt x="3135" y="3252"/>
                    </a:cubicBezTo>
                    <a:cubicBezTo>
                      <a:pt x="2774" y="3585"/>
                      <a:pt x="2367" y="3851"/>
                      <a:pt x="1955" y="4116"/>
                    </a:cubicBezTo>
                    <a:cubicBezTo>
                      <a:pt x="1599" y="4348"/>
                      <a:pt x="1243" y="4590"/>
                      <a:pt x="967" y="4912"/>
                    </a:cubicBezTo>
                    <a:cubicBezTo>
                      <a:pt x="628" y="5302"/>
                      <a:pt x="402" y="5776"/>
                      <a:pt x="266" y="6268"/>
                    </a:cubicBezTo>
                    <a:cubicBezTo>
                      <a:pt x="1" y="7222"/>
                      <a:pt x="125" y="8267"/>
                      <a:pt x="368" y="9210"/>
                    </a:cubicBezTo>
                    <a:cubicBezTo>
                      <a:pt x="645" y="10283"/>
                      <a:pt x="1108" y="11316"/>
                      <a:pt x="1746" y="12226"/>
                    </a:cubicBezTo>
                    <a:cubicBezTo>
                      <a:pt x="2040" y="12649"/>
                      <a:pt x="2378" y="13056"/>
                      <a:pt x="2768" y="13400"/>
                    </a:cubicBezTo>
                    <a:cubicBezTo>
                      <a:pt x="2949" y="13558"/>
                      <a:pt x="3141" y="13705"/>
                      <a:pt x="3344" y="13835"/>
                    </a:cubicBezTo>
                    <a:cubicBezTo>
                      <a:pt x="3395" y="13869"/>
                      <a:pt x="3446" y="13897"/>
                      <a:pt x="3491" y="13931"/>
                    </a:cubicBezTo>
                    <a:cubicBezTo>
                      <a:pt x="3559" y="13993"/>
                      <a:pt x="3621" y="14072"/>
                      <a:pt x="3689" y="14134"/>
                    </a:cubicBezTo>
                    <a:cubicBezTo>
                      <a:pt x="3813" y="14259"/>
                      <a:pt x="3943" y="14383"/>
                      <a:pt x="4078" y="14496"/>
                    </a:cubicBezTo>
                    <a:cubicBezTo>
                      <a:pt x="4343" y="14721"/>
                      <a:pt x="4630" y="14930"/>
                      <a:pt x="4929" y="15110"/>
                    </a:cubicBezTo>
                    <a:lnTo>
                      <a:pt x="4929" y="15110"/>
                    </a:lnTo>
                    <a:cubicBezTo>
                      <a:pt x="5509" y="15582"/>
                      <a:pt x="6150" y="16019"/>
                      <a:pt x="6845" y="16292"/>
                    </a:cubicBezTo>
                    <a:cubicBezTo>
                      <a:pt x="6859" y="16297"/>
                      <a:pt x="6873" y="16299"/>
                      <a:pt x="6887" y="16299"/>
                    </a:cubicBezTo>
                    <a:cubicBezTo>
                      <a:pt x="6962" y="16299"/>
                      <a:pt x="7026" y="16228"/>
                      <a:pt x="7026" y="16156"/>
                    </a:cubicBezTo>
                    <a:lnTo>
                      <a:pt x="7026" y="13948"/>
                    </a:lnTo>
                    <a:lnTo>
                      <a:pt x="7026" y="10424"/>
                    </a:lnTo>
                    <a:lnTo>
                      <a:pt x="7026" y="9806"/>
                    </a:lnTo>
                    <a:lnTo>
                      <a:pt x="7026" y="9806"/>
                    </a:lnTo>
                    <a:cubicBezTo>
                      <a:pt x="7322" y="9893"/>
                      <a:pt x="7618" y="9973"/>
                      <a:pt x="7918" y="10034"/>
                    </a:cubicBezTo>
                    <a:cubicBezTo>
                      <a:pt x="8178" y="10091"/>
                      <a:pt x="8455" y="10147"/>
                      <a:pt x="8726" y="10147"/>
                    </a:cubicBezTo>
                    <a:cubicBezTo>
                      <a:pt x="8799" y="10147"/>
                      <a:pt x="8862" y="10080"/>
                      <a:pt x="8867" y="10006"/>
                    </a:cubicBezTo>
                    <a:cubicBezTo>
                      <a:pt x="8878" y="9537"/>
                      <a:pt x="8895" y="9069"/>
                      <a:pt x="8907" y="8606"/>
                    </a:cubicBezTo>
                    <a:cubicBezTo>
                      <a:pt x="8935" y="7866"/>
                      <a:pt x="8958" y="7120"/>
                      <a:pt x="8980" y="6381"/>
                    </a:cubicBezTo>
                    <a:cubicBezTo>
                      <a:pt x="8984" y="6262"/>
                      <a:pt x="8988" y="6140"/>
                      <a:pt x="8992" y="6020"/>
                    </a:cubicBezTo>
                    <a:lnTo>
                      <a:pt x="8992" y="6020"/>
                    </a:lnTo>
                    <a:cubicBezTo>
                      <a:pt x="9912" y="6100"/>
                      <a:pt x="10840" y="6154"/>
                      <a:pt x="11767" y="6154"/>
                    </a:cubicBezTo>
                    <a:cubicBezTo>
                      <a:pt x="12439" y="6154"/>
                      <a:pt x="13111" y="6126"/>
                      <a:pt x="13780" y="6059"/>
                    </a:cubicBezTo>
                    <a:cubicBezTo>
                      <a:pt x="14656" y="5968"/>
                      <a:pt x="15548" y="5822"/>
                      <a:pt x="16367" y="5494"/>
                    </a:cubicBezTo>
                    <a:cubicBezTo>
                      <a:pt x="16711" y="5353"/>
                      <a:pt x="17073" y="5183"/>
                      <a:pt x="17338" y="4924"/>
                    </a:cubicBezTo>
                    <a:cubicBezTo>
                      <a:pt x="17361" y="4907"/>
                      <a:pt x="17378" y="4884"/>
                      <a:pt x="17395" y="4867"/>
                    </a:cubicBezTo>
                    <a:cubicBezTo>
                      <a:pt x="17404" y="4857"/>
                      <a:pt x="17414" y="4844"/>
                      <a:pt x="17424" y="4833"/>
                    </a:cubicBezTo>
                    <a:lnTo>
                      <a:pt x="17424" y="4833"/>
                    </a:lnTo>
                    <a:cubicBezTo>
                      <a:pt x="17419" y="4838"/>
                      <a:pt x="17416" y="4842"/>
                      <a:pt x="17416" y="4842"/>
                    </a:cubicBezTo>
                    <a:lnTo>
                      <a:pt x="17416" y="4842"/>
                    </a:lnTo>
                    <a:cubicBezTo>
                      <a:pt x="17416" y="4842"/>
                      <a:pt x="17419" y="4838"/>
                      <a:pt x="17429" y="4828"/>
                    </a:cubicBezTo>
                    <a:lnTo>
                      <a:pt x="17429" y="4828"/>
                    </a:lnTo>
                    <a:cubicBezTo>
                      <a:pt x="17427" y="4829"/>
                      <a:pt x="17425" y="4831"/>
                      <a:pt x="17424" y="4833"/>
                    </a:cubicBezTo>
                    <a:lnTo>
                      <a:pt x="17424" y="4833"/>
                    </a:lnTo>
                    <a:cubicBezTo>
                      <a:pt x="17431" y="4823"/>
                      <a:pt x="17443" y="4807"/>
                      <a:pt x="17446" y="4799"/>
                    </a:cubicBezTo>
                    <a:cubicBezTo>
                      <a:pt x="17649" y="4545"/>
                      <a:pt x="17830" y="4269"/>
                      <a:pt x="17976" y="3980"/>
                    </a:cubicBezTo>
                    <a:cubicBezTo>
                      <a:pt x="18168" y="3608"/>
                      <a:pt x="18343" y="3167"/>
                      <a:pt x="18293" y="2738"/>
                    </a:cubicBezTo>
                    <a:cubicBezTo>
                      <a:pt x="18236" y="2224"/>
                      <a:pt x="17846" y="1914"/>
                      <a:pt x="17372" y="1778"/>
                    </a:cubicBezTo>
                    <a:cubicBezTo>
                      <a:pt x="17203" y="1733"/>
                      <a:pt x="17034" y="1705"/>
                      <a:pt x="16859" y="1688"/>
                    </a:cubicBezTo>
                    <a:lnTo>
                      <a:pt x="16859" y="1688"/>
                    </a:lnTo>
                    <a:cubicBezTo>
                      <a:pt x="16859" y="1688"/>
                      <a:pt x="16859" y="1688"/>
                      <a:pt x="16858" y="1688"/>
                    </a:cubicBezTo>
                    <a:cubicBezTo>
                      <a:pt x="16214" y="1626"/>
                      <a:pt x="15565" y="1586"/>
                      <a:pt x="14915" y="1546"/>
                    </a:cubicBezTo>
                    <a:cubicBezTo>
                      <a:pt x="14469" y="1524"/>
                      <a:pt x="14023" y="1501"/>
                      <a:pt x="13583" y="1417"/>
                    </a:cubicBezTo>
                    <a:cubicBezTo>
                      <a:pt x="13210" y="1349"/>
                      <a:pt x="12860" y="1225"/>
                      <a:pt x="12538" y="1027"/>
                    </a:cubicBezTo>
                    <a:cubicBezTo>
                      <a:pt x="12261" y="863"/>
                      <a:pt x="12030" y="654"/>
                      <a:pt x="11730" y="524"/>
                    </a:cubicBezTo>
                    <a:cubicBezTo>
                      <a:pt x="11008" y="208"/>
                      <a:pt x="10206" y="78"/>
                      <a:pt x="9421" y="22"/>
                    </a:cubicBezTo>
                    <a:cubicBezTo>
                      <a:pt x="9210" y="8"/>
                      <a:pt x="8998" y="0"/>
                      <a:pt x="8785"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
        <p:nvSpPr>
          <p:cNvPr id="202" name="Google Shape;202;p13"/>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3000"/>
              <a:buNone/>
              <a:defRPr/>
            </a:lvl1pPr>
            <a:lvl2pPr lvl="1" rtl="0">
              <a:spcBef>
                <a:spcPts val="0"/>
              </a:spcBef>
              <a:spcAft>
                <a:spcPts val="0"/>
              </a:spcAft>
              <a:buSzPts val="3300"/>
              <a:buNone/>
              <a:defRPr/>
            </a:lvl2pPr>
            <a:lvl3pPr lvl="2" rtl="0">
              <a:spcBef>
                <a:spcPts val="0"/>
              </a:spcBef>
              <a:spcAft>
                <a:spcPts val="0"/>
              </a:spcAft>
              <a:buSzPts val="3300"/>
              <a:buNone/>
              <a:defRPr/>
            </a:lvl3pPr>
            <a:lvl4pPr lvl="3" rtl="0">
              <a:spcBef>
                <a:spcPts val="0"/>
              </a:spcBef>
              <a:spcAft>
                <a:spcPts val="0"/>
              </a:spcAft>
              <a:buSzPts val="3300"/>
              <a:buNone/>
              <a:defRPr/>
            </a:lvl4pPr>
            <a:lvl5pPr lvl="4" rtl="0">
              <a:spcBef>
                <a:spcPts val="0"/>
              </a:spcBef>
              <a:spcAft>
                <a:spcPts val="0"/>
              </a:spcAft>
              <a:buSzPts val="3300"/>
              <a:buNone/>
              <a:defRPr/>
            </a:lvl5pPr>
            <a:lvl6pPr lvl="5" rtl="0">
              <a:spcBef>
                <a:spcPts val="0"/>
              </a:spcBef>
              <a:spcAft>
                <a:spcPts val="0"/>
              </a:spcAft>
              <a:buSzPts val="3300"/>
              <a:buNone/>
              <a:defRPr/>
            </a:lvl6pPr>
            <a:lvl7pPr lvl="6" rtl="0">
              <a:spcBef>
                <a:spcPts val="0"/>
              </a:spcBef>
              <a:spcAft>
                <a:spcPts val="0"/>
              </a:spcAft>
              <a:buSzPts val="3300"/>
              <a:buNone/>
              <a:defRPr/>
            </a:lvl7pPr>
            <a:lvl8pPr lvl="7" rtl="0">
              <a:spcBef>
                <a:spcPts val="0"/>
              </a:spcBef>
              <a:spcAft>
                <a:spcPts val="0"/>
              </a:spcAft>
              <a:buSzPts val="3300"/>
              <a:buNone/>
              <a:defRPr/>
            </a:lvl8pPr>
            <a:lvl9pPr lvl="8" rtl="0">
              <a:spcBef>
                <a:spcPts val="0"/>
              </a:spcBef>
              <a:spcAft>
                <a:spcPts val="0"/>
              </a:spcAft>
              <a:buSzPts val="3300"/>
              <a:buNone/>
              <a:defRPr/>
            </a:lvl9pPr>
          </a:lstStyle>
          <a:p>
            <a:endParaRPr/>
          </a:p>
        </p:txBody>
      </p:sp>
      <p:sp>
        <p:nvSpPr>
          <p:cNvPr id="203" name="Google Shape;203;p13"/>
          <p:cNvSpPr txBox="1">
            <a:spLocks noGrp="1"/>
          </p:cNvSpPr>
          <p:nvPr>
            <p:ph type="subTitle" idx="1"/>
          </p:nvPr>
        </p:nvSpPr>
        <p:spPr>
          <a:xfrm>
            <a:off x="720000" y="2209193"/>
            <a:ext cx="2305500" cy="5727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1400"/>
              <a:buNone/>
              <a:defRPr sz="14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204" name="Google Shape;204;p13"/>
          <p:cNvSpPr txBox="1">
            <a:spLocks noGrp="1"/>
          </p:cNvSpPr>
          <p:nvPr>
            <p:ph type="subTitle" idx="2"/>
          </p:nvPr>
        </p:nvSpPr>
        <p:spPr>
          <a:xfrm>
            <a:off x="3419271" y="2209193"/>
            <a:ext cx="2305500" cy="5727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1400"/>
              <a:buNone/>
              <a:defRPr sz="14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205" name="Google Shape;205;p13"/>
          <p:cNvSpPr txBox="1">
            <a:spLocks noGrp="1"/>
          </p:cNvSpPr>
          <p:nvPr>
            <p:ph type="subTitle" idx="3"/>
          </p:nvPr>
        </p:nvSpPr>
        <p:spPr>
          <a:xfrm>
            <a:off x="2069563" y="3942375"/>
            <a:ext cx="2305500" cy="5727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1400"/>
              <a:buNone/>
              <a:defRPr sz="14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206" name="Google Shape;206;p13"/>
          <p:cNvSpPr txBox="1">
            <a:spLocks noGrp="1"/>
          </p:cNvSpPr>
          <p:nvPr>
            <p:ph type="subTitle" idx="4"/>
          </p:nvPr>
        </p:nvSpPr>
        <p:spPr>
          <a:xfrm>
            <a:off x="4768833" y="3942375"/>
            <a:ext cx="2305500" cy="5727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1400"/>
              <a:buNone/>
              <a:defRPr sz="14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207" name="Google Shape;207;p13"/>
          <p:cNvSpPr txBox="1">
            <a:spLocks noGrp="1"/>
          </p:cNvSpPr>
          <p:nvPr>
            <p:ph type="subTitle" idx="5"/>
          </p:nvPr>
        </p:nvSpPr>
        <p:spPr>
          <a:xfrm>
            <a:off x="6118549" y="2209193"/>
            <a:ext cx="2305500" cy="5727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1400"/>
              <a:buNone/>
              <a:defRPr sz="14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208" name="Google Shape;208;p13"/>
          <p:cNvSpPr txBox="1">
            <a:spLocks noGrp="1"/>
          </p:cNvSpPr>
          <p:nvPr>
            <p:ph type="title" idx="6" hasCustomPrompt="1"/>
          </p:nvPr>
        </p:nvSpPr>
        <p:spPr>
          <a:xfrm>
            <a:off x="1505400" y="1259120"/>
            <a:ext cx="734700" cy="447600"/>
          </a:xfrm>
          <a:prstGeom prst="rect">
            <a:avLst/>
          </a:prstGeom>
          <a:noFill/>
        </p:spPr>
        <p:txBody>
          <a:bodyPr spcFirstLastPara="1" wrap="square" lIns="91425" tIns="91425" rIns="91425" bIns="91425" anchor="ctr" anchorCtr="0">
            <a:noAutofit/>
          </a:bodyPr>
          <a:lstStyle>
            <a:lvl1pPr lvl="0" rtl="0">
              <a:spcBef>
                <a:spcPts val="0"/>
              </a:spcBef>
              <a:spcAft>
                <a:spcPts val="0"/>
              </a:spcAft>
              <a:buSzPts val="3000"/>
              <a:buNone/>
              <a:defRPr sz="3000">
                <a:solidFill>
                  <a:schemeClr val="dk2"/>
                </a:solidFill>
              </a:defRPr>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209" name="Google Shape;209;p13"/>
          <p:cNvSpPr txBox="1">
            <a:spLocks noGrp="1"/>
          </p:cNvSpPr>
          <p:nvPr>
            <p:ph type="title" idx="7" hasCustomPrompt="1"/>
          </p:nvPr>
        </p:nvSpPr>
        <p:spPr>
          <a:xfrm>
            <a:off x="2854963" y="2991716"/>
            <a:ext cx="734700" cy="447600"/>
          </a:xfrm>
          <a:prstGeom prst="rect">
            <a:avLst/>
          </a:prstGeom>
          <a:noFill/>
        </p:spPr>
        <p:txBody>
          <a:bodyPr spcFirstLastPara="1" wrap="square" lIns="91425" tIns="91425" rIns="91425" bIns="91425" anchor="ctr" anchorCtr="0">
            <a:noAutofit/>
          </a:bodyPr>
          <a:lstStyle>
            <a:lvl1pPr lvl="0" rtl="0">
              <a:spcBef>
                <a:spcPts val="0"/>
              </a:spcBef>
              <a:spcAft>
                <a:spcPts val="0"/>
              </a:spcAft>
              <a:buSzPts val="3000"/>
              <a:buNone/>
              <a:defRPr sz="3000">
                <a:solidFill>
                  <a:schemeClr val="dk2"/>
                </a:solidFill>
              </a:defRPr>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210" name="Google Shape;210;p13"/>
          <p:cNvSpPr txBox="1">
            <a:spLocks noGrp="1"/>
          </p:cNvSpPr>
          <p:nvPr>
            <p:ph type="title" idx="8" hasCustomPrompt="1"/>
          </p:nvPr>
        </p:nvSpPr>
        <p:spPr>
          <a:xfrm>
            <a:off x="4204671" y="1259120"/>
            <a:ext cx="734700" cy="447600"/>
          </a:xfrm>
          <a:prstGeom prst="rect">
            <a:avLst/>
          </a:prstGeom>
          <a:noFill/>
        </p:spPr>
        <p:txBody>
          <a:bodyPr spcFirstLastPara="1" wrap="square" lIns="91425" tIns="91425" rIns="91425" bIns="91425" anchor="ctr" anchorCtr="0">
            <a:noAutofit/>
          </a:bodyPr>
          <a:lstStyle>
            <a:lvl1pPr lvl="0" rtl="0">
              <a:spcBef>
                <a:spcPts val="0"/>
              </a:spcBef>
              <a:spcAft>
                <a:spcPts val="0"/>
              </a:spcAft>
              <a:buSzPts val="3000"/>
              <a:buNone/>
              <a:defRPr sz="3000">
                <a:solidFill>
                  <a:schemeClr val="dk2"/>
                </a:solidFill>
              </a:defRPr>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211" name="Google Shape;211;p13"/>
          <p:cNvSpPr txBox="1">
            <a:spLocks noGrp="1"/>
          </p:cNvSpPr>
          <p:nvPr>
            <p:ph type="title" idx="9" hasCustomPrompt="1"/>
          </p:nvPr>
        </p:nvSpPr>
        <p:spPr>
          <a:xfrm>
            <a:off x="5554233" y="2991716"/>
            <a:ext cx="734700" cy="447600"/>
          </a:xfrm>
          <a:prstGeom prst="rect">
            <a:avLst/>
          </a:prstGeom>
          <a:noFill/>
        </p:spPr>
        <p:txBody>
          <a:bodyPr spcFirstLastPara="1" wrap="square" lIns="91425" tIns="91425" rIns="91425" bIns="91425" anchor="ctr" anchorCtr="0">
            <a:noAutofit/>
          </a:bodyPr>
          <a:lstStyle>
            <a:lvl1pPr lvl="0" rtl="0">
              <a:spcBef>
                <a:spcPts val="0"/>
              </a:spcBef>
              <a:spcAft>
                <a:spcPts val="0"/>
              </a:spcAft>
              <a:buSzPts val="3000"/>
              <a:buNone/>
              <a:defRPr sz="3000">
                <a:solidFill>
                  <a:schemeClr val="dk2"/>
                </a:solidFill>
              </a:defRPr>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212" name="Google Shape;212;p13"/>
          <p:cNvSpPr txBox="1">
            <a:spLocks noGrp="1"/>
          </p:cNvSpPr>
          <p:nvPr>
            <p:ph type="title" idx="13" hasCustomPrompt="1"/>
          </p:nvPr>
        </p:nvSpPr>
        <p:spPr>
          <a:xfrm>
            <a:off x="6903949" y="1259120"/>
            <a:ext cx="734700" cy="447600"/>
          </a:xfrm>
          <a:prstGeom prst="rect">
            <a:avLst/>
          </a:prstGeom>
          <a:noFill/>
        </p:spPr>
        <p:txBody>
          <a:bodyPr spcFirstLastPara="1" wrap="square" lIns="91425" tIns="91425" rIns="91425" bIns="91425" anchor="ctr" anchorCtr="0">
            <a:noAutofit/>
          </a:bodyPr>
          <a:lstStyle>
            <a:lvl1pPr lvl="0" rtl="0">
              <a:spcBef>
                <a:spcPts val="0"/>
              </a:spcBef>
              <a:spcAft>
                <a:spcPts val="0"/>
              </a:spcAft>
              <a:buSzPts val="3000"/>
              <a:buNone/>
              <a:defRPr sz="3000">
                <a:solidFill>
                  <a:schemeClr val="dk2"/>
                </a:solidFill>
              </a:defRPr>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213" name="Google Shape;213;p13"/>
          <p:cNvSpPr txBox="1">
            <a:spLocks noGrp="1"/>
          </p:cNvSpPr>
          <p:nvPr>
            <p:ph type="subTitle" idx="14"/>
          </p:nvPr>
        </p:nvSpPr>
        <p:spPr>
          <a:xfrm>
            <a:off x="720000" y="1801112"/>
            <a:ext cx="2305500" cy="4848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2400"/>
              <a:buFont typeface="Bebas Neue"/>
              <a:buNone/>
              <a:defRPr sz="2400" b="1">
                <a:solidFill>
                  <a:schemeClr val="dk1"/>
                </a:solidFill>
                <a:latin typeface="Be Vietnam Pro"/>
                <a:ea typeface="Be Vietnam Pro"/>
                <a:cs typeface="Be Vietnam Pro"/>
                <a:sym typeface="Be Vietnam Pro"/>
              </a:defRPr>
            </a:lvl1pPr>
            <a:lvl2pPr lvl="1" rtl="0">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rtl="0">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rtl="0">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rtl="0">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rtl="0">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rtl="0">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rtl="0">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rtl="0">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a:endParaRPr/>
          </a:p>
        </p:txBody>
      </p:sp>
      <p:sp>
        <p:nvSpPr>
          <p:cNvPr id="214" name="Google Shape;214;p13"/>
          <p:cNvSpPr txBox="1">
            <a:spLocks noGrp="1"/>
          </p:cNvSpPr>
          <p:nvPr>
            <p:ph type="subTitle" idx="15"/>
          </p:nvPr>
        </p:nvSpPr>
        <p:spPr>
          <a:xfrm>
            <a:off x="3419271" y="1801112"/>
            <a:ext cx="2305500" cy="4848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2400"/>
              <a:buFont typeface="Bebas Neue"/>
              <a:buNone/>
              <a:defRPr sz="2400" b="1">
                <a:solidFill>
                  <a:schemeClr val="dk1"/>
                </a:solidFill>
                <a:latin typeface="Be Vietnam Pro"/>
                <a:ea typeface="Be Vietnam Pro"/>
                <a:cs typeface="Be Vietnam Pro"/>
                <a:sym typeface="Be Vietnam Pro"/>
              </a:defRPr>
            </a:lvl1pPr>
            <a:lvl2pPr lvl="1" rtl="0">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rtl="0">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rtl="0">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rtl="0">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rtl="0">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rtl="0">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rtl="0">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rtl="0">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a:endParaRPr/>
          </a:p>
        </p:txBody>
      </p:sp>
      <p:sp>
        <p:nvSpPr>
          <p:cNvPr id="215" name="Google Shape;215;p13"/>
          <p:cNvSpPr txBox="1">
            <a:spLocks noGrp="1"/>
          </p:cNvSpPr>
          <p:nvPr>
            <p:ph type="subTitle" idx="16"/>
          </p:nvPr>
        </p:nvSpPr>
        <p:spPr>
          <a:xfrm>
            <a:off x="6118549" y="1801112"/>
            <a:ext cx="2305500" cy="4848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2400"/>
              <a:buFont typeface="Bebas Neue"/>
              <a:buNone/>
              <a:defRPr sz="2400" b="1">
                <a:solidFill>
                  <a:schemeClr val="dk1"/>
                </a:solidFill>
                <a:latin typeface="Be Vietnam Pro"/>
                <a:ea typeface="Be Vietnam Pro"/>
                <a:cs typeface="Be Vietnam Pro"/>
                <a:sym typeface="Be Vietnam Pro"/>
              </a:defRPr>
            </a:lvl1pPr>
            <a:lvl2pPr lvl="1" rtl="0">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rtl="0">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rtl="0">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rtl="0">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rtl="0">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rtl="0">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rtl="0">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rtl="0">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a:endParaRPr/>
          </a:p>
        </p:txBody>
      </p:sp>
      <p:sp>
        <p:nvSpPr>
          <p:cNvPr id="216" name="Google Shape;216;p13"/>
          <p:cNvSpPr txBox="1">
            <a:spLocks noGrp="1"/>
          </p:cNvSpPr>
          <p:nvPr>
            <p:ph type="subTitle" idx="17"/>
          </p:nvPr>
        </p:nvSpPr>
        <p:spPr>
          <a:xfrm>
            <a:off x="2069563" y="3533775"/>
            <a:ext cx="2305500" cy="4848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2400"/>
              <a:buFont typeface="Bebas Neue"/>
              <a:buNone/>
              <a:defRPr sz="2400" b="1">
                <a:solidFill>
                  <a:schemeClr val="dk1"/>
                </a:solidFill>
                <a:latin typeface="Be Vietnam Pro"/>
                <a:ea typeface="Be Vietnam Pro"/>
                <a:cs typeface="Be Vietnam Pro"/>
                <a:sym typeface="Be Vietnam Pro"/>
              </a:defRPr>
            </a:lvl1pPr>
            <a:lvl2pPr lvl="1" rtl="0">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rtl="0">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rtl="0">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rtl="0">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rtl="0">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rtl="0">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rtl="0">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rtl="0">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a:endParaRPr/>
          </a:p>
        </p:txBody>
      </p:sp>
      <p:sp>
        <p:nvSpPr>
          <p:cNvPr id="217" name="Google Shape;217;p13"/>
          <p:cNvSpPr txBox="1">
            <a:spLocks noGrp="1"/>
          </p:cNvSpPr>
          <p:nvPr>
            <p:ph type="subTitle" idx="18"/>
          </p:nvPr>
        </p:nvSpPr>
        <p:spPr>
          <a:xfrm>
            <a:off x="4768833" y="3533775"/>
            <a:ext cx="2305500" cy="4848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2400"/>
              <a:buFont typeface="Bebas Neue"/>
              <a:buNone/>
              <a:defRPr sz="2400" b="1">
                <a:solidFill>
                  <a:schemeClr val="dk1"/>
                </a:solidFill>
                <a:latin typeface="Be Vietnam Pro"/>
                <a:ea typeface="Be Vietnam Pro"/>
                <a:cs typeface="Be Vietnam Pro"/>
                <a:sym typeface="Be Vietnam Pro"/>
              </a:defRPr>
            </a:lvl1pPr>
            <a:lvl2pPr lvl="1" rtl="0">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rtl="0">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rtl="0">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rtl="0">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rtl="0">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rtl="0">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rtl="0">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rtl="0">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Quote">
  <p:cSld name="BLANK_1_1">
    <p:spTree>
      <p:nvGrpSpPr>
        <p:cNvPr id="1" name="Shape 218"/>
        <p:cNvGrpSpPr/>
        <p:nvPr/>
      </p:nvGrpSpPr>
      <p:grpSpPr>
        <a:xfrm>
          <a:off x="0" y="0"/>
          <a:ext cx="0" cy="0"/>
          <a:chOff x="0" y="0"/>
          <a:chExt cx="0" cy="0"/>
        </a:xfrm>
      </p:grpSpPr>
      <p:grpSp>
        <p:nvGrpSpPr>
          <p:cNvPr id="219" name="Google Shape;219;p14"/>
          <p:cNvGrpSpPr/>
          <p:nvPr/>
        </p:nvGrpSpPr>
        <p:grpSpPr>
          <a:xfrm>
            <a:off x="-26975" y="-12925"/>
            <a:ext cx="9197950" cy="5169325"/>
            <a:chOff x="-50" y="-12925"/>
            <a:chExt cx="9144000" cy="5169325"/>
          </a:xfrm>
        </p:grpSpPr>
        <p:sp>
          <p:nvSpPr>
            <p:cNvPr id="220" name="Google Shape;220;p14"/>
            <p:cNvSpPr/>
            <p:nvPr/>
          </p:nvSpPr>
          <p:spPr>
            <a:xfrm>
              <a:off x="-50" y="4832400"/>
              <a:ext cx="9144000" cy="324000"/>
            </a:xfrm>
            <a:prstGeom prst="rect">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2"/>
                </a:solidFill>
              </a:endParaRPr>
            </a:p>
          </p:txBody>
        </p:sp>
        <p:sp>
          <p:nvSpPr>
            <p:cNvPr id="221" name="Google Shape;221;p14"/>
            <p:cNvSpPr/>
            <p:nvPr/>
          </p:nvSpPr>
          <p:spPr>
            <a:xfrm>
              <a:off x="-50" y="-12925"/>
              <a:ext cx="9144000" cy="324000"/>
            </a:xfrm>
            <a:prstGeom prst="rect">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2"/>
                </a:solidFill>
              </a:endParaRPr>
            </a:p>
          </p:txBody>
        </p:sp>
      </p:grpSp>
      <p:sp>
        <p:nvSpPr>
          <p:cNvPr id="222" name="Google Shape;222;p14"/>
          <p:cNvSpPr txBox="1">
            <a:spLocks noGrp="1"/>
          </p:cNvSpPr>
          <p:nvPr>
            <p:ph type="title"/>
          </p:nvPr>
        </p:nvSpPr>
        <p:spPr>
          <a:xfrm>
            <a:off x="5134325" y="3015125"/>
            <a:ext cx="3296400" cy="661800"/>
          </a:xfrm>
          <a:prstGeom prst="rect">
            <a:avLst/>
          </a:prstGeom>
        </p:spPr>
        <p:txBody>
          <a:bodyPr spcFirstLastPara="1" wrap="square" lIns="91425" tIns="91425" rIns="91425" bIns="91425" anchor="t" anchorCtr="0">
            <a:noAutofit/>
          </a:bodyPr>
          <a:lstStyle>
            <a:lvl1pPr lvl="0" algn="r" rtl="0">
              <a:spcBef>
                <a:spcPts val="0"/>
              </a:spcBef>
              <a:spcAft>
                <a:spcPts val="0"/>
              </a:spcAft>
              <a:buSzPts val="3000"/>
              <a:buNone/>
              <a:defRPr sz="2400"/>
            </a:lvl1pPr>
            <a:lvl2pPr lvl="1" algn="ctr" rtl="0">
              <a:spcBef>
                <a:spcPts val="0"/>
              </a:spcBef>
              <a:spcAft>
                <a:spcPts val="0"/>
              </a:spcAft>
              <a:buSzPts val="3000"/>
              <a:buNone/>
              <a:defRPr sz="3000"/>
            </a:lvl2pPr>
            <a:lvl3pPr lvl="2" algn="ctr" rtl="0">
              <a:spcBef>
                <a:spcPts val="0"/>
              </a:spcBef>
              <a:spcAft>
                <a:spcPts val="0"/>
              </a:spcAft>
              <a:buSzPts val="3000"/>
              <a:buNone/>
              <a:defRPr sz="3000"/>
            </a:lvl3pPr>
            <a:lvl4pPr lvl="3" algn="ctr" rtl="0">
              <a:spcBef>
                <a:spcPts val="0"/>
              </a:spcBef>
              <a:spcAft>
                <a:spcPts val="0"/>
              </a:spcAft>
              <a:buSzPts val="3000"/>
              <a:buNone/>
              <a:defRPr sz="3000"/>
            </a:lvl4pPr>
            <a:lvl5pPr lvl="4" algn="ctr" rtl="0">
              <a:spcBef>
                <a:spcPts val="0"/>
              </a:spcBef>
              <a:spcAft>
                <a:spcPts val="0"/>
              </a:spcAft>
              <a:buSzPts val="3000"/>
              <a:buNone/>
              <a:defRPr sz="3000"/>
            </a:lvl5pPr>
            <a:lvl6pPr lvl="5" algn="ctr" rtl="0">
              <a:spcBef>
                <a:spcPts val="0"/>
              </a:spcBef>
              <a:spcAft>
                <a:spcPts val="0"/>
              </a:spcAft>
              <a:buSzPts val="3000"/>
              <a:buNone/>
              <a:defRPr sz="3000"/>
            </a:lvl6pPr>
            <a:lvl7pPr lvl="6" algn="ctr" rtl="0">
              <a:spcBef>
                <a:spcPts val="0"/>
              </a:spcBef>
              <a:spcAft>
                <a:spcPts val="0"/>
              </a:spcAft>
              <a:buSzPts val="3000"/>
              <a:buNone/>
              <a:defRPr sz="3000"/>
            </a:lvl7pPr>
            <a:lvl8pPr lvl="7" algn="ctr" rtl="0">
              <a:spcBef>
                <a:spcPts val="0"/>
              </a:spcBef>
              <a:spcAft>
                <a:spcPts val="0"/>
              </a:spcAft>
              <a:buSzPts val="3000"/>
              <a:buNone/>
              <a:defRPr sz="3000"/>
            </a:lvl8pPr>
            <a:lvl9pPr lvl="8" algn="ctr" rtl="0">
              <a:spcBef>
                <a:spcPts val="0"/>
              </a:spcBef>
              <a:spcAft>
                <a:spcPts val="0"/>
              </a:spcAft>
              <a:buSzPts val="3000"/>
              <a:buNone/>
              <a:defRPr sz="3000"/>
            </a:lvl9pPr>
          </a:lstStyle>
          <a:p>
            <a:endParaRPr/>
          </a:p>
        </p:txBody>
      </p:sp>
      <p:sp>
        <p:nvSpPr>
          <p:cNvPr id="223" name="Google Shape;223;p14"/>
          <p:cNvSpPr txBox="1">
            <a:spLocks noGrp="1"/>
          </p:cNvSpPr>
          <p:nvPr>
            <p:ph type="subTitle" idx="1"/>
          </p:nvPr>
        </p:nvSpPr>
        <p:spPr>
          <a:xfrm>
            <a:off x="2716375" y="1151813"/>
            <a:ext cx="5714400" cy="1863300"/>
          </a:xfrm>
          <a:prstGeom prst="rect">
            <a:avLst/>
          </a:prstGeom>
        </p:spPr>
        <p:txBody>
          <a:bodyPr spcFirstLastPara="1" wrap="square" lIns="91425" tIns="91425" rIns="91425" bIns="91425" anchor="b" anchorCtr="0">
            <a:noAutofit/>
          </a:bodyPr>
          <a:lstStyle>
            <a:lvl1pPr lvl="0" algn="r" rtl="0">
              <a:spcBef>
                <a:spcPts val="0"/>
              </a:spcBef>
              <a:spcAft>
                <a:spcPts val="0"/>
              </a:spcAft>
              <a:buSzPts val="3000"/>
              <a:buNone/>
              <a:defRPr sz="2400"/>
            </a:lvl1pPr>
            <a:lvl2pPr lvl="1" algn="ctr" rtl="0">
              <a:lnSpc>
                <a:spcPct val="100000"/>
              </a:lnSpc>
              <a:spcBef>
                <a:spcPts val="0"/>
              </a:spcBef>
              <a:spcAft>
                <a:spcPts val="0"/>
              </a:spcAft>
              <a:buSzPts val="3000"/>
              <a:buNone/>
              <a:defRPr sz="3000"/>
            </a:lvl2pPr>
            <a:lvl3pPr lvl="2" algn="ctr" rtl="0">
              <a:lnSpc>
                <a:spcPct val="100000"/>
              </a:lnSpc>
              <a:spcBef>
                <a:spcPts val="0"/>
              </a:spcBef>
              <a:spcAft>
                <a:spcPts val="0"/>
              </a:spcAft>
              <a:buSzPts val="3000"/>
              <a:buNone/>
              <a:defRPr sz="3000"/>
            </a:lvl3pPr>
            <a:lvl4pPr lvl="3" algn="ctr" rtl="0">
              <a:lnSpc>
                <a:spcPct val="100000"/>
              </a:lnSpc>
              <a:spcBef>
                <a:spcPts val="0"/>
              </a:spcBef>
              <a:spcAft>
                <a:spcPts val="0"/>
              </a:spcAft>
              <a:buSzPts val="3000"/>
              <a:buNone/>
              <a:defRPr sz="3000"/>
            </a:lvl4pPr>
            <a:lvl5pPr lvl="4" algn="ctr" rtl="0">
              <a:lnSpc>
                <a:spcPct val="100000"/>
              </a:lnSpc>
              <a:spcBef>
                <a:spcPts val="0"/>
              </a:spcBef>
              <a:spcAft>
                <a:spcPts val="0"/>
              </a:spcAft>
              <a:buSzPts val="3000"/>
              <a:buNone/>
              <a:defRPr sz="3000"/>
            </a:lvl5pPr>
            <a:lvl6pPr lvl="5" algn="ctr" rtl="0">
              <a:lnSpc>
                <a:spcPct val="100000"/>
              </a:lnSpc>
              <a:spcBef>
                <a:spcPts val="0"/>
              </a:spcBef>
              <a:spcAft>
                <a:spcPts val="0"/>
              </a:spcAft>
              <a:buSzPts val="3000"/>
              <a:buNone/>
              <a:defRPr sz="3000"/>
            </a:lvl6pPr>
            <a:lvl7pPr lvl="6" algn="ctr" rtl="0">
              <a:lnSpc>
                <a:spcPct val="100000"/>
              </a:lnSpc>
              <a:spcBef>
                <a:spcPts val="0"/>
              </a:spcBef>
              <a:spcAft>
                <a:spcPts val="0"/>
              </a:spcAft>
              <a:buSzPts val="3000"/>
              <a:buNone/>
              <a:defRPr sz="3000"/>
            </a:lvl7pPr>
            <a:lvl8pPr lvl="7" algn="ctr" rtl="0">
              <a:lnSpc>
                <a:spcPct val="100000"/>
              </a:lnSpc>
              <a:spcBef>
                <a:spcPts val="0"/>
              </a:spcBef>
              <a:spcAft>
                <a:spcPts val="0"/>
              </a:spcAft>
              <a:buSzPts val="3000"/>
              <a:buNone/>
              <a:defRPr sz="3000"/>
            </a:lvl8pPr>
            <a:lvl9pPr lvl="8" algn="ctr" rtl="0">
              <a:lnSpc>
                <a:spcPct val="100000"/>
              </a:lnSpc>
              <a:spcBef>
                <a:spcPts val="0"/>
              </a:spcBef>
              <a:spcAft>
                <a:spcPts val="0"/>
              </a:spcAft>
              <a:buSzPts val="3000"/>
              <a:buNone/>
              <a:defRPr sz="3000"/>
            </a:lvl9pPr>
          </a:lstStyle>
          <a:p>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Title and text 1">
  <p:cSld name="CUSTOM_4">
    <p:spTree>
      <p:nvGrpSpPr>
        <p:cNvPr id="1" name="Shape 279"/>
        <p:cNvGrpSpPr/>
        <p:nvPr/>
      </p:nvGrpSpPr>
      <p:grpSpPr>
        <a:xfrm>
          <a:off x="0" y="0"/>
          <a:ext cx="0" cy="0"/>
          <a:chOff x="0" y="0"/>
          <a:chExt cx="0" cy="0"/>
        </a:xfrm>
      </p:grpSpPr>
      <p:sp>
        <p:nvSpPr>
          <p:cNvPr id="280" name="Google Shape;280;p16"/>
          <p:cNvSpPr txBox="1">
            <a:spLocks noGrp="1"/>
          </p:cNvSpPr>
          <p:nvPr>
            <p:ph type="title"/>
          </p:nvPr>
        </p:nvSpPr>
        <p:spPr>
          <a:xfrm>
            <a:off x="965925" y="1401000"/>
            <a:ext cx="2658000" cy="1143900"/>
          </a:xfrm>
          <a:prstGeom prst="rect">
            <a:avLst/>
          </a:prstGeom>
        </p:spPr>
        <p:txBody>
          <a:bodyPr spcFirstLastPara="1" wrap="square" lIns="91425" tIns="91425" rIns="91425" bIns="91425" anchor="b" anchorCtr="0">
            <a:noAutofit/>
          </a:bodyPr>
          <a:lstStyle>
            <a:lvl1pPr lvl="0" algn="l" rtl="0">
              <a:spcBef>
                <a:spcPts val="0"/>
              </a:spcBef>
              <a:spcAft>
                <a:spcPts val="0"/>
              </a:spcAft>
              <a:buSzPts val="3000"/>
              <a:buNone/>
              <a:defRPr/>
            </a:lvl1pPr>
            <a:lvl2pPr lvl="1" rtl="0">
              <a:spcBef>
                <a:spcPts val="0"/>
              </a:spcBef>
              <a:spcAft>
                <a:spcPts val="0"/>
              </a:spcAft>
              <a:buSzPts val="3300"/>
              <a:buNone/>
              <a:defRPr/>
            </a:lvl2pPr>
            <a:lvl3pPr lvl="2" rtl="0">
              <a:spcBef>
                <a:spcPts val="0"/>
              </a:spcBef>
              <a:spcAft>
                <a:spcPts val="0"/>
              </a:spcAft>
              <a:buSzPts val="3300"/>
              <a:buNone/>
              <a:defRPr/>
            </a:lvl3pPr>
            <a:lvl4pPr lvl="3" rtl="0">
              <a:spcBef>
                <a:spcPts val="0"/>
              </a:spcBef>
              <a:spcAft>
                <a:spcPts val="0"/>
              </a:spcAft>
              <a:buSzPts val="3300"/>
              <a:buNone/>
              <a:defRPr/>
            </a:lvl4pPr>
            <a:lvl5pPr lvl="4" rtl="0">
              <a:spcBef>
                <a:spcPts val="0"/>
              </a:spcBef>
              <a:spcAft>
                <a:spcPts val="0"/>
              </a:spcAft>
              <a:buSzPts val="3300"/>
              <a:buNone/>
              <a:defRPr/>
            </a:lvl5pPr>
            <a:lvl6pPr lvl="5" rtl="0">
              <a:spcBef>
                <a:spcPts val="0"/>
              </a:spcBef>
              <a:spcAft>
                <a:spcPts val="0"/>
              </a:spcAft>
              <a:buSzPts val="3300"/>
              <a:buNone/>
              <a:defRPr/>
            </a:lvl6pPr>
            <a:lvl7pPr lvl="6" rtl="0">
              <a:spcBef>
                <a:spcPts val="0"/>
              </a:spcBef>
              <a:spcAft>
                <a:spcPts val="0"/>
              </a:spcAft>
              <a:buSzPts val="3300"/>
              <a:buNone/>
              <a:defRPr/>
            </a:lvl7pPr>
            <a:lvl8pPr lvl="7" rtl="0">
              <a:spcBef>
                <a:spcPts val="0"/>
              </a:spcBef>
              <a:spcAft>
                <a:spcPts val="0"/>
              </a:spcAft>
              <a:buSzPts val="3300"/>
              <a:buNone/>
              <a:defRPr/>
            </a:lvl8pPr>
            <a:lvl9pPr lvl="8" rtl="0">
              <a:spcBef>
                <a:spcPts val="0"/>
              </a:spcBef>
              <a:spcAft>
                <a:spcPts val="0"/>
              </a:spcAft>
              <a:buSzPts val="3300"/>
              <a:buNone/>
              <a:defRPr/>
            </a:lvl9pPr>
          </a:lstStyle>
          <a:p>
            <a:endParaRPr/>
          </a:p>
        </p:txBody>
      </p:sp>
      <p:sp>
        <p:nvSpPr>
          <p:cNvPr id="281" name="Google Shape;281;p16"/>
          <p:cNvSpPr txBox="1">
            <a:spLocks noGrp="1"/>
          </p:cNvSpPr>
          <p:nvPr>
            <p:ph type="subTitle" idx="1"/>
          </p:nvPr>
        </p:nvSpPr>
        <p:spPr>
          <a:xfrm>
            <a:off x="965925" y="2544900"/>
            <a:ext cx="2658000" cy="1197600"/>
          </a:xfrm>
          <a:prstGeom prst="rect">
            <a:avLst/>
          </a:prstGeom>
        </p:spPr>
        <p:txBody>
          <a:bodyPr spcFirstLastPara="1" wrap="square" lIns="91425" tIns="91425" rIns="91425" bIns="91425" anchor="t" anchorCtr="0">
            <a:noAutofit/>
          </a:bodyPr>
          <a:lstStyle>
            <a:lvl1pPr lvl="0" rtl="0">
              <a:spcBef>
                <a:spcPts val="0"/>
              </a:spcBef>
              <a:spcAft>
                <a:spcPts val="0"/>
              </a:spcAft>
              <a:buSzPts val="1400"/>
              <a:buNone/>
              <a:defRPr/>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grpSp>
        <p:nvGrpSpPr>
          <p:cNvPr id="282" name="Google Shape;282;p16"/>
          <p:cNvGrpSpPr/>
          <p:nvPr/>
        </p:nvGrpSpPr>
        <p:grpSpPr>
          <a:xfrm>
            <a:off x="-26975" y="-12925"/>
            <a:ext cx="9197950" cy="5169325"/>
            <a:chOff x="-50" y="-12925"/>
            <a:chExt cx="9144000" cy="5169325"/>
          </a:xfrm>
        </p:grpSpPr>
        <p:sp>
          <p:nvSpPr>
            <p:cNvPr id="283" name="Google Shape;283;p16"/>
            <p:cNvSpPr/>
            <p:nvPr/>
          </p:nvSpPr>
          <p:spPr>
            <a:xfrm>
              <a:off x="-50" y="4832400"/>
              <a:ext cx="9144000" cy="324000"/>
            </a:xfrm>
            <a:prstGeom prst="rect">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2"/>
                </a:solidFill>
              </a:endParaRPr>
            </a:p>
          </p:txBody>
        </p:sp>
        <p:sp>
          <p:nvSpPr>
            <p:cNvPr id="284" name="Google Shape;284;p16"/>
            <p:cNvSpPr/>
            <p:nvPr/>
          </p:nvSpPr>
          <p:spPr>
            <a:xfrm>
              <a:off x="-50" y="-12925"/>
              <a:ext cx="9144000" cy="324000"/>
            </a:xfrm>
            <a:prstGeom prst="rect">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2"/>
                </a:solidFill>
              </a:endParaRPr>
            </a:p>
          </p:txBody>
        </p:sp>
      </p:grpSp>
      <p:grpSp>
        <p:nvGrpSpPr>
          <p:cNvPr id="285" name="Google Shape;285;p16"/>
          <p:cNvGrpSpPr/>
          <p:nvPr/>
        </p:nvGrpSpPr>
        <p:grpSpPr>
          <a:xfrm>
            <a:off x="-863272" y="2768403"/>
            <a:ext cx="10377571" cy="2064093"/>
            <a:chOff x="-863272" y="2768403"/>
            <a:chExt cx="10377571" cy="2064093"/>
          </a:xfrm>
        </p:grpSpPr>
        <p:grpSp>
          <p:nvGrpSpPr>
            <p:cNvPr id="286" name="Google Shape;286;p16"/>
            <p:cNvGrpSpPr/>
            <p:nvPr/>
          </p:nvGrpSpPr>
          <p:grpSpPr>
            <a:xfrm>
              <a:off x="8110351" y="3118726"/>
              <a:ext cx="1403949" cy="1713667"/>
              <a:chOff x="2530500" y="1412150"/>
              <a:chExt cx="999750" cy="1220300"/>
            </a:xfrm>
          </p:grpSpPr>
          <p:sp>
            <p:nvSpPr>
              <p:cNvPr id="287" name="Google Shape;287;p16"/>
              <p:cNvSpPr/>
              <p:nvPr/>
            </p:nvSpPr>
            <p:spPr>
              <a:xfrm>
                <a:off x="2932025" y="1470100"/>
                <a:ext cx="334350" cy="463500"/>
              </a:xfrm>
              <a:custGeom>
                <a:avLst/>
                <a:gdLst/>
                <a:ahLst/>
                <a:cxnLst/>
                <a:rect l="l" t="t" r="r" b="b"/>
                <a:pathLst>
                  <a:path w="13374" h="18540" extrusionOk="0">
                    <a:moveTo>
                      <a:pt x="2578" y="415"/>
                    </a:moveTo>
                    <a:lnTo>
                      <a:pt x="2578" y="415"/>
                    </a:lnTo>
                    <a:cubicBezTo>
                      <a:pt x="4084" y="774"/>
                      <a:pt x="5637" y="1007"/>
                      <a:pt x="7189" y="1007"/>
                    </a:cubicBezTo>
                    <a:cubicBezTo>
                      <a:pt x="7284" y="1007"/>
                      <a:pt x="7378" y="1006"/>
                      <a:pt x="7472" y="1004"/>
                    </a:cubicBezTo>
                    <a:cubicBezTo>
                      <a:pt x="8387" y="988"/>
                      <a:pt x="9330" y="897"/>
                      <a:pt x="10211" y="620"/>
                    </a:cubicBezTo>
                    <a:cubicBezTo>
                      <a:pt x="10318" y="586"/>
                      <a:pt x="10428" y="552"/>
                      <a:pt x="10534" y="508"/>
                    </a:cubicBezTo>
                    <a:lnTo>
                      <a:pt x="10534" y="508"/>
                    </a:lnTo>
                    <a:cubicBezTo>
                      <a:pt x="11027" y="1155"/>
                      <a:pt x="11345" y="1943"/>
                      <a:pt x="11426" y="2755"/>
                    </a:cubicBezTo>
                    <a:cubicBezTo>
                      <a:pt x="11465" y="3145"/>
                      <a:pt x="11454" y="3546"/>
                      <a:pt x="11454" y="3941"/>
                    </a:cubicBezTo>
                    <a:lnTo>
                      <a:pt x="11454" y="5359"/>
                    </a:lnTo>
                    <a:cubicBezTo>
                      <a:pt x="11454" y="5455"/>
                      <a:pt x="11426" y="5613"/>
                      <a:pt x="11493" y="5686"/>
                    </a:cubicBezTo>
                    <a:cubicBezTo>
                      <a:pt x="11584" y="5782"/>
                      <a:pt x="11714" y="5861"/>
                      <a:pt x="11815" y="5940"/>
                    </a:cubicBezTo>
                    <a:cubicBezTo>
                      <a:pt x="12160" y="6217"/>
                      <a:pt x="12504" y="6488"/>
                      <a:pt x="12854" y="6765"/>
                    </a:cubicBezTo>
                    <a:cubicBezTo>
                      <a:pt x="13029" y="6912"/>
                      <a:pt x="13120" y="7132"/>
                      <a:pt x="13018" y="7352"/>
                    </a:cubicBezTo>
                    <a:cubicBezTo>
                      <a:pt x="12922" y="7567"/>
                      <a:pt x="12702" y="7674"/>
                      <a:pt x="12476" y="7680"/>
                    </a:cubicBezTo>
                    <a:lnTo>
                      <a:pt x="11567" y="7680"/>
                    </a:lnTo>
                    <a:cubicBezTo>
                      <a:pt x="11488" y="7680"/>
                      <a:pt x="11431" y="7742"/>
                      <a:pt x="11426" y="7821"/>
                    </a:cubicBezTo>
                    <a:cubicBezTo>
                      <a:pt x="11267" y="9588"/>
                      <a:pt x="10307" y="11232"/>
                      <a:pt x="8833" y="12231"/>
                    </a:cubicBezTo>
                    <a:cubicBezTo>
                      <a:pt x="8421" y="12514"/>
                      <a:pt x="7975" y="12740"/>
                      <a:pt x="7512" y="12909"/>
                    </a:cubicBezTo>
                    <a:cubicBezTo>
                      <a:pt x="7450" y="12932"/>
                      <a:pt x="7405" y="12982"/>
                      <a:pt x="7405" y="13045"/>
                    </a:cubicBezTo>
                    <a:lnTo>
                      <a:pt x="7405" y="14857"/>
                    </a:lnTo>
                    <a:lnTo>
                      <a:pt x="7405" y="17738"/>
                    </a:lnTo>
                    <a:lnTo>
                      <a:pt x="7405" y="18257"/>
                    </a:lnTo>
                    <a:lnTo>
                      <a:pt x="283" y="18257"/>
                    </a:lnTo>
                    <a:lnTo>
                      <a:pt x="283" y="16710"/>
                    </a:lnTo>
                    <a:lnTo>
                      <a:pt x="283" y="14022"/>
                    </a:lnTo>
                    <a:lnTo>
                      <a:pt x="283" y="13406"/>
                    </a:lnTo>
                    <a:lnTo>
                      <a:pt x="283" y="11746"/>
                    </a:lnTo>
                    <a:lnTo>
                      <a:pt x="283" y="10808"/>
                    </a:lnTo>
                    <a:lnTo>
                      <a:pt x="283" y="8617"/>
                    </a:lnTo>
                    <a:lnTo>
                      <a:pt x="283" y="6347"/>
                    </a:lnTo>
                    <a:lnTo>
                      <a:pt x="283" y="5534"/>
                    </a:lnTo>
                    <a:cubicBezTo>
                      <a:pt x="283" y="5445"/>
                      <a:pt x="291" y="5351"/>
                      <a:pt x="291" y="5261"/>
                    </a:cubicBezTo>
                    <a:lnTo>
                      <a:pt x="291" y="5261"/>
                    </a:lnTo>
                    <a:cubicBezTo>
                      <a:pt x="1182" y="5259"/>
                      <a:pt x="2088" y="4818"/>
                      <a:pt x="2650" y="4144"/>
                    </a:cubicBezTo>
                    <a:cubicBezTo>
                      <a:pt x="3276" y="3393"/>
                      <a:pt x="3497" y="2360"/>
                      <a:pt x="3180" y="1428"/>
                    </a:cubicBezTo>
                    <a:cubicBezTo>
                      <a:pt x="3051" y="1049"/>
                      <a:pt x="2843" y="707"/>
                      <a:pt x="2578" y="415"/>
                    </a:cubicBezTo>
                    <a:close/>
                    <a:moveTo>
                      <a:pt x="2078" y="0"/>
                    </a:moveTo>
                    <a:cubicBezTo>
                      <a:pt x="1940" y="0"/>
                      <a:pt x="1898" y="182"/>
                      <a:pt x="2011" y="265"/>
                    </a:cubicBezTo>
                    <a:cubicBezTo>
                      <a:pt x="2763" y="846"/>
                      <a:pt x="3175" y="1806"/>
                      <a:pt x="3005" y="2750"/>
                    </a:cubicBezTo>
                    <a:cubicBezTo>
                      <a:pt x="2859" y="3574"/>
                      <a:pt x="2305" y="4269"/>
                      <a:pt x="1571" y="4653"/>
                    </a:cubicBezTo>
                    <a:cubicBezTo>
                      <a:pt x="1181" y="4853"/>
                      <a:pt x="721" y="4978"/>
                      <a:pt x="275" y="4978"/>
                    </a:cubicBezTo>
                    <a:cubicBezTo>
                      <a:pt x="231" y="4978"/>
                      <a:pt x="186" y="4977"/>
                      <a:pt x="142" y="4975"/>
                    </a:cubicBezTo>
                    <a:cubicBezTo>
                      <a:pt x="69" y="4975"/>
                      <a:pt x="1" y="5042"/>
                      <a:pt x="1" y="5116"/>
                    </a:cubicBezTo>
                    <a:lnTo>
                      <a:pt x="1" y="6115"/>
                    </a:lnTo>
                    <a:lnTo>
                      <a:pt x="1" y="8323"/>
                    </a:lnTo>
                    <a:lnTo>
                      <a:pt x="1" y="10588"/>
                    </a:lnTo>
                    <a:lnTo>
                      <a:pt x="1" y="11734"/>
                    </a:lnTo>
                    <a:lnTo>
                      <a:pt x="1" y="13338"/>
                    </a:lnTo>
                    <a:lnTo>
                      <a:pt x="1" y="13406"/>
                    </a:lnTo>
                    <a:lnTo>
                      <a:pt x="1" y="15095"/>
                    </a:lnTo>
                    <a:lnTo>
                      <a:pt x="1" y="17783"/>
                    </a:lnTo>
                    <a:lnTo>
                      <a:pt x="1" y="18398"/>
                    </a:lnTo>
                    <a:cubicBezTo>
                      <a:pt x="1" y="18472"/>
                      <a:pt x="69" y="18539"/>
                      <a:pt x="142" y="18539"/>
                    </a:cubicBezTo>
                    <a:lnTo>
                      <a:pt x="7546" y="18539"/>
                    </a:lnTo>
                    <a:cubicBezTo>
                      <a:pt x="7625" y="18539"/>
                      <a:pt x="7687" y="18472"/>
                      <a:pt x="7687" y="18398"/>
                    </a:cubicBezTo>
                    <a:lnTo>
                      <a:pt x="7687" y="16585"/>
                    </a:lnTo>
                    <a:lnTo>
                      <a:pt x="7687" y="13705"/>
                    </a:lnTo>
                    <a:lnTo>
                      <a:pt x="7687" y="13142"/>
                    </a:lnTo>
                    <a:lnTo>
                      <a:pt x="7687" y="13142"/>
                    </a:lnTo>
                    <a:cubicBezTo>
                      <a:pt x="9390" y="12493"/>
                      <a:pt x="10754" y="11113"/>
                      <a:pt x="11369" y="9385"/>
                    </a:cubicBezTo>
                    <a:cubicBezTo>
                      <a:pt x="11534" y="8927"/>
                      <a:pt x="11642" y="8446"/>
                      <a:pt x="11694" y="7962"/>
                    </a:cubicBezTo>
                    <a:lnTo>
                      <a:pt x="12448" y="7962"/>
                    </a:lnTo>
                    <a:cubicBezTo>
                      <a:pt x="12866" y="7956"/>
                      <a:pt x="13272" y="7702"/>
                      <a:pt x="13334" y="7262"/>
                    </a:cubicBezTo>
                    <a:cubicBezTo>
                      <a:pt x="13373" y="6994"/>
                      <a:pt x="13264" y="6742"/>
                      <a:pt x="13059" y="6568"/>
                    </a:cubicBezTo>
                    <a:lnTo>
                      <a:pt x="13059" y="6568"/>
                    </a:lnTo>
                    <a:cubicBezTo>
                      <a:pt x="13057" y="6566"/>
                      <a:pt x="13055" y="6563"/>
                      <a:pt x="13052" y="6561"/>
                    </a:cubicBezTo>
                    <a:lnTo>
                      <a:pt x="13052" y="6561"/>
                    </a:lnTo>
                    <a:cubicBezTo>
                      <a:pt x="13052" y="6561"/>
                      <a:pt x="13052" y="6561"/>
                      <a:pt x="13052" y="6561"/>
                    </a:cubicBezTo>
                    <a:cubicBezTo>
                      <a:pt x="13051" y="6561"/>
                      <a:pt x="13051" y="6560"/>
                      <a:pt x="13050" y="6560"/>
                    </a:cubicBezTo>
                    <a:lnTo>
                      <a:pt x="13050" y="6560"/>
                    </a:lnTo>
                    <a:cubicBezTo>
                      <a:pt x="12614" y="6216"/>
                      <a:pt x="12173" y="5868"/>
                      <a:pt x="11736" y="5524"/>
                    </a:cubicBezTo>
                    <a:lnTo>
                      <a:pt x="11736" y="5524"/>
                    </a:lnTo>
                    <a:lnTo>
                      <a:pt x="11736" y="4009"/>
                    </a:lnTo>
                    <a:cubicBezTo>
                      <a:pt x="11736" y="3309"/>
                      <a:pt x="11747" y="2614"/>
                      <a:pt x="11555" y="1931"/>
                    </a:cubicBezTo>
                    <a:cubicBezTo>
                      <a:pt x="11380" y="1298"/>
                      <a:pt x="11064" y="711"/>
                      <a:pt x="10646" y="203"/>
                    </a:cubicBezTo>
                    <a:cubicBezTo>
                      <a:pt x="10618" y="167"/>
                      <a:pt x="10586" y="153"/>
                      <a:pt x="10554" y="153"/>
                    </a:cubicBezTo>
                    <a:cubicBezTo>
                      <a:pt x="10501" y="153"/>
                      <a:pt x="10449" y="195"/>
                      <a:pt x="10426" y="250"/>
                    </a:cubicBezTo>
                    <a:lnTo>
                      <a:pt x="10426" y="250"/>
                    </a:lnTo>
                    <a:cubicBezTo>
                      <a:pt x="10354" y="276"/>
                      <a:pt x="10283" y="301"/>
                      <a:pt x="10211" y="327"/>
                    </a:cubicBezTo>
                    <a:cubicBezTo>
                      <a:pt x="9906" y="428"/>
                      <a:pt x="9590" y="502"/>
                      <a:pt x="9274" y="558"/>
                    </a:cubicBezTo>
                    <a:cubicBezTo>
                      <a:pt x="8602" y="679"/>
                      <a:pt x="7916" y="729"/>
                      <a:pt x="7230" y="729"/>
                    </a:cubicBezTo>
                    <a:cubicBezTo>
                      <a:pt x="6637" y="729"/>
                      <a:pt x="6043" y="692"/>
                      <a:pt x="5456" y="632"/>
                    </a:cubicBezTo>
                    <a:cubicBezTo>
                      <a:pt x="4333" y="513"/>
                      <a:pt x="3214" y="293"/>
                      <a:pt x="2119" y="5"/>
                    </a:cubicBezTo>
                    <a:cubicBezTo>
                      <a:pt x="2104" y="2"/>
                      <a:pt x="2091" y="0"/>
                      <a:pt x="2078"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8" name="Google Shape;288;p16"/>
              <p:cNvSpPr/>
              <p:nvPr/>
            </p:nvSpPr>
            <p:spPr>
              <a:xfrm>
                <a:off x="2793250" y="1412150"/>
                <a:ext cx="406800" cy="355175"/>
              </a:xfrm>
              <a:custGeom>
                <a:avLst/>
                <a:gdLst/>
                <a:ahLst/>
                <a:cxnLst/>
                <a:rect l="l" t="t" r="r" b="b"/>
                <a:pathLst>
                  <a:path w="16272" h="14207" extrusionOk="0">
                    <a:moveTo>
                      <a:pt x="9000" y="284"/>
                    </a:moveTo>
                    <a:cubicBezTo>
                      <a:pt x="10460" y="284"/>
                      <a:pt x="11941" y="445"/>
                      <a:pt x="13328" y="917"/>
                    </a:cubicBezTo>
                    <a:cubicBezTo>
                      <a:pt x="13712" y="1041"/>
                      <a:pt x="14085" y="1199"/>
                      <a:pt x="14447" y="1385"/>
                    </a:cubicBezTo>
                    <a:cubicBezTo>
                      <a:pt x="14627" y="1476"/>
                      <a:pt x="14808" y="1577"/>
                      <a:pt x="14977" y="1690"/>
                    </a:cubicBezTo>
                    <a:cubicBezTo>
                      <a:pt x="15175" y="1815"/>
                      <a:pt x="15344" y="1961"/>
                      <a:pt x="15525" y="2108"/>
                    </a:cubicBezTo>
                    <a:cubicBezTo>
                      <a:pt x="15667" y="2250"/>
                      <a:pt x="15824" y="2407"/>
                      <a:pt x="15925" y="2587"/>
                    </a:cubicBezTo>
                    <a:lnTo>
                      <a:pt x="15925" y="2587"/>
                    </a:lnTo>
                    <a:cubicBezTo>
                      <a:pt x="15871" y="2606"/>
                      <a:pt x="15816" y="2625"/>
                      <a:pt x="15762" y="2645"/>
                    </a:cubicBezTo>
                    <a:cubicBezTo>
                      <a:pt x="15457" y="2746"/>
                      <a:pt x="15141" y="2820"/>
                      <a:pt x="14825" y="2876"/>
                    </a:cubicBezTo>
                    <a:cubicBezTo>
                      <a:pt x="14153" y="2997"/>
                      <a:pt x="13467" y="3047"/>
                      <a:pt x="12781" y="3047"/>
                    </a:cubicBezTo>
                    <a:cubicBezTo>
                      <a:pt x="12188" y="3047"/>
                      <a:pt x="11594" y="3010"/>
                      <a:pt x="11007" y="2950"/>
                    </a:cubicBezTo>
                    <a:cubicBezTo>
                      <a:pt x="9884" y="2831"/>
                      <a:pt x="8765" y="2611"/>
                      <a:pt x="7670" y="2323"/>
                    </a:cubicBezTo>
                    <a:cubicBezTo>
                      <a:pt x="7655" y="2320"/>
                      <a:pt x="7642" y="2318"/>
                      <a:pt x="7629" y="2318"/>
                    </a:cubicBezTo>
                    <a:cubicBezTo>
                      <a:pt x="7491" y="2318"/>
                      <a:pt x="7449" y="2500"/>
                      <a:pt x="7562" y="2583"/>
                    </a:cubicBezTo>
                    <a:cubicBezTo>
                      <a:pt x="8314" y="3164"/>
                      <a:pt x="8726" y="4124"/>
                      <a:pt x="8556" y="5068"/>
                    </a:cubicBezTo>
                    <a:cubicBezTo>
                      <a:pt x="8410" y="5892"/>
                      <a:pt x="7856" y="6587"/>
                      <a:pt x="7122" y="6971"/>
                    </a:cubicBezTo>
                    <a:cubicBezTo>
                      <a:pt x="6732" y="7171"/>
                      <a:pt x="6272" y="7296"/>
                      <a:pt x="5826" y="7296"/>
                    </a:cubicBezTo>
                    <a:cubicBezTo>
                      <a:pt x="5782" y="7296"/>
                      <a:pt x="5737" y="7295"/>
                      <a:pt x="5693" y="7293"/>
                    </a:cubicBezTo>
                    <a:cubicBezTo>
                      <a:pt x="5620" y="7293"/>
                      <a:pt x="5552" y="7360"/>
                      <a:pt x="5552" y="7434"/>
                    </a:cubicBezTo>
                    <a:lnTo>
                      <a:pt x="5552" y="9676"/>
                    </a:lnTo>
                    <a:lnTo>
                      <a:pt x="5552" y="13239"/>
                    </a:lnTo>
                    <a:lnTo>
                      <a:pt x="5552" y="13844"/>
                    </a:lnTo>
                    <a:lnTo>
                      <a:pt x="5552" y="13844"/>
                    </a:lnTo>
                    <a:cubicBezTo>
                      <a:pt x="5431" y="13786"/>
                      <a:pt x="5314" y="13726"/>
                      <a:pt x="5202" y="13663"/>
                    </a:cubicBezTo>
                    <a:cubicBezTo>
                      <a:pt x="4744" y="13414"/>
                      <a:pt x="4315" y="13121"/>
                      <a:pt x="3909" y="12793"/>
                    </a:cubicBezTo>
                    <a:cubicBezTo>
                      <a:pt x="3899" y="12785"/>
                      <a:pt x="3888" y="12779"/>
                      <a:pt x="3876" y="12773"/>
                    </a:cubicBezTo>
                    <a:lnTo>
                      <a:pt x="3876" y="12773"/>
                    </a:lnTo>
                    <a:cubicBezTo>
                      <a:pt x="2190" y="11740"/>
                      <a:pt x="1073" y="9951"/>
                      <a:pt x="594" y="8055"/>
                    </a:cubicBezTo>
                    <a:cubicBezTo>
                      <a:pt x="164" y="6344"/>
                      <a:pt x="198" y="4305"/>
                      <a:pt x="1356" y="2876"/>
                    </a:cubicBezTo>
                    <a:cubicBezTo>
                      <a:pt x="2192" y="1849"/>
                      <a:pt x="3423" y="1244"/>
                      <a:pt x="4671" y="872"/>
                    </a:cubicBezTo>
                    <a:cubicBezTo>
                      <a:pt x="6049" y="471"/>
                      <a:pt x="7489" y="296"/>
                      <a:pt x="8923" y="284"/>
                    </a:cubicBezTo>
                    <a:cubicBezTo>
                      <a:pt x="8949" y="284"/>
                      <a:pt x="8974" y="284"/>
                      <a:pt x="9000" y="284"/>
                    </a:cubicBezTo>
                    <a:close/>
                    <a:moveTo>
                      <a:pt x="9022" y="0"/>
                    </a:moveTo>
                    <a:cubicBezTo>
                      <a:pt x="8410" y="0"/>
                      <a:pt x="7798" y="33"/>
                      <a:pt x="7190" y="98"/>
                    </a:cubicBezTo>
                    <a:cubicBezTo>
                      <a:pt x="6314" y="194"/>
                      <a:pt x="5439" y="352"/>
                      <a:pt x="4592" y="595"/>
                    </a:cubicBezTo>
                    <a:cubicBezTo>
                      <a:pt x="4584" y="597"/>
                      <a:pt x="4577" y="600"/>
                      <a:pt x="4570" y="603"/>
                    </a:cubicBezTo>
                    <a:lnTo>
                      <a:pt x="4570" y="603"/>
                    </a:lnTo>
                    <a:cubicBezTo>
                      <a:pt x="3427" y="948"/>
                      <a:pt x="2309" y="1477"/>
                      <a:pt x="1463" y="2334"/>
                    </a:cubicBezTo>
                    <a:cubicBezTo>
                      <a:pt x="769" y="3034"/>
                      <a:pt x="339" y="3921"/>
                      <a:pt x="164" y="4892"/>
                    </a:cubicBezTo>
                    <a:cubicBezTo>
                      <a:pt x="1" y="5830"/>
                      <a:pt x="40" y="6796"/>
                      <a:pt x="232" y="7727"/>
                    </a:cubicBezTo>
                    <a:cubicBezTo>
                      <a:pt x="430" y="8727"/>
                      <a:pt x="808" y="9698"/>
                      <a:pt x="1339" y="10568"/>
                    </a:cubicBezTo>
                    <a:cubicBezTo>
                      <a:pt x="1870" y="11443"/>
                      <a:pt x="2570" y="12223"/>
                      <a:pt x="3417" y="12810"/>
                    </a:cubicBezTo>
                    <a:cubicBezTo>
                      <a:pt x="3524" y="12883"/>
                      <a:pt x="3631" y="12951"/>
                      <a:pt x="3738" y="13018"/>
                    </a:cubicBezTo>
                    <a:lnTo>
                      <a:pt x="3738" y="13018"/>
                    </a:lnTo>
                    <a:cubicBezTo>
                      <a:pt x="4318" y="13485"/>
                      <a:pt x="4959" y="13921"/>
                      <a:pt x="5659" y="14199"/>
                    </a:cubicBezTo>
                    <a:cubicBezTo>
                      <a:pt x="5672" y="14204"/>
                      <a:pt x="5685" y="14207"/>
                      <a:pt x="5697" y="14207"/>
                    </a:cubicBezTo>
                    <a:cubicBezTo>
                      <a:pt x="5769" y="14207"/>
                      <a:pt x="5834" y="14131"/>
                      <a:pt x="5834" y="14064"/>
                    </a:cubicBezTo>
                    <a:lnTo>
                      <a:pt x="5834" y="11822"/>
                    </a:lnTo>
                    <a:lnTo>
                      <a:pt x="5834" y="8258"/>
                    </a:lnTo>
                    <a:lnTo>
                      <a:pt x="5834" y="7579"/>
                    </a:lnTo>
                    <a:lnTo>
                      <a:pt x="5834" y="7579"/>
                    </a:lnTo>
                    <a:cubicBezTo>
                      <a:pt x="5835" y="7579"/>
                      <a:pt x="5836" y="7579"/>
                      <a:pt x="5837" y="7579"/>
                    </a:cubicBezTo>
                    <a:cubicBezTo>
                      <a:pt x="6730" y="7579"/>
                      <a:pt x="7638" y="7138"/>
                      <a:pt x="8201" y="6462"/>
                    </a:cubicBezTo>
                    <a:cubicBezTo>
                      <a:pt x="8827" y="5711"/>
                      <a:pt x="9048" y="4678"/>
                      <a:pt x="8731" y="3746"/>
                    </a:cubicBezTo>
                    <a:cubicBezTo>
                      <a:pt x="8602" y="3367"/>
                      <a:pt x="8394" y="3025"/>
                      <a:pt x="8129" y="2733"/>
                    </a:cubicBezTo>
                    <a:lnTo>
                      <a:pt x="8129" y="2733"/>
                    </a:lnTo>
                    <a:cubicBezTo>
                      <a:pt x="9635" y="3092"/>
                      <a:pt x="11188" y="3325"/>
                      <a:pt x="12740" y="3325"/>
                    </a:cubicBezTo>
                    <a:cubicBezTo>
                      <a:pt x="12835" y="3325"/>
                      <a:pt x="12929" y="3324"/>
                      <a:pt x="13023" y="3322"/>
                    </a:cubicBezTo>
                    <a:cubicBezTo>
                      <a:pt x="13938" y="3306"/>
                      <a:pt x="14881" y="3215"/>
                      <a:pt x="15762" y="2938"/>
                    </a:cubicBezTo>
                    <a:cubicBezTo>
                      <a:pt x="15904" y="2893"/>
                      <a:pt x="16050" y="2848"/>
                      <a:pt x="16186" y="2780"/>
                    </a:cubicBezTo>
                    <a:cubicBezTo>
                      <a:pt x="16194" y="2777"/>
                      <a:pt x="16201" y="2772"/>
                      <a:pt x="16208" y="2768"/>
                    </a:cubicBezTo>
                    <a:lnTo>
                      <a:pt x="16208" y="2768"/>
                    </a:lnTo>
                    <a:cubicBezTo>
                      <a:pt x="16248" y="2742"/>
                      <a:pt x="16272" y="2698"/>
                      <a:pt x="16255" y="2641"/>
                    </a:cubicBezTo>
                    <a:lnTo>
                      <a:pt x="16255" y="2641"/>
                    </a:lnTo>
                    <a:cubicBezTo>
                      <a:pt x="16252" y="2628"/>
                      <a:pt x="16247" y="2615"/>
                      <a:pt x="16240" y="2603"/>
                    </a:cubicBezTo>
                    <a:lnTo>
                      <a:pt x="16240" y="2603"/>
                    </a:lnTo>
                    <a:cubicBezTo>
                      <a:pt x="16129" y="2343"/>
                      <a:pt x="15944" y="2123"/>
                      <a:pt x="15742" y="1929"/>
                    </a:cubicBezTo>
                    <a:lnTo>
                      <a:pt x="15742" y="1929"/>
                    </a:lnTo>
                    <a:cubicBezTo>
                      <a:pt x="15736" y="1922"/>
                      <a:pt x="15730" y="1916"/>
                      <a:pt x="15723" y="1911"/>
                    </a:cubicBezTo>
                    <a:lnTo>
                      <a:pt x="15723" y="1911"/>
                    </a:lnTo>
                    <a:cubicBezTo>
                      <a:pt x="15723" y="1911"/>
                      <a:pt x="15723" y="1911"/>
                      <a:pt x="15723" y="1911"/>
                    </a:cubicBezTo>
                    <a:cubicBezTo>
                      <a:pt x="15565" y="1781"/>
                      <a:pt x="15412" y="1645"/>
                      <a:pt x="15243" y="1527"/>
                    </a:cubicBezTo>
                    <a:cubicBezTo>
                      <a:pt x="15090" y="1419"/>
                      <a:pt x="14932" y="1323"/>
                      <a:pt x="14768" y="1233"/>
                    </a:cubicBezTo>
                    <a:cubicBezTo>
                      <a:pt x="14435" y="1052"/>
                      <a:pt x="14091" y="900"/>
                      <a:pt x="13741" y="764"/>
                    </a:cubicBezTo>
                    <a:cubicBezTo>
                      <a:pt x="13023" y="488"/>
                      <a:pt x="12267" y="307"/>
                      <a:pt x="11510" y="188"/>
                    </a:cubicBezTo>
                    <a:cubicBezTo>
                      <a:pt x="10687" y="61"/>
                      <a:pt x="9854" y="0"/>
                      <a:pt x="902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9" name="Google Shape;289;p16"/>
              <p:cNvSpPr/>
              <p:nvPr/>
            </p:nvSpPr>
            <p:spPr>
              <a:xfrm>
                <a:off x="3144650" y="1661975"/>
                <a:ext cx="80675" cy="37250"/>
              </a:xfrm>
              <a:custGeom>
                <a:avLst/>
                <a:gdLst/>
                <a:ahLst/>
                <a:cxnLst/>
                <a:rect l="l" t="t" r="r" b="b"/>
                <a:pathLst>
                  <a:path w="3227" h="1490" extrusionOk="0">
                    <a:moveTo>
                      <a:pt x="2922" y="287"/>
                    </a:moveTo>
                    <a:cubicBezTo>
                      <a:pt x="2887" y="597"/>
                      <a:pt x="2837" y="913"/>
                      <a:pt x="2737" y="1208"/>
                    </a:cubicBezTo>
                    <a:lnTo>
                      <a:pt x="298" y="1208"/>
                    </a:lnTo>
                    <a:cubicBezTo>
                      <a:pt x="334" y="918"/>
                      <a:pt x="480" y="643"/>
                      <a:pt x="718" y="468"/>
                    </a:cubicBezTo>
                    <a:cubicBezTo>
                      <a:pt x="904" y="332"/>
                      <a:pt x="1113" y="287"/>
                      <a:pt x="1339" y="287"/>
                    </a:cubicBezTo>
                    <a:close/>
                    <a:moveTo>
                      <a:pt x="1503" y="0"/>
                    </a:moveTo>
                    <a:cubicBezTo>
                      <a:pt x="1170" y="0"/>
                      <a:pt x="840" y="30"/>
                      <a:pt x="554" y="242"/>
                    </a:cubicBezTo>
                    <a:cubicBezTo>
                      <a:pt x="204" y="502"/>
                      <a:pt x="12" y="914"/>
                      <a:pt x="7" y="1349"/>
                    </a:cubicBezTo>
                    <a:cubicBezTo>
                      <a:pt x="1" y="1422"/>
                      <a:pt x="69" y="1490"/>
                      <a:pt x="148" y="1490"/>
                    </a:cubicBezTo>
                    <a:lnTo>
                      <a:pt x="2836" y="1490"/>
                    </a:lnTo>
                    <a:cubicBezTo>
                      <a:pt x="2904" y="1490"/>
                      <a:pt x="2954" y="1445"/>
                      <a:pt x="2971" y="1388"/>
                    </a:cubicBezTo>
                    <a:cubicBezTo>
                      <a:pt x="3118" y="993"/>
                      <a:pt x="3175" y="558"/>
                      <a:pt x="3220" y="146"/>
                    </a:cubicBezTo>
                    <a:cubicBezTo>
                      <a:pt x="3226" y="78"/>
                      <a:pt x="3190" y="35"/>
                      <a:pt x="3141" y="18"/>
                    </a:cubicBezTo>
                    <a:lnTo>
                      <a:pt x="3141" y="18"/>
                    </a:lnTo>
                    <a:cubicBezTo>
                      <a:pt x="3124" y="10"/>
                      <a:pt x="3103" y="5"/>
                      <a:pt x="3079" y="5"/>
                    </a:cubicBezTo>
                    <a:lnTo>
                      <a:pt x="1887" y="5"/>
                    </a:lnTo>
                    <a:cubicBezTo>
                      <a:pt x="1760" y="5"/>
                      <a:pt x="1631" y="0"/>
                      <a:pt x="150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0" name="Google Shape;290;p16"/>
              <p:cNvSpPr/>
              <p:nvPr/>
            </p:nvSpPr>
            <p:spPr>
              <a:xfrm>
                <a:off x="2530500" y="1926450"/>
                <a:ext cx="999750" cy="706000"/>
              </a:xfrm>
              <a:custGeom>
                <a:avLst/>
                <a:gdLst/>
                <a:ahLst/>
                <a:cxnLst/>
                <a:rect l="l" t="t" r="r" b="b"/>
                <a:pathLst>
                  <a:path w="39990" h="28240" extrusionOk="0">
                    <a:moveTo>
                      <a:pt x="23761" y="285"/>
                    </a:moveTo>
                    <a:cubicBezTo>
                      <a:pt x="24471" y="879"/>
                      <a:pt x="25245" y="1409"/>
                      <a:pt x="26018" y="1906"/>
                    </a:cubicBezTo>
                    <a:cubicBezTo>
                      <a:pt x="26831" y="2431"/>
                      <a:pt x="27667" y="2911"/>
                      <a:pt x="28531" y="3341"/>
                    </a:cubicBezTo>
                    <a:cubicBezTo>
                      <a:pt x="29418" y="3781"/>
                      <a:pt x="30316" y="4188"/>
                      <a:pt x="31169" y="4696"/>
                    </a:cubicBezTo>
                    <a:cubicBezTo>
                      <a:pt x="33394" y="6023"/>
                      <a:pt x="35427" y="7836"/>
                      <a:pt x="36669" y="10134"/>
                    </a:cubicBezTo>
                    <a:cubicBezTo>
                      <a:pt x="36883" y="10523"/>
                      <a:pt x="37080" y="10912"/>
                      <a:pt x="37199" y="11334"/>
                    </a:cubicBezTo>
                    <a:lnTo>
                      <a:pt x="37199" y="11334"/>
                    </a:lnTo>
                    <a:cubicBezTo>
                      <a:pt x="37199" y="11335"/>
                      <a:pt x="37200" y="11336"/>
                      <a:pt x="37200" y="11337"/>
                    </a:cubicBezTo>
                    <a:cubicBezTo>
                      <a:pt x="37200" y="11337"/>
                      <a:pt x="37200" y="11337"/>
                      <a:pt x="37200" y="11337"/>
                    </a:cubicBezTo>
                    <a:lnTo>
                      <a:pt x="37200" y="11337"/>
                    </a:lnTo>
                    <a:cubicBezTo>
                      <a:pt x="37200" y="11338"/>
                      <a:pt x="37200" y="11339"/>
                      <a:pt x="37201" y="11339"/>
                    </a:cubicBezTo>
                    <a:lnTo>
                      <a:pt x="37201" y="11339"/>
                    </a:lnTo>
                    <a:cubicBezTo>
                      <a:pt x="37483" y="12288"/>
                      <a:pt x="37697" y="13258"/>
                      <a:pt x="37912" y="14229"/>
                    </a:cubicBezTo>
                    <a:cubicBezTo>
                      <a:pt x="38471" y="16815"/>
                      <a:pt x="38894" y="19430"/>
                      <a:pt x="39199" y="22056"/>
                    </a:cubicBezTo>
                    <a:cubicBezTo>
                      <a:pt x="39431" y="24019"/>
                      <a:pt x="39598" y="25983"/>
                      <a:pt x="39700" y="27957"/>
                    </a:cubicBezTo>
                    <a:lnTo>
                      <a:pt x="296" y="27957"/>
                    </a:lnTo>
                    <a:cubicBezTo>
                      <a:pt x="480" y="24413"/>
                      <a:pt x="867" y="20880"/>
                      <a:pt x="1469" y="17386"/>
                    </a:cubicBezTo>
                    <a:cubicBezTo>
                      <a:pt x="1797" y="15516"/>
                      <a:pt x="2175" y="13641"/>
                      <a:pt x="2661" y="11806"/>
                    </a:cubicBezTo>
                    <a:cubicBezTo>
                      <a:pt x="2836" y="11162"/>
                      <a:pt x="3067" y="10592"/>
                      <a:pt x="3395" y="10010"/>
                    </a:cubicBezTo>
                    <a:cubicBezTo>
                      <a:pt x="4570" y="7909"/>
                      <a:pt x="6399" y="6215"/>
                      <a:pt x="8421" y="4939"/>
                    </a:cubicBezTo>
                    <a:cubicBezTo>
                      <a:pt x="9189" y="4459"/>
                      <a:pt x="9985" y="4035"/>
                      <a:pt x="10799" y="3657"/>
                    </a:cubicBezTo>
                    <a:cubicBezTo>
                      <a:pt x="11663" y="3262"/>
                      <a:pt x="12499" y="2815"/>
                      <a:pt x="13306" y="2324"/>
                    </a:cubicBezTo>
                    <a:cubicBezTo>
                      <a:pt x="14294" y="1731"/>
                      <a:pt x="15249" y="1076"/>
                      <a:pt x="16147" y="353"/>
                    </a:cubicBezTo>
                    <a:cubicBezTo>
                      <a:pt x="16175" y="332"/>
                      <a:pt x="16203" y="308"/>
                      <a:pt x="16230" y="285"/>
                    </a:cubicBezTo>
                    <a:close/>
                    <a:moveTo>
                      <a:pt x="16542" y="1"/>
                    </a:moveTo>
                    <a:cubicBezTo>
                      <a:pt x="16440" y="1"/>
                      <a:pt x="16339" y="1"/>
                      <a:pt x="16237" y="3"/>
                    </a:cubicBezTo>
                    <a:cubicBezTo>
                      <a:pt x="16079" y="3"/>
                      <a:pt x="15977" y="127"/>
                      <a:pt x="15853" y="223"/>
                    </a:cubicBezTo>
                    <a:cubicBezTo>
                      <a:pt x="14938" y="957"/>
                      <a:pt x="13956" y="1613"/>
                      <a:pt x="12945" y="2211"/>
                    </a:cubicBezTo>
                    <a:cubicBezTo>
                      <a:pt x="11414" y="3115"/>
                      <a:pt x="9760" y="3764"/>
                      <a:pt x="8257" y="4713"/>
                    </a:cubicBezTo>
                    <a:cubicBezTo>
                      <a:pt x="6286" y="5955"/>
                      <a:pt x="4508" y="7587"/>
                      <a:pt x="3305" y="9598"/>
                    </a:cubicBezTo>
                    <a:cubicBezTo>
                      <a:pt x="2955" y="10180"/>
                      <a:pt x="2650" y="10801"/>
                      <a:pt x="2463" y="11456"/>
                    </a:cubicBezTo>
                    <a:cubicBezTo>
                      <a:pt x="2057" y="12935"/>
                      <a:pt x="1735" y="14438"/>
                      <a:pt x="1447" y="15945"/>
                    </a:cubicBezTo>
                    <a:cubicBezTo>
                      <a:pt x="859" y="19018"/>
                      <a:pt x="447" y="22124"/>
                      <a:pt x="193" y="25241"/>
                    </a:cubicBezTo>
                    <a:cubicBezTo>
                      <a:pt x="114" y="26190"/>
                      <a:pt x="52" y="27144"/>
                      <a:pt x="7" y="28098"/>
                    </a:cubicBezTo>
                    <a:cubicBezTo>
                      <a:pt x="1" y="28172"/>
                      <a:pt x="74" y="28240"/>
                      <a:pt x="148" y="28240"/>
                    </a:cubicBezTo>
                    <a:lnTo>
                      <a:pt x="39849" y="28240"/>
                    </a:lnTo>
                    <a:cubicBezTo>
                      <a:pt x="39922" y="28240"/>
                      <a:pt x="39990" y="28172"/>
                      <a:pt x="39990" y="28098"/>
                    </a:cubicBezTo>
                    <a:cubicBezTo>
                      <a:pt x="39820" y="24733"/>
                      <a:pt x="39465" y="21378"/>
                      <a:pt x="38922" y="18052"/>
                    </a:cubicBezTo>
                    <a:cubicBezTo>
                      <a:pt x="38601" y="16098"/>
                      <a:pt x="38217" y="14144"/>
                      <a:pt x="37731" y="12218"/>
                    </a:cubicBezTo>
                    <a:cubicBezTo>
                      <a:pt x="37652" y="11902"/>
                      <a:pt x="37567" y="11580"/>
                      <a:pt x="37471" y="11264"/>
                    </a:cubicBezTo>
                    <a:cubicBezTo>
                      <a:pt x="37398" y="10987"/>
                      <a:pt x="37273" y="10716"/>
                      <a:pt x="37155" y="10462"/>
                    </a:cubicBezTo>
                    <a:cubicBezTo>
                      <a:pt x="36833" y="9779"/>
                      <a:pt x="36426" y="9140"/>
                      <a:pt x="35980" y="8542"/>
                    </a:cubicBezTo>
                    <a:cubicBezTo>
                      <a:pt x="34309" y="6322"/>
                      <a:pt x="31993" y="4662"/>
                      <a:pt x="29497" y="3487"/>
                    </a:cubicBezTo>
                    <a:cubicBezTo>
                      <a:pt x="28012" y="2793"/>
                      <a:pt x="26589" y="1991"/>
                      <a:pt x="25239" y="1048"/>
                    </a:cubicBezTo>
                    <a:cubicBezTo>
                      <a:pt x="24866" y="782"/>
                      <a:pt x="24499" y="511"/>
                      <a:pt x="24138" y="223"/>
                    </a:cubicBezTo>
                    <a:cubicBezTo>
                      <a:pt x="24070" y="172"/>
                      <a:pt x="24002" y="110"/>
                      <a:pt x="23929" y="60"/>
                    </a:cubicBezTo>
                    <a:cubicBezTo>
                      <a:pt x="23863" y="9"/>
                      <a:pt x="23792" y="1"/>
                      <a:pt x="23716" y="1"/>
                    </a:cubicBezTo>
                    <a:cubicBezTo>
                      <a:pt x="23681" y="1"/>
                      <a:pt x="23644" y="3"/>
                      <a:pt x="23607" y="3"/>
                    </a:cubicBezTo>
                    <a:lnTo>
                      <a:pt x="17152" y="3"/>
                    </a:lnTo>
                    <a:cubicBezTo>
                      <a:pt x="16949" y="3"/>
                      <a:pt x="16745" y="1"/>
                      <a:pt x="1654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91" name="Google Shape;291;p16"/>
            <p:cNvGrpSpPr/>
            <p:nvPr/>
          </p:nvGrpSpPr>
          <p:grpSpPr>
            <a:xfrm flipH="1">
              <a:off x="7826709" y="3672189"/>
              <a:ext cx="971457" cy="1160113"/>
              <a:chOff x="4245050" y="1417375"/>
              <a:chExt cx="999750" cy="1193900"/>
            </a:xfrm>
          </p:grpSpPr>
          <p:sp>
            <p:nvSpPr>
              <p:cNvPr id="292" name="Google Shape;292;p16"/>
              <p:cNvSpPr/>
              <p:nvPr/>
            </p:nvSpPr>
            <p:spPr>
              <a:xfrm>
                <a:off x="4339925" y="1417375"/>
                <a:ext cx="597075" cy="489400"/>
              </a:xfrm>
              <a:custGeom>
                <a:avLst/>
                <a:gdLst/>
                <a:ahLst/>
                <a:cxnLst/>
                <a:rect l="l" t="t" r="r" b="b"/>
                <a:pathLst>
                  <a:path w="23883" h="19576" extrusionOk="0">
                    <a:moveTo>
                      <a:pt x="19457" y="283"/>
                    </a:moveTo>
                    <a:cubicBezTo>
                      <a:pt x="20001" y="283"/>
                      <a:pt x="20540" y="344"/>
                      <a:pt x="21059" y="516"/>
                    </a:cubicBezTo>
                    <a:cubicBezTo>
                      <a:pt x="21330" y="606"/>
                      <a:pt x="21584" y="719"/>
                      <a:pt x="21833" y="855"/>
                    </a:cubicBezTo>
                    <a:cubicBezTo>
                      <a:pt x="22347" y="1148"/>
                      <a:pt x="22804" y="1544"/>
                      <a:pt x="23121" y="2052"/>
                    </a:cubicBezTo>
                    <a:cubicBezTo>
                      <a:pt x="23363" y="2453"/>
                      <a:pt x="23516" y="2905"/>
                      <a:pt x="23567" y="3373"/>
                    </a:cubicBezTo>
                    <a:cubicBezTo>
                      <a:pt x="23612" y="3780"/>
                      <a:pt x="23595" y="4198"/>
                      <a:pt x="23522" y="4604"/>
                    </a:cubicBezTo>
                    <a:cubicBezTo>
                      <a:pt x="23482" y="4842"/>
                      <a:pt x="23431" y="5073"/>
                      <a:pt x="23290" y="5276"/>
                    </a:cubicBezTo>
                    <a:cubicBezTo>
                      <a:pt x="23109" y="5525"/>
                      <a:pt x="22816" y="5689"/>
                      <a:pt x="22511" y="5723"/>
                    </a:cubicBezTo>
                    <a:cubicBezTo>
                      <a:pt x="21568" y="5830"/>
                      <a:pt x="20602" y="5847"/>
                      <a:pt x="19647" y="5886"/>
                    </a:cubicBezTo>
                    <a:cubicBezTo>
                      <a:pt x="18597" y="5926"/>
                      <a:pt x="17541" y="5960"/>
                      <a:pt x="16491" y="6005"/>
                    </a:cubicBezTo>
                    <a:cubicBezTo>
                      <a:pt x="16135" y="6022"/>
                      <a:pt x="15779" y="6039"/>
                      <a:pt x="15423" y="6073"/>
                    </a:cubicBezTo>
                    <a:cubicBezTo>
                      <a:pt x="15039" y="6107"/>
                      <a:pt x="14683" y="6197"/>
                      <a:pt x="14401" y="6479"/>
                    </a:cubicBezTo>
                    <a:cubicBezTo>
                      <a:pt x="13921" y="6959"/>
                      <a:pt x="13797" y="7727"/>
                      <a:pt x="13802" y="8388"/>
                    </a:cubicBezTo>
                    <a:cubicBezTo>
                      <a:pt x="13802" y="8416"/>
                      <a:pt x="13802" y="8450"/>
                      <a:pt x="13802" y="8484"/>
                    </a:cubicBezTo>
                    <a:cubicBezTo>
                      <a:pt x="13803" y="8485"/>
                      <a:pt x="13803" y="8486"/>
                      <a:pt x="13803" y="8487"/>
                    </a:cubicBezTo>
                    <a:lnTo>
                      <a:pt x="13803" y="8487"/>
                    </a:lnTo>
                    <a:cubicBezTo>
                      <a:pt x="13772" y="8539"/>
                      <a:pt x="13756" y="8623"/>
                      <a:pt x="13735" y="8682"/>
                    </a:cubicBezTo>
                    <a:lnTo>
                      <a:pt x="13368" y="9681"/>
                    </a:lnTo>
                    <a:cubicBezTo>
                      <a:pt x="13243" y="10031"/>
                      <a:pt x="13113" y="10382"/>
                      <a:pt x="12989" y="10732"/>
                    </a:cubicBezTo>
                    <a:cubicBezTo>
                      <a:pt x="12938" y="10856"/>
                      <a:pt x="12871" y="10980"/>
                      <a:pt x="12871" y="11116"/>
                    </a:cubicBezTo>
                    <a:lnTo>
                      <a:pt x="12871" y="13104"/>
                    </a:lnTo>
                    <a:lnTo>
                      <a:pt x="12871" y="14617"/>
                    </a:lnTo>
                    <a:lnTo>
                      <a:pt x="12871" y="14881"/>
                    </a:lnTo>
                    <a:lnTo>
                      <a:pt x="12871" y="14881"/>
                    </a:lnTo>
                    <a:cubicBezTo>
                      <a:pt x="11283" y="14606"/>
                      <a:pt x="9793" y="13925"/>
                      <a:pt x="8618" y="12804"/>
                    </a:cubicBezTo>
                    <a:cubicBezTo>
                      <a:pt x="7669" y="11901"/>
                      <a:pt x="6952" y="10766"/>
                      <a:pt x="6455" y="9557"/>
                    </a:cubicBezTo>
                    <a:cubicBezTo>
                      <a:pt x="6218" y="8975"/>
                      <a:pt x="6026" y="8371"/>
                      <a:pt x="5890" y="7756"/>
                    </a:cubicBezTo>
                    <a:cubicBezTo>
                      <a:pt x="5877" y="7687"/>
                      <a:pt x="5822" y="7656"/>
                      <a:pt x="5763" y="7656"/>
                    </a:cubicBezTo>
                    <a:cubicBezTo>
                      <a:pt x="5724" y="7656"/>
                      <a:pt x="5684" y="7669"/>
                      <a:pt x="5653" y="7693"/>
                    </a:cubicBezTo>
                    <a:cubicBezTo>
                      <a:pt x="5156" y="8106"/>
                      <a:pt x="5422" y="8851"/>
                      <a:pt x="5580" y="9365"/>
                    </a:cubicBezTo>
                    <a:cubicBezTo>
                      <a:pt x="5761" y="9947"/>
                      <a:pt x="5958" y="10523"/>
                      <a:pt x="6139" y="11099"/>
                    </a:cubicBezTo>
                    <a:cubicBezTo>
                      <a:pt x="6647" y="12686"/>
                      <a:pt x="7110" y="14295"/>
                      <a:pt x="7381" y="15939"/>
                    </a:cubicBezTo>
                    <a:cubicBezTo>
                      <a:pt x="7522" y="16791"/>
                      <a:pt x="7610" y="17663"/>
                      <a:pt x="7564" y="18532"/>
                    </a:cubicBezTo>
                    <a:lnTo>
                      <a:pt x="7564" y="18532"/>
                    </a:lnTo>
                    <a:cubicBezTo>
                      <a:pt x="6953" y="18616"/>
                      <a:pt x="6337" y="18695"/>
                      <a:pt x="5727" y="18779"/>
                    </a:cubicBezTo>
                    <a:cubicBezTo>
                      <a:pt x="4682" y="18915"/>
                      <a:pt x="3643" y="19056"/>
                      <a:pt x="2598" y="19191"/>
                    </a:cubicBezTo>
                    <a:cubicBezTo>
                      <a:pt x="2407" y="19218"/>
                      <a:pt x="2219" y="19245"/>
                      <a:pt x="2030" y="19271"/>
                    </a:cubicBezTo>
                    <a:lnTo>
                      <a:pt x="2030" y="19271"/>
                    </a:lnTo>
                    <a:cubicBezTo>
                      <a:pt x="2070" y="18715"/>
                      <a:pt x="2053" y="18155"/>
                      <a:pt x="2028" y="17599"/>
                    </a:cubicBezTo>
                    <a:cubicBezTo>
                      <a:pt x="1954" y="16136"/>
                      <a:pt x="1717" y="14674"/>
                      <a:pt x="1311" y="13267"/>
                    </a:cubicBezTo>
                    <a:cubicBezTo>
                      <a:pt x="1079" y="12482"/>
                      <a:pt x="785" y="11720"/>
                      <a:pt x="622" y="10918"/>
                    </a:cubicBezTo>
                    <a:cubicBezTo>
                      <a:pt x="497" y="10331"/>
                      <a:pt x="430" y="9732"/>
                      <a:pt x="475" y="9139"/>
                    </a:cubicBezTo>
                    <a:cubicBezTo>
                      <a:pt x="531" y="8332"/>
                      <a:pt x="847" y="7558"/>
                      <a:pt x="1503" y="7055"/>
                    </a:cubicBezTo>
                    <a:cubicBezTo>
                      <a:pt x="2118" y="6578"/>
                      <a:pt x="2869" y="6404"/>
                      <a:pt x="3631" y="6404"/>
                    </a:cubicBezTo>
                    <a:cubicBezTo>
                      <a:pt x="4114" y="6404"/>
                      <a:pt x="4601" y="6474"/>
                      <a:pt x="5060" y="6581"/>
                    </a:cubicBezTo>
                    <a:cubicBezTo>
                      <a:pt x="5224" y="6620"/>
                      <a:pt x="5382" y="6660"/>
                      <a:pt x="5546" y="6711"/>
                    </a:cubicBezTo>
                    <a:cubicBezTo>
                      <a:pt x="5557" y="6714"/>
                      <a:pt x="5569" y="6715"/>
                      <a:pt x="5580" y="6715"/>
                    </a:cubicBezTo>
                    <a:cubicBezTo>
                      <a:pt x="5656" y="6715"/>
                      <a:pt x="5732" y="6654"/>
                      <a:pt x="5727" y="6575"/>
                    </a:cubicBezTo>
                    <a:cubicBezTo>
                      <a:pt x="5670" y="5491"/>
                      <a:pt x="5845" y="4378"/>
                      <a:pt x="6337" y="3407"/>
                    </a:cubicBezTo>
                    <a:cubicBezTo>
                      <a:pt x="6698" y="2690"/>
                      <a:pt x="7223" y="2063"/>
                      <a:pt x="7867" y="1589"/>
                    </a:cubicBezTo>
                    <a:cubicBezTo>
                      <a:pt x="8601" y="1047"/>
                      <a:pt x="9460" y="691"/>
                      <a:pt x="10358" y="521"/>
                    </a:cubicBezTo>
                    <a:cubicBezTo>
                      <a:pt x="10815" y="442"/>
                      <a:pt x="11272" y="420"/>
                      <a:pt x="11735" y="408"/>
                    </a:cubicBezTo>
                    <a:cubicBezTo>
                      <a:pt x="12712" y="397"/>
                      <a:pt x="13684" y="380"/>
                      <a:pt x="14661" y="363"/>
                    </a:cubicBezTo>
                    <a:cubicBezTo>
                      <a:pt x="15858" y="341"/>
                      <a:pt x="17055" y="324"/>
                      <a:pt x="18253" y="301"/>
                    </a:cubicBezTo>
                    <a:cubicBezTo>
                      <a:pt x="18608" y="295"/>
                      <a:pt x="18964" y="290"/>
                      <a:pt x="19314" y="284"/>
                    </a:cubicBezTo>
                    <a:cubicBezTo>
                      <a:pt x="19362" y="283"/>
                      <a:pt x="19410" y="283"/>
                      <a:pt x="19457" y="283"/>
                    </a:cubicBezTo>
                    <a:close/>
                    <a:moveTo>
                      <a:pt x="19551" y="1"/>
                    </a:moveTo>
                    <a:cubicBezTo>
                      <a:pt x="19515" y="1"/>
                      <a:pt x="19480" y="1"/>
                      <a:pt x="19444" y="2"/>
                    </a:cubicBezTo>
                    <a:cubicBezTo>
                      <a:pt x="19162" y="7"/>
                      <a:pt x="18879" y="13"/>
                      <a:pt x="18597" y="13"/>
                    </a:cubicBezTo>
                    <a:cubicBezTo>
                      <a:pt x="17422" y="36"/>
                      <a:pt x="16248" y="53"/>
                      <a:pt x="15067" y="75"/>
                    </a:cubicBezTo>
                    <a:cubicBezTo>
                      <a:pt x="14011" y="92"/>
                      <a:pt x="12950" y="109"/>
                      <a:pt x="11888" y="126"/>
                    </a:cubicBezTo>
                    <a:cubicBezTo>
                      <a:pt x="11566" y="132"/>
                      <a:pt x="11239" y="132"/>
                      <a:pt x="10911" y="166"/>
                    </a:cubicBezTo>
                    <a:cubicBezTo>
                      <a:pt x="9900" y="262"/>
                      <a:pt x="8906" y="578"/>
                      <a:pt x="8048" y="1126"/>
                    </a:cubicBezTo>
                    <a:cubicBezTo>
                      <a:pt x="7376" y="1549"/>
                      <a:pt x="6800" y="2114"/>
                      <a:pt x="6371" y="2780"/>
                    </a:cubicBezTo>
                    <a:cubicBezTo>
                      <a:pt x="5823" y="3627"/>
                      <a:pt x="5535" y="4627"/>
                      <a:pt x="5450" y="5627"/>
                    </a:cubicBezTo>
                    <a:cubicBezTo>
                      <a:pt x="5432" y="5879"/>
                      <a:pt x="5428" y="6131"/>
                      <a:pt x="5436" y="6383"/>
                    </a:cubicBezTo>
                    <a:lnTo>
                      <a:pt x="5436" y="6383"/>
                    </a:lnTo>
                    <a:cubicBezTo>
                      <a:pt x="4858" y="6227"/>
                      <a:pt x="4237" y="6120"/>
                      <a:pt x="3624" y="6120"/>
                    </a:cubicBezTo>
                    <a:cubicBezTo>
                      <a:pt x="2921" y="6120"/>
                      <a:pt x="2228" y="6261"/>
                      <a:pt x="1621" y="6632"/>
                    </a:cubicBezTo>
                    <a:cubicBezTo>
                      <a:pt x="915" y="7067"/>
                      <a:pt x="441" y="7756"/>
                      <a:pt x="271" y="8563"/>
                    </a:cubicBezTo>
                    <a:cubicBezTo>
                      <a:pt x="0" y="9834"/>
                      <a:pt x="328" y="11189"/>
                      <a:pt x="729" y="12398"/>
                    </a:cubicBezTo>
                    <a:cubicBezTo>
                      <a:pt x="1006" y="13217"/>
                      <a:pt x="1243" y="14041"/>
                      <a:pt x="1412" y="14888"/>
                    </a:cubicBezTo>
                    <a:cubicBezTo>
                      <a:pt x="1553" y="15605"/>
                      <a:pt x="1655" y="16328"/>
                      <a:pt x="1711" y="17057"/>
                    </a:cubicBezTo>
                    <a:cubicBezTo>
                      <a:pt x="1774" y="17842"/>
                      <a:pt x="1768" y="18615"/>
                      <a:pt x="1740" y="19400"/>
                    </a:cubicBezTo>
                    <a:cubicBezTo>
                      <a:pt x="1740" y="19412"/>
                      <a:pt x="1734" y="19423"/>
                      <a:pt x="1734" y="19434"/>
                    </a:cubicBezTo>
                    <a:cubicBezTo>
                      <a:pt x="1729" y="19500"/>
                      <a:pt x="1802" y="19576"/>
                      <a:pt x="1868" y="19576"/>
                    </a:cubicBezTo>
                    <a:cubicBezTo>
                      <a:pt x="1871" y="19576"/>
                      <a:pt x="1873" y="19576"/>
                      <a:pt x="1875" y="19575"/>
                    </a:cubicBezTo>
                    <a:cubicBezTo>
                      <a:pt x="2536" y="19485"/>
                      <a:pt x="3191" y="19395"/>
                      <a:pt x="3846" y="19310"/>
                    </a:cubicBezTo>
                    <a:cubicBezTo>
                      <a:pt x="4891" y="19169"/>
                      <a:pt x="5936" y="19033"/>
                      <a:pt x="6975" y="18892"/>
                    </a:cubicBezTo>
                    <a:cubicBezTo>
                      <a:pt x="7218" y="18858"/>
                      <a:pt x="7455" y="18830"/>
                      <a:pt x="7698" y="18796"/>
                    </a:cubicBezTo>
                    <a:cubicBezTo>
                      <a:pt x="7777" y="18785"/>
                      <a:pt x="7833" y="18740"/>
                      <a:pt x="7839" y="18655"/>
                    </a:cubicBezTo>
                    <a:cubicBezTo>
                      <a:pt x="7895" y="17864"/>
                      <a:pt x="7828" y="17074"/>
                      <a:pt x="7720" y="16294"/>
                    </a:cubicBezTo>
                    <a:cubicBezTo>
                      <a:pt x="7602" y="15447"/>
                      <a:pt x="7421" y="14611"/>
                      <a:pt x="7212" y="13787"/>
                    </a:cubicBezTo>
                    <a:cubicBezTo>
                      <a:pt x="6856" y="12364"/>
                      <a:pt x="6399" y="10980"/>
                      <a:pt x="5947" y="9585"/>
                    </a:cubicBezTo>
                    <a:cubicBezTo>
                      <a:pt x="5874" y="9359"/>
                      <a:pt x="5800" y="9128"/>
                      <a:pt x="5738" y="8896"/>
                    </a:cubicBezTo>
                    <a:cubicBezTo>
                      <a:pt x="5673" y="8663"/>
                      <a:pt x="5607" y="8371"/>
                      <a:pt x="5690" y="8135"/>
                    </a:cubicBezTo>
                    <a:lnTo>
                      <a:pt x="5690" y="8135"/>
                    </a:lnTo>
                    <a:cubicBezTo>
                      <a:pt x="5953" y="9194"/>
                      <a:pt x="6379" y="10227"/>
                      <a:pt x="6947" y="11161"/>
                    </a:cubicBezTo>
                    <a:cubicBezTo>
                      <a:pt x="7720" y="12432"/>
                      <a:pt x="8788" y="13522"/>
                      <a:pt x="10103" y="14233"/>
                    </a:cubicBezTo>
                    <a:cubicBezTo>
                      <a:pt x="10996" y="14724"/>
                      <a:pt x="11973" y="15029"/>
                      <a:pt x="12978" y="15182"/>
                    </a:cubicBezTo>
                    <a:cubicBezTo>
                      <a:pt x="12989" y="15184"/>
                      <a:pt x="13001" y="15185"/>
                      <a:pt x="13012" y="15185"/>
                    </a:cubicBezTo>
                    <a:cubicBezTo>
                      <a:pt x="13088" y="15185"/>
                      <a:pt x="13153" y="15135"/>
                      <a:pt x="13153" y="15046"/>
                    </a:cubicBezTo>
                    <a:lnTo>
                      <a:pt x="13153" y="13651"/>
                    </a:lnTo>
                    <a:lnTo>
                      <a:pt x="13153" y="11376"/>
                    </a:lnTo>
                    <a:cubicBezTo>
                      <a:pt x="13153" y="11287"/>
                      <a:pt x="13158" y="11198"/>
                      <a:pt x="13153" y="11104"/>
                    </a:cubicBezTo>
                    <a:lnTo>
                      <a:pt x="13153" y="11104"/>
                    </a:lnTo>
                    <a:cubicBezTo>
                      <a:pt x="13153" y="11104"/>
                      <a:pt x="13153" y="11104"/>
                      <a:pt x="13153" y="11104"/>
                    </a:cubicBezTo>
                    <a:cubicBezTo>
                      <a:pt x="13153" y="11104"/>
                      <a:pt x="13153" y="11104"/>
                      <a:pt x="13153" y="11104"/>
                    </a:cubicBezTo>
                    <a:lnTo>
                      <a:pt x="13153" y="11104"/>
                    </a:lnTo>
                    <a:cubicBezTo>
                      <a:pt x="13153" y="11104"/>
                      <a:pt x="13153" y="11104"/>
                      <a:pt x="13153" y="11104"/>
                    </a:cubicBezTo>
                    <a:lnTo>
                      <a:pt x="13153" y="11104"/>
                    </a:lnTo>
                    <a:cubicBezTo>
                      <a:pt x="13158" y="11094"/>
                      <a:pt x="13160" y="11086"/>
                      <a:pt x="13160" y="11080"/>
                    </a:cubicBezTo>
                    <a:lnTo>
                      <a:pt x="13160" y="11080"/>
                    </a:lnTo>
                    <a:cubicBezTo>
                      <a:pt x="13158" y="11088"/>
                      <a:pt x="13156" y="11096"/>
                      <a:pt x="13153" y="11104"/>
                    </a:cubicBezTo>
                    <a:lnTo>
                      <a:pt x="13153" y="11104"/>
                    </a:lnTo>
                    <a:cubicBezTo>
                      <a:pt x="13153" y="11102"/>
                      <a:pt x="13153" y="11100"/>
                      <a:pt x="13153" y="11099"/>
                    </a:cubicBezTo>
                    <a:cubicBezTo>
                      <a:pt x="13153" y="11079"/>
                      <a:pt x="13156" y="11071"/>
                      <a:pt x="13158" y="11071"/>
                    </a:cubicBezTo>
                    <a:lnTo>
                      <a:pt x="13158" y="11071"/>
                    </a:lnTo>
                    <a:cubicBezTo>
                      <a:pt x="13160" y="11071"/>
                      <a:pt x="13161" y="11075"/>
                      <a:pt x="13160" y="11080"/>
                    </a:cubicBezTo>
                    <a:lnTo>
                      <a:pt x="13160" y="11080"/>
                    </a:lnTo>
                    <a:cubicBezTo>
                      <a:pt x="13164" y="11070"/>
                      <a:pt x="13167" y="11060"/>
                      <a:pt x="13170" y="11054"/>
                    </a:cubicBezTo>
                    <a:cubicBezTo>
                      <a:pt x="13272" y="10777"/>
                      <a:pt x="13368" y="10500"/>
                      <a:pt x="13469" y="10223"/>
                    </a:cubicBezTo>
                    <a:lnTo>
                      <a:pt x="13881" y="9094"/>
                    </a:lnTo>
                    <a:cubicBezTo>
                      <a:pt x="13932" y="8958"/>
                      <a:pt x="13983" y="8823"/>
                      <a:pt x="14028" y="8693"/>
                    </a:cubicBezTo>
                    <a:cubicBezTo>
                      <a:pt x="14051" y="8631"/>
                      <a:pt x="14085" y="8569"/>
                      <a:pt x="14090" y="8507"/>
                    </a:cubicBezTo>
                    <a:cubicBezTo>
                      <a:pt x="14102" y="8326"/>
                      <a:pt x="14085" y="8140"/>
                      <a:pt x="14102" y="7953"/>
                    </a:cubicBezTo>
                    <a:cubicBezTo>
                      <a:pt x="14136" y="7603"/>
                      <a:pt x="14220" y="7242"/>
                      <a:pt x="14401" y="6937"/>
                    </a:cubicBezTo>
                    <a:cubicBezTo>
                      <a:pt x="14599" y="6609"/>
                      <a:pt x="14909" y="6406"/>
                      <a:pt x="15288" y="6366"/>
                    </a:cubicBezTo>
                    <a:cubicBezTo>
                      <a:pt x="15615" y="6332"/>
                      <a:pt x="15948" y="6316"/>
                      <a:pt x="16276" y="6299"/>
                    </a:cubicBezTo>
                    <a:cubicBezTo>
                      <a:pt x="17309" y="6248"/>
                      <a:pt x="18349" y="6220"/>
                      <a:pt x="19382" y="6174"/>
                    </a:cubicBezTo>
                    <a:cubicBezTo>
                      <a:pt x="20376" y="6140"/>
                      <a:pt x="21370" y="6107"/>
                      <a:pt x="22364" y="6016"/>
                    </a:cubicBezTo>
                    <a:cubicBezTo>
                      <a:pt x="22646" y="5994"/>
                      <a:pt x="22917" y="5937"/>
                      <a:pt x="23160" y="5779"/>
                    </a:cubicBezTo>
                    <a:cubicBezTo>
                      <a:pt x="23414" y="5610"/>
                      <a:pt x="23606" y="5361"/>
                      <a:pt x="23708" y="5067"/>
                    </a:cubicBezTo>
                    <a:cubicBezTo>
                      <a:pt x="23832" y="4689"/>
                      <a:pt x="23872" y="4249"/>
                      <a:pt x="23872" y="3853"/>
                    </a:cubicBezTo>
                    <a:cubicBezTo>
                      <a:pt x="23883" y="2837"/>
                      <a:pt x="23505" y="1860"/>
                      <a:pt x="22748" y="1171"/>
                    </a:cubicBezTo>
                    <a:cubicBezTo>
                      <a:pt x="22511" y="956"/>
                      <a:pt x="22251" y="770"/>
                      <a:pt x="21974" y="612"/>
                    </a:cubicBezTo>
                    <a:cubicBezTo>
                      <a:pt x="21973" y="611"/>
                      <a:pt x="21973" y="611"/>
                      <a:pt x="21972" y="610"/>
                    </a:cubicBezTo>
                    <a:lnTo>
                      <a:pt x="21972" y="610"/>
                    </a:lnTo>
                    <a:cubicBezTo>
                      <a:pt x="21230" y="194"/>
                      <a:pt x="20395" y="1"/>
                      <a:pt x="19551"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3" name="Google Shape;293;p16"/>
              <p:cNvSpPr/>
              <p:nvPr/>
            </p:nvSpPr>
            <p:spPr>
              <a:xfrm>
                <a:off x="4661250" y="1558750"/>
                <a:ext cx="292000" cy="353675"/>
              </a:xfrm>
              <a:custGeom>
                <a:avLst/>
                <a:gdLst/>
                <a:ahLst/>
                <a:cxnLst/>
                <a:rect l="l" t="t" r="r" b="b"/>
                <a:pathLst>
                  <a:path w="11680" h="14147" extrusionOk="0">
                    <a:moveTo>
                      <a:pt x="9845" y="317"/>
                    </a:moveTo>
                    <a:lnTo>
                      <a:pt x="9845" y="317"/>
                    </a:lnTo>
                    <a:cubicBezTo>
                      <a:pt x="9934" y="775"/>
                      <a:pt x="9934" y="1238"/>
                      <a:pt x="9934" y="1705"/>
                    </a:cubicBezTo>
                    <a:lnTo>
                      <a:pt x="9934" y="2366"/>
                    </a:lnTo>
                    <a:cubicBezTo>
                      <a:pt x="9934" y="2468"/>
                      <a:pt x="9900" y="2643"/>
                      <a:pt x="9974" y="2722"/>
                    </a:cubicBezTo>
                    <a:cubicBezTo>
                      <a:pt x="10064" y="2818"/>
                      <a:pt x="10188" y="2891"/>
                      <a:pt x="10284" y="2970"/>
                    </a:cubicBezTo>
                    <a:cubicBezTo>
                      <a:pt x="10465" y="3111"/>
                      <a:pt x="10646" y="3258"/>
                      <a:pt x="10827" y="3399"/>
                    </a:cubicBezTo>
                    <a:cubicBezTo>
                      <a:pt x="10934" y="3484"/>
                      <a:pt x="11041" y="3569"/>
                      <a:pt x="11149" y="3654"/>
                    </a:cubicBezTo>
                    <a:cubicBezTo>
                      <a:pt x="11318" y="3795"/>
                      <a:pt x="11386" y="4015"/>
                      <a:pt x="11256" y="4207"/>
                    </a:cubicBezTo>
                    <a:cubicBezTo>
                      <a:pt x="11120" y="4410"/>
                      <a:pt x="10894" y="4416"/>
                      <a:pt x="10680" y="4416"/>
                    </a:cubicBezTo>
                    <a:lnTo>
                      <a:pt x="10076" y="4416"/>
                    </a:lnTo>
                    <a:cubicBezTo>
                      <a:pt x="9996" y="4416"/>
                      <a:pt x="9934" y="4478"/>
                      <a:pt x="9934" y="4557"/>
                    </a:cubicBezTo>
                    <a:lnTo>
                      <a:pt x="9934" y="5404"/>
                    </a:lnTo>
                    <a:cubicBezTo>
                      <a:pt x="9934" y="5715"/>
                      <a:pt x="9946" y="6031"/>
                      <a:pt x="9917" y="6342"/>
                    </a:cubicBezTo>
                    <a:cubicBezTo>
                      <a:pt x="9810" y="7398"/>
                      <a:pt x="9155" y="8358"/>
                      <a:pt x="8218" y="8866"/>
                    </a:cubicBezTo>
                    <a:cubicBezTo>
                      <a:pt x="7709" y="9143"/>
                      <a:pt x="7150" y="9250"/>
                      <a:pt x="6569" y="9250"/>
                    </a:cubicBezTo>
                    <a:cubicBezTo>
                      <a:pt x="6495" y="9250"/>
                      <a:pt x="6427" y="9318"/>
                      <a:pt x="6427" y="9391"/>
                    </a:cubicBezTo>
                    <a:lnTo>
                      <a:pt x="6427" y="10944"/>
                    </a:lnTo>
                    <a:lnTo>
                      <a:pt x="6427" y="13435"/>
                    </a:lnTo>
                    <a:lnTo>
                      <a:pt x="6427" y="13864"/>
                    </a:lnTo>
                    <a:lnTo>
                      <a:pt x="300" y="13864"/>
                    </a:lnTo>
                    <a:lnTo>
                      <a:pt x="300" y="12463"/>
                    </a:lnTo>
                    <a:lnTo>
                      <a:pt x="300" y="9979"/>
                    </a:lnTo>
                    <a:lnTo>
                      <a:pt x="300" y="8691"/>
                    </a:lnTo>
                    <a:lnTo>
                      <a:pt x="300" y="6748"/>
                    </a:lnTo>
                    <a:lnTo>
                      <a:pt x="300" y="5653"/>
                    </a:lnTo>
                    <a:cubicBezTo>
                      <a:pt x="300" y="5588"/>
                      <a:pt x="320" y="5494"/>
                      <a:pt x="303" y="5431"/>
                    </a:cubicBezTo>
                    <a:lnTo>
                      <a:pt x="303" y="5431"/>
                    </a:lnTo>
                    <a:cubicBezTo>
                      <a:pt x="304" y="5430"/>
                      <a:pt x="305" y="5428"/>
                      <a:pt x="306" y="5427"/>
                    </a:cubicBezTo>
                    <a:cubicBezTo>
                      <a:pt x="323" y="5399"/>
                      <a:pt x="328" y="5359"/>
                      <a:pt x="340" y="5325"/>
                    </a:cubicBezTo>
                    <a:cubicBezTo>
                      <a:pt x="599" y="4614"/>
                      <a:pt x="859" y="3902"/>
                      <a:pt x="1119" y="3191"/>
                    </a:cubicBezTo>
                    <a:cubicBezTo>
                      <a:pt x="1175" y="3049"/>
                      <a:pt x="1237" y="2925"/>
                      <a:pt x="1232" y="2773"/>
                    </a:cubicBezTo>
                    <a:cubicBezTo>
                      <a:pt x="1226" y="2479"/>
                      <a:pt x="1249" y="2185"/>
                      <a:pt x="1317" y="1897"/>
                    </a:cubicBezTo>
                    <a:cubicBezTo>
                      <a:pt x="1401" y="1525"/>
                      <a:pt x="1565" y="1135"/>
                      <a:pt x="1887" y="903"/>
                    </a:cubicBezTo>
                    <a:cubicBezTo>
                      <a:pt x="2181" y="700"/>
                      <a:pt x="2542" y="694"/>
                      <a:pt x="2881" y="677"/>
                    </a:cubicBezTo>
                    <a:cubicBezTo>
                      <a:pt x="3903" y="610"/>
                      <a:pt x="4925" y="581"/>
                      <a:pt x="5947" y="542"/>
                    </a:cubicBezTo>
                    <a:cubicBezTo>
                      <a:pt x="7049" y="502"/>
                      <a:pt x="8150" y="469"/>
                      <a:pt x="9245" y="384"/>
                    </a:cubicBezTo>
                    <a:cubicBezTo>
                      <a:pt x="9444" y="370"/>
                      <a:pt x="9649" y="360"/>
                      <a:pt x="9845" y="317"/>
                    </a:cubicBezTo>
                    <a:close/>
                    <a:moveTo>
                      <a:pt x="9952" y="0"/>
                    </a:moveTo>
                    <a:cubicBezTo>
                      <a:pt x="9940" y="0"/>
                      <a:pt x="9929" y="2"/>
                      <a:pt x="9917" y="5"/>
                    </a:cubicBezTo>
                    <a:cubicBezTo>
                      <a:pt x="9680" y="85"/>
                      <a:pt x="9420" y="90"/>
                      <a:pt x="9172" y="107"/>
                    </a:cubicBezTo>
                    <a:cubicBezTo>
                      <a:pt x="8929" y="124"/>
                      <a:pt x="8686" y="141"/>
                      <a:pt x="8443" y="152"/>
                    </a:cubicBezTo>
                    <a:cubicBezTo>
                      <a:pt x="7873" y="186"/>
                      <a:pt x="7303" y="209"/>
                      <a:pt x="6732" y="231"/>
                    </a:cubicBezTo>
                    <a:cubicBezTo>
                      <a:pt x="5620" y="277"/>
                      <a:pt x="4502" y="310"/>
                      <a:pt x="3389" y="361"/>
                    </a:cubicBezTo>
                    <a:cubicBezTo>
                      <a:pt x="3050" y="378"/>
                      <a:pt x="2711" y="395"/>
                      <a:pt x="2378" y="435"/>
                    </a:cubicBezTo>
                    <a:cubicBezTo>
                      <a:pt x="1909" y="491"/>
                      <a:pt x="1531" y="751"/>
                      <a:pt x="1294" y="1157"/>
                    </a:cubicBezTo>
                    <a:cubicBezTo>
                      <a:pt x="1096" y="1508"/>
                      <a:pt x="1006" y="1909"/>
                      <a:pt x="966" y="2310"/>
                    </a:cubicBezTo>
                    <a:cubicBezTo>
                      <a:pt x="955" y="2445"/>
                      <a:pt x="949" y="2581"/>
                      <a:pt x="949" y="2722"/>
                    </a:cubicBezTo>
                    <a:cubicBezTo>
                      <a:pt x="949" y="2756"/>
                      <a:pt x="944" y="2795"/>
                      <a:pt x="949" y="2829"/>
                    </a:cubicBezTo>
                    <a:cubicBezTo>
                      <a:pt x="949" y="2829"/>
                      <a:pt x="950" y="2830"/>
                      <a:pt x="950" y="2830"/>
                    </a:cubicBezTo>
                    <a:lnTo>
                      <a:pt x="950" y="2830"/>
                    </a:lnTo>
                    <a:cubicBezTo>
                      <a:pt x="908" y="2885"/>
                      <a:pt x="892" y="3001"/>
                      <a:pt x="865" y="3066"/>
                    </a:cubicBezTo>
                    <a:cubicBezTo>
                      <a:pt x="808" y="3236"/>
                      <a:pt x="746" y="3399"/>
                      <a:pt x="684" y="3569"/>
                    </a:cubicBezTo>
                    <a:cubicBezTo>
                      <a:pt x="537" y="3976"/>
                      <a:pt x="385" y="4382"/>
                      <a:pt x="238" y="4789"/>
                    </a:cubicBezTo>
                    <a:cubicBezTo>
                      <a:pt x="187" y="4936"/>
                      <a:pt x="131" y="5082"/>
                      <a:pt x="80" y="5229"/>
                    </a:cubicBezTo>
                    <a:cubicBezTo>
                      <a:pt x="57" y="5286"/>
                      <a:pt x="23" y="5348"/>
                      <a:pt x="18" y="5410"/>
                    </a:cubicBezTo>
                    <a:cubicBezTo>
                      <a:pt x="1" y="5625"/>
                      <a:pt x="18" y="5845"/>
                      <a:pt x="18" y="6059"/>
                    </a:cubicBezTo>
                    <a:lnTo>
                      <a:pt x="18" y="8459"/>
                    </a:lnTo>
                    <a:lnTo>
                      <a:pt x="18" y="9578"/>
                    </a:lnTo>
                    <a:lnTo>
                      <a:pt x="18" y="11780"/>
                    </a:lnTo>
                    <a:lnTo>
                      <a:pt x="18" y="13887"/>
                    </a:lnTo>
                    <a:lnTo>
                      <a:pt x="18" y="14005"/>
                    </a:lnTo>
                    <a:cubicBezTo>
                      <a:pt x="18" y="14079"/>
                      <a:pt x="85" y="14146"/>
                      <a:pt x="159" y="14146"/>
                    </a:cubicBezTo>
                    <a:lnTo>
                      <a:pt x="6569" y="14146"/>
                    </a:lnTo>
                    <a:cubicBezTo>
                      <a:pt x="6627" y="14146"/>
                      <a:pt x="6668" y="14118"/>
                      <a:pt x="6689" y="14079"/>
                    </a:cubicBezTo>
                    <a:lnTo>
                      <a:pt x="6689" y="14079"/>
                    </a:lnTo>
                    <a:cubicBezTo>
                      <a:pt x="6702" y="14060"/>
                      <a:pt x="6710" y="14035"/>
                      <a:pt x="6710" y="14005"/>
                    </a:cubicBezTo>
                    <a:lnTo>
                      <a:pt x="6710" y="12452"/>
                    </a:lnTo>
                    <a:lnTo>
                      <a:pt x="6710" y="9962"/>
                    </a:lnTo>
                    <a:lnTo>
                      <a:pt x="6710" y="9530"/>
                    </a:lnTo>
                    <a:lnTo>
                      <a:pt x="6710" y="9530"/>
                    </a:lnTo>
                    <a:cubicBezTo>
                      <a:pt x="7201" y="9516"/>
                      <a:pt x="7674" y="9423"/>
                      <a:pt x="8127" y="9222"/>
                    </a:cubicBezTo>
                    <a:cubicBezTo>
                      <a:pt x="8630" y="9002"/>
                      <a:pt x="9082" y="8651"/>
                      <a:pt x="9426" y="8222"/>
                    </a:cubicBezTo>
                    <a:cubicBezTo>
                      <a:pt x="9776" y="7782"/>
                      <a:pt x="10030" y="7262"/>
                      <a:pt x="10143" y="6709"/>
                    </a:cubicBezTo>
                    <a:cubicBezTo>
                      <a:pt x="10217" y="6342"/>
                      <a:pt x="10217" y="5975"/>
                      <a:pt x="10217" y="5602"/>
                    </a:cubicBezTo>
                    <a:lnTo>
                      <a:pt x="10217" y="4698"/>
                    </a:lnTo>
                    <a:lnTo>
                      <a:pt x="10787" y="4698"/>
                    </a:lnTo>
                    <a:cubicBezTo>
                      <a:pt x="11120" y="4698"/>
                      <a:pt x="11437" y="4552"/>
                      <a:pt x="11561" y="4224"/>
                    </a:cubicBezTo>
                    <a:cubicBezTo>
                      <a:pt x="11679" y="3925"/>
                      <a:pt x="11561" y="3625"/>
                      <a:pt x="11324" y="3433"/>
                    </a:cubicBezTo>
                    <a:cubicBezTo>
                      <a:pt x="11120" y="3275"/>
                      <a:pt x="10923" y="3117"/>
                      <a:pt x="10725" y="2959"/>
                    </a:cubicBezTo>
                    <a:cubicBezTo>
                      <a:pt x="10554" y="2824"/>
                      <a:pt x="10387" y="2694"/>
                      <a:pt x="10217" y="2560"/>
                    </a:cubicBezTo>
                    <a:lnTo>
                      <a:pt x="10217" y="2560"/>
                    </a:lnTo>
                    <a:cubicBezTo>
                      <a:pt x="10219" y="1748"/>
                      <a:pt x="10269" y="906"/>
                      <a:pt x="10092" y="101"/>
                    </a:cubicBezTo>
                    <a:cubicBezTo>
                      <a:pt x="10078" y="45"/>
                      <a:pt x="10013" y="0"/>
                      <a:pt x="9952"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4" name="Google Shape;294;p16"/>
              <p:cNvSpPr/>
              <p:nvPr/>
            </p:nvSpPr>
            <p:spPr>
              <a:xfrm>
                <a:off x="4245050" y="1905325"/>
                <a:ext cx="999750" cy="705950"/>
              </a:xfrm>
              <a:custGeom>
                <a:avLst/>
                <a:gdLst/>
                <a:ahLst/>
                <a:cxnLst/>
                <a:rect l="l" t="t" r="r" b="b"/>
                <a:pathLst>
                  <a:path w="39990" h="28238" extrusionOk="0">
                    <a:moveTo>
                      <a:pt x="16098" y="390"/>
                    </a:moveTo>
                    <a:cubicBezTo>
                      <a:pt x="16349" y="1643"/>
                      <a:pt x="16601" y="2900"/>
                      <a:pt x="16852" y="4152"/>
                    </a:cubicBezTo>
                    <a:cubicBezTo>
                      <a:pt x="16886" y="4344"/>
                      <a:pt x="16925" y="4530"/>
                      <a:pt x="16959" y="4716"/>
                    </a:cubicBezTo>
                    <a:cubicBezTo>
                      <a:pt x="16973" y="4783"/>
                      <a:pt x="17036" y="4820"/>
                      <a:pt x="17097" y="4820"/>
                    </a:cubicBezTo>
                    <a:cubicBezTo>
                      <a:pt x="17134" y="4820"/>
                      <a:pt x="17171" y="4806"/>
                      <a:pt x="17196" y="4779"/>
                    </a:cubicBezTo>
                    <a:cubicBezTo>
                      <a:pt x="18044" y="3932"/>
                      <a:pt x="18891" y="3090"/>
                      <a:pt x="19738" y="2243"/>
                    </a:cubicBezTo>
                    <a:cubicBezTo>
                      <a:pt x="19823" y="2157"/>
                      <a:pt x="19909" y="2072"/>
                      <a:pt x="19995" y="1986"/>
                    </a:cubicBezTo>
                    <a:lnTo>
                      <a:pt x="19995" y="1986"/>
                    </a:lnTo>
                    <a:lnTo>
                      <a:pt x="22437" y="4423"/>
                    </a:lnTo>
                    <a:cubicBezTo>
                      <a:pt x="22556" y="4541"/>
                      <a:pt x="22674" y="4660"/>
                      <a:pt x="22799" y="4779"/>
                    </a:cubicBezTo>
                    <a:cubicBezTo>
                      <a:pt x="22824" y="4806"/>
                      <a:pt x="22861" y="4820"/>
                      <a:pt x="22898" y="4820"/>
                    </a:cubicBezTo>
                    <a:cubicBezTo>
                      <a:pt x="22959" y="4820"/>
                      <a:pt x="23020" y="4783"/>
                      <a:pt x="23030" y="4716"/>
                    </a:cubicBezTo>
                    <a:cubicBezTo>
                      <a:pt x="23296" y="3389"/>
                      <a:pt x="23561" y="2068"/>
                      <a:pt x="23826" y="741"/>
                    </a:cubicBezTo>
                    <a:cubicBezTo>
                      <a:pt x="23848" y="625"/>
                      <a:pt x="23871" y="509"/>
                      <a:pt x="23893" y="393"/>
                    </a:cubicBezTo>
                    <a:lnTo>
                      <a:pt x="23893" y="393"/>
                    </a:lnTo>
                    <a:cubicBezTo>
                      <a:pt x="24567" y="943"/>
                      <a:pt x="25292" y="1438"/>
                      <a:pt x="26018" y="1904"/>
                    </a:cubicBezTo>
                    <a:cubicBezTo>
                      <a:pt x="26831" y="2429"/>
                      <a:pt x="27667" y="2909"/>
                      <a:pt x="28531" y="3339"/>
                    </a:cubicBezTo>
                    <a:cubicBezTo>
                      <a:pt x="29417" y="3779"/>
                      <a:pt x="30315" y="4186"/>
                      <a:pt x="31168" y="4694"/>
                    </a:cubicBezTo>
                    <a:cubicBezTo>
                      <a:pt x="33393" y="6021"/>
                      <a:pt x="35426" y="7834"/>
                      <a:pt x="36669" y="10132"/>
                    </a:cubicBezTo>
                    <a:cubicBezTo>
                      <a:pt x="36883" y="10521"/>
                      <a:pt x="37080" y="10910"/>
                      <a:pt x="37198" y="11332"/>
                    </a:cubicBezTo>
                    <a:lnTo>
                      <a:pt x="37198" y="11332"/>
                    </a:lnTo>
                    <a:cubicBezTo>
                      <a:pt x="37199" y="11333"/>
                      <a:pt x="37199" y="11334"/>
                      <a:pt x="37199" y="11335"/>
                    </a:cubicBezTo>
                    <a:cubicBezTo>
                      <a:pt x="37199" y="11335"/>
                      <a:pt x="37199" y="11335"/>
                      <a:pt x="37199" y="11335"/>
                    </a:cubicBezTo>
                    <a:lnTo>
                      <a:pt x="37199" y="11335"/>
                    </a:lnTo>
                    <a:cubicBezTo>
                      <a:pt x="37200" y="11336"/>
                      <a:pt x="37200" y="11337"/>
                      <a:pt x="37200" y="11337"/>
                    </a:cubicBezTo>
                    <a:lnTo>
                      <a:pt x="37200" y="11337"/>
                    </a:lnTo>
                    <a:cubicBezTo>
                      <a:pt x="37482" y="12285"/>
                      <a:pt x="37696" y="13256"/>
                      <a:pt x="37911" y="14227"/>
                    </a:cubicBezTo>
                    <a:cubicBezTo>
                      <a:pt x="38470" y="16813"/>
                      <a:pt x="38894" y="19428"/>
                      <a:pt x="39199" y="22054"/>
                    </a:cubicBezTo>
                    <a:cubicBezTo>
                      <a:pt x="39430" y="24017"/>
                      <a:pt x="39597" y="25981"/>
                      <a:pt x="39700" y="27955"/>
                    </a:cubicBezTo>
                    <a:lnTo>
                      <a:pt x="296" y="27955"/>
                    </a:lnTo>
                    <a:cubicBezTo>
                      <a:pt x="479" y="24411"/>
                      <a:pt x="867" y="20878"/>
                      <a:pt x="1469" y="17389"/>
                    </a:cubicBezTo>
                    <a:cubicBezTo>
                      <a:pt x="1796" y="15514"/>
                      <a:pt x="2175" y="13639"/>
                      <a:pt x="2660" y="11804"/>
                    </a:cubicBezTo>
                    <a:cubicBezTo>
                      <a:pt x="2835" y="11160"/>
                      <a:pt x="3067" y="10590"/>
                      <a:pt x="3394" y="10008"/>
                    </a:cubicBezTo>
                    <a:cubicBezTo>
                      <a:pt x="4569" y="7907"/>
                      <a:pt x="6399" y="6213"/>
                      <a:pt x="8420" y="4937"/>
                    </a:cubicBezTo>
                    <a:cubicBezTo>
                      <a:pt x="9189" y="4457"/>
                      <a:pt x="9985" y="4033"/>
                      <a:pt x="10804" y="3655"/>
                    </a:cubicBezTo>
                    <a:cubicBezTo>
                      <a:pt x="11662" y="3259"/>
                      <a:pt x="12498" y="2813"/>
                      <a:pt x="13305" y="2322"/>
                    </a:cubicBezTo>
                    <a:cubicBezTo>
                      <a:pt x="14276" y="1740"/>
                      <a:pt x="15214" y="1098"/>
                      <a:pt x="16098" y="390"/>
                    </a:cubicBezTo>
                    <a:close/>
                    <a:moveTo>
                      <a:pt x="16191" y="1"/>
                    </a:moveTo>
                    <a:cubicBezTo>
                      <a:pt x="16112" y="1"/>
                      <a:pt x="16050" y="63"/>
                      <a:pt x="15994" y="114"/>
                    </a:cubicBezTo>
                    <a:cubicBezTo>
                      <a:pt x="15881" y="204"/>
                      <a:pt x="15762" y="295"/>
                      <a:pt x="15649" y="385"/>
                    </a:cubicBezTo>
                    <a:cubicBezTo>
                      <a:pt x="15180" y="746"/>
                      <a:pt x="14695" y="1091"/>
                      <a:pt x="14203" y="1418"/>
                    </a:cubicBezTo>
                    <a:cubicBezTo>
                      <a:pt x="13497" y="1893"/>
                      <a:pt x="12763" y="2333"/>
                      <a:pt x="12012" y="2734"/>
                    </a:cubicBezTo>
                    <a:cubicBezTo>
                      <a:pt x="11159" y="3197"/>
                      <a:pt x="10267" y="3570"/>
                      <a:pt x="9420" y="4033"/>
                    </a:cubicBezTo>
                    <a:cubicBezTo>
                      <a:pt x="7076" y="5298"/>
                      <a:pt x="4925" y="7049"/>
                      <a:pt x="3479" y="9308"/>
                    </a:cubicBezTo>
                    <a:cubicBezTo>
                      <a:pt x="3061" y="9968"/>
                      <a:pt x="2683" y="10674"/>
                      <a:pt x="2468" y="11437"/>
                    </a:cubicBezTo>
                    <a:cubicBezTo>
                      <a:pt x="2022" y="13041"/>
                      <a:pt x="1683" y="14678"/>
                      <a:pt x="1378" y="16316"/>
                    </a:cubicBezTo>
                    <a:cubicBezTo>
                      <a:pt x="746" y="19704"/>
                      <a:pt x="322" y="23132"/>
                      <a:pt x="96" y="26566"/>
                    </a:cubicBezTo>
                    <a:cubicBezTo>
                      <a:pt x="62" y="27074"/>
                      <a:pt x="29" y="27588"/>
                      <a:pt x="6" y="28096"/>
                    </a:cubicBezTo>
                    <a:cubicBezTo>
                      <a:pt x="0" y="28170"/>
                      <a:pt x="74" y="28238"/>
                      <a:pt x="147" y="28238"/>
                    </a:cubicBezTo>
                    <a:lnTo>
                      <a:pt x="39848" y="28238"/>
                    </a:lnTo>
                    <a:cubicBezTo>
                      <a:pt x="39921" y="28238"/>
                      <a:pt x="39989" y="28170"/>
                      <a:pt x="39989" y="28096"/>
                    </a:cubicBezTo>
                    <a:cubicBezTo>
                      <a:pt x="39820" y="24731"/>
                      <a:pt x="39464" y="21376"/>
                      <a:pt x="38922" y="18050"/>
                    </a:cubicBezTo>
                    <a:cubicBezTo>
                      <a:pt x="38600" y="16096"/>
                      <a:pt x="38216" y="14142"/>
                      <a:pt x="37730" y="12216"/>
                    </a:cubicBezTo>
                    <a:cubicBezTo>
                      <a:pt x="37651" y="11900"/>
                      <a:pt x="37566" y="11578"/>
                      <a:pt x="37470" y="11262"/>
                    </a:cubicBezTo>
                    <a:cubicBezTo>
                      <a:pt x="37369" y="10900"/>
                      <a:pt x="37205" y="10550"/>
                      <a:pt x="37036" y="10223"/>
                    </a:cubicBezTo>
                    <a:cubicBezTo>
                      <a:pt x="36589" y="9347"/>
                      <a:pt x="36019" y="8540"/>
                      <a:pt x="35381" y="7800"/>
                    </a:cubicBezTo>
                    <a:cubicBezTo>
                      <a:pt x="34387" y="6654"/>
                      <a:pt x="33212" y="5671"/>
                      <a:pt x="31947" y="4841"/>
                    </a:cubicBezTo>
                    <a:cubicBezTo>
                      <a:pt x="31112" y="4299"/>
                      <a:pt x="30236" y="3830"/>
                      <a:pt x="29333" y="3412"/>
                    </a:cubicBezTo>
                    <a:cubicBezTo>
                      <a:pt x="28412" y="2983"/>
                      <a:pt x="27514" y="2497"/>
                      <a:pt x="26644" y="1966"/>
                    </a:cubicBezTo>
                    <a:cubicBezTo>
                      <a:pt x="25933" y="1531"/>
                      <a:pt x="25244" y="1063"/>
                      <a:pt x="24578" y="566"/>
                    </a:cubicBezTo>
                    <a:cubicBezTo>
                      <a:pt x="24402" y="430"/>
                      <a:pt x="24227" y="295"/>
                      <a:pt x="24052" y="159"/>
                    </a:cubicBezTo>
                    <a:cubicBezTo>
                      <a:pt x="23985" y="103"/>
                      <a:pt x="23894" y="1"/>
                      <a:pt x="23798" y="1"/>
                    </a:cubicBezTo>
                    <a:cubicBezTo>
                      <a:pt x="23742" y="1"/>
                      <a:pt x="23674" y="46"/>
                      <a:pt x="23663" y="103"/>
                    </a:cubicBezTo>
                    <a:cubicBezTo>
                      <a:pt x="23403" y="1430"/>
                      <a:pt x="23137" y="2757"/>
                      <a:pt x="22872" y="4078"/>
                    </a:cubicBezTo>
                    <a:cubicBezTo>
                      <a:pt x="22850" y="4182"/>
                      <a:pt x="22830" y="4288"/>
                      <a:pt x="22809" y="4394"/>
                    </a:cubicBezTo>
                    <a:lnTo>
                      <a:pt x="22809" y="4394"/>
                    </a:lnTo>
                    <a:cubicBezTo>
                      <a:pt x="22024" y="3610"/>
                      <a:pt x="21240" y="2830"/>
                      <a:pt x="20455" y="2045"/>
                    </a:cubicBezTo>
                    <a:cubicBezTo>
                      <a:pt x="20336" y="1927"/>
                      <a:pt x="20218" y="1808"/>
                      <a:pt x="20094" y="1690"/>
                    </a:cubicBezTo>
                    <a:cubicBezTo>
                      <a:pt x="20068" y="1661"/>
                      <a:pt x="20033" y="1647"/>
                      <a:pt x="19997" y="1647"/>
                    </a:cubicBezTo>
                    <a:cubicBezTo>
                      <a:pt x="19961" y="1647"/>
                      <a:pt x="19924" y="1661"/>
                      <a:pt x="19896" y="1690"/>
                    </a:cubicBezTo>
                    <a:cubicBezTo>
                      <a:pt x="19049" y="2531"/>
                      <a:pt x="18202" y="3378"/>
                      <a:pt x="17355" y="4225"/>
                    </a:cubicBezTo>
                    <a:cubicBezTo>
                      <a:pt x="17298" y="4281"/>
                      <a:pt x="17242" y="4338"/>
                      <a:pt x="17186" y="4394"/>
                    </a:cubicBezTo>
                    <a:lnTo>
                      <a:pt x="17186" y="4394"/>
                    </a:lnTo>
                    <a:lnTo>
                      <a:pt x="16440" y="667"/>
                    </a:lnTo>
                    <a:cubicBezTo>
                      <a:pt x="16406" y="481"/>
                      <a:pt x="16366" y="289"/>
                      <a:pt x="16327" y="103"/>
                    </a:cubicBezTo>
                    <a:cubicBezTo>
                      <a:pt x="16315" y="46"/>
                      <a:pt x="16253" y="1"/>
                      <a:pt x="16191"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5" name="Google Shape;295;p16"/>
              <p:cNvSpPr/>
              <p:nvPr/>
            </p:nvSpPr>
            <p:spPr>
              <a:xfrm>
                <a:off x="4645925" y="1903625"/>
                <a:ext cx="198325" cy="122200"/>
              </a:xfrm>
              <a:custGeom>
                <a:avLst/>
                <a:gdLst/>
                <a:ahLst/>
                <a:cxnLst/>
                <a:rect l="l" t="t" r="r" b="b"/>
                <a:pathLst>
                  <a:path w="7933" h="4888" extrusionOk="0">
                    <a:moveTo>
                      <a:pt x="7609" y="284"/>
                    </a:moveTo>
                    <a:lnTo>
                      <a:pt x="7340" y="1639"/>
                    </a:lnTo>
                    <a:cubicBezTo>
                      <a:pt x="7170" y="2469"/>
                      <a:pt x="7006" y="3299"/>
                      <a:pt x="6843" y="4129"/>
                    </a:cubicBezTo>
                    <a:cubicBezTo>
                      <a:pt x="6820" y="4239"/>
                      <a:pt x="6797" y="4351"/>
                      <a:pt x="6775" y="4462"/>
                    </a:cubicBezTo>
                    <a:lnTo>
                      <a:pt x="6775" y="4462"/>
                    </a:lnTo>
                    <a:cubicBezTo>
                      <a:pt x="6509" y="4197"/>
                      <a:pt x="6244" y="3932"/>
                      <a:pt x="5979" y="3666"/>
                    </a:cubicBezTo>
                    <a:cubicBezTo>
                      <a:pt x="5459" y="3152"/>
                      <a:pt x="4940" y="2633"/>
                      <a:pt x="4420" y="2113"/>
                    </a:cubicBezTo>
                    <a:cubicBezTo>
                      <a:pt x="4301" y="1995"/>
                      <a:pt x="4183" y="1876"/>
                      <a:pt x="4059" y="1758"/>
                    </a:cubicBezTo>
                    <a:cubicBezTo>
                      <a:pt x="4033" y="1729"/>
                      <a:pt x="3998" y="1715"/>
                      <a:pt x="3962" y="1715"/>
                    </a:cubicBezTo>
                    <a:cubicBezTo>
                      <a:pt x="3926" y="1715"/>
                      <a:pt x="3889" y="1729"/>
                      <a:pt x="3861" y="1758"/>
                    </a:cubicBezTo>
                    <a:cubicBezTo>
                      <a:pt x="3533" y="2085"/>
                      <a:pt x="3206" y="2407"/>
                      <a:pt x="2878" y="2735"/>
                    </a:cubicBezTo>
                    <a:cubicBezTo>
                      <a:pt x="2359" y="3254"/>
                      <a:pt x="1839" y="3774"/>
                      <a:pt x="1325" y="4288"/>
                    </a:cubicBezTo>
                    <a:cubicBezTo>
                      <a:pt x="1266" y="4344"/>
                      <a:pt x="1208" y="4402"/>
                      <a:pt x="1150" y="4460"/>
                    </a:cubicBezTo>
                    <a:lnTo>
                      <a:pt x="1150" y="4460"/>
                    </a:lnTo>
                    <a:cubicBezTo>
                      <a:pt x="1061" y="4019"/>
                      <a:pt x="975" y="3577"/>
                      <a:pt x="885" y="3135"/>
                    </a:cubicBezTo>
                    <a:cubicBezTo>
                      <a:pt x="721" y="2317"/>
                      <a:pt x="557" y="1492"/>
                      <a:pt x="393" y="673"/>
                    </a:cubicBezTo>
                    <a:cubicBezTo>
                      <a:pt x="366" y="542"/>
                      <a:pt x="342" y="413"/>
                      <a:pt x="317" y="284"/>
                    </a:cubicBezTo>
                    <a:close/>
                    <a:moveTo>
                      <a:pt x="160" y="0"/>
                    </a:moveTo>
                    <a:cubicBezTo>
                      <a:pt x="154" y="0"/>
                      <a:pt x="148" y="1"/>
                      <a:pt x="143" y="1"/>
                    </a:cubicBezTo>
                    <a:lnTo>
                      <a:pt x="143" y="1"/>
                    </a:lnTo>
                    <a:cubicBezTo>
                      <a:pt x="84" y="2"/>
                      <a:pt x="44" y="33"/>
                      <a:pt x="24" y="74"/>
                    </a:cubicBezTo>
                    <a:lnTo>
                      <a:pt x="24" y="74"/>
                    </a:lnTo>
                    <a:cubicBezTo>
                      <a:pt x="8" y="102"/>
                      <a:pt x="0" y="137"/>
                      <a:pt x="9" y="176"/>
                    </a:cubicBezTo>
                    <a:cubicBezTo>
                      <a:pt x="111" y="690"/>
                      <a:pt x="213" y="1198"/>
                      <a:pt x="314" y="1712"/>
                    </a:cubicBezTo>
                    <a:lnTo>
                      <a:pt x="811" y="4203"/>
                    </a:lnTo>
                    <a:cubicBezTo>
                      <a:pt x="851" y="4400"/>
                      <a:pt x="890" y="4592"/>
                      <a:pt x="924" y="4784"/>
                    </a:cubicBezTo>
                    <a:cubicBezTo>
                      <a:pt x="938" y="4851"/>
                      <a:pt x="1001" y="4888"/>
                      <a:pt x="1062" y="4888"/>
                    </a:cubicBezTo>
                    <a:cubicBezTo>
                      <a:pt x="1099" y="4888"/>
                      <a:pt x="1136" y="4874"/>
                      <a:pt x="1161" y="4847"/>
                    </a:cubicBezTo>
                    <a:cubicBezTo>
                      <a:pt x="1489" y="4519"/>
                      <a:pt x="1817" y="4192"/>
                      <a:pt x="2144" y="3870"/>
                    </a:cubicBezTo>
                    <a:cubicBezTo>
                      <a:pt x="2664" y="3350"/>
                      <a:pt x="3183" y="2831"/>
                      <a:pt x="3703" y="2317"/>
                    </a:cubicBezTo>
                    <a:lnTo>
                      <a:pt x="3961" y="2055"/>
                    </a:lnTo>
                    <a:lnTo>
                      <a:pt x="3961" y="2055"/>
                    </a:lnTo>
                    <a:cubicBezTo>
                      <a:pt x="4255" y="2349"/>
                      <a:pt x="4549" y="2643"/>
                      <a:pt x="4844" y="2938"/>
                    </a:cubicBezTo>
                    <a:cubicBezTo>
                      <a:pt x="5363" y="3452"/>
                      <a:pt x="5883" y="3971"/>
                      <a:pt x="6402" y="4491"/>
                    </a:cubicBezTo>
                    <a:cubicBezTo>
                      <a:pt x="6521" y="4609"/>
                      <a:pt x="6639" y="4728"/>
                      <a:pt x="6764" y="4847"/>
                    </a:cubicBezTo>
                    <a:cubicBezTo>
                      <a:pt x="6789" y="4874"/>
                      <a:pt x="6826" y="4888"/>
                      <a:pt x="6863" y="4888"/>
                    </a:cubicBezTo>
                    <a:cubicBezTo>
                      <a:pt x="6924" y="4888"/>
                      <a:pt x="6985" y="4851"/>
                      <a:pt x="6995" y="4784"/>
                    </a:cubicBezTo>
                    <a:cubicBezTo>
                      <a:pt x="7102" y="4259"/>
                      <a:pt x="7204" y="3734"/>
                      <a:pt x="7311" y="3209"/>
                    </a:cubicBezTo>
                    <a:cubicBezTo>
                      <a:pt x="7475" y="2390"/>
                      <a:pt x="7639" y="1571"/>
                      <a:pt x="7803" y="747"/>
                    </a:cubicBezTo>
                    <a:cubicBezTo>
                      <a:pt x="7842" y="560"/>
                      <a:pt x="7876" y="368"/>
                      <a:pt x="7916" y="176"/>
                    </a:cubicBezTo>
                    <a:cubicBezTo>
                      <a:pt x="7933" y="86"/>
                      <a:pt x="7876" y="1"/>
                      <a:pt x="7780" y="1"/>
                    </a:cubicBezTo>
                    <a:lnTo>
                      <a:pt x="177" y="1"/>
                    </a:lnTo>
                    <a:cubicBezTo>
                      <a:pt x="171" y="1"/>
                      <a:pt x="166" y="0"/>
                      <a:pt x="160"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96" name="Google Shape;296;p16"/>
            <p:cNvGrpSpPr/>
            <p:nvPr/>
          </p:nvGrpSpPr>
          <p:grpSpPr>
            <a:xfrm>
              <a:off x="-86521" y="3321103"/>
              <a:ext cx="1082629" cy="1511187"/>
              <a:chOff x="2034250" y="3068250"/>
              <a:chExt cx="999750" cy="1395500"/>
            </a:xfrm>
          </p:grpSpPr>
          <p:sp>
            <p:nvSpPr>
              <p:cNvPr id="297" name="Google Shape;297;p16"/>
              <p:cNvSpPr/>
              <p:nvPr/>
            </p:nvSpPr>
            <p:spPr>
              <a:xfrm>
                <a:off x="2439725" y="3414150"/>
                <a:ext cx="310600" cy="350175"/>
              </a:xfrm>
              <a:custGeom>
                <a:avLst/>
                <a:gdLst/>
                <a:ahLst/>
                <a:cxnLst/>
                <a:rect l="l" t="t" r="r" b="b"/>
                <a:pathLst>
                  <a:path w="12424" h="14007" extrusionOk="0">
                    <a:moveTo>
                      <a:pt x="1001" y="2863"/>
                    </a:moveTo>
                    <a:lnTo>
                      <a:pt x="1001" y="2863"/>
                    </a:lnTo>
                    <a:cubicBezTo>
                      <a:pt x="1002" y="2874"/>
                      <a:pt x="1002" y="2878"/>
                      <a:pt x="1002" y="2878"/>
                    </a:cubicBezTo>
                    <a:cubicBezTo>
                      <a:pt x="1001" y="2878"/>
                      <a:pt x="1000" y="2871"/>
                      <a:pt x="1001" y="2863"/>
                    </a:cubicBezTo>
                    <a:close/>
                    <a:moveTo>
                      <a:pt x="9480" y="289"/>
                    </a:moveTo>
                    <a:cubicBezTo>
                      <a:pt x="9699" y="674"/>
                      <a:pt x="9887" y="1078"/>
                      <a:pt x="10036" y="1497"/>
                    </a:cubicBezTo>
                    <a:cubicBezTo>
                      <a:pt x="10115" y="1723"/>
                      <a:pt x="10183" y="1955"/>
                      <a:pt x="10239" y="2186"/>
                    </a:cubicBezTo>
                    <a:cubicBezTo>
                      <a:pt x="10268" y="2299"/>
                      <a:pt x="10290" y="2424"/>
                      <a:pt x="10318" y="2537"/>
                    </a:cubicBezTo>
                    <a:cubicBezTo>
                      <a:pt x="10330" y="2576"/>
                      <a:pt x="10341" y="2604"/>
                      <a:pt x="10369" y="2627"/>
                    </a:cubicBezTo>
                    <a:cubicBezTo>
                      <a:pt x="10488" y="2740"/>
                      <a:pt x="10629" y="2836"/>
                      <a:pt x="10759" y="2938"/>
                    </a:cubicBezTo>
                    <a:cubicBezTo>
                      <a:pt x="10962" y="3096"/>
                      <a:pt x="11171" y="3259"/>
                      <a:pt x="11374" y="3423"/>
                    </a:cubicBezTo>
                    <a:cubicBezTo>
                      <a:pt x="11499" y="3525"/>
                      <a:pt x="11623" y="3621"/>
                      <a:pt x="11747" y="3722"/>
                    </a:cubicBezTo>
                    <a:cubicBezTo>
                      <a:pt x="11911" y="3852"/>
                      <a:pt x="11990" y="4050"/>
                      <a:pt x="11900" y="4248"/>
                    </a:cubicBezTo>
                    <a:cubicBezTo>
                      <a:pt x="11809" y="4434"/>
                      <a:pt x="11617" y="4530"/>
                      <a:pt x="11414" y="4536"/>
                    </a:cubicBezTo>
                    <a:lnTo>
                      <a:pt x="10573" y="4536"/>
                    </a:lnTo>
                    <a:cubicBezTo>
                      <a:pt x="10488" y="4536"/>
                      <a:pt x="10437" y="4598"/>
                      <a:pt x="10431" y="4677"/>
                    </a:cubicBezTo>
                    <a:cubicBezTo>
                      <a:pt x="10245" y="6258"/>
                      <a:pt x="9370" y="7726"/>
                      <a:pt x="8054" y="8636"/>
                    </a:cubicBezTo>
                    <a:cubicBezTo>
                      <a:pt x="7687" y="8890"/>
                      <a:pt x="7291" y="9099"/>
                      <a:pt x="6879" y="9257"/>
                    </a:cubicBezTo>
                    <a:cubicBezTo>
                      <a:pt x="6817" y="9279"/>
                      <a:pt x="6772" y="9330"/>
                      <a:pt x="6772" y="9398"/>
                    </a:cubicBezTo>
                    <a:lnTo>
                      <a:pt x="6772" y="10900"/>
                    </a:lnTo>
                    <a:lnTo>
                      <a:pt x="6772" y="13312"/>
                    </a:lnTo>
                    <a:lnTo>
                      <a:pt x="6772" y="13724"/>
                    </a:lnTo>
                    <a:lnTo>
                      <a:pt x="300" y="13724"/>
                    </a:lnTo>
                    <a:lnTo>
                      <a:pt x="300" y="12301"/>
                    </a:lnTo>
                    <a:lnTo>
                      <a:pt x="300" y="10047"/>
                    </a:lnTo>
                    <a:lnTo>
                      <a:pt x="300" y="9076"/>
                    </a:lnTo>
                    <a:lnTo>
                      <a:pt x="300" y="6648"/>
                    </a:lnTo>
                    <a:lnTo>
                      <a:pt x="300" y="5756"/>
                    </a:lnTo>
                    <a:cubicBezTo>
                      <a:pt x="300" y="5702"/>
                      <a:pt x="310" y="5644"/>
                      <a:pt x="302" y="5589"/>
                    </a:cubicBezTo>
                    <a:lnTo>
                      <a:pt x="302" y="5589"/>
                    </a:lnTo>
                    <a:cubicBezTo>
                      <a:pt x="317" y="5567"/>
                      <a:pt x="323" y="5529"/>
                      <a:pt x="334" y="5501"/>
                    </a:cubicBezTo>
                    <a:cubicBezTo>
                      <a:pt x="588" y="4807"/>
                      <a:pt x="842" y="4112"/>
                      <a:pt x="1096" y="3423"/>
                    </a:cubicBezTo>
                    <a:cubicBezTo>
                      <a:pt x="1141" y="3293"/>
                      <a:pt x="1187" y="3163"/>
                      <a:pt x="1237" y="3039"/>
                    </a:cubicBezTo>
                    <a:cubicBezTo>
                      <a:pt x="1254" y="2988"/>
                      <a:pt x="1277" y="2932"/>
                      <a:pt x="1283" y="2881"/>
                    </a:cubicBezTo>
                    <a:cubicBezTo>
                      <a:pt x="1294" y="2678"/>
                      <a:pt x="1283" y="2474"/>
                      <a:pt x="1300" y="2271"/>
                    </a:cubicBezTo>
                    <a:cubicBezTo>
                      <a:pt x="1379" y="1537"/>
                      <a:pt x="1701" y="712"/>
                      <a:pt x="2531" y="616"/>
                    </a:cubicBezTo>
                    <a:cubicBezTo>
                      <a:pt x="2886" y="577"/>
                      <a:pt x="3242" y="560"/>
                      <a:pt x="3598" y="543"/>
                    </a:cubicBezTo>
                    <a:cubicBezTo>
                      <a:pt x="4135" y="520"/>
                      <a:pt x="4665" y="498"/>
                      <a:pt x="5196" y="475"/>
                    </a:cubicBezTo>
                    <a:cubicBezTo>
                      <a:pt x="6399" y="430"/>
                      <a:pt x="7602" y="396"/>
                      <a:pt x="8805" y="328"/>
                    </a:cubicBezTo>
                    <a:cubicBezTo>
                      <a:pt x="9027" y="318"/>
                      <a:pt x="9253" y="304"/>
                      <a:pt x="9480" y="289"/>
                    </a:cubicBezTo>
                    <a:close/>
                    <a:moveTo>
                      <a:pt x="9572" y="0"/>
                    </a:moveTo>
                    <a:cubicBezTo>
                      <a:pt x="9568" y="0"/>
                      <a:pt x="9565" y="0"/>
                      <a:pt x="9562" y="1"/>
                    </a:cubicBezTo>
                    <a:cubicBezTo>
                      <a:pt x="8387" y="80"/>
                      <a:pt x="7212" y="119"/>
                      <a:pt x="6038" y="165"/>
                    </a:cubicBezTo>
                    <a:cubicBezTo>
                      <a:pt x="4999" y="204"/>
                      <a:pt x="3959" y="227"/>
                      <a:pt x="2920" y="300"/>
                    </a:cubicBezTo>
                    <a:cubicBezTo>
                      <a:pt x="2548" y="328"/>
                      <a:pt x="2169" y="351"/>
                      <a:pt x="1847" y="566"/>
                    </a:cubicBezTo>
                    <a:cubicBezTo>
                      <a:pt x="1497" y="803"/>
                      <a:pt x="1283" y="1176"/>
                      <a:pt x="1158" y="1571"/>
                    </a:cubicBezTo>
                    <a:cubicBezTo>
                      <a:pt x="1051" y="1898"/>
                      <a:pt x="1006" y="2249"/>
                      <a:pt x="1000" y="2599"/>
                    </a:cubicBezTo>
                    <a:cubicBezTo>
                      <a:pt x="995" y="2682"/>
                      <a:pt x="989" y="2771"/>
                      <a:pt x="1000" y="2855"/>
                    </a:cubicBezTo>
                    <a:lnTo>
                      <a:pt x="1000" y="2855"/>
                    </a:lnTo>
                    <a:cubicBezTo>
                      <a:pt x="987" y="2873"/>
                      <a:pt x="983" y="2900"/>
                      <a:pt x="978" y="2915"/>
                    </a:cubicBezTo>
                    <a:cubicBezTo>
                      <a:pt x="729" y="3604"/>
                      <a:pt x="475" y="4293"/>
                      <a:pt x="227" y="4982"/>
                    </a:cubicBezTo>
                    <a:cubicBezTo>
                      <a:pt x="176" y="5117"/>
                      <a:pt x="125" y="5253"/>
                      <a:pt x="74" y="5388"/>
                    </a:cubicBezTo>
                    <a:cubicBezTo>
                      <a:pt x="57" y="5451"/>
                      <a:pt x="23" y="5513"/>
                      <a:pt x="18" y="5575"/>
                    </a:cubicBezTo>
                    <a:cubicBezTo>
                      <a:pt x="1" y="5733"/>
                      <a:pt x="18" y="5897"/>
                      <a:pt x="18" y="6055"/>
                    </a:cubicBezTo>
                    <a:lnTo>
                      <a:pt x="18" y="8455"/>
                    </a:lnTo>
                    <a:lnTo>
                      <a:pt x="18" y="9799"/>
                    </a:lnTo>
                    <a:lnTo>
                      <a:pt x="18" y="11634"/>
                    </a:lnTo>
                    <a:lnTo>
                      <a:pt x="18" y="13741"/>
                    </a:lnTo>
                    <a:lnTo>
                      <a:pt x="18" y="13865"/>
                    </a:lnTo>
                    <a:cubicBezTo>
                      <a:pt x="18" y="13938"/>
                      <a:pt x="80" y="14006"/>
                      <a:pt x="159" y="14006"/>
                    </a:cubicBezTo>
                    <a:lnTo>
                      <a:pt x="6913" y="14006"/>
                    </a:lnTo>
                    <a:cubicBezTo>
                      <a:pt x="6992" y="14006"/>
                      <a:pt x="7054" y="13944"/>
                      <a:pt x="7054" y="13865"/>
                    </a:cubicBezTo>
                    <a:lnTo>
                      <a:pt x="7054" y="12357"/>
                    </a:lnTo>
                    <a:lnTo>
                      <a:pt x="7054" y="9946"/>
                    </a:lnTo>
                    <a:lnTo>
                      <a:pt x="7054" y="9493"/>
                    </a:lnTo>
                    <a:lnTo>
                      <a:pt x="7054" y="9493"/>
                    </a:lnTo>
                    <a:cubicBezTo>
                      <a:pt x="8582" y="8869"/>
                      <a:pt x="9800" y="7625"/>
                      <a:pt x="10381" y="6077"/>
                    </a:cubicBezTo>
                    <a:cubicBezTo>
                      <a:pt x="10533" y="5670"/>
                      <a:pt x="10635" y="5245"/>
                      <a:pt x="10695" y="4818"/>
                    </a:cubicBezTo>
                    <a:lnTo>
                      <a:pt x="11086" y="4818"/>
                    </a:lnTo>
                    <a:cubicBezTo>
                      <a:pt x="11150" y="4818"/>
                      <a:pt x="11216" y="4820"/>
                      <a:pt x="11283" y="4820"/>
                    </a:cubicBezTo>
                    <a:cubicBezTo>
                      <a:pt x="11399" y="4820"/>
                      <a:pt x="11517" y="4815"/>
                      <a:pt x="11629" y="4790"/>
                    </a:cubicBezTo>
                    <a:cubicBezTo>
                      <a:pt x="12208" y="4649"/>
                      <a:pt x="12424" y="3913"/>
                      <a:pt x="11955" y="3523"/>
                    </a:cubicBezTo>
                    <a:lnTo>
                      <a:pt x="11955" y="3523"/>
                    </a:lnTo>
                    <a:cubicBezTo>
                      <a:pt x="11953" y="3522"/>
                      <a:pt x="11952" y="3520"/>
                      <a:pt x="11950" y="3519"/>
                    </a:cubicBezTo>
                    <a:lnTo>
                      <a:pt x="11950" y="3519"/>
                    </a:lnTo>
                    <a:cubicBezTo>
                      <a:pt x="11950" y="3519"/>
                      <a:pt x="11950" y="3519"/>
                      <a:pt x="11950" y="3519"/>
                    </a:cubicBezTo>
                    <a:cubicBezTo>
                      <a:pt x="11949" y="3518"/>
                      <a:pt x="11948" y="3517"/>
                      <a:pt x="11947" y="3516"/>
                    </a:cubicBezTo>
                    <a:lnTo>
                      <a:pt x="11947" y="3516"/>
                    </a:lnTo>
                    <a:cubicBezTo>
                      <a:pt x="11643" y="3280"/>
                      <a:pt x="11345" y="3044"/>
                      <a:pt x="11047" y="2802"/>
                    </a:cubicBezTo>
                    <a:cubicBezTo>
                      <a:pt x="10894" y="2689"/>
                      <a:pt x="10748" y="2570"/>
                      <a:pt x="10595" y="2452"/>
                    </a:cubicBezTo>
                    <a:cubicBezTo>
                      <a:pt x="10590" y="2447"/>
                      <a:pt x="10584" y="2442"/>
                      <a:pt x="10579" y="2438"/>
                    </a:cubicBezTo>
                    <a:lnTo>
                      <a:pt x="10579" y="2438"/>
                    </a:lnTo>
                    <a:cubicBezTo>
                      <a:pt x="10581" y="2434"/>
                      <a:pt x="10581" y="2423"/>
                      <a:pt x="10578" y="2401"/>
                    </a:cubicBezTo>
                    <a:cubicBezTo>
                      <a:pt x="10578" y="2339"/>
                      <a:pt x="10550" y="2271"/>
                      <a:pt x="10539" y="2215"/>
                    </a:cubicBezTo>
                    <a:cubicBezTo>
                      <a:pt x="10482" y="1977"/>
                      <a:pt x="10414" y="1752"/>
                      <a:pt x="10341" y="1520"/>
                    </a:cubicBezTo>
                    <a:cubicBezTo>
                      <a:pt x="10172" y="1017"/>
                      <a:pt x="9946" y="532"/>
                      <a:pt x="9680" y="69"/>
                    </a:cubicBezTo>
                    <a:cubicBezTo>
                      <a:pt x="9659" y="32"/>
                      <a:pt x="9614" y="0"/>
                      <a:pt x="9572"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8" name="Google Shape;298;p16"/>
              <p:cNvSpPr/>
              <p:nvPr/>
            </p:nvSpPr>
            <p:spPr>
              <a:xfrm>
                <a:off x="2238400" y="3068250"/>
                <a:ext cx="491350" cy="593850"/>
              </a:xfrm>
              <a:custGeom>
                <a:avLst/>
                <a:gdLst/>
                <a:ahLst/>
                <a:cxnLst/>
                <a:rect l="l" t="t" r="r" b="b"/>
                <a:pathLst>
                  <a:path w="19654" h="23754" extrusionOk="0">
                    <a:moveTo>
                      <a:pt x="9053" y="16696"/>
                    </a:moveTo>
                    <a:cubicBezTo>
                      <a:pt x="9052" y="16706"/>
                      <a:pt x="9051" y="16710"/>
                      <a:pt x="9050" y="16710"/>
                    </a:cubicBezTo>
                    <a:cubicBezTo>
                      <a:pt x="9049" y="16710"/>
                      <a:pt x="9049" y="16704"/>
                      <a:pt x="9053" y="16696"/>
                    </a:cubicBezTo>
                    <a:close/>
                    <a:moveTo>
                      <a:pt x="10377" y="281"/>
                    </a:moveTo>
                    <a:cubicBezTo>
                      <a:pt x="10954" y="281"/>
                      <a:pt x="11532" y="408"/>
                      <a:pt x="12063" y="667"/>
                    </a:cubicBezTo>
                    <a:cubicBezTo>
                      <a:pt x="13306" y="1272"/>
                      <a:pt x="14164" y="2525"/>
                      <a:pt x="14260" y="3909"/>
                    </a:cubicBezTo>
                    <a:cubicBezTo>
                      <a:pt x="14362" y="5388"/>
                      <a:pt x="13599" y="6829"/>
                      <a:pt x="12312" y="7574"/>
                    </a:cubicBezTo>
                    <a:cubicBezTo>
                      <a:pt x="12154" y="7664"/>
                      <a:pt x="11990" y="7743"/>
                      <a:pt x="11826" y="7811"/>
                    </a:cubicBezTo>
                    <a:cubicBezTo>
                      <a:pt x="11687" y="7867"/>
                      <a:pt x="11690" y="8088"/>
                      <a:pt x="11854" y="8088"/>
                    </a:cubicBezTo>
                    <a:cubicBezTo>
                      <a:pt x="11856" y="8088"/>
                      <a:pt x="11858" y="8088"/>
                      <a:pt x="11860" y="8088"/>
                    </a:cubicBezTo>
                    <a:lnTo>
                      <a:pt x="13492" y="8065"/>
                    </a:lnTo>
                    <a:cubicBezTo>
                      <a:pt x="13970" y="8056"/>
                      <a:pt x="14453" y="8034"/>
                      <a:pt x="14932" y="8034"/>
                    </a:cubicBezTo>
                    <a:cubicBezTo>
                      <a:pt x="15025" y="8034"/>
                      <a:pt x="15117" y="8035"/>
                      <a:pt x="15209" y="8037"/>
                    </a:cubicBezTo>
                    <a:cubicBezTo>
                      <a:pt x="16016" y="8054"/>
                      <a:pt x="16818" y="8252"/>
                      <a:pt x="17524" y="8647"/>
                    </a:cubicBezTo>
                    <a:cubicBezTo>
                      <a:pt x="18055" y="8958"/>
                      <a:pt x="18530" y="9364"/>
                      <a:pt x="18857" y="9889"/>
                    </a:cubicBezTo>
                    <a:cubicBezTo>
                      <a:pt x="19117" y="10302"/>
                      <a:pt x="19281" y="10770"/>
                      <a:pt x="19337" y="11256"/>
                    </a:cubicBezTo>
                    <a:cubicBezTo>
                      <a:pt x="19394" y="11680"/>
                      <a:pt x="19377" y="12109"/>
                      <a:pt x="19309" y="12532"/>
                    </a:cubicBezTo>
                    <a:cubicBezTo>
                      <a:pt x="19275" y="12753"/>
                      <a:pt x="19235" y="12984"/>
                      <a:pt x="19128" y="13176"/>
                    </a:cubicBezTo>
                    <a:cubicBezTo>
                      <a:pt x="18993" y="13436"/>
                      <a:pt x="18761" y="13639"/>
                      <a:pt x="18484" y="13730"/>
                    </a:cubicBezTo>
                    <a:cubicBezTo>
                      <a:pt x="18179" y="13831"/>
                      <a:pt x="17829" y="13820"/>
                      <a:pt x="17507" y="13843"/>
                    </a:cubicBezTo>
                    <a:cubicBezTo>
                      <a:pt x="17242" y="13859"/>
                      <a:pt x="16982" y="13876"/>
                      <a:pt x="16722" y="13888"/>
                    </a:cubicBezTo>
                    <a:cubicBezTo>
                      <a:pt x="16124" y="13922"/>
                      <a:pt x="15531" y="13944"/>
                      <a:pt x="14932" y="13967"/>
                    </a:cubicBezTo>
                    <a:cubicBezTo>
                      <a:pt x="13808" y="14012"/>
                      <a:pt x="12690" y="14046"/>
                      <a:pt x="11566" y="14102"/>
                    </a:cubicBezTo>
                    <a:cubicBezTo>
                      <a:pt x="11222" y="14119"/>
                      <a:pt x="10877" y="14136"/>
                      <a:pt x="10533" y="14176"/>
                    </a:cubicBezTo>
                    <a:cubicBezTo>
                      <a:pt x="10092" y="14232"/>
                      <a:pt x="9725" y="14464"/>
                      <a:pt x="9477" y="14831"/>
                    </a:cubicBezTo>
                    <a:cubicBezTo>
                      <a:pt x="9262" y="15153"/>
                      <a:pt x="9149" y="15542"/>
                      <a:pt x="9093" y="15921"/>
                    </a:cubicBezTo>
                    <a:cubicBezTo>
                      <a:pt x="9059" y="16169"/>
                      <a:pt x="9036" y="16429"/>
                      <a:pt x="9053" y="16677"/>
                    </a:cubicBezTo>
                    <a:cubicBezTo>
                      <a:pt x="9053" y="16683"/>
                      <a:pt x="9053" y="16688"/>
                      <a:pt x="9053" y="16692"/>
                    </a:cubicBezTo>
                    <a:lnTo>
                      <a:pt x="9053" y="16692"/>
                    </a:lnTo>
                    <a:cubicBezTo>
                      <a:pt x="9047" y="16704"/>
                      <a:pt x="9046" y="16721"/>
                      <a:pt x="9042" y="16734"/>
                    </a:cubicBezTo>
                    <a:cubicBezTo>
                      <a:pt x="9002" y="16836"/>
                      <a:pt x="8963" y="16937"/>
                      <a:pt x="8929" y="17039"/>
                    </a:cubicBezTo>
                    <a:lnTo>
                      <a:pt x="8522" y="18146"/>
                    </a:lnTo>
                    <a:cubicBezTo>
                      <a:pt x="8398" y="18485"/>
                      <a:pt x="8274" y="18823"/>
                      <a:pt x="8155" y="19162"/>
                    </a:cubicBezTo>
                    <a:cubicBezTo>
                      <a:pt x="8110" y="19281"/>
                      <a:pt x="8071" y="19371"/>
                      <a:pt x="8071" y="19496"/>
                    </a:cubicBezTo>
                    <a:lnTo>
                      <a:pt x="8071" y="21466"/>
                    </a:lnTo>
                    <a:lnTo>
                      <a:pt x="8071" y="23459"/>
                    </a:lnTo>
                    <a:lnTo>
                      <a:pt x="8071" y="23459"/>
                    </a:lnTo>
                    <a:cubicBezTo>
                      <a:pt x="7965" y="23442"/>
                      <a:pt x="7855" y="23412"/>
                      <a:pt x="7754" y="23392"/>
                    </a:cubicBezTo>
                    <a:cubicBezTo>
                      <a:pt x="7602" y="23364"/>
                      <a:pt x="7455" y="23336"/>
                      <a:pt x="7303" y="23302"/>
                    </a:cubicBezTo>
                    <a:cubicBezTo>
                      <a:pt x="7037" y="23245"/>
                      <a:pt x="6772" y="23178"/>
                      <a:pt x="6512" y="23099"/>
                    </a:cubicBezTo>
                    <a:cubicBezTo>
                      <a:pt x="6111" y="22974"/>
                      <a:pt x="5716" y="22822"/>
                      <a:pt x="5354" y="22602"/>
                    </a:cubicBezTo>
                    <a:cubicBezTo>
                      <a:pt x="4784" y="22251"/>
                      <a:pt x="4383" y="21749"/>
                      <a:pt x="4084" y="21156"/>
                    </a:cubicBezTo>
                    <a:cubicBezTo>
                      <a:pt x="3739" y="20461"/>
                      <a:pt x="3496" y="19727"/>
                      <a:pt x="3186" y="19021"/>
                    </a:cubicBezTo>
                    <a:cubicBezTo>
                      <a:pt x="2982" y="18558"/>
                      <a:pt x="2756" y="18106"/>
                      <a:pt x="2502" y="17666"/>
                    </a:cubicBezTo>
                    <a:cubicBezTo>
                      <a:pt x="2333" y="17366"/>
                      <a:pt x="2147" y="17078"/>
                      <a:pt x="1921" y="16819"/>
                    </a:cubicBezTo>
                    <a:cubicBezTo>
                      <a:pt x="1779" y="16649"/>
                      <a:pt x="1621" y="16502"/>
                      <a:pt x="1469" y="16344"/>
                    </a:cubicBezTo>
                    <a:cubicBezTo>
                      <a:pt x="899" y="15734"/>
                      <a:pt x="509" y="14972"/>
                      <a:pt x="362" y="14147"/>
                    </a:cubicBezTo>
                    <a:cubicBezTo>
                      <a:pt x="147" y="12928"/>
                      <a:pt x="498" y="11595"/>
                      <a:pt x="1153" y="10556"/>
                    </a:cubicBezTo>
                    <a:cubicBezTo>
                      <a:pt x="1667" y="9748"/>
                      <a:pt x="2418" y="9133"/>
                      <a:pt x="3282" y="8737"/>
                    </a:cubicBezTo>
                    <a:cubicBezTo>
                      <a:pt x="4021" y="8399"/>
                      <a:pt x="4835" y="8218"/>
                      <a:pt x="5642" y="8144"/>
                    </a:cubicBezTo>
                    <a:cubicBezTo>
                      <a:pt x="5930" y="8120"/>
                      <a:pt x="6218" y="8108"/>
                      <a:pt x="6506" y="8108"/>
                    </a:cubicBezTo>
                    <a:cubicBezTo>
                      <a:pt x="6760" y="8108"/>
                      <a:pt x="7015" y="8118"/>
                      <a:pt x="7269" y="8139"/>
                    </a:cubicBezTo>
                    <a:cubicBezTo>
                      <a:pt x="7453" y="8156"/>
                      <a:pt x="7638" y="8162"/>
                      <a:pt x="7824" y="8162"/>
                    </a:cubicBezTo>
                    <a:cubicBezTo>
                      <a:pt x="8118" y="8162"/>
                      <a:pt x="8413" y="8148"/>
                      <a:pt x="8703" y="8144"/>
                    </a:cubicBezTo>
                    <a:cubicBezTo>
                      <a:pt x="8799" y="8139"/>
                      <a:pt x="8890" y="8139"/>
                      <a:pt x="8980" y="8139"/>
                    </a:cubicBezTo>
                    <a:cubicBezTo>
                      <a:pt x="9149" y="8133"/>
                      <a:pt x="9166" y="7913"/>
                      <a:pt x="9019" y="7862"/>
                    </a:cubicBezTo>
                    <a:cubicBezTo>
                      <a:pt x="7653" y="7359"/>
                      <a:pt x="6636" y="6089"/>
                      <a:pt x="6478" y="4637"/>
                    </a:cubicBezTo>
                    <a:cubicBezTo>
                      <a:pt x="6320" y="3231"/>
                      <a:pt x="6941" y="1814"/>
                      <a:pt x="8099" y="1001"/>
                    </a:cubicBezTo>
                    <a:cubicBezTo>
                      <a:pt x="8770" y="527"/>
                      <a:pt x="9573" y="281"/>
                      <a:pt x="10377" y="281"/>
                    </a:cubicBezTo>
                    <a:close/>
                    <a:moveTo>
                      <a:pt x="10357" y="1"/>
                    </a:moveTo>
                    <a:cubicBezTo>
                      <a:pt x="9678" y="1"/>
                      <a:pt x="8998" y="162"/>
                      <a:pt x="8387" y="487"/>
                    </a:cubicBezTo>
                    <a:cubicBezTo>
                      <a:pt x="7065" y="1193"/>
                      <a:pt x="6207" y="2587"/>
                      <a:pt x="6167" y="4090"/>
                    </a:cubicBezTo>
                    <a:cubicBezTo>
                      <a:pt x="6134" y="5640"/>
                      <a:pt x="6987" y="7120"/>
                      <a:pt x="8349" y="7866"/>
                    </a:cubicBezTo>
                    <a:lnTo>
                      <a:pt x="8349" y="7866"/>
                    </a:lnTo>
                    <a:cubicBezTo>
                      <a:pt x="8259" y="7867"/>
                      <a:pt x="8168" y="7868"/>
                      <a:pt x="8076" y="7868"/>
                    </a:cubicBezTo>
                    <a:cubicBezTo>
                      <a:pt x="7931" y="7871"/>
                      <a:pt x="7783" y="7886"/>
                      <a:pt x="7636" y="7886"/>
                    </a:cubicBezTo>
                    <a:cubicBezTo>
                      <a:pt x="7566" y="7886"/>
                      <a:pt x="7496" y="7882"/>
                      <a:pt x="7427" y="7873"/>
                    </a:cubicBezTo>
                    <a:cubicBezTo>
                      <a:pt x="7121" y="7839"/>
                      <a:pt x="6810" y="7825"/>
                      <a:pt x="6501" y="7825"/>
                    </a:cubicBezTo>
                    <a:cubicBezTo>
                      <a:pt x="6353" y="7825"/>
                      <a:pt x="6206" y="7828"/>
                      <a:pt x="6060" y="7834"/>
                    </a:cubicBezTo>
                    <a:cubicBezTo>
                      <a:pt x="5253" y="7873"/>
                      <a:pt x="4445" y="8003"/>
                      <a:pt x="3683" y="8274"/>
                    </a:cubicBezTo>
                    <a:cubicBezTo>
                      <a:pt x="2790" y="8591"/>
                      <a:pt x="1960" y="9104"/>
                      <a:pt x="1339" y="9833"/>
                    </a:cubicBezTo>
                    <a:cubicBezTo>
                      <a:pt x="966" y="10268"/>
                      <a:pt x="684" y="10753"/>
                      <a:pt x="469" y="11279"/>
                    </a:cubicBezTo>
                    <a:cubicBezTo>
                      <a:pt x="204" y="11928"/>
                      <a:pt x="34" y="12623"/>
                      <a:pt x="18" y="13329"/>
                    </a:cubicBezTo>
                    <a:cubicBezTo>
                      <a:pt x="1" y="14323"/>
                      <a:pt x="311" y="15300"/>
                      <a:pt x="899" y="16096"/>
                    </a:cubicBezTo>
                    <a:cubicBezTo>
                      <a:pt x="1130" y="16412"/>
                      <a:pt x="1412" y="16661"/>
                      <a:pt x="1667" y="16954"/>
                    </a:cubicBezTo>
                    <a:cubicBezTo>
                      <a:pt x="2079" y="17417"/>
                      <a:pt x="2372" y="17982"/>
                      <a:pt x="2649" y="18535"/>
                    </a:cubicBezTo>
                    <a:cubicBezTo>
                      <a:pt x="3028" y="19304"/>
                      <a:pt x="3310" y="20105"/>
                      <a:pt x="3649" y="20890"/>
                    </a:cubicBezTo>
                    <a:cubicBezTo>
                      <a:pt x="3920" y="21512"/>
                      <a:pt x="4259" y="22110"/>
                      <a:pt x="4790" y="22545"/>
                    </a:cubicBezTo>
                    <a:cubicBezTo>
                      <a:pt x="5501" y="23127"/>
                      <a:pt x="6410" y="23403"/>
                      <a:pt x="7291" y="23590"/>
                    </a:cubicBezTo>
                    <a:cubicBezTo>
                      <a:pt x="7444" y="23624"/>
                      <a:pt x="7596" y="23652"/>
                      <a:pt x="7749" y="23680"/>
                    </a:cubicBezTo>
                    <a:cubicBezTo>
                      <a:pt x="7896" y="23703"/>
                      <a:pt x="8059" y="23754"/>
                      <a:pt x="8212" y="23754"/>
                    </a:cubicBezTo>
                    <a:cubicBezTo>
                      <a:pt x="8285" y="23754"/>
                      <a:pt x="8353" y="23686"/>
                      <a:pt x="8353" y="23612"/>
                    </a:cubicBezTo>
                    <a:lnTo>
                      <a:pt x="8353" y="22071"/>
                    </a:lnTo>
                    <a:lnTo>
                      <a:pt x="8353" y="19761"/>
                    </a:lnTo>
                    <a:lnTo>
                      <a:pt x="8353" y="19479"/>
                    </a:lnTo>
                    <a:cubicBezTo>
                      <a:pt x="8353" y="19465"/>
                      <a:pt x="8357" y="19448"/>
                      <a:pt x="8355" y="19430"/>
                    </a:cubicBezTo>
                    <a:lnTo>
                      <a:pt x="8355" y="19430"/>
                    </a:lnTo>
                    <a:cubicBezTo>
                      <a:pt x="8399" y="19357"/>
                      <a:pt x="8416" y="19257"/>
                      <a:pt x="8449" y="19179"/>
                    </a:cubicBezTo>
                    <a:cubicBezTo>
                      <a:pt x="8505" y="19021"/>
                      <a:pt x="8562" y="18857"/>
                      <a:pt x="8618" y="18699"/>
                    </a:cubicBezTo>
                    <a:cubicBezTo>
                      <a:pt x="8765" y="18304"/>
                      <a:pt x="8912" y="17909"/>
                      <a:pt x="9053" y="17513"/>
                    </a:cubicBezTo>
                    <a:cubicBezTo>
                      <a:pt x="9144" y="17270"/>
                      <a:pt x="9251" y="17022"/>
                      <a:pt x="9324" y="16774"/>
                    </a:cubicBezTo>
                    <a:cubicBezTo>
                      <a:pt x="9336" y="16734"/>
                      <a:pt x="9336" y="16694"/>
                      <a:pt x="9336" y="16655"/>
                    </a:cubicBezTo>
                    <a:cubicBezTo>
                      <a:pt x="9330" y="16548"/>
                      <a:pt x="9330" y="16446"/>
                      <a:pt x="9336" y="16339"/>
                    </a:cubicBezTo>
                    <a:cubicBezTo>
                      <a:pt x="9353" y="15994"/>
                      <a:pt x="9415" y="15644"/>
                      <a:pt x="9539" y="15322"/>
                    </a:cubicBezTo>
                    <a:cubicBezTo>
                      <a:pt x="9674" y="14972"/>
                      <a:pt x="9929" y="14644"/>
                      <a:pt x="10296" y="14520"/>
                    </a:cubicBezTo>
                    <a:cubicBezTo>
                      <a:pt x="10612" y="14407"/>
                      <a:pt x="10985" y="14419"/>
                      <a:pt x="11318" y="14396"/>
                    </a:cubicBezTo>
                    <a:cubicBezTo>
                      <a:pt x="12419" y="14334"/>
                      <a:pt x="13526" y="14306"/>
                      <a:pt x="14627" y="14260"/>
                    </a:cubicBezTo>
                    <a:cubicBezTo>
                      <a:pt x="15824" y="14215"/>
                      <a:pt x="17027" y="14187"/>
                      <a:pt x="18219" y="14068"/>
                    </a:cubicBezTo>
                    <a:cubicBezTo>
                      <a:pt x="18840" y="14006"/>
                      <a:pt x="19360" y="13583"/>
                      <a:pt x="19512" y="12967"/>
                    </a:cubicBezTo>
                    <a:cubicBezTo>
                      <a:pt x="19603" y="12566"/>
                      <a:pt x="19653" y="12154"/>
                      <a:pt x="19653" y="11742"/>
                    </a:cubicBezTo>
                    <a:cubicBezTo>
                      <a:pt x="19648" y="10691"/>
                      <a:pt x="19247" y="9686"/>
                      <a:pt x="18456" y="8975"/>
                    </a:cubicBezTo>
                    <a:cubicBezTo>
                      <a:pt x="18214" y="8760"/>
                      <a:pt x="17949" y="8569"/>
                      <a:pt x="17668" y="8405"/>
                    </a:cubicBezTo>
                    <a:lnTo>
                      <a:pt x="17668" y="8405"/>
                    </a:lnTo>
                    <a:cubicBezTo>
                      <a:pt x="17667" y="8405"/>
                      <a:pt x="17666" y="8405"/>
                      <a:pt x="17665" y="8404"/>
                    </a:cubicBezTo>
                    <a:lnTo>
                      <a:pt x="17665" y="8404"/>
                    </a:lnTo>
                    <a:cubicBezTo>
                      <a:pt x="17665" y="8404"/>
                      <a:pt x="17665" y="8404"/>
                      <a:pt x="17665" y="8404"/>
                    </a:cubicBezTo>
                    <a:cubicBezTo>
                      <a:pt x="17665" y="8404"/>
                      <a:pt x="17664" y="8403"/>
                      <a:pt x="17663" y="8403"/>
                    </a:cubicBezTo>
                    <a:lnTo>
                      <a:pt x="17663" y="8403"/>
                    </a:lnTo>
                    <a:cubicBezTo>
                      <a:pt x="17031" y="8048"/>
                      <a:pt x="16326" y="7845"/>
                      <a:pt x="15604" y="7777"/>
                    </a:cubicBezTo>
                    <a:cubicBezTo>
                      <a:pt x="15430" y="7761"/>
                      <a:pt x="15255" y="7756"/>
                      <a:pt x="15078" y="7756"/>
                    </a:cubicBezTo>
                    <a:cubicBezTo>
                      <a:pt x="14956" y="7756"/>
                      <a:pt x="14834" y="7758"/>
                      <a:pt x="14712" y="7760"/>
                    </a:cubicBezTo>
                    <a:cubicBezTo>
                      <a:pt x="13983" y="7772"/>
                      <a:pt x="13249" y="7783"/>
                      <a:pt x="12515" y="7794"/>
                    </a:cubicBezTo>
                    <a:cubicBezTo>
                      <a:pt x="12504" y="7795"/>
                      <a:pt x="12493" y="7795"/>
                      <a:pt x="12482" y="7795"/>
                    </a:cubicBezTo>
                    <a:lnTo>
                      <a:pt x="12482" y="7795"/>
                    </a:lnTo>
                    <a:cubicBezTo>
                      <a:pt x="13647" y="7105"/>
                      <a:pt x="14435" y="5881"/>
                      <a:pt x="14542" y="4502"/>
                    </a:cubicBezTo>
                    <a:cubicBezTo>
                      <a:pt x="14655" y="2994"/>
                      <a:pt x="13921" y="1514"/>
                      <a:pt x="12662" y="684"/>
                    </a:cubicBezTo>
                    <a:cubicBezTo>
                      <a:pt x="11974" y="230"/>
                      <a:pt x="11166" y="1"/>
                      <a:pt x="1035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9" name="Google Shape;299;p16"/>
              <p:cNvSpPr/>
              <p:nvPr/>
            </p:nvSpPr>
            <p:spPr>
              <a:xfrm>
                <a:off x="2034250" y="3757575"/>
                <a:ext cx="999750" cy="706175"/>
              </a:xfrm>
              <a:custGeom>
                <a:avLst/>
                <a:gdLst/>
                <a:ahLst/>
                <a:cxnLst/>
                <a:rect l="l" t="t" r="r" b="b"/>
                <a:pathLst>
                  <a:path w="39990" h="28247" extrusionOk="0">
                    <a:moveTo>
                      <a:pt x="23761" y="292"/>
                    </a:moveTo>
                    <a:lnTo>
                      <a:pt x="23761" y="292"/>
                    </a:lnTo>
                    <a:cubicBezTo>
                      <a:pt x="24471" y="886"/>
                      <a:pt x="25244" y="1415"/>
                      <a:pt x="26018" y="1918"/>
                    </a:cubicBezTo>
                    <a:cubicBezTo>
                      <a:pt x="26831" y="2438"/>
                      <a:pt x="27667" y="2918"/>
                      <a:pt x="28531" y="3353"/>
                    </a:cubicBezTo>
                    <a:cubicBezTo>
                      <a:pt x="29418" y="3793"/>
                      <a:pt x="30315" y="4194"/>
                      <a:pt x="31168" y="4702"/>
                    </a:cubicBezTo>
                    <a:cubicBezTo>
                      <a:pt x="33393" y="6030"/>
                      <a:pt x="35426" y="7848"/>
                      <a:pt x="36674" y="10146"/>
                    </a:cubicBezTo>
                    <a:cubicBezTo>
                      <a:pt x="36883" y="10535"/>
                      <a:pt x="37080" y="10925"/>
                      <a:pt x="37199" y="11342"/>
                    </a:cubicBezTo>
                    <a:lnTo>
                      <a:pt x="37199" y="11342"/>
                    </a:lnTo>
                    <a:cubicBezTo>
                      <a:pt x="37199" y="11342"/>
                      <a:pt x="37199" y="11343"/>
                      <a:pt x="37200" y="11344"/>
                    </a:cubicBezTo>
                    <a:cubicBezTo>
                      <a:pt x="37200" y="11344"/>
                      <a:pt x="37200" y="11344"/>
                      <a:pt x="37200" y="11344"/>
                    </a:cubicBezTo>
                    <a:lnTo>
                      <a:pt x="37200" y="11344"/>
                    </a:lnTo>
                    <a:cubicBezTo>
                      <a:pt x="37200" y="11344"/>
                      <a:pt x="37200" y="11345"/>
                      <a:pt x="37200" y="11345"/>
                    </a:cubicBezTo>
                    <a:lnTo>
                      <a:pt x="37200" y="11345"/>
                    </a:lnTo>
                    <a:cubicBezTo>
                      <a:pt x="37482" y="12299"/>
                      <a:pt x="37697" y="13270"/>
                      <a:pt x="37911" y="14235"/>
                    </a:cubicBezTo>
                    <a:cubicBezTo>
                      <a:pt x="38470" y="16822"/>
                      <a:pt x="38894" y="19442"/>
                      <a:pt x="39199" y="22068"/>
                    </a:cubicBezTo>
                    <a:cubicBezTo>
                      <a:pt x="39430" y="24026"/>
                      <a:pt x="39597" y="25995"/>
                      <a:pt x="39700" y="27964"/>
                    </a:cubicBezTo>
                    <a:lnTo>
                      <a:pt x="296" y="27964"/>
                    </a:lnTo>
                    <a:cubicBezTo>
                      <a:pt x="480" y="24425"/>
                      <a:pt x="867" y="20892"/>
                      <a:pt x="1469" y="17398"/>
                    </a:cubicBezTo>
                    <a:cubicBezTo>
                      <a:pt x="1796" y="15523"/>
                      <a:pt x="2175" y="13653"/>
                      <a:pt x="2666" y="11812"/>
                    </a:cubicBezTo>
                    <a:cubicBezTo>
                      <a:pt x="2835" y="11169"/>
                      <a:pt x="3067" y="10604"/>
                      <a:pt x="3395" y="10017"/>
                    </a:cubicBezTo>
                    <a:cubicBezTo>
                      <a:pt x="4569" y="7916"/>
                      <a:pt x="6399" y="6222"/>
                      <a:pt x="8421" y="4951"/>
                    </a:cubicBezTo>
                    <a:cubicBezTo>
                      <a:pt x="9189" y="4471"/>
                      <a:pt x="9985" y="4047"/>
                      <a:pt x="10804" y="3669"/>
                    </a:cubicBezTo>
                    <a:cubicBezTo>
                      <a:pt x="11662" y="3268"/>
                      <a:pt x="12498" y="2822"/>
                      <a:pt x="13306" y="2336"/>
                    </a:cubicBezTo>
                    <a:cubicBezTo>
                      <a:pt x="14294" y="1738"/>
                      <a:pt x="15248" y="1088"/>
                      <a:pt x="16146" y="365"/>
                    </a:cubicBezTo>
                    <a:cubicBezTo>
                      <a:pt x="16176" y="339"/>
                      <a:pt x="16205" y="316"/>
                      <a:pt x="16233" y="292"/>
                    </a:cubicBezTo>
                    <a:lnTo>
                      <a:pt x="16254" y="292"/>
                    </a:lnTo>
                    <a:cubicBezTo>
                      <a:pt x="16316" y="684"/>
                      <a:pt x="16490" y="1065"/>
                      <a:pt x="16767" y="1348"/>
                    </a:cubicBezTo>
                    <a:cubicBezTo>
                      <a:pt x="17137" y="1727"/>
                      <a:pt x="17676" y="1907"/>
                      <a:pt x="18203" y="1907"/>
                    </a:cubicBezTo>
                    <a:cubicBezTo>
                      <a:pt x="18336" y="1907"/>
                      <a:pt x="18469" y="1896"/>
                      <a:pt x="18597" y="1873"/>
                    </a:cubicBezTo>
                    <a:cubicBezTo>
                      <a:pt x="19030" y="1802"/>
                      <a:pt x="19444" y="1611"/>
                      <a:pt x="19757" y="1306"/>
                    </a:cubicBezTo>
                    <a:lnTo>
                      <a:pt x="19757" y="1306"/>
                    </a:lnTo>
                    <a:cubicBezTo>
                      <a:pt x="20163" y="1705"/>
                      <a:pt x="20725" y="1905"/>
                      <a:pt x="21280" y="1905"/>
                    </a:cubicBezTo>
                    <a:cubicBezTo>
                      <a:pt x="22060" y="1905"/>
                      <a:pt x="22828" y="1511"/>
                      <a:pt x="23138" y="727"/>
                    </a:cubicBezTo>
                    <a:cubicBezTo>
                      <a:pt x="23194" y="585"/>
                      <a:pt x="23233" y="440"/>
                      <a:pt x="23256" y="292"/>
                    </a:cubicBezTo>
                    <a:close/>
                    <a:moveTo>
                      <a:pt x="23739" y="1"/>
                    </a:moveTo>
                    <a:cubicBezTo>
                      <a:pt x="23674" y="1"/>
                      <a:pt x="23606" y="9"/>
                      <a:pt x="23550" y="9"/>
                    </a:cubicBezTo>
                    <a:lnTo>
                      <a:pt x="23132" y="9"/>
                    </a:lnTo>
                    <a:cubicBezTo>
                      <a:pt x="23053" y="9"/>
                      <a:pt x="22997" y="77"/>
                      <a:pt x="22991" y="151"/>
                    </a:cubicBezTo>
                    <a:cubicBezTo>
                      <a:pt x="22951" y="642"/>
                      <a:pt x="22652" y="1173"/>
                      <a:pt x="22178" y="1421"/>
                    </a:cubicBezTo>
                    <a:cubicBezTo>
                      <a:pt x="21912" y="1562"/>
                      <a:pt x="21610" y="1630"/>
                      <a:pt x="21308" y="1630"/>
                    </a:cubicBezTo>
                    <a:cubicBezTo>
                      <a:pt x="20762" y="1630"/>
                      <a:pt x="20213" y="1410"/>
                      <a:pt x="19857" y="1003"/>
                    </a:cubicBezTo>
                    <a:cubicBezTo>
                      <a:pt x="19831" y="975"/>
                      <a:pt x="19793" y="961"/>
                      <a:pt x="19756" y="961"/>
                    </a:cubicBezTo>
                    <a:cubicBezTo>
                      <a:pt x="19718" y="961"/>
                      <a:pt x="19682" y="975"/>
                      <a:pt x="19659" y="1003"/>
                    </a:cubicBezTo>
                    <a:cubicBezTo>
                      <a:pt x="19299" y="1410"/>
                      <a:pt x="18751" y="1630"/>
                      <a:pt x="18206" y="1630"/>
                    </a:cubicBezTo>
                    <a:cubicBezTo>
                      <a:pt x="17904" y="1630"/>
                      <a:pt x="17604" y="1562"/>
                      <a:pt x="17338" y="1421"/>
                    </a:cubicBezTo>
                    <a:cubicBezTo>
                      <a:pt x="16863" y="1173"/>
                      <a:pt x="16559" y="642"/>
                      <a:pt x="16519" y="151"/>
                    </a:cubicBezTo>
                    <a:cubicBezTo>
                      <a:pt x="16513" y="77"/>
                      <a:pt x="16463" y="9"/>
                      <a:pt x="16378" y="9"/>
                    </a:cubicBezTo>
                    <a:cubicBezTo>
                      <a:pt x="16350" y="9"/>
                      <a:pt x="16324" y="9"/>
                      <a:pt x="16298" y="9"/>
                    </a:cubicBezTo>
                    <a:cubicBezTo>
                      <a:pt x="16208" y="9"/>
                      <a:pt x="16129" y="16"/>
                      <a:pt x="16050" y="77"/>
                    </a:cubicBezTo>
                    <a:cubicBezTo>
                      <a:pt x="15960" y="145"/>
                      <a:pt x="15875" y="224"/>
                      <a:pt x="15785" y="292"/>
                    </a:cubicBezTo>
                    <a:cubicBezTo>
                      <a:pt x="15373" y="619"/>
                      <a:pt x="14943" y="924"/>
                      <a:pt x="14509" y="1224"/>
                    </a:cubicBezTo>
                    <a:cubicBezTo>
                      <a:pt x="13820" y="1698"/>
                      <a:pt x="13102" y="2139"/>
                      <a:pt x="12374" y="2551"/>
                    </a:cubicBezTo>
                    <a:cubicBezTo>
                      <a:pt x="11527" y="3025"/>
                      <a:pt x="10640" y="3409"/>
                      <a:pt x="9776" y="3855"/>
                    </a:cubicBezTo>
                    <a:cubicBezTo>
                      <a:pt x="7336" y="5115"/>
                      <a:pt x="5083" y="6882"/>
                      <a:pt x="3558" y="9198"/>
                    </a:cubicBezTo>
                    <a:cubicBezTo>
                      <a:pt x="3112" y="9881"/>
                      <a:pt x="2700" y="10626"/>
                      <a:pt x="2474" y="11423"/>
                    </a:cubicBezTo>
                    <a:cubicBezTo>
                      <a:pt x="2034" y="13015"/>
                      <a:pt x="1695" y="14636"/>
                      <a:pt x="1390" y="16257"/>
                    </a:cubicBezTo>
                    <a:cubicBezTo>
                      <a:pt x="752" y="19657"/>
                      <a:pt x="328" y="23096"/>
                      <a:pt x="97" y="26541"/>
                    </a:cubicBezTo>
                    <a:cubicBezTo>
                      <a:pt x="63" y="27060"/>
                      <a:pt x="34" y="27585"/>
                      <a:pt x="6" y="28105"/>
                    </a:cubicBezTo>
                    <a:cubicBezTo>
                      <a:pt x="1" y="28184"/>
                      <a:pt x="74" y="28246"/>
                      <a:pt x="147" y="28246"/>
                    </a:cubicBezTo>
                    <a:lnTo>
                      <a:pt x="39848" y="28246"/>
                    </a:lnTo>
                    <a:cubicBezTo>
                      <a:pt x="39922" y="28246"/>
                      <a:pt x="39989" y="28184"/>
                      <a:pt x="39989" y="28105"/>
                    </a:cubicBezTo>
                    <a:cubicBezTo>
                      <a:pt x="39820" y="24745"/>
                      <a:pt x="39464" y="21390"/>
                      <a:pt x="38922" y="18064"/>
                    </a:cubicBezTo>
                    <a:cubicBezTo>
                      <a:pt x="38600" y="16104"/>
                      <a:pt x="38216" y="14156"/>
                      <a:pt x="37730" y="12230"/>
                    </a:cubicBezTo>
                    <a:cubicBezTo>
                      <a:pt x="37651" y="11908"/>
                      <a:pt x="37567" y="11586"/>
                      <a:pt x="37476" y="11270"/>
                    </a:cubicBezTo>
                    <a:cubicBezTo>
                      <a:pt x="37363" y="10881"/>
                      <a:pt x="37177" y="10502"/>
                      <a:pt x="36991" y="10146"/>
                    </a:cubicBezTo>
                    <a:cubicBezTo>
                      <a:pt x="36494" y="9192"/>
                      <a:pt x="35850" y="8311"/>
                      <a:pt x="35121" y="7520"/>
                    </a:cubicBezTo>
                    <a:cubicBezTo>
                      <a:pt x="33992" y="6284"/>
                      <a:pt x="32648" y="5245"/>
                      <a:pt x="31202" y="4397"/>
                    </a:cubicBezTo>
                    <a:cubicBezTo>
                      <a:pt x="30259" y="3844"/>
                      <a:pt x="29259" y="3415"/>
                      <a:pt x="28294" y="2912"/>
                    </a:cubicBezTo>
                    <a:cubicBezTo>
                      <a:pt x="27413" y="2455"/>
                      <a:pt x="26566" y="1947"/>
                      <a:pt x="25741" y="1399"/>
                    </a:cubicBezTo>
                    <a:cubicBezTo>
                      <a:pt x="25182" y="1026"/>
                      <a:pt x="24634" y="631"/>
                      <a:pt x="24103" y="207"/>
                    </a:cubicBezTo>
                    <a:cubicBezTo>
                      <a:pt x="24036" y="151"/>
                      <a:pt x="23945" y="49"/>
                      <a:pt x="23855" y="15"/>
                    </a:cubicBezTo>
                    <a:cubicBezTo>
                      <a:pt x="23820" y="4"/>
                      <a:pt x="23780" y="1"/>
                      <a:pt x="23739"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0" name="Google Shape;300;p16"/>
              <p:cNvSpPr/>
              <p:nvPr/>
            </p:nvSpPr>
            <p:spPr>
              <a:xfrm>
                <a:off x="2440000" y="3757225"/>
                <a:ext cx="176225" cy="7650"/>
              </a:xfrm>
              <a:custGeom>
                <a:avLst/>
                <a:gdLst/>
                <a:ahLst/>
                <a:cxnLst/>
                <a:rect l="l" t="t" r="r" b="b"/>
                <a:pathLst>
                  <a:path w="7049" h="306" extrusionOk="0">
                    <a:moveTo>
                      <a:pt x="148" y="1"/>
                    </a:moveTo>
                    <a:cubicBezTo>
                      <a:pt x="74" y="1"/>
                      <a:pt x="1" y="63"/>
                      <a:pt x="7" y="142"/>
                    </a:cubicBezTo>
                    <a:cubicBezTo>
                      <a:pt x="7" y="148"/>
                      <a:pt x="7" y="159"/>
                      <a:pt x="7" y="165"/>
                    </a:cubicBezTo>
                    <a:cubicBezTo>
                      <a:pt x="12" y="244"/>
                      <a:pt x="69" y="306"/>
                      <a:pt x="148" y="306"/>
                    </a:cubicBezTo>
                    <a:lnTo>
                      <a:pt x="6902" y="306"/>
                    </a:lnTo>
                    <a:cubicBezTo>
                      <a:pt x="6962" y="306"/>
                      <a:pt x="7003" y="274"/>
                      <a:pt x="7023" y="232"/>
                    </a:cubicBezTo>
                    <a:lnTo>
                      <a:pt x="7023" y="232"/>
                    </a:lnTo>
                    <a:cubicBezTo>
                      <a:pt x="7034" y="214"/>
                      <a:pt x="7042" y="191"/>
                      <a:pt x="7043" y="165"/>
                    </a:cubicBezTo>
                    <a:cubicBezTo>
                      <a:pt x="7043" y="159"/>
                      <a:pt x="7043" y="148"/>
                      <a:pt x="7043" y="142"/>
                    </a:cubicBezTo>
                    <a:cubicBezTo>
                      <a:pt x="7049" y="63"/>
                      <a:pt x="6975" y="1"/>
                      <a:pt x="6902"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1" name="Google Shape;301;p16"/>
              <p:cNvSpPr/>
              <p:nvPr/>
            </p:nvSpPr>
            <p:spPr>
              <a:xfrm>
                <a:off x="2440000" y="3757800"/>
                <a:ext cx="176225" cy="47450"/>
              </a:xfrm>
              <a:custGeom>
                <a:avLst/>
                <a:gdLst/>
                <a:ahLst/>
                <a:cxnLst/>
                <a:rect l="l" t="t" r="r" b="b"/>
                <a:pathLst>
                  <a:path w="7049" h="1898" extrusionOk="0">
                    <a:moveTo>
                      <a:pt x="6741" y="283"/>
                    </a:moveTo>
                    <a:cubicBezTo>
                      <a:pt x="6725" y="362"/>
                      <a:pt x="6708" y="441"/>
                      <a:pt x="6682" y="520"/>
                    </a:cubicBezTo>
                    <a:cubicBezTo>
                      <a:pt x="6608" y="735"/>
                      <a:pt x="6495" y="944"/>
                      <a:pt x="6337" y="1113"/>
                    </a:cubicBezTo>
                    <a:cubicBezTo>
                      <a:pt x="6020" y="1454"/>
                      <a:pt x="5533" y="1618"/>
                      <a:pt x="5070" y="1618"/>
                    </a:cubicBezTo>
                    <a:cubicBezTo>
                      <a:pt x="4965" y="1618"/>
                      <a:pt x="4862" y="1610"/>
                      <a:pt x="4762" y="1593"/>
                    </a:cubicBezTo>
                    <a:cubicBezTo>
                      <a:pt x="4327" y="1520"/>
                      <a:pt x="3920" y="1328"/>
                      <a:pt x="3627" y="994"/>
                    </a:cubicBezTo>
                    <a:cubicBezTo>
                      <a:pt x="3601" y="966"/>
                      <a:pt x="3563" y="952"/>
                      <a:pt x="3526" y="952"/>
                    </a:cubicBezTo>
                    <a:cubicBezTo>
                      <a:pt x="3488" y="952"/>
                      <a:pt x="3452" y="966"/>
                      <a:pt x="3429" y="994"/>
                    </a:cubicBezTo>
                    <a:cubicBezTo>
                      <a:pt x="3096" y="1378"/>
                      <a:pt x="2559" y="1616"/>
                      <a:pt x="2051" y="1616"/>
                    </a:cubicBezTo>
                    <a:cubicBezTo>
                      <a:pt x="1582" y="1616"/>
                      <a:pt x="1102" y="1503"/>
                      <a:pt x="758" y="1158"/>
                    </a:cubicBezTo>
                    <a:cubicBezTo>
                      <a:pt x="543" y="944"/>
                      <a:pt x="402" y="673"/>
                      <a:pt x="334" y="384"/>
                    </a:cubicBezTo>
                    <a:cubicBezTo>
                      <a:pt x="324" y="349"/>
                      <a:pt x="317" y="316"/>
                      <a:pt x="312" y="283"/>
                    </a:cubicBezTo>
                    <a:close/>
                    <a:moveTo>
                      <a:pt x="148" y="0"/>
                    </a:moveTo>
                    <a:cubicBezTo>
                      <a:pt x="80" y="0"/>
                      <a:pt x="1" y="68"/>
                      <a:pt x="7" y="142"/>
                    </a:cubicBezTo>
                    <a:cubicBezTo>
                      <a:pt x="63" y="802"/>
                      <a:pt x="453" y="1429"/>
                      <a:pt x="1063" y="1706"/>
                    </a:cubicBezTo>
                    <a:cubicBezTo>
                      <a:pt x="1379" y="1847"/>
                      <a:pt x="1712" y="1898"/>
                      <a:pt x="2051" y="1898"/>
                    </a:cubicBezTo>
                    <a:cubicBezTo>
                      <a:pt x="2584" y="1898"/>
                      <a:pt x="3146" y="1670"/>
                      <a:pt x="3527" y="1298"/>
                    </a:cubicBezTo>
                    <a:lnTo>
                      <a:pt x="3527" y="1298"/>
                    </a:lnTo>
                    <a:cubicBezTo>
                      <a:pt x="3929" y="1698"/>
                      <a:pt x="4498" y="1894"/>
                      <a:pt x="5064" y="1894"/>
                    </a:cubicBezTo>
                    <a:cubicBezTo>
                      <a:pt x="5178" y="1894"/>
                      <a:pt x="5293" y="1886"/>
                      <a:pt x="5406" y="1870"/>
                    </a:cubicBezTo>
                    <a:cubicBezTo>
                      <a:pt x="6100" y="1774"/>
                      <a:pt x="6659" y="1356"/>
                      <a:pt x="6913" y="701"/>
                    </a:cubicBezTo>
                    <a:cubicBezTo>
                      <a:pt x="6987" y="520"/>
                      <a:pt x="7026" y="334"/>
                      <a:pt x="7043" y="142"/>
                    </a:cubicBezTo>
                    <a:cubicBezTo>
                      <a:pt x="7049" y="68"/>
                      <a:pt x="6975" y="0"/>
                      <a:pt x="6902"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02" name="Google Shape;302;p16"/>
            <p:cNvGrpSpPr/>
            <p:nvPr/>
          </p:nvGrpSpPr>
          <p:grpSpPr>
            <a:xfrm>
              <a:off x="-863272" y="2768403"/>
              <a:ext cx="1727168" cy="2064093"/>
              <a:chOff x="4081975" y="3119725"/>
              <a:chExt cx="999750" cy="1194775"/>
            </a:xfrm>
          </p:grpSpPr>
          <p:sp>
            <p:nvSpPr>
              <p:cNvPr id="303" name="Google Shape;303;p16"/>
              <p:cNvSpPr/>
              <p:nvPr/>
            </p:nvSpPr>
            <p:spPr>
              <a:xfrm>
                <a:off x="4757400" y="3180675"/>
                <a:ext cx="8225" cy="9275"/>
              </a:xfrm>
              <a:custGeom>
                <a:avLst/>
                <a:gdLst/>
                <a:ahLst/>
                <a:cxnLst/>
                <a:rect l="l" t="t" r="r" b="b"/>
                <a:pathLst>
                  <a:path w="329" h="371" extrusionOk="0">
                    <a:moveTo>
                      <a:pt x="151" y="1"/>
                    </a:moveTo>
                    <a:cubicBezTo>
                      <a:pt x="142" y="1"/>
                      <a:pt x="133" y="2"/>
                      <a:pt x="125" y="5"/>
                    </a:cubicBezTo>
                    <a:cubicBezTo>
                      <a:pt x="108" y="5"/>
                      <a:pt x="85" y="11"/>
                      <a:pt x="74" y="22"/>
                    </a:cubicBezTo>
                    <a:lnTo>
                      <a:pt x="40" y="44"/>
                    </a:lnTo>
                    <a:cubicBezTo>
                      <a:pt x="23" y="61"/>
                      <a:pt x="12" y="84"/>
                      <a:pt x="6" y="107"/>
                    </a:cubicBezTo>
                    <a:cubicBezTo>
                      <a:pt x="6" y="118"/>
                      <a:pt x="1" y="129"/>
                      <a:pt x="1" y="146"/>
                    </a:cubicBezTo>
                    <a:cubicBezTo>
                      <a:pt x="1" y="169"/>
                      <a:pt x="6" y="191"/>
                      <a:pt x="23" y="214"/>
                    </a:cubicBezTo>
                    <a:cubicBezTo>
                      <a:pt x="34" y="242"/>
                      <a:pt x="51" y="270"/>
                      <a:pt x="68" y="299"/>
                    </a:cubicBezTo>
                    <a:cubicBezTo>
                      <a:pt x="74" y="315"/>
                      <a:pt x="91" y="327"/>
                      <a:pt x="102" y="338"/>
                    </a:cubicBezTo>
                    <a:cubicBezTo>
                      <a:pt x="119" y="349"/>
                      <a:pt x="130" y="361"/>
                      <a:pt x="153" y="366"/>
                    </a:cubicBezTo>
                    <a:cubicBezTo>
                      <a:pt x="161" y="369"/>
                      <a:pt x="170" y="371"/>
                      <a:pt x="179" y="371"/>
                    </a:cubicBezTo>
                    <a:cubicBezTo>
                      <a:pt x="188" y="371"/>
                      <a:pt x="198" y="369"/>
                      <a:pt x="209" y="366"/>
                    </a:cubicBezTo>
                    <a:cubicBezTo>
                      <a:pt x="226" y="366"/>
                      <a:pt x="243" y="361"/>
                      <a:pt x="260" y="349"/>
                    </a:cubicBezTo>
                    <a:lnTo>
                      <a:pt x="289" y="327"/>
                    </a:lnTo>
                    <a:cubicBezTo>
                      <a:pt x="305" y="310"/>
                      <a:pt x="317" y="287"/>
                      <a:pt x="322" y="265"/>
                    </a:cubicBezTo>
                    <a:lnTo>
                      <a:pt x="328" y="225"/>
                    </a:lnTo>
                    <a:cubicBezTo>
                      <a:pt x="328" y="203"/>
                      <a:pt x="322" y="180"/>
                      <a:pt x="311" y="157"/>
                    </a:cubicBezTo>
                    <a:cubicBezTo>
                      <a:pt x="294" y="129"/>
                      <a:pt x="283" y="101"/>
                      <a:pt x="266" y="73"/>
                    </a:cubicBezTo>
                    <a:cubicBezTo>
                      <a:pt x="255" y="56"/>
                      <a:pt x="243" y="44"/>
                      <a:pt x="226" y="33"/>
                    </a:cubicBezTo>
                    <a:cubicBezTo>
                      <a:pt x="215" y="22"/>
                      <a:pt x="198" y="11"/>
                      <a:pt x="181" y="5"/>
                    </a:cubicBezTo>
                    <a:cubicBezTo>
                      <a:pt x="170" y="2"/>
                      <a:pt x="160" y="1"/>
                      <a:pt x="151"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4" name="Google Shape;304;p16"/>
              <p:cNvSpPr/>
              <p:nvPr/>
            </p:nvSpPr>
            <p:spPr>
              <a:xfrm>
                <a:off x="4765725" y="3198325"/>
                <a:ext cx="8925" cy="11375"/>
              </a:xfrm>
              <a:custGeom>
                <a:avLst/>
                <a:gdLst/>
                <a:ahLst/>
                <a:cxnLst/>
                <a:rect l="l" t="t" r="r" b="b"/>
                <a:pathLst>
                  <a:path w="357" h="455" extrusionOk="0">
                    <a:moveTo>
                      <a:pt x="136" y="1"/>
                    </a:moveTo>
                    <a:cubicBezTo>
                      <a:pt x="126" y="1"/>
                      <a:pt x="116" y="2"/>
                      <a:pt x="108" y="5"/>
                    </a:cubicBezTo>
                    <a:cubicBezTo>
                      <a:pt x="74" y="16"/>
                      <a:pt x="40" y="39"/>
                      <a:pt x="23" y="73"/>
                    </a:cubicBezTo>
                    <a:cubicBezTo>
                      <a:pt x="18" y="84"/>
                      <a:pt x="12" y="95"/>
                      <a:pt x="6" y="106"/>
                    </a:cubicBezTo>
                    <a:cubicBezTo>
                      <a:pt x="1" y="129"/>
                      <a:pt x="1" y="157"/>
                      <a:pt x="6" y="180"/>
                    </a:cubicBezTo>
                    <a:cubicBezTo>
                      <a:pt x="29" y="236"/>
                      <a:pt x="52" y="293"/>
                      <a:pt x="68" y="349"/>
                    </a:cubicBezTo>
                    <a:cubicBezTo>
                      <a:pt x="74" y="366"/>
                      <a:pt x="85" y="383"/>
                      <a:pt x="97" y="400"/>
                    </a:cubicBezTo>
                    <a:cubicBezTo>
                      <a:pt x="108" y="411"/>
                      <a:pt x="119" y="423"/>
                      <a:pt x="136" y="434"/>
                    </a:cubicBezTo>
                    <a:cubicBezTo>
                      <a:pt x="153" y="445"/>
                      <a:pt x="170" y="451"/>
                      <a:pt x="187" y="451"/>
                    </a:cubicBezTo>
                    <a:cubicBezTo>
                      <a:pt x="196" y="453"/>
                      <a:pt x="205" y="455"/>
                      <a:pt x="213" y="455"/>
                    </a:cubicBezTo>
                    <a:cubicBezTo>
                      <a:pt x="224" y="455"/>
                      <a:pt x="234" y="452"/>
                      <a:pt x="244" y="445"/>
                    </a:cubicBezTo>
                    <a:cubicBezTo>
                      <a:pt x="277" y="440"/>
                      <a:pt x="311" y="417"/>
                      <a:pt x="328" y="383"/>
                    </a:cubicBezTo>
                    <a:cubicBezTo>
                      <a:pt x="345" y="349"/>
                      <a:pt x="356" y="310"/>
                      <a:pt x="345" y="276"/>
                    </a:cubicBezTo>
                    <a:cubicBezTo>
                      <a:pt x="323" y="219"/>
                      <a:pt x="300" y="163"/>
                      <a:pt x="283" y="106"/>
                    </a:cubicBezTo>
                    <a:cubicBezTo>
                      <a:pt x="277" y="89"/>
                      <a:pt x="266" y="73"/>
                      <a:pt x="255" y="56"/>
                    </a:cubicBezTo>
                    <a:cubicBezTo>
                      <a:pt x="244" y="44"/>
                      <a:pt x="232" y="33"/>
                      <a:pt x="215" y="22"/>
                    </a:cubicBezTo>
                    <a:cubicBezTo>
                      <a:pt x="198" y="10"/>
                      <a:pt x="181" y="5"/>
                      <a:pt x="164" y="5"/>
                    </a:cubicBezTo>
                    <a:cubicBezTo>
                      <a:pt x="156" y="2"/>
                      <a:pt x="146" y="1"/>
                      <a:pt x="136"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5" name="Google Shape;305;p16"/>
              <p:cNvSpPr/>
              <p:nvPr/>
            </p:nvSpPr>
            <p:spPr>
              <a:xfrm>
                <a:off x="4762900" y="3191400"/>
                <a:ext cx="8650" cy="10400"/>
              </a:xfrm>
              <a:custGeom>
                <a:avLst/>
                <a:gdLst/>
                <a:ahLst/>
                <a:cxnLst/>
                <a:rect l="l" t="t" r="r" b="b"/>
                <a:pathLst>
                  <a:path w="346" h="416" extrusionOk="0">
                    <a:moveTo>
                      <a:pt x="151" y="1"/>
                    </a:moveTo>
                    <a:cubicBezTo>
                      <a:pt x="142" y="1"/>
                      <a:pt x="133" y="2"/>
                      <a:pt x="125" y="5"/>
                    </a:cubicBezTo>
                    <a:cubicBezTo>
                      <a:pt x="102" y="5"/>
                      <a:pt x="85" y="11"/>
                      <a:pt x="69" y="22"/>
                    </a:cubicBezTo>
                    <a:lnTo>
                      <a:pt x="40" y="45"/>
                    </a:lnTo>
                    <a:cubicBezTo>
                      <a:pt x="23" y="62"/>
                      <a:pt x="12" y="78"/>
                      <a:pt x="6" y="107"/>
                    </a:cubicBezTo>
                    <a:lnTo>
                      <a:pt x="1" y="141"/>
                    </a:lnTo>
                    <a:cubicBezTo>
                      <a:pt x="1" y="169"/>
                      <a:pt x="6" y="191"/>
                      <a:pt x="18" y="214"/>
                    </a:cubicBezTo>
                    <a:cubicBezTo>
                      <a:pt x="18" y="214"/>
                      <a:pt x="18" y="214"/>
                      <a:pt x="18" y="214"/>
                    </a:cubicBezTo>
                    <a:lnTo>
                      <a:pt x="18" y="214"/>
                    </a:lnTo>
                    <a:cubicBezTo>
                      <a:pt x="34" y="243"/>
                      <a:pt x="48" y="275"/>
                      <a:pt x="63" y="306"/>
                    </a:cubicBezTo>
                    <a:lnTo>
                      <a:pt x="63" y="306"/>
                    </a:lnTo>
                    <a:cubicBezTo>
                      <a:pt x="63" y="308"/>
                      <a:pt x="63" y="310"/>
                      <a:pt x="63" y="310"/>
                    </a:cubicBezTo>
                    <a:cubicBezTo>
                      <a:pt x="66" y="321"/>
                      <a:pt x="72" y="332"/>
                      <a:pt x="79" y="342"/>
                    </a:cubicBezTo>
                    <a:lnTo>
                      <a:pt x="79" y="342"/>
                    </a:lnTo>
                    <a:cubicBezTo>
                      <a:pt x="79" y="343"/>
                      <a:pt x="80" y="343"/>
                      <a:pt x="80" y="344"/>
                    </a:cubicBezTo>
                    <a:cubicBezTo>
                      <a:pt x="80" y="344"/>
                      <a:pt x="80" y="343"/>
                      <a:pt x="80" y="343"/>
                    </a:cubicBezTo>
                    <a:lnTo>
                      <a:pt x="80" y="343"/>
                    </a:lnTo>
                    <a:cubicBezTo>
                      <a:pt x="83" y="349"/>
                      <a:pt x="87" y="355"/>
                      <a:pt x="91" y="361"/>
                    </a:cubicBezTo>
                    <a:cubicBezTo>
                      <a:pt x="102" y="372"/>
                      <a:pt x="114" y="383"/>
                      <a:pt x="131" y="395"/>
                    </a:cubicBezTo>
                    <a:cubicBezTo>
                      <a:pt x="148" y="406"/>
                      <a:pt x="165" y="412"/>
                      <a:pt x="181" y="412"/>
                    </a:cubicBezTo>
                    <a:cubicBezTo>
                      <a:pt x="191" y="414"/>
                      <a:pt x="199" y="415"/>
                      <a:pt x="207" y="415"/>
                    </a:cubicBezTo>
                    <a:cubicBezTo>
                      <a:pt x="218" y="415"/>
                      <a:pt x="228" y="413"/>
                      <a:pt x="238" y="406"/>
                    </a:cubicBezTo>
                    <a:cubicBezTo>
                      <a:pt x="249" y="406"/>
                      <a:pt x="261" y="400"/>
                      <a:pt x="272" y="395"/>
                    </a:cubicBezTo>
                    <a:cubicBezTo>
                      <a:pt x="294" y="383"/>
                      <a:pt x="311" y="366"/>
                      <a:pt x="323" y="344"/>
                    </a:cubicBezTo>
                    <a:cubicBezTo>
                      <a:pt x="328" y="333"/>
                      <a:pt x="334" y="321"/>
                      <a:pt x="340" y="310"/>
                    </a:cubicBezTo>
                    <a:cubicBezTo>
                      <a:pt x="345" y="287"/>
                      <a:pt x="345" y="259"/>
                      <a:pt x="340" y="237"/>
                    </a:cubicBezTo>
                    <a:cubicBezTo>
                      <a:pt x="317" y="180"/>
                      <a:pt x="289" y="124"/>
                      <a:pt x="266" y="73"/>
                    </a:cubicBezTo>
                    <a:cubicBezTo>
                      <a:pt x="255" y="56"/>
                      <a:pt x="244" y="39"/>
                      <a:pt x="227" y="33"/>
                    </a:cubicBezTo>
                    <a:cubicBezTo>
                      <a:pt x="215" y="16"/>
                      <a:pt x="198" y="11"/>
                      <a:pt x="181" y="5"/>
                    </a:cubicBezTo>
                    <a:cubicBezTo>
                      <a:pt x="170" y="2"/>
                      <a:pt x="160" y="1"/>
                      <a:pt x="151"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6" name="Google Shape;306;p16"/>
              <p:cNvSpPr/>
              <p:nvPr/>
            </p:nvSpPr>
            <p:spPr>
              <a:xfrm>
                <a:off x="4772075" y="3222725"/>
                <a:ext cx="7950" cy="12875"/>
              </a:xfrm>
              <a:custGeom>
                <a:avLst/>
                <a:gdLst/>
                <a:ahLst/>
                <a:cxnLst/>
                <a:rect l="l" t="t" r="r" b="b"/>
                <a:pathLst>
                  <a:path w="318" h="515" extrusionOk="0">
                    <a:moveTo>
                      <a:pt x="145" y="0"/>
                    </a:moveTo>
                    <a:cubicBezTo>
                      <a:pt x="132" y="0"/>
                      <a:pt x="119" y="2"/>
                      <a:pt x="108" y="6"/>
                    </a:cubicBezTo>
                    <a:cubicBezTo>
                      <a:pt x="74" y="17"/>
                      <a:pt x="40" y="40"/>
                      <a:pt x="23" y="74"/>
                    </a:cubicBezTo>
                    <a:cubicBezTo>
                      <a:pt x="18" y="85"/>
                      <a:pt x="12" y="96"/>
                      <a:pt x="12" y="102"/>
                    </a:cubicBezTo>
                    <a:cubicBezTo>
                      <a:pt x="1" y="130"/>
                      <a:pt x="1" y="153"/>
                      <a:pt x="12" y="181"/>
                    </a:cubicBezTo>
                    <a:cubicBezTo>
                      <a:pt x="12" y="183"/>
                      <a:pt x="12" y="185"/>
                      <a:pt x="12" y="187"/>
                    </a:cubicBezTo>
                    <a:lnTo>
                      <a:pt x="12" y="187"/>
                    </a:lnTo>
                    <a:lnTo>
                      <a:pt x="12" y="186"/>
                    </a:lnTo>
                    <a:lnTo>
                      <a:pt x="12" y="186"/>
                    </a:lnTo>
                    <a:cubicBezTo>
                      <a:pt x="12" y="186"/>
                      <a:pt x="12" y="186"/>
                      <a:pt x="12" y="186"/>
                    </a:cubicBezTo>
                    <a:lnTo>
                      <a:pt x="12" y="186"/>
                    </a:lnTo>
                    <a:cubicBezTo>
                      <a:pt x="12" y="195"/>
                      <a:pt x="12" y="204"/>
                      <a:pt x="15" y="215"/>
                    </a:cubicBezTo>
                    <a:lnTo>
                      <a:pt x="15" y="215"/>
                    </a:lnTo>
                    <a:cubicBezTo>
                      <a:pt x="20" y="268"/>
                      <a:pt x="24" y="320"/>
                      <a:pt x="29" y="373"/>
                    </a:cubicBezTo>
                    <a:cubicBezTo>
                      <a:pt x="29" y="390"/>
                      <a:pt x="35" y="407"/>
                      <a:pt x="46" y="424"/>
                    </a:cubicBezTo>
                    <a:cubicBezTo>
                      <a:pt x="52" y="441"/>
                      <a:pt x="57" y="458"/>
                      <a:pt x="74" y="469"/>
                    </a:cubicBezTo>
                    <a:cubicBezTo>
                      <a:pt x="97" y="497"/>
                      <a:pt x="136" y="514"/>
                      <a:pt x="170" y="514"/>
                    </a:cubicBezTo>
                    <a:cubicBezTo>
                      <a:pt x="210" y="508"/>
                      <a:pt x="249" y="497"/>
                      <a:pt x="272" y="469"/>
                    </a:cubicBezTo>
                    <a:cubicBezTo>
                      <a:pt x="295" y="446"/>
                      <a:pt x="317" y="407"/>
                      <a:pt x="311" y="373"/>
                    </a:cubicBezTo>
                    <a:cubicBezTo>
                      <a:pt x="306" y="282"/>
                      <a:pt x="295" y="192"/>
                      <a:pt x="283" y="102"/>
                    </a:cubicBezTo>
                    <a:cubicBezTo>
                      <a:pt x="278" y="85"/>
                      <a:pt x="272" y="68"/>
                      <a:pt x="255" y="57"/>
                    </a:cubicBezTo>
                    <a:cubicBezTo>
                      <a:pt x="249" y="40"/>
                      <a:pt x="232" y="28"/>
                      <a:pt x="215" y="23"/>
                    </a:cubicBezTo>
                    <a:cubicBezTo>
                      <a:pt x="197" y="8"/>
                      <a:pt x="170" y="0"/>
                      <a:pt x="145"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7" name="Google Shape;307;p16"/>
              <p:cNvSpPr/>
              <p:nvPr/>
            </p:nvSpPr>
            <p:spPr>
              <a:xfrm>
                <a:off x="4753175" y="3174050"/>
                <a:ext cx="8350" cy="9025"/>
              </a:xfrm>
              <a:custGeom>
                <a:avLst/>
                <a:gdLst/>
                <a:ahLst/>
                <a:cxnLst/>
                <a:rect l="l" t="t" r="r" b="b"/>
                <a:pathLst>
                  <a:path w="334" h="361" extrusionOk="0">
                    <a:moveTo>
                      <a:pt x="150" y="0"/>
                    </a:moveTo>
                    <a:cubicBezTo>
                      <a:pt x="141" y="0"/>
                      <a:pt x="133" y="2"/>
                      <a:pt x="124" y="4"/>
                    </a:cubicBezTo>
                    <a:cubicBezTo>
                      <a:pt x="102" y="4"/>
                      <a:pt x="85" y="10"/>
                      <a:pt x="74" y="21"/>
                    </a:cubicBezTo>
                    <a:cubicBezTo>
                      <a:pt x="62" y="27"/>
                      <a:pt x="51" y="33"/>
                      <a:pt x="40" y="38"/>
                    </a:cubicBezTo>
                    <a:cubicBezTo>
                      <a:pt x="23" y="61"/>
                      <a:pt x="11" y="78"/>
                      <a:pt x="6" y="100"/>
                    </a:cubicBezTo>
                    <a:cubicBezTo>
                      <a:pt x="6" y="117"/>
                      <a:pt x="0" y="129"/>
                      <a:pt x="0" y="140"/>
                    </a:cubicBezTo>
                    <a:cubicBezTo>
                      <a:pt x="0" y="168"/>
                      <a:pt x="6" y="191"/>
                      <a:pt x="23" y="213"/>
                    </a:cubicBezTo>
                    <a:cubicBezTo>
                      <a:pt x="40" y="236"/>
                      <a:pt x="57" y="264"/>
                      <a:pt x="74" y="292"/>
                    </a:cubicBezTo>
                    <a:cubicBezTo>
                      <a:pt x="79" y="304"/>
                      <a:pt x="90" y="321"/>
                      <a:pt x="107" y="332"/>
                    </a:cubicBezTo>
                    <a:cubicBezTo>
                      <a:pt x="119" y="343"/>
                      <a:pt x="136" y="349"/>
                      <a:pt x="158" y="355"/>
                    </a:cubicBezTo>
                    <a:cubicBezTo>
                      <a:pt x="175" y="360"/>
                      <a:pt x="192" y="360"/>
                      <a:pt x="209" y="360"/>
                    </a:cubicBezTo>
                    <a:cubicBezTo>
                      <a:pt x="232" y="355"/>
                      <a:pt x="249" y="349"/>
                      <a:pt x="266" y="343"/>
                    </a:cubicBezTo>
                    <a:lnTo>
                      <a:pt x="294" y="321"/>
                    </a:lnTo>
                    <a:cubicBezTo>
                      <a:pt x="311" y="304"/>
                      <a:pt x="322" y="281"/>
                      <a:pt x="328" y="259"/>
                    </a:cubicBezTo>
                    <a:lnTo>
                      <a:pt x="333" y="219"/>
                    </a:lnTo>
                    <a:cubicBezTo>
                      <a:pt x="333" y="191"/>
                      <a:pt x="328" y="168"/>
                      <a:pt x="316" y="146"/>
                    </a:cubicBezTo>
                    <a:cubicBezTo>
                      <a:pt x="299" y="123"/>
                      <a:pt x="282" y="95"/>
                      <a:pt x="266" y="67"/>
                    </a:cubicBezTo>
                    <a:cubicBezTo>
                      <a:pt x="254" y="55"/>
                      <a:pt x="243" y="38"/>
                      <a:pt x="226" y="27"/>
                    </a:cubicBezTo>
                    <a:cubicBezTo>
                      <a:pt x="215" y="16"/>
                      <a:pt x="198" y="10"/>
                      <a:pt x="181" y="4"/>
                    </a:cubicBezTo>
                    <a:cubicBezTo>
                      <a:pt x="170" y="2"/>
                      <a:pt x="160" y="0"/>
                      <a:pt x="150"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8" name="Google Shape;308;p16"/>
              <p:cNvSpPr/>
              <p:nvPr/>
            </p:nvSpPr>
            <p:spPr>
              <a:xfrm>
                <a:off x="4773075" y="3231325"/>
                <a:ext cx="7500" cy="15850"/>
              </a:xfrm>
              <a:custGeom>
                <a:avLst/>
                <a:gdLst/>
                <a:ahLst/>
                <a:cxnLst/>
                <a:rect l="l" t="t" r="r" b="b"/>
                <a:pathLst>
                  <a:path w="300" h="634" extrusionOk="0">
                    <a:moveTo>
                      <a:pt x="147" y="1"/>
                    </a:moveTo>
                    <a:cubicBezTo>
                      <a:pt x="108" y="1"/>
                      <a:pt x="68" y="12"/>
                      <a:pt x="46" y="40"/>
                    </a:cubicBezTo>
                    <a:cubicBezTo>
                      <a:pt x="23" y="68"/>
                      <a:pt x="0" y="102"/>
                      <a:pt x="6" y="142"/>
                    </a:cubicBezTo>
                    <a:cubicBezTo>
                      <a:pt x="12" y="260"/>
                      <a:pt x="17" y="373"/>
                      <a:pt x="17" y="492"/>
                    </a:cubicBezTo>
                    <a:cubicBezTo>
                      <a:pt x="17" y="563"/>
                      <a:pt x="75" y="633"/>
                      <a:pt x="150" y="633"/>
                    </a:cubicBezTo>
                    <a:cubicBezTo>
                      <a:pt x="153" y="633"/>
                      <a:pt x="156" y="633"/>
                      <a:pt x="158" y="633"/>
                    </a:cubicBezTo>
                    <a:cubicBezTo>
                      <a:pt x="232" y="633"/>
                      <a:pt x="300" y="571"/>
                      <a:pt x="300" y="492"/>
                    </a:cubicBezTo>
                    <a:cubicBezTo>
                      <a:pt x="300" y="373"/>
                      <a:pt x="294" y="260"/>
                      <a:pt x="288" y="142"/>
                    </a:cubicBezTo>
                    <a:cubicBezTo>
                      <a:pt x="283" y="102"/>
                      <a:pt x="271" y="68"/>
                      <a:pt x="243" y="40"/>
                    </a:cubicBezTo>
                    <a:cubicBezTo>
                      <a:pt x="221" y="18"/>
                      <a:pt x="181" y="1"/>
                      <a:pt x="147"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9" name="Google Shape;309;p16"/>
              <p:cNvSpPr/>
              <p:nvPr/>
            </p:nvSpPr>
            <p:spPr>
              <a:xfrm>
                <a:off x="4770525" y="3214325"/>
                <a:ext cx="8225" cy="12075"/>
              </a:xfrm>
              <a:custGeom>
                <a:avLst/>
                <a:gdLst/>
                <a:ahLst/>
                <a:cxnLst/>
                <a:rect l="l" t="t" r="r" b="b"/>
                <a:pathLst>
                  <a:path w="329" h="483" extrusionOk="0">
                    <a:moveTo>
                      <a:pt x="148" y="1"/>
                    </a:moveTo>
                    <a:cubicBezTo>
                      <a:pt x="135" y="1"/>
                      <a:pt x="120" y="5"/>
                      <a:pt x="108" y="9"/>
                    </a:cubicBezTo>
                    <a:cubicBezTo>
                      <a:pt x="74" y="20"/>
                      <a:pt x="40" y="37"/>
                      <a:pt x="23" y="71"/>
                    </a:cubicBezTo>
                    <a:cubicBezTo>
                      <a:pt x="6" y="105"/>
                      <a:pt x="1" y="144"/>
                      <a:pt x="6" y="178"/>
                    </a:cubicBezTo>
                    <a:cubicBezTo>
                      <a:pt x="23" y="246"/>
                      <a:pt x="35" y="314"/>
                      <a:pt x="52" y="381"/>
                    </a:cubicBezTo>
                    <a:cubicBezTo>
                      <a:pt x="52" y="398"/>
                      <a:pt x="63" y="415"/>
                      <a:pt x="74" y="426"/>
                    </a:cubicBezTo>
                    <a:cubicBezTo>
                      <a:pt x="85" y="443"/>
                      <a:pt x="97" y="455"/>
                      <a:pt x="114" y="466"/>
                    </a:cubicBezTo>
                    <a:cubicBezTo>
                      <a:pt x="131" y="477"/>
                      <a:pt x="148" y="483"/>
                      <a:pt x="164" y="483"/>
                    </a:cubicBezTo>
                    <a:cubicBezTo>
                      <a:pt x="187" y="483"/>
                      <a:pt x="204" y="483"/>
                      <a:pt x="221" y="477"/>
                    </a:cubicBezTo>
                    <a:cubicBezTo>
                      <a:pt x="255" y="466"/>
                      <a:pt x="289" y="449"/>
                      <a:pt x="306" y="415"/>
                    </a:cubicBezTo>
                    <a:lnTo>
                      <a:pt x="323" y="381"/>
                    </a:lnTo>
                    <a:cubicBezTo>
                      <a:pt x="328" y="353"/>
                      <a:pt x="328" y="330"/>
                      <a:pt x="323" y="308"/>
                    </a:cubicBezTo>
                    <a:cubicBezTo>
                      <a:pt x="311" y="240"/>
                      <a:pt x="294" y="172"/>
                      <a:pt x="283" y="105"/>
                    </a:cubicBezTo>
                    <a:cubicBezTo>
                      <a:pt x="277" y="88"/>
                      <a:pt x="266" y="71"/>
                      <a:pt x="255" y="59"/>
                    </a:cubicBezTo>
                    <a:cubicBezTo>
                      <a:pt x="244" y="42"/>
                      <a:pt x="232" y="31"/>
                      <a:pt x="215" y="20"/>
                    </a:cubicBezTo>
                    <a:cubicBezTo>
                      <a:pt x="198" y="9"/>
                      <a:pt x="181" y="3"/>
                      <a:pt x="164" y="3"/>
                    </a:cubicBezTo>
                    <a:cubicBezTo>
                      <a:pt x="160" y="1"/>
                      <a:pt x="154" y="1"/>
                      <a:pt x="148"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0" name="Google Shape;310;p16"/>
              <p:cNvSpPr/>
              <p:nvPr/>
            </p:nvSpPr>
            <p:spPr>
              <a:xfrm>
                <a:off x="4768275" y="3206225"/>
                <a:ext cx="8625" cy="11675"/>
              </a:xfrm>
              <a:custGeom>
                <a:avLst/>
                <a:gdLst/>
                <a:ahLst/>
                <a:cxnLst/>
                <a:rect l="l" t="t" r="r" b="b"/>
                <a:pathLst>
                  <a:path w="345" h="467" extrusionOk="0">
                    <a:moveTo>
                      <a:pt x="139" y="1"/>
                    </a:moveTo>
                    <a:cubicBezTo>
                      <a:pt x="130" y="1"/>
                      <a:pt x="122" y="2"/>
                      <a:pt x="113" y="5"/>
                    </a:cubicBezTo>
                    <a:cubicBezTo>
                      <a:pt x="79" y="16"/>
                      <a:pt x="46" y="39"/>
                      <a:pt x="29" y="73"/>
                    </a:cubicBezTo>
                    <a:cubicBezTo>
                      <a:pt x="12" y="101"/>
                      <a:pt x="0" y="141"/>
                      <a:pt x="12" y="180"/>
                    </a:cubicBezTo>
                    <a:cubicBezTo>
                      <a:pt x="34" y="242"/>
                      <a:pt x="51" y="299"/>
                      <a:pt x="62" y="361"/>
                    </a:cubicBezTo>
                    <a:cubicBezTo>
                      <a:pt x="74" y="395"/>
                      <a:pt x="102" y="429"/>
                      <a:pt x="130" y="446"/>
                    </a:cubicBezTo>
                    <a:cubicBezTo>
                      <a:pt x="147" y="457"/>
                      <a:pt x="164" y="462"/>
                      <a:pt x="181" y="462"/>
                    </a:cubicBezTo>
                    <a:cubicBezTo>
                      <a:pt x="192" y="465"/>
                      <a:pt x="202" y="467"/>
                      <a:pt x="211" y="467"/>
                    </a:cubicBezTo>
                    <a:cubicBezTo>
                      <a:pt x="221" y="467"/>
                      <a:pt x="229" y="465"/>
                      <a:pt x="238" y="462"/>
                    </a:cubicBezTo>
                    <a:cubicBezTo>
                      <a:pt x="271" y="451"/>
                      <a:pt x="305" y="429"/>
                      <a:pt x="322" y="395"/>
                    </a:cubicBezTo>
                    <a:cubicBezTo>
                      <a:pt x="339" y="361"/>
                      <a:pt x="345" y="327"/>
                      <a:pt x="339" y="287"/>
                    </a:cubicBezTo>
                    <a:cubicBezTo>
                      <a:pt x="322" y="225"/>
                      <a:pt x="305" y="163"/>
                      <a:pt x="288" y="101"/>
                    </a:cubicBezTo>
                    <a:cubicBezTo>
                      <a:pt x="277" y="67"/>
                      <a:pt x="254" y="39"/>
                      <a:pt x="221" y="22"/>
                    </a:cubicBezTo>
                    <a:cubicBezTo>
                      <a:pt x="204" y="11"/>
                      <a:pt x="187" y="5"/>
                      <a:pt x="170" y="5"/>
                    </a:cubicBezTo>
                    <a:cubicBezTo>
                      <a:pt x="158" y="2"/>
                      <a:pt x="149" y="1"/>
                      <a:pt x="139"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1" name="Google Shape;311;p16"/>
              <p:cNvSpPr/>
              <p:nvPr/>
            </p:nvSpPr>
            <p:spPr>
              <a:xfrm>
                <a:off x="4744000" y="3162150"/>
                <a:ext cx="7775" cy="7925"/>
              </a:xfrm>
              <a:custGeom>
                <a:avLst/>
                <a:gdLst/>
                <a:ahLst/>
                <a:cxnLst/>
                <a:rect l="l" t="t" r="r" b="b"/>
                <a:pathLst>
                  <a:path w="311" h="317" extrusionOk="0">
                    <a:moveTo>
                      <a:pt x="141" y="0"/>
                    </a:moveTo>
                    <a:cubicBezTo>
                      <a:pt x="119" y="0"/>
                      <a:pt x="102" y="6"/>
                      <a:pt x="85" y="12"/>
                    </a:cubicBezTo>
                    <a:cubicBezTo>
                      <a:pt x="68" y="17"/>
                      <a:pt x="51" y="29"/>
                      <a:pt x="40" y="40"/>
                    </a:cubicBezTo>
                    <a:lnTo>
                      <a:pt x="17" y="68"/>
                    </a:lnTo>
                    <a:cubicBezTo>
                      <a:pt x="6" y="91"/>
                      <a:pt x="0" y="113"/>
                      <a:pt x="0" y="142"/>
                    </a:cubicBezTo>
                    <a:lnTo>
                      <a:pt x="6" y="181"/>
                    </a:lnTo>
                    <a:cubicBezTo>
                      <a:pt x="11" y="204"/>
                      <a:pt x="23" y="226"/>
                      <a:pt x="40" y="243"/>
                    </a:cubicBezTo>
                    <a:cubicBezTo>
                      <a:pt x="51" y="255"/>
                      <a:pt x="62" y="266"/>
                      <a:pt x="73" y="277"/>
                    </a:cubicBezTo>
                    <a:cubicBezTo>
                      <a:pt x="85" y="288"/>
                      <a:pt x="96" y="300"/>
                      <a:pt x="119" y="305"/>
                    </a:cubicBezTo>
                    <a:cubicBezTo>
                      <a:pt x="136" y="311"/>
                      <a:pt x="152" y="317"/>
                      <a:pt x="169" y="317"/>
                    </a:cubicBezTo>
                    <a:cubicBezTo>
                      <a:pt x="192" y="317"/>
                      <a:pt x="209" y="311"/>
                      <a:pt x="226" y="305"/>
                    </a:cubicBezTo>
                    <a:cubicBezTo>
                      <a:pt x="243" y="300"/>
                      <a:pt x="260" y="288"/>
                      <a:pt x="271" y="277"/>
                    </a:cubicBezTo>
                    <a:lnTo>
                      <a:pt x="294" y="249"/>
                    </a:lnTo>
                    <a:cubicBezTo>
                      <a:pt x="305" y="226"/>
                      <a:pt x="311" y="204"/>
                      <a:pt x="311" y="175"/>
                    </a:cubicBezTo>
                    <a:cubicBezTo>
                      <a:pt x="311" y="164"/>
                      <a:pt x="311" y="153"/>
                      <a:pt x="305" y="136"/>
                    </a:cubicBezTo>
                    <a:cubicBezTo>
                      <a:pt x="299" y="113"/>
                      <a:pt x="288" y="91"/>
                      <a:pt x="271" y="74"/>
                    </a:cubicBezTo>
                    <a:cubicBezTo>
                      <a:pt x="260" y="63"/>
                      <a:pt x="249" y="51"/>
                      <a:pt x="237" y="40"/>
                    </a:cubicBezTo>
                    <a:cubicBezTo>
                      <a:pt x="226" y="29"/>
                      <a:pt x="209" y="17"/>
                      <a:pt x="192" y="12"/>
                    </a:cubicBezTo>
                    <a:cubicBezTo>
                      <a:pt x="175" y="6"/>
                      <a:pt x="158" y="0"/>
                      <a:pt x="141"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2" name="Google Shape;312;p16"/>
              <p:cNvSpPr/>
              <p:nvPr/>
            </p:nvSpPr>
            <p:spPr>
              <a:xfrm>
                <a:off x="4748650" y="3167800"/>
                <a:ext cx="8200" cy="8600"/>
              </a:xfrm>
              <a:custGeom>
                <a:avLst/>
                <a:gdLst/>
                <a:ahLst/>
                <a:cxnLst/>
                <a:rect l="l" t="t" r="r" b="b"/>
                <a:pathLst>
                  <a:path w="328" h="344" extrusionOk="0">
                    <a:moveTo>
                      <a:pt x="142" y="0"/>
                    </a:moveTo>
                    <a:cubicBezTo>
                      <a:pt x="119" y="0"/>
                      <a:pt x="102" y="0"/>
                      <a:pt x="85" y="12"/>
                    </a:cubicBezTo>
                    <a:cubicBezTo>
                      <a:pt x="68" y="17"/>
                      <a:pt x="51" y="29"/>
                      <a:pt x="40" y="40"/>
                    </a:cubicBezTo>
                    <a:lnTo>
                      <a:pt x="17" y="68"/>
                    </a:lnTo>
                    <a:cubicBezTo>
                      <a:pt x="6" y="91"/>
                      <a:pt x="0" y="113"/>
                      <a:pt x="0" y="141"/>
                    </a:cubicBezTo>
                    <a:cubicBezTo>
                      <a:pt x="0" y="153"/>
                      <a:pt x="0" y="164"/>
                      <a:pt x="6" y="175"/>
                    </a:cubicBezTo>
                    <a:cubicBezTo>
                      <a:pt x="12" y="204"/>
                      <a:pt x="23" y="221"/>
                      <a:pt x="40" y="243"/>
                    </a:cubicBezTo>
                    <a:lnTo>
                      <a:pt x="41" y="245"/>
                    </a:lnTo>
                    <a:lnTo>
                      <a:pt x="41" y="245"/>
                    </a:lnTo>
                    <a:cubicBezTo>
                      <a:pt x="49" y="255"/>
                      <a:pt x="57" y="264"/>
                      <a:pt x="68" y="271"/>
                    </a:cubicBezTo>
                    <a:cubicBezTo>
                      <a:pt x="74" y="288"/>
                      <a:pt x="85" y="305"/>
                      <a:pt x="102" y="311"/>
                    </a:cubicBezTo>
                    <a:cubicBezTo>
                      <a:pt x="119" y="328"/>
                      <a:pt x="130" y="334"/>
                      <a:pt x="153" y="339"/>
                    </a:cubicBezTo>
                    <a:cubicBezTo>
                      <a:pt x="161" y="342"/>
                      <a:pt x="170" y="343"/>
                      <a:pt x="179" y="343"/>
                    </a:cubicBezTo>
                    <a:cubicBezTo>
                      <a:pt x="188" y="343"/>
                      <a:pt x="198" y="342"/>
                      <a:pt x="209" y="339"/>
                    </a:cubicBezTo>
                    <a:cubicBezTo>
                      <a:pt x="226" y="339"/>
                      <a:pt x="243" y="334"/>
                      <a:pt x="260" y="322"/>
                    </a:cubicBezTo>
                    <a:lnTo>
                      <a:pt x="288" y="305"/>
                    </a:lnTo>
                    <a:cubicBezTo>
                      <a:pt x="305" y="283"/>
                      <a:pt x="317" y="266"/>
                      <a:pt x="322" y="243"/>
                    </a:cubicBezTo>
                    <a:lnTo>
                      <a:pt x="328" y="204"/>
                    </a:lnTo>
                    <a:cubicBezTo>
                      <a:pt x="328" y="175"/>
                      <a:pt x="322" y="153"/>
                      <a:pt x="311" y="130"/>
                    </a:cubicBezTo>
                    <a:cubicBezTo>
                      <a:pt x="288" y="102"/>
                      <a:pt x="266" y="68"/>
                      <a:pt x="238" y="40"/>
                    </a:cubicBezTo>
                    <a:cubicBezTo>
                      <a:pt x="226" y="29"/>
                      <a:pt x="215" y="17"/>
                      <a:pt x="192" y="12"/>
                    </a:cubicBezTo>
                    <a:cubicBezTo>
                      <a:pt x="175" y="0"/>
                      <a:pt x="159" y="0"/>
                      <a:pt x="142"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3" name="Google Shape;313;p16"/>
              <p:cNvSpPr/>
              <p:nvPr/>
            </p:nvSpPr>
            <p:spPr>
              <a:xfrm>
                <a:off x="4484925" y="3138725"/>
                <a:ext cx="336850" cy="477075"/>
              </a:xfrm>
              <a:custGeom>
                <a:avLst/>
                <a:gdLst/>
                <a:ahLst/>
                <a:cxnLst/>
                <a:rect l="l" t="t" r="r" b="b"/>
                <a:pathLst>
                  <a:path w="13474" h="19083" extrusionOk="0">
                    <a:moveTo>
                      <a:pt x="9707" y="536"/>
                    </a:moveTo>
                    <a:lnTo>
                      <a:pt x="9707" y="536"/>
                    </a:lnTo>
                    <a:cubicBezTo>
                      <a:pt x="10371" y="1035"/>
                      <a:pt x="10918" y="1715"/>
                      <a:pt x="11216" y="2490"/>
                    </a:cubicBezTo>
                    <a:cubicBezTo>
                      <a:pt x="11396" y="2970"/>
                      <a:pt x="11509" y="3462"/>
                      <a:pt x="11538" y="3976"/>
                    </a:cubicBezTo>
                    <a:cubicBezTo>
                      <a:pt x="11549" y="4185"/>
                      <a:pt x="11543" y="4399"/>
                      <a:pt x="11543" y="4608"/>
                    </a:cubicBezTo>
                    <a:lnTo>
                      <a:pt x="11543" y="5755"/>
                    </a:lnTo>
                    <a:cubicBezTo>
                      <a:pt x="11543" y="5992"/>
                      <a:pt x="11532" y="6229"/>
                      <a:pt x="11543" y="6466"/>
                    </a:cubicBezTo>
                    <a:cubicBezTo>
                      <a:pt x="11549" y="6602"/>
                      <a:pt x="11713" y="6686"/>
                      <a:pt x="11814" y="6765"/>
                    </a:cubicBezTo>
                    <a:cubicBezTo>
                      <a:pt x="12193" y="7065"/>
                      <a:pt x="12577" y="7364"/>
                      <a:pt x="12955" y="7669"/>
                    </a:cubicBezTo>
                    <a:cubicBezTo>
                      <a:pt x="13136" y="7816"/>
                      <a:pt x="13221" y="8030"/>
                      <a:pt x="13130" y="8251"/>
                    </a:cubicBezTo>
                    <a:cubicBezTo>
                      <a:pt x="13034" y="8477"/>
                      <a:pt x="12808" y="8590"/>
                      <a:pt x="12577" y="8590"/>
                    </a:cubicBezTo>
                    <a:cubicBezTo>
                      <a:pt x="12477" y="8591"/>
                      <a:pt x="12378" y="8592"/>
                      <a:pt x="12279" y="8592"/>
                    </a:cubicBezTo>
                    <a:cubicBezTo>
                      <a:pt x="12081" y="8592"/>
                      <a:pt x="11884" y="8590"/>
                      <a:pt x="11684" y="8590"/>
                    </a:cubicBezTo>
                    <a:cubicBezTo>
                      <a:pt x="11605" y="8590"/>
                      <a:pt x="11543" y="8657"/>
                      <a:pt x="11543" y="8731"/>
                    </a:cubicBezTo>
                    <a:cubicBezTo>
                      <a:pt x="11543" y="9030"/>
                      <a:pt x="11549" y="9329"/>
                      <a:pt x="11538" y="9623"/>
                    </a:cubicBezTo>
                    <a:cubicBezTo>
                      <a:pt x="11515" y="10154"/>
                      <a:pt x="11408" y="10685"/>
                      <a:pt x="11210" y="11182"/>
                    </a:cubicBezTo>
                    <a:cubicBezTo>
                      <a:pt x="10832" y="12147"/>
                      <a:pt x="10126" y="12983"/>
                      <a:pt x="9239" y="13525"/>
                    </a:cubicBezTo>
                    <a:cubicBezTo>
                      <a:pt x="8748" y="13822"/>
                      <a:pt x="8210" y="14026"/>
                      <a:pt x="7645" y="14138"/>
                    </a:cubicBezTo>
                    <a:lnTo>
                      <a:pt x="7645" y="14138"/>
                    </a:lnTo>
                    <a:cubicBezTo>
                      <a:pt x="7652" y="14108"/>
                      <a:pt x="7659" y="14078"/>
                      <a:pt x="7664" y="14051"/>
                    </a:cubicBezTo>
                    <a:cubicBezTo>
                      <a:pt x="7703" y="13825"/>
                      <a:pt x="7720" y="13599"/>
                      <a:pt x="7709" y="13373"/>
                    </a:cubicBezTo>
                    <a:cubicBezTo>
                      <a:pt x="7675" y="12475"/>
                      <a:pt x="7285" y="11628"/>
                      <a:pt x="6783" y="10894"/>
                    </a:cubicBezTo>
                    <a:cubicBezTo>
                      <a:pt x="6382" y="10306"/>
                      <a:pt x="5896" y="9770"/>
                      <a:pt x="5371" y="9290"/>
                    </a:cubicBezTo>
                    <a:cubicBezTo>
                      <a:pt x="5128" y="9070"/>
                      <a:pt x="4874" y="8889"/>
                      <a:pt x="4687" y="8606"/>
                    </a:cubicBezTo>
                    <a:cubicBezTo>
                      <a:pt x="4416" y="8194"/>
                      <a:pt x="4320" y="7703"/>
                      <a:pt x="4462" y="7223"/>
                    </a:cubicBezTo>
                    <a:cubicBezTo>
                      <a:pt x="4563" y="6890"/>
                      <a:pt x="4795" y="6624"/>
                      <a:pt x="5134" y="6528"/>
                    </a:cubicBezTo>
                    <a:cubicBezTo>
                      <a:pt x="5184" y="6517"/>
                      <a:pt x="5235" y="6506"/>
                      <a:pt x="5286" y="6494"/>
                    </a:cubicBezTo>
                    <a:cubicBezTo>
                      <a:pt x="5294" y="6493"/>
                      <a:pt x="5298" y="6493"/>
                      <a:pt x="5299" y="6493"/>
                    </a:cubicBezTo>
                    <a:cubicBezTo>
                      <a:pt x="5301" y="6493"/>
                      <a:pt x="5282" y="6496"/>
                      <a:pt x="5282" y="6496"/>
                    </a:cubicBezTo>
                    <a:cubicBezTo>
                      <a:pt x="5282" y="6496"/>
                      <a:pt x="5285" y="6496"/>
                      <a:pt x="5292" y="6494"/>
                    </a:cubicBezTo>
                    <a:lnTo>
                      <a:pt x="5326" y="6494"/>
                    </a:lnTo>
                    <a:cubicBezTo>
                      <a:pt x="5354" y="6489"/>
                      <a:pt x="5382" y="6489"/>
                      <a:pt x="5410" y="6489"/>
                    </a:cubicBezTo>
                    <a:cubicBezTo>
                      <a:pt x="5414" y="6489"/>
                      <a:pt x="5417" y="6488"/>
                      <a:pt x="5420" y="6488"/>
                    </a:cubicBezTo>
                    <a:lnTo>
                      <a:pt x="5420" y="6488"/>
                    </a:lnTo>
                    <a:cubicBezTo>
                      <a:pt x="6703" y="6429"/>
                      <a:pt x="8006" y="6056"/>
                      <a:pt x="8912" y="5099"/>
                    </a:cubicBezTo>
                    <a:cubicBezTo>
                      <a:pt x="9392" y="4597"/>
                      <a:pt x="9759" y="3976"/>
                      <a:pt x="9939" y="3298"/>
                    </a:cubicBezTo>
                    <a:cubicBezTo>
                      <a:pt x="10086" y="2739"/>
                      <a:pt x="10098" y="2152"/>
                      <a:pt x="10007" y="1587"/>
                    </a:cubicBezTo>
                    <a:cubicBezTo>
                      <a:pt x="9946" y="1225"/>
                      <a:pt x="9842" y="873"/>
                      <a:pt x="9707" y="536"/>
                    </a:cubicBezTo>
                    <a:close/>
                    <a:moveTo>
                      <a:pt x="7466" y="14937"/>
                    </a:moveTo>
                    <a:lnTo>
                      <a:pt x="7466" y="15863"/>
                    </a:lnTo>
                    <a:lnTo>
                      <a:pt x="7466" y="18359"/>
                    </a:lnTo>
                    <a:lnTo>
                      <a:pt x="7466" y="18800"/>
                    </a:lnTo>
                    <a:lnTo>
                      <a:pt x="283" y="18800"/>
                    </a:lnTo>
                    <a:lnTo>
                      <a:pt x="283" y="17586"/>
                    </a:lnTo>
                    <a:lnTo>
                      <a:pt x="3383" y="17586"/>
                    </a:lnTo>
                    <a:cubicBezTo>
                      <a:pt x="4078" y="17586"/>
                      <a:pt x="4778" y="17518"/>
                      <a:pt x="5427" y="17253"/>
                    </a:cubicBezTo>
                    <a:cubicBezTo>
                      <a:pt x="6065" y="16987"/>
                      <a:pt x="6613" y="16552"/>
                      <a:pt x="6997" y="15976"/>
                    </a:cubicBezTo>
                    <a:cubicBezTo>
                      <a:pt x="7207" y="15657"/>
                      <a:pt x="7364" y="15302"/>
                      <a:pt x="7466" y="14937"/>
                    </a:cubicBezTo>
                    <a:close/>
                    <a:moveTo>
                      <a:pt x="9374" y="0"/>
                    </a:moveTo>
                    <a:cubicBezTo>
                      <a:pt x="9277" y="0"/>
                      <a:pt x="9206" y="115"/>
                      <a:pt x="9256" y="215"/>
                    </a:cubicBezTo>
                    <a:cubicBezTo>
                      <a:pt x="9680" y="1062"/>
                      <a:pt x="9906" y="2044"/>
                      <a:pt x="9719" y="2987"/>
                    </a:cubicBezTo>
                    <a:cubicBezTo>
                      <a:pt x="9476" y="4247"/>
                      <a:pt x="8562" y="5314"/>
                      <a:pt x="7387" y="5800"/>
                    </a:cubicBezTo>
                    <a:cubicBezTo>
                      <a:pt x="6760" y="6060"/>
                      <a:pt x="6082" y="6178"/>
                      <a:pt x="5405" y="6206"/>
                    </a:cubicBezTo>
                    <a:cubicBezTo>
                      <a:pt x="5403" y="6206"/>
                      <a:pt x="5402" y="6207"/>
                      <a:pt x="5400" y="6207"/>
                    </a:cubicBezTo>
                    <a:lnTo>
                      <a:pt x="5400" y="6207"/>
                    </a:lnTo>
                    <a:cubicBezTo>
                      <a:pt x="5138" y="6214"/>
                      <a:pt x="4882" y="6287"/>
                      <a:pt x="4676" y="6438"/>
                    </a:cubicBezTo>
                    <a:cubicBezTo>
                      <a:pt x="4292" y="6715"/>
                      <a:pt x="4128" y="7178"/>
                      <a:pt x="4111" y="7635"/>
                    </a:cubicBezTo>
                    <a:cubicBezTo>
                      <a:pt x="4094" y="8234"/>
                      <a:pt x="4394" y="8844"/>
                      <a:pt x="4857" y="9216"/>
                    </a:cubicBezTo>
                    <a:cubicBezTo>
                      <a:pt x="5241" y="9527"/>
                      <a:pt x="5591" y="9877"/>
                      <a:pt x="5919" y="10250"/>
                    </a:cubicBezTo>
                    <a:cubicBezTo>
                      <a:pt x="6478" y="10877"/>
                      <a:pt x="6975" y="11600"/>
                      <a:pt x="7246" y="12407"/>
                    </a:cubicBezTo>
                    <a:cubicBezTo>
                      <a:pt x="7381" y="12831"/>
                      <a:pt x="7455" y="13271"/>
                      <a:pt x="7421" y="13717"/>
                    </a:cubicBezTo>
                    <a:cubicBezTo>
                      <a:pt x="7404" y="13949"/>
                      <a:pt x="7336" y="14158"/>
                      <a:pt x="7291" y="14384"/>
                    </a:cubicBezTo>
                    <a:cubicBezTo>
                      <a:pt x="7285" y="14412"/>
                      <a:pt x="7285" y="14440"/>
                      <a:pt x="7280" y="14468"/>
                    </a:cubicBezTo>
                    <a:cubicBezTo>
                      <a:pt x="7281" y="14453"/>
                      <a:pt x="7282" y="14447"/>
                      <a:pt x="7282" y="14447"/>
                    </a:cubicBezTo>
                    <a:lnTo>
                      <a:pt x="7282" y="14447"/>
                    </a:lnTo>
                    <a:cubicBezTo>
                      <a:pt x="7282" y="14447"/>
                      <a:pt x="7278" y="14477"/>
                      <a:pt x="7274" y="14497"/>
                    </a:cubicBezTo>
                    <a:cubicBezTo>
                      <a:pt x="7274" y="14525"/>
                      <a:pt x="7268" y="14553"/>
                      <a:pt x="7263" y="14581"/>
                    </a:cubicBezTo>
                    <a:cubicBezTo>
                      <a:pt x="7246" y="14655"/>
                      <a:pt x="7229" y="14734"/>
                      <a:pt x="7212" y="14807"/>
                    </a:cubicBezTo>
                    <a:cubicBezTo>
                      <a:pt x="7155" y="15005"/>
                      <a:pt x="7088" y="15203"/>
                      <a:pt x="7008" y="15372"/>
                    </a:cubicBezTo>
                    <a:cubicBezTo>
                      <a:pt x="6754" y="15908"/>
                      <a:pt x="6370" y="16377"/>
                      <a:pt x="5873" y="16699"/>
                    </a:cubicBezTo>
                    <a:cubicBezTo>
                      <a:pt x="5184" y="17151"/>
                      <a:pt x="4354" y="17303"/>
                      <a:pt x="3547" y="17303"/>
                    </a:cubicBezTo>
                    <a:lnTo>
                      <a:pt x="141" y="17303"/>
                    </a:lnTo>
                    <a:cubicBezTo>
                      <a:pt x="62" y="17303"/>
                      <a:pt x="0" y="17365"/>
                      <a:pt x="0" y="17445"/>
                    </a:cubicBezTo>
                    <a:lnTo>
                      <a:pt x="0" y="18941"/>
                    </a:lnTo>
                    <a:cubicBezTo>
                      <a:pt x="0" y="19015"/>
                      <a:pt x="62" y="19082"/>
                      <a:pt x="141" y="19082"/>
                    </a:cubicBezTo>
                    <a:lnTo>
                      <a:pt x="7607" y="19082"/>
                    </a:lnTo>
                    <a:cubicBezTo>
                      <a:pt x="7681" y="19082"/>
                      <a:pt x="7748" y="19015"/>
                      <a:pt x="7748" y="18941"/>
                    </a:cubicBezTo>
                    <a:lnTo>
                      <a:pt x="7748" y="17365"/>
                    </a:lnTo>
                    <a:lnTo>
                      <a:pt x="7748" y="14869"/>
                    </a:lnTo>
                    <a:lnTo>
                      <a:pt x="7748" y="14403"/>
                    </a:lnTo>
                    <a:lnTo>
                      <a:pt x="7748" y="14403"/>
                    </a:lnTo>
                    <a:cubicBezTo>
                      <a:pt x="8791" y="14194"/>
                      <a:pt x="9755" y="13651"/>
                      <a:pt x="10476" y="12870"/>
                    </a:cubicBezTo>
                    <a:cubicBezTo>
                      <a:pt x="11233" y="12051"/>
                      <a:pt x="11701" y="10995"/>
                      <a:pt x="11803" y="9888"/>
                    </a:cubicBezTo>
                    <a:cubicBezTo>
                      <a:pt x="11833" y="9551"/>
                      <a:pt x="11828" y="9214"/>
                      <a:pt x="11826" y="8872"/>
                    </a:cubicBezTo>
                    <a:lnTo>
                      <a:pt x="11826" y="8872"/>
                    </a:lnTo>
                    <a:cubicBezTo>
                      <a:pt x="11971" y="8873"/>
                      <a:pt x="12116" y="8874"/>
                      <a:pt x="12261" y="8874"/>
                    </a:cubicBezTo>
                    <a:cubicBezTo>
                      <a:pt x="12357" y="8874"/>
                      <a:pt x="12453" y="8874"/>
                      <a:pt x="12549" y="8872"/>
                    </a:cubicBezTo>
                    <a:cubicBezTo>
                      <a:pt x="12983" y="8872"/>
                      <a:pt x="13384" y="8601"/>
                      <a:pt x="13441" y="8149"/>
                    </a:cubicBezTo>
                    <a:cubicBezTo>
                      <a:pt x="13474" y="7895"/>
                      <a:pt x="13361" y="7646"/>
                      <a:pt x="13166" y="7477"/>
                    </a:cubicBezTo>
                    <a:lnTo>
                      <a:pt x="13166" y="7477"/>
                    </a:lnTo>
                    <a:cubicBezTo>
                      <a:pt x="13162" y="7473"/>
                      <a:pt x="13157" y="7469"/>
                      <a:pt x="13153" y="7466"/>
                    </a:cubicBezTo>
                    <a:lnTo>
                      <a:pt x="13153" y="7466"/>
                    </a:lnTo>
                    <a:cubicBezTo>
                      <a:pt x="13153" y="7466"/>
                      <a:pt x="13153" y="7466"/>
                      <a:pt x="13153" y="7466"/>
                    </a:cubicBezTo>
                    <a:cubicBezTo>
                      <a:pt x="13151" y="7464"/>
                      <a:pt x="13149" y="7463"/>
                      <a:pt x="13148" y="7462"/>
                    </a:cubicBezTo>
                    <a:lnTo>
                      <a:pt x="13148" y="7462"/>
                    </a:lnTo>
                    <a:cubicBezTo>
                      <a:pt x="12711" y="7112"/>
                      <a:pt x="12268" y="6762"/>
                      <a:pt x="11826" y="6413"/>
                    </a:cubicBezTo>
                    <a:lnTo>
                      <a:pt x="11826" y="6413"/>
                    </a:lnTo>
                    <a:lnTo>
                      <a:pt x="11826" y="4840"/>
                    </a:lnTo>
                    <a:cubicBezTo>
                      <a:pt x="11826" y="4461"/>
                      <a:pt x="11837" y="4083"/>
                      <a:pt x="11797" y="3705"/>
                    </a:cubicBezTo>
                    <a:cubicBezTo>
                      <a:pt x="11724" y="2999"/>
                      <a:pt x="11504" y="2304"/>
                      <a:pt x="11131" y="1694"/>
                    </a:cubicBezTo>
                    <a:cubicBezTo>
                      <a:pt x="10708" y="1011"/>
                      <a:pt x="10137" y="435"/>
                      <a:pt x="9448" y="23"/>
                    </a:cubicBezTo>
                    <a:cubicBezTo>
                      <a:pt x="9423" y="7"/>
                      <a:pt x="9397" y="0"/>
                      <a:pt x="9374"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4" name="Google Shape;314;p16"/>
              <p:cNvSpPr/>
              <p:nvPr/>
            </p:nvSpPr>
            <p:spPr>
              <a:xfrm>
                <a:off x="4214400" y="3119725"/>
                <a:ext cx="583975" cy="458800"/>
              </a:xfrm>
              <a:custGeom>
                <a:avLst/>
                <a:gdLst/>
                <a:ahLst/>
                <a:cxnLst/>
                <a:rect l="l" t="t" r="r" b="b"/>
                <a:pathLst>
                  <a:path w="23359" h="18352" extrusionOk="0">
                    <a:moveTo>
                      <a:pt x="10827" y="285"/>
                    </a:moveTo>
                    <a:cubicBezTo>
                      <a:pt x="10889" y="285"/>
                      <a:pt x="10951" y="286"/>
                      <a:pt x="11013" y="286"/>
                    </a:cubicBezTo>
                    <a:lnTo>
                      <a:pt x="17683" y="286"/>
                    </a:lnTo>
                    <a:cubicBezTo>
                      <a:pt x="18029" y="286"/>
                      <a:pt x="18378" y="293"/>
                      <a:pt x="18728" y="293"/>
                    </a:cubicBezTo>
                    <a:cubicBezTo>
                      <a:pt x="18902" y="293"/>
                      <a:pt x="19078" y="291"/>
                      <a:pt x="19253" y="286"/>
                    </a:cubicBezTo>
                    <a:lnTo>
                      <a:pt x="19275" y="286"/>
                    </a:lnTo>
                    <a:cubicBezTo>
                      <a:pt x="19279" y="286"/>
                      <a:pt x="19282" y="286"/>
                      <a:pt x="19286" y="286"/>
                    </a:cubicBezTo>
                    <a:cubicBezTo>
                      <a:pt x="19288" y="286"/>
                      <a:pt x="19291" y="286"/>
                      <a:pt x="19293" y="286"/>
                    </a:cubicBezTo>
                    <a:lnTo>
                      <a:pt x="19293" y="286"/>
                    </a:lnTo>
                    <a:cubicBezTo>
                      <a:pt x="19350" y="287"/>
                      <a:pt x="19412" y="292"/>
                      <a:pt x="19473" y="297"/>
                    </a:cubicBezTo>
                    <a:cubicBezTo>
                      <a:pt x="19535" y="303"/>
                      <a:pt x="19597" y="314"/>
                      <a:pt x="19659" y="319"/>
                    </a:cubicBezTo>
                    <a:cubicBezTo>
                      <a:pt x="19669" y="319"/>
                      <a:pt x="19674" y="319"/>
                      <a:pt x="19682" y="323"/>
                    </a:cubicBezTo>
                    <a:lnTo>
                      <a:pt x="19682" y="323"/>
                    </a:lnTo>
                    <a:cubicBezTo>
                      <a:pt x="19681" y="323"/>
                      <a:pt x="19680" y="323"/>
                      <a:pt x="19679" y="323"/>
                    </a:cubicBezTo>
                    <a:cubicBezTo>
                      <a:pt x="19676" y="323"/>
                      <a:pt x="19676" y="323"/>
                      <a:pt x="19687" y="325"/>
                    </a:cubicBezTo>
                    <a:cubicBezTo>
                      <a:pt x="19704" y="325"/>
                      <a:pt x="19721" y="331"/>
                      <a:pt x="19738" y="331"/>
                    </a:cubicBezTo>
                    <a:cubicBezTo>
                      <a:pt x="19783" y="336"/>
                      <a:pt x="19829" y="342"/>
                      <a:pt x="19868" y="353"/>
                    </a:cubicBezTo>
                    <a:cubicBezTo>
                      <a:pt x="20286" y="421"/>
                      <a:pt x="20732" y="545"/>
                      <a:pt x="21099" y="698"/>
                    </a:cubicBezTo>
                    <a:cubicBezTo>
                      <a:pt x="21579" y="901"/>
                      <a:pt x="22020" y="1178"/>
                      <a:pt x="22364" y="1568"/>
                    </a:cubicBezTo>
                    <a:cubicBezTo>
                      <a:pt x="22754" y="2002"/>
                      <a:pt x="22986" y="2567"/>
                      <a:pt x="23042" y="3160"/>
                    </a:cubicBezTo>
                    <a:cubicBezTo>
                      <a:pt x="23117" y="3968"/>
                      <a:pt x="22932" y="4783"/>
                      <a:pt x="22647" y="5546"/>
                    </a:cubicBezTo>
                    <a:lnTo>
                      <a:pt x="22647" y="5546"/>
                    </a:lnTo>
                    <a:cubicBezTo>
                      <a:pt x="22647" y="5352"/>
                      <a:pt x="22647" y="5157"/>
                      <a:pt x="22647" y="4962"/>
                    </a:cubicBezTo>
                    <a:cubicBezTo>
                      <a:pt x="22641" y="3906"/>
                      <a:pt x="22297" y="2866"/>
                      <a:pt x="21658" y="2025"/>
                    </a:cubicBezTo>
                    <a:cubicBezTo>
                      <a:pt x="21280" y="1528"/>
                      <a:pt x="20806" y="1104"/>
                      <a:pt x="20269" y="783"/>
                    </a:cubicBezTo>
                    <a:cubicBezTo>
                      <a:pt x="20244" y="767"/>
                      <a:pt x="20218" y="760"/>
                      <a:pt x="20195" y="760"/>
                    </a:cubicBezTo>
                    <a:cubicBezTo>
                      <a:pt x="20098" y="760"/>
                      <a:pt x="20027" y="875"/>
                      <a:pt x="20077" y="975"/>
                    </a:cubicBezTo>
                    <a:cubicBezTo>
                      <a:pt x="20501" y="1822"/>
                      <a:pt x="20727" y="2804"/>
                      <a:pt x="20540" y="3747"/>
                    </a:cubicBezTo>
                    <a:cubicBezTo>
                      <a:pt x="20297" y="5007"/>
                      <a:pt x="19383" y="6074"/>
                      <a:pt x="18208" y="6565"/>
                    </a:cubicBezTo>
                    <a:cubicBezTo>
                      <a:pt x="17581" y="6820"/>
                      <a:pt x="16903" y="6938"/>
                      <a:pt x="16231" y="6966"/>
                    </a:cubicBezTo>
                    <a:cubicBezTo>
                      <a:pt x="15796" y="6978"/>
                      <a:pt x="15390" y="7181"/>
                      <a:pt x="15164" y="7559"/>
                    </a:cubicBezTo>
                    <a:cubicBezTo>
                      <a:pt x="14797" y="8158"/>
                      <a:pt x="14887" y="8943"/>
                      <a:pt x="15266" y="9513"/>
                    </a:cubicBezTo>
                    <a:cubicBezTo>
                      <a:pt x="15395" y="9711"/>
                      <a:pt x="15554" y="9875"/>
                      <a:pt x="15740" y="10027"/>
                    </a:cubicBezTo>
                    <a:cubicBezTo>
                      <a:pt x="16011" y="10259"/>
                      <a:pt x="16271" y="10502"/>
                      <a:pt x="16514" y="10761"/>
                    </a:cubicBezTo>
                    <a:cubicBezTo>
                      <a:pt x="17316" y="11603"/>
                      <a:pt x="18067" y="12659"/>
                      <a:pt x="18225" y="13839"/>
                    </a:cubicBezTo>
                    <a:cubicBezTo>
                      <a:pt x="18264" y="14155"/>
                      <a:pt x="18264" y="14477"/>
                      <a:pt x="18202" y="14794"/>
                    </a:cubicBezTo>
                    <a:cubicBezTo>
                      <a:pt x="18174" y="14935"/>
                      <a:pt x="18118" y="15076"/>
                      <a:pt x="18101" y="15217"/>
                    </a:cubicBezTo>
                    <a:cubicBezTo>
                      <a:pt x="18101" y="15219"/>
                      <a:pt x="18101" y="15221"/>
                      <a:pt x="18101" y="15223"/>
                    </a:cubicBezTo>
                    <a:lnTo>
                      <a:pt x="18101" y="15223"/>
                    </a:lnTo>
                    <a:cubicBezTo>
                      <a:pt x="18101" y="15223"/>
                      <a:pt x="18101" y="15223"/>
                      <a:pt x="18101" y="15223"/>
                    </a:cubicBezTo>
                    <a:cubicBezTo>
                      <a:pt x="18101" y="15240"/>
                      <a:pt x="18095" y="15257"/>
                      <a:pt x="18095" y="15274"/>
                    </a:cubicBezTo>
                    <a:cubicBezTo>
                      <a:pt x="18089" y="15319"/>
                      <a:pt x="18078" y="15358"/>
                      <a:pt x="18067" y="15403"/>
                    </a:cubicBezTo>
                    <a:cubicBezTo>
                      <a:pt x="18044" y="15528"/>
                      <a:pt x="18010" y="15646"/>
                      <a:pt x="17971" y="15765"/>
                    </a:cubicBezTo>
                    <a:cubicBezTo>
                      <a:pt x="17728" y="16516"/>
                      <a:pt x="17208" y="17188"/>
                      <a:pt x="16497" y="17583"/>
                    </a:cubicBezTo>
                    <a:cubicBezTo>
                      <a:pt x="15949" y="17883"/>
                      <a:pt x="15328" y="18018"/>
                      <a:pt x="14712" y="18052"/>
                    </a:cubicBezTo>
                    <a:cubicBezTo>
                      <a:pt x="14529" y="18062"/>
                      <a:pt x="14346" y="18064"/>
                      <a:pt x="14164" y="18064"/>
                    </a:cubicBezTo>
                    <a:cubicBezTo>
                      <a:pt x="14043" y="18064"/>
                      <a:pt x="13923" y="18063"/>
                      <a:pt x="13803" y="18063"/>
                    </a:cubicBezTo>
                    <a:lnTo>
                      <a:pt x="4720" y="18063"/>
                    </a:lnTo>
                    <a:cubicBezTo>
                      <a:pt x="4700" y="18046"/>
                      <a:pt x="4676" y="18034"/>
                      <a:pt x="4647" y="18034"/>
                    </a:cubicBezTo>
                    <a:cubicBezTo>
                      <a:pt x="4642" y="18034"/>
                      <a:pt x="4637" y="18034"/>
                      <a:pt x="4632" y="18035"/>
                    </a:cubicBezTo>
                    <a:cubicBezTo>
                      <a:pt x="4493" y="18051"/>
                      <a:pt x="4355" y="18060"/>
                      <a:pt x="4217" y="18060"/>
                    </a:cubicBezTo>
                    <a:cubicBezTo>
                      <a:pt x="3639" y="18060"/>
                      <a:pt x="3069" y="17917"/>
                      <a:pt x="2553" y="17634"/>
                    </a:cubicBezTo>
                    <a:cubicBezTo>
                      <a:pt x="1960" y="17301"/>
                      <a:pt x="1469" y="16810"/>
                      <a:pt x="1119" y="16228"/>
                    </a:cubicBezTo>
                    <a:cubicBezTo>
                      <a:pt x="334" y="14918"/>
                      <a:pt x="278" y="13212"/>
                      <a:pt x="983" y="11857"/>
                    </a:cubicBezTo>
                    <a:cubicBezTo>
                      <a:pt x="1317" y="11208"/>
                      <a:pt x="1825" y="10643"/>
                      <a:pt x="2452" y="10264"/>
                    </a:cubicBezTo>
                    <a:cubicBezTo>
                      <a:pt x="2632" y="10157"/>
                      <a:pt x="2808" y="10061"/>
                      <a:pt x="2977" y="9937"/>
                    </a:cubicBezTo>
                    <a:cubicBezTo>
                      <a:pt x="3649" y="9440"/>
                      <a:pt x="4208" y="8807"/>
                      <a:pt x="4694" y="8135"/>
                    </a:cubicBezTo>
                    <a:cubicBezTo>
                      <a:pt x="5095" y="7576"/>
                      <a:pt x="5445" y="6989"/>
                      <a:pt x="5755" y="6379"/>
                    </a:cubicBezTo>
                    <a:cubicBezTo>
                      <a:pt x="5942" y="6012"/>
                      <a:pt x="6117" y="5639"/>
                      <a:pt x="6275" y="5261"/>
                    </a:cubicBezTo>
                    <a:cubicBezTo>
                      <a:pt x="6456" y="4826"/>
                      <a:pt x="6653" y="4386"/>
                      <a:pt x="6772" y="3934"/>
                    </a:cubicBezTo>
                    <a:cubicBezTo>
                      <a:pt x="6829" y="3715"/>
                      <a:pt x="6911" y="3510"/>
                      <a:pt x="6981" y="3302"/>
                    </a:cubicBezTo>
                    <a:lnTo>
                      <a:pt x="6981" y="3302"/>
                    </a:lnTo>
                    <a:cubicBezTo>
                      <a:pt x="6983" y="3298"/>
                      <a:pt x="6985" y="3294"/>
                      <a:pt x="6987" y="3290"/>
                    </a:cubicBezTo>
                    <a:cubicBezTo>
                      <a:pt x="7308" y="2545"/>
                      <a:pt x="7783" y="1867"/>
                      <a:pt x="8376" y="1319"/>
                    </a:cubicBezTo>
                    <a:cubicBezTo>
                      <a:pt x="8952" y="799"/>
                      <a:pt x="9669" y="382"/>
                      <a:pt x="10454" y="303"/>
                    </a:cubicBezTo>
                    <a:cubicBezTo>
                      <a:pt x="10578" y="287"/>
                      <a:pt x="10703" y="285"/>
                      <a:pt x="10827" y="285"/>
                    </a:cubicBezTo>
                    <a:close/>
                    <a:moveTo>
                      <a:pt x="19155" y="1"/>
                    </a:moveTo>
                    <a:cubicBezTo>
                      <a:pt x="19074" y="1"/>
                      <a:pt x="18993" y="3"/>
                      <a:pt x="18914" y="3"/>
                    </a:cubicBezTo>
                    <a:lnTo>
                      <a:pt x="10742" y="3"/>
                    </a:lnTo>
                    <a:cubicBezTo>
                      <a:pt x="9127" y="9"/>
                      <a:pt x="7760" y="1263"/>
                      <a:pt x="7009" y="2601"/>
                    </a:cubicBezTo>
                    <a:cubicBezTo>
                      <a:pt x="6916" y="2776"/>
                      <a:pt x="6829" y="2951"/>
                      <a:pt x="6751" y="3131"/>
                    </a:cubicBezTo>
                    <a:lnTo>
                      <a:pt x="6751" y="3131"/>
                    </a:lnTo>
                    <a:cubicBezTo>
                      <a:pt x="6741" y="3144"/>
                      <a:pt x="6733" y="3159"/>
                      <a:pt x="6727" y="3177"/>
                    </a:cubicBezTo>
                    <a:cubicBezTo>
                      <a:pt x="6653" y="3409"/>
                      <a:pt x="6557" y="3640"/>
                      <a:pt x="6495" y="3877"/>
                    </a:cubicBezTo>
                    <a:cubicBezTo>
                      <a:pt x="6428" y="4114"/>
                      <a:pt x="6332" y="4346"/>
                      <a:pt x="6247" y="4578"/>
                    </a:cubicBezTo>
                    <a:cubicBezTo>
                      <a:pt x="6083" y="4995"/>
                      <a:pt x="5908" y="5408"/>
                      <a:pt x="5722" y="5814"/>
                    </a:cubicBezTo>
                    <a:cubicBezTo>
                      <a:pt x="5405" y="6475"/>
                      <a:pt x="5050" y="7119"/>
                      <a:pt x="4637" y="7723"/>
                    </a:cubicBezTo>
                    <a:cubicBezTo>
                      <a:pt x="4338" y="8164"/>
                      <a:pt x="4010" y="8582"/>
                      <a:pt x="3643" y="8966"/>
                    </a:cubicBezTo>
                    <a:cubicBezTo>
                      <a:pt x="3508" y="9107"/>
                      <a:pt x="3367" y="9248"/>
                      <a:pt x="3220" y="9378"/>
                    </a:cubicBezTo>
                    <a:cubicBezTo>
                      <a:pt x="3158" y="9434"/>
                      <a:pt x="3096" y="9485"/>
                      <a:pt x="3028" y="9542"/>
                    </a:cubicBezTo>
                    <a:cubicBezTo>
                      <a:pt x="3000" y="9564"/>
                      <a:pt x="2971" y="9587"/>
                      <a:pt x="2943" y="9609"/>
                    </a:cubicBezTo>
                    <a:cubicBezTo>
                      <a:pt x="2904" y="9643"/>
                      <a:pt x="2921" y="9626"/>
                      <a:pt x="2881" y="9660"/>
                    </a:cubicBezTo>
                    <a:cubicBezTo>
                      <a:pt x="2728" y="9773"/>
                      <a:pt x="2576" y="9875"/>
                      <a:pt x="2412" y="9965"/>
                    </a:cubicBezTo>
                    <a:cubicBezTo>
                      <a:pt x="1752" y="10327"/>
                      <a:pt x="1209" y="10886"/>
                      <a:pt x="837" y="11535"/>
                    </a:cubicBezTo>
                    <a:cubicBezTo>
                      <a:pt x="46" y="12896"/>
                      <a:pt x="1" y="14635"/>
                      <a:pt x="701" y="16047"/>
                    </a:cubicBezTo>
                    <a:cubicBezTo>
                      <a:pt x="1322" y="17312"/>
                      <a:pt x="2553" y="18250"/>
                      <a:pt x="3982" y="18340"/>
                    </a:cubicBezTo>
                    <a:cubicBezTo>
                      <a:pt x="4041" y="18343"/>
                      <a:pt x="4100" y="18345"/>
                      <a:pt x="4158" y="18345"/>
                    </a:cubicBezTo>
                    <a:cubicBezTo>
                      <a:pt x="4295" y="18345"/>
                      <a:pt x="4429" y="18337"/>
                      <a:pt x="4564" y="18324"/>
                    </a:cubicBezTo>
                    <a:lnTo>
                      <a:pt x="4564" y="18324"/>
                    </a:lnTo>
                    <a:cubicBezTo>
                      <a:pt x="4584" y="18338"/>
                      <a:pt x="4608" y="18346"/>
                      <a:pt x="4637" y="18346"/>
                    </a:cubicBezTo>
                    <a:lnTo>
                      <a:pt x="13137" y="18346"/>
                    </a:lnTo>
                    <a:cubicBezTo>
                      <a:pt x="13428" y="18346"/>
                      <a:pt x="13723" y="18352"/>
                      <a:pt x="14018" y="18352"/>
                    </a:cubicBezTo>
                    <a:cubicBezTo>
                      <a:pt x="14609" y="18352"/>
                      <a:pt x="15200" y="18327"/>
                      <a:pt x="15768" y="18176"/>
                    </a:cubicBezTo>
                    <a:cubicBezTo>
                      <a:pt x="16717" y="17917"/>
                      <a:pt x="17530" y="17312"/>
                      <a:pt x="17993" y="16437"/>
                    </a:cubicBezTo>
                    <a:cubicBezTo>
                      <a:pt x="18140" y="16160"/>
                      <a:pt x="18247" y="15867"/>
                      <a:pt x="18321" y="15562"/>
                    </a:cubicBezTo>
                    <a:cubicBezTo>
                      <a:pt x="18343" y="15477"/>
                      <a:pt x="18360" y="15392"/>
                      <a:pt x="18372" y="15302"/>
                    </a:cubicBezTo>
                    <a:cubicBezTo>
                      <a:pt x="18383" y="15228"/>
                      <a:pt x="18394" y="15183"/>
                      <a:pt x="18411" y="15132"/>
                    </a:cubicBezTo>
                    <a:cubicBezTo>
                      <a:pt x="18778" y="13867"/>
                      <a:pt x="18259" y="12569"/>
                      <a:pt x="17525" y="11546"/>
                    </a:cubicBezTo>
                    <a:cubicBezTo>
                      <a:pt x="17056" y="10880"/>
                      <a:pt x="16491" y="10287"/>
                      <a:pt x="15864" y="9767"/>
                    </a:cubicBezTo>
                    <a:cubicBezTo>
                      <a:pt x="15604" y="9553"/>
                      <a:pt x="15395" y="9254"/>
                      <a:pt x="15294" y="8932"/>
                    </a:cubicBezTo>
                    <a:cubicBezTo>
                      <a:pt x="15113" y="8378"/>
                      <a:pt x="15232" y="7605"/>
                      <a:pt x="15813" y="7339"/>
                    </a:cubicBezTo>
                    <a:cubicBezTo>
                      <a:pt x="15887" y="7305"/>
                      <a:pt x="15966" y="7283"/>
                      <a:pt x="16045" y="7266"/>
                    </a:cubicBezTo>
                    <a:cubicBezTo>
                      <a:pt x="16062" y="7260"/>
                      <a:pt x="16084" y="7260"/>
                      <a:pt x="16101" y="7254"/>
                    </a:cubicBezTo>
                    <a:cubicBezTo>
                      <a:pt x="16109" y="7253"/>
                      <a:pt x="16112" y="7253"/>
                      <a:pt x="16113" y="7253"/>
                    </a:cubicBezTo>
                    <a:cubicBezTo>
                      <a:pt x="16116" y="7253"/>
                      <a:pt x="16103" y="7256"/>
                      <a:pt x="16107" y="7256"/>
                    </a:cubicBezTo>
                    <a:cubicBezTo>
                      <a:pt x="16108" y="7256"/>
                      <a:pt x="16111" y="7256"/>
                      <a:pt x="16118" y="7254"/>
                    </a:cubicBezTo>
                    <a:cubicBezTo>
                      <a:pt x="16158" y="7249"/>
                      <a:pt x="16192" y="7249"/>
                      <a:pt x="16231" y="7249"/>
                    </a:cubicBezTo>
                    <a:cubicBezTo>
                      <a:pt x="16232" y="7249"/>
                      <a:pt x="16232" y="7249"/>
                      <a:pt x="16233" y="7249"/>
                    </a:cubicBezTo>
                    <a:lnTo>
                      <a:pt x="16233" y="7249"/>
                    </a:lnTo>
                    <a:cubicBezTo>
                      <a:pt x="17514" y="7192"/>
                      <a:pt x="18824" y="6819"/>
                      <a:pt x="19733" y="5859"/>
                    </a:cubicBezTo>
                    <a:cubicBezTo>
                      <a:pt x="20213" y="5357"/>
                      <a:pt x="20580" y="4736"/>
                      <a:pt x="20760" y="4058"/>
                    </a:cubicBezTo>
                    <a:cubicBezTo>
                      <a:pt x="20907" y="3499"/>
                      <a:pt x="20919" y="2917"/>
                      <a:pt x="20828" y="2347"/>
                    </a:cubicBezTo>
                    <a:cubicBezTo>
                      <a:pt x="20767" y="1986"/>
                      <a:pt x="20663" y="1635"/>
                      <a:pt x="20529" y="1298"/>
                    </a:cubicBezTo>
                    <a:lnTo>
                      <a:pt x="20529" y="1298"/>
                    </a:lnTo>
                    <a:cubicBezTo>
                      <a:pt x="21237" y="1835"/>
                      <a:pt x="21783" y="2567"/>
                      <a:pt x="22093" y="3409"/>
                    </a:cubicBezTo>
                    <a:cubicBezTo>
                      <a:pt x="22274" y="3900"/>
                      <a:pt x="22364" y="4431"/>
                      <a:pt x="22364" y="4956"/>
                    </a:cubicBezTo>
                    <a:cubicBezTo>
                      <a:pt x="22364" y="5159"/>
                      <a:pt x="22364" y="5363"/>
                      <a:pt x="22364" y="5560"/>
                    </a:cubicBezTo>
                    <a:lnTo>
                      <a:pt x="22364" y="6260"/>
                    </a:lnTo>
                    <a:cubicBezTo>
                      <a:pt x="22364" y="6342"/>
                      <a:pt x="22445" y="6402"/>
                      <a:pt x="22521" y="6402"/>
                    </a:cubicBezTo>
                    <a:cubicBezTo>
                      <a:pt x="22565" y="6402"/>
                      <a:pt x="22607" y="6382"/>
                      <a:pt x="22630" y="6334"/>
                    </a:cubicBezTo>
                    <a:cubicBezTo>
                      <a:pt x="23031" y="5425"/>
                      <a:pt x="23358" y="4442"/>
                      <a:pt x="23341" y="3442"/>
                    </a:cubicBezTo>
                    <a:cubicBezTo>
                      <a:pt x="23324" y="2782"/>
                      <a:pt x="23144" y="2121"/>
                      <a:pt x="22743" y="1584"/>
                    </a:cubicBezTo>
                    <a:cubicBezTo>
                      <a:pt x="22404" y="1138"/>
                      <a:pt x="21952" y="794"/>
                      <a:pt x="21449" y="545"/>
                    </a:cubicBezTo>
                    <a:cubicBezTo>
                      <a:pt x="21020" y="342"/>
                      <a:pt x="20563" y="195"/>
                      <a:pt x="20094" y="105"/>
                    </a:cubicBezTo>
                    <a:cubicBezTo>
                      <a:pt x="19840" y="54"/>
                      <a:pt x="19563" y="9"/>
                      <a:pt x="19298" y="3"/>
                    </a:cubicBezTo>
                    <a:lnTo>
                      <a:pt x="19275" y="3"/>
                    </a:lnTo>
                    <a:cubicBezTo>
                      <a:pt x="19236" y="1"/>
                      <a:pt x="19196" y="1"/>
                      <a:pt x="19155"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5" name="Google Shape;315;p16"/>
              <p:cNvSpPr/>
              <p:nvPr/>
            </p:nvSpPr>
            <p:spPr>
              <a:xfrm>
                <a:off x="4769675" y="3210750"/>
                <a:ext cx="8075" cy="10675"/>
              </a:xfrm>
              <a:custGeom>
                <a:avLst/>
                <a:gdLst/>
                <a:ahLst/>
                <a:cxnLst/>
                <a:rect l="l" t="t" r="r" b="b"/>
                <a:pathLst>
                  <a:path w="323" h="427" extrusionOk="0">
                    <a:moveTo>
                      <a:pt x="136" y="1"/>
                    </a:moveTo>
                    <a:cubicBezTo>
                      <a:pt x="126" y="1"/>
                      <a:pt x="117" y="2"/>
                      <a:pt x="108" y="5"/>
                    </a:cubicBezTo>
                    <a:cubicBezTo>
                      <a:pt x="97" y="10"/>
                      <a:pt x="86" y="16"/>
                      <a:pt x="74" y="22"/>
                    </a:cubicBezTo>
                    <a:cubicBezTo>
                      <a:pt x="52" y="33"/>
                      <a:pt x="35" y="50"/>
                      <a:pt x="23" y="73"/>
                    </a:cubicBezTo>
                    <a:lnTo>
                      <a:pt x="6" y="106"/>
                    </a:lnTo>
                    <a:cubicBezTo>
                      <a:pt x="1" y="129"/>
                      <a:pt x="1" y="157"/>
                      <a:pt x="6" y="180"/>
                    </a:cubicBezTo>
                    <a:cubicBezTo>
                      <a:pt x="23" y="231"/>
                      <a:pt x="35" y="276"/>
                      <a:pt x="40" y="321"/>
                    </a:cubicBezTo>
                    <a:cubicBezTo>
                      <a:pt x="46" y="344"/>
                      <a:pt x="57" y="361"/>
                      <a:pt x="69" y="372"/>
                    </a:cubicBezTo>
                    <a:cubicBezTo>
                      <a:pt x="80" y="389"/>
                      <a:pt x="91" y="400"/>
                      <a:pt x="108" y="406"/>
                    </a:cubicBezTo>
                    <a:cubicBezTo>
                      <a:pt x="125" y="417"/>
                      <a:pt x="142" y="423"/>
                      <a:pt x="159" y="423"/>
                    </a:cubicBezTo>
                    <a:cubicBezTo>
                      <a:pt x="170" y="425"/>
                      <a:pt x="180" y="427"/>
                      <a:pt x="189" y="427"/>
                    </a:cubicBezTo>
                    <a:cubicBezTo>
                      <a:pt x="198" y="427"/>
                      <a:pt x="207" y="425"/>
                      <a:pt x="215" y="423"/>
                    </a:cubicBezTo>
                    <a:cubicBezTo>
                      <a:pt x="227" y="417"/>
                      <a:pt x="238" y="411"/>
                      <a:pt x="249" y="406"/>
                    </a:cubicBezTo>
                    <a:cubicBezTo>
                      <a:pt x="272" y="394"/>
                      <a:pt x="289" y="377"/>
                      <a:pt x="300" y="355"/>
                    </a:cubicBezTo>
                    <a:lnTo>
                      <a:pt x="317" y="321"/>
                    </a:lnTo>
                    <a:cubicBezTo>
                      <a:pt x="323" y="298"/>
                      <a:pt x="323" y="276"/>
                      <a:pt x="317" y="248"/>
                    </a:cubicBezTo>
                    <a:cubicBezTo>
                      <a:pt x="306" y="202"/>
                      <a:pt x="294" y="152"/>
                      <a:pt x="283" y="106"/>
                    </a:cubicBezTo>
                    <a:cubicBezTo>
                      <a:pt x="278" y="89"/>
                      <a:pt x="266" y="73"/>
                      <a:pt x="255" y="56"/>
                    </a:cubicBezTo>
                    <a:cubicBezTo>
                      <a:pt x="244" y="44"/>
                      <a:pt x="232" y="33"/>
                      <a:pt x="215" y="22"/>
                    </a:cubicBezTo>
                    <a:cubicBezTo>
                      <a:pt x="198" y="10"/>
                      <a:pt x="182" y="5"/>
                      <a:pt x="165" y="5"/>
                    </a:cubicBezTo>
                    <a:cubicBezTo>
                      <a:pt x="156" y="2"/>
                      <a:pt x="146" y="1"/>
                      <a:pt x="136"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6" name="Google Shape;316;p16"/>
              <p:cNvSpPr/>
              <p:nvPr/>
            </p:nvSpPr>
            <p:spPr>
              <a:xfrm>
                <a:off x="4772800" y="3228450"/>
                <a:ext cx="7500" cy="9950"/>
              </a:xfrm>
              <a:custGeom>
                <a:avLst/>
                <a:gdLst/>
                <a:ahLst/>
                <a:cxnLst/>
                <a:rect l="l" t="t" r="r" b="b"/>
                <a:pathLst>
                  <a:path w="300" h="398" extrusionOk="0">
                    <a:moveTo>
                      <a:pt x="158" y="0"/>
                    </a:moveTo>
                    <a:cubicBezTo>
                      <a:pt x="153" y="0"/>
                      <a:pt x="147" y="1"/>
                      <a:pt x="141" y="3"/>
                    </a:cubicBezTo>
                    <a:lnTo>
                      <a:pt x="107" y="3"/>
                    </a:lnTo>
                    <a:cubicBezTo>
                      <a:pt x="85" y="14"/>
                      <a:pt x="62" y="25"/>
                      <a:pt x="45" y="42"/>
                    </a:cubicBezTo>
                    <a:cubicBezTo>
                      <a:pt x="34" y="53"/>
                      <a:pt x="28" y="59"/>
                      <a:pt x="23" y="70"/>
                    </a:cubicBezTo>
                    <a:cubicBezTo>
                      <a:pt x="11" y="93"/>
                      <a:pt x="0" y="116"/>
                      <a:pt x="0" y="144"/>
                    </a:cubicBezTo>
                    <a:cubicBezTo>
                      <a:pt x="6" y="178"/>
                      <a:pt x="11" y="217"/>
                      <a:pt x="17" y="257"/>
                    </a:cubicBezTo>
                    <a:cubicBezTo>
                      <a:pt x="11" y="274"/>
                      <a:pt x="17" y="296"/>
                      <a:pt x="28" y="313"/>
                    </a:cubicBezTo>
                    <a:cubicBezTo>
                      <a:pt x="34" y="330"/>
                      <a:pt x="40" y="342"/>
                      <a:pt x="57" y="358"/>
                    </a:cubicBezTo>
                    <a:cubicBezTo>
                      <a:pt x="68" y="370"/>
                      <a:pt x="85" y="381"/>
                      <a:pt x="102" y="387"/>
                    </a:cubicBezTo>
                    <a:cubicBezTo>
                      <a:pt x="119" y="392"/>
                      <a:pt x="136" y="398"/>
                      <a:pt x="158" y="398"/>
                    </a:cubicBezTo>
                    <a:lnTo>
                      <a:pt x="192" y="392"/>
                    </a:lnTo>
                    <a:cubicBezTo>
                      <a:pt x="215" y="387"/>
                      <a:pt x="237" y="375"/>
                      <a:pt x="254" y="358"/>
                    </a:cubicBezTo>
                    <a:cubicBezTo>
                      <a:pt x="266" y="347"/>
                      <a:pt x="271" y="336"/>
                      <a:pt x="277" y="330"/>
                    </a:cubicBezTo>
                    <a:cubicBezTo>
                      <a:pt x="288" y="308"/>
                      <a:pt x="299" y="285"/>
                      <a:pt x="299" y="257"/>
                    </a:cubicBezTo>
                    <a:cubicBezTo>
                      <a:pt x="294" y="217"/>
                      <a:pt x="288" y="178"/>
                      <a:pt x="282" y="144"/>
                    </a:cubicBezTo>
                    <a:cubicBezTo>
                      <a:pt x="288" y="121"/>
                      <a:pt x="282" y="104"/>
                      <a:pt x="271" y="87"/>
                    </a:cubicBezTo>
                    <a:cubicBezTo>
                      <a:pt x="266" y="70"/>
                      <a:pt x="260" y="53"/>
                      <a:pt x="243" y="42"/>
                    </a:cubicBezTo>
                    <a:cubicBezTo>
                      <a:pt x="232" y="25"/>
                      <a:pt x="215" y="20"/>
                      <a:pt x="198" y="14"/>
                    </a:cubicBezTo>
                    <a:cubicBezTo>
                      <a:pt x="185" y="6"/>
                      <a:pt x="173" y="0"/>
                      <a:pt x="158"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7" name="Google Shape;317;p16"/>
              <p:cNvSpPr/>
              <p:nvPr/>
            </p:nvSpPr>
            <p:spPr>
              <a:xfrm>
                <a:off x="4771525" y="3219375"/>
                <a:ext cx="7775" cy="10425"/>
              </a:xfrm>
              <a:custGeom>
                <a:avLst/>
                <a:gdLst/>
                <a:ahLst/>
                <a:cxnLst/>
                <a:rect l="l" t="t" r="r" b="b"/>
                <a:pathLst>
                  <a:path w="311" h="417" extrusionOk="0">
                    <a:moveTo>
                      <a:pt x="136" y="0"/>
                    </a:moveTo>
                    <a:cubicBezTo>
                      <a:pt x="126" y="0"/>
                      <a:pt x="116" y="1"/>
                      <a:pt x="108" y="4"/>
                    </a:cubicBezTo>
                    <a:cubicBezTo>
                      <a:pt x="96" y="10"/>
                      <a:pt x="85" y="16"/>
                      <a:pt x="74" y="21"/>
                    </a:cubicBezTo>
                    <a:cubicBezTo>
                      <a:pt x="51" y="32"/>
                      <a:pt x="34" y="49"/>
                      <a:pt x="23" y="72"/>
                    </a:cubicBezTo>
                    <a:lnTo>
                      <a:pt x="12" y="106"/>
                    </a:lnTo>
                    <a:cubicBezTo>
                      <a:pt x="0" y="128"/>
                      <a:pt x="0" y="151"/>
                      <a:pt x="12" y="179"/>
                    </a:cubicBezTo>
                    <a:cubicBezTo>
                      <a:pt x="17" y="224"/>
                      <a:pt x="23" y="270"/>
                      <a:pt x="34" y="315"/>
                    </a:cubicBezTo>
                    <a:cubicBezTo>
                      <a:pt x="34" y="332"/>
                      <a:pt x="45" y="349"/>
                      <a:pt x="57" y="360"/>
                    </a:cubicBezTo>
                    <a:cubicBezTo>
                      <a:pt x="68" y="377"/>
                      <a:pt x="79" y="388"/>
                      <a:pt x="96" y="400"/>
                    </a:cubicBezTo>
                    <a:cubicBezTo>
                      <a:pt x="113" y="411"/>
                      <a:pt x="130" y="416"/>
                      <a:pt x="147" y="416"/>
                    </a:cubicBezTo>
                    <a:cubicBezTo>
                      <a:pt x="170" y="416"/>
                      <a:pt x="187" y="416"/>
                      <a:pt x="204" y="411"/>
                    </a:cubicBezTo>
                    <a:cubicBezTo>
                      <a:pt x="215" y="405"/>
                      <a:pt x="226" y="405"/>
                      <a:pt x="237" y="400"/>
                    </a:cubicBezTo>
                    <a:cubicBezTo>
                      <a:pt x="260" y="388"/>
                      <a:pt x="277" y="371"/>
                      <a:pt x="288" y="349"/>
                    </a:cubicBezTo>
                    <a:lnTo>
                      <a:pt x="305" y="315"/>
                    </a:lnTo>
                    <a:cubicBezTo>
                      <a:pt x="311" y="287"/>
                      <a:pt x="311" y="264"/>
                      <a:pt x="305" y="236"/>
                    </a:cubicBezTo>
                    <a:cubicBezTo>
                      <a:pt x="300" y="191"/>
                      <a:pt x="288" y="145"/>
                      <a:pt x="283" y="106"/>
                    </a:cubicBezTo>
                    <a:cubicBezTo>
                      <a:pt x="277" y="83"/>
                      <a:pt x="266" y="66"/>
                      <a:pt x="254" y="55"/>
                    </a:cubicBezTo>
                    <a:cubicBezTo>
                      <a:pt x="243" y="38"/>
                      <a:pt x="232" y="27"/>
                      <a:pt x="215" y="21"/>
                    </a:cubicBezTo>
                    <a:cubicBezTo>
                      <a:pt x="198" y="10"/>
                      <a:pt x="181" y="4"/>
                      <a:pt x="164" y="4"/>
                    </a:cubicBezTo>
                    <a:cubicBezTo>
                      <a:pt x="156" y="1"/>
                      <a:pt x="146" y="0"/>
                      <a:pt x="136"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8" name="Google Shape;318;p16"/>
              <p:cNvSpPr/>
              <p:nvPr/>
            </p:nvSpPr>
            <p:spPr>
              <a:xfrm>
                <a:off x="4754425" y="3175975"/>
                <a:ext cx="10200" cy="11850"/>
              </a:xfrm>
              <a:custGeom>
                <a:avLst/>
                <a:gdLst/>
                <a:ahLst/>
                <a:cxnLst/>
                <a:rect l="l" t="t" r="r" b="b"/>
                <a:pathLst>
                  <a:path w="408" h="474" extrusionOk="0">
                    <a:moveTo>
                      <a:pt x="125" y="1"/>
                    </a:moveTo>
                    <a:cubicBezTo>
                      <a:pt x="108" y="7"/>
                      <a:pt x="86" y="12"/>
                      <a:pt x="74" y="18"/>
                    </a:cubicBezTo>
                    <a:cubicBezTo>
                      <a:pt x="40" y="40"/>
                      <a:pt x="18" y="69"/>
                      <a:pt x="7" y="103"/>
                    </a:cubicBezTo>
                    <a:cubicBezTo>
                      <a:pt x="1" y="142"/>
                      <a:pt x="1" y="182"/>
                      <a:pt x="24" y="215"/>
                    </a:cubicBezTo>
                    <a:cubicBezTo>
                      <a:pt x="63" y="278"/>
                      <a:pt x="103" y="340"/>
                      <a:pt x="142" y="402"/>
                    </a:cubicBezTo>
                    <a:cubicBezTo>
                      <a:pt x="159" y="436"/>
                      <a:pt x="187" y="458"/>
                      <a:pt x="227" y="470"/>
                    </a:cubicBezTo>
                    <a:cubicBezTo>
                      <a:pt x="235" y="472"/>
                      <a:pt x="244" y="474"/>
                      <a:pt x="252" y="474"/>
                    </a:cubicBezTo>
                    <a:cubicBezTo>
                      <a:pt x="261" y="474"/>
                      <a:pt x="269" y="472"/>
                      <a:pt x="278" y="470"/>
                    </a:cubicBezTo>
                    <a:cubicBezTo>
                      <a:pt x="300" y="470"/>
                      <a:pt x="317" y="464"/>
                      <a:pt x="334" y="453"/>
                    </a:cubicBezTo>
                    <a:cubicBezTo>
                      <a:pt x="362" y="436"/>
                      <a:pt x="391" y="407"/>
                      <a:pt x="396" y="368"/>
                    </a:cubicBezTo>
                    <a:cubicBezTo>
                      <a:pt x="408" y="334"/>
                      <a:pt x="402" y="295"/>
                      <a:pt x="385" y="261"/>
                    </a:cubicBezTo>
                    <a:cubicBezTo>
                      <a:pt x="345" y="199"/>
                      <a:pt x="306" y="131"/>
                      <a:pt x="266" y="69"/>
                    </a:cubicBezTo>
                    <a:cubicBezTo>
                      <a:pt x="244" y="40"/>
                      <a:pt x="216" y="18"/>
                      <a:pt x="182" y="7"/>
                    </a:cubicBezTo>
                    <a:cubicBezTo>
                      <a:pt x="159" y="1"/>
                      <a:pt x="142" y="1"/>
                      <a:pt x="125"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9" name="Google Shape;319;p16"/>
              <p:cNvSpPr/>
              <p:nvPr/>
            </p:nvSpPr>
            <p:spPr>
              <a:xfrm>
                <a:off x="4758100" y="3182850"/>
                <a:ext cx="11900" cy="15625"/>
              </a:xfrm>
              <a:custGeom>
                <a:avLst/>
                <a:gdLst/>
                <a:ahLst/>
                <a:cxnLst/>
                <a:rect l="l" t="t" r="r" b="b"/>
                <a:pathLst>
                  <a:path w="476" h="625" extrusionOk="0">
                    <a:moveTo>
                      <a:pt x="161" y="0"/>
                    </a:moveTo>
                    <a:cubicBezTo>
                      <a:pt x="136" y="0"/>
                      <a:pt x="112" y="6"/>
                      <a:pt x="91" y="20"/>
                    </a:cubicBezTo>
                    <a:cubicBezTo>
                      <a:pt x="23" y="59"/>
                      <a:pt x="1" y="144"/>
                      <a:pt x="40" y="212"/>
                    </a:cubicBezTo>
                    <a:cubicBezTo>
                      <a:pt x="102" y="324"/>
                      <a:pt x="159" y="437"/>
                      <a:pt x="210" y="556"/>
                    </a:cubicBezTo>
                    <a:cubicBezTo>
                      <a:pt x="227" y="584"/>
                      <a:pt x="266" y="612"/>
                      <a:pt x="294" y="618"/>
                    </a:cubicBezTo>
                    <a:cubicBezTo>
                      <a:pt x="306" y="622"/>
                      <a:pt x="320" y="624"/>
                      <a:pt x="334" y="624"/>
                    </a:cubicBezTo>
                    <a:cubicBezTo>
                      <a:pt x="359" y="624"/>
                      <a:pt x="385" y="618"/>
                      <a:pt x="407" y="607"/>
                    </a:cubicBezTo>
                    <a:cubicBezTo>
                      <a:pt x="436" y="584"/>
                      <a:pt x="464" y="556"/>
                      <a:pt x="469" y="522"/>
                    </a:cubicBezTo>
                    <a:lnTo>
                      <a:pt x="475" y="483"/>
                    </a:lnTo>
                    <a:cubicBezTo>
                      <a:pt x="475" y="460"/>
                      <a:pt x="469" y="437"/>
                      <a:pt x="458" y="415"/>
                    </a:cubicBezTo>
                    <a:cubicBezTo>
                      <a:pt x="402" y="296"/>
                      <a:pt x="345" y="183"/>
                      <a:pt x="283" y="70"/>
                    </a:cubicBezTo>
                    <a:cubicBezTo>
                      <a:pt x="261" y="25"/>
                      <a:pt x="210" y="0"/>
                      <a:pt x="161"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0" name="Google Shape;320;p16"/>
              <p:cNvSpPr/>
              <p:nvPr/>
            </p:nvSpPr>
            <p:spPr>
              <a:xfrm>
                <a:off x="4749775" y="3169350"/>
                <a:ext cx="10625" cy="11750"/>
              </a:xfrm>
              <a:custGeom>
                <a:avLst/>
                <a:gdLst/>
                <a:ahLst/>
                <a:cxnLst/>
                <a:rect l="l" t="t" r="r" b="b"/>
                <a:pathLst>
                  <a:path w="425" h="470" extrusionOk="0">
                    <a:moveTo>
                      <a:pt x="125" y="0"/>
                    </a:moveTo>
                    <a:cubicBezTo>
                      <a:pt x="108" y="0"/>
                      <a:pt x="91" y="6"/>
                      <a:pt x="74" y="17"/>
                    </a:cubicBezTo>
                    <a:cubicBezTo>
                      <a:pt x="40" y="40"/>
                      <a:pt x="18" y="68"/>
                      <a:pt x="6" y="102"/>
                    </a:cubicBezTo>
                    <a:cubicBezTo>
                      <a:pt x="6" y="113"/>
                      <a:pt x="6" y="130"/>
                      <a:pt x="1" y="142"/>
                    </a:cubicBezTo>
                    <a:cubicBezTo>
                      <a:pt x="1" y="164"/>
                      <a:pt x="6" y="192"/>
                      <a:pt x="23" y="209"/>
                    </a:cubicBezTo>
                    <a:cubicBezTo>
                      <a:pt x="68" y="272"/>
                      <a:pt x="114" y="334"/>
                      <a:pt x="159" y="401"/>
                    </a:cubicBezTo>
                    <a:cubicBezTo>
                      <a:pt x="164" y="418"/>
                      <a:pt x="176" y="430"/>
                      <a:pt x="193" y="441"/>
                    </a:cubicBezTo>
                    <a:cubicBezTo>
                      <a:pt x="204" y="452"/>
                      <a:pt x="221" y="458"/>
                      <a:pt x="238" y="464"/>
                    </a:cubicBezTo>
                    <a:cubicBezTo>
                      <a:pt x="260" y="469"/>
                      <a:pt x="277" y="469"/>
                      <a:pt x="294" y="469"/>
                    </a:cubicBezTo>
                    <a:cubicBezTo>
                      <a:pt x="317" y="464"/>
                      <a:pt x="334" y="464"/>
                      <a:pt x="351" y="452"/>
                    </a:cubicBezTo>
                    <a:cubicBezTo>
                      <a:pt x="379" y="430"/>
                      <a:pt x="407" y="401"/>
                      <a:pt x="413" y="368"/>
                    </a:cubicBezTo>
                    <a:cubicBezTo>
                      <a:pt x="424" y="328"/>
                      <a:pt x="418" y="288"/>
                      <a:pt x="402" y="255"/>
                    </a:cubicBezTo>
                    <a:cubicBezTo>
                      <a:pt x="356" y="192"/>
                      <a:pt x="311" y="130"/>
                      <a:pt x="266" y="68"/>
                    </a:cubicBezTo>
                    <a:cubicBezTo>
                      <a:pt x="255" y="51"/>
                      <a:pt x="243" y="40"/>
                      <a:pt x="226" y="29"/>
                    </a:cubicBezTo>
                    <a:cubicBezTo>
                      <a:pt x="215" y="17"/>
                      <a:pt x="198" y="12"/>
                      <a:pt x="181" y="6"/>
                    </a:cubicBezTo>
                    <a:cubicBezTo>
                      <a:pt x="164" y="0"/>
                      <a:pt x="142" y="0"/>
                      <a:pt x="125"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1" name="Google Shape;321;p16"/>
              <p:cNvSpPr/>
              <p:nvPr/>
            </p:nvSpPr>
            <p:spPr>
              <a:xfrm>
                <a:off x="4744700" y="3163000"/>
                <a:ext cx="11025" cy="11875"/>
              </a:xfrm>
              <a:custGeom>
                <a:avLst/>
                <a:gdLst/>
                <a:ahLst/>
                <a:cxnLst/>
                <a:rect l="l" t="t" r="r" b="b"/>
                <a:pathLst>
                  <a:path w="441" h="475" extrusionOk="0">
                    <a:moveTo>
                      <a:pt x="141" y="0"/>
                    </a:moveTo>
                    <a:cubicBezTo>
                      <a:pt x="124" y="0"/>
                      <a:pt x="108" y="6"/>
                      <a:pt x="91" y="12"/>
                    </a:cubicBezTo>
                    <a:cubicBezTo>
                      <a:pt x="68" y="17"/>
                      <a:pt x="57" y="29"/>
                      <a:pt x="45" y="40"/>
                    </a:cubicBezTo>
                    <a:cubicBezTo>
                      <a:pt x="17" y="68"/>
                      <a:pt x="0" y="102"/>
                      <a:pt x="0" y="141"/>
                    </a:cubicBezTo>
                    <a:cubicBezTo>
                      <a:pt x="0" y="153"/>
                      <a:pt x="6" y="164"/>
                      <a:pt x="6" y="181"/>
                    </a:cubicBezTo>
                    <a:cubicBezTo>
                      <a:pt x="12" y="204"/>
                      <a:pt x="23" y="226"/>
                      <a:pt x="45" y="243"/>
                    </a:cubicBezTo>
                    <a:cubicBezTo>
                      <a:pt x="96" y="305"/>
                      <a:pt x="147" y="367"/>
                      <a:pt x="198" y="430"/>
                    </a:cubicBezTo>
                    <a:cubicBezTo>
                      <a:pt x="209" y="446"/>
                      <a:pt x="226" y="458"/>
                      <a:pt x="243" y="463"/>
                    </a:cubicBezTo>
                    <a:cubicBezTo>
                      <a:pt x="260" y="469"/>
                      <a:pt x="277" y="475"/>
                      <a:pt x="300" y="475"/>
                    </a:cubicBezTo>
                    <a:cubicBezTo>
                      <a:pt x="317" y="475"/>
                      <a:pt x="333" y="469"/>
                      <a:pt x="350" y="463"/>
                    </a:cubicBezTo>
                    <a:cubicBezTo>
                      <a:pt x="373" y="458"/>
                      <a:pt x="384" y="446"/>
                      <a:pt x="401" y="430"/>
                    </a:cubicBezTo>
                    <a:cubicBezTo>
                      <a:pt x="424" y="407"/>
                      <a:pt x="441" y="367"/>
                      <a:pt x="441" y="333"/>
                    </a:cubicBezTo>
                    <a:cubicBezTo>
                      <a:pt x="441" y="322"/>
                      <a:pt x="435" y="305"/>
                      <a:pt x="435" y="294"/>
                    </a:cubicBezTo>
                    <a:cubicBezTo>
                      <a:pt x="429" y="271"/>
                      <a:pt x="418" y="249"/>
                      <a:pt x="401" y="232"/>
                    </a:cubicBezTo>
                    <a:cubicBezTo>
                      <a:pt x="350" y="170"/>
                      <a:pt x="294" y="102"/>
                      <a:pt x="243" y="40"/>
                    </a:cubicBezTo>
                    <a:cubicBezTo>
                      <a:pt x="232" y="29"/>
                      <a:pt x="215" y="17"/>
                      <a:pt x="198" y="12"/>
                    </a:cubicBezTo>
                    <a:cubicBezTo>
                      <a:pt x="181" y="6"/>
                      <a:pt x="164" y="0"/>
                      <a:pt x="141"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2" name="Google Shape;322;p16"/>
              <p:cNvSpPr/>
              <p:nvPr/>
            </p:nvSpPr>
            <p:spPr>
              <a:xfrm>
                <a:off x="4767150" y="3202550"/>
                <a:ext cx="8625" cy="10725"/>
              </a:xfrm>
              <a:custGeom>
                <a:avLst/>
                <a:gdLst/>
                <a:ahLst/>
                <a:cxnLst/>
                <a:rect l="l" t="t" r="r" b="b"/>
                <a:pathLst>
                  <a:path w="345" h="429" extrusionOk="0">
                    <a:moveTo>
                      <a:pt x="139" y="1"/>
                    </a:moveTo>
                    <a:cubicBezTo>
                      <a:pt x="130" y="1"/>
                      <a:pt x="122" y="2"/>
                      <a:pt x="113" y="5"/>
                    </a:cubicBezTo>
                    <a:cubicBezTo>
                      <a:pt x="102" y="11"/>
                      <a:pt x="91" y="16"/>
                      <a:pt x="79" y="22"/>
                    </a:cubicBezTo>
                    <a:cubicBezTo>
                      <a:pt x="57" y="33"/>
                      <a:pt x="40" y="50"/>
                      <a:pt x="28" y="73"/>
                    </a:cubicBezTo>
                    <a:cubicBezTo>
                      <a:pt x="11" y="107"/>
                      <a:pt x="0" y="146"/>
                      <a:pt x="11" y="180"/>
                    </a:cubicBezTo>
                    <a:cubicBezTo>
                      <a:pt x="28" y="231"/>
                      <a:pt x="45" y="276"/>
                      <a:pt x="57" y="327"/>
                    </a:cubicBezTo>
                    <a:cubicBezTo>
                      <a:pt x="62" y="344"/>
                      <a:pt x="74" y="361"/>
                      <a:pt x="85" y="372"/>
                    </a:cubicBezTo>
                    <a:cubicBezTo>
                      <a:pt x="96" y="389"/>
                      <a:pt x="107" y="401"/>
                      <a:pt x="124" y="412"/>
                    </a:cubicBezTo>
                    <a:cubicBezTo>
                      <a:pt x="141" y="423"/>
                      <a:pt x="158" y="429"/>
                      <a:pt x="175" y="429"/>
                    </a:cubicBezTo>
                    <a:cubicBezTo>
                      <a:pt x="192" y="429"/>
                      <a:pt x="215" y="429"/>
                      <a:pt x="232" y="423"/>
                    </a:cubicBezTo>
                    <a:cubicBezTo>
                      <a:pt x="243" y="417"/>
                      <a:pt x="254" y="417"/>
                      <a:pt x="266" y="412"/>
                    </a:cubicBezTo>
                    <a:cubicBezTo>
                      <a:pt x="288" y="401"/>
                      <a:pt x="305" y="384"/>
                      <a:pt x="316" y="361"/>
                    </a:cubicBezTo>
                    <a:cubicBezTo>
                      <a:pt x="333" y="327"/>
                      <a:pt x="345" y="288"/>
                      <a:pt x="333" y="248"/>
                    </a:cubicBezTo>
                    <a:cubicBezTo>
                      <a:pt x="316" y="203"/>
                      <a:pt x="299" y="152"/>
                      <a:pt x="288" y="107"/>
                    </a:cubicBezTo>
                    <a:cubicBezTo>
                      <a:pt x="283" y="84"/>
                      <a:pt x="271" y="73"/>
                      <a:pt x="260" y="56"/>
                    </a:cubicBezTo>
                    <a:cubicBezTo>
                      <a:pt x="249" y="39"/>
                      <a:pt x="237" y="28"/>
                      <a:pt x="220" y="22"/>
                    </a:cubicBezTo>
                    <a:cubicBezTo>
                      <a:pt x="203" y="11"/>
                      <a:pt x="187" y="5"/>
                      <a:pt x="170" y="5"/>
                    </a:cubicBezTo>
                    <a:cubicBezTo>
                      <a:pt x="158" y="2"/>
                      <a:pt x="148" y="1"/>
                      <a:pt x="139"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3" name="Google Shape;323;p16"/>
              <p:cNvSpPr/>
              <p:nvPr/>
            </p:nvSpPr>
            <p:spPr>
              <a:xfrm>
                <a:off x="4764325" y="3194650"/>
                <a:ext cx="8625" cy="10825"/>
              </a:xfrm>
              <a:custGeom>
                <a:avLst/>
                <a:gdLst/>
                <a:ahLst/>
                <a:cxnLst/>
                <a:rect l="l" t="t" r="r" b="b"/>
                <a:pathLst>
                  <a:path w="345" h="433" extrusionOk="0">
                    <a:moveTo>
                      <a:pt x="136" y="1"/>
                    </a:moveTo>
                    <a:cubicBezTo>
                      <a:pt x="126" y="1"/>
                      <a:pt x="116" y="2"/>
                      <a:pt x="108" y="5"/>
                    </a:cubicBezTo>
                    <a:cubicBezTo>
                      <a:pt x="96" y="11"/>
                      <a:pt x="85" y="16"/>
                      <a:pt x="74" y="22"/>
                    </a:cubicBezTo>
                    <a:cubicBezTo>
                      <a:pt x="51" y="33"/>
                      <a:pt x="34" y="50"/>
                      <a:pt x="23" y="73"/>
                    </a:cubicBezTo>
                    <a:lnTo>
                      <a:pt x="6" y="107"/>
                    </a:lnTo>
                    <a:cubicBezTo>
                      <a:pt x="0" y="129"/>
                      <a:pt x="0" y="157"/>
                      <a:pt x="6" y="180"/>
                    </a:cubicBezTo>
                    <a:cubicBezTo>
                      <a:pt x="28" y="231"/>
                      <a:pt x="45" y="276"/>
                      <a:pt x="62" y="327"/>
                    </a:cubicBezTo>
                    <a:cubicBezTo>
                      <a:pt x="68" y="344"/>
                      <a:pt x="79" y="361"/>
                      <a:pt x="91" y="378"/>
                    </a:cubicBezTo>
                    <a:cubicBezTo>
                      <a:pt x="102" y="389"/>
                      <a:pt x="113" y="406"/>
                      <a:pt x="130" y="412"/>
                    </a:cubicBezTo>
                    <a:cubicBezTo>
                      <a:pt x="147" y="423"/>
                      <a:pt x="164" y="429"/>
                      <a:pt x="181" y="429"/>
                    </a:cubicBezTo>
                    <a:cubicBezTo>
                      <a:pt x="192" y="431"/>
                      <a:pt x="202" y="433"/>
                      <a:pt x="211" y="433"/>
                    </a:cubicBezTo>
                    <a:cubicBezTo>
                      <a:pt x="220" y="433"/>
                      <a:pt x="229" y="431"/>
                      <a:pt x="237" y="429"/>
                    </a:cubicBezTo>
                    <a:cubicBezTo>
                      <a:pt x="249" y="423"/>
                      <a:pt x="260" y="417"/>
                      <a:pt x="271" y="412"/>
                    </a:cubicBezTo>
                    <a:cubicBezTo>
                      <a:pt x="294" y="400"/>
                      <a:pt x="311" y="383"/>
                      <a:pt x="322" y="361"/>
                    </a:cubicBezTo>
                    <a:lnTo>
                      <a:pt x="339" y="327"/>
                    </a:lnTo>
                    <a:cubicBezTo>
                      <a:pt x="345" y="304"/>
                      <a:pt x="345" y="276"/>
                      <a:pt x="339" y="253"/>
                    </a:cubicBezTo>
                    <a:cubicBezTo>
                      <a:pt x="316" y="203"/>
                      <a:pt x="300" y="152"/>
                      <a:pt x="283" y="107"/>
                    </a:cubicBezTo>
                    <a:cubicBezTo>
                      <a:pt x="277" y="84"/>
                      <a:pt x="266" y="73"/>
                      <a:pt x="254" y="56"/>
                    </a:cubicBezTo>
                    <a:cubicBezTo>
                      <a:pt x="243" y="44"/>
                      <a:pt x="232" y="28"/>
                      <a:pt x="215" y="22"/>
                    </a:cubicBezTo>
                    <a:cubicBezTo>
                      <a:pt x="198" y="11"/>
                      <a:pt x="181" y="5"/>
                      <a:pt x="164" y="5"/>
                    </a:cubicBezTo>
                    <a:cubicBezTo>
                      <a:pt x="156" y="2"/>
                      <a:pt x="146" y="1"/>
                      <a:pt x="136"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4" name="Google Shape;324;p16"/>
              <p:cNvSpPr/>
              <p:nvPr/>
            </p:nvSpPr>
            <p:spPr>
              <a:xfrm>
                <a:off x="4081975" y="3608550"/>
                <a:ext cx="999750" cy="705950"/>
              </a:xfrm>
              <a:custGeom>
                <a:avLst/>
                <a:gdLst/>
                <a:ahLst/>
                <a:cxnLst/>
                <a:rect l="l" t="t" r="r" b="b"/>
                <a:pathLst>
                  <a:path w="39990" h="28238" extrusionOk="0">
                    <a:moveTo>
                      <a:pt x="23780" y="300"/>
                    </a:moveTo>
                    <a:cubicBezTo>
                      <a:pt x="24485" y="893"/>
                      <a:pt x="25251" y="1417"/>
                      <a:pt x="26018" y="1910"/>
                    </a:cubicBezTo>
                    <a:cubicBezTo>
                      <a:pt x="26831" y="2430"/>
                      <a:pt x="27667" y="2915"/>
                      <a:pt x="28531" y="3344"/>
                    </a:cubicBezTo>
                    <a:cubicBezTo>
                      <a:pt x="29418" y="3785"/>
                      <a:pt x="30316" y="4186"/>
                      <a:pt x="31168" y="4694"/>
                    </a:cubicBezTo>
                    <a:cubicBezTo>
                      <a:pt x="33393" y="6021"/>
                      <a:pt x="35426" y="7840"/>
                      <a:pt x="36669" y="10138"/>
                    </a:cubicBezTo>
                    <a:cubicBezTo>
                      <a:pt x="36883" y="10527"/>
                      <a:pt x="37080" y="10916"/>
                      <a:pt x="37199" y="11338"/>
                    </a:cubicBezTo>
                    <a:lnTo>
                      <a:pt x="37199" y="11338"/>
                    </a:lnTo>
                    <a:cubicBezTo>
                      <a:pt x="37199" y="11339"/>
                      <a:pt x="37199" y="11340"/>
                      <a:pt x="37200" y="11341"/>
                    </a:cubicBezTo>
                    <a:cubicBezTo>
                      <a:pt x="37482" y="12290"/>
                      <a:pt x="37697" y="13261"/>
                      <a:pt x="37911" y="14227"/>
                    </a:cubicBezTo>
                    <a:cubicBezTo>
                      <a:pt x="38470" y="16813"/>
                      <a:pt x="38894" y="19434"/>
                      <a:pt x="39199" y="22060"/>
                    </a:cubicBezTo>
                    <a:cubicBezTo>
                      <a:pt x="39430" y="24018"/>
                      <a:pt x="39598" y="25986"/>
                      <a:pt x="39700" y="27955"/>
                    </a:cubicBezTo>
                    <a:lnTo>
                      <a:pt x="296" y="27955"/>
                    </a:lnTo>
                    <a:cubicBezTo>
                      <a:pt x="480" y="24417"/>
                      <a:pt x="867" y="20884"/>
                      <a:pt x="1469" y="17389"/>
                    </a:cubicBezTo>
                    <a:cubicBezTo>
                      <a:pt x="1796" y="15514"/>
                      <a:pt x="2175" y="13645"/>
                      <a:pt x="2661" y="11804"/>
                    </a:cubicBezTo>
                    <a:cubicBezTo>
                      <a:pt x="2836" y="11166"/>
                      <a:pt x="3067" y="10596"/>
                      <a:pt x="3395" y="10008"/>
                    </a:cubicBezTo>
                    <a:cubicBezTo>
                      <a:pt x="4569" y="7908"/>
                      <a:pt x="6399" y="6213"/>
                      <a:pt x="8421" y="4943"/>
                    </a:cubicBezTo>
                    <a:cubicBezTo>
                      <a:pt x="9189" y="4463"/>
                      <a:pt x="9985" y="4039"/>
                      <a:pt x="10804" y="3661"/>
                    </a:cubicBezTo>
                    <a:cubicBezTo>
                      <a:pt x="11662" y="3260"/>
                      <a:pt x="12498" y="2814"/>
                      <a:pt x="13306" y="2328"/>
                    </a:cubicBezTo>
                    <a:cubicBezTo>
                      <a:pt x="14294" y="1729"/>
                      <a:pt x="15248" y="1080"/>
                      <a:pt x="16146" y="357"/>
                    </a:cubicBezTo>
                    <a:cubicBezTo>
                      <a:pt x="16164" y="341"/>
                      <a:pt x="16182" y="327"/>
                      <a:pt x="16199" y="312"/>
                    </a:cubicBezTo>
                    <a:lnTo>
                      <a:pt x="16199" y="312"/>
                    </a:lnTo>
                    <a:cubicBezTo>
                      <a:pt x="16766" y="1161"/>
                      <a:pt x="17337" y="2004"/>
                      <a:pt x="17903" y="2853"/>
                    </a:cubicBezTo>
                    <a:cubicBezTo>
                      <a:pt x="17933" y="2900"/>
                      <a:pt x="17975" y="2921"/>
                      <a:pt x="18018" y="2921"/>
                    </a:cubicBezTo>
                    <a:cubicBezTo>
                      <a:pt x="18064" y="2921"/>
                      <a:pt x="18111" y="2897"/>
                      <a:pt x="18146" y="2853"/>
                    </a:cubicBezTo>
                    <a:lnTo>
                      <a:pt x="19981" y="437"/>
                    </a:lnTo>
                    <a:lnTo>
                      <a:pt x="19981" y="437"/>
                    </a:lnTo>
                    <a:cubicBezTo>
                      <a:pt x="20520" y="1244"/>
                      <a:pt x="21058" y="2046"/>
                      <a:pt x="21596" y="2853"/>
                    </a:cubicBezTo>
                    <a:cubicBezTo>
                      <a:pt x="21626" y="2900"/>
                      <a:pt x="21670" y="2921"/>
                      <a:pt x="21713" y="2921"/>
                    </a:cubicBezTo>
                    <a:cubicBezTo>
                      <a:pt x="21760" y="2921"/>
                      <a:pt x="21807" y="2897"/>
                      <a:pt x="21839" y="2853"/>
                    </a:cubicBezTo>
                    <a:cubicBezTo>
                      <a:pt x="22484" y="2000"/>
                      <a:pt x="23134" y="1153"/>
                      <a:pt x="23780" y="300"/>
                    </a:cubicBezTo>
                    <a:close/>
                    <a:moveTo>
                      <a:pt x="23761" y="0"/>
                    </a:moveTo>
                    <a:cubicBezTo>
                      <a:pt x="23742" y="0"/>
                      <a:pt x="23723" y="3"/>
                      <a:pt x="23703" y="7"/>
                    </a:cubicBezTo>
                    <a:cubicBezTo>
                      <a:pt x="23573" y="35"/>
                      <a:pt x="23460" y="255"/>
                      <a:pt x="23386" y="357"/>
                    </a:cubicBezTo>
                    <a:lnTo>
                      <a:pt x="22810" y="1114"/>
                    </a:lnTo>
                    <a:lnTo>
                      <a:pt x="21726" y="2542"/>
                    </a:lnTo>
                    <a:lnTo>
                      <a:pt x="21726" y="2542"/>
                    </a:lnTo>
                    <a:cubicBezTo>
                      <a:pt x="21187" y="1735"/>
                      <a:pt x="20649" y="928"/>
                      <a:pt x="20111" y="125"/>
                    </a:cubicBezTo>
                    <a:cubicBezTo>
                      <a:pt x="20081" y="79"/>
                      <a:pt x="20037" y="58"/>
                      <a:pt x="19994" y="58"/>
                    </a:cubicBezTo>
                    <a:cubicBezTo>
                      <a:pt x="19947" y="58"/>
                      <a:pt x="19900" y="82"/>
                      <a:pt x="19868" y="125"/>
                    </a:cubicBezTo>
                    <a:lnTo>
                      <a:pt x="18031" y="2543"/>
                    </a:lnTo>
                    <a:lnTo>
                      <a:pt x="18031" y="2543"/>
                    </a:lnTo>
                    <a:cubicBezTo>
                      <a:pt x="17545" y="1819"/>
                      <a:pt x="17063" y="1091"/>
                      <a:pt x="16581" y="368"/>
                    </a:cubicBezTo>
                    <a:cubicBezTo>
                      <a:pt x="16479" y="219"/>
                      <a:pt x="16373" y="5"/>
                      <a:pt x="16212" y="5"/>
                    </a:cubicBezTo>
                    <a:cubicBezTo>
                      <a:pt x="16161" y="5"/>
                      <a:pt x="16104" y="27"/>
                      <a:pt x="16039" y="80"/>
                    </a:cubicBezTo>
                    <a:cubicBezTo>
                      <a:pt x="15695" y="363"/>
                      <a:pt x="15339" y="628"/>
                      <a:pt x="14977" y="888"/>
                    </a:cubicBezTo>
                    <a:cubicBezTo>
                      <a:pt x="14266" y="1396"/>
                      <a:pt x="13532" y="1871"/>
                      <a:pt x="12775" y="2311"/>
                    </a:cubicBezTo>
                    <a:cubicBezTo>
                      <a:pt x="11821" y="2870"/>
                      <a:pt x="10821" y="3311"/>
                      <a:pt x="9838" y="3813"/>
                    </a:cubicBezTo>
                    <a:cubicBezTo>
                      <a:pt x="8223" y="4638"/>
                      <a:pt x="6704" y="5677"/>
                      <a:pt x="5411" y="6953"/>
                    </a:cubicBezTo>
                    <a:cubicBezTo>
                      <a:pt x="4558" y="7789"/>
                      <a:pt x="3796" y="8732"/>
                      <a:pt x="3203" y="9771"/>
                    </a:cubicBezTo>
                    <a:cubicBezTo>
                      <a:pt x="2937" y="10234"/>
                      <a:pt x="2689" y="10720"/>
                      <a:pt x="2531" y="11228"/>
                    </a:cubicBezTo>
                    <a:cubicBezTo>
                      <a:pt x="2135" y="12482"/>
                      <a:pt x="1876" y="13798"/>
                      <a:pt x="1616" y="15085"/>
                    </a:cubicBezTo>
                    <a:cubicBezTo>
                      <a:pt x="865" y="18801"/>
                      <a:pt x="373" y="22568"/>
                      <a:pt x="108" y="26346"/>
                    </a:cubicBezTo>
                    <a:cubicBezTo>
                      <a:pt x="68" y="26928"/>
                      <a:pt x="35" y="27515"/>
                      <a:pt x="6" y="28097"/>
                    </a:cubicBezTo>
                    <a:cubicBezTo>
                      <a:pt x="1" y="28176"/>
                      <a:pt x="74" y="28238"/>
                      <a:pt x="147" y="28238"/>
                    </a:cubicBezTo>
                    <a:lnTo>
                      <a:pt x="39848" y="28238"/>
                    </a:lnTo>
                    <a:cubicBezTo>
                      <a:pt x="39922" y="28238"/>
                      <a:pt x="39989" y="28176"/>
                      <a:pt x="39989" y="28097"/>
                    </a:cubicBezTo>
                    <a:cubicBezTo>
                      <a:pt x="39820" y="24737"/>
                      <a:pt x="39464" y="21382"/>
                      <a:pt x="38922" y="18056"/>
                    </a:cubicBezTo>
                    <a:cubicBezTo>
                      <a:pt x="38600" y="16096"/>
                      <a:pt x="38216" y="14148"/>
                      <a:pt x="37731" y="12222"/>
                    </a:cubicBezTo>
                    <a:cubicBezTo>
                      <a:pt x="37651" y="11900"/>
                      <a:pt x="37567" y="11578"/>
                      <a:pt x="37471" y="11262"/>
                    </a:cubicBezTo>
                    <a:cubicBezTo>
                      <a:pt x="37313" y="10697"/>
                      <a:pt x="37019" y="10149"/>
                      <a:pt x="36720" y="9647"/>
                    </a:cubicBezTo>
                    <a:cubicBezTo>
                      <a:pt x="35918" y="8292"/>
                      <a:pt x="34845" y="7106"/>
                      <a:pt x="33636" y="6095"/>
                    </a:cubicBezTo>
                    <a:cubicBezTo>
                      <a:pt x="32778" y="5378"/>
                      <a:pt x="31846" y="4745"/>
                      <a:pt x="30863" y="4192"/>
                    </a:cubicBezTo>
                    <a:cubicBezTo>
                      <a:pt x="29700" y="3542"/>
                      <a:pt x="28463" y="3028"/>
                      <a:pt x="27300" y="2362"/>
                    </a:cubicBezTo>
                    <a:cubicBezTo>
                      <a:pt x="26408" y="1848"/>
                      <a:pt x="25544" y="1283"/>
                      <a:pt x="24713" y="668"/>
                    </a:cubicBezTo>
                    <a:cubicBezTo>
                      <a:pt x="24493" y="504"/>
                      <a:pt x="24273" y="340"/>
                      <a:pt x="24064" y="165"/>
                    </a:cubicBezTo>
                    <a:cubicBezTo>
                      <a:pt x="23966" y="91"/>
                      <a:pt x="23884" y="0"/>
                      <a:pt x="23761"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5" name="Google Shape;325;p16"/>
              <p:cNvSpPr/>
              <p:nvPr/>
            </p:nvSpPr>
            <p:spPr>
              <a:xfrm>
                <a:off x="4577950" y="3608700"/>
                <a:ext cx="101825" cy="72875"/>
              </a:xfrm>
              <a:custGeom>
                <a:avLst/>
                <a:gdLst/>
                <a:ahLst/>
                <a:cxnLst/>
                <a:rect l="l" t="t" r="r" b="b"/>
                <a:pathLst>
                  <a:path w="4073" h="2915" extrusionOk="0">
                    <a:moveTo>
                      <a:pt x="3599" y="283"/>
                    </a:moveTo>
                    <a:lnTo>
                      <a:pt x="2011" y="2373"/>
                    </a:lnTo>
                    <a:lnTo>
                      <a:pt x="1887" y="2536"/>
                    </a:lnTo>
                    <a:lnTo>
                      <a:pt x="1887" y="2536"/>
                    </a:lnTo>
                    <a:cubicBezTo>
                      <a:pt x="1421" y="1837"/>
                      <a:pt x="951" y="1141"/>
                      <a:pt x="486" y="441"/>
                    </a:cubicBezTo>
                    <a:lnTo>
                      <a:pt x="381" y="283"/>
                    </a:lnTo>
                    <a:close/>
                    <a:moveTo>
                      <a:pt x="187" y="1"/>
                    </a:moveTo>
                    <a:cubicBezTo>
                      <a:pt x="141" y="1"/>
                      <a:pt x="107" y="19"/>
                      <a:pt x="84" y="46"/>
                    </a:cubicBezTo>
                    <a:lnTo>
                      <a:pt x="84" y="46"/>
                    </a:lnTo>
                    <a:cubicBezTo>
                      <a:pt x="77" y="53"/>
                      <a:pt x="70" y="60"/>
                      <a:pt x="63" y="69"/>
                    </a:cubicBezTo>
                    <a:cubicBezTo>
                      <a:pt x="52" y="86"/>
                      <a:pt x="40" y="103"/>
                      <a:pt x="29" y="119"/>
                    </a:cubicBezTo>
                    <a:cubicBezTo>
                      <a:pt x="1" y="153"/>
                      <a:pt x="1" y="221"/>
                      <a:pt x="29" y="261"/>
                    </a:cubicBezTo>
                    <a:cubicBezTo>
                      <a:pt x="532" y="1017"/>
                      <a:pt x="1034" y="1769"/>
                      <a:pt x="1542" y="2525"/>
                    </a:cubicBezTo>
                    <a:cubicBezTo>
                      <a:pt x="1610" y="2633"/>
                      <a:pt x="1684" y="2740"/>
                      <a:pt x="1757" y="2847"/>
                    </a:cubicBezTo>
                    <a:cubicBezTo>
                      <a:pt x="1787" y="2894"/>
                      <a:pt x="1831" y="2915"/>
                      <a:pt x="1874" y="2915"/>
                    </a:cubicBezTo>
                    <a:cubicBezTo>
                      <a:pt x="1921" y="2915"/>
                      <a:pt x="1968" y="2891"/>
                      <a:pt x="2000" y="2847"/>
                    </a:cubicBezTo>
                    <a:lnTo>
                      <a:pt x="3751" y="543"/>
                    </a:lnTo>
                    <a:cubicBezTo>
                      <a:pt x="3835" y="430"/>
                      <a:pt x="3920" y="323"/>
                      <a:pt x="4005" y="210"/>
                    </a:cubicBezTo>
                    <a:cubicBezTo>
                      <a:pt x="4072" y="119"/>
                      <a:pt x="3976" y="1"/>
                      <a:pt x="3880"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6" name="Google Shape;326;p16"/>
              <p:cNvSpPr/>
              <p:nvPr/>
            </p:nvSpPr>
            <p:spPr>
              <a:xfrm>
                <a:off x="4484175" y="3608700"/>
                <a:ext cx="101300" cy="72875"/>
              </a:xfrm>
              <a:custGeom>
                <a:avLst/>
                <a:gdLst/>
                <a:ahLst/>
                <a:cxnLst/>
                <a:rect l="l" t="t" r="r" b="b"/>
                <a:pathLst>
                  <a:path w="4052" h="2915" extrusionOk="0">
                    <a:moveTo>
                      <a:pt x="3655" y="283"/>
                    </a:moveTo>
                    <a:cubicBezTo>
                      <a:pt x="3121" y="981"/>
                      <a:pt x="2592" y="1682"/>
                      <a:pt x="2058" y="2378"/>
                    </a:cubicBezTo>
                    <a:cubicBezTo>
                      <a:pt x="2020" y="2432"/>
                      <a:pt x="1982" y="2484"/>
                      <a:pt x="1943" y="2535"/>
                    </a:cubicBezTo>
                    <a:lnTo>
                      <a:pt x="1943" y="2535"/>
                    </a:lnTo>
                    <a:cubicBezTo>
                      <a:pt x="1467" y="1824"/>
                      <a:pt x="992" y="1113"/>
                      <a:pt x="516" y="402"/>
                    </a:cubicBezTo>
                    <a:cubicBezTo>
                      <a:pt x="490" y="362"/>
                      <a:pt x="464" y="323"/>
                      <a:pt x="439" y="283"/>
                    </a:cubicBezTo>
                    <a:close/>
                    <a:moveTo>
                      <a:pt x="171" y="1"/>
                    </a:moveTo>
                    <a:cubicBezTo>
                      <a:pt x="132" y="1"/>
                      <a:pt x="101" y="14"/>
                      <a:pt x="79" y="36"/>
                    </a:cubicBezTo>
                    <a:lnTo>
                      <a:pt x="79" y="36"/>
                    </a:lnTo>
                    <a:cubicBezTo>
                      <a:pt x="27" y="74"/>
                      <a:pt x="1" y="141"/>
                      <a:pt x="47" y="210"/>
                    </a:cubicBezTo>
                    <a:lnTo>
                      <a:pt x="1589" y="2514"/>
                    </a:lnTo>
                    <a:cubicBezTo>
                      <a:pt x="1668" y="2627"/>
                      <a:pt x="1741" y="2734"/>
                      <a:pt x="1815" y="2847"/>
                    </a:cubicBezTo>
                    <a:cubicBezTo>
                      <a:pt x="1845" y="2894"/>
                      <a:pt x="1887" y="2915"/>
                      <a:pt x="1930" y="2915"/>
                    </a:cubicBezTo>
                    <a:cubicBezTo>
                      <a:pt x="1976" y="2915"/>
                      <a:pt x="2023" y="2891"/>
                      <a:pt x="2058" y="2847"/>
                    </a:cubicBezTo>
                    <a:cubicBezTo>
                      <a:pt x="2628" y="2090"/>
                      <a:pt x="3204" y="1339"/>
                      <a:pt x="3774" y="583"/>
                    </a:cubicBezTo>
                    <a:cubicBezTo>
                      <a:pt x="3859" y="475"/>
                      <a:pt x="3938" y="368"/>
                      <a:pt x="4023" y="261"/>
                    </a:cubicBezTo>
                    <a:cubicBezTo>
                      <a:pt x="4051" y="221"/>
                      <a:pt x="4045" y="153"/>
                      <a:pt x="4023" y="119"/>
                    </a:cubicBezTo>
                    <a:cubicBezTo>
                      <a:pt x="3966" y="35"/>
                      <a:pt x="3910" y="1"/>
                      <a:pt x="3820"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7" name="Google Shape;327;p16"/>
              <p:cNvSpPr/>
              <p:nvPr/>
            </p:nvSpPr>
            <p:spPr>
              <a:xfrm>
                <a:off x="4577250" y="3608600"/>
                <a:ext cx="8925" cy="8325"/>
              </a:xfrm>
              <a:custGeom>
                <a:avLst/>
                <a:gdLst/>
                <a:ahLst/>
                <a:cxnLst/>
                <a:rect l="l" t="t" r="r" b="b"/>
                <a:pathLst>
                  <a:path w="357" h="333" extrusionOk="0">
                    <a:moveTo>
                      <a:pt x="215" y="1"/>
                    </a:moveTo>
                    <a:cubicBezTo>
                      <a:pt x="202" y="1"/>
                      <a:pt x="190" y="2"/>
                      <a:pt x="176" y="5"/>
                    </a:cubicBezTo>
                    <a:lnTo>
                      <a:pt x="142" y="5"/>
                    </a:lnTo>
                    <a:cubicBezTo>
                      <a:pt x="91" y="5"/>
                      <a:pt x="46" y="27"/>
                      <a:pt x="23" y="73"/>
                    </a:cubicBezTo>
                    <a:cubicBezTo>
                      <a:pt x="6" y="95"/>
                      <a:pt x="1" y="118"/>
                      <a:pt x="1" y="146"/>
                    </a:cubicBezTo>
                    <a:cubicBezTo>
                      <a:pt x="1" y="169"/>
                      <a:pt x="6" y="191"/>
                      <a:pt x="23" y="214"/>
                    </a:cubicBezTo>
                    <a:cubicBezTo>
                      <a:pt x="34" y="231"/>
                      <a:pt x="46" y="248"/>
                      <a:pt x="57" y="265"/>
                    </a:cubicBezTo>
                    <a:cubicBezTo>
                      <a:pt x="68" y="287"/>
                      <a:pt x="85" y="304"/>
                      <a:pt x="108" y="316"/>
                    </a:cubicBezTo>
                    <a:cubicBezTo>
                      <a:pt x="125" y="327"/>
                      <a:pt x="153" y="332"/>
                      <a:pt x="176" y="332"/>
                    </a:cubicBezTo>
                    <a:cubicBezTo>
                      <a:pt x="204" y="332"/>
                      <a:pt x="226" y="327"/>
                      <a:pt x="249" y="316"/>
                    </a:cubicBezTo>
                    <a:cubicBezTo>
                      <a:pt x="272" y="304"/>
                      <a:pt x="289" y="287"/>
                      <a:pt x="300" y="265"/>
                    </a:cubicBezTo>
                    <a:cubicBezTo>
                      <a:pt x="305" y="256"/>
                      <a:pt x="311" y="249"/>
                      <a:pt x="317" y="242"/>
                    </a:cubicBezTo>
                    <a:lnTo>
                      <a:pt x="317" y="242"/>
                    </a:lnTo>
                    <a:cubicBezTo>
                      <a:pt x="317" y="242"/>
                      <a:pt x="317" y="242"/>
                      <a:pt x="317" y="242"/>
                    </a:cubicBezTo>
                    <a:cubicBezTo>
                      <a:pt x="323" y="236"/>
                      <a:pt x="330" y="227"/>
                      <a:pt x="335" y="218"/>
                    </a:cubicBezTo>
                    <a:lnTo>
                      <a:pt x="335" y="218"/>
                    </a:lnTo>
                    <a:cubicBezTo>
                      <a:pt x="336" y="217"/>
                      <a:pt x="337" y="216"/>
                      <a:pt x="339" y="214"/>
                    </a:cubicBezTo>
                    <a:cubicBezTo>
                      <a:pt x="345" y="197"/>
                      <a:pt x="351" y="180"/>
                      <a:pt x="356" y="163"/>
                    </a:cubicBezTo>
                    <a:cubicBezTo>
                      <a:pt x="356" y="159"/>
                      <a:pt x="356" y="154"/>
                      <a:pt x="356" y="150"/>
                    </a:cubicBezTo>
                    <a:lnTo>
                      <a:pt x="356" y="150"/>
                    </a:lnTo>
                    <a:cubicBezTo>
                      <a:pt x="356" y="148"/>
                      <a:pt x="356" y="147"/>
                      <a:pt x="356" y="146"/>
                    </a:cubicBezTo>
                    <a:lnTo>
                      <a:pt x="356" y="145"/>
                    </a:lnTo>
                    <a:lnTo>
                      <a:pt x="356" y="145"/>
                    </a:lnTo>
                    <a:cubicBezTo>
                      <a:pt x="356" y="132"/>
                      <a:pt x="354" y="118"/>
                      <a:pt x="351" y="107"/>
                    </a:cubicBezTo>
                    <a:cubicBezTo>
                      <a:pt x="348" y="96"/>
                      <a:pt x="344" y="85"/>
                      <a:pt x="339" y="75"/>
                    </a:cubicBezTo>
                    <a:lnTo>
                      <a:pt x="339" y="75"/>
                    </a:lnTo>
                    <a:cubicBezTo>
                      <a:pt x="336" y="68"/>
                      <a:pt x="332" y="62"/>
                      <a:pt x="328" y="56"/>
                    </a:cubicBezTo>
                    <a:cubicBezTo>
                      <a:pt x="317" y="44"/>
                      <a:pt x="305" y="27"/>
                      <a:pt x="289" y="22"/>
                    </a:cubicBezTo>
                    <a:cubicBezTo>
                      <a:pt x="277" y="16"/>
                      <a:pt x="266" y="11"/>
                      <a:pt x="255" y="5"/>
                    </a:cubicBezTo>
                    <a:cubicBezTo>
                      <a:pt x="241" y="2"/>
                      <a:pt x="228" y="1"/>
                      <a:pt x="215"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Title and two columns 1">
  <p:cSld name="TITLE_AND_TWO_COLUMNS_1_2">
    <p:spTree>
      <p:nvGrpSpPr>
        <p:cNvPr id="1" name="Shape 377"/>
        <p:cNvGrpSpPr/>
        <p:nvPr/>
      </p:nvGrpSpPr>
      <p:grpSpPr>
        <a:xfrm>
          <a:off x="0" y="0"/>
          <a:ext cx="0" cy="0"/>
          <a:chOff x="0" y="0"/>
          <a:chExt cx="0" cy="0"/>
        </a:xfrm>
      </p:grpSpPr>
      <p:sp>
        <p:nvSpPr>
          <p:cNvPr id="378" name="Google Shape;378;p18"/>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3000"/>
              <a:buNone/>
              <a:defRPr/>
            </a:lvl1pPr>
            <a:lvl2pPr lvl="1" rtl="0">
              <a:spcBef>
                <a:spcPts val="0"/>
              </a:spcBef>
              <a:spcAft>
                <a:spcPts val="0"/>
              </a:spcAft>
              <a:buSzPts val="3300"/>
              <a:buNone/>
              <a:defRPr/>
            </a:lvl2pPr>
            <a:lvl3pPr lvl="2" rtl="0">
              <a:spcBef>
                <a:spcPts val="0"/>
              </a:spcBef>
              <a:spcAft>
                <a:spcPts val="0"/>
              </a:spcAft>
              <a:buSzPts val="3300"/>
              <a:buNone/>
              <a:defRPr/>
            </a:lvl3pPr>
            <a:lvl4pPr lvl="3" rtl="0">
              <a:spcBef>
                <a:spcPts val="0"/>
              </a:spcBef>
              <a:spcAft>
                <a:spcPts val="0"/>
              </a:spcAft>
              <a:buSzPts val="3300"/>
              <a:buNone/>
              <a:defRPr/>
            </a:lvl4pPr>
            <a:lvl5pPr lvl="4" rtl="0">
              <a:spcBef>
                <a:spcPts val="0"/>
              </a:spcBef>
              <a:spcAft>
                <a:spcPts val="0"/>
              </a:spcAft>
              <a:buSzPts val="3300"/>
              <a:buNone/>
              <a:defRPr/>
            </a:lvl5pPr>
            <a:lvl6pPr lvl="5" rtl="0">
              <a:spcBef>
                <a:spcPts val="0"/>
              </a:spcBef>
              <a:spcAft>
                <a:spcPts val="0"/>
              </a:spcAft>
              <a:buSzPts val="3300"/>
              <a:buNone/>
              <a:defRPr/>
            </a:lvl6pPr>
            <a:lvl7pPr lvl="6" rtl="0">
              <a:spcBef>
                <a:spcPts val="0"/>
              </a:spcBef>
              <a:spcAft>
                <a:spcPts val="0"/>
              </a:spcAft>
              <a:buSzPts val="3300"/>
              <a:buNone/>
              <a:defRPr/>
            </a:lvl7pPr>
            <a:lvl8pPr lvl="7" rtl="0">
              <a:spcBef>
                <a:spcPts val="0"/>
              </a:spcBef>
              <a:spcAft>
                <a:spcPts val="0"/>
              </a:spcAft>
              <a:buSzPts val="3300"/>
              <a:buNone/>
              <a:defRPr/>
            </a:lvl8pPr>
            <a:lvl9pPr lvl="8" rtl="0">
              <a:spcBef>
                <a:spcPts val="0"/>
              </a:spcBef>
              <a:spcAft>
                <a:spcPts val="0"/>
              </a:spcAft>
              <a:buSzPts val="3300"/>
              <a:buNone/>
              <a:defRPr/>
            </a:lvl9pPr>
          </a:lstStyle>
          <a:p>
            <a:endParaRPr/>
          </a:p>
        </p:txBody>
      </p:sp>
      <p:sp>
        <p:nvSpPr>
          <p:cNvPr id="379" name="Google Shape;379;p18"/>
          <p:cNvSpPr txBox="1">
            <a:spLocks noGrp="1"/>
          </p:cNvSpPr>
          <p:nvPr>
            <p:ph type="subTitle" idx="1"/>
          </p:nvPr>
        </p:nvSpPr>
        <p:spPr>
          <a:xfrm>
            <a:off x="5055284" y="3619024"/>
            <a:ext cx="2505600" cy="5727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2800"/>
              <a:buNone/>
              <a:defRPr sz="1400" b="0"/>
            </a:lvl1pPr>
            <a:lvl2pPr lvl="1" algn="ctr" rtl="0">
              <a:lnSpc>
                <a:spcPct val="100000"/>
              </a:lnSpc>
              <a:spcBef>
                <a:spcPts val="0"/>
              </a:spcBef>
              <a:spcAft>
                <a:spcPts val="0"/>
              </a:spcAft>
              <a:buSzPts val="2800"/>
              <a:buNone/>
              <a:defRPr sz="2800"/>
            </a:lvl2pPr>
            <a:lvl3pPr lvl="2" algn="ctr" rtl="0">
              <a:lnSpc>
                <a:spcPct val="100000"/>
              </a:lnSpc>
              <a:spcBef>
                <a:spcPts val="0"/>
              </a:spcBef>
              <a:spcAft>
                <a:spcPts val="0"/>
              </a:spcAft>
              <a:buSzPts val="2800"/>
              <a:buNone/>
              <a:defRPr sz="2800"/>
            </a:lvl3pPr>
            <a:lvl4pPr lvl="3" algn="ctr" rtl="0">
              <a:lnSpc>
                <a:spcPct val="100000"/>
              </a:lnSpc>
              <a:spcBef>
                <a:spcPts val="0"/>
              </a:spcBef>
              <a:spcAft>
                <a:spcPts val="0"/>
              </a:spcAft>
              <a:buSzPts val="2800"/>
              <a:buNone/>
              <a:defRPr sz="2800"/>
            </a:lvl4pPr>
            <a:lvl5pPr lvl="4" algn="ctr" rtl="0">
              <a:lnSpc>
                <a:spcPct val="100000"/>
              </a:lnSpc>
              <a:spcBef>
                <a:spcPts val="0"/>
              </a:spcBef>
              <a:spcAft>
                <a:spcPts val="0"/>
              </a:spcAft>
              <a:buSzPts val="2800"/>
              <a:buNone/>
              <a:defRPr sz="2800"/>
            </a:lvl5pPr>
            <a:lvl6pPr lvl="5" algn="ctr" rtl="0">
              <a:lnSpc>
                <a:spcPct val="100000"/>
              </a:lnSpc>
              <a:spcBef>
                <a:spcPts val="0"/>
              </a:spcBef>
              <a:spcAft>
                <a:spcPts val="0"/>
              </a:spcAft>
              <a:buSzPts val="2800"/>
              <a:buNone/>
              <a:defRPr sz="2800"/>
            </a:lvl6pPr>
            <a:lvl7pPr lvl="6" algn="ctr" rtl="0">
              <a:lnSpc>
                <a:spcPct val="100000"/>
              </a:lnSpc>
              <a:spcBef>
                <a:spcPts val="0"/>
              </a:spcBef>
              <a:spcAft>
                <a:spcPts val="0"/>
              </a:spcAft>
              <a:buSzPts val="2800"/>
              <a:buNone/>
              <a:defRPr sz="2800"/>
            </a:lvl7pPr>
            <a:lvl8pPr lvl="7" algn="ctr" rtl="0">
              <a:lnSpc>
                <a:spcPct val="100000"/>
              </a:lnSpc>
              <a:spcBef>
                <a:spcPts val="0"/>
              </a:spcBef>
              <a:spcAft>
                <a:spcPts val="0"/>
              </a:spcAft>
              <a:buSzPts val="2800"/>
              <a:buNone/>
              <a:defRPr sz="2800"/>
            </a:lvl8pPr>
            <a:lvl9pPr lvl="8" algn="ctr" rtl="0">
              <a:lnSpc>
                <a:spcPct val="100000"/>
              </a:lnSpc>
              <a:spcBef>
                <a:spcPts val="0"/>
              </a:spcBef>
              <a:spcAft>
                <a:spcPts val="0"/>
              </a:spcAft>
              <a:buSzPts val="2800"/>
              <a:buNone/>
              <a:defRPr sz="2800"/>
            </a:lvl9pPr>
          </a:lstStyle>
          <a:p>
            <a:endParaRPr/>
          </a:p>
        </p:txBody>
      </p:sp>
      <p:sp>
        <p:nvSpPr>
          <p:cNvPr id="380" name="Google Shape;380;p18"/>
          <p:cNvSpPr txBox="1">
            <a:spLocks noGrp="1"/>
          </p:cNvSpPr>
          <p:nvPr>
            <p:ph type="subTitle" idx="2"/>
          </p:nvPr>
        </p:nvSpPr>
        <p:spPr>
          <a:xfrm>
            <a:off x="1583300" y="3619024"/>
            <a:ext cx="2505600" cy="5727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2800"/>
              <a:buNone/>
              <a:defRPr sz="1400" b="0"/>
            </a:lvl1pPr>
            <a:lvl2pPr lvl="1" algn="ctr" rtl="0">
              <a:lnSpc>
                <a:spcPct val="100000"/>
              </a:lnSpc>
              <a:spcBef>
                <a:spcPts val="0"/>
              </a:spcBef>
              <a:spcAft>
                <a:spcPts val="0"/>
              </a:spcAft>
              <a:buSzPts val="2800"/>
              <a:buNone/>
              <a:defRPr sz="2800"/>
            </a:lvl2pPr>
            <a:lvl3pPr lvl="2" algn="ctr" rtl="0">
              <a:lnSpc>
                <a:spcPct val="100000"/>
              </a:lnSpc>
              <a:spcBef>
                <a:spcPts val="0"/>
              </a:spcBef>
              <a:spcAft>
                <a:spcPts val="0"/>
              </a:spcAft>
              <a:buSzPts val="2800"/>
              <a:buNone/>
              <a:defRPr sz="2800"/>
            </a:lvl3pPr>
            <a:lvl4pPr lvl="3" algn="ctr" rtl="0">
              <a:lnSpc>
                <a:spcPct val="100000"/>
              </a:lnSpc>
              <a:spcBef>
                <a:spcPts val="0"/>
              </a:spcBef>
              <a:spcAft>
                <a:spcPts val="0"/>
              </a:spcAft>
              <a:buSzPts val="2800"/>
              <a:buNone/>
              <a:defRPr sz="2800"/>
            </a:lvl4pPr>
            <a:lvl5pPr lvl="4" algn="ctr" rtl="0">
              <a:lnSpc>
                <a:spcPct val="100000"/>
              </a:lnSpc>
              <a:spcBef>
                <a:spcPts val="0"/>
              </a:spcBef>
              <a:spcAft>
                <a:spcPts val="0"/>
              </a:spcAft>
              <a:buSzPts val="2800"/>
              <a:buNone/>
              <a:defRPr sz="2800"/>
            </a:lvl5pPr>
            <a:lvl6pPr lvl="5" algn="ctr" rtl="0">
              <a:lnSpc>
                <a:spcPct val="100000"/>
              </a:lnSpc>
              <a:spcBef>
                <a:spcPts val="0"/>
              </a:spcBef>
              <a:spcAft>
                <a:spcPts val="0"/>
              </a:spcAft>
              <a:buSzPts val="2800"/>
              <a:buNone/>
              <a:defRPr sz="2800"/>
            </a:lvl6pPr>
            <a:lvl7pPr lvl="6" algn="ctr" rtl="0">
              <a:lnSpc>
                <a:spcPct val="100000"/>
              </a:lnSpc>
              <a:spcBef>
                <a:spcPts val="0"/>
              </a:spcBef>
              <a:spcAft>
                <a:spcPts val="0"/>
              </a:spcAft>
              <a:buSzPts val="2800"/>
              <a:buNone/>
              <a:defRPr sz="2800"/>
            </a:lvl7pPr>
            <a:lvl8pPr lvl="7" algn="ctr" rtl="0">
              <a:lnSpc>
                <a:spcPct val="100000"/>
              </a:lnSpc>
              <a:spcBef>
                <a:spcPts val="0"/>
              </a:spcBef>
              <a:spcAft>
                <a:spcPts val="0"/>
              </a:spcAft>
              <a:buSzPts val="2800"/>
              <a:buNone/>
              <a:defRPr sz="2800"/>
            </a:lvl8pPr>
            <a:lvl9pPr lvl="8" algn="ctr" rtl="0">
              <a:lnSpc>
                <a:spcPct val="100000"/>
              </a:lnSpc>
              <a:spcBef>
                <a:spcPts val="0"/>
              </a:spcBef>
              <a:spcAft>
                <a:spcPts val="0"/>
              </a:spcAft>
              <a:buSzPts val="2800"/>
              <a:buNone/>
              <a:defRPr sz="2800"/>
            </a:lvl9pPr>
          </a:lstStyle>
          <a:p>
            <a:endParaRPr/>
          </a:p>
        </p:txBody>
      </p:sp>
      <p:sp>
        <p:nvSpPr>
          <p:cNvPr id="381" name="Google Shape;381;p18"/>
          <p:cNvSpPr txBox="1">
            <a:spLocks noGrp="1"/>
          </p:cNvSpPr>
          <p:nvPr>
            <p:ph type="subTitle" idx="3"/>
          </p:nvPr>
        </p:nvSpPr>
        <p:spPr>
          <a:xfrm>
            <a:off x="5055275" y="3122525"/>
            <a:ext cx="2505600" cy="5727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2400"/>
              <a:buFont typeface="Bebas Neue"/>
              <a:buNone/>
              <a:defRPr sz="2400" b="1">
                <a:solidFill>
                  <a:schemeClr val="dk1"/>
                </a:solidFill>
                <a:latin typeface="Be Vietnam Pro"/>
                <a:ea typeface="Be Vietnam Pro"/>
                <a:cs typeface="Be Vietnam Pro"/>
                <a:sym typeface="Be Vietnam Pro"/>
              </a:defRPr>
            </a:lvl1pPr>
            <a:lvl2pPr lvl="1" algn="ctr" rtl="0">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algn="ctr" rtl="0">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algn="ctr" rtl="0">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algn="ctr" rtl="0">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algn="ctr" rtl="0">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algn="ctr" rtl="0">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algn="ctr" rtl="0">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algn="ctr" rtl="0">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a:endParaRPr/>
          </a:p>
        </p:txBody>
      </p:sp>
      <p:sp>
        <p:nvSpPr>
          <p:cNvPr id="382" name="Google Shape;382;p18"/>
          <p:cNvSpPr txBox="1">
            <a:spLocks noGrp="1"/>
          </p:cNvSpPr>
          <p:nvPr>
            <p:ph type="subTitle" idx="4"/>
          </p:nvPr>
        </p:nvSpPr>
        <p:spPr>
          <a:xfrm>
            <a:off x="1583075" y="3122525"/>
            <a:ext cx="2505600" cy="5727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2400"/>
              <a:buFont typeface="Bebas Neue"/>
              <a:buNone/>
              <a:defRPr sz="2400" b="1">
                <a:solidFill>
                  <a:schemeClr val="dk1"/>
                </a:solidFill>
                <a:latin typeface="Be Vietnam Pro"/>
                <a:ea typeface="Be Vietnam Pro"/>
                <a:cs typeface="Be Vietnam Pro"/>
                <a:sym typeface="Be Vietnam Pro"/>
              </a:defRPr>
            </a:lvl1pPr>
            <a:lvl2pPr lvl="1" algn="ctr" rtl="0">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algn="ctr" rtl="0">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algn="ctr" rtl="0">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algn="ctr" rtl="0">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algn="ctr" rtl="0">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algn="ctr" rtl="0">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algn="ctr" rtl="0">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algn="ctr" rtl="0">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a:endParaRPr/>
          </a:p>
        </p:txBody>
      </p:sp>
      <p:grpSp>
        <p:nvGrpSpPr>
          <p:cNvPr id="383" name="Google Shape;383;p18"/>
          <p:cNvGrpSpPr/>
          <p:nvPr/>
        </p:nvGrpSpPr>
        <p:grpSpPr>
          <a:xfrm>
            <a:off x="-26975" y="-12925"/>
            <a:ext cx="9197950" cy="5169325"/>
            <a:chOff x="-50" y="-12925"/>
            <a:chExt cx="9144000" cy="5169325"/>
          </a:xfrm>
        </p:grpSpPr>
        <p:sp>
          <p:nvSpPr>
            <p:cNvPr id="384" name="Google Shape;384;p18"/>
            <p:cNvSpPr/>
            <p:nvPr/>
          </p:nvSpPr>
          <p:spPr>
            <a:xfrm>
              <a:off x="-50" y="4832400"/>
              <a:ext cx="9144000" cy="324000"/>
            </a:xfrm>
            <a:prstGeom prst="rect">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2"/>
                </a:solidFill>
              </a:endParaRPr>
            </a:p>
          </p:txBody>
        </p:sp>
        <p:sp>
          <p:nvSpPr>
            <p:cNvPr id="385" name="Google Shape;385;p18"/>
            <p:cNvSpPr/>
            <p:nvPr/>
          </p:nvSpPr>
          <p:spPr>
            <a:xfrm>
              <a:off x="-50" y="-12925"/>
              <a:ext cx="9144000" cy="324000"/>
            </a:xfrm>
            <a:prstGeom prst="rect">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2"/>
                </a:solidFill>
              </a:endParaRPr>
            </a:p>
          </p:txBody>
        </p:sp>
      </p:grpSp>
      <p:grpSp>
        <p:nvGrpSpPr>
          <p:cNvPr id="386" name="Google Shape;386;p18"/>
          <p:cNvGrpSpPr/>
          <p:nvPr/>
        </p:nvGrpSpPr>
        <p:grpSpPr>
          <a:xfrm>
            <a:off x="-798591" y="2571796"/>
            <a:ext cx="10465199" cy="2260911"/>
            <a:chOff x="-798591" y="2571796"/>
            <a:chExt cx="10465199" cy="2260911"/>
          </a:xfrm>
        </p:grpSpPr>
        <p:grpSp>
          <p:nvGrpSpPr>
            <p:cNvPr id="387" name="Google Shape;387;p18"/>
            <p:cNvGrpSpPr/>
            <p:nvPr/>
          </p:nvGrpSpPr>
          <p:grpSpPr>
            <a:xfrm>
              <a:off x="-45956" y="3046642"/>
              <a:ext cx="1279280" cy="1785682"/>
              <a:chOff x="2034250" y="3068250"/>
              <a:chExt cx="999750" cy="1395500"/>
            </a:xfrm>
          </p:grpSpPr>
          <p:sp>
            <p:nvSpPr>
              <p:cNvPr id="388" name="Google Shape;388;p18"/>
              <p:cNvSpPr/>
              <p:nvPr/>
            </p:nvSpPr>
            <p:spPr>
              <a:xfrm>
                <a:off x="2439725" y="3414150"/>
                <a:ext cx="310600" cy="350175"/>
              </a:xfrm>
              <a:custGeom>
                <a:avLst/>
                <a:gdLst/>
                <a:ahLst/>
                <a:cxnLst/>
                <a:rect l="l" t="t" r="r" b="b"/>
                <a:pathLst>
                  <a:path w="12424" h="14007" extrusionOk="0">
                    <a:moveTo>
                      <a:pt x="1001" y="2863"/>
                    </a:moveTo>
                    <a:lnTo>
                      <a:pt x="1001" y="2863"/>
                    </a:lnTo>
                    <a:cubicBezTo>
                      <a:pt x="1002" y="2874"/>
                      <a:pt x="1002" y="2878"/>
                      <a:pt x="1002" y="2878"/>
                    </a:cubicBezTo>
                    <a:cubicBezTo>
                      <a:pt x="1001" y="2878"/>
                      <a:pt x="1000" y="2871"/>
                      <a:pt x="1001" y="2863"/>
                    </a:cubicBezTo>
                    <a:close/>
                    <a:moveTo>
                      <a:pt x="9480" y="289"/>
                    </a:moveTo>
                    <a:cubicBezTo>
                      <a:pt x="9699" y="674"/>
                      <a:pt x="9887" y="1078"/>
                      <a:pt x="10036" y="1497"/>
                    </a:cubicBezTo>
                    <a:cubicBezTo>
                      <a:pt x="10115" y="1723"/>
                      <a:pt x="10183" y="1955"/>
                      <a:pt x="10239" y="2186"/>
                    </a:cubicBezTo>
                    <a:cubicBezTo>
                      <a:pt x="10268" y="2299"/>
                      <a:pt x="10290" y="2424"/>
                      <a:pt x="10318" y="2537"/>
                    </a:cubicBezTo>
                    <a:cubicBezTo>
                      <a:pt x="10330" y="2576"/>
                      <a:pt x="10341" y="2604"/>
                      <a:pt x="10369" y="2627"/>
                    </a:cubicBezTo>
                    <a:cubicBezTo>
                      <a:pt x="10488" y="2740"/>
                      <a:pt x="10629" y="2836"/>
                      <a:pt x="10759" y="2938"/>
                    </a:cubicBezTo>
                    <a:cubicBezTo>
                      <a:pt x="10962" y="3096"/>
                      <a:pt x="11171" y="3259"/>
                      <a:pt x="11374" y="3423"/>
                    </a:cubicBezTo>
                    <a:cubicBezTo>
                      <a:pt x="11499" y="3525"/>
                      <a:pt x="11623" y="3621"/>
                      <a:pt x="11747" y="3722"/>
                    </a:cubicBezTo>
                    <a:cubicBezTo>
                      <a:pt x="11911" y="3852"/>
                      <a:pt x="11990" y="4050"/>
                      <a:pt x="11900" y="4248"/>
                    </a:cubicBezTo>
                    <a:cubicBezTo>
                      <a:pt x="11809" y="4434"/>
                      <a:pt x="11617" y="4530"/>
                      <a:pt x="11414" y="4536"/>
                    </a:cubicBezTo>
                    <a:lnTo>
                      <a:pt x="10573" y="4536"/>
                    </a:lnTo>
                    <a:cubicBezTo>
                      <a:pt x="10488" y="4536"/>
                      <a:pt x="10437" y="4598"/>
                      <a:pt x="10431" y="4677"/>
                    </a:cubicBezTo>
                    <a:cubicBezTo>
                      <a:pt x="10245" y="6258"/>
                      <a:pt x="9370" y="7726"/>
                      <a:pt x="8054" y="8636"/>
                    </a:cubicBezTo>
                    <a:cubicBezTo>
                      <a:pt x="7687" y="8890"/>
                      <a:pt x="7291" y="9099"/>
                      <a:pt x="6879" y="9257"/>
                    </a:cubicBezTo>
                    <a:cubicBezTo>
                      <a:pt x="6817" y="9279"/>
                      <a:pt x="6772" y="9330"/>
                      <a:pt x="6772" y="9398"/>
                    </a:cubicBezTo>
                    <a:lnTo>
                      <a:pt x="6772" y="10900"/>
                    </a:lnTo>
                    <a:lnTo>
                      <a:pt x="6772" y="13312"/>
                    </a:lnTo>
                    <a:lnTo>
                      <a:pt x="6772" y="13724"/>
                    </a:lnTo>
                    <a:lnTo>
                      <a:pt x="300" y="13724"/>
                    </a:lnTo>
                    <a:lnTo>
                      <a:pt x="300" y="12301"/>
                    </a:lnTo>
                    <a:lnTo>
                      <a:pt x="300" y="10047"/>
                    </a:lnTo>
                    <a:lnTo>
                      <a:pt x="300" y="9076"/>
                    </a:lnTo>
                    <a:lnTo>
                      <a:pt x="300" y="6648"/>
                    </a:lnTo>
                    <a:lnTo>
                      <a:pt x="300" y="5756"/>
                    </a:lnTo>
                    <a:cubicBezTo>
                      <a:pt x="300" y="5702"/>
                      <a:pt x="310" y="5644"/>
                      <a:pt x="302" y="5589"/>
                    </a:cubicBezTo>
                    <a:lnTo>
                      <a:pt x="302" y="5589"/>
                    </a:lnTo>
                    <a:cubicBezTo>
                      <a:pt x="317" y="5567"/>
                      <a:pt x="323" y="5529"/>
                      <a:pt x="334" y="5501"/>
                    </a:cubicBezTo>
                    <a:cubicBezTo>
                      <a:pt x="588" y="4807"/>
                      <a:pt x="842" y="4112"/>
                      <a:pt x="1096" y="3423"/>
                    </a:cubicBezTo>
                    <a:cubicBezTo>
                      <a:pt x="1141" y="3293"/>
                      <a:pt x="1187" y="3163"/>
                      <a:pt x="1237" y="3039"/>
                    </a:cubicBezTo>
                    <a:cubicBezTo>
                      <a:pt x="1254" y="2988"/>
                      <a:pt x="1277" y="2932"/>
                      <a:pt x="1283" y="2881"/>
                    </a:cubicBezTo>
                    <a:cubicBezTo>
                      <a:pt x="1294" y="2678"/>
                      <a:pt x="1283" y="2474"/>
                      <a:pt x="1300" y="2271"/>
                    </a:cubicBezTo>
                    <a:cubicBezTo>
                      <a:pt x="1379" y="1537"/>
                      <a:pt x="1701" y="712"/>
                      <a:pt x="2531" y="616"/>
                    </a:cubicBezTo>
                    <a:cubicBezTo>
                      <a:pt x="2886" y="577"/>
                      <a:pt x="3242" y="560"/>
                      <a:pt x="3598" y="543"/>
                    </a:cubicBezTo>
                    <a:cubicBezTo>
                      <a:pt x="4135" y="520"/>
                      <a:pt x="4665" y="498"/>
                      <a:pt x="5196" y="475"/>
                    </a:cubicBezTo>
                    <a:cubicBezTo>
                      <a:pt x="6399" y="430"/>
                      <a:pt x="7602" y="396"/>
                      <a:pt x="8805" y="328"/>
                    </a:cubicBezTo>
                    <a:cubicBezTo>
                      <a:pt x="9027" y="318"/>
                      <a:pt x="9253" y="304"/>
                      <a:pt x="9480" y="289"/>
                    </a:cubicBezTo>
                    <a:close/>
                    <a:moveTo>
                      <a:pt x="9572" y="0"/>
                    </a:moveTo>
                    <a:cubicBezTo>
                      <a:pt x="9568" y="0"/>
                      <a:pt x="9565" y="0"/>
                      <a:pt x="9562" y="1"/>
                    </a:cubicBezTo>
                    <a:cubicBezTo>
                      <a:pt x="8387" y="80"/>
                      <a:pt x="7212" y="119"/>
                      <a:pt x="6038" y="165"/>
                    </a:cubicBezTo>
                    <a:cubicBezTo>
                      <a:pt x="4999" y="204"/>
                      <a:pt x="3959" y="227"/>
                      <a:pt x="2920" y="300"/>
                    </a:cubicBezTo>
                    <a:cubicBezTo>
                      <a:pt x="2548" y="328"/>
                      <a:pt x="2169" y="351"/>
                      <a:pt x="1847" y="566"/>
                    </a:cubicBezTo>
                    <a:cubicBezTo>
                      <a:pt x="1497" y="803"/>
                      <a:pt x="1283" y="1176"/>
                      <a:pt x="1158" y="1571"/>
                    </a:cubicBezTo>
                    <a:cubicBezTo>
                      <a:pt x="1051" y="1898"/>
                      <a:pt x="1006" y="2249"/>
                      <a:pt x="1000" y="2599"/>
                    </a:cubicBezTo>
                    <a:cubicBezTo>
                      <a:pt x="995" y="2682"/>
                      <a:pt x="989" y="2771"/>
                      <a:pt x="1000" y="2855"/>
                    </a:cubicBezTo>
                    <a:lnTo>
                      <a:pt x="1000" y="2855"/>
                    </a:lnTo>
                    <a:cubicBezTo>
                      <a:pt x="987" y="2873"/>
                      <a:pt x="983" y="2900"/>
                      <a:pt x="978" y="2915"/>
                    </a:cubicBezTo>
                    <a:cubicBezTo>
                      <a:pt x="729" y="3604"/>
                      <a:pt x="475" y="4293"/>
                      <a:pt x="227" y="4982"/>
                    </a:cubicBezTo>
                    <a:cubicBezTo>
                      <a:pt x="176" y="5117"/>
                      <a:pt x="125" y="5253"/>
                      <a:pt x="74" y="5388"/>
                    </a:cubicBezTo>
                    <a:cubicBezTo>
                      <a:pt x="57" y="5451"/>
                      <a:pt x="23" y="5513"/>
                      <a:pt x="18" y="5575"/>
                    </a:cubicBezTo>
                    <a:cubicBezTo>
                      <a:pt x="1" y="5733"/>
                      <a:pt x="18" y="5897"/>
                      <a:pt x="18" y="6055"/>
                    </a:cubicBezTo>
                    <a:lnTo>
                      <a:pt x="18" y="8455"/>
                    </a:lnTo>
                    <a:lnTo>
                      <a:pt x="18" y="9799"/>
                    </a:lnTo>
                    <a:lnTo>
                      <a:pt x="18" y="11634"/>
                    </a:lnTo>
                    <a:lnTo>
                      <a:pt x="18" y="13741"/>
                    </a:lnTo>
                    <a:lnTo>
                      <a:pt x="18" y="13865"/>
                    </a:lnTo>
                    <a:cubicBezTo>
                      <a:pt x="18" y="13938"/>
                      <a:pt x="80" y="14006"/>
                      <a:pt x="159" y="14006"/>
                    </a:cubicBezTo>
                    <a:lnTo>
                      <a:pt x="6913" y="14006"/>
                    </a:lnTo>
                    <a:cubicBezTo>
                      <a:pt x="6992" y="14006"/>
                      <a:pt x="7054" y="13944"/>
                      <a:pt x="7054" y="13865"/>
                    </a:cubicBezTo>
                    <a:lnTo>
                      <a:pt x="7054" y="12357"/>
                    </a:lnTo>
                    <a:lnTo>
                      <a:pt x="7054" y="9946"/>
                    </a:lnTo>
                    <a:lnTo>
                      <a:pt x="7054" y="9493"/>
                    </a:lnTo>
                    <a:lnTo>
                      <a:pt x="7054" y="9493"/>
                    </a:lnTo>
                    <a:cubicBezTo>
                      <a:pt x="8582" y="8869"/>
                      <a:pt x="9800" y="7625"/>
                      <a:pt x="10381" y="6077"/>
                    </a:cubicBezTo>
                    <a:cubicBezTo>
                      <a:pt x="10533" y="5670"/>
                      <a:pt x="10635" y="5245"/>
                      <a:pt x="10695" y="4818"/>
                    </a:cubicBezTo>
                    <a:lnTo>
                      <a:pt x="11086" y="4818"/>
                    </a:lnTo>
                    <a:cubicBezTo>
                      <a:pt x="11150" y="4818"/>
                      <a:pt x="11216" y="4820"/>
                      <a:pt x="11283" y="4820"/>
                    </a:cubicBezTo>
                    <a:cubicBezTo>
                      <a:pt x="11399" y="4820"/>
                      <a:pt x="11517" y="4815"/>
                      <a:pt x="11629" y="4790"/>
                    </a:cubicBezTo>
                    <a:cubicBezTo>
                      <a:pt x="12208" y="4649"/>
                      <a:pt x="12424" y="3913"/>
                      <a:pt x="11955" y="3523"/>
                    </a:cubicBezTo>
                    <a:lnTo>
                      <a:pt x="11955" y="3523"/>
                    </a:lnTo>
                    <a:cubicBezTo>
                      <a:pt x="11953" y="3522"/>
                      <a:pt x="11952" y="3520"/>
                      <a:pt x="11950" y="3519"/>
                    </a:cubicBezTo>
                    <a:lnTo>
                      <a:pt x="11950" y="3519"/>
                    </a:lnTo>
                    <a:cubicBezTo>
                      <a:pt x="11950" y="3519"/>
                      <a:pt x="11950" y="3519"/>
                      <a:pt x="11950" y="3519"/>
                    </a:cubicBezTo>
                    <a:cubicBezTo>
                      <a:pt x="11949" y="3518"/>
                      <a:pt x="11948" y="3517"/>
                      <a:pt x="11947" y="3516"/>
                    </a:cubicBezTo>
                    <a:lnTo>
                      <a:pt x="11947" y="3516"/>
                    </a:lnTo>
                    <a:cubicBezTo>
                      <a:pt x="11643" y="3280"/>
                      <a:pt x="11345" y="3044"/>
                      <a:pt x="11047" y="2802"/>
                    </a:cubicBezTo>
                    <a:cubicBezTo>
                      <a:pt x="10894" y="2689"/>
                      <a:pt x="10748" y="2570"/>
                      <a:pt x="10595" y="2452"/>
                    </a:cubicBezTo>
                    <a:cubicBezTo>
                      <a:pt x="10590" y="2447"/>
                      <a:pt x="10584" y="2442"/>
                      <a:pt x="10579" y="2438"/>
                    </a:cubicBezTo>
                    <a:lnTo>
                      <a:pt x="10579" y="2438"/>
                    </a:lnTo>
                    <a:cubicBezTo>
                      <a:pt x="10581" y="2434"/>
                      <a:pt x="10581" y="2423"/>
                      <a:pt x="10578" y="2401"/>
                    </a:cubicBezTo>
                    <a:cubicBezTo>
                      <a:pt x="10578" y="2339"/>
                      <a:pt x="10550" y="2271"/>
                      <a:pt x="10539" y="2215"/>
                    </a:cubicBezTo>
                    <a:cubicBezTo>
                      <a:pt x="10482" y="1977"/>
                      <a:pt x="10414" y="1752"/>
                      <a:pt x="10341" y="1520"/>
                    </a:cubicBezTo>
                    <a:cubicBezTo>
                      <a:pt x="10172" y="1017"/>
                      <a:pt x="9946" y="532"/>
                      <a:pt x="9680" y="69"/>
                    </a:cubicBezTo>
                    <a:cubicBezTo>
                      <a:pt x="9659" y="32"/>
                      <a:pt x="9614" y="0"/>
                      <a:pt x="9572"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9" name="Google Shape;389;p18"/>
              <p:cNvSpPr/>
              <p:nvPr/>
            </p:nvSpPr>
            <p:spPr>
              <a:xfrm>
                <a:off x="2238400" y="3068250"/>
                <a:ext cx="491350" cy="593850"/>
              </a:xfrm>
              <a:custGeom>
                <a:avLst/>
                <a:gdLst/>
                <a:ahLst/>
                <a:cxnLst/>
                <a:rect l="l" t="t" r="r" b="b"/>
                <a:pathLst>
                  <a:path w="19654" h="23754" extrusionOk="0">
                    <a:moveTo>
                      <a:pt x="9053" y="16696"/>
                    </a:moveTo>
                    <a:cubicBezTo>
                      <a:pt x="9052" y="16706"/>
                      <a:pt x="9051" y="16710"/>
                      <a:pt x="9050" y="16710"/>
                    </a:cubicBezTo>
                    <a:cubicBezTo>
                      <a:pt x="9049" y="16710"/>
                      <a:pt x="9049" y="16704"/>
                      <a:pt x="9053" y="16696"/>
                    </a:cubicBezTo>
                    <a:close/>
                    <a:moveTo>
                      <a:pt x="10377" y="281"/>
                    </a:moveTo>
                    <a:cubicBezTo>
                      <a:pt x="10954" y="281"/>
                      <a:pt x="11532" y="408"/>
                      <a:pt x="12063" y="667"/>
                    </a:cubicBezTo>
                    <a:cubicBezTo>
                      <a:pt x="13306" y="1272"/>
                      <a:pt x="14164" y="2525"/>
                      <a:pt x="14260" y="3909"/>
                    </a:cubicBezTo>
                    <a:cubicBezTo>
                      <a:pt x="14362" y="5388"/>
                      <a:pt x="13599" y="6829"/>
                      <a:pt x="12312" y="7574"/>
                    </a:cubicBezTo>
                    <a:cubicBezTo>
                      <a:pt x="12154" y="7664"/>
                      <a:pt x="11990" y="7743"/>
                      <a:pt x="11826" y="7811"/>
                    </a:cubicBezTo>
                    <a:cubicBezTo>
                      <a:pt x="11687" y="7867"/>
                      <a:pt x="11690" y="8088"/>
                      <a:pt x="11854" y="8088"/>
                    </a:cubicBezTo>
                    <a:cubicBezTo>
                      <a:pt x="11856" y="8088"/>
                      <a:pt x="11858" y="8088"/>
                      <a:pt x="11860" y="8088"/>
                    </a:cubicBezTo>
                    <a:lnTo>
                      <a:pt x="13492" y="8065"/>
                    </a:lnTo>
                    <a:cubicBezTo>
                      <a:pt x="13970" y="8056"/>
                      <a:pt x="14453" y="8034"/>
                      <a:pt x="14932" y="8034"/>
                    </a:cubicBezTo>
                    <a:cubicBezTo>
                      <a:pt x="15025" y="8034"/>
                      <a:pt x="15117" y="8035"/>
                      <a:pt x="15209" y="8037"/>
                    </a:cubicBezTo>
                    <a:cubicBezTo>
                      <a:pt x="16016" y="8054"/>
                      <a:pt x="16818" y="8252"/>
                      <a:pt x="17524" y="8647"/>
                    </a:cubicBezTo>
                    <a:cubicBezTo>
                      <a:pt x="18055" y="8958"/>
                      <a:pt x="18530" y="9364"/>
                      <a:pt x="18857" y="9889"/>
                    </a:cubicBezTo>
                    <a:cubicBezTo>
                      <a:pt x="19117" y="10302"/>
                      <a:pt x="19281" y="10770"/>
                      <a:pt x="19337" y="11256"/>
                    </a:cubicBezTo>
                    <a:cubicBezTo>
                      <a:pt x="19394" y="11680"/>
                      <a:pt x="19377" y="12109"/>
                      <a:pt x="19309" y="12532"/>
                    </a:cubicBezTo>
                    <a:cubicBezTo>
                      <a:pt x="19275" y="12753"/>
                      <a:pt x="19235" y="12984"/>
                      <a:pt x="19128" y="13176"/>
                    </a:cubicBezTo>
                    <a:cubicBezTo>
                      <a:pt x="18993" y="13436"/>
                      <a:pt x="18761" y="13639"/>
                      <a:pt x="18484" y="13730"/>
                    </a:cubicBezTo>
                    <a:cubicBezTo>
                      <a:pt x="18179" y="13831"/>
                      <a:pt x="17829" y="13820"/>
                      <a:pt x="17507" y="13843"/>
                    </a:cubicBezTo>
                    <a:cubicBezTo>
                      <a:pt x="17242" y="13859"/>
                      <a:pt x="16982" y="13876"/>
                      <a:pt x="16722" y="13888"/>
                    </a:cubicBezTo>
                    <a:cubicBezTo>
                      <a:pt x="16124" y="13922"/>
                      <a:pt x="15531" y="13944"/>
                      <a:pt x="14932" y="13967"/>
                    </a:cubicBezTo>
                    <a:cubicBezTo>
                      <a:pt x="13808" y="14012"/>
                      <a:pt x="12690" y="14046"/>
                      <a:pt x="11566" y="14102"/>
                    </a:cubicBezTo>
                    <a:cubicBezTo>
                      <a:pt x="11222" y="14119"/>
                      <a:pt x="10877" y="14136"/>
                      <a:pt x="10533" y="14176"/>
                    </a:cubicBezTo>
                    <a:cubicBezTo>
                      <a:pt x="10092" y="14232"/>
                      <a:pt x="9725" y="14464"/>
                      <a:pt x="9477" y="14831"/>
                    </a:cubicBezTo>
                    <a:cubicBezTo>
                      <a:pt x="9262" y="15153"/>
                      <a:pt x="9149" y="15542"/>
                      <a:pt x="9093" y="15921"/>
                    </a:cubicBezTo>
                    <a:cubicBezTo>
                      <a:pt x="9059" y="16169"/>
                      <a:pt x="9036" y="16429"/>
                      <a:pt x="9053" y="16677"/>
                    </a:cubicBezTo>
                    <a:cubicBezTo>
                      <a:pt x="9053" y="16683"/>
                      <a:pt x="9053" y="16688"/>
                      <a:pt x="9053" y="16692"/>
                    </a:cubicBezTo>
                    <a:lnTo>
                      <a:pt x="9053" y="16692"/>
                    </a:lnTo>
                    <a:cubicBezTo>
                      <a:pt x="9047" y="16704"/>
                      <a:pt x="9046" y="16721"/>
                      <a:pt x="9042" y="16734"/>
                    </a:cubicBezTo>
                    <a:cubicBezTo>
                      <a:pt x="9002" y="16836"/>
                      <a:pt x="8963" y="16937"/>
                      <a:pt x="8929" y="17039"/>
                    </a:cubicBezTo>
                    <a:lnTo>
                      <a:pt x="8522" y="18146"/>
                    </a:lnTo>
                    <a:cubicBezTo>
                      <a:pt x="8398" y="18485"/>
                      <a:pt x="8274" y="18823"/>
                      <a:pt x="8155" y="19162"/>
                    </a:cubicBezTo>
                    <a:cubicBezTo>
                      <a:pt x="8110" y="19281"/>
                      <a:pt x="8071" y="19371"/>
                      <a:pt x="8071" y="19496"/>
                    </a:cubicBezTo>
                    <a:lnTo>
                      <a:pt x="8071" y="21466"/>
                    </a:lnTo>
                    <a:lnTo>
                      <a:pt x="8071" y="23459"/>
                    </a:lnTo>
                    <a:lnTo>
                      <a:pt x="8071" y="23459"/>
                    </a:lnTo>
                    <a:cubicBezTo>
                      <a:pt x="7965" y="23442"/>
                      <a:pt x="7855" y="23412"/>
                      <a:pt x="7754" y="23392"/>
                    </a:cubicBezTo>
                    <a:cubicBezTo>
                      <a:pt x="7602" y="23364"/>
                      <a:pt x="7455" y="23336"/>
                      <a:pt x="7303" y="23302"/>
                    </a:cubicBezTo>
                    <a:cubicBezTo>
                      <a:pt x="7037" y="23245"/>
                      <a:pt x="6772" y="23178"/>
                      <a:pt x="6512" y="23099"/>
                    </a:cubicBezTo>
                    <a:cubicBezTo>
                      <a:pt x="6111" y="22974"/>
                      <a:pt x="5716" y="22822"/>
                      <a:pt x="5354" y="22602"/>
                    </a:cubicBezTo>
                    <a:cubicBezTo>
                      <a:pt x="4784" y="22251"/>
                      <a:pt x="4383" y="21749"/>
                      <a:pt x="4084" y="21156"/>
                    </a:cubicBezTo>
                    <a:cubicBezTo>
                      <a:pt x="3739" y="20461"/>
                      <a:pt x="3496" y="19727"/>
                      <a:pt x="3186" y="19021"/>
                    </a:cubicBezTo>
                    <a:cubicBezTo>
                      <a:pt x="2982" y="18558"/>
                      <a:pt x="2756" y="18106"/>
                      <a:pt x="2502" y="17666"/>
                    </a:cubicBezTo>
                    <a:cubicBezTo>
                      <a:pt x="2333" y="17366"/>
                      <a:pt x="2147" y="17078"/>
                      <a:pt x="1921" y="16819"/>
                    </a:cubicBezTo>
                    <a:cubicBezTo>
                      <a:pt x="1779" y="16649"/>
                      <a:pt x="1621" y="16502"/>
                      <a:pt x="1469" y="16344"/>
                    </a:cubicBezTo>
                    <a:cubicBezTo>
                      <a:pt x="899" y="15734"/>
                      <a:pt x="509" y="14972"/>
                      <a:pt x="362" y="14147"/>
                    </a:cubicBezTo>
                    <a:cubicBezTo>
                      <a:pt x="147" y="12928"/>
                      <a:pt x="498" y="11595"/>
                      <a:pt x="1153" y="10556"/>
                    </a:cubicBezTo>
                    <a:cubicBezTo>
                      <a:pt x="1667" y="9748"/>
                      <a:pt x="2418" y="9133"/>
                      <a:pt x="3282" y="8737"/>
                    </a:cubicBezTo>
                    <a:cubicBezTo>
                      <a:pt x="4021" y="8399"/>
                      <a:pt x="4835" y="8218"/>
                      <a:pt x="5642" y="8144"/>
                    </a:cubicBezTo>
                    <a:cubicBezTo>
                      <a:pt x="5930" y="8120"/>
                      <a:pt x="6218" y="8108"/>
                      <a:pt x="6506" y="8108"/>
                    </a:cubicBezTo>
                    <a:cubicBezTo>
                      <a:pt x="6760" y="8108"/>
                      <a:pt x="7015" y="8118"/>
                      <a:pt x="7269" y="8139"/>
                    </a:cubicBezTo>
                    <a:cubicBezTo>
                      <a:pt x="7453" y="8156"/>
                      <a:pt x="7638" y="8162"/>
                      <a:pt x="7824" y="8162"/>
                    </a:cubicBezTo>
                    <a:cubicBezTo>
                      <a:pt x="8118" y="8162"/>
                      <a:pt x="8413" y="8148"/>
                      <a:pt x="8703" y="8144"/>
                    </a:cubicBezTo>
                    <a:cubicBezTo>
                      <a:pt x="8799" y="8139"/>
                      <a:pt x="8890" y="8139"/>
                      <a:pt x="8980" y="8139"/>
                    </a:cubicBezTo>
                    <a:cubicBezTo>
                      <a:pt x="9149" y="8133"/>
                      <a:pt x="9166" y="7913"/>
                      <a:pt x="9019" y="7862"/>
                    </a:cubicBezTo>
                    <a:cubicBezTo>
                      <a:pt x="7653" y="7359"/>
                      <a:pt x="6636" y="6089"/>
                      <a:pt x="6478" y="4637"/>
                    </a:cubicBezTo>
                    <a:cubicBezTo>
                      <a:pt x="6320" y="3231"/>
                      <a:pt x="6941" y="1814"/>
                      <a:pt x="8099" y="1001"/>
                    </a:cubicBezTo>
                    <a:cubicBezTo>
                      <a:pt x="8770" y="527"/>
                      <a:pt x="9573" y="281"/>
                      <a:pt x="10377" y="281"/>
                    </a:cubicBezTo>
                    <a:close/>
                    <a:moveTo>
                      <a:pt x="10357" y="1"/>
                    </a:moveTo>
                    <a:cubicBezTo>
                      <a:pt x="9678" y="1"/>
                      <a:pt x="8998" y="162"/>
                      <a:pt x="8387" y="487"/>
                    </a:cubicBezTo>
                    <a:cubicBezTo>
                      <a:pt x="7065" y="1193"/>
                      <a:pt x="6207" y="2587"/>
                      <a:pt x="6167" y="4090"/>
                    </a:cubicBezTo>
                    <a:cubicBezTo>
                      <a:pt x="6134" y="5640"/>
                      <a:pt x="6987" y="7120"/>
                      <a:pt x="8349" y="7866"/>
                    </a:cubicBezTo>
                    <a:lnTo>
                      <a:pt x="8349" y="7866"/>
                    </a:lnTo>
                    <a:cubicBezTo>
                      <a:pt x="8259" y="7867"/>
                      <a:pt x="8168" y="7868"/>
                      <a:pt x="8076" y="7868"/>
                    </a:cubicBezTo>
                    <a:cubicBezTo>
                      <a:pt x="7931" y="7871"/>
                      <a:pt x="7783" y="7886"/>
                      <a:pt x="7636" y="7886"/>
                    </a:cubicBezTo>
                    <a:cubicBezTo>
                      <a:pt x="7566" y="7886"/>
                      <a:pt x="7496" y="7882"/>
                      <a:pt x="7427" y="7873"/>
                    </a:cubicBezTo>
                    <a:cubicBezTo>
                      <a:pt x="7121" y="7839"/>
                      <a:pt x="6810" y="7825"/>
                      <a:pt x="6501" y="7825"/>
                    </a:cubicBezTo>
                    <a:cubicBezTo>
                      <a:pt x="6353" y="7825"/>
                      <a:pt x="6206" y="7828"/>
                      <a:pt x="6060" y="7834"/>
                    </a:cubicBezTo>
                    <a:cubicBezTo>
                      <a:pt x="5253" y="7873"/>
                      <a:pt x="4445" y="8003"/>
                      <a:pt x="3683" y="8274"/>
                    </a:cubicBezTo>
                    <a:cubicBezTo>
                      <a:pt x="2790" y="8591"/>
                      <a:pt x="1960" y="9104"/>
                      <a:pt x="1339" y="9833"/>
                    </a:cubicBezTo>
                    <a:cubicBezTo>
                      <a:pt x="966" y="10268"/>
                      <a:pt x="684" y="10753"/>
                      <a:pt x="469" y="11279"/>
                    </a:cubicBezTo>
                    <a:cubicBezTo>
                      <a:pt x="204" y="11928"/>
                      <a:pt x="34" y="12623"/>
                      <a:pt x="18" y="13329"/>
                    </a:cubicBezTo>
                    <a:cubicBezTo>
                      <a:pt x="1" y="14323"/>
                      <a:pt x="311" y="15300"/>
                      <a:pt x="899" y="16096"/>
                    </a:cubicBezTo>
                    <a:cubicBezTo>
                      <a:pt x="1130" y="16412"/>
                      <a:pt x="1412" y="16661"/>
                      <a:pt x="1667" y="16954"/>
                    </a:cubicBezTo>
                    <a:cubicBezTo>
                      <a:pt x="2079" y="17417"/>
                      <a:pt x="2372" y="17982"/>
                      <a:pt x="2649" y="18535"/>
                    </a:cubicBezTo>
                    <a:cubicBezTo>
                      <a:pt x="3028" y="19304"/>
                      <a:pt x="3310" y="20105"/>
                      <a:pt x="3649" y="20890"/>
                    </a:cubicBezTo>
                    <a:cubicBezTo>
                      <a:pt x="3920" y="21512"/>
                      <a:pt x="4259" y="22110"/>
                      <a:pt x="4790" y="22545"/>
                    </a:cubicBezTo>
                    <a:cubicBezTo>
                      <a:pt x="5501" y="23127"/>
                      <a:pt x="6410" y="23403"/>
                      <a:pt x="7291" y="23590"/>
                    </a:cubicBezTo>
                    <a:cubicBezTo>
                      <a:pt x="7444" y="23624"/>
                      <a:pt x="7596" y="23652"/>
                      <a:pt x="7749" y="23680"/>
                    </a:cubicBezTo>
                    <a:cubicBezTo>
                      <a:pt x="7896" y="23703"/>
                      <a:pt x="8059" y="23754"/>
                      <a:pt x="8212" y="23754"/>
                    </a:cubicBezTo>
                    <a:cubicBezTo>
                      <a:pt x="8285" y="23754"/>
                      <a:pt x="8353" y="23686"/>
                      <a:pt x="8353" y="23612"/>
                    </a:cubicBezTo>
                    <a:lnTo>
                      <a:pt x="8353" y="22071"/>
                    </a:lnTo>
                    <a:lnTo>
                      <a:pt x="8353" y="19761"/>
                    </a:lnTo>
                    <a:lnTo>
                      <a:pt x="8353" y="19479"/>
                    </a:lnTo>
                    <a:cubicBezTo>
                      <a:pt x="8353" y="19465"/>
                      <a:pt x="8357" y="19448"/>
                      <a:pt x="8355" y="19430"/>
                    </a:cubicBezTo>
                    <a:lnTo>
                      <a:pt x="8355" y="19430"/>
                    </a:lnTo>
                    <a:cubicBezTo>
                      <a:pt x="8399" y="19357"/>
                      <a:pt x="8416" y="19257"/>
                      <a:pt x="8449" y="19179"/>
                    </a:cubicBezTo>
                    <a:cubicBezTo>
                      <a:pt x="8505" y="19021"/>
                      <a:pt x="8562" y="18857"/>
                      <a:pt x="8618" y="18699"/>
                    </a:cubicBezTo>
                    <a:cubicBezTo>
                      <a:pt x="8765" y="18304"/>
                      <a:pt x="8912" y="17909"/>
                      <a:pt x="9053" y="17513"/>
                    </a:cubicBezTo>
                    <a:cubicBezTo>
                      <a:pt x="9144" y="17270"/>
                      <a:pt x="9251" y="17022"/>
                      <a:pt x="9324" y="16774"/>
                    </a:cubicBezTo>
                    <a:cubicBezTo>
                      <a:pt x="9336" y="16734"/>
                      <a:pt x="9336" y="16694"/>
                      <a:pt x="9336" y="16655"/>
                    </a:cubicBezTo>
                    <a:cubicBezTo>
                      <a:pt x="9330" y="16548"/>
                      <a:pt x="9330" y="16446"/>
                      <a:pt x="9336" y="16339"/>
                    </a:cubicBezTo>
                    <a:cubicBezTo>
                      <a:pt x="9353" y="15994"/>
                      <a:pt x="9415" y="15644"/>
                      <a:pt x="9539" y="15322"/>
                    </a:cubicBezTo>
                    <a:cubicBezTo>
                      <a:pt x="9674" y="14972"/>
                      <a:pt x="9929" y="14644"/>
                      <a:pt x="10296" y="14520"/>
                    </a:cubicBezTo>
                    <a:cubicBezTo>
                      <a:pt x="10612" y="14407"/>
                      <a:pt x="10985" y="14419"/>
                      <a:pt x="11318" y="14396"/>
                    </a:cubicBezTo>
                    <a:cubicBezTo>
                      <a:pt x="12419" y="14334"/>
                      <a:pt x="13526" y="14306"/>
                      <a:pt x="14627" y="14260"/>
                    </a:cubicBezTo>
                    <a:cubicBezTo>
                      <a:pt x="15824" y="14215"/>
                      <a:pt x="17027" y="14187"/>
                      <a:pt x="18219" y="14068"/>
                    </a:cubicBezTo>
                    <a:cubicBezTo>
                      <a:pt x="18840" y="14006"/>
                      <a:pt x="19360" y="13583"/>
                      <a:pt x="19512" y="12967"/>
                    </a:cubicBezTo>
                    <a:cubicBezTo>
                      <a:pt x="19603" y="12566"/>
                      <a:pt x="19653" y="12154"/>
                      <a:pt x="19653" y="11742"/>
                    </a:cubicBezTo>
                    <a:cubicBezTo>
                      <a:pt x="19648" y="10691"/>
                      <a:pt x="19247" y="9686"/>
                      <a:pt x="18456" y="8975"/>
                    </a:cubicBezTo>
                    <a:cubicBezTo>
                      <a:pt x="18214" y="8760"/>
                      <a:pt x="17949" y="8569"/>
                      <a:pt x="17668" y="8405"/>
                    </a:cubicBezTo>
                    <a:lnTo>
                      <a:pt x="17668" y="8405"/>
                    </a:lnTo>
                    <a:cubicBezTo>
                      <a:pt x="17667" y="8405"/>
                      <a:pt x="17666" y="8405"/>
                      <a:pt x="17665" y="8404"/>
                    </a:cubicBezTo>
                    <a:lnTo>
                      <a:pt x="17665" y="8404"/>
                    </a:lnTo>
                    <a:cubicBezTo>
                      <a:pt x="17665" y="8404"/>
                      <a:pt x="17665" y="8404"/>
                      <a:pt x="17665" y="8404"/>
                    </a:cubicBezTo>
                    <a:cubicBezTo>
                      <a:pt x="17665" y="8404"/>
                      <a:pt x="17664" y="8403"/>
                      <a:pt x="17663" y="8403"/>
                    </a:cubicBezTo>
                    <a:lnTo>
                      <a:pt x="17663" y="8403"/>
                    </a:lnTo>
                    <a:cubicBezTo>
                      <a:pt x="17031" y="8048"/>
                      <a:pt x="16326" y="7845"/>
                      <a:pt x="15604" y="7777"/>
                    </a:cubicBezTo>
                    <a:cubicBezTo>
                      <a:pt x="15430" y="7761"/>
                      <a:pt x="15255" y="7756"/>
                      <a:pt x="15078" y="7756"/>
                    </a:cubicBezTo>
                    <a:cubicBezTo>
                      <a:pt x="14956" y="7756"/>
                      <a:pt x="14834" y="7758"/>
                      <a:pt x="14712" y="7760"/>
                    </a:cubicBezTo>
                    <a:cubicBezTo>
                      <a:pt x="13983" y="7772"/>
                      <a:pt x="13249" y="7783"/>
                      <a:pt x="12515" y="7794"/>
                    </a:cubicBezTo>
                    <a:cubicBezTo>
                      <a:pt x="12504" y="7795"/>
                      <a:pt x="12493" y="7795"/>
                      <a:pt x="12482" y="7795"/>
                    </a:cubicBezTo>
                    <a:lnTo>
                      <a:pt x="12482" y="7795"/>
                    </a:lnTo>
                    <a:cubicBezTo>
                      <a:pt x="13647" y="7105"/>
                      <a:pt x="14435" y="5881"/>
                      <a:pt x="14542" y="4502"/>
                    </a:cubicBezTo>
                    <a:cubicBezTo>
                      <a:pt x="14655" y="2994"/>
                      <a:pt x="13921" y="1514"/>
                      <a:pt x="12662" y="684"/>
                    </a:cubicBezTo>
                    <a:cubicBezTo>
                      <a:pt x="11974" y="230"/>
                      <a:pt x="11166" y="1"/>
                      <a:pt x="10357"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0" name="Google Shape;390;p18"/>
              <p:cNvSpPr/>
              <p:nvPr/>
            </p:nvSpPr>
            <p:spPr>
              <a:xfrm>
                <a:off x="2034250" y="3757575"/>
                <a:ext cx="999750" cy="706175"/>
              </a:xfrm>
              <a:custGeom>
                <a:avLst/>
                <a:gdLst/>
                <a:ahLst/>
                <a:cxnLst/>
                <a:rect l="l" t="t" r="r" b="b"/>
                <a:pathLst>
                  <a:path w="39990" h="28247" extrusionOk="0">
                    <a:moveTo>
                      <a:pt x="23761" y="292"/>
                    </a:moveTo>
                    <a:lnTo>
                      <a:pt x="23761" y="292"/>
                    </a:lnTo>
                    <a:cubicBezTo>
                      <a:pt x="24471" y="886"/>
                      <a:pt x="25244" y="1415"/>
                      <a:pt x="26018" y="1918"/>
                    </a:cubicBezTo>
                    <a:cubicBezTo>
                      <a:pt x="26831" y="2438"/>
                      <a:pt x="27667" y="2918"/>
                      <a:pt x="28531" y="3353"/>
                    </a:cubicBezTo>
                    <a:cubicBezTo>
                      <a:pt x="29418" y="3793"/>
                      <a:pt x="30315" y="4194"/>
                      <a:pt x="31168" y="4702"/>
                    </a:cubicBezTo>
                    <a:cubicBezTo>
                      <a:pt x="33393" y="6030"/>
                      <a:pt x="35426" y="7848"/>
                      <a:pt x="36674" y="10146"/>
                    </a:cubicBezTo>
                    <a:cubicBezTo>
                      <a:pt x="36883" y="10535"/>
                      <a:pt x="37080" y="10925"/>
                      <a:pt x="37199" y="11342"/>
                    </a:cubicBezTo>
                    <a:lnTo>
                      <a:pt x="37199" y="11342"/>
                    </a:lnTo>
                    <a:cubicBezTo>
                      <a:pt x="37199" y="11342"/>
                      <a:pt x="37199" y="11343"/>
                      <a:pt x="37200" y="11344"/>
                    </a:cubicBezTo>
                    <a:cubicBezTo>
                      <a:pt x="37200" y="11344"/>
                      <a:pt x="37200" y="11344"/>
                      <a:pt x="37200" y="11344"/>
                    </a:cubicBezTo>
                    <a:lnTo>
                      <a:pt x="37200" y="11344"/>
                    </a:lnTo>
                    <a:cubicBezTo>
                      <a:pt x="37200" y="11344"/>
                      <a:pt x="37200" y="11345"/>
                      <a:pt x="37200" y="11345"/>
                    </a:cubicBezTo>
                    <a:lnTo>
                      <a:pt x="37200" y="11345"/>
                    </a:lnTo>
                    <a:cubicBezTo>
                      <a:pt x="37482" y="12299"/>
                      <a:pt x="37697" y="13270"/>
                      <a:pt x="37911" y="14235"/>
                    </a:cubicBezTo>
                    <a:cubicBezTo>
                      <a:pt x="38470" y="16822"/>
                      <a:pt x="38894" y="19442"/>
                      <a:pt x="39199" y="22068"/>
                    </a:cubicBezTo>
                    <a:cubicBezTo>
                      <a:pt x="39430" y="24026"/>
                      <a:pt x="39597" y="25995"/>
                      <a:pt x="39700" y="27964"/>
                    </a:cubicBezTo>
                    <a:lnTo>
                      <a:pt x="296" y="27964"/>
                    </a:lnTo>
                    <a:cubicBezTo>
                      <a:pt x="480" y="24425"/>
                      <a:pt x="867" y="20892"/>
                      <a:pt x="1469" y="17398"/>
                    </a:cubicBezTo>
                    <a:cubicBezTo>
                      <a:pt x="1796" y="15523"/>
                      <a:pt x="2175" y="13653"/>
                      <a:pt x="2666" y="11812"/>
                    </a:cubicBezTo>
                    <a:cubicBezTo>
                      <a:pt x="2835" y="11169"/>
                      <a:pt x="3067" y="10604"/>
                      <a:pt x="3395" y="10017"/>
                    </a:cubicBezTo>
                    <a:cubicBezTo>
                      <a:pt x="4569" y="7916"/>
                      <a:pt x="6399" y="6222"/>
                      <a:pt x="8421" y="4951"/>
                    </a:cubicBezTo>
                    <a:cubicBezTo>
                      <a:pt x="9189" y="4471"/>
                      <a:pt x="9985" y="4047"/>
                      <a:pt x="10804" y="3669"/>
                    </a:cubicBezTo>
                    <a:cubicBezTo>
                      <a:pt x="11662" y="3268"/>
                      <a:pt x="12498" y="2822"/>
                      <a:pt x="13306" y="2336"/>
                    </a:cubicBezTo>
                    <a:cubicBezTo>
                      <a:pt x="14294" y="1738"/>
                      <a:pt x="15248" y="1088"/>
                      <a:pt x="16146" y="365"/>
                    </a:cubicBezTo>
                    <a:cubicBezTo>
                      <a:pt x="16176" y="339"/>
                      <a:pt x="16205" y="316"/>
                      <a:pt x="16233" y="292"/>
                    </a:cubicBezTo>
                    <a:lnTo>
                      <a:pt x="16254" y="292"/>
                    </a:lnTo>
                    <a:cubicBezTo>
                      <a:pt x="16316" y="684"/>
                      <a:pt x="16490" y="1065"/>
                      <a:pt x="16767" y="1348"/>
                    </a:cubicBezTo>
                    <a:cubicBezTo>
                      <a:pt x="17137" y="1727"/>
                      <a:pt x="17676" y="1907"/>
                      <a:pt x="18203" y="1907"/>
                    </a:cubicBezTo>
                    <a:cubicBezTo>
                      <a:pt x="18336" y="1907"/>
                      <a:pt x="18469" y="1896"/>
                      <a:pt x="18597" y="1873"/>
                    </a:cubicBezTo>
                    <a:cubicBezTo>
                      <a:pt x="19030" y="1802"/>
                      <a:pt x="19444" y="1611"/>
                      <a:pt x="19757" y="1306"/>
                    </a:cubicBezTo>
                    <a:lnTo>
                      <a:pt x="19757" y="1306"/>
                    </a:lnTo>
                    <a:cubicBezTo>
                      <a:pt x="20163" y="1705"/>
                      <a:pt x="20725" y="1905"/>
                      <a:pt x="21280" y="1905"/>
                    </a:cubicBezTo>
                    <a:cubicBezTo>
                      <a:pt x="22060" y="1905"/>
                      <a:pt x="22828" y="1511"/>
                      <a:pt x="23138" y="727"/>
                    </a:cubicBezTo>
                    <a:cubicBezTo>
                      <a:pt x="23194" y="585"/>
                      <a:pt x="23233" y="440"/>
                      <a:pt x="23256" y="292"/>
                    </a:cubicBezTo>
                    <a:close/>
                    <a:moveTo>
                      <a:pt x="23739" y="1"/>
                    </a:moveTo>
                    <a:cubicBezTo>
                      <a:pt x="23674" y="1"/>
                      <a:pt x="23606" y="9"/>
                      <a:pt x="23550" y="9"/>
                    </a:cubicBezTo>
                    <a:lnTo>
                      <a:pt x="23132" y="9"/>
                    </a:lnTo>
                    <a:cubicBezTo>
                      <a:pt x="23053" y="9"/>
                      <a:pt x="22997" y="77"/>
                      <a:pt x="22991" y="151"/>
                    </a:cubicBezTo>
                    <a:cubicBezTo>
                      <a:pt x="22951" y="642"/>
                      <a:pt x="22652" y="1173"/>
                      <a:pt x="22178" y="1421"/>
                    </a:cubicBezTo>
                    <a:cubicBezTo>
                      <a:pt x="21912" y="1562"/>
                      <a:pt x="21610" y="1630"/>
                      <a:pt x="21308" y="1630"/>
                    </a:cubicBezTo>
                    <a:cubicBezTo>
                      <a:pt x="20762" y="1630"/>
                      <a:pt x="20213" y="1410"/>
                      <a:pt x="19857" y="1003"/>
                    </a:cubicBezTo>
                    <a:cubicBezTo>
                      <a:pt x="19831" y="975"/>
                      <a:pt x="19793" y="961"/>
                      <a:pt x="19756" y="961"/>
                    </a:cubicBezTo>
                    <a:cubicBezTo>
                      <a:pt x="19718" y="961"/>
                      <a:pt x="19682" y="975"/>
                      <a:pt x="19659" y="1003"/>
                    </a:cubicBezTo>
                    <a:cubicBezTo>
                      <a:pt x="19299" y="1410"/>
                      <a:pt x="18751" y="1630"/>
                      <a:pt x="18206" y="1630"/>
                    </a:cubicBezTo>
                    <a:cubicBezTo>
                      <a:pt x="17904" y="1630"/>
                      <a:pt x="17604" y="1562"/>
                      <a:pt x="17338" y="1421"/>
                    </a:cubicBezTo>
                    <a:cubicBezTo>
                      <a:pt x="16863" y="1173"/>
                      <a:pt x="16559" y="642"/>
                      <a:pt x="16519" y="151"/>
                    </a:cubicBezTo>
                    <a:cubicBezTo>
                      <a:pt x="16513" y="77"/>
                      <a:pt x="16463" y="9"/>
                      <a:pt x="16378" y="9"/>
                    </a:cubicBezTo>
                    <a:cubicBezTo>
                      <a:pt x="16350" y="9"/>
                      <a:pt x="16324" y="9"/>
                      <a:pt x="16298" y="9"/>
                    </a:cubicBezTo>
                    <a:cubicBezTo>
                      <a:pt x="16208" y="9"/>
                      <a:pt x="16129" y="16"/>
                      <a:pt x="16050" y="77"/>
                    </a:cubicBezTo>
                    <a:cubicBezTo>
                      <a:pt x="15960" y="145"/>
                      <a:pt x="15875" y="224"/>
                      <a:pt x="15785" y="292"/>
                    </a:cubicBezTo>
                    <a:cubicBezTo>
                      <a:pt x="15373" y="619"/>
                      <a:pt x="14943" y="924"/>
                      <a:pt x="14509" y="1224"/>
                    </a:cubicBezTo>
                    <a:cubicBezTo>
                      <a:pt x="13820" y="1698"/>
                      <a:pt x="13102" y="2139"/>
                      <a:pt x="12374" y="2551"/>
                    </a:cubicBezTo>
                    <a:cubicBezTo>
                      <a:pt x="11527" y="3025"/>
                      <a:pt x="10640" y="3409"/>
                      <a:pt x="9776" y="3855"/>
                    </a:cubicBezTo>
                    <a:cubicBezTo>
                      <a:pt x="7336" y="5115"/>
                      <a:pt x="5083" y="6882"/>
                      <a:pt x="3558" y="9198"/>
                    </a:cubicBezTo>
                    <a:cubicBezTo>
                      <a:pt x="3112" y="9881"/>
                      <a:pt x="2700" y="10626"/>
                      <a:pt x="2474" y="11423"/>
                    </a:cubicBezTo>
                    <a:cubicBezTo>
                      <a:pt x="2034" y="13015"/>
                      <a:pt x="1695" y="14636"/>
                      <a:pt x="1390" y="16257"/>
                    </a:cubicBezTo>
                    <a:cubicBezTo>
                      <a:pt x="752" y="19657"/>
                      <a:pt x="328" y="23096"/>
                      <a:pt x="97" y="26541"/>
                    </a:cubicBezTo>
                    <a:cubicBezTo>
                      <a:pt x="63" y="27060"/>
                      <a:pt x="34" y="27585"/>
                      <a:pt x="6" y="28105"/>
                    </a:cubicBezTo>
                    <a:cubicBezTo>
                      <a:pt x="1" y="28184"/>
                      <a:pt x="74" y="28246"/>
                      <a:pt x="147" y="28246"/>
                    </a:cubicBezTo>
                    <a:lnTo>
                      <a:pt x="39848" y="28246"/>
                    </a:lnTo>
                    <a:cubicBezTo>
                      <a:pt x="39922" y="28246"/>
                      <a:pt x="39989" y="28184"/>
                      <a:pt x="39989" y="28105"/>
                    </a:cubicBezTo>
                    <a:cubicBezTo>
                      <a:pt x="39820" y="24745"/>
                      <a:pt x="39464" y="21390"/>
                      <a:pt x="38922" y="18064"/>
                    </a:cubicBezTo>
                    <a:cubicBezTo>
                      <a:pt x="38600" y="16104"/>
                      <a:pt x="38216" y="14156"/>
                      <a:pt x="37730" y="12230"/>
                    </a:cubicBezTo>
                    <a:cubicBezTo>
                      <a:pt x="37651" y="11908"/>
                      <a:pt x="37567" y="11586"/>
                      <a:pt x="37476" y="11270"/>
                    </a:cubicBezTo>
                    <a:cubicBezTo>
                      <a:pt x="37363" y="10881"/>
                      <a:pt x="37177" y="10502"/>
                      <a:pt x="36991" y="10146"/>
                    </a:cubicBezTo>
                    <a:cubicBezTo>
                      <a:pt x="36494" y="9192"/>
                      <a:pt x="35850" y="8311"/>
                      <a:pt x="35121" y="7520"/>
                    </a:cubicBezTo>
                    <a:cubicBezTo>
                      <a:pt x="33992" y="6284"/>
                      <a:pt x="32648" y="5245"/>
                      <a:pt x="31202" y="4397"/>
                    </a:cubicBezTo>
                    <a:cubicBezTo>
                      <a:pt x="30259" y="3844"/>
                      <a:pt x="29259" y="3415"/>
                      <a:pt x="28294" y="2912"/>
                    </a:cubicBezTo>
                    <a:cubicBezTo>
                      <a:pt x="27413" y="2455"/>
                      <a:pt x="26566" y="1947"/>
                      <a:pt x="25741" y="1399"/>
                    </a:cubicBezTo>
                    <a:cubicBezTo>
                      <a:pt x="25182" y="1026"/>
                      <a:pt x="24634" y="631"/>
                      <a:pt x="24103" y="207"/>
                    </a:cubicBezTo>
                    <a:cubicBezTo>
                      <a:pt x="24036" y="151"/>
                      <a:pt x="23945" y="49"/>
                      <a:pt x="23855" y="15"/>
                    </a:cubicBezTo>
                    <a:cubicBezTo>
                      <a:pt x="23820" y="4"/>
                      <a:pt x="23780" y="1"/>
                      <a:pt x="23739"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1" name="Google Shape;391;p18"/>
              <p:cNvSpPr/>
              <p:nvPr/>
            </p:nvSpPr>
            <p:spPr>
              <a:xfrm>
                <a:off x="2440000" y="3757225"/>
                <a:ext cx="176225" cy="7650"/>
              </a:xfrm>
              <a:custGeom>
                <a:avLst/>
                <a:gdLst/>
                <a:ahLst/>
                <a:cxnLst/>
                <a:rect l="l" t="t" r="r" b="b"/>
                <a:pathLst>
                  <a:path w="7049" h="306" extrusionOk="0">
                    <a:moveTo>
                      <a:pt x="148" y="1"/>
                    </a:moveTo>
                    <a:cubicBezTo>
                      <a:pt x="74" y="1"/>
                      <a:pt x="1" y="63"/>
                      <a:pt x="7" y="142"/>
                    </a:cubicBezTo>
                    <a:cubicBezTo>
                      <a:pt x="7" y="148"/>
                      <a:pt x="7" y="159"/>
                      <a:pt x="7" y="165"/>
                    </a:cubicBezTo>
                    <a:cubicBezTo>
                      <a:pt x="12" y="244"/>
                      <a:pt x="69" y="306"/>
                      <a:pt x="148" y="306"/>
                    </a:cubicBezTo>
                    <a:lnTo>
                      <a:pt x="6902" y="306"/>
                    </a:lnTo>
                    <a:cubicBezTo>
                      <a:pt x="6962" y="306"/>
                      <a:pt x="7003" y="274"/>
                      <a:pt x="7023" y="232"/>
                    </a:cubicBezTo>
                    <a:lnTo>
                      <a:pt x="7023" y="232"/>
                    </a:lnTo>
                    <a:cubicBezTo>
                      <a:pt x="7034" y="214"/>
                      <a:pt x="7042" y="191"/>
                      <a:pt x="7043" y="165"/>
                    </a:cubicBezTo>
                    <a:cubicBezTo>
                      <a:pt x="7043" y="159"/>
                      <a:pt x="7043" y="148"/>
                      <a:pt x="7043" y="142"/>
                    </a:cubicBezTo>
                    <a:cubicBezTo>
                      <a:pt x="7049" y="63"/>
                      <a:pt x="6975" y="1"/>
                      <a:pt x="6902"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2" name="Google Shape;392;p18"/>
              <p:cNvSpPr/>
              <p:nvPr/>
            </p:nvSpPr>
            <p:spPr>
              <a:xfrm>
                <a:off x="2440000" y="3757800"/>
                <a:ext cx="176225" cy="47450"/>
              </a:xfrm>
              <a:custGeom>
                <a:avLst/>
                <a:gdLst/>
                <a:ahLst/>
                <a:cxnLst/>
                <a:rect l="l" t="t" r="r" b="b"/>
                <a:pathLst>
                  <a:path w="7049" h="1898" extrusionOk="0">
                    <a:moveTo>
                      <a:pt x="6741" y="283"/>
                    </a:moveTo>
                    <a:cubicBezTo>
                      <a:pt x="6725" y="362"/>
                      <a:pt x="6708" y="441"/>
                      <a:pt x="6682" y="520"/>
                    </a:cubicBezTo>
                    <a:cubicBezTo>
                      <a:pt x="6608" y="735"/>
                      <a:pt x="6495" y="944"/>
                      <a:pt x="6337" y="1113"/>
                    </a:cubicBezTo>
                    <a:cubicBezTo>
                      <a:pt x="6020" y="1454"/>
                      <a:pt x="5533" y="1618"/>
                      <a:pt x="5070" y="1618"/>
                    </a:cubicBezTo>
                    <a:cubicBezTo>
                      <a:pt x="4965" y="1618"/>
                      <a:pt x="4862" y="1610"/>
                      <a:pt x="4762" y="1593"/>
                    </a:cubicBezTo>
                    <a:cubicBezTo>
                      <a:pt x="4327" y="1520"/>
                      <a:pt x="3920" y="1328"/>
                      <a:pt x="3627" y="994"/>
                    </a:cubicBezTo>
                    <a:cubicBezTo>
                      <a:pt x="3601" y="966"/>
                      <a:pt x="3563" y="952"/>
                      <a:pt x="3526" y="952"/>
                    </a:cubicBezTo>
                    <a:cubicBezTo>
                      <a:pt x="3488" y="952"/>
                      <a:pt x="3452" y="966"/>
                      <a:pt x="3429" y="994"/>
                    </a:cubicBezTo>
                    <a:cubicBezTo>
                      <a:pt x="3096" y="1378"/>
                      <a:pt x="2559" y="1616"/>
                      <a:pt x="2051" y="1616"/>
                    </a:cubicBezTo>
                    <a:cubicBezTo>
                      <a:pt x="1582" y="1616"/>
                      <a:pt x="1102" y="1503"/>
                      <a:pt x="758" y="1158"/>
                    </a:cubicBezTo>
                    <a:cubicBezTo>
                      <a:pt x="543" y="944"/>
                      <a:pt x="402" y="673"/>
                      <a:pt x="334" y="384"/>
                    </a:cubicBezTo>
                    <a:cubicBezTo>
                      <a:pt x="324" y="349"/>
                      <a:pt x="317" y="316"/>
                      <a:pt x="312" y="283"/>
                    </a:cubicBezTo>
                    <a:close/>
                    <a:moveTo>
                      <a:pt x="148" y="0"/>
                    </a:moveTo>
                    <a:cubicBezTo>
                      <a:pt x="80" y="0"/>
                      <a:pt x="1" y="68"/>
                      <a:pt x="7" y="142"/>
                    </a:cubicBezTo>
                    <a:cubicBezTo>
                      <a:pt x="63" y="802"/>
                      <a:pt x="453" y="1429"/>
                      <a:pt x="1063" y="1706"/>
                    </a:cubicBezTo>
                    <a:cubicBezTo>
                      <a:pt x="1379" y="1847"/>
                      <a:pt x="1712" y="1898"/>
                      <a:pt x="2051" y="1898"/>
                    </a:cubicBezTo>
                    <a:cubicBezTo>
                      <a:pt x="2584" y="1898"/>
                      <a:pt x="3146" y="1670"/>
                      <a:pt x="3527" y="1298"/>
                    </a:cubicBezTo>
                    <a:lnTo>
                      <a:pt x="3527" y="1298"/>
                    </a:lnTo>
                    <a:cubicBezTo>
                      <a:pt x="3929" y="1698"/>
                      <a:pt x="4498" y="1894"/>
                      <a:pt x="5064" y="1894"/>
                    </a:cubicBezTo>
                    <a:cubicBezTo>
                      <a:pt x="5178" y="1894"/>
                      <a:pt x="5293" y="1886"/>
                      <a:pt x="5406" y="1870"/>
                    </a:cubicBezTo>
                    <a:cubicBezTo>
                      <a:pt x="6100" y="1774"/>
                      <a:pt x="6659" y="1356"/>
                      <a:pt x="6913" y="701"/>
                    </a:cubicBezTo>
                    <a:cubicBezTo>
                      <a:pt x="6987" y="520"/>
                      <a:pt x="7026" y="334"/>
                      <a:pt x="7043" y="142"/>
                    </a:cubicBezTo>
                    <a:cubicBezTo>
                      <a:pt x="7049" y="68"/>
                      <a:pt x="6975" y="0"/>
                      <a:pt x="6902"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93" name="Google Shape;393;p18"/>
            <p:cNvGrpSpPr/>
            <p:nvPr/>
          </p:nvGrpSpPr>
          <p:grpSpPr>
            <a:xfrm>
              <a:off x="-798591" y="2571796"/>
              <a:ext cx="1776056" cy="2260818"/>
              <a:chOff x="511450" y="3191125"/>
              <a:chExt cx="999750" cy="1272625"/>
            </a:xfrm>
          </p:grpSpPr>
          <p:sp>
            <p:nvSpPr>
              <p:cNvPr id="394" name="Google Shape;394;p18"/>
              <p:cNvSpPr/>
              <p:nvPr/>
            </p:nvSpPr>
            <p:spPr>
              <a:xfrm>
                <a:off x="511450" y="3757725"/>
                <a:ext cx="999750" cy="706025"/>
              </a:xfrm>
              <a:custGeom>
                <a:avLst/>
                <a:gdLst/>
                <a:ahLst/>
                <a:cxnLst/>
                <a:rect l="l" t="t" r="r" b="b"/>
                <a:pathLst>
                  <a:path w="39990" h="28241" extrusionOk="0">
                    <a:moveTo>
                      <a:pt x="23761" y="286"/>
                    </a:moveTo>
                    <a:cubicBezTo>
                      <a:pt x="24470" y="880"/>
                      <a:pt x="25239" y="1409"/>
                      <a:pt x="26018" y="1912"/>
                    </a:cubicBezTo>
                    <a:cubicBezTo>
                      <a:pt x="26831" y="2432"/>
                      <a:pt x="27667" y="2912"/>
                      <a:pt x="28531" y="3347"/>
                    </a:cubicBezTo>
                    <a:cubicBezTo>
                      <a:pt x="29417" y="3787"/>
                      <a:pt x="30315" y="4188"/>
                      <a:pt x="31168" y="4696"/>
                    </a:cubicBezTo>
                    <a:cubicBezTo>
                      <a:pt x="33393" y="6024"/>
                      <a:pt x="35426" y="7842"/>
                      <a:pt x="36668" y="10140"/>
                    </a:cubicBezTo>
                    <a:cubicBezTo>
                      <a:pt x="36877" y="10529"/>
                      <a:pt x="37080" y="10919"/>
                      <a:pt x="37199" y="11336"/>
                    </a:cubicBezTo>
                    <a:lnTo>
                      <a:pt x="37199" y="11336"/>
                    </a:lnTo>
                    <a:cubicBezTo>
                      <a:pt x="37199" y="11336"/>
                      <a:pt x="37199" y="11337"/>
                      <a:pt x="37199" y="11338"/>
                    </a:cubicBezTo>
                    <a:cubicBezTo>
                      <a:pt x="37199" y="11338"/>
                      <a:pt x="37199" y="11338"/>
                      <a:pt x="37199" y="11338"/>
                    </a:cubicBezTo>
                    <a:lnTo>
                      <a:pt x="37199" y="11338"/>
                    </a:lnTo>
                    <a:cubicBezTo>
                      <a:pt x="37199" y="11338"/>
                      <a:pt x="37200" y="11339"/>
                      <a:pt x="37200" y="11339"/>
                    </a:cubicBezTo>
                    <a:lnTo>
                      <a:pt x="37200" y="11339"/>
                    </a:lnTo>
                    <a:cubicBezTo>
                      <a:pt x="37482" y="12293"/>
                      <a:pt x="37696" y="13264"/>
                      <a:pt x="37905" y="14229"/>
                    </a:cubicBezTo>
                    <a:cubicBezTo>
                      <a:pt x="38470" y="16816"/>
                      <a:pt x="38888" y="19436"/>
                      <a:pt x="39198" y="22062"/>
                    </a:cubicBezTo>
                    <a:cubicBezTo>
                      <a:pt x="39430" y="24020"/>
                      <a:pt x="39597" y="25989"/>
                      <a:pt x="39694" y="27958"/>
                    </a:cubicBezTo>
                    <a:lnTo>
                      <a:pt x="295" y="27958"/>
                    </a:lnTo>
                    <a:cubicBezTo>
                      <a:pt x="479" y="24419"/>
                      <a:pt x="861" y="20886"/>
                      <a:pt x="1469" y="17392"/>
                    </a:cubicBezTo>
                    <a:cubicBezTo>
                      <a:pt x="1790" y="15517"/>
                      <a:pt x="2174" y="13647"/>
                      <a:pt x="2660" y="11806"/>
                    </a:cubicBezTo>
                    <a:cubicBezTo>
                      <a:pt x="2835" y="11163"/>
                      <a:pt x="3061" y="10598"/>
                      <a:pt x="3389" y="10011"/>
                    </a:cubicBezTo>
                    <a:cubicBezTo>
                      <a:pt x="4563" y="7910"/>
                      <a:pt x="6399" y="6216"/>
                      <a:pt x="8420" y="4945"/>
                    </a:cubicBezTo>
                    <a:cubicBezTo>
                      <a:pt x="9183" y="4465"/>
                      <a:pt x="9979" y="4041"/>
                      <a:pt x="10798" y="3663"/>
                    </a:cubicBezTo>
                    <a:cubicBezTo>
                      <a:pt x="11656" y="3262"/>
                      <a:pt x="12492" y="2816"/>
                      <a:pt x="13305" y="2330"/>
                    </a:cubicBezTo>
                    <a:cubicBezTo>
                      <a:pt x="14288" y="1732"/>
                      <a:pt x="15248" y="1082"/>
                      <a:pt x="16146" y="359"/>
                    </a:cubicBezTo>
                    <a:cubicBezTo>
                      <a:pt x="16172" y="333"/>
                      <a:pt x="16200" y="310"/>
                      <a:pt x="16229" y="286"/>
                    </a:cubicBezTo>
                    <a:close/>
                    <a:moveTo>
                      <a:pt x="16541" y="1"/>
                    </a:moveTo>
                    <a:cubicBezTo>
                      <a:pt x="16440" y="1"/>
                      <a:pt x="16338" y="2"/>
                      <a:pt x="16236" y="3"/>
                    </a:cubicBezTo>
                    <a:cubicBezTo>
                      <a:pt x="16078" y="9"/>
                      <a:pt x="15977" y="133"/>
                      <a:pt x="15852" y="229"/>
                    </a:cubicBezTo>
                    <a:cubicBezTo>
                      <a:pt x="14937" y="958"/>
                      <a:pt x="13955" y="1619"/>
                      <a:pt x="12944" y="2217"/>
                    </a:cubicBezTo>
                    <a:cubicBezTo>
                      <a:pt x="11414" y="3121"/>
                      <a:pt x="9753" y="3765"/>
                      <a:pt x="8251" y="4719"/>
                    </a:cubicBezTo>
                    <a:cubicBezTo>
                      <a:pt x="6286" y="5961"/>
                      <a:pt x="4501" y="7588"/>
                      <a:pt x="3304" y="9598"/>
                    </a:cubicBezTo>
                    <a:cubicBezTo>
                      <a:pt x="2954" y="10186"/>
                      <a:pt x="2643" y="10801"/>
                      <a:pt x="2463" y="11462"/>
                    </a:cubicBezTo>
                    <a:cubicBezTo>
                      <a:pt x="2056" y="12936"/>
                      <a:pt x="1734" y="14444"/>
                      <a:pt x="1446" y="15946"/>
                    </a:cubicBezTo>
                    <a:cubicBezTo>
                      <a:pt x="859" y="19018"/>
                      <a:pt x="446" y="22124"/>
                      <a:pt x="192" y="25241"/>
                    </a:cubicBezTo>
                    <a:cubicBezTo>
                      <a:pt x="113" y="26196"/>
                      <a:pt x="51" y="27145"/>
                      <a:pt x="6" y="28099"/>
                    </a:cubicBezTo>
                    <a:cubicBezTo>
                      <a:pt x="0" y="28178"/>
                      <a:pt x="74" y="28240"/>
                      <a:pt x="147" y="28240"/>
                    </a:cubicBezTo>
                    <a:lnTo>
                      <a:pt x="39842" y="28240"/>
                    </a:lnTo>
                    <a:cubicBezTo>
                      <a:pt x="39921" y="28240"/>
                      <a:pt x="39989" y="28178"/>
                      <a:pt x="39983" y="28099"/>
                    </a:cubicBezTo>
                    <a:cubicBezTo>
                      <a:pt x="39820" y="24739"/>
                      <a:pt x="39464" y="21384"/>
                      <a:pt x="38922" y="18058"/>
                    </a:cubicBezTo>
                    <a:cubicBezTo>
                      <a:pt x="38600" y="16098"/>
                      <a:pt x="38216" y="14150"/>
                      <a:pt x="37730" y="12224"/>
                    </a:cubicBezTo>
                    <a:cubicBezTo>
                      <a:pt x="37645" y="11902"/>
                      <a:pt x="37566" y="11580"/>
                      <a:pt x="37470" y="11264"/>
                    </a:cubicBezTo>
                    <a:cubicBezTo>
                      <a:pt x="37391" y="10988"/>
                      <a:pt x="37273" y="10722"/>
                      <a:pt x="37148" y="10462"/>
                    </a:cubicBezTo>
                    <a:cubicBezTo>
                      <a:pt x="36832" y="9785"/>
                      <a:pt x="36426" y="9146"/>
                      <a:pt x="35974" y="8542"/>
                    </a:cubicBezTo>
                    <a:cubicBezTo>
                      <a:pt x="34308" y="6323"/>
                      <a:pt x="31992" y="4663"/>
                      <a:pt x="29496" y="3494"/>
                    </a:cubicBezTo>
                    <a:cubicBezTo>
                      <a:pt x="28011" y="2793"/>
                      <a:pt x="26582" y="1991"/>
                      <a:pt x="25238" y="1048"/>
                    </a:cubicBezTo>
                    <a:cubicBezTo>
                      <a:pt x="24866" y="788"/>
                      <a:pt x="24493" y="517"/>
                      <a:pt x="24137" y="229"/>
                    </a:cubicBezTo>
                    <a:cubicBezTo>
                      <a:pt x="24069" y="173"/>
                      <a:pt x="24001" y="111"/>
                      <a:pt x="23928" y="60"/>
                    </a:cubicBezTo>
                    <a:cubicBezTo>
                      <a:pt x="23862" y="10"/>
                      <a:pt x="23791" y="2"/>
                      <a:pt x="23715" y="2"/>
                    </a:cubicBezTo>
                    <a:cubicBezTo>
                      <a:pt x="23680" y="2"/>
                      <a:pt x="23644" y="3"/>
                      <a:pt x="23606" y="3"/>
                    </a:cubicBezTo>
                    <a:lnTo>
                      <a:pt x="17151" y="3"/>
                    </a:lnTo>
                    <a:cubicBezTo>
                      <a:pt x="16948" y="3"/>
                      <a:pt x="16745" y="1"/>
                      <a:pt x="16541"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5" name="Google Shape;395;p18"/>
              <p:cNvSpPr/>
              <p:nvPr/>
            </p:nvSpPr>
            <p:spPr>
              <a:xfrm>
                <a:off x="916775" y="3306225"/>
                <a:ext cx="335625" cy="458650"/>
              </a:xfrm>
              <a:custGeom>
                <a:avLst/>
                <a:gdLst/>
                <a:ahLst/>
                <a:cxnLst/>
                <a:rect l="l" t="t" r="r" b="b"/>
                <a:pathLst>
                  <a:path w="13425" h="18346" extrusionOk="0">
                    <a:moveTo>
                      <a:pt x="10560" y="355"/>
                    </a:moveTo>
                    <a:cubicBezTo>
                      <a:pt x="11145" y="1137"/>
                      <a:pt x="11448" y="2090"/>
                      <a:pt x="11448" y="3064"/>
                    </a:cubicBezTo>
                    <a:cubicBezTo>
                      <a:pt x="11448" y="3635"/>
                      <a:pt x="11448" y="4205"/>
                      <a:pt x="11448" y="4775"/>
                    </a:cubicBezTo>
                    <a:cubicBezTo>
                      <a:pt x="11448" y="4979"/>
                      <a:pt x="11437" y="5182"/>
                      <a:pt x="11448" y="5385"/>
                    </a:cubicBezTo>
                    <a:cubicBezTo>
                      <a:pt x="11454" y="5464"/>
                      <a:pt x="11487" y="5493"/>
                      <a:pt x="11544" y="5538"/>
                    </a:cubicBezTo>
                    <a:cubicBezTo>
                      <a:pt x="11634" y="5605"/>
                      <a:pt x="11725" y="5679"/>
                      <a:pt x="11809" y="5747"/>
                    </a:cubicBezTo>
                    <a:cubicBezTo>
                      <a:pt x="12075" y="5956"/>
                      <a:pt x="12335" y="6159"/>
                      <a:pt x="12594" y="6368"/>
                    </a:cubicBezTo>
                    <a:cubicBezTo>
                      <a:pt x="12758" y="6498"/>
                      <a:pt x="12984" y="6628"/>
                      <a:pt x="13046" y="6842"/>
                    </a:cubicBezTo>
                    <a:cubicBezTo>
                      <a:pt x="13097" y="7023"/>
                      <a:pt x="13024" y="7215"/>
                      <a:pt x="12888" y="7339"/>
                    </a:cubicBezTo>
                    <a:cubicBezTo>
                      <a:pt x="12764" y="7452"/>
                      <a:pt x="12600" y="7486"/>
                      <a:pt x="12436" y="7486"/>
                    </a:cubicBezTo>
                    <a:lnTo>
                      <a:pt x="11567" y="7486"/>
                    </a:lnTo>
                    <a:cubicBezTo>
                      <a:pt x="11487" y="7486"/>
                      <a:pt x="11431" y="7554"/>
                      <a:pt x="11425" y="7627"/>
                    </a:cubicBezTo>
                    <a:cubicBezTo>
                      <a:pt x="11267" y="9400"/>
                      <a:pt x="10302" y="11044"/>
                      <a:pt x="8833" y="12043"/>
                    </a:cubicBezTo>
                    <a:cubicBezTo>
                      <a:pt x="8421" y="12320"/>
                      <a:pt x="7975" y="12552"/>
                      <a:pt x="7506" y="12721"/>
                    </a:cubicBezTo>
                    <a:cubicBezTo>
                      <a:pt x="7450" y="12744"/>
                      <a:pt x="7404" y="12789"/>
                      <a:pt x="7404" y="12857"/>
                    </a:cubicBezTo>
                    <a:lnTo>
                      <a:pt x="7404" y="14664"/>
                    </a:lnTo>
                    <a:lnTo>
                      <a:pt x="7404" y="17550"/>
                    </a:lnTo>
                    <a:lnTo>
                      <a:pt x="7404" y="18063"/>
                    </a:lnTo>
                    <a:lnTo>
                      <a:pt x="283" y="18063"/>
                    </a:lnTo>
                    <a:lnTo>
                      <a:pt x="283" y="16522"/>
                    </a:lnTo>
                    <a:lnTo>
                      <a:pt x="283" y="13834"/>
                    </a:lnTo>
                    <a:lnTo>
                      <a:pt x="283" y="13218"/>
                    </a:lnTo>
                    <a:lnTo>
                      <a:pt x="283" y="11563"/>
                    </a:lnTo>
                    <a:lnTo>
                      <a:pt x="283" y="10643"/>
                    </a:lnTo>
                    <a:lnTo>
                      <a:pt x="283" y="8480"/>
                    </a:lnTo>
                    <a:lnTo>
                      <a:pt x="283" y="6221"/>
                    </a:lnTo>
                    <a:lnTo>
                      <a:pt x="283" y="5425"/>
                    </a:lnTo>
                    <a:cubicBezTo>
                      <a:pt x="283" y="5353"/>
                      <a:pt x="288" y="5278"/>
                      <a:pt x="290" y="5204"/>
                    </a:cubicBezTo>
                    <a:lnTo>
                      <a:pt x="290" y="5204"/>
                    </a:lnTo>
                    <a:cubicBezTo>
                      <a:pt x="583" y="5290"/>
                      <a:pt x="878" y="5370"/>
                      <a:pt x="1175" y="5430"/>
                    </a:cubicBezTo>
                    <a:cubicBezTo>
                      <a:pt x="1435" y="5487"/>
                      <a:pt x="1712" y="5543"/>
                      <a:pt x="1983" y="5543"/>
                    </a:cubicBezTo>
                    <a:cubicBezTo>
                      <a:pt x="2056" y="5543"/>
                      <a:pt x="2119" y="5476"/>
                      <a:pt x="2124" y="5402"/>
                    </a:cubicBezTo>
                    <a:cubicBezTo>
                      <a:pt x="2135" y="4933"/>
                      <a:pt x="2152" y="4465"/>
                      <a:pt x="2164" y="4002"/>
                    </a:cubicBezTo>
                    <a:cubicBezTo>
                      <a:pt x="2192" y="3262"/>
                      <a:pt x="2215" y="2516"/>
                      <a:pt x="2237" y="1777"/>
                    </a:cubicBezTo>
                    <a:cubicBezTo>
                      <a:pt x="2241" y="1658"/>
                      <a:pt x="2245" y="1536"/>
                      <a:pt x="2249" y="1416"/>
                    </a:cubicBezTo>
                    <a:lnTo>
                      <a:pt x="2249" y="1416"/>
                    </a:lnTo>
                    <a:cubicBezTo>
                      <a:pt x="3183" y="1496"/>
                      <a:pt x="4132" y="1554"/>
                      <a:pt x="5078" y="1554"/>
                    </a:cubicBezTo>
                    <a:cubicBezTo>
                      <a:pt x="6103" y="1554"/>
                      <a:pt x="7126" y="1486"/>
                      <a:pt x="8127" y="1302"/>
                    </a:cubicBezTo>
                    <a:cubicBezTo>
                      <a:pt x="8907" y="1161"/>
                      <a:pt x="9754" y="952"/>
                      <a:pt x="10403" y="478"/>
                    </a:cubicBezTo>
                    <a:cubicBezTo>
                      <a:pt x="10458" y="440"/>
                      <a:pt x="10509" y="399"/>
                      <a:pt x="10560" y="355"/>
                    </a:cubicBezTo>
                    <a:close/>
                    <a:moveTo>
                      <a:pt x="10570" y="1"/>
                    </a:moveTo>
                    <a:cubicBezTo>
                      <a:pt x="10532" y="1"/>
                      <a:pt x="10494" y="15"/>
                      <a:pt x="10471" y="43"/>
                    </a:cubicBezTo>
                    <a:cubicBezTo>
                      <a:pt x="10463" y="52"/>
                      <a:pt x="10457" y="59"/>
                      <a:pt x="10453" y="65"/>
                    </a:cubicBezTo>
                    <a:lnTo>
                      <a:pt x="10453" y="65"/>
                    </a:lnTo>
                    <a:cubicBezTo>
                      <a:pt x="10457" y="60"/>
                      <a:pt x="10460" y="55"/>
                      <a:pt x="10460" y="55"/>
                    </a:cubicBezTo>
                    <a:cubicBezTo>
                      <a:pt x="10459" y="55"/>
                      <a:pt x="10457" y="56"/>
                      <a:pt x="10454" y="60"/>
                    </a:cubicBezTo>
                    <a:cubicBezTo>
                      <a:pt x="10443" y="71"/>
                      <a:pt x="10431" y="82"/>
                      <a:pt x="10420" y="94"/>
                    </a:cubicBezTo>
                    <a:cubicBezTo>
                      <a:pt x="10381" y="138"/>
                      <a:pt x="10332" y="177"/>
                      <a:pt x="10287" y="216"/>
                    </a:cubicBezTo>
                    <a:lnTo>
                      <a:pt x="10287" y="216"/>
                    </a:lnTo>
                    <a:cubicBezTo>
                      <a:pt x="10276" y="224"/>
                      <a:pt x="10261" y="236"/>
                      <a:pt x="10256" y="241"/>
                    </a:cubicBezTo>
                    <a:cubicBezTo>
                      <a:pt x="10234" y="252"/>
                      <a:pt x="10217" y="263"/>
                      <a:pt x="10194" y="280"/>
                    </a:cubicBezTo>
                    <a:cubicBezTo>
                      <a:pt x="10149" y="314"/>
                      <a:pt x="10098" y="342"/>
                      <a:pt x="10047" y="376"/>
                    </a:cubicBezTo>
                    <a:cubicBezTo>
                      <a:pt x="9912" y="449"/>
                      <a:pt x="9771" y="517"/>
                      <a:pt x="9630" y="579"/>
                    </a:cubicBezTo>
                    <a:cubicBezTo>
                      <a:pt x="9596" y="596"/>
                      <a:pt x="9584" y="602"/>
                      <a:pt x="9528" y="625"/>
                    </a:cubicBezTo>
                    <a:cubicBezTo>
                      <a:pt x="9477" y="641"/>
                      <a:pt x="9426" y="664"/>
                      <a:pt x="9381" y="681"/>
                    </a:cubicBezTo>
                    <a:cubicBezTo>
                      <a:pt x="9274" y="721"/>
                      <a:pt x="9172" y="754"/>
                      <a:pt x="9065" y="788"/>
                    </a:cubicBezTo>
                    <a:cubicBezTo>
                      <a:pt x="8805" y="867"/>
                      <a:pt x="8540" y="930"/>
                      <a:pt x="8280" y="986"/>
                    </a:cubicBezTo>
                    <a:cubicBezTo>
                      <a:pt x="7534" y="1138"/>
                      <a:pt x="6772" y="1212"/>
                      <a:pt x="6015" y="1240"/>
                    </a:cubicBezTo>
                    <a:cubicBezTo>
                      <a:pt x="5681" y="1255"/>
                      <a:pt x="5347" y="1261"/>
                      <a:pt x="5012" y="1261"/>
                    </a:cubicBezTo>
                    <a:cubicBezTo>
                      <a:pt x="4044" y="1261"/>
                      <a:pt x="3074" y="1205"/>
                      <a:pt x="2113" y="1122"/>
                    </a:cubicBezTo>
                    <a:cubicBezTo>
                      <a:pt x="2108" y="1121"/>
                      <a:pt x="2103" y="1120"/>
                      <a:pt x="2098" y="1120"/>
                    </a:cubicBezTo>
                    <a:cubicBezTo>
                      <a:pt x="2026" y="1120"/>
                      <a:pt x="1972" y="1194"/>
                      <a:pt x="1972" y="1263"/>
                    </a:cubicBezTo>
                    <a:cubicBezTo>
                      <a:pt x="1955" y="1726"/>
                      <a:pt x="1943" y="2195"/>
                      <a:pt x="1927" y="2663"/>
                    </a:cubicBezTo>
                    <a:cubicBezTo>
                      <a:pt x="1904" y="3403"/>
                      <a:pt x="1881" y="4143"/>
                      <a:pt x="1859" y="4888"/>
                    </a:cubicBezTo>
                    <a:lnTo>
                      <a:pt x="1847" y="5256"/>
                    </a:lnTo>
                    <a:lnTo>
                      <a:pt x="1847" y="5256"/>
                    </a:lnTo>
                    <a:cubicBezTo>
                      <a:pt x="1632" y="5241"/>
                      <a:pt x="1419" y="5196"/>
                      <a:pt x="1209" y="5154"/>
                    </a:cubicBezTo>
                    <a:cubicBezTo>
                      <a:pt x="859" y="5075"/>
                      <a:pt x="520" y="4979"/>
                      <a:pt x="182" y="4871"/>
                    </a:cubicBezTo>
                    <a:cubicBezTo>
                      <a:pt x="169" y="4867"/>
                      <a:pt x="156" y="4866"/>
                      <a:pt x="144" y="4866"/>
                    </a:cubicBezTo>
                    <a:cubicBezTo>
                      <a:pt x="67" y="4866"/>
                      <a:pt x="1" y="4934"/>
                      <a:pt x="1" y="5007"/>
                    </a:cubicBezTo>
                    <a:lnTo>
                      <a:pt x="1" y="5995"/>
                    </a:lnTo>
                    <a:lnTo>
                      <a:pt x="1" y="8186"/>
                    </a:lnTo>
                    <a:lnTo>
                      <a:pt x="1" y="10423"/>
                    </a:lnTo>
                    <a:lnTo>
                      <a:pt x="1" y="11546"/>
                    </a:lnTo>
                    <a:lnTo>
                      <a:pt x="1" y="13150"/>
                    </a:lnTo>
                    <a:lnTo>
                      <a:pt x="1" y="13218"/>
                    </a:lnTo>
                    <a:lnTo>
                      <a:pt x="1" y="14907"/>
                    </a:lnTo>
                    <a:lnTo>
                      <a:pt x="1" y="17589"/>
                    </a:lnTo>
                    <a:lnTo>
                      <a:pt x="1" y="18205"/>
                    </a:lnTo>
                    <a:cubicBezTo>
                      <a:pt x="1" y="18284"/>
                      <a:pt x="63" y="18346"/>
                      <a:pt x="142" y="18346"/>
                    </a:cubicBezTo>
                    <a:lnTo>
                      <a:pt x="7546" y="18346"/>
                    </a:lnTo>
                    <a:cubicBezTo>
                      <a:pt x="7575" y="18346"/>
                      <a:pt x="7600" y="18338"/>
                      <a:pt x="7620" y="18326"/>
                    </a:cubicBezTo>
                    <a:lnTo>
                      <a:pt x="7620" y="18326"/>
                    </a:lnTo>
                    <a:cubicBezTo>
                      <a:pt x="7659" y="18304"/>
                      <a:pt x="7687" y="18264"/>
                      <a:pt x="7687" y="18205"/>
                    </a:cubicBezTo>
                    <a:lnTo>
                      <a:pt x="7687" y="16398"/>
                    </a:lnTo>
                    <a:lnTo>
                      <a:pt x="7687" y="13517"/>
                    </a:lnTo>
                    <a:lnTo>
                      <a:pt x="7687" y="12954"/>
                    </a:lnTo>
                    <a:lnTo>
                      <a:pt x="7687" y="12954"/>
                    </a:lnTo>
                    <a:cubicBezTo>
                      <a:pt x="9390" y="12299"/>
                      <a:pt x="10754" y="10919"/>
                      <a:pt x="11369" y="9197"/>
                    </a:cubicBezTo>
                    <a:cubicBezTo>
                      <a:pt x="11534" y="8734"/>
                      <a:pt x="11642" y="8256"/>
                      <a:pt x="11694" y="7768"/>
                    </a:cubicBezTo>
                    <a:lnTo>
                      <a:pt x="12402" y="7768"/>
                    </a:lnTo>
                    <a:cubicBezTo>
                      <a:pt x="12781" y="7768"/>
                      <a:pt x="13137" y="7616"/>
                      <a:pt x="13283" y="7249"/>
                    </a:cubicBezTo>
                    <a:cubicBezTo>
                      <a:pt x="13425" y="6916"/>
                      <a:pt x="13295" y="6566"/>
                      <a:pt x="13018" y="6345"/>
                    </a:cubicBezTo>
                    <a:cubicBezTo>
                      <a:pt x="12786" y="6165"/>
                      <a:pt x="12555" y="5984"/>
                      <a:pt x="12323" y="5797"/>
                    </a:cubicBezTo>
                    <a:cubicBezTo>
                      <a:pt x="12127" y="5639"/>
                      <a:pt x="11927" y="5485"/>
                      <a:pt x="11730" y="5327"/>
                    </a:cubicBezTo>
                    <a:lnTo>
                      <a:pt x="11730" y="5327"/>
                    </a:lnTo>
                    <a:lnTo>
                      <a:pt x="11730" y="3838"/>
                    </a:lnTo>
                    <a:cubicBezTo>
                      <a:pt x="11730" y="3143"/>
                      <a:pt x="11753" y="2460"/>
                      <a:pt x="11567" y="1777"/>
                    </a:cubicBezTo>
                    <a:cubicBezTo>
                      <a:pt x="11391" y="1144"/>
                      <a:pt x="11081" y="557"/>
                      <a:pt x="10669" y="43"/>
                    </a:cubicBezTo>
                    <a:cubicBezTo>
                      <a:pt x="10646" y="15"/>
                      <a:pt x="10608" y="1"/>
                      <a:pt x="10570"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6" name="Google Shape;396;p18"/>
              <p:cNvSpPr/>
              <p:nvPr/>
            </p:nvSpPr>
            <p:spPr>
              <a:xfrm>
                <a:off x="748200" y="3191125"/>
                <a:ext cx="458600" cy="407500"/>
              </a:xfrm>
              <a:custGeom>
                <a:avLst/>
                <a:gdLst/>
                <a:ahLst/>
                <a:cxnLst/>
                <a:rect l="l" t="t" r="r" b="b"/>
                <a:pathLst>
                  <a:path w="18344" h="16300" extrusionOk="0">
                    <a:moveTo>
                      <a:pt x="17197" y="4664"/>
                    </a:moveTo>
                    <a:cubicBezTo>
                      <a:pt x="17188" y="4677"/>
                      <a:pt x="17183" y="4681"/>
                      <a:pt x="17183" y="4681"/>
                    </a:cubicBezTo>
                    <a:cubicBezTo>
                      <a:pt x="17182" y="4681"/>
                      <a:pt x="17188" y="4673"/>
                      <a:pt x="17197" y="4664"/>
                    </a:cubicBezTo>
                    <a:close/>
                    <a:moveTo>
                      <a:pt x="17035" y="4812"/>
                    </a:moveTo>
                    <a:cubicBezTo>
                      <a:pt x="17033" y="4813"/>
                      <a:pt x="17031" y="4814"/>
                      <a:pt x="17028" y="4816"/>
                    </a:cubicBezTo>
                    <a:cubicBezTo>
                      <a:pt x="17030" y="4815"/>
                      <a:pt x="17033" y="4814"/>
                      <a:pt x="17035" y="4812"/>
                    </a:cubicBezTo>
                    <a:close/>
                    <a:moveTo>
                      <a:pt x="8794" y="286"/>
                    </a:moveTo>
                    <a:cubicBezTo>
                      <a:pt x="8833" y="286"/>
                      <a:pt x="8873" y="287"/>
                      <a:pt x="8912" y="287"/>
                    </a:cubicBezTo>
                    <a:cubicBezTo>
                      <a:pt x="9720" y="293"/>
                      <a:pt x="10544" y="394"/>
                      <a:pt x="11307" y="660"/>
                    </a:cubicBezTo>
                    <a:cubicBezTo>
                      <a:pt x="11561" y="750"/>
                      <a:pt x="11815" y="858"/>
                      <a:pt x="12030" y="1021"/>
                    </a:cubicBezTo>
                    <a:cubicBezTo>
                      <a:pt x="12346" y="1258"/>
                      <a:pt x="12685" y="1456"/>
                      <a:pt x="13063" y="1580"/>
                    </a:cubicBezTo>
                    <a:cubicBezTo>
                      <a:pt x="13442" y="1705"/>
                      <a:pt x="13843" y="1750"/>
                      <a:pt x="14238" y="1784"/>
                    </a:cubicBezTo>
                    <a:cubicBezTo>
                      <a:pt x="14769" y="1829"/>
                      <a:pt x="15300" y="1846"/>
                      <a:pt x="15830" y="1885"/>
                    </a:cubicBezTo>
                    <a:cubicBezTo>
                      <a:pt x="16175" y="1908"/>
                      <a:pt x="16519" y="1936"/>
                      <a:pt x="16857" y="1970"/>
                    </a:cubicBezTo>
                    <a:lnTo>
                      <a:pt x="16857" y="1970"/>
                    </a:lnTo>
                    <a:cubicBezTo>
                      <a:pt x="16857" y="1970"/>
                      <a:pt x="16858" y="1970"/>
                      <a:pt x="16858" y="1970"/>
                    </a:cubicBezTo>
                    <a:cubicBezTo>
                      <a:pt x="17304" y="2015"/>
                      <a:pt x="17863" y="2162"/>
                      <a:pt x="17988" y="2636"/>
                    </a:cubicBezTo>
                    <a:cubicBezTo>
                      <a:pt x="18089" y="2992"/>
                      <a:pt x="17942" y="3404"/>
                      <a:pt x="17784" y="3738"/>
                    </a:cubicBezTo>
                    <a:cubicBezTo>
                      <a:pt x="17638" y="4037"/>
                      <a:pt x="17457" y="4319"/>
                      <a:pt x="17259" y="4590"/>
                    </a:cubicBezTo>
                    <a:cubicBezTo>
                      <a:pt x="17253" y="4596"/>
                      <a:pt x="17242" y="4607"/>
                      <a:pt x="17237" y="4613"/>
                    </a:cubicBezTo>
                    <a:cubicBezTo>
                      <a:pt x="17235" y="4616"/>
                      <a:pt x="17234" y="4617"/>
                      <a:pt x="17234" y="4617"/>
                    </a:cubicBezTo>
                    <a:cubicBezTo>
                      <a:pt x="17235" y="4617"/>
                      <a:pt x="17245" y="4603"/>
                      <a:pt x="17247" y="4603"/>
                    </a:cubicBezTo>
                    <a:cubicBezTo>
                      <a:pt x="17247" y="4603"/>
                      <a:pt x="17246" y="4606"/>
                      <a:pt x="17242" y="4613"/>
                    </a:cubicBezTo>
                    <a:cubicBezTo>
                      <a:pt x="17231" y="4624"/>
                      <a:pt x="17225" y="4636"/>
                      <a:pt x="17214" y="4641"/>
                    </a:cubicBezTo>
                    <a:cubicBezTo>
                      <a:pt x="17207" y="4650"/>
                      <a:pt x="17202" y="4658"/>
                      <a:pt x="17197" y="4664"/>
                    </a:cubicBezTo>
                    <a:lnTo>
                      <a:pt x="17197" y="4664"/>
                    </a:lnTo>
                    <a:cubicBezTo>
                      <a:pt x="17183" y="4679"/>
                      <a:pt x="17173" y="4693"/>
                      <a:pt x="17157" y="4703"/>
                    </a:cubicBezTo>
                    <a:cubicBezTo>
                      <a:pt x="17129" y="4737"/>
                      <a:pt x="17095" y="4765"/>
                      <a:pt x="17061" y="4794"/>
                    </a:cubicBezTo>
                    <a:cubicBezTo>
                      <a:pt x="17053" y="4798"/>
                      <a:pt x="17044" y="4806"/>
                      <a:pt x="17035" y="4812"/>
                    </a:cubicBezTo>
                    <a:lnTo>
                      <a:pt x="17035" y="4812"/>
                    </a:lnTo>
                    <a:cubicBezTo>
                      <a:pt x="17040" y="4809"/>
                      <a:pt x="17042" y="4808"/>
                      <a:pt x="17042" y="4808"/>
                    </a:cubicBezTo>
                    <a:cubicBezTo>
                      <a:pt x="17043" y="4808"/>
                      <a:pt x="17031" y="4817"/>
                      <a:pt x="17016" y="4828"/>
                    </a:cubicBezTo>
                    <a:cubicBezTo>
                      <a:pt x="16988" y="4850"/>
                      <a:pt x="16960" y="4873"/>
                      <a:pt x="16926" y="4890"/>
                    </a:cubicBezTo>
                    <a:cubicBezTo>
                      <a:pt x="16751" y="5008"/>
                      <a:pt x="16565" y="5104"/>
                      <a:pt x="16373" y="5183"/>
                    </a:cubicBezTo>
                    <a:cubicBezTo>
                      <a:pt x="16339" y="5200"/>
                      <a:pt x="16350" y="5195"/>
                      <a:pt x="16299" y="5217"/>
                    </a:cubicBezTo>
                    <a:cubicBezTo>
                      <a:pt x="16265" y="5229"/>
                      <a:pt x="16231" y="5245"/>
                      <a:pt x="16197" y="5257"/>
                    </a:cubicBezTo>
                    <a:cubicBezTo>
                      <a:pt x="16124" y="5285"/>
                      <a:pt x="16051" y="5313"/>
                      <a:pt x="15972" y="5336"/>
                    </a:cubicBezTo>
                    <a:cubicBezTo>
                      <a:pt x="15802" y="5392"/>
                      <a:pt x="15627" y="5443"/>
                      <a:pt x="15452" y="5488"/>
                    </a:cubicBezTo>
                    <a:cubicBezTo>
                      <a:pt x="15000" y="5607"/>
                      <a:pt x="14537" y="5686"/>
                      <a:pt x="14074" y="5742"/>
                    </a:cubicBezTo>
                    <a:cubicBezTo>
                      <a:pt x="13324" y="5834"/>
                      <a:pt x="12567" y="5870"/>
                      <a:pt x="11809" y="5870"/>
                    </a:cubicBezTo>
                    <a:cubicBezTo>
                      <a:pt x="11066" y="5870"/>
                      <a:pt x="10323" y="5835"/>
                      <a:pt x="9584" y="5782"/>
                    </a:cubicBezTo>
                    <a:cubicBezTo>
                      <a:pt x="9342" y="5765"/>
                      <a:pt x="9099" y="5748"/>
                      <a:pt x="8856" y="5726"/>
                    </a:cubicBezTo>
                    <a:cubicBezTo>
                      <a:pt x="8851" y="5725"/>
                      <a:pt x="8846" y="5724"/>
                      <a:pt x="8841" y="5724"/>
                    </a:cubicBezTo>
                    <a:cubicBezTo>
                      <a:pt x="8769" y="5724"/>
                      <a:pt x="8715" y="5798"/>
                      <a:pt x="8715" y="5867"/>
                    </a:cubicBezTo>
                    <a:cubicBezTo>
                      <a:pt x="8698" y="6330"/>
                      <a:pt x="8686" y="6799"/>
                      <a:pt x="8670" y="7267"/>
                    </a:cubicBezTo>
                    <a:cubicBezTo>
                      <a:pt x="8647" y="8007"/>
                      <a:pt x="8624" y="8747"/>
                      <a:pt x="8602" y="9492"/>
                    </a:cubicBezTo>
                    <a:lnTo>
                      <a:pt x="8590" y="9860"/>
                    </a:lnTo>
                    <a:lnTo>
                      <a:pt x="8590" y="9860"/>
                    </a:lnTo>
                    <a:cubicBezTo>
                      <a:pt x="8375" y="9845"/>
                      <a:pt x="8162" y="9800"/>
                      <a:pt x="7952" y="9758"/>
                    </a:cubicBezTo>
                    <a:cubicBezTo>
                      <a:pt x="7602" y="9679"/>
                      <a:pt x="7263" y="9583"/>
                      <a:pt x="6925" y="9475"/>
                    </a:cubicBezTo>
                    <a:cubicBezTo>
                      <a:pt x="6912" y="9471"/>
                      <a:pt x="6899" y="9470"/>
                      <a:pt x="6887" y="9470"/>
                    </a:cubicBezTo>
                    <a:cubicBezTo>
                      <a:pt x="6810" y="9470"/>
                      <a:pt x="6744" y="9538"/>
                      <a:pt x="6744" y="9611"/>
                    </a:cubicBezTo>
                    <a:lnTo>
                      <a:pt x="6744" y="11825"/>
                    </a:lnTo>
                    <a:lnTo>
                      <a:pt x="6744" y="15343"/>
                    </a:lnTo>
                    <a:lnTo>
                      <a:pt x="6744" y="15939"/>
                    </a:lnTo>
                    <a:lnTo>
                      <a:pt x="6744" y="15939"/>
                    </a:lnTo>
                    <a:cubicBezTo>
                      <a:pt x="6623" y="15884"/>
                      <a:pt x="6505" y="15824"/>
                      <a:pt x="6388" y="15761"/>
                    </a:cubicBezTo>
                    <a:cubicBezTo>
                      <a:pt x="5936" y="15512"/>
                      <a:pt x="5501" y="15219"/>
                      <a:pt x="5100" y="14891"/>
                    </a:cubicBezTo>
                    <a:cubicBezTo>
                      <a:pt x="5090" y="14883"/>
                      <a:pt x="5079" y="14876"/>
                      <a:pt x="5067" y="14871"/>
                    </a:cubicBezTo>
                    <a:lnTo>
                      <a:pt x="5067" y="14871"/>
                    </a:lnTo>
                    <a:cubicBezTo>
                      <a:pt x="5069" y="14870"/>
                      <a:pt x="5071" y="14869"/>
                      <a:pt x="5072" y="14869"/>
                    </a:cubicBezTo>
                    <a:cubicBezTo>
                      <a:pt x="4767" y="14682"/>
                      <a:pt x="4479" y="14473"/>
                      <a:pt x="4214" y="14242"/>
                    </a:cubicBezTo>
                    <a:cubicBezTo>
                      <a:pt x="4084" y="14129"/>
                      <a:pt x="3954" y="14004"/>
                      <a:pt x="3830" y="13880"/>
                    </a:cubicBezTo>
                    <a:cubicBezTo>
                      <a:pt x="3773" y="13824"/>
                      <a:pt x="3722" y="13756"/>
                      <a:pt x="3660" y="13705"/>
                    </a:cubicBezTo>
                    <a:cubicBezTo>
                      <a:pt x="3615" y="13660"/>
                      <a:pt x="3553" y="13632"/>
                      <a:pt x="3502" y="13598"/>
                    </a:cubicBezTo>
                    <a:cubicBezTo>
                      <a:pt x="3096" y="13344"/>
                      <a:pt x="2740" y="13011"/>
                      <a:pt x="2429" y="12649"/>
                    </a:cubicBezTo>
                    <a:cubicBezTo>
                      <a:pt x="1723" y="11836"/>
                      <a:pt x="1204" y="10853"/>
                      <a:pt x="854" y="9842"/>
                    </a:cubicBezTo>
                    <a:cubicBezTo>
                      <a:pt x="526" y="8894"/>
                      <a:pt x="317" y="7860"/>
                      <a:pt x="436" y="6861"/>
                    </a:cubicBezTo>
                    <a:cubicBezTo>
                      <a:pt x="492" y="6381"/>
                      <a:pt x="650" y="5912"/>
                      <a:pt x="893" y="5500"/>
                    </a:cubicBezTo>
                    <a:cubicBezTo>
                      <a:pt x="1108" y="5133"/>
                      <a:pt x="1407" y="4839"/>
                      <a:pt x="1752" y="4590"/>
                    </a:cubicBezTo>
                    <a:cubicBezTo>
                      <a:pt x="2113" y="4336"/>
                      <a:pt x="2497" y="4116"/>
                      <a:pt x="2853" y="3851"/>
                    </a:cubicBezTo>
                    <a:cubicBezTo>
                      <a:pt x="3327" y="3495"/>
                      <a:pt x="3745" y="3077"/>
                      <a:pt x="4101" y="2603"/>
                    </a:cubicBezTo>
                    <a:cubicBezTo>
                      <a:pt x="4287" y="2360"/>
                      <a:pt x="4434" y="2094"/>
                      <a:pt x="4626" y="1857"/>
                    </a:cubicBezTo>
                    <a:cubicBezTo>
                      <a:pt x="4762" y="1688"/>
                      <a:pt x="4914" y="1530"/>
                      <a:pt x="5083" y="1388"/>
                    </a:cubicBezTo>
                    <a:cubicBezTo>
                      <a:pt x="5411" y="1112"/>
                      <a:pt x="5795" y="897"/>
                      <a:pt x="6196" y="733"/>
                    </a:cubicBezTo>
                    <a:cubicBezTo>
                      <a:pt x="7018" y="409"/>
                      <a:pt x="7912" y="286"/>
                      <a:pt x="8794" y="286"/>
                    </a:cubicBezTo>
                    <a:close/>
                    <a:moveTo>
                      <a:pt x="8785" y="0"/>
                    </a:moveTo>
                    <a:cubicBezTo>
                      <a:pt x="8056" y="0"/>
                      <a:pt x="7319" y="87"/>
                      <a:pt x="6620" y="293"/>
                    </a:cubicBezTo>
                    <a:cubicBezTo>
                      <a:pt x="5739" y="553"/>
                      <a:pt x="4908" y="1016"/>
                      <a:pt x="4349" y="1755"/>
                    </a:cubicBezTo>
                    <a:cubicBezTo>
                      <a:pt x="4152" y="2015"/>
                      <a:pt x="3988" y="2303"/>
                      <a:pt x="3779" y="2557"/>
                    </a:cubicBezTo>
                    <a:cubicBezTo>
                      <a:pt x="3581" y="2806"/>
                      <a:pt x="3367" y="3037"/>
                      <a:pt x="3135" y="3252"/>
                    </a:cubicBezTo>
                    <a:cubicBezTo>
                      <a:pt x="2774" y="3585"/>
                      <a:pt x="2367" y="3851"/>
                      <a:pt x="1955" y="4116"/>
                    </a:cubicBezTo>
                    <a:cubicBezTo>
                      <a:pt x="1599" y="4348"/>
                      <a:pt x="1243" y="4590"/>
                      <a:pt x="967" y="4912"/>
                    </a:cubicBezTo>
                    <a:cubicBezTo>
                      <a:pt x="628" y="5302"/>
                      <a:pt x="402" y="5776"/>
                      <a:pt x="266" y="6268"/>
                    </a:cubicBezTo>
                    <a:cubicBezTo>
                      <a:pt x="1" y="7222"/>
                      <a:pt x="125" y="8267"/>
                      <a:pt x="368" y="9210"/>
                    </a:cubicBezTo>
                    <a:cubicBezTo>
                      <a:pt x="645" y="10283"/>
                      <a:pt x="1108" y="11316"/>
                      <a:pt x="1746" y="12226"/>
                    </a:cubicBezTo>
                    <a:cubicBezTo>
                      <a:pt x="2040" y="12649"/>
                      <a:pt x="2378" y="13056"/>
                      <a:pt x="2768" y="13400"/>
                    </a:cubicBezTo>
                    <a:cubicBezTo>
                      <a:pt x="2949" y="13558"/>
                      <a:pt x="3141" y="13705"/>
                      <a:pt x="3344" y="13835"/>
                    </a:cubicBezTo>
                    <a:cubicBezTo>
                      <a:pt x="3395" y="13869"/>
                      <a:pt x="3446" y="13897"/>
                      <a:pt x="3491" y="13931"/>
                    </a:cubicBezTo>
                    <a:cubicBezTo>
                      <a:pt x="3559" y="13993"/>
                      <a:pt x="3621" y="14072"/>
                      <a:pt x="3689" y="14134"/>
                    </a:cubicBezTo>
                    <a:cubicBezTo>
                      <a:pt x="3813" y="14259"/>
                      <a:pt x="3943" y="14383"/>
                      <a:pt x="4078" y="14496"/>
                    </a:cubicBezTo>
                    <a:cubicBezTo>
                      <a:pt x="4343" y="14721"/>
                      <a:pt x="4630" y="14930"/>
                      <a:pt x="4929" y="15110"/>
                    </a:cubicBezTo>
                    <a:lnTo>
                      <a:pt x="4929" y="15110"/>
                    </a:lnTo>
                    <a:cubicBezTo>
                      <a:pt x="5509" y="15582"/>
                      <a:pt x="6150" y="16019"/>
                      <a:pt x="6845" y="16292"/>
                    </a:cubicBezTo>
                    <a:cubicBezTo>
                      <a:pt x="6859" y="16297"/>
                      <a:pt x="6873" y="16299"/>
                      <a:pt x="6887" y="16299"/>
                    </a:cubicBezTo>
                    <a:cubicBezTo>
                      <a:pt x="6962" y="16299"/>
                      <a:pt x="7026" y="16228"/>
                      <a:pt x="7026" y="16156"/>
                    </a:cubicBezTo>
                    <a:lnTo>
                      <a:pt x="7026" y="13948"/>
                    </a:lnTo>
                    <a:lnTo>
                      <a:pt x="7026" y="10424"/>
                    </a:lnTo>
                    <a:lnTo>
                      <a:pt x="7026" y="9806"/>
                    </a:lnTo>
                    <a:lnTo>
                      <a:pt x="7026" y="9806"/>
                    </a:lnTo>
                    <a:cubicBezTo>
                      <a:pt x="7322" y="9893"/>
                      <a:pt x="7618" y="9973"/>
                      <a:pt x="7918" y="10034"/>
                    </a:cubicBezTo>
                    <a:cubicBezTo>
                      <a:pt x="8178" y="10091"/>
                      <a:pt x="8455" y="10147"/>
                      <a:pt x="8726" y="10147"/>
                    </a:cubicBezTo>
                    <a:cubicBezTo>
                      <a:pt x="8799" y="10147"/>
                      <a:pt x="8862" y="10080"/>
                      <a:pt x="8867" y="10006"/>
                    </a:cubicBezTo>
                    <a:cubicBezTo>
                      <a:pt x="8878" y="9537"/>
                      <a:pt x="8895" y="9069"/>
                      <a:pt x="8907" y="8606"/>
                    </a:cubicBezTo>
                    <a:cubicBezTo>
                      <a:pt x="8935" y="7866"/>
                      <a:pt x="8958" y="7120"/>
                      <a:pt x="8980" y="6381"/>
                    </a:cubicBezTo>
                    <a:cubicBezTo>
                      <a:pt x="8984" y="6262"/>
                      <a:pt x="8988" y="6140"/>
                      <a:pt x="8992" y="6020"/>
                    </a:cubicBezTo>
                    <a:lnTo>
                      <a:pt x="8992" y="6020"/>
                    </a:lnTo>
                    <a:cubicBezTo>
                      <a:pt x="9912" y="6100"/>
                      <a:pt x="10840" y="6154"/>
                      <a:pt x="11767" y="6154"/>
                    </a:cubicBezTo>
                    <a:cubicBezTo>
                      <a:pt x="12439" y="6154"/>
                      <a:pt x="13111" y="6126"/>
                      <a:pt x="13780" y="6059"/>
                    </a:cubicBezTo>
                    <a:cubicBezTo>
                      <a:pt x="14656" y="5968"/>
                      <a:pt x="15548" y="5822"/>
                      <a:pt x="16367" y="5494"/>
                    </a:cubicBezTo>
                    <a:cubicBezTo>
                      <a:pt x="16711" y="5353"/>
                      <a:pt x="17073" y="5183"/>
                      <a:pt x="17338" y="4924"/>
                    </a:cubicBezTo>
                    <a:cubicBezTo>
                      <a:pt x="17361" y="4907"/>
                      <a:pt x="17378" y="4884"/>
                      <a:pt x="17395" y="4867"/>
                    </a:cubicBezTo>
                    <a:cubicBezTo>
                      <a:pt x="17404" y="4857"/>
                      <a:pt x="17414" y="4844"/>
                      <a:pt x="17424" y="4833"/>
                    </a:cubicBezTo>
                    <a:lnTo>
                      <a:pt x="17424" y="4833"/>
                    </a:lnTo>
                    <a:cubicBezTo>
                      <a:pt x="17419" y="4838"/>
                      <a:pt x="17416" y="4842"/>
                      <a:pt x="17416" y="4842"/>
                    </a:cubicBezTo>
                    <a:lnTo>
                      <a:pt x="17416" y="4842"/>
                    </a:lnTo>
                    <a:cubicBezTo>
                      <a:pt x="17416" y="4842"/>
                      <a:pt x="17419" y="4838"/>
                      <a:pt x="17429" y="4828"/>
                    </a:cubicBezTo>
                    <a:lnTo>
                      <a:pt x="17429" y="4828"/>
                    </a:lnTo>
                    <a:cubicBezTo>
                      <a:pt x="17427" y="4829"/>
                      <a:pt x="17425" y="4831"/>
                      <a:pt x="17424" y="4833"/>
                    </a:cubicBezTo>
                    <a:lnTo>
                      <a:pt x="17424" y="4833"/>
                    </a:lnTo>
                    <a:cubicBezTo>
                      <a:pt x="17431" y="4823"/>
                      <a:pt x="17443" y="4807"/>
                      <a:pt x="17446" y="4799"/>
                    </a:cubicBezTo>
                    <a:cubicBezTo>
                      <a:pt x="17649" y="4545"/>
                      <a:pt x="17830" y="4269"/>
                      <a:pt x="17976" y="3980"/>
                    </a:cubicBezTo>
                    <a:cubicBezTo>
                      <a:pt x="18168" y="3608"/>
                      <a:pt x="18343" y="3167"/>
                      <a:pt x="18293" y="2738"/>
                    </a:cubicBezTo>
                    <a:cubicBezTo>
                      <a:pt x="18236" y="2224"/>
                      <a:pt x="17846" y="1914"/>
                      <a:pt x="17372" y="1778"/>
                    </a:cubicBezTo>
                    <a:cubicBezTo>
                      <a:pt x="17203" y="1733"/>
                      <a:pt x="17034" y="1705"/>
                      <a:pt x="16859" y="1688"/>
                    </a:cubicBezTo>
                    <a:lnTo>
                      <a:pt x="16859" y="1688"/>
                    </a:lnTo>
                    <a:cubicBezTo>
                      <a:pt x="16859" y="1688"/>
                      <a:pt x="16859" y="1688"/>
                      <a:pt x="16858" y="1688"/>
                    </a:cubicBezTo>
                    <a:cubicBezTo>
                      <a:pt x="16214" y="1626"/>
                      <a:pt x="15565" y="1586"/>
                      <a:pt x="14915" y="1546"/>
                    </a:cubicBezTo>
                    <a:cubicBezTo>
                      <a:pt x="14469" y="1524"/>
                      <a:pt x="14023" y="1501"/>
                      <a:pt x="13583" y="1417"/>
                    </a:cubicBezTo>
                    <a:cubicBezTo>
                      <a:pt x="13210" y="1349"/>
                      <a:pt x="12860" y="1225"/>
                      <a:pt x="12538" y="1027"/>
                    </a:cubicBezTo>
                    <a:cubicBezTo>
                      <a:pt x="12261" y="863"/>
                      <a:pt x="12030" y="654"/>
                      <a:pt x="11730" y="524"/>
                    </a:cubicBezTo>
                    <a:cubicBezTo>
                      <a:pt x="11008" y="208"/>
                      <a:pt x="10206" y="78"/>
                      <a:pt x="9421" y="22"/>
                    </a:cubicBezTo>
                    <a:cubicBezTo>
                      <a:pt x="9210" y="8"/>
                      <a:pt x="8998" y="0"/>
                      <a:pt x="8785"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97" name="Google Shape;397;p18"/>
            <p:cNvGrpSpPr/>
            <p:nvPr/>
          </p:nvGrpSpPr>
          <p:grpSpPr>
            <a:xfrm flipH="1">
              <a:off x="7732570" y="3183678"/>
              <a:ext cx="1379755" cy="1649028"/>
              <a:chOff x="4081975" y="3119725"/>
              <a:chExt cx="999750" cy="1194775"/>
            </a:xfrm>
          </p:grpSpPr>
          <p:sp>
            <p:nvSpPr>
              <p:cNvPr id="398" name="Google Shape;398;p18"/>
              <p:cNvSpPr/>
              <p:nvPr/>
            </p:nvSpPr>
            <p:spPr>
              <a:xfrm>
                <a:off x="4757400" y="3180675"/>
                <a:ext cx="8225" cy="9275"/>
              </a:xfrm>
              <a:custGeom>
                <a:avLst/>
                <a:gdLst/>
                <a:ahLst/>
                <a:cxnLst/>
                <a:rect l="l" t="t" r="r" b="b"/>
                <a:pathLst>
                  <a:path w="329" h="371" extrusionOk="0">
                    <a:moveTo>
                      <a:pt x="151" y="1"/>
                    </a:moveTo>
                    <a:cubicBezTo>
                      <a:pt x="142" y="1"/>
                      <a:pt x="133" y="2"/>
                      <a:pt x="125" y="5"/>
                    </a:cubicBezTo>
                    <a:cubicBezTo>
                      <a:pt x="108" y="5"/>
                      <a:pt x="85" y="11"/>
                      <a:pt x="74" y="22"/>
                    </a:cubicBezTo>
                    <a:lnTo>
                      <a:pt x="40" y="44"/>
                    </a:lnTo>
                    <a:cubicBezTo>
                      <a:pt x="23" y="61"/>
                      <a:pt x="12" y="84"/>
                      <a:pt x="6" y="107"/>
                    </a:cubicBezTo>
                    <a:cubicBezTo>
                      <a:pt x="6" y="118"/>
                      <a:pt x="1" y="129"/>
                      <a:pt x="1" y="146"/>
                    </a:cubicBezTo>
                    <a:cubicBezTo>
                      <a:pt x="1" y="169"/>
                      <a:pt x="6" y="191"/>
                      <a:pt x="23" y="214"/>
                    </a:cubicBezTo>
                    <a:cubicBezTo>
                      <a:pt x="34" y="242"/>
                      <a:pt x="51" y="270"/>
                      <a:pt x="68" y="299"/>
                    </a:cubicBezTo>
                    <a:cubicBezTo>
                      <a:pt x="74" y="315"/>
                      <a:pt x="91" y="327"/>
                      <a:pt x="102" y="338"/>
                    </a:cubicBezTo>
                    <a:cubicBezTo>
                      <a:pt x="119" y="349"/>
                      <a:pt x="130" y="361"/>
                      <a:pt x="153" y="366"/>
                    </a:cubicBezTo>
                    <a:cubicBezTo>
                      <a:pt x="161" y="369"/>
                      <a:pt x="170" y="371"/>
                      <a:pt x="179" y="371"/>
                    </a:cubicBezTo>
                    <a:cubicBezTo>
                      <a:pt x="188" y="371"/>
                      <a:pt x="198" y="369"/>
                      <a:pt x="209" y="366"/>
                    </a:cubicBezTo>
                    <a:cubicBezTo>
                      <a:pt x="226" y="366"/>
                      <a:pt x="243" y="361"/>
                      <a:pt x="260" y="349"/>
                    </a:cubicBezTo>
                    <a:lnTo>
                      <a:pt x="289" y="327"/>
                    </a:lnTo>
                    <a:cubicBezTo>
                      <a:pt x="305" y="310"/>
                      <a:pt x="317" y="287"/>
                      <a:pt x="322" y="265"/>
                    </a:cubicBezTo>
                    <a:lnTo>
                      <a:pt x="328" y="225"/>
                    </a:lnTo>
                    <a:cubicBezTo>
                      <a:pt x="328" y="203"/>
                      <a:pt x="322" y="180"/>
                      <a:pt x="311" y="157"/>
                    </a:cubicBezTo>
                    <a:cubicBezTo>
                      <a:pt x="294" y="129"/>
                      <a:pt x="283" y="101"/>
                      <a:pt x="266" y="73"/>
                    </a:cubicBezTo>
                    <a:cubicBezTo>
                      <a:pt x="255" y="56"/>
                      <a:pt x="243" y="44"/>
                      <a:pt x="226" y="33"/>
                    </a:cubicBezTo>
                    <a:cubicBezTo>
                      <a:pt x="215" y="22"/>
                      <a:pt x="198" y="11"/>
                      <a:pt x="181" y="5"/>
                    </a:cubicBezTo>
                    <a:cubicBezTo>
                      <a:pt x="170" y="2"/>
                      <a:pt x="160" y="1"/>
                      <a:pt x="151"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9" name="Google Shape;399;p18"/>
              <p:cNvSpPr/>
              <p:nvPr/>
            </p:nvSpPr>
            <p:spPr>
              <a:xfrm>
                <a:off x="4765725" y="3198325"/>
                <a:ext cx="8925" cy="11375"/>
              </a:xfrm>
              <a:custGeom>
                <a:avLst/>
                <a:gdLst/>
                <a:ahLst/>
                <a:cxnLst/>
                <a:rect l="l" t="t" r="r" b="b"/>
                <a:pathLst>
                  <a:path w="357" h="455" extrusionOk="0">
                    <a:moveTo>
                      <a:pt x="136" y="1"/>
                    </a:moveTo>
                    <a:cubicBezTo>
                      <a:pt x="126" y="1"/>
                      <a:pt x="116" y="2"/>
                      <a:pt x="108" y="5"/>
                    </a:cubicBezTo>
                    <a:cubicBezTo>
                      <a:pt x="74" y="16"/>
                      <a:pt x="40" y="39"/>
                      <a:pt x="23" y="73"/>
                    </a:cubicBezTo>
                    <a:cubicBezTo>
                      <a:pt x="18" y="84"/>
                      <a:pt x="12" y="95"/>
                      <a:pt x="6" y="106"/>
                    </a:cubicBezTo>
                    <a:cubicBezTo>
                      <a:pt x="1" y="129"/>
                      <a:pt x="1" y="157"/>
                      <a:pt x="6" y="180"/>
                    </a:cubicBezTo>
                    <a:cubicBezTo>
                      <a:pt x="29" y="236"/>
                      <a:pt x="52" y="293"/>
                      <a:pt x="68" y="349"/>
                    </a:cubicBezTo>
                    <a:cubicBezTo>
                      <a:pt x="74" y="366"/>
                      <a:pt x="85" y="383"/>
                      <a:pt x="97" y="400"/>
                    </a:cubicBezTo>
                    <a:cubicBezTo>
                      <a:pt x="108" y="411"/>
                      <a:pt x="119" y="423"/>
                      <a:pt x="136" y="434"/>
                    </a:cubicBezTo>
                    <a:cubicBezTo>
                      <a:pt x="153" y="445"/>
                      <a:pt x="170" y="451"/>
                      <a:pt x="187" y="451"/>
                    </a:cubicBezTo>
                    <a:cubicBezTo>
                      <a:pt x="196" y="453"/>
                      <a:pt x="205" y="455"/>
                      <a:pt x="213" y="455"/>
                    </a:cubicBezTo>
                    <a:cubicBezTo>
                      <a:pt x="224" y="455"/>
                      <a:pt x="234" y="452"/>
                      <a:pt x="244" y="445"/>
                    </a:cubicBezTo>
                    <a:cubicBezTo>
                      <a:pt x="277" y="440"/>
                      <a:pt x="311" y="417"/>
                      <a:pt x="328" y="383"/>
                    </a:cubicBezTo>
                    <a:cubicBezTo>
                      <a:pt x="345" y="349"/>
                      <a:pt x="356" y="310"/>
                      <a:pt x="345" y="276"/>
                    </a:cubicBezTo>
                    <a:cubicBezTo>
                      <a:pt x="323" y="219"/>
                      <a:pt x="300" y="163"/>
                      <a:pt x="283" y="106"/>
                    </a:cubicBezTo>
                    <a:cubicBezTo>
                      <a:pt x="277" y="89"/>
                      <a:pt x="266" y="73"/>
                      <a:pt x="255" y="56"/>
                    </a:cubicBezTo>
                    <a:cubicBezTo>
                      <a:pt x="244" y="44"/>
                      <a:pt x="232" y="33"/>
                      <a:pt x="215" y="22"/>
                    </a:cubicBezTo>
                    <a:cubicBezTo>
                      <a:pt x="198" y="10"/>
                      <a:pt x="181" y="5"/>
                      <a:pt x="164" y="5"/>
                    </a:cubicBezTo>
                    <a:cubicBezTo>
                      <a:pt x="156" y="2"/>
                      <a:pt x="146" y="1"/>
                      <a:pt x="136"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0" name="Google Shape;400;p18"/>
              <p:cNvSpPr/>
              <p:nvPr/>
            </p:nvSpPr>
            <p:spPr>
              <a:xfrm>
                <a:off x="4762900" y="3191400"/>
                <a:ext cx="8650" cy="10400"/>
              </a:xfrm>
              <a:custGeom>
                <a:avLst/>
                <a:gdLst/>
                <a:ahLst/>
                <a:cxnLst/>
                <a:rect l="l" t="t" r="r" b="b"/>
                <a:pathLst>
                  <a:path w="346" h="416" extrusionOk="0">
                    <a:moveTo>
                      <a:pt x="151" y="1"/>
                    </a:moveTo>
                    <a:cubicBezTo>
                      <a:pt x="142" y="1"/>
                      <a:pt x="133" y="2"/>
                      <a:pt x="125" y="5"/>
                    </a:cubicBezTo>
                    <a:cubicBezTo>
                      <a:pt x="102" y="5"/>
                      <a:pt x="85" y="11"/>
                      <a:pt x="69" y="22"/>
                    </a:cubicBezTo>
                    <a:lnTo>
                      <a:pt x="40" y="45"/>
                    </a:lnTo>
                    <a:cubicBezTo>
                      <a:pt x="23" y="62"/>
                      <a:pt x="12" y="78"/>
                      <a:pt x="6" y="107"/>
                    </a:cubicBezTo>
                    <a:lnTo>
                      <a:pt x="1" y="141"/>
                    </a:lnTo>
                    <a:cubicBezTo>
                      <a:pt x="1" y="169"/>
                      <a:pt x="6" y="191"/>
                      <a:pt x="18" y="214"/>
                    </a:cubicBezTo>
                    <a:cubicBezTo>
                      <a:pt x="18" y="214"/>
                      <a:pt x="18" y="214"/>
                      <a:pt x="18" y="214"/>
                    </a:cubicBezTo>
                    <a:lnTo>
                      <a:pt x="18" y="214"/>
                    </a:lnTo>
                    <a:cubicBezTo>
                      <a:pt x="34" y="243"/>
                      <a:pt x="48" y="275"/>
                      <a:pt x="63" y="306"/>
                    </a:cubicBezTo>
                    <a:lnTo>
                      <a:pt x="63" y="306"/>
                    </a:lnTo>
                    <a:cubicBezTo>
                      <a:pt x="63" y="308"/>
                      <a:pt x="63" y="310"/>
                      <a:pt x="63" y="310"/>
                    </a:cubicBezTo>
                    <a:cubicBezTo>
                      <a:pt x="66" y="321"/>
                      <a:pt x="72" y="332"/>
                      <a:pt x="79" y="342"/>
                    </a:cubicBezTo>
                    <a:lnTo>
                      <a:pt x="79" y="342"/>
                    </a:lnTo>
                    <a:cubicBezTo>
                      <a:pt x="79" y="343"/>
                      <a:pt x="80" y="343"/>
                      <a:pt x="80" y="344"/>
                    </a:cubicBezTo>
                    <a:cubicBezTo>
                      <a:pt x="80" y="344"/>
                      <a:pt x="80" y="343"/>
                      <a:pt x="80" y="343"/>
                    </a:cubicBezTo>
                    <a:lnTo>
                      <a:pt x="80" y="343"/>
                    </a:lnTo>
                    <a:cubicBezTo>
                      <a:pt x="83" y="349"/>
                      <a:pt x="87" y="355"/>
                      <a:pt x="91" y="361"/>
                    </a:cubicBezTo>
                    <a:cubicBezTo>
                      <a:pt x="102" y="372"/>
                      <a:pt x="114" y="383"/>
                      <a:pt x="131" y="395"/>
                    </a:cubicBezTo>
                    <a:cubicBezTo>
                      <a:pt x="148" y="406"/>
                      <a:pt x="165" y="412"/>
                      <a:pt x="181" y="412"/>
                    </a:cubicBezTo>
                    <a:cubicBezTo>
                      <a:pt x="191" y="414"/>
                      <a:pt x="199" y="415"/>
                      <a:pt x="207" y="415"/>
                    </a:cubicBezTo>
                    <a:cubicBezTo>
                      <a:pt x="218" y="415"/>
                      <a:pt x="228" y="413"/>
                      <a:pt x="238" y="406"/>
                    </a:cubicBezTo>
                    <a:cubicBezTo>
                      <a:pt x="249" y="406"/>
                      <a:pt x="261" y="400"/>
                      <a:pt x="272" y="395"/>
                    </a:cubicBezTo>
                    <a:cubicBezTo>
                      <a:pt x="294" y="383"/>
                      <a:pt x="311" y="366"/>
                      <a:pt x="323" y="344"/>
                    </a:cubicBezTo>
                    <a:cubicBezTo>
                      <a:pt x="328" y="333"/>
                      <a:pt x="334" y="321"/>
                      <a:pt x="340" y="310"/>
                    </a:cubicBezTo>
                    <a:cubicBezTo>
                      <a:pt x="345" y="287"/>
                      <a:pt x="345" y="259"/>
                      <a:pt x="340" y="237"/>
                    </a:cubicBezTo>
                    <a:cubicBezTo>
                      <a:pt x="317" y="180"/>
                      <a:pt x="289" y="124"/>
                      <a:pt x="266" y="73"/>
                    </a:cubicBezTo>
                    <a:cubicBezTo>
                      <a:pt x="255" y="56"/>
                      <a:pt x="244" y="39"/>
                      <a:pt x="227" y="33"/>
                    </a:cubicBezTo>
                    <a:cubicBezTo>
                      <a:pt x="215" y="16"/>
                      <a:pt x="198" y="11"/>
                      <a:pt x="181" y="5"/>
                    </a:cubicBezTo>
                    <a:cubicBezTo>
                      <a:pt x="170" y="2"/>
                      <a:pt x="160" y="1"/>
                      <a:pt x="151"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1" name="Google Shape;401;p18"/>
              <p:cNvSpPr/>
              <p:nvPr/>
            </p:nvSpPr>
            <p:spPr>
              <a:xfrm>
                <a:off x="4772075" y="3222725"/>
                <a:ext cx="7950" cy="12875"/>
              </a:xfrm>
              <a:custGeom>
                <a:avLst/>
                <a:gdLst/>
                <a:ahLst/>
                <a:cxnLst/>
                <a:rect l="l" t="t" r="r" b="b"/>
                <a:pathLst>
                  <a:path w="318" h="515" extrusionOk="0">
                    <a:moveTo>
                      <a:pt x="145" y="0"/>
                    </a:moveTo>
                    <a:cubicBezTo>
                      <a:pt x="132" y="0"/>
                      <a:pt x="119" y="2"/>
                      <a:pt x="108" y="6"/>
                    </a:cubicBezTo>
                    <a:cubicBezTo>
                      <a:pt x="74" y="17"/>
                      <a:pt x="40" y="40"/>
                      <a:pt x="23" y="74"/>
                    </a:cubicBezTo>
                    <a:cubicBezTo>
                      <a:pt x="18" y="85"/>
                      <a:pt x="12" y="96"/>
                      <a:pt x="12" y="102"/>
                    </a:cubicBezTo>
                    <a:cubicBezTo>
                      <a:pt x="1" y="130"/>
                      <a:pt x="1" y="153"/>
                      <a:pt x="12" y="181"/>
                    </a:cubicBezTo>
                    <a:cubicBezTo>
                      <a:pt x="12" y="183"/>
                      <a:pt x="12" y="185"/>
                      <a:pt x="12" y="187"/>
                    </a:cubicBezTo>
                    <a:lnTo>
                      <a:pt x="12" y="187"/>
                    </a:lnTo>
                    <a:lnTo>
                      <a:pt x="12" y="186"/>
                    </a:lnTo>
                    <a:lnTo>
                      <a:pt x="12" y="186"/>
                    </a:lnTo>
                    <a:cubicBezTo>
                      <a:pt x="12" y="186"/>
                      <a:pt x="12" y="186"/>
                      <a:pt x="12" y="186"/>
                    </a:cubicBezTo>
                    <a:lnTo>
                      <a:pt x="12" y="186"/>
                    </a:lnTo>
                    <a:cubicBezTo>
                      <a:pt x="12" y="195"/>
                      <a:pt x="12" y="204"/>
                      <a:pt x="15" y="215"/>
                    </a:cubicBezTo>
                    <a:lnTo>
                      <a:pt x="15" y="215"/>
                    </a:lnTo>
                    <a:cubicBezTo>
                      <a:pt x="20" y="268"/>
                      <a:pt x="24" y="320"/>
                      <a:pt x="29" y="373"/>
                    </a:cubicBezTo>
                    <a:cubicBezTo>
                      <a:pt x="29" y="390"/>
                      <a:pt x="35" y="407"/>
                      <a:pt x="46" y="424"/>
                    </a:cubicBezTo>
                    <a:cubicBezTo>
                      <a:pt x="52" y="441"/>
                      <a:pt x="57" y="458"/>
                      <a:pt x="74" y="469"/>
                    </a:cubicBezTo>
                    <a:cubicBezTo>
                      <a:pt x="97" y="497"/>
                      <a:pt x="136" y="514"/>
                      <a:pt x="170" y="514"/>
                    </a:cubicBezTo>
                    <a:cubicBezTo>
                      <a:pt x="210" y="508"/>
                      <a:pt x="249" y="497"/>
                      <a:pt x="272" y="469"/>
                    </a:cubicBezTo>
                    <a:cubicBezTo>
                      <a:pt x="295" y="446"/>
                      <a:pt x="317" y="407"/>
                      <a:pt x="311" y="373"/>
                    </a:cubicBezTo>
                    <a:cubicBezTo>
                      <a:pt x="306" y="282"/>
                      <a:pt x="295" y="192"/>
                      <a:pt x="283" y="102"/>
                    </a:cubicBezTo>
                    <a:cubicBezTo>
                      <a:pt x="278" y="85"/>
                      <a:pt x="272" y="68"/>
                      <a:pt x="255" y="57"/>
                    </a:cubicBezTo>
                    <a:cubicBezTo>
                      <a:pt x="249" y="40"/>
                      <a:pt x="232" y="28"/>
                      <a:pt x="215" y="23"/>
                    </a:cubicBezTo>
                    <a:cubicBezTo>
                      <a:pt x="197" y="8"/>
                      <a:pt x="170" y="0"/>
                      <a:pt x="145"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2" name="Google Shape;402;p18"/>
              <p:cNvSpPr/>
              <p:nvPr/>
            </p:nvSpPr>
            <p:spPr>
              <a:xfrm>
                <a:off x="4753175" y="3174050"/>
                <a:ext cx="8350" cy="9025"/>
              </a:xfrm>
              <a:custGeom>
                <a:avLst/>
                <a:gdLst/>
                <a:ahLst/>
                <a:cxnLst/>
                <a:rect l="l" t="t" r="r" b="b"/>
                <a:pathLst>
                  <a:path w="334" h="361" extrusionOk="0">
                    <a:moveTo>
                      <a:pt x="150" y="0"/>
                    </a:moveTo>
                    <a:cubicBezTo>
                      <a:pt x="141" y="0"/>
                      <a:pt x="133" y="2"/>
                      <a:pt x="124" y="4"/>
                    </a:cubicBezTo>
                    <a:cubicBezTo>
                      <a:pt x="102" y="4"/>
                      <a:pt x="85" y="10"/>
                      <a:pt x="74" y="21"/>
                    </a:cubicBezTo>
                    <a:cubicBezTo>
                      <a:pt x="62" y="27"/>
                      <a:pt x="51" y="33"/>
                      <a:pt x="40" y="38"/>
                    </a:cubicBezTo>
                    <a:cubicBezTo>
                      <a:pt x="23" y="61"/>
                      <a:pt x="11" y="78"/>
                      <a:pt x="6" y="100"/>
                    </a:cubicBezTo>
                    <a:cubicBezTo>
                      <a:pt x="6" y="117"/>
                      <a:pt x="0" y="129"/>
                      <a:pt x="0" y="140"/>
                    </a:cubicBezTo>
                    <a:cubicBezTo>
                      <a:pt x="0" y="168"/>
                      <a:pt x="6" y="191"/>
                      <a:pt x="23" y="213"/>
                    </a:cubicBezTo>
                    <a:cubicBezTo>
                      <a:pt x="40" y="236"/>
                      <a:pt x="57" y="264"/>
                      <a:pt x="74" y="292"/>
                    </a:cubicBezTo>
                    <a:cubicBezTo>
                      <a:pt x="79" y="304"/>
                      <a:pt x="90" y="321"/>
                      <a:pt x="107" y="332"/>
                    </a:cubicBezTo>
                    <a:cubicBezTo>
                      <a:pt x="119" y="343"/>
                      <a:pt x="136" y="349"/>
                      <a:pt x="158" y="355"/>
                    </a:cubicBezTo>
                    <a:cubicBezTo>
                      <a:pt x="175" y="360"/>
                      <a:pt x="192" y="360"/>
                      <a:pt x="209" y="360"/>
                    </a:cubicBezTo>
                    <a:cubicBezTo>
                      <a:pt x="232" y="355"/>
                      <a:pt x="249" y="349"/>
                      <a:pt x="266" y="343"/>
                    </a:cubicBezTo>
                    <a:lnTo>
                      <a:pt x="294" y="321"/>
                    </a:lnTo>
                    <a:cubicBezTo>
                      <a:pt x="311" y="304"/>
                      <a:pt x="322" y="281"/>
                      <a:pt x="328" y="259"/>
                    </a:cubicBezTo>
                    <a:lnTo>
                      <a:pt x="333" y="219"/>
                    </a:lnTo>
                    <a:cubicBezTo>
                      <a:pt x="333" y="191"/>
                      <a:pt x="328" y="168"/>
                      <a:pt x="316" y="146"/>
                    </a:cubicBezTo>
                    <a:cubicBezTo>
                      <a:pt x="299" y="123"/>
                      <a:pt x="282" y="95"/>
                      <a:pt x="266" y="67"/>
                    </a:cubicBezTo>
                    <a:cubicBezTo>
                      <a:pt x="254" y="55"/>
                      <a:pt x="243" y="38"/>
                      <a:pt x="226" y="27"/>
                    </a:cubicBezTo>
                    <a:cubicBezTo>
                      <a:pt x="215" y="16"/>
                      <a:pt x="198" y="10"/>
                      <a:pt x="181" y="4"/>
                    </a:cubicBezTo>
                    <a:cubicBezTo>
                      <a:pt x="170" y="2"/>
                      <a:pt x="160" y="0"/>
                      <a:pt x="150"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3" name="Google Shape;403;p18"/>
              <p:cNvSpPr/>
              <p:nvPr/>
            </p:nvSpPr>
            <p:spPr>
              <a:xfrm>
                <a:off x="4773075" y="3231325"/>
                <a:ext cx="7500" cy="15850"/>
              </a:xfrm>
              <a:custGeom>
                <a:avLst/>
                <a:gdLst/>
                <a:ahLst/>
                <a:cxnLst/>
                <a:rect l="l" t="t" r="r" b="b"/>
                <a:pathLst>
                  <a:path w="300" h="634" extrusionOk="0">
                    <a:moveTo>
                      <a:pt x="147" y="1"/>
                    </a:moveTo>
                    <a:cubicBezTo>
                      <a:pt x="108" y="1"/>
                      <a:pt x="68" y="12"/>
                      <a:pt x="46" y="40"/>
                    </a:cubicBezTo>
                    <a:cubicBezTo>
                      <a:pt x="23" y="68"/>
                      <a:pt x="0" y="102"/>
                      <a:pt x="6" y="142"/>
                    </a:cubicBezTo>
                    <a:cubicBezTo>
                      <a:pt x="12" y="260"/>
                      <a:pt x="17" y="373"/>
                      <a:pt x="17" y="492"/>
                    </a:cubicBezTo>
                    <a:cubicBezTo>
                      <a:pt x="17" y="563"/>
                      <a:pt x="75" y="633"/>
                      <a:pt x="150" y="633"/>
                    </a:cubicBezTo>
                    <a:cubicBezTo>
                      <a:pt x="153" y="633"/>
                      <a:pt x="156" y="633"/>
                      <a:pt x="158" y="633"/>
                    </a:cubicBezTo>
                    <a:cubicBezTo>
                      <a:pt x="232" y="633"/>
                      <a:pt x="300" y="571"/>
                      <a:pt x="300" y="492"/>
                    </a:cubicBezTo>
                    <a:cubicBezTo>
                      <a:pt x="300" y="373"/>
                      <a:pt x="294" y="260"/>
                      <a:pt x="288" y="142"/>
                    </a:cubicBezTo>
                    <a:cubicBezTo>
                      <a:pt x="283" y="102"/>
                      <a:pt x="271" y="68"/>
                      <a:pt x="243" y="40"/>
                    </a:cubicBezTo>
                    <a:cubicBezTo>
                      <a:pt x="221" y="18"/>
                      <a:pt x="181" y="1"/>
                      <a:pt x="147"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4" name="Google Shape;404;p18"/>
              <p:cNvSpPr/>
              <p:nvPr/>
            </p:nvSpPr>
            <p:spPr>
              <a:xfrm>
                <a:off x="4770525" y="3214325"/>
                <a:ext cx="8225" cy="12075"/>
              </a:xfrm>
              <a:custGeom>
                <a:avLst/>
                <a:gdLst/>
                <a:ahLst/>
                <a:cxnLst/>
                <a:rect l="l" t="t" r="r" b="b"/>
                <a:pathLst>
                  <a:path w="329" h="483" extrusionOk="0">
                    <a:moveTo>
                      <a:pt x="148" y="1"/>
                    </a:moveTo>
                    <a:cubicBezTo>
                      <a:pt x="135" y="1"/>
                      <a:pt x="120" y="5"/>
                      <a:pt x="108" y="9"/>
                    </a:cubicBezTo>
                    <a:cubicBezTo>
                      <a:pt x="74" y="20"/>
                      <a:pt x="40" y="37"/>
                      <a:pt x="23" y="71"/>
                    </a:cubicBezTo>
                    <a:cubicBezTo>
                      <a:pt x="6" y="105"/>
                      <a:pt x="1" y="144"/>
                      <a:pt x="6" y="178"/>
                    </a:cubicBezTo>
                    <a:cubicBezTo>
                      <a:pt x="23" y="246"/>
                      <a:pt x="35" y="314"/>
                      <a:pt x="52" y="381"/>
                    </a:cubicBezTo>
                    <a:cubicBezTo>
                      <a:pt x="52" y="398"/>
                      <a:pt x="63" y="415"/>
                      <a:pt x="74" y="426"/>
                    </a:cubicBezTo>
                    <a:cubicBezTo>
                      <a:pt x="85" y="443"/>
                      <a:pt x="97" y="455"/>
                      <a:pt x="114" y="466"/>
                    </a:cubicBezTo>
                    <a:cubicBezTo>
                      <a:pt x="131" y="477"/>
                      <a:pt x="148" y="483"/>
                      <a:pt x="164" y="483"/>
                    </a:cubicBezTo>
                    <a:cubicBezTo>
                      <a:pt x="187" y="483"/>
                      <a:pt x="204" y="483"/>
                      <a:pt x="221" y="477"/>
                    </a:cubicBezTo>
                    <a:cubicBezTo>
                      <a:pt x="255" y="466"/>
                      <a:pt x="289" y="449"/>
                      <a:pt x="306" y="415"/>
                    </a:cubicBezTo>
                    <a:lnTo>
                      <a:pt x="323" y="381"/>
                    </a:lnTo>
                    <a:cubicBezTo>
                      <a:pt x="328" y="353"/>
                      <a:pt x="328" y="330"/>
                      <a:pt x="323" y="308"/>
                    </a:cubicBezTo>
                    <a:cubicBezTo>
                      <a:pt x="311" y="240"/>
                      <a:pt x="294" y="172"/>
                      <a:pt x="283" y="105"/>
                    </a:cubicBezTo>
                    <a:cubicBezTo>
                      <a:pt x="277" y="88"/>
                      <a:pt x="266" y="71"/>
                      <a:pt x="255" y="59"/>
                    </a:cubicBezTo>
                    <a:cubicBezTo>
                      <a:pt x="244" y="42"/>
                      <a:pt x="232" y="31"/>
                      <a:pt x="215" y="20"/>
                    </a:cubicBezTo>
                    <a:cubicBezTo>
                      <a:pt x="198" y="9"/>
                      <a:pt x="181" y="3"/>
                      <a:pt x="164" y="3"/>
                    </a:cubicBezTo>
                    <a:cubicBezTo>
                      <a:pt x="160" y="1"/>
                      <a:pt x="154" y="1"/>
                      <a:pt x="148"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5" name="Google Shape;405;p18"/>
              <p:cNvSpPr/>
              <p:nvPr/>
            </p:nvSpPr>
            <p:spPr>
              <a:xfrm>
                <a:off x="4768275" y="3206225"/>
                <a:ext cx="8625" cy="11675"/>
              </a:xfrm>
              <a:custGeom>
                <a:avLst/>
                <a:gdLst/>
                <a:ahLst/>
                <a:cxnLst/>
                <a:rect l="l" t="t" r="r" b="b"/>
                <a:pathLst>
                  <a:path w="345" h="467" extrusionOk="0">
                    <a:moveTo>
                      <a:pt x="139" y="1"/>
                    </a:moveTo>
                    <a:cubicBezTo>
                      <a:pt x="130" y="1"/>
                      <a:pt x="122" y="2"/>
                      <a:pt x="113" y="5"/>
                    </a:cubicBezTo>
                    <a:cubicBezTo>
                      <a:pt x="79" y="16"/>
                      <a:pt x="46" y="39"/>
                      <a:pt x="29" y="73"/>
                    </a:cubicBezTo>
                    <a:cubicBezTo>
                      <a:pt x="12" y="101"/>
                      <a:pt x="0" y="141"/>
                      <a:pt x="12" y="180"/>
                    </a:cubicBezTo>
                    <a:cubicBezTo>
                      <a:pt x="34" y="242"/>
                      <a:pt x="51" y="299"/>
                      <a:pt x="62" y="361"/>
                    </a:cubicBezTo>
                    <a:cubicBezTo>
                      <a:pt x="74" y="395"/>
                      <a:pt x="102" y="429"/>
                      <a:pt x="130" y="446"/>
                    </a:cubicBezTo>
                    <a:cubicBezTo>
                      <a:pt x="147" y="457"/>
                      <a:pt x="164" y="462"/>
                      <a:pt x="181" y="462"/>
                    </a:cubicBezTo>
                    <a:cubicBezTo>
                      <a:pt x="192" y="465"/>
                      <a:pt x="202" y="467"/>
                      <a:pt x="211" y="467"/>
                    </a:cubicBezTo>
                    <a:cubicBezTo>
                      <a:pt x="221" y="467"/>
                      <a:pt x="229" y="465"/>
                      <a:pt x="238" y="462"/>
                    </a:cubicBezTo>
                    <a:cubicBezTo>
                      <a:pt x="271" y="451"/>
                      <a:pt x="305" y="429"/>
                      <a:pt x="322" y="395"/>
                    </a:cubicBezTo>
                    <a:cubicBezTo>
                      <a:pt x="339" y="361"/>
                      <a:pt x="345" y="327"/>
                      <a:pt x="339" y="287"/>
                    </a:cubicBezTo>
                    <a:cubicBezTo>
                      <a:pt x="322" y="225"/>
                      <a:pt x="305" y="163"/>
                      <a:pt x="288" y="101"/>
                    </a:cubicBezTo>
                    <a:cubicBezTo>
                      <a:pt x="277" y="67"/>
                      <a:pt x="254" y="39"/>
                      <a:pt x="221" y="22"/>
                    </a:cubicBezTo>
                    <a:cubicBezTo>
                      <a:pt x="204" y="11"/>
                      <a:pt x="187" y="5"/>
                      <a:pt x="170" y="5"/>
                    </a:cubicBezTo>
                    <a:cubicBezTo>
                      <a:pt x="158" y="2"/>
                      <a:pt x="149" y="1"/>
                      <a:pt x="139"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6" name="Google Shape;406;p18"/>
              <p:cNvSpPr/>
              <p:nvPr/>
            </p:nvSpPr>
            <p:spPr>
              <a:xfrm>
                <a:off x="4744000" y="3162150"/>
                <a:ext cx="7775" cy="7925"/>
              </a:xfrm>
              <a:custGeom>
                <a:avLst/>
                <a:gdLst/>
                <a:ahLst/>
                <a:cxnLst/>
                <a:rect l="l" t="t" r="r" b="b"/>
                <a:pathLst>
                  <a:path w="311" h="317" extrusionOk="0">
                    <a:moveTo>
                      <a:pt x="141" y="0"/>
                    </a:moveTo>
                    <a:cubicBezTo>
                      <a:pt x="119" y="0"/>
                      <a:pt x="102" y="6"/>
                      <a:pt x="85" y="12"/>
                    </a:cubicBezTo>
                    <a:cubicBezTo>
                      <a:pt x="68" y="17"/>
                      <a:pt x="51" y="29"/>
                      <a:pt x="40" y="40"/>
                    </a:cubicBezTo>
                    <a:lnTo>
                      <a:pt x="17" y="68"/>
                    </a:lnTo>
                    <a:cubicBezTo>
                      <a:pt x="6" y="91"/>
                      <a:pt x="0" y="113"/>
                      <a:pt x="0" y="142"/>
                    </a:cubicBezTo>
                    <a:lnTo>
                      <a:pt x="6" y="181"/>
                    </a:lnTo>
                    <a:cubicBezTo>
                      <a:pt x="11" y="204"/>
                      <a:pt x="23" y="226"/>
                      <a:pt x="40" y="243"/>
                    </a:cubicBezTo>
                    <a:cubicBezTo>
                      <a:pt x="51" y="255"/>
                      <a:pt x="62" y="266"/>
                      <a:pt x="73" y="277"/>
                    </a:cubicBezTo>
                    <a:cubicBezTo>
                      <a:pt x="85" y="288"/>
                      <a:pt x="96" y="300"/>
                      <a:pt x="119" y="305"/>
                    </a:cubicBezTo>
                    <a:cubicBezTo>
                      <a:pt x="136" y="311"/>
                      <a:pt x="152" y="317"/>
                      <a:pt x="169" y="317"/>
                    </a:cubicBezTo>
                    <a:cubicBezTo>
                      <a:pt x="192" y="317"/>
                      <a:pt x="209" y="311"/>
                      <a:pt x="226" y="305"/>
                    </a:cubicBezTo>
                    <a:cubicBezTo>
                      <a:pt x="243" y="300"/>
                      <a:pt x="260" y="288"/>
                      <a:pt x="271" y="277"/>
                    </a:cubicBezTo>
                    <a:lnTo>
                      <a:pt x="294" y="249"/>
                    </a:lnTo>
                    <a:cubicBezTo>
                      <a:pt x="305" y="226"/>
                      <a:pt x="311" y="204"/>
                      <a:pt x="311" y="175"/>
                    </a:cubicBezTo>
                    <a:cubicBezTo>
                      <a:pt x="311" y="164"/>
                      <a:pt x="311" y="153"/>
                      <a:pt x="305" y="136"/>
                    </a:cubicBezTo>
                    <a:cubicBezTo>
                      <a:pt x="299" y="113"/>
                      <a:pt x="288" y="91"/>
                      <a:pt x="271" y="74"/>
                    </a:cubicBezTo>
                    <a:cubicBezTo>
                      <a:pt x="260" y="63"/>
                      <a:pt x="249" y="51"/>
                      <a:pt x="237" y="40"/>
                    </a:cubicBezTo>
                    <a:cubicBezTo>
                      <a:pt x="226" y="29"/>
                      <a:pt x="209" y="17"/>
                      <a:pt x="192" y="12"/>
                    </a:cubicBezTo>
                    <a:cubicBezTo>
                      <a:pt x="175" y="6"/>
                      <a:pt x="158" y="0"/>
                      <a:pt x="141"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7" name="Google Shape;407;p18"/>
              <p:cNvSpPr/>
              <p:nvPr/>
            </p:nvSpPr>
            <p:spPr>
              <a:xfrm>
                <a:off x="4748650" y="3167800"/>
                <a:ext cx="8200" cy="8600"/>
              </a:xfrm>
              <a:custGeom>
                <a:avLst/>
                <a:gdLst/>
                <a:ahLst/>
                <a:cxnLst/>
                <a:rect l="l" t="t" r="r" b="b"/>
                <a:pathLst>
                  <a:path w="328" h="344" extrusionOk="0">
                    <a:moveTo>
                      <a:pt x="142" y="0"/>
                    </a:moveTo>
                    <a:cubicBezTo>
                      <a:pt x="119" y="0"/>
                      <a:pt x="102" y="0"/>
                      <a:pt x="85" y="12"/>
                    </a:cubicBezTo>
                    <a:cubicBezTo>
                      <a:pt x="68" y="17"/>
                      <a:pt x="51" y="29"/>
                      <a:pt x="40" y="40"/>
                    </a:cubicBezTo>
                    <a:lnTo>
                      <a:pt x="17" y="68"/>
                    </a:lnTo>
                    <a:cubicBezTo>
                      <a:pt x="6" y="91"/>
                      <a:pt x="0" y="113"/>
                      <a:pt x="0" y="141"/>
                    </a:cubicBezTo>
                    <a:cubicBezTo>
                      <a:pt x="0" y="153"/>
                      <a:pt x="0" y="164"/>
                      <a:pt x="6" y="175"/>
                    </a:cubicBezTo>
                    <a:cubicBezTo>
                      <a:pt x="12" y="204"/>
                      <a:pt x="23" y="221"/>
                      <a:pt x="40" y="243"/>
                    </a:cubicBezTo>
                    <a:lnTo>
                      <a:pt x="41" y="245"/>
                    </a:lnTo>
                    <a:lnTo>
                      <a:pt x="41" y="245"/>
                    </a:lnTo>
                    <a:cubicBezTo>
                      <a:pt x="49" y="255"/>
                      <a:pt x="57" y="264"/>
                      <a:pt x="68" y="271"/>
                    </a:cubicBezTo>
                    <a:cubicBezTo>
                      <a:pt x="74" y="288"/>
                      <a:pt x="85" y="305"/>
                      <a:pt x="102" y="311"/>
                    </a:cubicBezTo>
                    <a:cubicBezTo>
                      <a:pt x="119" y="328"/>
                      <a:pt x="130" y="334"/>
                      <a:pt x="153" y="339"/>
                    </a:cubicBezTo>
                    <a:cubicBezTo>
                      <a:pt x="161" y="342"/>
                      <a:pt x="170" y="343"/>
                      <a:pt x="179" y="343"/>
                    </a:cubicBezTo>
                    <a:cubicBezTo>
                      <a:pt x="188" y="343"/>
                      <a:pt x="198" y="342"/>
                      <a:pt x="209" y="339"/>
                    </a:cubicBezTo>
                    <a:cubicBezTo>
                      <a:pt x="226" y="339"/>
                      <a:pt x="243" y="334"/>
                      <a:pt x="260" y="322"/>
                    </a:cubicBezTo>
                    <a:lnTo>
                      <a:pt x="288" y="305"/>
                    </a:lnTo>
                    <a:cubicBezTo>
                      <a:pt x="305" y="283"/>
                      <a:pt x="317" y="266"/>
                      <a:pt x="322" y="243"/>
                    </a:cubicBezTo>
                    <a:lnTo>
                      <a:pt x="328" y="204"/>
                    </a:lnTo>
                    <a:cubicBezTo>
                      <a:pt x="328" y="175"/>
                      <a:pt x="322" y="153"/>
                      <a:pt x="311" y="130"/>
                    </a:cubicBezTo>
                    <a:cubicBezTo>
                      <a:pt x="288" y="102"/>
                      <a:pt x="266" y="68"/>
                      <a:pt x="238" y="40"/>
                    </a:cubicBezTo>
                    <a:cubicBezTo>
                      <a:pt x="226" y="29"/>
                      <a:pt x="215" y="17"/>
                      <a:pt x="192" y="12"/>
                    </a:cubicBezTo>
                    <a:cubicBezTo>
                      <a:pt x="175" y="0"/>
                      <a:pt x="159" y="0"/>
                      <a:pt x="14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8" name="Google Shape;408;p18"/>
              <p:cNvSpPr/>
              <p:nvPr/>
            </p:nvSpPr>
            <p:spPr>
              <a:xfrm>
                <a:off x="4484925" y="3138725"/>
                <a:ext cx="336850" cy="477075"/>
              </a:xfrm>
              <a:custGeom>
                <a:avLst/>
                <a:gdLst/>
                <a:ahLst/>
                <a:cxnLst/>
                <a:rect l="l" t="t" r="r" b="b"/>
                <a:pathLst>
                  <a:path w="13474" h="19083" extrusionOk="0">
                    <a:moveTo>
                      <a:pt x="9707" y="536"/>
                    </a:moveTo>
                    <a:lnTo>
                      <a:pt x="9707" y="536"/>
                    </a:lnTo>
                    <a:cubicBezTo>
                      <a:pt x="10371" y="1035"/>
                      <a:pt x="10918" y="1715"/>
                      <a:pt x="11216" y="2490"/>
                    </a:cubicBezTo>
                    <a:cubicBezTo>
                      <a:pt x="11396" y="2970"/>
                      <a:pt x="11509" y="3462"/>
                      <a:pt x="11538" y="3976"/>
                    </a:cubicBezTo>
                    <a:cubicBezTo>
                      <a:pt x="11549" y="4185"/>
                      <a:pt x="11543" y="4399"/>
                      <a:pt x="11543" y="4608"/>
                    </a:cubicBezTo>
                    <a:lnTo>
                      <a:pt x="11543" y="5755"/>
                    </a:lnTo>
                    <a:cubicBezTo>
                      <a:pt x="11543" y="5992"/>
                      <a:pt x="11532" y="6229"/>
                      <a:pt x="11543" y="6466"/>
                    </a:cubicBezTo>
                    <a:cubicBezTo>
                      <a:pt x="11549" y="6602"/>
                      <a:pt x="11713" y="6686"/>
                      <a:pt x="11814" y="6765"/>
                    </a:cubicBezTo>
                    <a:cubicBezTo>
                      <a:pt x="12193" y="7065"/>
                      <a:pt x="12577" y="7364"/>
                      <a:pt x="12955" y="7669"/>
                    </a:cubicBezTo>
                    <a:cubicBezTo>
                      <a:pt x="13136" y="7816"/>
                      <a:pt x="13221" y="8030"/>
                      <a:pt x="13130" y="8251"/>
                    </a:cubicBezTo>
                    <a:cubicBezTo>
                      <a:pt x="13034" y="8477"/>
                      <a:pt x="12808" y="8590"/>
                      <a:pt x="12577" y="8590"/>
                    </a:cubicBezTo>
                    <a:cubicBezTo>
                      <a:pt x="12477" y="8591"/>
                      <a:pt x="12378" y="8592"/>
                      <a:pt x="12279" y="8592"/>
                    </a:cubicBezTo>
                    <a:cubicBezTo>
                      <a:pt x="12081" y="8592"/>
                      <a:pt x="11884" y="8590"/>
                      <a:pt x="11684" y="8590"/>
                    </a:cubicBezTo>
                    <a:cubicBezTo>
                      <a:pt x="11605" y="8590"/>
                      <a:pt x="11543" y="8657"/>
                      <a:pt x="11543" y="8731"/>
                    </a:cubicBezTo>
                    <a:cubicBezTo>
                      <a:pt x="11543" y="9030"/>
                      <a:pt x="11549" y="9329"/>
                      <a:pt x="11538" y="9623"/>
                    </a:cubicBezTo>
                    <a:cubicBezTo>
                      <a:pt x="11515" y="10154"/>
                      <a:pt x="11408" y="10685"/>
                      <a:pt x="11210" y="11182"/>
                    </a:cubicBezTo>
                    <a:cubicBezTo>
                      <a:pt x="10832" y="12147"/>
                      <a:pt x="10126" y="12983"/>
                      <a:pt x="9239" y="13525"/>
                    </a:cubicBezTo>
                    <a:cubicBezTo>
                      <a:pt x="8748" y="13822"/>
                      <a:pt x="8210" y="14026"/>
                      <a:pt x="7645" y="14138"/>
                    </a:cubicBezTo>
                    <a:lnTo>
                      <a:pt x="7645" y="14138"/>
                    </a:lnTo>
                    <a:cubicBezTo>
                      <a:pt x="7652" y="14108"/>
                      <a:pt x="7659" y="14078"/>
                      <a:pt x="7664" y="14051"/>
                    </a:cubicBezTo>
                    <a:cubicBezTo>
                      <a:pt x="7703" y="13825"/>
                      <a:pt x="7720" y="13599"/>
                      <a:pt x="7709" y="13373"/>
                    </a:cubicBezTo>
                    <a:cubicBezTo>
                      <a:pt x="7675" y="12475"/>
                      <a:pt x="7285" y="11628"/>
                      <a:pt x="6783" y="10894"/>
                    </a:cubicBezTo>
                    <a:cubicBezTo>
                      <a:pt x="6382" y="10306"/>
                      <a:pt x="5896" y="9770"/>
                      <a:pt x="5371" y="9290"/>
                    </a:cubicBezTo>
                    <a:cubicBezTo>
                      <a:pt x="5128" y="9070"/>
                      <a:pt x="4874" y="8889"/>
                      <a:pt x="4687" y="8606"/>
                    </a:cubicBezTo>
                    <a:cubicBezTo>
                      <a:pt x="4416" y="8194"/>
                      <a:pt x="4320" y="7703"/>
                      <a:pt x="4462" y="7223"/>
                    </a:cubicBezTo>
                    <a:cubicBezTo>
                      <a:pt x="4563" y="6890"/>
                      <a:pt x="4795" y="6624"/>
                      <a:pt x="5134" y="6528"/>
                    </a:cubicBezTo>
                    <a:cubicBezTo>
                      <a:pt x="5184" y="6517"/>
                      <a:pt x="5235" y="6506"/>
                      <a:pt x="5286" y="6494"/>
                    </a:cubicBezTo>
                    <a:cubicBezTo>
                      <a:pt x="5294" y="6493"/>
                      <a:pt x="5298" y="6493"/>
                      <a:pt x="5299" y="6493"/>
                    </a:cubicBezTo>
                    <a:cubicBezTo>
                      <a:pt x="5301" y="6493"/>
                      <a:pt x="5282" y="6496"/>
                      <a:pt x="5282" y="6496"/>
                    </a:cubicBezTo>
                    <a:cubicBezTo>
                      <a:pt x="5282" y="6496"/>
                      <a:pt x="5285" y="6496"/>
                      <a:pt x="5292" y="6494"/>
                    </a:cubicBezTo>
                    <a:lnTo>
                      <a:pt x="5326" y="6494"/>
                    </a:lnTo>
                    <a:cubicBezTo>
                      <a:pt x="5354" y="6489"/>
                      <a:pt x="5382" y="6489"/>
                      <a:pt x="5410" y="6489"/>
                    </a:cubicBezTo>
                    <a:cubicBezTo>
                      <a:pt x="5414" y="6489"/>
                      <a:pt x="5417" y="6488"/>
                      <a:pt x="5420" y="6488"/>
                    </a:cubicBezTo>
                    <a:lnTo>
                      <a:pt x="5420" y="6488"/>
                    </a:lnTo>
                    <a:cubicBezTo>
                      <a:pt x="6703" y="6429"/>
                      <a:pt x="8006" y="6056"/>
                      <a:pt x="8912" y="5099"/>
                    </a:cubicBezTo>
                    <a:cubicBezTo>
                      <a:pt x="9392" y="4597"/>
                      <a:pt x="9759" y="3976"/>
                      <a:pt x="9939" y="3298"/>
                    </a:cubicBezTo>
                    <a:cubicBezTo>
                      <a:pt x="10086" y="2739"/>
                      <a:pt x="10098" y="2152"/>
                      <a:pt x="10007" y="1587"/>
                    </a:cubicBezTo>
                    <a:cubicBezTo>
                      <a:pt x="9946" y="1225"/>
                      <a:pt x="9842" y="873"/>
                      <a:pt x="9707" y="536"/>
                    </a:cubicBezTo>
                    <a:close/>
                    <a:moveTo>
                      <a:pt x="7466" y="14937"/>
                    </a:moveTo>
                    <a:lnTo>
                      <a:pt x="7466" y="15863"/>
                    </a:lnTo>
                    <a:lnTo>
                      <a:pt x="7466" y="18359"/>
                    </a:lnTo>
                    <a:lnTo>
                      <a:pt x="7466" y="18800"/>
                    </a:lnTo>
                    <a:lnTo>
                      <a:pt x="283" y="18800"/>
                    </a:lnTo>
                    <a:lnTo>
                      <a:pt x="283" y="17586"/>
                    </a:lnTo>
                    <a:lnTo>
                      <a:pt x="3383" y="17586"/>
                    </a:lnTo>
                    <a:cubicBezTo>
                      <a:pt x="4078" y="17586"/>
                      <a:pt x="4778" y="17518"/>
                      <a:pt x="5427" y="17253"/>
                    </a:cubicBezTo>
                    <a:cubicBezTo>
                      <a:pt x="6065" y="16987"/>
                      <a:pt x="6613" y="16552"/>
                      <a:pt x="6997" y="15976"/>
                    </a:cubicBezTo>
                    <a:cubicBezTo>
                      <a:pt x="7207" y="15657"/>
                      <a:pt x="7364" y="15302"/>
                      <a:pt x="7466" y="14937"/>
                    </a:cubicBezTo>
                    <a:close/>
                    <a:moveTo>
                      <a:pt x="9374" y="0"/>
                    </a:moveTo>
                    <a:cubicBezTo>
                      <a:pt x="9277" y="0"/>
                      <a:pt x="9206" y="115"/>
                      <a:pt x="9256" y="215"/>
                    </a:cubicBezTo>
                    <a:cubicBezTo>
                      <a:pt x="9680" y="1062"/>
                      <a:pt x="9906" y="2044"/>
                      <a:pt x="9719" y="2987"/>
                    </a:cubicBezTo>
                    <a:cubicBezTo>
                      <a:pt x="9476" y="4247"/>
                      <a:pt x="8562" y="5314"/>
                      <a:pt x="7387" y="5800"/>
                    </a:cubicBezTo>
                    <a:cubicBezTo>
                      <a:pt x="6760" y="6060"/>
                      <a:pt x="6082" y="6178"/>
                      <a:pt x="5405" y="6206"/>
                    </a:cubicBezTo>
                    <a:cubicBezTo>
                      <a:pt x="5403" y="6206"/>
                      <a:pt x="5402" y="6207"/>
                      <a:pt x="5400" y="6207"/>
                    </a:cubicBezTo>
                    <a:lnTo>
                      <a:pt x="5400" y="6207"/>
                    </a:lnTo>
                    <a:cubicBezTo>
                      <a:pt x="5138" y="6214"/>
                      <a:pt x="4882" y="6287"/>
                      <a:pt x="4676" y="6438"/>
                    </a:cubicBezTo>
                    <a:cubicBezTo>
                      <a:pt x="4292" y="6715"/>
                      <a:pt x="4128" y="7178"/>
                      <a:pt x="4111" y="7635"/>
                    </a:cubicBezTo>
                    <a:cubicBezTo>
                      <a:pt x="4094" y="8234"/>
                      <a:pt x="4394" y="8844"/>
                      <a:pt x="4857" y="9216"/>
                    </a:cubicBezTo>
                    <a:cubicBezTo>
                      <a:pt x="5241" y="9527"/>
                      <a:pt x="5591" y="9877"/>
                      <a:pt x="5919" y="10250"/>
                    </a:cubicBezTo>
                    <a:cubicBezTo>
                      <a:pt x="6478" y="10877"/>
                      <a:pt x="6975" y="11600"/>
                      <a:pt x="7246" y="12407"/>
                    </a:cubicBezTo>
                    <a:cubicBezTo>
                      <a:pt x="7381" y="12831"/>
                      <a:pt x="7455" y="13271"/>
                      <a:pt x="7421" y="13717"/>
                    </a:cubicBezTo>
                    <a:cubicBezTo>
                      <a:pt x="7404" y="13949"/>
                      <a:pt x="7336" y="14158"/>
                      <a:pt x="7291" y="14384"/>
                    </a:cubicBezTo>
                    <a:cubicBezTo>
                      <a:pt x="7285" y="14412"/>
                      <a:pt x="7285" y="14440"/>
                      <a:pt x="7280" y="14468"/>
                    </a:cubicBezTo>
                    <a:cubicBezTo>
                      <a:pt x="7281" y="14453"/>
                      <a:pt x="7282" y="14447"/>
                      <a:pt x="7282" y="14447"/>
                    </a:cubicBezTo>
                    <a:lnTo>
                      <a:pt x="7282" y="14447"/>
                    </a:lnTo>
                    <a:cubicBezTo>
                      <a:pt x="7282" y="14447"/>
                      <a:pt x="7278" y="14477"/>
                      <a:pt x="7274" y="14497"/>
                    </a:cubicBezTo>
                    <a:cubicBezTo>
                      <a:pt x="7274" y="14525"/>
                      <a:pt x="7268" y="14553"/>
                      <a:pt x="7263" y="14581"/>
                    </a:cubicBezTo>
                    <a:cubicBezTo>
                      <a:pt x="7246" y="14655"/>
                      <a:pt x="7229" y="14734"/>
                      <a:pt x="7212" y="14807"/>
                    </a:cubicBezTo>
                    <a:cubicBezTo>
                      <a:pt x="7155" y="15005"/>
                      <a:pt x="7088" y="15203"/>
                      <a:pt x="7008" y="15372"/>
                    </a:cubicBezTo>
                    <a:cubicBezTo>
                      <a:pt x="6754" y="15908"/>
                      <a:pt x="6370" y="16377"/>
                      <a:pt x="5873" y="16699"/>
                    </a:cubicBezTo>
                    <a:cubicBezTo>
                      <a:pt x="5184" y="17151"/>
                      <a:pt x="4354" y="17303"/>
                      <a:pt x="3547" y="17303"/>
                    </a:cubicBezTo>
                    <a:lnTo>
                      <a:pt x="141" y="17303"/>
                    </a:lnTo>
                    <a:cubicBezTo>
                      <a:pt x="62" y="17303"/>
                      <a:pt x="0" y="17365"/>
                      <a:pt x="0" y="17445"/>
                    </a:cubicBezTo>
                    <a:lnTo>
                      <a:pt x="0" y="18941"/>
                    </a:lnTo>
                    <a:cubicBezTo>
                      <a:pt x="0" y="19015"/>
                      <a:pt x="62" y="19082"/>
                      <a:pt x="141" y="19082"/>
                    </a:cubicBezTo>
                    <a:lnTo>
                      <a:pt x="7607" y="19082"/>
                    </a:lnTo>
                    <a:cubicBezTo>
                      <a:pt x="7681" y="19082"/>
                      <a:pt x="7748" y="19015"/>
                      <a:pt x="7748" y="18941"/>
                    </a:cubicBezTo>
                    <a:lnTo>
                      <a:pt x="7748" y="17365"/>
                    </a:lnTo>
                    <a:lnTo>
                      <a:pt x="7748" y="14869"/>
                    </a:lnTo>
                    <a:lnTo>
                      <a:pt x="7748" y="14403"/>
                    </a:lnTo>
                    <a:lnTo>
                      <a:pt x="7748" y="14403"/>
                    </a:lnTo>
                    <a:cubicBezTo>
                      <a:pt x="8791" y="14194"/>
                      <a:pt x="9755" y="13651"/>
                      <a:pt x="10476" y="12870"/>
                    </a:cubicBezTo>
                    <a:cubicBezTo>
                      <a:pt x="11233" y="12051"/>
                      <a:pt x="11701" y="10995"/>
                      <a:pt x="11803" y="9888"/>
                    </a:cubicBezTo>
                    <a:cubicBezTo>
                      <a:pt x="11833" y="9551"/>
                      <a:pt x="11828" y="9214"/>
                      <a:pt x="11826" y="8872"/>
                    </a:cubicBezTo>
                    <a:lnTo>
                      <a:pt x="11826" y="8872"/>
                    </a:lnTo>
                    <a:cubicBezTo>
                      <a:pt x="11971" y="8873"/>
                      <a:pt x="12116" y="8874"/>
                      <a:pt x="12261" y="8874"/>
                    </a:cubicBezTo>
                    <a:cubicBezTo>
                      <a:pt x="12357" y="8874"/>
                      <a:pt x="12453" y="8874"/>
                      <a:pt x="12549" y="8872"/>
                    </a:cubicBezTo>
                    <a:cubicBezTo>
                      <a:pt x="12983" y="8872"/>
                      <a:pt x="13384" y="8601"/>
                      <a:pt x="13441" y="8149"/>
                    </a:cubicBezTo>
                    <a:cubicBezTo>
                      <a:pt x="13474" y="7895"/>
                      <a:pt x="13361" y="7646"/>
                      <a:pt x="13166" y="7477"/>
                    </a:cubicBezTo>
                    <a:lnTo>
                      <a:pt x="13166" y="7477"/>
                    </a:lnTo>
                    <a:cubicBezTo>
                      <a:pt x="13162" y="7473"/>
                      <a:pt x="13157" y="7469"/>
                      <a:pt x="13153" y="7466"/>
                    </a:cubicBezTo>
                    <a:lnTo>
                      <a:pt x="13153" y="7466"/>
                    </a:lnTo>
                    <a:cubicBezTo>
                      <a:pt x="13153" y="7466"/>
                      <a:pt x="13153" y="7466"/>
                      <a:pt x="13153" y="7466"/>
                    </a:cubicBezTo>
                    <a:cubicBezTo>
                      <a:pt x="13151" y="7464"/>
                      <a:pt x="13149" y="7463"/>
                      <a:pt x="13148" y="7462"/>
                    </a:cubicBezTo>
                    <a:lnTo>
                      <a:pt x="13148" y="7462"/>
                    </a:lnTo>
                    <a:cubicBezTo>
                      <a:pt x="12711" y="7112"/>
                      <a:pt x="12268" y="6762"/>
                      <a:pt x="11826" y="6413"/>
                    </a:cubicBezTo>
                    <a:lnTo>
                      <a:pt x="11826" y="6413"/>
                    </a:lnTo>
                    <a:lnTo>
                      <a:pt x="11826" y="4840"/>
                    </a:lnTo>
                    <a:cubicBezTo>
                      <a:pt x="11826" y="4461"/>
                      <a:pt x="11837" y="4083"/>
                      <a:pt x="11797" y="3705"/>
                    </a:cubicBezTo>
                    <a:cubicBezTo>
                      <a:pt x="11724" y="2999"/>
                      <a:pt x="11504" y="2304"/>
                      <a:pt x="11131" y="1694"/>
                    </a:cubicBezTo>
                    <a:cubicBezTo>
                      <a:pt x="10708" y="1011"/>
                      <a:pt x="10137" y="435"/>
                      <a:pt x="9448" y="23"/>
                    </a:cubicBezTo>
                    <a:cubicBezTo>
                      <a:pt x="9423" y="7"/>
                      <a:pt x="9397" y="0"/>
                      <a:pt x="9374"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9" name="Google Shape;409;p18"/>
              <p:cNvSpPr/>
              <p:nvPr/>
            </p:nvSpPr>
            <p:spPr>
              <a:xfrm>
                <a:off x="4214400" y="3119725"/>
                <a:ext cx="583975" cy="458800"/>
              </a:xfrm>
              <a:custGeom>
                <a:avLst/>
                <a:gdLst/>
                <a:ahLst/>
                <a:cxnLst/>
                <a:rect l="l" t="t" r="r" b="b"/>
                <a:pathLst>
                  <a:path w="23359" h="18352" extrusionOk="0">
                    <a:moveTo>
                      <a:pt x="10827" y="285"/>
                    </a:moveTo>
                    <a:cubicBezTo>
                      <a:pt x="10889" y="285"/>
                      <a:pt x="10951" y="286"/>
                      <a:pt x="11013" y="286"/>
                    </a:cubicBezTo>
                    <a:lnTo>
                      <a:pt x="17683" y="286"/>
                    </a:lnTo>
                    <a:cubicBezTo>
                      <a:pt x="18029" y="286"/>
                      <a:pt x="18378" y="293"/>
                      <a:pt x="18728" y="293"/>
                    </a:cubicBezTo>
                    <a:cubicBezTo>
                      <a:pt x="18902" y="293"/>
                      <a:pt x="19078" y="291"/>
                      <a:pt x="19253" y="286"/>
                    </a:cubicBezTo>
                    <a:lnTo>
                      <a:pt x="19275" y="286"/>
                    </a:lnTo>
                    <a:cubicBezTo>
                      <a:pt x="19279" y="286"/>
                      <a:pt x="19282" y="286"/>
                      <a:pt x="19286" y="286"/>
                    </a:cubicBezTo>
                    <a:cubicBezTo>
                      <a:pt x="19288" y="286"/>
                      <a:pt x="19291" y="286"/>
                      <a:pt x="19293" y="286"/>
                    </a:cubicBezTo>
                    <a:lnTo>
                      <a:pt x="19293" y="286"/>
                    </a:lnTo>
                    <a:cubicBezTo>
                      <a:pt x="19350" y="287"/>
                      <a:pt x="19412" y="292"/>
                      <a:pt x="19473" y="297"/>
                    </a:cubicBezTo>
                    <a:cubicBezTo>
                      <a:pt x="19535" y="303"/>
                      <a:pt x="19597" y="314"/>
                      <a:pt x="19659" y="319"/>
                    </a:cubicBezTo>
                    <a:cubicBezTo>
                      <a:pt x="19669" y="319"/>
                      <a:pt x="19674" y="319"/>
                      <a:pt x="19682" y="323"/>
                    </a:cubicBezTo>
                    <a:lnTo>
                      <a:pt x="19682" y="323"/>
                    </a:lnTo>
                    <a:cubicBezTo>
                      <a:pt x="19681" y="323"/>
                      <a:pt x="19680" y="323"/>
                      <a:pt x="19679" y="323"/>
                    </a:cubicBezTo>
                    <a:cubicBezTo>
                      <a:pt x="19676" y="323"/>
                      <a:pt x="19676" y="323"/>
                      <a:pt x="19687" y="325"/>
                    </a:cubicBezTo>
                    <a:cubicBezTo>
                      <a:pt x="19704" y="325"/>
                      <a:pt x="19721" y="331"/>
                      <a:pt x="19738" y="331"/>
                    </a:cubicBezTo>
                    <a:cubicBezTo>
                      <a:pt x="19783" y="336"/>
                      <a:pt x="19829" y="342"/>
                      <a:pt x="19868" y="353"/>
                    </a:cubicBezTo>
                    <a:cubicBezTo>
                      <a:pt x="20286" y="421"/>
                      <a:pt x="20732" y="545"/>
                      <a:pt x="21099" y="698"/>
                    </a:cubicBezTo>
                    <a:cubicBezTo>
                      <a:pt x="21579" y="901"/>
                      <a:pt x="22020" y="1178"/>
                      <a:pt x="22364" y="1568"/>
                    </a:cubicBezTo>
                    <a:cubicBezTo>
                      <a:pt x="22754" y="2002"/>
                      <a:pt x="22986" y="2567"/>
                      <a:pt x="23042" y="3160"/>
                    </a:cubicBezTo>
                    <a:cubicBezTo>
                      <a:pt x="23117" y="3968"/>
                      <a:pt x="22932" y="4783"/>
                      <a:pt x="22647" y="5546"/>
                    </a:cubicBezTo>
                    <a:lnTo>
                      <a:pt x="22647" y="5546"/>
                    </a:lnTo>
                    <a:cubicBezTo>
                      <a:pt x="22647" y="5352"/>
                      <a:pt x="22647" y="5157"/>
                      <a:pt x="22647" y="4962"/>
                    </a:cubicBezTo>
                    <a:cubicBezTo>
                      <a:pt x="22641" y="3906"/>
                      <a:pt x="22297" y="2866"/>
                      <a:pt x="21658" y="2025"/>
                    </a:cubicBezTo>
                    <a:cubicBezTo>
                      <a:pt x="21280" y="1528"/>
                      <a:pt x="20806" y="1104"/>
                      <a:pt x="20269" y="783"/>
                    </a:cubicBezTo>
                    <a:cubicBezTo>
                      <a:pt x="20244" y="767"/>
                      <a:pt x="20218" y="760"/>
                      <a:pt x="20195" y="760"/>
                    </a:cubicBezTo>
                    <a:cubicBezTo>
                      <a:pt x="20098" y="760"/>
                      <a:pt x="20027" y="875"/>
                      <a:pt x="20077" y="975"/>
                    </a:cubicBezTo>
                    <a:cubicBezTo>
                      <a:pt x="20501" y="1822"/>
                      <a:pt x="20727" y="2804"/>
                      <a:pt x="20540" y="3747"/>
                    </a:cubicBezTo>
                    <a:cubicBezTo>
                      <a:pt x="20297" y="5007"/>
                      <a:pt x="19383" y="6074"/>
                      <a:pt x="18208" y="6565"/>
                    </a:cubicBezTo>
                    <a:cubicBezTo>
                      <a:pt x="17581" y="6820"/>
                      <a:pt x="16903" y="6938"/>
                      <a:pt x="16231" y="6966"/>
                    </a:cubicBezTo>
                    <a:cubicBezTo>
                      <a:pt x="15796" y="6978"/>
                      <a:pt x="15390" y="7181"/>
                      <a:pt x="15164" y="7559"/>
                    </a:cubicBezTo>
                    <a:cubicBezTo>
                      <a:pt x="14797" y="8158"/>
                      <a:pt x="14887" y="8943"/>
                      <a:pt x="15266" y="9513"/>
                    </a:cubicBezTo>
                    <a:cubicBezTo>
                      <a:pt x="15395" y="9711"/>
                      <a:pt x="15554" y="9875"/>
                      <a:pt x="15740" y="10027"/>
                    </a:cubicBezTo>
                    <a:cubicBezTo>
                      <a:pt x="16011" y="10259"/>
                      <a:pt x="16271" y="10502"/>
                      <a:pt x="16514" y="10761"/>
                    </a:cubicBezTo>
                    <a:cubicBezTo>
                      <a:pt x="17316" y="11603"/>
                      <a:pt x="18067" y="12659"/>
                      <a:pt x="18225" y="13839"/>
                    </a:cubicBezTo>
                    <a:cubicBezTo>
                      <a:pt x="18264" y="14155"/>
                      <a:pt x="18264" y="14477"/>
                      <a:pt x="18202" y="14794"/>
                    </a:cubicBezTo>
                    <a:cubicBezTo>
                      <a:pt x="18174" y="14935"/>
                      <a:pt x="18118" y="15076"/>
                      <a:pt x="18101" y="15217"/>
                    </a:cubicBezTo>
                    <a:cubicBezTo>
                      <a:pt x="18101" y="15219"/>
                      <a:pt x="18101" y="15221"/>
                      <a:pt x="18101" y="15223"/>
                    </a:cubicBezTo>
                    <a:lnTo>
                      <a:pt x="18101" y="15223"/>
                    </a:lnTo>
                    <a:cubicBezTo>
                      <a:pt x="18101" y="15223"/>
                      <a:pt x="18101" y="15223"/>
                      <a:pt x="18101" y="15223"/>
                    </a:cubicBezTo>
                    <a:cubicBezTo>
                      <a:pt x="18101" y="15240"/>
                      <a:pt x="18095" y="15257"/>
                      <a:pt x="18095" y="15274"/>
                    </a:cubicBezTo>
                    <a:cubicBezTo>
                      <a:pt x="18089" y="15319"/>
                      <a:pt x="18078" y="15358"/>
                      <a:pt x="18067" y="15403"/>
                    </a:cubicBezTo>
                    <a:cubicBezTo>
                      <a:pt x="18044" y="15528"/>
                      <a:pt x="18010" y="15646"/>
                      <a:pt x="17971" y="15765"/>
                    </a:cubicBezTo>
                    <a:cubicBezTo>
                      <a:pt x="17728" y="16516"/>
                      <a:pt x="17208" y="17188"/>
                      <a:pt x="16497" y="17583"/>
                    </a:cubicBezTo>
                    <a:cubicBezTo>
                      <a:pt x="15949" y="17883"/>
                      <a:pt x="15328" y="18018"/>
                      <a:pt x="14712" y="18052"/>
                    </a:cubicBezTo>
                    <a:cubicBezTo>
                      <a:pt x="14529" y="18062"/>
                      <a:pt x="14346" y="18064"/>
                      <a:pt x="14164" y="18064"/>
                    </a:cubicBezTo>
                    <a:cubicBezTo>
                      <a:pt x="14043" y="18064"/>
                      <a:pt x="13923" y="18063"/>
                      <a:pt x="13803" y="18063"/>
                    </a:cubicBezTo>
                    <a:lnTo>
                      <a:pt x="4720" y="18063"/>
                    </a:lnTo>
                    <a:cubicBezTo>
                      <a:pt x="4700" y="18046"/>
                      <a:pt x="4676" y="18034"/>
                      <a:pt x="4647" y="18034"/>
                    </a:cubicBezTo>
                    <a:cubicBezTo>
                      <a:pt x="4642" y="18034"/>
                      <a:pt x="4637" y="18034"/>
                      <a:pt x="4632" y="18035"/>
                    </a:cubicBezTo>
                    <a:cubicBezTo>
                      <a:pt x="4493" y="18051"/>
                      <a:pt x="4355" y="18060"/>
                      <a:pt x="4217" y="18060"/>
                    </a:cubicBezTo>
                    <a:cubicBezTo>
                      <a:pt x="3639" y="18060"/>
                      <a:pt x="3069" y="17917"/>
                      <a:pt x="2553" y="17634"/>
                    </a:cubicBezTo>
                    <a:cubicBezTo>
                      <a:pt x="1960" y="17301"/>
                      <a:pt x="1469" y="16810"/>
                      <a:pt x="1119" y="16228"/>
                    </a:cubicBezTo>
                    <a:cubicBezTo>
                      <a:pt x="334" y="14918"/>
                      <a:pt x="278" y="13212"/>
                      <a:pt x="983" y="11857"/>
                    </a:cubicBezTo>
                    <a:cubicBezTo>
                      <a:pt x="1317" y="11208"/>
                      <a:pt x="1825" y="10643"/>
                      <a:pt x="2452" y="10264"/>
                    </a:cubicBezTo>
                    <a:cubicBezTo>
                      <a:pt x="2632" y="10157"/>
                      <a:pt x="2808" y="10061"/>
                      <a:pt x="2977" y="9937"/>
                    </a:cubicBezTo>
                    <a:cubicBezTo>
                      <a:pt x="3649" y="9440"/>
                      <a:pt x="4208" y="8807"/>
                      <a:pt x="4694" y="8135"/>
                    </a:cubicBezTo>
                    <a:cubicBezTo>
                      <a:pt x="5095" y="7576"/>
                      <a:pt x="5445" y="6989"/>
                      <a:pt x="5755" y="6379"/>
                    </a:cubicBezTo>
                    <a:cubicBezTo>
                      <a:pt x="5942" y="6012"/>
                      <a:pt x="6117" y="5639"/>
                      <a:pt x="6275" y="5261"/>
                    </a:cubicBezTo>
                    <a:cubicBezTo>
                      <a:pt x="6456" y="4826"/>
                      <a:pt x="6653" y="4386"/>
                      <a:pt x="6772" y="3934"/>
                    </a:cubicBezTo>
                    <a:cubicBezTo>
                      <a:pt x="6829" y="3715"/>
                      <a:pt x="6911" y="3510"/>
                      <a:pt x="6981" y="3302"/>
                    </a:cubicBezTo>
                    <a:lnTo>
                      <a:pt x="6981" y="3302"/>
                    </a:lnTo>
                    <a:cubicBezTo>
                      <a:pt x="6983" y="3298"/>
                      <a:pt x="6985" y="3294"/>
                      <a:pt x="6987" y="3290"/>
                    </a:cubicBezTo>
                    <a:cubicBezTo>
                      <a:pt x="7308" y="2545"/>
                      <a:pt x="7783" y="1867"/>
                      <a:pt x="8376" y="1319"/>
                    </a:cubicBezTo>
                    <a:cubicBezTo>
                      <a:pt x="8952" y="799"/>
                      <a:pt x="9669" y="382"/>
                      <a:pt x="10454" y="303"/>
                    </a:cubicBezTo>
                    <a:cubicBezTo>
                      <a:pt x="10578" y="287"/>
                      <a:pt x="10703" y="285"/>
                      <a:pt x="10827" y="285"/>
                    </a:cubicBezTo>
                    <a:close/>
                    <a:moveTo>
                      <a:pt x="19155" y="1"/>
                    </a:moveTo>
                    <a:cubicBezTo>
                      <a:pt x="19074" y="1"/>
                      <a:pt x="18993" y="3"/>
                      <a:pt x="18914" y="3"/>
                    </a:cubicBezTo>
                    <a:lnTo>
                      <a:pt x="10742" y="3"/>
                    </a:lnTo>
                    <a:cubicBezTo>
                      <a:pt x="9127" y="9"/>
                      <a:pt x="7760" y="1263"/>
                      <a:pt x="7009" y="2601"/>
                    </a:cubicBezTo>
                    <a:cubicBezTo>
                      <a:pt x="6916" y="2776"/>
                      <a:pt x="6829" y="2951"/>
                      <a:pt x="6751" y="3131"/>
                    </a:cubicBezTo>
                    <a:lnTo>
                      <a:pt x="6751" y="3131"/>
                    </a:lnTo>
                    <a:cubicBezTo>
                      <a:pt x="6741" y="3144"/>
                      <a:pt x="6733" y="3159"/>
                      <a:pt x="6727" y="3177"/>
                    </a:cubicBezTo>
                    <a:cubicBezTo>
                      <a:pt x="6653" y="3409"/>
                      <a:pt x="6557" y="3640"/>
                      <a:pt x="6495" y="3877"/>
                    </a:cubicBezTo>
                    <a:cubicBezTo>
                      <a:pt x="6428" y="4114"/>
                      <a:pt x="6332" y="4346"/>
                      <a:pt x="6247" y="4578"/>
                    </a:cubicBezTo>
                    <a:cubicBezTo>
                      <a:pt x="6083" y="4995"/>
                      <a:pt x="5908" y="5408"/>
                      <a:pt x="5722" y="5814"/>
                    </a:cubicBezTo>
                    <a:cubicBezTo>
                      <a:pt x="5405" y="6475"/>
                      <a:pt x="5050" y="7119"/>
                      <a:pt x="4637" y="7723"/>
                    </a:cubicBezTo>
                    <a:cubicBezTo>
                      <a:pt x="4338" y="8164"/>
                      <a:pt x="4010" y="8582"/>
                      <a:pt x="3643" y="8966"/>
                    </a:cubicBezTo>
                    <a:cubicBezTo>
                      <a:pt x="3508" y="9107"/>
                      <a:pt x="3367" y="9248"/>
                      <a:pt x="3220" y="9378"/>
                    </a:cubicBezTo>
                    <a:cubicBezTo>
                      <a:pt x="3158" y="9434"/>
                      <a:pt x="3096" y="9485"/>
                      <a:pt x="3028" y="9542"/>
                    </a:cubicBezTo>
                    <a:cubicBezTo>
                      <a:pt x="3000" y="9564"/>
                      <a:pt x="2971" y="9587"/>
                      <a:pt x="2943" y="9609"/>
                    </a:cubicBezTo>
                    <a:cubicBezTo>
                      <a:pt x="2904" y="9643"/>
                      <a:pt x="2921" y="9626"/>
                      <a:pt x="2881" y="9660"/>
                    </a:cubicBezTo>
                    <a:cubicBezTo>
                      <a:pt x="2728" y="9773"/>
                      <a:pt x="2576" y="9875"/>
                      <a:pt x="2412" y="9965"/>
                    </a:cubicBezTo>
                    <a:cubicBezTo>
                      <a:pt x="1752" y="10327"/>
                      <a:pt x="1209" y="10886"/>
                      <a:pt x="837" y="11535"/>
                    </a:cubicBezTo>
                    <a:cubicBezTo>
                      <a:pt x="46" y="12896"/>
                      <a:pt x="1" y="14635"/>
                      <a:pt x="701" y="16047"/>
                    </a:cubicBezTo>
                    <a:cubicBezTo>
                      <a:pt x="1322" y="17312"/>
                      <a:pt x="2553" y="18250"/>
                      <a:pt x="3982" y="18340"/>
                    </a:cubicBezTo>
                    <a:cubicBezTo>
                      <a:pt x="4041" y="18343"/>
                      <a:pt x="4100" y="18345"/>
                      <a:pt x="4158" y="18345"/>
                    </a:cubicBezTo>
                    <a:cubicBezTo>
                      <a:pt x="4295" y="18345"/>
                      <a:pt x="4429" y="18337"/>
                      <a:pt x="4564" y="18324"/>
                    </a:cubicBezTo>
                    <a:lnTo>
                      <a:pt x="4564" y="18324"/>
                    </a:lnTo>
                    <a:cubicBezTo>
                      <a:pt x="4584" y="18338"/>
                      <a:pt x="4608" y="18346"/>
                      <a:pt x="4637" y="18346"/>
                    </a:cubicBezTo>
                    <a:lnTo>
                      <a:pt x="13137" y="18346"/>
                    </a:lnTo>
                    <a:cubicBezTo>
                      <a:pt x="13428" y="18346"/>
                      <a:pt x="13723" y="18352"/>
                      <a:pt x="14018" y="18352"/>
                    </a:cubicBezTo>
                    <a:cubicBezTo>
                      <a:pt x="14609" y="18352"/>
                      <a:pt x="15200" y="18327"/>
                      <a:pt x="15768" y="18176"/>
                    </a:cubicBezTo>
                    <a:cubicBezTo>
                      <a:pt x="16717" y="17917"/>
                      <a:pt x="17530" y="17312"/>
                      <a:pt x="17993" y="16437"/>
                    </a:cubicBezTo>
                    <a:cubicBezTo>
                      <a:pt x="18140" y="16160"/>
                      <a:pt x="18247" y="15867"/>
                      <a:pt x="18321" y="15562"/>
                    </a:cubicBezTo>
                    <a:cubicBezTo>
                      <a:pt x="18343" y="15477"/>
                      <a:pt x="18360" y="15392"/>
                      <a:pt x="18372" y="15302"/>
                    </a:cubicBezTo>
                    <a:cubicBezTo>
                      <a:pt x="18383" y="15228"/>
                      <a:pt x="18394" y="15183"/>
                      <a:pt x="18411" y="15132"/>
                    </a:cubicBezTo>
                    <a:cubicBezTo>
                      <a:pt x="18778" y="13867"/>
                      <a:pt x="18259" y="12569"/>
                      <a:pt x="17525" y="11546"/>
                    </a:cubicBezTo>
                    <a:cubicBezTo>
                      <a:pt x="17056" y="10880"/>
                      <a:pt x="16491" y="10287"/>
                      <a:pt x="15864" y="9767"/>
                    </a:cubicBezTo>
                    <a:cubicBezTo>
                      <a:pt x="15604" y="9553"/>
                      <a:pt x="15395" y="9254"/>
                      <a:pt x="15294" y="8932"/>
                    </a:cubicBezTo>
                    <a:cubicBezTo>
                      <a:pt x="15113" y="8378"/>
                      <a:pt x="15232" y="7605"/>
                      <a:pt x="15813" y="7339"/>
                    </a:cubicBezTo>
                    <a:cubicBezTo>
                      <a:pt x="15887" y="7305"/>
                      <a:pt x="15966" y="7283"/>
                      <a:pt x="16045" y="7266"/>
                    </a:cubicBezTo>
                    <a:cubicBezTo>
                      <a:pt x="16062" y="7260"/>
                      <a:pt x="16084" y="7260"/>
                      <a:pt x="16101" y="7254"/>
                    </a:cubicBezTo>
                    <a:cubicBezTo>
                      <a:pt x="16109" y="7253"/>
                      <a:pt x="16112" y="7253"/>
                      <a:pt x="16113" y="7253"/>
                    </a:cubicBezTo>
                    <a:cubicBezTo>
                      <a:pt x="16116" y="7253"/>
                      <a:pt x="16103" y="7256"/>
                      <a:pt x="16107" y="7256"/>
                    </a:cubicBezTo>
                    <a:cubicBezTo>
                      <a:pt x="16108" y="7256"/>
                      <a:pt x="16111" y="7256"/>
                      <a:pt x="16118" y="7254"/>
                    </a:cubicBezTo>
                    <a:cubicBezTo>
                      <a:pt x="16158" y="7249"/>
                      <a:pt x="16192" y="7249"/>
                      <a:pt x="16231" y="7249"/>
                    </a:cubicBezTo>
                    <a:cubicBezTo>
                      <a:pt x="16232" y="7249"/>
                      <a:pt x="16232" y="7249"/>
                      <a:pt x="16233" y="7249"/>
                    </a:cubicBezTo>
                    <a:lnTo>
                      <a:pt x="16233" y="7249"/>
                    </a:lnTo>
                    <a:cubicBezTo>
                      <a:pt x="17514" y="7192"/>
                      <a:pt x="18824" y="6819"/>
                      <a:pt x="19733" y="5859"/>
                    </a:cubicBezTo>
                    <a:cubicBezTo>
                      <a:pt x="20213" y="5357"/>
                      <a:pt x="20580" y="4736"/>
                      <a:pt x="20760" y="4058"/>
                    </a:cubicBezTo>
                    <a:cubicBezTo>
                      <a:pt x="20907" y="3499"/>
                      <a:pt x="20919" y="2917"/>
                      <a:pt x="20828" y="2347"/>
                    </a:cubicBezTo>
                    <a:cubicBezTo>
                      <a:pt x="20767" y="1986"/>
                      <a:pt x="20663" y="1635"/>
                      <a:pt x="20529" y="1298"/>
                    </a:cubicBezTo>
                    <a:lnTo>
                      <a:pt x="20529" y="1298"/>
                    </a:lnTo>
                    <a:cubicBezTo>
                      <a:pt x="21237" y="1835"/>
                      <a:pt x="21783" y="2567"/>
                      <a:pt x="22093" y="3409"/>
                    </a:cubicBezTo>
                    <a:cubicBezTo>
                      <a:pt x="22274" y="3900"/>
                      <a:pt x="22364" y="4431"/>
                      <a:pt x="22364" y="4956"/>
                    </a:cubicBezTo>
                    <a:cubicBezTo>
                      <a:pt x="22364" y="5159"/>
                      <a:pt x="22364" y="5363"/>
                      <a:pt x="22364" y="5560"/>
                    </a:cubicBezTo>
                    <a:lnTo>
                      <a:pt x="22364" y="6260"/>
                    </a:lnTo>
                    <a:cubicBezTo>
                      <a:pt x="22364" y="6342"/>
                      <a:pt x="22445" y="6402"/>
                      <a:pt x="22521" y="6402"/>
                    </a:cubicBezTo>
                    <a:cubicBezTo>
                      <a:pt x="22565" y="6402"/>
                      <a:pt x="22607" y="6382"/>
                      <a:pt x="22630" y="6334"/>
                    </a:cubicBezTo>
                    <a:cubicBezTo>
                      <a:pt x="23031" y="5425"/>
                      <a:pt x="23358" y="4442"/>
                      <a:pt x="23341" y="3442"/>
                    </a:cubicBezTo>
                    <a:cubicBezTo>
                      <a:pt x="23324" y="2782"/>
                      <a:pt x="23144" y="2121"/>
                      <a:pt x="22743" y="1584"/>
                    </a:cubicBezTo>
                    <a:cubicBezTo>
                      <a:pt x="22404" y="1138"/>
                      <a:pt x="21952" y="794"/>
                      <a:pt x="21449" y="545"/>
                    </a:cubicBezTo>
                    <a:cubicBezTo>
                      <a:pt x="21020" y="342"/>
                      <a:pt x="20563" y="195"/>
                      <a:pt x="20094" y="105"/>
                    </a:cubicBezTo>
                    <a:cubicBezTo>
                      <a:pt x="19840" y="54"/>
                      <a:pt x="19563" y="9"/>
                      <a:pt x="19298" y="3"/>
                    </a:cubicBezTo>
                    <a:lnTo>
                      <a:pt x="19275" y="3"/>
                    </a:lnTo>
                    <a:cubicBezTo>
                      <a:pt x="19236" y="1"/>
                      <a:pt x="19196" y="1"/>
                      <a:pt x="19155"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0" name="Google Shape;410;p18"/>
              <p:cNvSpPr/>
              <p:nvPr/>
            </p:nvSpPr>
            <p:spPr>
              <a:xfrm>
                <a:off x="4769675" y="3210750"/>
                <a:ext cx="8075" cy="10675"/>
              </a:xfrm>
              <a:custGeom>
                <a:avLst/>
                <a:gdLst/>
                <a:ahLst/>
                <a:cxnLst/>
                <a:rect l="l" t="t" r="r" b="b"/>
                <a:pathLst>
                  <a:path w="323" h="427" extrusionOk="0">
                    <a:moveTo>
                      <a:pt x="136" y="1"/>
                    </a:moveTo>
                    <a:cubicBezTo>
                      <a:pt x="126" y="1"/>
                      <a:pt x="117" y="2"/>
                      <a:pt x="108" y="5"/>
                    </a:cubicBezTo>
                    <a:cubicBezTo>
                      <a:pt x="97" y="10"/>
                      <a:pt x="86" y="16"/>
                      <a:pt x="74" y="22"/>
                    </a:cubicBezTo>
                    <a:cubicBezTo>
                      <a:pt x="52" y="33"/>
                      <a:pt x="35" y="50"/>
                      <a:pt x="23" y="73"/>
                    </a:cubicBezTo>
                    <a:lnTo>
                      <a:pt x="6" y="106"/>
                    </a:lnTo>
                    <a:cubicBezTo>
                      <a:pt x="1" y="129"/>
                      <a:pt x="1" y="157"/>
                      <a:pt x="6" y="180"/>
                    </a:cubicBezTo>
                    <a:cubicBezTo>
                      <a:pt x="23" y="231"/>
                      <a:pt x="35" y="276"/>
                      <a:pt x="40" y="321"/>
                    </a:cubicBezTo>
                    <a:cubicBezTo>
                      <a:pt x="46" y="344"/>
                      <a:pt x="57" y="361"/>
                      <a:pt x="69" y="372"/>
                    </a:cubicBezTo>
                    <a:cubicBezTo>
                      <a:pt x="80" y="389"/>
                      <a:pt x="91" y="400"/>
                      <a:pt x="108" y="406"/>
                    </a:cubicBezTo>
                    <a:cubicBezTo>
                      <a:pt x="125" y="417"/>
                      <a:pt x="142" y="423"/>
                      <a:pt x="159" y="423"/>
                    </a:cubicBezTo>
                    <a:cubicBezTo>
                      <a:pt x="170" y="425"/>
                      <a:pt x="180" y="427"/>
                      <a:pt x="189" y="427"/>
                    </a:cubicBezTo>
                    <a:cubicBezTo>
                      <a:pt x="198" y="427"/>
                      <a:pt x="207" y="425"/>
                      <a:pt x="215" y="423"/>
                    </a:cubicBezTo>
                    <a:cubicBezTo>
                      <a:pt x="227" y="417"/>
                      <a:pt x="238" y="411"/>
                      <a:pt x="249" y="406"/>
                    </a:cubicBezTo>
                    <a:cubicBezTo>
                      <a:pt x="272" y="394"/>
                      <a:pt x="289" y="377"/>
                      <a:pt x="300" y="355"/>
                    </a:cubicBezTo>
                    <a:lnTo>
                      <a:pt x="317" y="321"/>
                    </a:lnTo>
                    <a:cubicBezTo>
                      <a:pt x="323" y="298"/>
                      <a:pt x="323" y="276"/>
                      <a:pt x="317" y="248"/>
                    </a:cubicBezTo>
                    <a:cubicBezTo>
                      <a:pt x="306" y="202"/>
                      <a:pt x="294" y="152"/>
                      <a:pt x="283" y="106"/>
                    </a:cubicBezTo>
                    <a:cubicBezTo>
                      <a:pt x="278" y="89"/>
                      <a:pt x="266" y="73"/>
                      <a:pt x="255" y="56"/>
                    </a:cubicBezTo>
                    <a:cubicBezTo>
                      <a:pt x="244" y="44"/>
                      <a:pt x="232" y="33"/>
                      <a:pt x="215" y="22"/>
                    </a:cubicBezTo>
                    <a:cubicBezTo>
                      <a:pt x="198" y="10"/>
                      <a:pt x="182" y="5"/>
                      <a:pt x="165" y="5"/>
                    </a:cubicBezTo>
                    <a:cubicBezTo>
                      <a:pt x="156" y="2"/>
                      <a:pt x="146" y="1"/>
                      <a:pt x="136"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1" name="Google Shape;411;p18"/>
              <p:cNvSpPr/>
              <p:nvPr/>
            </p:nvSpPr>
            <p:spPr>
              <a:xfrm>
                <a:off x="4772800" y="3228450"/>
                <a:ext cx="7500" cy="9950"/>
              </a:xfrm>
              <a:custGeom>
                <a:avLst/>
                <a:gdLst/>
                <a:ahLst/>
                <a:cxnLst/>
                <a:rect l="l" t="t" r="r" b="b"/>
                <a:pathLst>
                  <a:path w="300" h="398" extrusionOk="0">
                    <a:moveTo>
                      <a:pt x="158" y="0"/>
                    </a:moveTo>
                    <a:cubicBezTo>
                      <a:pt x="153" y="0"/>
                      <a:pt x="147" y="1"/>
                      <a:pt x="141" y="3"/>
                    </a:cubicBezTo>
                    <a:lnTo>
                      <a:pt x="107" y="3"/>
                    </a:lnTo>
                    <a:cubicBezTo>
                      <a:pt x="85" y="14"/>
                      <a:pt x="62" y="25"/>
                      <a:pt x="45" y="42"/>
                    </a:cubicBezTo>
                    <a:cubicBezTo>
                      <a:pt x="34" y="53"/>
                      <a:pt x="28" y="59"/>
                      <a:pt x="23" y="70"/>
                    </a:cubicBezTo>
                    <a:cubicBezTo>
                      <a:pt x="11" y="93"/>
                      <a:pt x="0" y="116"/>
                      <a:pt x="0" y="144"/>
                    </a:cubicBezTo>
                    <a:cubicBezTo>
                      <a:pt x="6" y="178"/>
                      <a:pt x="11" y="217"/>
                      <a:pt x="17" y="257"/>
                    </a:cubicBezTo>
                    <a:cubicBezTo>
                      <a:pt x="11" y="274"/>
                      <a:pt x="17" y="296"/>
                      <a:pt x="28" y="313"/>
                    </a:cubicBezTo>
                    <a:cubicBezTo>
                      <a:pt x="34" y="330"/>
                      <a:pt x="40" y="342"/>
                      <a:pt x="57" y="358"/>
                    </a:cubicBezTo>
                    <a:cubicBezTo>
                      <a:pt x="68" y="370"/>
                      <a:pt x="85" y="381"/>
                      <a:pt x="102" y="387"/>
                    </a:cubicBezTo>
                    <a:cubicBezTo>
                      <a:pt x="119" y="392"/>
                      <a:pt x="136" y="398"/>
                      <a:pt x="158" y="398"/>
                    </a:cubicBezTo>
                    <a:lnTo>
                      <a:pt x="192" y="392"/>
                    </a:lnTo>
                    <a:cubicBezTo>
                      <a:pt x="215" y="387"/>
                      <a:pt x="237" y="375"/>
                      <a:pt x="254" y="358"/>
                    </a:cubicBezTo>
                    <a:cubicBezTo>
                      <a:pt x="266" y="347"/>
                      <a:pt x="271" y="336"/>
                      <a:pt x="277" y="330"/>
                    </a:cubicBezTo>
                    <a:cubicBezTo>
                      <a:pt x="288" y="308"/>
                      <a:pt x="299" y="285"/>
                      <a:pt x="299" y="257"/>
                    </a:cubicBezTo>
                    <a:cubicBezTo>
                      <a:pt x="294" y="217"/>
                      <a:pt x="288" y="178"/>
                      <a:pt x="282" y="144"/>
                    </a:cubicBezTo>
                    <a:cubicBezTo>
                      <a:pt x="288" y="121"/>
                      <a:pt x="282" y="104"/>
                      <a:pt x="271" y="87"/>
                    </a:cubicBezTo>
                    <a:cubicBezTo>
                      <a:pt x="266" y="70"/>
                      <a:pt x="260" y="53"/>
                      <a:pt x="243" y="42"/>
                    </a:cubicBezTo>
                    <a:cubicBezTo>
                      <a:pt x="232" y="25"/>
                      <a:pt x="215" y="20"/>
                      <a:pt x="198" y="14"/>
                    </a:cubicBezTo>
                    <a:cubicBezTo>
                      <a:pt x="185" y="6"/>
                      <a:pt x="173" y="0"/>
                      <a:pt x="158"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2" name="Google Shape;412;p18"/>
              <p:cNvSpPr/>
              <p:nvPr/>
            </p:nvSpPr>
            <p:spPr>
              <a:xfrm>
                <a:off x="4771525" y="3219375"/>
                <a:ext cx="7775" cy="10425"/>
              </a:xfrm>
              <a:custGeom>
                <a:avLst/>
                <a:gdLst/>
                <a:ahLst/>
                <a:cxnLst/>
                <a:rect l="l" t="t" r="r" b="b"/>
                <a:pathLst>
                  <a:path w="311" h="417" extrusionOk="0">
                    <a:moveTo>
                      <a:pt x="136" y="0"/>
                    </a:moveTo>
                    <a:cubicBezTo>
                      <a:pt x="126" y="0"/>
                      <a:pt x="116" y="1"/>
                      <a:pt x="108" y="4"/>
                    </a:cubicBezTo>
                    <a:cubicBezTo>
                      <a:pt x="96" y="10"/>
                      <a:pt x="85" y="16"/>
                      <a:pt x="74" y="21"/>
                    </a:cubicBezTo>
                    <a:cubicBezTo>
                      <a:pt x="51" y="32"/>
                      <a:pt x="34" y="49"/>
                      <a:pt x="23" y="72"/>
                    </a:cubicBezTo>
                    <a:lnTo>
                      <a:pt x="12" y="106"/>
                    </a:lnTo>
                    <a:cubicBezTo>
                      <a:pt x="0" y="128"/>
                      <a:pt x="0" y="151"/>
                      <a:pt x="12" y="179"/>
                    </a:cubicBezTo>
                    <a:cubicBezTo>
                      <a:pt x="17" y="224"/>
                      <a:pt x="23" y="270"/>
                      <a:pt x="34" y="315"/>
                    </a:cubicBezTo>
                    <a:cubicBezTo>
                      <a:pt x="34" y="332"/>
                      <a:pt x="45" y="349"/>
                      <a:pt x="57" y="360"/>
                    </a:cubicBezTo>
                    <a:cubicBezTo>
                      <a:pt x="68" y="377"/>
                      <a:pt x="79" y="388"/>
                      <a:pt x="96" y="400"/>
                    </a:cubicBezTo>
                    <a:cubicBezTo>
                      <a:pt x="113" y="411"/>
                      <a:pt x="130" y="416"/>
                      <a:pt x="147" y="416"/>
                    </a:cubicBezTo>
                    <a:cubicBezTo>
                      <a:pt x="170" y="416"/>
                      <a:pt x="187" y="416"/>
                      <a:pt x="204" y="411"/>
                    </a:cubicBezTo>
                    <a:cubicBezTo>
                      <a:pt x="215" y="405"/>
                      <a:pt x="226" y="405"/>
                      <a:pt x="237" y="400"/>
                    </a:cubicBezTo>
                    <a:cubicBezTo>
                      <a:pt x="260" y="388"/>
                      <a:pt x="277" y="371"/>
                      <a:pt x="288" y="349"/>
                    </a:cubicBezTo>
                    <a:lnTo>
                      <a:pt x="305" y="315"/>
                    </a:lnTo>
                    <a:cubicBezTo>
                      <a:pt x="311" y="287"/>
                      <a:pt x="311" y="264"/>
                      <a:pt x="305" y="236"/>
                    </a:cubicBezTo>
                    <a:cubicBezTo>
                      <a:pt x="300" y="191"/>
                      <a:pt x="288" y="145"/>
                      <a:pt x="283" y="106"/>
                    </a:cubicBezTo>
                    <a:cubicBezTo>
                      <a:pt x="277" y="83"/>
                      <a:pt x="266" y="66"/>
                      <a:pt x="254" y="55"/>
                    </a:cubicBezTo>
                    <a:cubicBezTo>
                      <a:pt x="243" y="38"/>
                      <a:pt x="232" y="27"/>
                      <a:pt x="215" y="21"/>
                    </a:cubicBezTo>
                    <a:cubicBezTo>
                      <a:pt x="198" y="10"/>
                      <a:pt x="181" y="4"/>
                      <a:pt x="164" y="4"/>
                    </a:cubicBezTo>
                    <a:cubicBezTo>
                      <a:pt x="156" y="1"/>
                      <a:pt x="146" y="0"/>
                      <a:pt x="136"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3" name="Google Shape;413;p18"/>
              <p:cNvSpPr/>
              <p:nvPr/>
            </p:nvSpPr>
            <p:spPr>
              <a:xfrm>
                <a:off x="4754425" y="3175975"/>
                <a:ext cx="10200" cy="11850"/>
              </a:xfrm>
              <a:custGeom>
                <a:avLst/>
                <a:gdLst/>
                <a:ahLst/>
                <a:cxnLst/>
                <a:rect l="l" t="t" r="r" b="b"/>
                <a:pathLst>
                  <a:path w="408" h="474" extrusionOk="0">
                    <a:moveTo>
                      <a:pt x="125" y="1"/>
                    </a:moveTo>
                    <a:cubicBezTo>
                      <a:pt x="108" y="7"/>
                      <a:pt x="86" y="12"/>
                      <a:pt x="74" y="18"/>
                    </a:cubicBezTo>
                    <a:cubicBezTo>
                      <a:pt x="40" y="40"/>
                      <a:pt x="18" y="69"/>
                      <a:pt x="7" y="103"/>
                    </a:cubicBezTo>
                    <a:cubicBezTo>
                      <a:pt x="1" y="142"/>
                      <a:pt x="1" y="182"/>
                      <a:pt x="24" y="215"/>
                    </a:cubicBezTo>
                    <a:cubicBezTo>
                      <a:pt x="63" y="278"/>
                      <a:pt x="103" y="340"/>
                      <a:pt x="142" y="402"/>
                    </a:cubicBezTo>
                    <a:cubicBezTo>
                      <a:pt x="159" y="436"/>
                      <a:pt x="187" y="458"/>
                      <a:pt x="227" y="470"/>
                    </a:cubicBezTo>
                    <a:cubicBezTo>
                      <a:pt x="235" y="472"/>
                      <a:pt x="244" y="474"/>
                      <a:pt x="252" y="474"/>
                    </a:cubicBezTo>
                    <a:cubicBezTo>
                      <a:pt x="261" y="474"/>
                      <a:pt x="269" y="472"/>
                      <a:pt x="278" y="470"/>
                    </a:cubicBezTo>
                    <a:cubicBezTo>
                      <a:pt x="300" y="470"/>
                      <a:pt x="317" y="464"/>
                      <a:pt x="334" y="453"/>
                    </a:cubicBezTo>
                    <a:cubicBezTo>
                      <a:pt x="362" y="436"/>
                      <a:pt x="391" y="407"/>
                      <a:pt x="396" y="368"/>
                    </a:cubicBezTo>
                    <a:cubicBezTo>
                      <a:pt x="408" y="334"/>
                      <a:pt x="402" y="295"/>
                      <a:pt x="385" y="261"/>
                    </a:cubicBezTo>
                    <a:cubicBezTo>
                      <a:pt x="345" y="199"/>
                      <a:pt x="306" y="131"/>
                      <a:pt x="266" y="69"/>
                    </a:cubicBezTo>
                    <a:cubicBezTo>
                      <a:pt x="244" y="40"/>
                      <a:pt x="216" y="18"/>
                      <a:pt x="182" y="7"/>
                    </a:cubicBezTo>
                    <a:cubicBezTo>
                      <a:pt x="159" y="1"/>
                      <a:pt x="142" y="1"/>
                      <a:pt x="125"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4" name="Google Shape;414;p18"/>
              <p:cNvSpPr/>
              <p:nvPr/>
            </p:nvSpPr>
            <p:spPr>
              <a:xfrm>
                <a:off x="4758100" y="3182850"/>
                <a:ext cx="11900" cy="15625"/>
              </a:xfrm>
              <a:custGeom>
                <a:avLst/>
                <a:gdLst/>
                <a:ahLst/>
                <a:cxnLst/>
                <a:rect l="l" t="t" r="r" b="b"/>
                <a:pathLst>
                  <a:path w="476" h="625" extrusionOk="0">
                    <a:moveTo>
                      <a:pt x="161" y="0"/>
                    </a:moveTo>
                    <a:cubicBezTo>
                      <a:pt x="136" y="0"/>
                      <a:pt x="112" y="6"/>
                      <a:pt x="91" y="20"/>
                    </a:cubicBezTo>
                    <a:cubicBezTo>
                      <a:pt x="23" y="59"/>
                      <a:pt x="1" y="144"/>
                      <a:pt x="40" y="212"/>
                    </a:cubicBezTo>
                    <a:cubicBezTo>
                      <a:pt x="102" y="324"/>
                      <a:pt x="159" y="437"/>
                      <a:pt x="210" y="556"/>
                    </a:cubicBezTo>
                    <a:cubicBezTo>
                      <a:pt x="227" y="584"/>
                      <a:pt x="266" y="612"/>
                      <a:pt x="294" y="618"/>
                    </a:cubicBezTo>
                    <a:cubicBezTo>
                      <a:pt x="306" y="622"/>
                      <a:pt x="320" y="624"/>
                      <a:pt x="334" y="624"/>
                    </a:cubicBezTo>
                    <a:cubicBezTo>
                      <a:pt x="359" y="624"/>
                      <a:pt x="385" y="618"/>
                      <a:pt x="407" y="607"/>
                    </a:cubicBezTo>
                    <a:cubicBezTo>
                      <a:pt x="436" y="584"/>
                      <a:pt x="464" y="556"/>
                      <a:pt x="469" y="522"/>
                    </a:cubicBezTo>
                    <a:lnTo>
                      <a:pt x="475" y="483"/>
                    </a:lnTo>
                    <a:cubicBezTo>
                      <a:pt x="475" y="460"/>
                      <a:pt x="469" y="437"/>
                      <a:pt x="458" y="415"/>
                    </a:cubicBezTo>
                    <a:cubicBezTo>
                      <a:pt x="402" y="296"/>
                      <a:pt x="345" y="183"/>
                      <a:pt x="283" y="70"/>
                    </a:cubicBezTo>
                    <a:cubicBezTo>
                      <a:pt x="261" y="25"/>
                      <a:pt x="210" y="0"/>
                      <a:pt x="161"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5" name="Google Shape;415;p18"/>
              <p:cNvSpPr/>
              <p:nvPr/>
            </p:nvSpPr>
            <p:spPr>
              <a:xfrm>
                <a:off x="4749775" y="3169350"/>
                <a:ext cx="10625" cy="11750"/>
              </a:xfrm>
              <a:custGeom>
                <a:avLst/>
                <a:gdLst/>
                <a:ahLst/>
                <a:cxnLst/>
                <a:rect l="l" t="t" r="r" b="b"/>
                <a:pathLst>
                  <a:path w="425" h="470" extrusionOk="0">
                    <a:moveTo>
                      <a:pt x="125" y="0"/>
                    </a:moveTo>
                    <a:cubicBezTo>
                      <a:pt x="108" y="0"/>
                      <a:pt x="91" y="6"/>
                      <a:pt x="74" y="17"/>
                    </a:cubicBezTo>
                    <a:cubicBezTo>
                      <a:pt x="40" y="40"/>
                      <a:pt x="18" y="68"/>
                      <a:pt x="6" y="102"/>
                    </a:cubicBezTo>
                    <a:cubicBezTo>
                      <a:pt x="6" y="113"/>
                      <a:pt x="6" y="130"/>
                      <a:pt x="1" y="142"/>
                    </a:cubicBezTo>
                    <a:cubicBezTo>
                      <a:pt x="1" y="164"/>
                      <a:pt x="6" y="192"/>
                      <a:pt x="23" y="209"/>
                    </a:cubicBezTo>
                    <a:cubicBezTo>
                      <a:pt x="68" y="272"/>
                      <a:pt x="114" y="334"/>
                      <a:pt x="159" y="401"/>
                    </a:cubicBezTo>
                    <a:cubicBezTo>
                      <a:pt x="164" y="418"/>
                      <a:pt x="176" y="430"/>
                      <a:pt x="193" y="441"/>
                    </a:cubicBezTo>
                    <a:cubicBezTo>
                      <a:pt x="204" y="452"/>
                      <a:pt x="221" y="458"/>
                      <a:pt x="238" y="464"/>
                    </a:cubicBezTo>
                    <a:cubicBezTo>
                      <a:pt x="260" y="469"/>
                      <a:pt x="277" y="469"/>
                      <a:pt x="294" y="469"/>
                    </a:cubicBezTo>
                    <a:cubicBezTo>
                      <a:pt x="317" y="464"/>
                      <a:pt x="334" y="464"/>
                      <a:pt x="351" y="452"/>
                    </a:cubicBezTo>
                    <a:cubicBezTo>
                      <a:pt x="379" y="430"/>
                      <a:pt x="407" y="401"/>
                      <a:pt x="413" y="368"/>
                    </a:cubicBezTo>
                    <a:cubicBezTo>
                      <a:pt x="424" y="328"/>
                      <a:pt x="418" y="288"/>
                      <a:pt x="402" y="255"/>
                    </a:cubicBezTo>
                    <a:cubicBezTo>
                      <a:pt x="356" y="192"/>
                      <a:pt x="311" y="130"/>
                      <a:pt x="266" y="68"/>
                    </a:cubicBezTo>
                    <a:cubicBezTo>
                      <a:pt x="255" y="51"/>
                      <a:pt x="243" y="40"/>
                      <a:pt x="226" y="29"/>
                    </a:cubicBezTo>
                    <a:cubicBezTo>
                      <a:pt x="215" y="17"/>
                      <a:pt x="198" y="12"/>
                      <a:pt x="181" y="6"/>
                    </a:cubicBezTo>
                    <a:cubicBezTo>
                      <a:pt x="164" y="0"/>
                      <a:pt x="142" y="0"/>
                      <a:pt x="125"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6" name="Google Shape;416;p18"/>
              <p:cNvSpPr/>
              <p:nvPr/>
            </p:nvSpPr>
            <p:spPr>
              <a:xfrm>
                <a:off x="4744700" y="3163000"/>
                <a:ext cx="11025" cy="11875"/>
              </a:xfrm>
              <a:custGeom>
                <a:avLst/>
                <a:gdLst/>
                <a:ahLst/>
                <a:cxnLst/>
                <a:rect l="l" t="t" r="r" b="b"/>
                <a:pathLst>
                  <a:path w="441" h="475" extrusionOk="0">
                    <a:moveTo>
                      <a:pt x="141" y="0"/>
                    </a:moveTo>
                    <a:cubicBezTo>
                      <a:pt x="124" y="0"/>
                      <a:pt x="108" y="6"/>
                      <a:pt x="91" y="12"/>
                    </a:cubicBezTo>
                    <a:cubicBezTo>
                      <a:pt x="68" y="17"/>
                      <a:pt x="57" y="29"/>
                      <a:pt x="45" y="40"/>
                    </a:cubicBezTo>
                    <a:cubicBezTo>
                      <a:pt x="17" y="68"/>
                      <a:pt x="0" y="102"/>
                      <a:pt x="0" y="141"/>
                    </a:cubicBezTo>
                    <a:cubicBezTo>
                      <a:pt x="0" y="153"/>
                      <a:pt x="6" y="164"/>
                      <a:pt x="6" y="181"/>
                    </a:cubicBezTo>
                    <a:cubicBezTo>
                      <a:pt x="12" y="204"/>
                      <a:pt x="23" y="226"/>
                      <a:pt x="45" y="243"/>
                    </a:cubicBezTo>
                    <a:cubicBezTo>
                      <a:pt x="96" y="305"/>
                      <a:pt x="147" y="367"/>
                      <a:pt x="198" y="430"/>
                    </a:cubicBezTo>
                    <a:cubicBezTo>
                      <a:pt x="209" y="446"/>
                      <a:pt x="226" y="458"/>
                      <a:pt x="243" y="463"/>
                    </a:cubicBezTo>
                    <a:cubicBezTo>
                      <a:pt x="260" y="469"/>
                      <a:pt x="277" y="475"/>
                      <a:pt x="300" y="475"/>
                    </a:cubicBezTo>
                    <a:cubicBezTo>
                      <a:pt x="317" y="475"/>
                      <a:pt x="333" y="469"/>
                      <a:pt x="350" y="463"/>
                    </a:cubicBezTo>
                    <a:cubicBezTo>
                      <a:pt x="373" y="458"/>
                      <a:pt x="384" y="446"/>
                      <a:pt x="401" y="430"/>
                    </a:cubicBezTo>
                    <a:cubicBezTo>
                      <a:pt x="424" y="407"/>
                      <a:pt x="441" y="367"/>
                      <a:pt x="441" y="333"/>
                    </a:cubicBezTo>
                    <a:cubicBezTo>
                      <a:pt x="441" y="322"/>
                      <a:pt x="435" y="305"/>
                      <a:pt x="435" y="294"/>
                    </a:cubicBezTo>
                    <a:cubicBezTo>
                      <a:pt x="429" y="271"/>
                      <a:pt x="418" y="249"/>
                      <a:pt x="401" y="232"/>
                    </a:cubicBezTo>
                    <a:cubicBezTo>
                      <a:pt x="350" y="170"/>
                      <a:pt x="294" y="102"/>
                      <a:pt x="243" y="40"/>
                    </a:cubicBezTo>
                    <a:cubicBezTo>
                      <a:pt x="232" y="29"/>
                      <a:pt x="215" y="17"/>
                      <a:pt x="198" y="12"/>
                    </a:cubicBezTo>
                    <a:cubicBezTo>
                      <a:pt x="181" y="6"/>
                      <a:pt x="164" y="0"/>
                      <a:pt x="141"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7" name="Google Shape;417;p18"/>
              <p:cNvSpPr/>
              <p:nvPr/>
            </p:nvSpPr>
            <p:spPr>
              <a:xfrm>
                <a:off x="4767150" y="3202550"/>
                <a:ext cx="8625" cy="10725"/>
              </a:xfrm>
              <a:custGeom>
                <a:avLst/>
                <a:gdLst/>
                <a:ahLst/>
                <a:cxnLst/>
                <a:rect l="l" t="t" r="r" b="b"/>
                <a:pathLst>
                  <a:path w="345" h="429" extrusionOk="0">
                    <a:moveTo>
                      <a:pt x="139" y="1"/>
                    </a:moveTo>
                    <a:cubicBezTo>
                      <a:pt x="130" y="1"/>
                      <a:pt x="122" y="2"/>
                      <a:pt x="113" y="5"/>
                    </a:cubicBezTo>
                    <a:cubicBezTo>
                      <a:pt x="102" y="11"/>
                      <a:pt x="91" y="16"/>
                      <a:pt x="79" y="22"/>
                    </a:cubicBezTo>
                    <a:cubicBezTo>
                      <a:pt x="57" y="33"/>
                      <a:pt x="40" y="50"/>
                      <a:pt x="28" y="73"/>
                    </a:cubicBezTo>
                    <a:cubicBezTo>
                      <a:pt x="11" y="107"/>
                      <a:pt x="0" y="146"/>
                      <a:pt x="11" y="180"/>
                    </a:cubicBezTo>
                    <a:cubicBezTo>
                      <a:pt x="28" y="231"/>
                      <a:pt x="45" y="276"/>
                      <a:pt x="57" y="327"/>
                    </a:cubicBezTo>
                    <a:cubicBezTo>
                      <a:pt x="62" y="344"/>
                      <a:pt x="74" y="361"/>
                      <a:pt x="85" y="372"/>
                    </a:cubicBezTo>
                    <a:cubicBezTo>
                      <a:pt x="96" y="389"/>
                      <a:pt x="107" y="401"/>
                      <a:pt x="124" y="412"/>
                    </a:cubicBezTo>
                    <a:cubicBezTo>
                      <a:pt x="141" y="423"/>
                      <a:pt x="158" y="429"/>
                      <a:pt x="175" y="429"/>
                    </a:cubicBezTo>
                    <a:cubicBezTo>
                      <a:pt x="192" y="429"/>
                      <a:pt x="215" y="429"/>
                      <a:pt x="232" y="423"/>
                    </a:cubicBezTo>
                    <a:cubicBezTo>
                      <a:pt x="243" y="417"/>
                      <a:pt x="254" y="417"/>
                      <a:pt x="266" y="412"/>
                    </a:cubicBezTo>
                    <a:cubicBezTo>
                      <a:pt x="288" y="401"/>
                      <a:pt x="305" y="384"/>
                      <a:pt x="316" y="361"/>
                    </a:cubicBezTo>
                    <a:cubicBezTo>
                      <a:pt x="333" y="327"/>
                      <a:pt x="345" y="288"/>
                      <a:pt x="333" y="248"/>
                    </a:cubicBezTo>
                    <a:cubicBezTo>
                      <a:pt x="316" y="203"/>
                      <a:pt x="299" y="152"/>
                      <a:pt x="288" y="107"/>
                    </a:cubicBezTo>
                    <a:cubicBezTo>
                      <a:pt x="283" y="84"/>
                      <a:pt x="271" y="73"/>
                      <a:pt x="260" y="56"/>
                    </a:cubicBezTo>
                    <a:cubicBezTo>
                      <a:pt x="249" y="39"/>
                      <a:pt x="237" y="28"/>
                      <a:pt x="220" y="22"/>
                    </a:cubicBezTo>
                    <a:cubicBezTo>
                      <a:pt x="203" y="11"/>
                      <a:pt x="187" y="5"/>
                      <a:pt x="170" y="5"/>
                    </a:cubicBezTo>
                    <a:cubicBezTo>
                      <a:pt x="158" y="2"/>
                      <a:pt x="148" y="1"/>
                      <a:pt x="139"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8" name="Google Shape;418;p18"/>
              <p:cNvSpPr/>
              <p:nvPr/>
            </p:nvSpPr>
            <p:spPr>
              <a:xfrm>
                <a:off x="4764325" y="3194650"/>
                <a:ext cx="8625" cy="10825"/>
              </a:xfrm>
              <a:custGeom>
                <a:avLst/>
                <a:gdLst/>
                <a:ahLst/>
                <a:cxnLst/>
                <a:rect l="l" t="t" r="r" b="b"/>
                <a:pathLst>
                  <a:path w="345" h="433" extrusionOk="0">
                    <a:moveTo>
                      <a:pt x="136" y="1"/>
                    </a:moveTo>
                    <a:cubicBezTo>
                      <a:pt x="126" y="1"/>
                      <a:pt x="116" y="2"/>
                      <a:pt x="108" y="5"/>
                    </a:cubicBezTo>
                    <a:cubicBezTo>
                      <a:pt x="96" y="11"/>
                      <a:pt x="85" y="16"/>
                      <a:pt x="74" y="22"/>
                    </a:cubicBezTo>
                    <a:cubicBezTo>
                      <a:pt x="51" y="33"/>
                      <a:pt x="34" y="50"/>
                      <a:pt x="23" y="73"/>
                    </a:cubicBezTo>
                    <a:lnTo>
                      <a:pt x="6" y="107"/>
                    </a:lnTo>
                    <a:cubicBezTo>
                      <a:pt x="0" y="129"/>
                      <a:pt x="0" y="157"/>
                      <a:pt x="6" y="180"/>
                    </a:cubicBezTo>
                    <a:cubicBezTo>
                      <a:pt x="28" y="231"/>
                      <a:pt x="45" y="276"/>
                      <a:pt x="62" y="327"/>
                    </a:cubicBezTo>
                    <a:cubicBezTo>
                      <a:pt x="68" y="344"/>
                      <a:pt x="79" y="361"/>
                      <a:pt x="91" y="378"/>
                    </a:cubicBezTo>
                    <a:cubicBezTo>
                      <a:pt x="102" y="389"/>
                      <a:pt x="113" y="406"/>
                      <a:pt x="130" y="412"/>
                    </a:cubicBezTo>
                    <a:cubicBezTo>
                      <a:pt x="147" y="423"/>
                      <a:pt x="164" y="429"/>
                      <a:pt x="181" y="429"/>
                    </a:cubicBezTo>
                    <a:cubicBezTo>
                      <a:pt x="192" y="431"/>
                      <a:pt x="202" y="433"/>
                      <a:pt x="211" y="433"/>
                    </a:cubicBezTo>
                    <a:cubicBezTo>
                      <a:pt x="220" y="433"/>
                      <a:pt x="229" y="431"/>
                      <a:pt x="237" y="429"/>
                    </a:cubicBezTo>
                    <a:cubicBezTo>
                      <a:pt x="249" y="423"/>
                      <a:pt x="260" y="417"/>
                      <a:pt x="271" y="412"/>
                    </a:cubicBezTo>
                    <a:cubicBezTo>
                      <a:pt x="294" y="400"/>
                      <a:pt x="311" y="383"/>
                      <a:pt x="322" y="361"/>
                    </a:cubicBezTo>
                    <a:lnTo>
                      <a:pt x="339" y="327"/>
                    </a:lnTo>
                    <a:cubicBezTo>
                      <a:pt x="345" y="304"/>
                      <a:pt x="345" y="276"/>
                      <a:pt x="339" y="253"/>
                    </a:cubicBezTo>
                    <a:cubicBezTo>
                      <a:pt x="316" y="203"/>
                      <a:pt x="300" y="152"/>
                      <a:pt x="283" y="107"/>
                    </a:cubicBezTo>
                    <a:cubicBezTo>
                      <a:pt x="277" y="84"/>
                      <a:pt x="266" y="73"/>
                      <a:pt x="254" y="56"/>
                    </a:cubicBezTo>
                    <a:cubicBezTo>
                      <a:pt x="243" y="44"/>
                      <a:pt x="232" y="28"/>
                      <a:pt x="215" y="22"/>
                    </a:cubicBezTo>
                    <a:cubicBezTo>
                      <a:pt x="198" y="11"/>
                      <a:pt x="181" y="5"/>
                      <a:pt x="164" y="5"/>
                    </a:cubicBezTo>
                    <a:cubicBezTo>
                      <a:pt x="156" y="2"/>
                      <a:pt x="146" y="1"/>
                      <a:pt x="136"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9" name="Google Shape;419;p18"/>
              <p:cNvSpPr/>
              <p:nvPr/>
            </p:nvSpPr>
            <p:spPr>
              <a:xfrm>
                <a:off x="4081975" y="3608550"/>
                <a:ext cx="999750" cy="705950"/>
              </a:xfrm>
              <a:custGeom>
                <a:avLst/>
                <a:gdLst/>
                <a:ahLst/>
                <a:cxnLst/>
                <a:rect l="l" t="t" r="r" b="b"/>
                <a:pathLst>
                  <a:path w="39990" h="28238" extrusionOk="0">
                    <a:moveTo>
                      <a:pt x="23780" y="300"/>
                    </a:moveTo>
                    <a:cubicBezTo>
                      <a:pt x="24485" y="893"/>
                      <a:pt x="25251" y="1417"/>
                      <a:pt x="26018" y="1910"/>
                    </a:cubicBezTo>
                    <a:cubicBezTo>
                      <a:pt x="26831" y="2430"/>
                      <a:pt x="27667" y="2915"/>
                      <a:pt x="28531" y="3344"/>
                    </a:cubicBezTo>
                    <a:cubicBezTo>
                      <a:pt x="29418" y="3785"/>
                      <a:pt x="30316" y="4186"/>
                      <a:pt x="31168" y="4694"/>
                    </a:cubicBezTo>
                    <a:cubicBezTo>
                      <a:pt x="33393" y="6021"/>
                      <a:pt x="35426" y="7840"/>
                      <a:pt x="36669" y="10138"/>
                    </a:cubicBezTo>
                    <a:cubicBezTo>
                      <a:pt x="36883" y="10527"/>
                      <a:pt x="37080" y="10916"/>
                      <a:pt x="37199" y="11338"/>
                    </a:cubicBezTo>
                    <a:lnTo>
                      <a:pt x="37199" y="11338"/>
                    </a:lnTo>
                    <a:cubicBezTo>
                      <a:pt x="37199" y="11339"/>
                      <a:pt x="37199" y="11340"/>
                      <a:pt x="37200" y="11341"/>
                    </a:cubicBezTo>
                    <a:cubicBezTo>
                      <a:pt x="37482" y="12290"/>
                      <a:pt x="37697" y="13261"/>
                      <a:pt x="37911" y="14227"/>
                    </a:cubicBezTo>
                    <a:cubicBezTo>
                      <a:pt x="38470" y="16813"/>
                      <a:pt x="38894" y="19434"/>
                      <a:pt x="39199" y="22060"/>
                    </a:cubicBezTo>
                    <a:cubicBezTo>
                      <a:pt x="39430" y="24018"/>
                      <a:pt x="39598" y="25986"/>
                      <a:pt x="39700" y="27955"/>
                    </a:cubicBezTo>
                    <a:lnTo>
                      <a:pt x="296" y="27955"/>
                    </a:lnTo>
                    <a:cubicBezTo>
                      <a:pt x="480" y="24417"/>
                      <a:pt x="867" y="20884"/>
                      <a:pt x="1469" y="17389"/>
                    </a:cubicBezTo>
                    <a:cubicBezTo>
                      <a:pt x="1796" y="15514"/>
                      <a:pt x="2175" y="13645"/>
                      <a:pt x="2661" y="11804"/>
                    </a:cubicBezTo>
                    <a:cubicBezTo>
                      <a:pt x="2836" y="11166"/>
                      <a:pt x="3067" y="10596"/>
                      <a:pt x="3395" y="10008"/>
                    </a:cubicBezTo>
                    <a:cubicBezTo>
                      <a:pt x="4569" y="7908"/>
                      <a:pt x="6399" y="6213"/>
                      <a:pt x="8421" y="4943"/>
                    </a:cubicBezTo>
                    <a:cubicBezTo>
                      <a:pt x="9189" y="4463"/>
                      <a:pt x="9985" y="4039"/>
                      <a:pt x="10804" y="3661"/>
                    </a:cubicBezTo>
                    <a:cubicBezTo>
                      <a:pt x="11662" y="3260"/>
                      <a:pt x="12498" y="2814"/>
                      <a:pt x="13306" y="2328"/>
                    </a:cubicBezTo>
                    <a:cubicBezTo>
                      <a:pt x="14294" y="1729"/>
                      <a:pt x="15248" y="1080"/>
                      <a:pt x="16146" y="357"/>
                    </a:cubicBezTo>
                    <a:cubicBezTo>
                      <a:pt x="16164" y="341"/>
                      <a:pt x="16182" y="327"/>
                      <a:pt x="16199" y="312"/>
                    </a:cubicBezTo>
                    <a:lnTo>
                      <a:pt x="16199" y="312"/>
                    </a:lnTo>
                    <a:cubicBezTo>
                      <a:pt x="16766" y="1161"/>
                      <a:pt x="17337" y="2004"/>
                      <a:pt x="17903" y="2853"/>
                    </a:cubicBezTo>
                    <a:cubicBezTo>
                      <a:pt x="17933" y="2900"/>
                      <a:pt x="17975" y="2921"/>
                      <a:pt x="18018" y="2921"/>
                    </a:cubicBezTo>
                    <a:cubicBezTo>
                      <a:pt x="18064" y="2921"/>
                      <a:pt x="18111" y="2897"/>
                      <a:pt x="18146" y="2853"/>
                    </a:cubicBezTo>
                    <a:lnTo>
                      <a:pt x="19981" y="437"/>
                    </a:lnTo>
                    <a:lnTo>
                      <a:pt x="19981" y="437"/>
                    </a:lnTo>
                    <a:cubicBezTo>
                      <a:pt x="20520" y="1244"/>
                      <a:pt x="21058" y="2046"/>
                      <a:pt x="21596" y="2853"/>
                    </a:cubicBezTo>
                    <a:cubicBezTo>
                      <a:pt x="21626" y="2900"/>
                      <a:pt x="21670" y="2921"/>
                      <a:pt x="21713" y="2921"/>
                    </a:cubicBezTo>
                    <a:cubicBezTo>
                      <a:pt x="21760" y="2921"/>
                      <a:pt x="21807" y="2897"/>
                      <a:pt x="21839" y="2853"/>
                    </a:cubicBezTo>
                    <a:cubicBezTo>
                      <a:pt x="22484" y="2000"/>
                      <a:pt x="23134" y="1153"/>
                      <a:pt x="23780" y="300"/>
                    </a:cubicBezTo>
                    <a:close/>
                    <a:moveTo>
                      <a:pt x="23761" y="0"/>
                    </a:moveTo>
                    <a:cubicBezTo>
                      <a:pt x="23742" y="0"/>
                      <a:pt x="23723" y="3"/>
                      <a:pt x="23703" y="7"/>
                    </a:cubicBezTo>
                    <a:cubicBezTo>
                      <a:pt x="23573" y="35"/>
                      <a:pt x="23460" y="255"/>
                      <a:pt x="23386" y="357"/>
                    </a:cubicBezTo>
                    <a:lnTo>
                      <a:pt x="22810" y="1114"/>
                    </a:lnTo>
                    <a:lnTo>
                      <a:pt x="21726" y="2542"/>
                    </a:lnTo>
                    <a:lnTo>
                      <a:pt x="21726" y="2542"/>
                    </a:lnTo>
                    <a:cubicBezTo>
                      <a:pt x="21187" y="1735"/>
                      <a:pt x="20649" y="928"/>
                      <a:pt x="20111" y="125"/>
                    </a:cubicBezTo>
                    <a:cubicBezTo>
                      <a:pt x="20081" y="79"/>
                      <a:pt x="20037" y="58"/>
                      <a:pt x="19994" y="58"/>
                    </a:cubicBezTo>
                    <a:cubicBezTo>
                      <a:pt x="19947" y="58"/>
                      <a:pt x="19900" y="82"/>
                      <a:pt x="19868" y="125"/>
                    </a:cubicBezTo>
                    <a:lnTo>
                      <a:pt x="18031" y="2543"/>
                    </a:lnTo>
                    <a:lnTo>
                      <a:pt x="18031" y="2543"/>
                    </a:lnTo>
                    <a:cubicBezTo>
                      <a:pt x="17545" y="1819"/>
                      <a:pt x="17063" y="1091"/>
                      <a:pt x="16581" y="368"/>
                    </a:cubicBezTo>
                    <a:cubicBezTo>
                      <a:pt x="16479" y="219"/>
                      <a:pt x="16373" y="5"/>
                      <a:pt x="16212" y="5"/>
                    </a:cubicBezTo>
                    <a:cubicBezTo>
                      <a:pt x="16161" y="5"/>
                      <a:pt x="16104" y="27"/>
                      <a:pt x="16039" y="80"/>
                    </a:cubicBezTo>
                    <a:cubicBezTo>
                      <a:pt x="15695" y="363"/>
                      <a:pt x="15339" y="628"/>
                      <a:pt x="14977" y="888"/>
                    </a:cubicBezTo>
                    <a:cubicBezTo>
                      <a:pt x="14266" y="1396"/>
                      <a:pt x="13532" y="1871"/>
                      <a:pt x="12775" y="2311"/>
                    </a:cubicBezTo>
                    <a:cubicBezTo>
                      <a:pt x="11821" y="2870"/>
                      <a:pt x="10821" y="3311"/>
                      <a:pt x="9838" y="3813"/>
                    </a:cubicBezTo>
                    <a:cubicBezTo>
                      <a:pt x="8223" y="4638"/>
                      <a:pt x="6704" y="5677"/>
                      <a:pt x="5411" y="6953"/>
                    </a:cubicBezTo>
                    <a:cubicBezTo>
                      <a:pt x="4558" y="7789"/>
                      <a:pt x="3796" y="8732"/>
                      <a:pt x="3203" y="9771"/>
                    </a:cubicBezTo>
                    <a:cubicBezTo>
                      <a:pt x="2937" y="10234"/>
                      <a:pt x="2689" y="10720"/>
                      <a:pt x="2531" y="11228"/>
                    </a:cubicBezTo>
                    <a:cubicBezTo>
                      <a:pt x="2135" y="12482"/>
                      <a:pt x="1876" y="13798"/>
                      <a:pt x="1616" y="15085"/>
                    </a:cubicBezTo>
                    <a:cubicBezTo>
                      <a:pt x="865" y="18801"/>
                      <a:pt x="373" y="22568"/>
                      <a:pt x="108" y="26346"/>
                    </a:cubicBezTo>
                    <a:cubicBezTo>
                      <a:pt x="68" y="26928"/>
                      <a:pt x="35" y="27515"/>
                      <a:pt x="6" y="28097"/>
                    </a:cubicBezTo>
                    <a:cubicBezTo>
                      <a:pt x="1" y="28176"/>
                      <a:pt x="74" y="28238"/>
                      <a:pt x="147" y="28238"/>
                    </a:cubicBezTo>
                    <a:lnTo>
                      <a:pt x="39848" y="28238"/>
                    </a:lnTo>
                    <a:cubicBezTo>
                      <a:pt x="39922" y="28238"/>
                      <a:pt x="39989" y="28176"/>
                      <a:pt x="39989" y="28097"/>
                    </a:cubicBezTo>
                    <a:cubicBezTo>
                      <a:pt x="39820" y="24737"/>
                      <a:pt x="39464" y="21382"/>
                      <a:pt x="38922" y="18056"/>
                    </a:cubicBezTo>
                    <a:cubicBezTo>
                      <a:pt x="38600" y="16096"/>
                      <a:pt x="38216" y="14148"/>
                      <a:pt x="37731" y="12222"/>
                    </a:cubicBezTo>
                    <a:cubicBezTo>
                      <a:pt x="37651" y="11900"/>
                      <a:pt x="37567" y="11578"/>
                      <a:pt x="37471" y="11262"/>
                    </a:cubicBezTo>
                    <a:cubicBezTo>
                      <a:pt x="37313" y="10697"/>
                      <a:pt x="37019" y="10149"/>
                      <a:pt x="36720" y="9647"/>
                    </a:cubicBezTo>
                    <a:cubicBezTo>
                      <a:pt x="35918" y="8292"/>
                      <a:pt x="34845" y="7106"/>
                      <a:pt x="33636" y="6095"/>
                    </a:cubicBezTo>
                    <a:cubicBezTo>
                      <a:pt x="32778" y="5378"/>
                      <a:pt x="31846" y="4745"/>
                      <a:pt x="30863" y="4192"/>
                    </a:cubicBezTo>
                    <a:cubicBezTo>
                      <a:pt x="29700" y="3542"/>
                      <a:pt x="28463" y="3028"/>
                      <a:pt x="27300" y="2362"/>
                    </a:cubicBezTo>
                    <a:cubicBezTo>
                      <a:pt x="26408" y="1848"/>
                      <a:pt x="25544" y="1283"/>
                      <a:pt x="24713" y="668"/>
                    </a:cubicBezTo>
                    <a:cubicBezTo>
                      <a:pt x="24493" y="504"/>
                      <a:pt x="24273" y="340"/>
                      <a:pt x="24064" y="165"/>
                    </a:cubicBezTo>
                    <a:cubicBezTo>
                      <a:pt x="23966" y="91"/>
                      <a:pt x="23884" y="0"/>
                      <a:pt x="23761"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0" name="Google Shape;420;p18"/>
              <p:cNvSpPr/>
              <p:nvPr/>
            </p:nvSpPr>
            <p:spPr>
              <a:xfrm>
                <a:off x="4577950" y="3608700"/>
                <a:ext cx="101825" cy="72875"/>
              </a:xfrm>
              <a:custGeom>
                <a:avLst/>
                <a:gdLst/>
                <a:ahLst/>
                <a:cxnLst/>
                <a:rect l="l" t="t" r="r" b="b"/>
                <a:pathLst>
                  <a:path w="4073" h="2915" extrusionOk="0">
                    <a:moveTo>
                      <a:pt x="3599" y="283"/>
                    </a:moveTo>
                    <a:lnTo>
                      <a:pt x="2011" y="2373"/>
                    </a:lnTo>
                    <a:lnTo>
                      <a:pt x="1887" y="2536"/>
                    </a:lnTo>
                    <a:lnTo>
                      <a:pt x="1887" y="2536"/>
                    </a:lnTo>
                    <a:cubicBezTo>
                      <a:pt x="1421" y="1837"/>
                      <a:pt x="951" y="1141"/>
                      <a:pt x="486" y="441"/>
                    </a:cubicBezTo>
                    <a:lnTo>
                      <a:pt x="381" y="283"/>
                    </a:lnTo>
                    <a:close/>
                    <a:moveTo>
                      <a:pt x="187" y="1"/>
                    </a:moveTo>
                    <a:cubicBezTo>
                      <a:pt x="141" y="1"/>
                      <a:pt x="107" y="19"/>
                      <a:pt x="84" y="46"/>
                    </a:cubicBezTo>
                    <a:lnTo>
                      <a:pt x="84" y="46"/>
                    </a:lnTo>
                    <a:cubicBezTo>
                      <a:pt x="77" y="53"/>
                      <a:pt x="70" y="60"/>
                      <a:pt x="63" y="69"/>
                    </a:cubicBezTo>
                    <a:cubicBezTo>
                      <a:pt x="52" y="86"/>
                      <a:pt x="40" y="103"/>
                      <a:pt x="29" y="119"/>
                    </a:cubicBezTo>
                    <a:cubicBezTo>
                      <a:pt x="1" y="153"/>
                      <a:pt x="1" y="221"/>
                      <a:pt x="29" y="261"/>
                    </a:cubicBezTo>
                    <a:cubicBezTo>
                      <a:pt x="532" y="1017"/>
                      <a:pt x="1034" y="1769"/>
                      <a:pt x="1542" y="2525"/>
                    </a:cubicBezTo>
                    <a:cubicBezTo>
                      <a:pt x="1610" y="2633"/>
                      <a:pt x="1684" y="2740"/>
                      <a:pt x="1757" y="2847"/>
                    </a:cubicBezTo>
                    <a:cubicBezTo>
                      <a:pt x="1787" y="2894"/>
                      <a:pt x="1831" y="2915"/>
                      <a:pt x="1874" y="2915"/>
                    </a:cubicBezTo>
                    <a:cubicBezTo>
                      <a:pt x="1921" y="2915"/>
                      <a:pt x="1968" y="2891"/>
                      <a:pt x="2000" y="2847"/>
                    </a:cubicBezTo>
                    <a:lnTo>
                      <a:pt x="3751" y="543"/>
                    </a:lnTo>
                    <a:cubicBezTo>
                      <a:pt x="3835" y="430"/>
                      <a:pt x="3920" y="323"/>
                      <a:pt x="4005" y="210"/>
                    </a:cubicBezTo>
                    <a:cubicBezTo>
                      <a:pt x="4072" y="119"/>
                      <a:pt x="3976" y="1"/>
                      <a:pt x="3880"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1" name="Google Shape;421;p18"/>
              <p:cNvSpPr/>
              <p:nvPr/>
            </p:nvSpPr>
            <p:spPr>
              <a:xfrm>
                <a:off x="4484175" y="3608700"/>
                <a:ext cx="101300" cy="72875"/>
              </a:xfrm>
              <a:custGeom>
                <a:avLst/>
                <a:gdLst/>
                <a:ahLst/>
                <a:cxnLst/>
                <a:rect l="l" t="t" r="r" b="b"/>
                <a:pathLst>
                  <a:path w="4052" h="2915" extrusionOk="0">
                    <a:moveTo>
                      <a:pt x="3655" y="283"/>
                    </a:moveTo>
                    <a:cubicBezTo>
                      <a:pt x="3121" y="981"/>
                      <a:pt x="2592" y="1682"/>
                      <a:pt x="2058" y="2378"/>
                    </a:cubicBezTo>
                    <a:cubicBezTo>
                      <a:pt x="2020" y="2432"/>
                      <a:pt x="1982" y="2484"/>
                      <a:pt x="1943" y="2535"/>
                    </a:cubicBezTo>
                    <a:lnTo>
                      <a:pt x="1943" y="2535"/>
                    </a:lnTo>
                    <a:cubicBezTo>
                      <a:pt x="1467" y="1824"/>
                      <a:pt x="992" y="1113"/>
                      <a:pt x="516" y="402"/>
                    </a:cubicBezTo>
                    <a:cubicBezTo>
                      <a:pt x="490" y="362"/>
                      <a:pt x="464" y="323"/>
                      <a:pt x="439" y="283"/>
                    </a:cubicBezTo>
                    <a:close/>
                    <a:moveTo>
                      <a:pt x="171" y="1"/>
                    </a:moveTo>
                    <a:cubicBezTo>
                      <a:pt x="132" y="1"/>
                      <a:pt x="101" y="14"/>
                      <a:pt x="79" y="36"/>
                    </a:cubicBezTo>
                    <a:lnTo>
                      <a:pt x="79" y="36"/>
                    </a:lnTo>
                    <a:cubicBezTo>
                      <a:pt x="27" y="74"/>
                      <a:pt x="1" y="141"/>
                      <a:pt x="47" y="210"/>
                    </a:cubicBezTo>
                    <a:lnTo>
                      <a:pt x="1589" y="2514"/>
                    </a:lnTo>
                    <a:cubicBezTo>
                      <a:pt x="1668" y="2627"/>
                      <a:pt x="1741" y="2734"/>
                      <a:pt x="1815" y="2847"/>
                    </a:cubicBezTo>
                    <a:cubicBezTo>
                      <a:pt x="1845" y="2894"/>
                      <a:pt x="1887" y="2915"/>
                      <a:pt x="1930" y="2915"/>
                    </a:cubicBezTo>
                    <a:cubicBezTo>
                      <a:pt x="1976" y="2915"/>
                      <a:pt x="2023" y="2891"/>
                      <a:pt x="2058" y="2847"/>
                    </a:cubicBezTo>
                    <a:cubicBezTo>
                      <a:pt x="2628" y="2090"/>
                      <a:pt x="3204" y="1339"/>
                      <a:pt x="3774" y="583"/>
                    </a:cubicBezTo>
                    <a:cubicBezTo>
                      <a:pt x="3859" y="475"/>
                      <a:pt x="3938" y="368"/>
                      <a:pt x="4023" y="261"/>
                    </a:cubicBezTo>
                    <a:cubicBezTo>
                      <a:pt x="4051" y="221"/>
                      <a:pt x="4045" y="153"/>
                      <a:pt x="4023" y="119"/>
                    </a:cubicBezTo>
                    <a:cubicBezTo>
                      <a:pt x="3966" y="35"/>
                      <a:pt x="3910" y="1"/>
                      <a:pt x="3820"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2" name="Google Shape;422;p18"/>
              <p:cNvSpPr/>
              <p:nvPr/>
            </p:nvSpPr>
            <p:spPr>
              <a:xfrm>
                <a:off x="4577250" y="3608600"/>
                <a:ext cx="8925" cy="8325"/>
              </a:xfrm>
              <a:custGeom>
                <a:avLst/>
                <a:gdLst/>
                <a:ahLst/>
                <a:cxnLst/>
                <a:rect l="l" t="t" r="r" b="b"/>
                <a:pathLst>
                  <a:path w="357" h="333" extrusionOk="0">
                    <a:moveTo>
                      <a:pt x="215" y="1"/>
                    </a:moveTo>
                    <a:cubicBezTo>
                      <a:pt x="202" y="1"/>
                      <a:pt x="190" y="2"/>
                      <a:pt x="176" y="5"/>
                    </a:cubicBezTo>
                    <a:lnTo>
                      <a:pt x="142" y="5"/>
                    </a:lnTo>
                    <a:cubicBezTo>
                      <a:pt x="91" y="5"/>
                      <a:pt x="46" y="27"/>
                      <a:pt x="23" y="73"/>
                    </a:cubicBezTo>
                    <a:cubicBezTo>
                      <a:pt x="6" y="95"/>
                      <a:pt x="1" y="118"/>
                      <a:pt x="1" y="146"/>
                    </a:cubicBezTo>
                    <a:cubicBezTo>
                      <a:pt x="1" y="169"/>
                      <a:pt x="6" y="191"/>
                      <a:pt x="23" y="214"/>
                    </a:cubicBezTo>
                    <a:cubicBezTo>
                      <a:pt x="34" y="231"/>
                      <a:pt x="46" y="248"/>
                      <a:pt x="57" y="265"/>
                    </a:cubicBezTo>
                    <a:cubicBezTo>
                      <a:pt x="68" y="287"/>
                      <a:pt x="85" y="304"/>
                      <a:pt x="108" y="316"/>
                    </a:cubicBezTo>
                    <a:cubicBezTo>
                      <a:pt x="125" y="327"/>
                      <a:pt x="153" y="332"/>
                      <a:pt x="176" y="332"/>
                    </a:cubicBezTo>
                    <a:cubicBezTo>
                      <a:pt x="204" y="332"/>
                      <a:pt x="226" y="327"/>
                      <a:pt x="249" y="316"/>
                    </a:cubicBezTo>
                    <a:cubicBezTo>
                      <a:pt x="272" y="304"/>
                      <a:pt x="289" y="287"/>
                      <a:pt x="300" y="265"/>
                    </a:cubicBezTo>
                    <a:cubicBezTo>
                      <a:pt x="305" y="256"/>
                      <a:pt x="311" y="249"/>
                      <a:pt x="317" y="242"/>
                    </a:cubicBezTo>
                    <a:lnTo>
                      <a:pt x="317" y="242"/>
                    </a:lnTo>
                    <a:cubicBezTo>
                      <a:pt x="317" y="242"/>
                      <a:pt x="317" y="242"/>
                      <a:pt x="317" y="242"/>
                    </a:cubicBezTo>
                    <a:cubicBezTo>
                      <a:pt x="323" y="236"/>
                      <a:pt x="330" y="227"/>
                      <a:pt x="335" y="218"/>
                    </a:cubicBezTo>
                    <a:lnTo>
                      <a:pt x="335" y="218"/>
                    </a:lnTo>
                    <a:cubicBezTo>
                      <a:pt x="336" y="217"/>
                      <a:pt x="337" y="216"/>
                      <a:pt x="339" y="214"/>
                    </a:cubicBezTo>
                    <a:cubicBezTo>
                      <a:pt x="345" y="197"/>
                      <a:pt x="351" y="180"/>
                      <a:pt x="356" y="163"/>
                    </a:cubicBezTo>
                    <a:cubicBezTo>
                      <a:pt x="356" y="159"/>
                      <a:pt x="356" y="154"/>
                      <a:pt x="356" y="150"/>
                    </a:cubicBezTo>
                    <a:lnTo>
                      <a:pt x="356" y="150"/>
                    </a:lnTo>
                    <a:cubicBezTo>
                      <a:pt x="356" y="148"/>
                      <a:pt x="356" y="147"/>
                      <a:pt x="356" y="146"/>
                    </a:cubicBezTo>
                    <a:lnTo>
                      <a:pt x="356" y="145"/>
                    </a:lnTo>
                    <a:lnTo>
                      <a:pt x="356" y="145"/>
                    </a:lnTo>
                    <a:cubicBezTo>
                      <a:pt x="356" y="132"/>
                      <a:pt x="354" y="118"/>
                      <a:pt x="351" y="107"/>
                    </a:cubicBezTo>
                    <a:cubicBezTo>
                      <a:pt x="348" y="96"/>
                      <a:pt x="344" y="85"/>
                      <a:pt x="339" y="75"/>
                    </a:cubicBezTo>
                    <a:lnTo>
                      <a:pt x="339" y="75"/>
                    </a:lnTo>
                    <a:cubicBezTo>
                      <a:pt x="336" y="68"/>
                      <a:pt x="332" y="62"/>
                      <a:pt x="328" y="56"/>
                    </a:cubicBezTo>
                    <a:cubicBezTo>
                      <a:pt x="317" y="44"/>
                      <a:pt x="305" y="27"/>
                      <a:pt x="289" y="22"/>
                    </a:cubicBezTo>
                    <a:cubicBezTo>
                      <a:pt x="277" y="16"/>
                      <a:pt x="266" y="11"/>
                      <a:pt x="255" y="5"/>
                    </a:cubicBezTo>
                    <a:cubicBezTo>
                      <a:pt x="241" y="2"/>
                      <a:pt x="228" y="1"/>
                      <a:pt x="215"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23" name="Google Shape;423;p18"/>
            <p:cNvGrpSpPr/>
            <p:nvPr/>
          </p:nvGrpSpPr>
          <p:grpSpPr>
            <a:xfrm>
              <a:off x="7977319" y="2770809"/>
              <a:ext cx="1689289" cy="2061739"/>
              <a:chOff x="5687100" y="3067925"/>
              <a:chExt cx="999875" cy="1220325"/>
            </a:xfrm>
          </p:grpSpPr>
          <p:sp>
            <p:nvSpPr>
              <p:cNvPr id="424" name="Google Shape;424;p18"/>
              <p:cNvSpPr/>
              <p:nvPr/>
            </p:nvSpPr>
            <p:spPr>
              <a:xfrm>
                <a:off x="6088625" y="3125875"/>
                <a:ext cx="335625" cy="463525"/>
              </a:xfrm>
              <a:custGeom>
                <a:avLst/>
                <a:gdLst/>
                <a:ahLst/>
                <a:cxnLst/>
                <a:rect l="l" t="t" r="r" b="b"/>
                <a:pathLst>
                  <a:path w="13425" h="18541" extrusionOk="0">
                    <a:moveTo>
                      <a:pt x="2576" y="413"/>
                    </a:moveTo>
                    <a:cubicBezTo>
                      <a:pt x="4087" y="770"/>
                      <a:pt x="5639" y="1008"/>
                      <a:pt x="7193" y="1008"/>
                    </a:cubicBezTo>
                    <a:cubicBezTo>
                      <a:pt x="7286" y="1008"/>
                      <a:pt x="7379" y="1007"/>
                      <a:pt x="7472" y="1005"/>
                    </a:cubicBezTo>
                    <a:cubicBezTo>
                      <a:pt x="8387" y="988"/>
                      <a:pt x="9330" y="898"/>
                      <a:pt x="10211" y="621"/>
                    </a:cubicBezTo>
                    <a:cubicBezTo>
                      <a:pt x="10317" y="587"/>
                      <a:pt x="10427" y="553"/>
                      <a:pt x="10533" y="509"/>
                    </a:cubicBezTo>
                    <a:lnTo>
                      <a:pt x="10533" y="509"/>
                    </a:lnTo>
                    <a:cubicBezTo>
                      <a:pt x="11133" y="1297"/>
                      <a:pt x="11448" y="2259"/>
                      <a:pt x="11453" y="3247"/>
                    </a:cubicBezTo>
                    <a:cubicBezTo>
                      <a:pt x="11453" y="3812"/>
                      <a:pt x="11453" y="4377"/>
                      <a:pt x="11453" y="4941"/>
                    </a:cubicBezTo>
                    <a:cubicBezTo>
                      <a:pt x="11453" y="5150"/>
                      <a:pt x="11442" y="5365"/>
                      <a:pt x="11453" y="5574"/>
                    </a:cubicBezTo>
                    <a:cubicBezTo>
                      <a:pt x="11453" y="5647"/>
                      <a:pt x="11487" y="5681"/>
                      <a:pt x="11538" y="5726"/>
                    </a:cubicBezTo>
                    <a:lnTo>
                      <a:pt x="11815" y="5941"/>
                    </a:lnTo>
                    <a:lnTo>
                      <a:pt x="12594" y="6557"/>
                    </a:lnTo>
                    <a:cubicBezTo>
                      <a:pt x="12752" y="6686"/>
                      <a:pt x="12978" y="6816"/>
                      <a:pt x="13040" y="7020"/>
                    </a:cubicBezTo>
                    <a:cubicBezTo>
                      <a:pt x="13097" y="7200"/>
                      <a:pt x="13034" y="7392"/>
                      <a:pt x="12899" y="7522"/>
                    </a:cubicBezTo>
                    <a:cubicBezTo>
                      <a:pt x="12775" y="7641"/>
                      <a:pt x="12611" y="7675"/>
                      <a:pt x="12441" y="7675"/>
                    </a:cubicBezTo>
                    <a:cubicBezTo>
                      <a:pt x="12344" y="7677"/>
                      <a:pt x="12246" y="7677"/>
                      <a:pt x="12149" y="7677"/>
                    </a:cubicBezTo>
                    <a:cubicBezTo>
                      <a:pt x="11955" y="7677"/>
                      <a:pt x="11762" y="7675"/>
                      <a:pt x="11566" y="7675"/>
                    </a:cubicBezTo>
                    <a:cubicBezTo>
                      <a:pt x="11487" y="7675"/>
                      <a:pt x="11436" y="7743"/>
                      <a:pt x="11425" y="7816"/>
                    </a:cubicBezTo>
                    <a:cubicBezTo>
                      <a:pt x="11272" y="9589"/>
                      <a:pt x="10307" y="11233"/>
                      <a:pt x="8833" y="12232"/>
                    </a:cubicBezTo>
                    <a:cubicBezTo>
                      <a:pt x="8421" y="12515"/>
                      <a:pt x="7974" y="12740"/>
                      <a:pt x="7511" y="12910"/>
                    </a:cubicBezTo>
                    <a:cubicBezTo>
                      <a:pt x="7449" y="12932"/>
                      <a:pt x="7404" y="12983"/>
                      <a:pt x="7404" y="13045"/>
                    </a:cubicBezTo>
                    <a:lnTo>
                      <a:pt x="7404" y="14858"/>
                    </a:lnTo>
                    <a:lnTo>
                      <a:pt x="7404" y="17738"/>
                    </a:lnTo>
                    <a:lnTo>
                      <a:pt x="7404" y="18258"/>
                    </a:lnTo>
                    <a:lnTo>
                      <a:pt x="283" y="18258"/>
                    </a:lnTo>
                    <a:lnTo>
                      <a:pt x="283" y="16710"/>
                    </a:lnTo>
                    <a:lnTo>
                      <a:pt x="283" y="14022"/>
                    </a:lnTo>
                    <a:lnTo>
                      <a:pt x="283" y="13407"/>
                    </a:lnTo>
                    <a:lnTo>
                      <a:pt x="283" y="11746"/>
                    </a:lnTo>
                    <a:lnTo>
                      <a:pt x="283" y="10809"/>
                    </a:lnTo>
                    <a:lnTo>
                      <a:pt x="283" y="8618"/>
                    </a:lnTo>
                    <a:lnTo>
                      <a:pt x="283" y="6348"/>
                    </a:lnTo>
                    <a:lnTo>
                      <a:pt x="283" y="5534"/>
                    </a:lnTo>
                    <a:cubicBezTo>
                      <a:pt x="283" y="5446"/>
                      <a:pt x="290" y="5353"/>
                      <a:pt x="290" y="5262"/>
                    </a:cubicBezTo>
                    <a:lnTo>
                      <a:pt x="290" y="5262"/>
                    </a:lnTo>
                    <a:cubicBezTo>
                      <a:pt x="1181" y="5260"/>
                      <a:pt x="2087" y="4819"/>
                      <a:pt x="2649" y="4145"/>
                    </a:cubicBezTo>
                    <a:cubicBezTo>
                      <a:pt x="3276" y="3394"/>
                      <a:pt x="3496" y="2361"/>
                      <a:pt x="3180" y="1429"/>
                    </a:cubicBezTo>
                    <a:cubicBezTo>
                      <a:pt x="3050" y="1048"/>
                      <a:pt x="2842" y="706"/>
                      <a:pt x="2576" y="413"/>
                    </a:cubicBezTo>
                    <a:close/>
                    <a:moveTo>
                      <a:pt x="2079" y="1"/>
                    </a:moveTo>
                    <a:cubicBezTo>
                      <a:pt x="1944" y="1"/>
                      <a:pt x="1897" y="183"/>
                      <a:pt x="2011" y="265"/>
                    </a:cubicBezTo>
                    <a:cubicBezTo>
                      <a:pt x="2762" y="847"/>
                      <a:pt x="3180" y="1807"/>
                      <a:pt x="3005" y="2750"/>
                    </a:cubicBezTo>
                    <a:cubicBezTo>
                      <a:pt x="2858" y="3575"/>
                      <a:pt x="2310" y="4269"/>
                      <a:pt x="1570" y="4648"/>
                    </a:cubicBezTo>
                    <a:cubicBezTo>
                      <a:pt x="1180" y="4853"/>
                      <a:pt x="720" y="4979"/>
                      <a:pt x="275" y="4979"/>
                    </a:cubicBezTo>
                    <a:cubicBezTo>
                      <a:pt x="230" y="4979"/>
                      <a:pt x="186" y="4978"/>
                      <a:pt x="142" y="4975"/>
                    </a:cubicBezTo>
                    <a:cubicBezTo>
                      <a:pt x="139" y="4975"/>
                      <a:pt x="136" y="4975"/>
                      <a:pt x="134" y="4975"/>
                    </a:cubicBezTo>
                    <a:cubicBezTo>
                      <a:pt x="63" y="4975"/>
                      <a:pt x="0" y="5046"/>
                      <a:pt x="0" y="5117"/>
                    </a:cubicBezTo>
                    <a:lnTo>
                      <a:pt x="0" y="6116"/>
                    </a:lnTo>
                    <a:lnTo>
                      <a:pt x="0" y="8324"/>
                    </a:lnTo>
                    <a:lnTo>
                      <a:pt x="0" y="10589"/>
                    </a:lnTo>
                    <a:lnTo>
                      <a:pt x="0" y="11735"/>
                    </a:lnTo>
                    <a:lnTo>
                      <a:pt x="0" y="13339"/>
                    </a:lnTo>
                    <a:lnTo>
                      <a:pt x="0" y="13407"/>
                    </a:lnTo>
                    <a:lnTo>
                      <a:pt x="0" y="15095"/>
                    </a:lnTo>
                    <a:lnTo>
                      <a:pt x="0" y="17783"/>
                    </a:lnTo>
                    <a:lnTo>
                      <a:pt x="0" y="18399"/>
                    </a:lnTo>
                    <a:cubicBezTo>
                      <a:pt x="0" y="18472"/>
                      <a:pt x="68" y="18540"/>
                      <a:pt x="142" y="18540"/>
                    </a:cubicBezTo>
                    <a:lnTo>
                      <a:pt x="7545" y="18540"/>
                    </a:lnTo>
                    <a:cubicBezTo>
                      <a:pt x="7591" y="18540"/>
                      <a:pt x="7626" y="18522"/>
                      <a:pt x="7649" y="18494"/>
                    </a:cubicBezTo>
                    <a:lnTo>
                      <a:pt x="7649" y="18494"/>
                    </a:lnTo>
                    <a:cubicBezTo>
                      <a:pt x="7672" y="18472"/>
                      <a:pt x="7686" y="18440"/>
                      <a:pt x="7686" y="18399"/>
                    </a:cubicBezTo>
                    <a:lnTo>
                      <a:pt x="7686" y="16586"/>
                    </a:lnTo>
                    <a:lnTo>
                      <a:pt x="7686" y="13706"/>
                    </a:lnTo>
                    <a:lnTo>
                      <a:pt x="7686" y="13143"/>
                    </a:lnTo>
                    <a:lnTo>
                      <a:pt x="7686" y="13143"/>
                    </a:lnTo>
                    <a:cubicBezTo>
                      <a:pt x="9390" y="12494"/>
                      <a:pt x="10754" y="11114"/>
                      <a:pt x="11374" y="9386"/>
                    </a:cubicBezTo>
                    <a:cubicBezTo>
                      <a:pt x="11534" y="8922"/>
                      <a:pt x="11642" y="8445"/>
                      <a:pt x="11694" y="7957"/>
                    </a:cubicBezTo>
                    <a:lnTo>
                      <a:pt x="12408" y="7957"/>
                    </a:lnTo>
                    <a:cubicBezTo>
                      <a:pt x="12780" y="7957"/>
                      <a:pt x="13136" y="7805"/>
                      <a:pt x="13289" y="7438"/>
                    </a:cubicBezTo>
                    <a:cubicBezTo>
                      <a:pt x="13424" y="7104"/>
                      <a:pt x="13294" y="6760"/>
                      <a:pt x="13023" y="6540"/>
                    </a:cubicBezTo>
                    <a:cubicBezTo>
                      <a:pt x="12792" y="6353"/>
                      <a:pt x="12560" y="6173"/>
                      <a:pt x="12328" y="5986"/>
                    </a:cubicBezTo>
                    <a:cubicBezTo>
                      <a:pt x="12129" y="5834"/>
                      <a:pt x="11934" y="5677"/>
                      <a:pt x="11736" y="5524"/>
                    </a:cubicBezTo>
                    <a:lnTo>
                      <a:pt x="11736" y="5524"/>
                    </a:lnTo>
                    <a:lnTo>
                      <a:pt x="11736" y="4010"/>
                    </a:lnTo>
                    <a:cubicBezTo>
                      <a:pt x="11736" y="3309"/>
                      <a:pt x="11752" y="2615"/>
                      <a:pt x="11555" y="1931"/>
                    </a:cubicBezTo>
                    <a:cubicBezTo>
                      <a:pt x="11380" y="1299"/>
                      <a:pt x="11063" y="712"/>
                      <a:pt x="10646" y="203"/>
                    </a:cubicBezTo>
                    <a:cubicBezTo>
                      <a:pt x="10618" y="168"/>
                      <a:pt x="10585" y="154"/>
                      <a:pt x="10554" y="154"/>
                    </a:cubicBezTo>
                    <a:cubicBezTo>
                      <a:pt x="10500" y="154"/>
                      <a:pt x="10448" y="196"/>
                      <a:pt x="10425" y="251"/>
                    </a:cubicBezTo>
                    <a:lnTo>
                      <a:pt x="10425" y="251"/>
                    </a:lnTo>
                    <a:cubicBezTo>
                      <a:pt x="10354" y="277"/>
                      <a:pt x="10282" y="302"/>
                      <a:pt x="10211" y="328"/>
                    </a:cubicBezTo>
                    <a:cubicBezTo>
                      <a:pt x="9906" y="429"/>
                      <a:pt x="9590" y="503"/>
                      <a:pt x="9273" y="559"/>
                    </a:cubicBezTo>
                    <a:cubicBezTo>
                      <a:pt x="8601" y="680"/>
                      <a:pt x="7916" y="730"/>
                      <a:pt x="7231" y="730"/>
                    </a:cubicBezTo>
                    <a:cubicBezTo>
                      <a:pt x="6638" y="730"/>
                      <a:pt x="6045" y="693"/>
                      <a:pt x="5461" y="633"/>
                    </a:cubicBezTo>
                    <a:cubicBezTo>
                      <a:pt x="4332" y="514"/>
                      <a:pt x="3214" y="294"/>
                      <a:pt x="2118" y="6"/>
                    </a:cubicBezTo>
                    <a:cubicBezTo>
                      <a:pt x="2104" y="2"/>
                      <a:pt x="2091" y="1"/>
                      <a:pt x="2079"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5" name="Google Shape;425;p18"/>
              <p:cNvSpPr/>
              <p:nvPr/>
            </p:nvSpPr>
            <p:spPr>
              <a:xfrm>
                <a:off x="6301250" y="3317650"/>
                <a:ext cx="80700" cy="37375"/>
              </a:xfrm>
              <a:custGeom>
                <a:avLst/>
                <a:gdLst/>
                <a:ahLst/>
                <a:cxnLst/>
                <a:rect l="l" t="t" r="r" b="b"/>
                <a:pathLst>
                  <a:path w="3228" h="1495" extrusionOk="0">
                    <a:moveTo>
                      <a:pt x="2922" y="286"/>
                    </a:moveTo>
                    <a:cubicBezTo>
                      <a:pt x="2887" y="600"/>
                      <a:pt x="2836" y="917"/>
                      <a:pt x="2736" y="1212"/>
                    </a:cubicBezTo>
                    <a:lnTo>
                      <a:pt x="297" y="1212"/>
                    </a:lnTo>
                    <a:cubicBezTo>
                      <a:pt x="333" y="920"/>
                      <a:pt x="479" y="648"/>
                      <a:pt x="717" y="473"/>
                    </a:cubicBezTo>
                    <a:cubicBezTo>
                      <a:pt x="904" y="337"/>
                      <a:pt x="1113" y="286"/>
                      <a:pt x="1339" y="286"/>
                    </a:cubicBezTo>
                    <a:close/>
                    <a:moveTo>
                      <a:pt x="1531" y="0"/>
                    </a:moveTo>
                    <a:cubicBezTo>
                      <a:pt x="1188" y="0"/>
                      <a:pt x="847" y="28"/>
                      <a:pt x="554" y="247"/>
                    </a:cubicBezTo>
                    <a:cubicBezTo>
                      <a:pt x="204" y="506"/>
                      <a:pt x="12" y="919"/>
                      <a:pt x="6" y="1353"/>
                    </a:cubicBezTo>
                    <a:cubicBezTo>
                      <a:pt x="0" y="1427"/>
                      <a:pt x="68" y="1495"/>
                      <a:pt x="147" y="1495"/>
                    </a:cubicBezTo>
                    <a:lnTo>
                      <a:pt x="2835" y="1495"/>
                    </a:lnTo>
                    <a:cubicBezTo>
                      <a:pt x="2903" y="1495"/>
                      <a:pt x="2954" y="1449"/>
                      <a:pt x="2976" y="1387"/>
                    </a:cubicBezTo>
                    <a:cubicBezTo>
                      <a:pt x="3118" y="998"/>
                      <a:pt x="3174" y="563"/>
                      <a:pt x="3219" y="145"/>
                    </a:cubicBezTo>
                    <a:cubicBezTo>
                      <a:pt x="3227" y="83"/>
                      <a:pt x="3197" y="43"/>
                      <a:pt x="3154" y="25"/>
                    </a:cubicBezTo>
                    <a:lnTo>
                      <a:pt x="3154" y="25"/>
                    </a:lnTo>
                    <a:cubicBezTo>
                      <a:pt x="3133" y="12"/>
                      <a:pt x="3108" y="4"/>
                      <a:pt x="3078" y="4"/>
                    </a:cubicBezTo>
                    <a:lnTo>
                      <a:pt x="1886" y="4"/>
                    </a:lnTo>
                    <a:cubicBezTo>
                      <a:pt x="1769" y="4"/>
                      <a:pt x="1650" y="0"/>
                      <a:pt x="1531"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6" name="Google Shape;426;p18"/>
              <p:cNvSpPr/>
              <p:nvPr/>
            </p:nvSpPr>
            <p:spPr>
              <a:xfrm>
                <a:off x="5687100" y="3582250"/>
                <a:ext cx="999875" cy="706000"/>
              </a:xfrm>
              <a:custGeom>
                <a:avLst/>
                <a:gdLst/>
                <a:ahLst/>
                <a:cxnLst/>
                <a:rect l="l" t="t" r="r" b="b"/>
                <a:pathLst>
                  <a:path w="39995" h="28240" extrusionOk="0">
                    <a:moveTo>
                      <a:pt x="23767" y="285"/>
                    </a:moveTo>
                    <a:cubicBezTo>
                      <a:pt x="24475" y="882"/>
                      <a:pt x="25246" y="1410"/>
                      <a:pt x="26018" y="1906"/>
                    </a:cubicBezTo>
                    <a:cubicBezTo>
                      <a:pt x="26831" y="2431"/>
                      <a:pt x="27667" y="2911"/>
                      <a:pt x="28531" y="3340"/>
                    </a:cubicBezTo>
                    <a:cubicBezTo>
                      <a:pt x="29417" y="3781"/>
                      <a:pt x="30315" y="4188"/>
                      <a:pt x="31168" y="4696"/>
                    </a:cubicBezTo>
                    <a:cubicBezTo>
                      <a:pt x="33393" y="6017"/>
                      <a:pt x="35426" y="7836"/>
                      <a:pt x="36674" y="10134"/>
                    </a:cubicBezTo>
                    <a:cubicBezTo>
                      <a:pt x="36883" y="10523"/>
                      <a:pt x="37080" y="10912"/>
                      <a:pt x="37199" y="11334"/>
                    </a:cubicBezTo>
                    <a:lnTo>
                      <a:pt x="37199" y="11334"/>
                    </a:lnTo>
                    <a:cubicBezTo>
                      <a:pt x="37199" y="11335"/>
                      <a:pt x="37199" y="11336"/>
                      <a:pt x="37199" y="11337"/>
                    </a:cubicBezTo>
                    <a:cubicBezTo>
                      <a:pt x="37199" y="11337"/>
                      <a:pt x="37199" y="11337"/>
                      <a:pt x="37199" y="11337"/>
                    </a:cubicBezTo>
                    <a:lnTo>
                      <a:pt x="37199" y="11337"/>
                    </a:lnTo>
                    <a:cubicBezTo>
                      <a:pt x="37200" y="11338"/>
                      <a:pt x="37200" y="11339"/>
                      <a:pt x="37200" y="11339"/>
                    </a:cubicBezTo>
                    <a:lnTo>
                      <a:pt x="37200" y="11339"/>
                    </a:lnTo>
                    <a:cubicBezTo>
                      <a:pt x="37482" y="12287"/>
                      <a:pt x="37702" y="13258"/>
                      <a:pt x="37911" y="14228"/>
                    </a:cubicBezTo>
                    <a:cubicBezTo>
                      <a:pt x="38470" y="16815"/>
                      <a:pt x="38894" y="19430"/>
                      <a:pt x="39199" y="22056"/>
                    </a:cubicBezTo>
                    <a:cubicBezTo>
                      <a:pt x="39430" y="24019"/>
                      <a:pt x="39597" y="25983"/>
                      <a:pt x="39700" y="27957"/>
                    </a:cubicBezTo>
                    <a:lnTo>
                      <a:pt x="296" y="27957"/>
                    </a:lnTo>
                    <a:cubicBezTo>
                      <a:pt x="479" y="24413"/>
                      <a:pt x="867" y="20880"/>
                      <a:pt x="1469" y="17385"/>
                    </a:cubicBezTo>
                    <a:cubicBezTo>
                      <a:pt x="1796" y="15510"/>
                      <a:pt x="2175" y="13641"/>
                      <a:pt x="2666" y="11806"/>
                    </a:cubicBezTo>
                    <a:cubicBezTo>
                      <a:pt x="2835" y="11162"/>
                      <a:pt x="3067" y="10592"/>
                      <a:pt x="3394" y="10010"/>
                    </a:cubicBezTo>
                    <a:cubicBezTo>
                      <a:pt x="4569" y="7903"/>
                      <a:pt x="6404" y="6215"/>
                      <a:pt x="8426" y="4939"/>
                    </a:cubicBezTo>
                    <a:cubicBezTo>
                      <a:pt x="9189" y="4459"/>
                      <a:pt x="9985" y="4035"/>
                      <a:pt x="10804" y="3657"/>
                    </a:cubicBezTo>
                    <a:cubicBezTo>
                      <a:pt x="11662" y="3261"/>
                      <a:pt x="12498" y="2815"/>
                      <a:pt x="13305" y="2324"/>
                    </a:cubicBezTo>
                    <a:cubicBezTo>
                      <a:pt x="14294" y="1731"/>
                      <a:pt x="15248" y="1076"/>
                      <a:pt x="16146" y="353"/>
                    </a:cubicBezTo>
                    <a:cubicBezTo>
                      <a:pt x="16173" y="329"/>
                      <a:pt x="16200" y="307"/>
                      <a:pt x="16228" y="285"/>
                    </a:cubicBezTo>
                    <a:close/>
                    <a:moveTo>
                      <a:pt x="16541" y="0"/>
                    </a:moveTo>
                    <a:cubicBezTo>
                      <a:pt x="16440" y="0"/>
                      <a:pt x="16338" y="1"/>
                      <a:pt x="16236" y="3"/>
                    </a:cubicBezTo>
                    <a:cubicBezTo>
                      <a:pt x="16078" y="3"/>
                      <a:pt x="15977" y="127"/>
                      <a:pt x="15858" y="223"/>
                    </a:cubicBezTo>
                    <a:cubicBezTo>
                      <a:pt x="14938" y="957"/>
                      <a:pt x="13955" y="1612"/>
                      <a:pt x="12944" y="2211"/>
                    </a:cubicBezTo>
                    <a:cubicBezTo>
                      <a:pt x="11419" y="3115"/>
                      <a:pt x="9759" y="3764"/>
                      <a:pt x="8257" y="4713"/>
                    </a:cubicBezTo>
                    <a:cubicBezTo>
                      <a:pt x="6286" y="5955"/>
                      <a:pt x="4507" y="7587"/>
                      <a:pt x="3304" y="9598"/>
                    </a:cubicBezTo>
                    <a:cubicBezTo>
                      <a:pt x="2954" y="10179"/>
                      <a:pt x="2649" y="10801"/>
                      <a:pt x="2463" y="11456"/>
                    </a:cubicBezTo>
                    <a:cubicBezTo>
                      <a:pt x="2056" y="12935"/>
                      <a:pt x="1734" y="14437"/>
                      <a:pt x="1446" y="15945"/>
                    </a:cubicBezTo>
                    <a:cubicBezTo>
                      <a:pt x="859" y="19017"/>
                      <a:pt x="446" y="22123"/>
                      <a:pt x="192" y="25241"/>
                    </a:cubicBezTo>
                    <a:cubicBezTo>
                      <a:pt x="113" y="26189"/>
                      <a:pt x="51" y="27144"/>
                      <a:pt x="6" y="28098"/>
                    </a:cubicBezTo>
                    <a:cubicBezTo>
                      <a:pt x="0" y="28172"/>
                      <a:pt x="74" y="28239"/>
                      <a:pt x="147" y="28239"/>
                    </a:cubicBezTo>
                    <a:lnTo>
                      <a:pt x="39848" y="28239"/>
                    </a:lnTo>
                    <a:cubicBezTo>
                      <a:pt x="39921" y="28239"/>
                      <a:pt x="39995" y="28172"/>
                      <a:pt x="39989" y="28098"/>
                    </a:cubicBezTo>
                    <a:cubicBezTo>
                      <a:pt x="39820" y="24732"/>
                      <a:pt x="39464" y="21378"/>
                      <a:pt x="38922" y="18052"/>
                    </a:cubicBezTo>
                    <a:cubicBezTo>
                      <a:pt x="38600" y="16098"/>
                      <a:pt x="38216" y="14144"/>
                      <a:pt x="37730" y="12218"/>
                    </a:cubicBezTo>
                    <a:cubicBezTo>
                      <a:pt x="37651" y="11896"/>
                      <a:pt x="37566" y="11580"/>
                      <a:pt x="37476" y="11258"/>
                    </a:cubicBezTo>
                    <a:cubicBezTo>
                      <a:pt x="37397" y="10987"/>
                      <a:pt x="37273" y="10716"/>
                      <a:pt x="37154" y="10462"/>
                    </a:cubicBezTo>
                    <a:cubicBezTo>
                      <a:pt x="36832" y="9778"/>
                      <a:pt x="36431" y="9140"/>
                      <a:pt x="35980" y="8542"/>
                    </a:cubicBezTo>
                    <a:cubicBezTo>
                      <a:pt x="34308" y="6322"/>
                      <a:pt x="31992" y="4662"/>
                      <a:pt x="29496" y="3487"/>
                    </a:cubicBezTo>
                    <a:cubicBezTo>
                      <a:pt x="28011" y="2793"/>
                      <a:pt x="26588" y="1991"/>
                      <a:pt x="25244" y="1048"/>
                    </a:cubicBezTo>
                    <a:cubicBezTo>
                      <a:pt x="24866" y="782"/>
                      <a:pt x="24498" y="511"/>
                      <a:pt x="24137" y="223"/>
                    </a:cubicBezTo>
                    <a:cubicBezTo>
                      <a:pt x="24069" y="172"/>
                      <a:pt x="24001" y="110"/>
                      <a:pt x="23934" y="59"/>
                    </a:cubicBezTo>
                    <a:cubicBezTo>
                      <a:pt x="23864" y="9"/>
                      <a:pt x="23795" y="1"/>
                      <a:pt x="23718" y="1"/>
                    </a:cubicBezTo>
                    <a:cubicBezTo>
                      <a:pt x="23682" y="1"/>
                      <a:pt x="23645" y="3"/>
                      <a:pt x="23606" y="3"/>
                    </a:cubicBezTo>
                    <a:lnTo>
                      <a:pt x="17151" y="3"/>
                    </a:lnTo>
                    <a:cubicBezTo>
                      <a:pt x="16948" y="3"/>
                      <a:pt x="16745" y="0"/>
                      <a:pt x="16541"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7" name="Google Shape;427;p18"/>
              <p:cNvSpPr/>
              <p:nvPr/>
            </p:nvSpPr>
            <p:spPr>
              <a:xfrm>
                <a:off x="6258900" y="3189675"/>
                <a:ext cx="108150" cy="100700"/>
              </a:xfrm>
              <a:custGeom>
                <a:avLst/>
                <a:gdLst/>
                <a:ahLst/>
                <a:cxnLst/>
                <a:rect l="l" t="t" r="r" b="b"/>
                <a:pathLst>
                  <a:path w="4326" h="4028" extrusionOk="0">
                    <a:moveTo>
                      <a:pt x="2186" y="283"/>
                    </a:moveTo>
                    <a:cubicBezTo>
                      <a:pt x="2908" y="289"/>
                      <a:pt x="3575" y="746"/>
                      <a:pt x="3818" y="1429"/>
                    </a:cubicBezTo>
                    <a:cubicBezTo>
                      <a:pt x="4060" y="2113"/>
                      <a:pt x="3846" y="2886"/>
                      <a:pt x="3287" y="3355"/>
                    </a:cubicBezTo>
                    <a:cubicBezTo>
                      <a:pt x="2976" y="3615"/>
                      <a:pt x="2583" y="3747"/>
                      <a:pt x="2188" y="3747"/>
                    </a:cubicBezTo>
                    <a:cubicBezTo>
                      <a:pt x="1879" y="3747"/>
                      <a:pt x="1569" y="3666"/>
                      <a:pt x="1299" y="3502"/>
                    </a:cubicBezTo>
                    <a:cubicBezTo>
                      <a:pt x="683" y="3129"/>
                      <a:pt x="345" y="2389"/>
                      <a:pt x="486" y="1684"/>
                    </a:cubicBezTo>
                    <a:cubicBezTo>
                      <a:pt x="649" y="876"/>
                      <a:pt x="1367" y="294"/>
                      <a:pt x="2186" y="283"/>
                    </a:cubicBezTo>
                    <a:close/>
                    <a:moveTo>
                      <a:pt x="2186" y="1"/>
                    </a:moveTo>
                    <a:cubicBezTo>
                      <a:pt x="2184" y="1"/>
                      <a:pt x="2182" y="1"/>
                      <a:pt x="2180" y="1"/>
                    </a:cubicBezTo>
                    <a:lnTo>
                      <a:pt x="2180" y="1"/>
                    </a:lnTo>
                    <a:cubicBezTo>
                      <a:pt x="1347" y="14"/>
                      <a:pt x="592" y="539"/>
                      <a:pt x="299" y="1322"/>
                    </a:cubicBezTo>
                    <a:cubicBezTo>
                      <a:pt x="0" y="2107"/>
                      <a:pt x="254" y="3033"/>
                      <a:pt x="898" y="3564"/>
                    </a:cubicBezTo>
                    <a:cubicBezTo>
                      <a:pt x="1270" y="3869"/>
                      <a:pt x="1733" y="4028"/>
                      <a:pt x="2196" y="4028"/>
                    </a:cubicBezTo>
                    <a:cubicBezTo>
                      <a:pt x="2550" y="4028"/>
                      <a:pt x="2904" y="3935"/>
                      <a:pt x="3219" y="3745"/>
                    </a:cubicBezTo>
                    <a:cubicBezTo>
                      <a:pt x="3948" y="3310"/>
                      <a:pt x="4326" y="2452"/>
                      <a:pt x="4162" y="1627"/>
                    </a:cubicBezTo>
                    <a:cubicBezTo>
                      <a:pt x="3987" y="691"/>
                      <a:pt x="3137" y="14"/>
                      <a:pt x="2190" y="1"/>
                    </a:cubicBezTo>
                    <a:lnTo>
                      <a:pt x="2190" y="1"/>
                    </a:lnTo>
                    <a:cubicBezTo>
                      <a:pt x="2189" y="1"/>
                      <a:pt x="2187" y="1"/>
                      <a:pt x="2186"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8" name="Google Shape;428;p18"/>
              <p:cNvSpPr/>
              <p:nvPr/>
            </p:nvSpPr>
            <p:spPr>
              <a:xfrm>
                <a:off x="6139025" y="3179100"/>
                <a:ext cx="243275" cy="122000"/>
              </a:xfrm>
              <a:custGeom>
                <a:avLst/>
                <a:gdLst/>
                <a:ahLst/>
                <a:cxnLst/>
                <a:rect l="l" t="t" r="r" b="b"/>
                <a:pathLst>
                  <a:path w="9731" h="4880" extrusionOk="0">
                    <a:moveTo>
                      <a:pt x="6978" y="278"/>
                    </a:moveTo>
                    <a:cubicBezTo>
                      <a:pt x="7697" y="278"/>
                      <a:pt x="8391" y="648"/>
                      <a:pt x="8788" y="1254"/>
                    </a:cubicBezTo>
                    <a:cubicBezTo>
                      <a:pt x="9047" y="1649"/>
                      <a:pt x="9166" y="2112"/>
                      <a:pt x="9138" y="2587"/>
                    </a:cubicBezTo>
                    <a:cubicBezTo>
                      <a:pt x="9134" y="2648"/>
                      <a:pt x="9164" y="2688"/>
                      <a:pt x="9206" y="2708"/>
                    </a:cubicBezTo>
                    <a:lnTo>
                      <a:pt x="9206" y="2708"/>
                    </a:lnTo>
                    <a:cubicBezTo>
                      <a:pt x="9225" y="2720"/>
                      <a:pt x="9250" y="2728"/>
                      <a:pt x="9279" y="2728"/>
                    </a:cubicBezTo>
                    <a:lnTo>
                      <a:pt x="9448" y="2728"/>
                    </a:lnTo>
                    <a:lnTo>
                      <a:pt x="9448" y="2875"/>
                    </a:lnTo>
                    <a:lnTo>
                      <a:pt x="9211" y="2875"/>
                    </a:lnTo>
                    <a:cubicBezTo>
                      <a:pt x="9149" y="2875"/>
                      <a:pt x="9087" y="2920"/>
                      <a:pt x="9076" y="2976"/>
                    </a:cubicBezTo>
                    <a:cubicBezTo>
                      <a:pt x="8850" y="3812"/>
                      <a:pt x="8155" y="4450"/>
                      <a:pt x="7302" y="4580"/>
                    </a:cubicBezTo>
                    <a:cubicBezTo>
                      <a:pt x="7199" y="4596"/>
                      <a:pt x="7096" y="4603"/>
                      <a:pt x="6992" y="4603"/>
                    </a:cubicBezTo>
                    <a:cubicBezTo>
                      <a:pt x="6272" y="4603"/>
                      <a:pt x="5574" y="4233"/>
                      <a:pt x="5179" y="3626"/>
                    </a:cubicBezTo>
                    <a:cubicBezTo>
                      <a:pt x="4908" y="3219"/>
                      <a:pt x="4795" y="2739"/>
                      <a:pt x="4829" y="2253"/>
                    </a:cubicBezTo>
                    <a:cubicBezTo>
                      <a:pt x="4835" y="2180"/>
                      <a:pt x="4761" y="2112"/>
                      <a:pt x="4688" y="2112"/>
                    </a:cubicBezTo>
                    <a:lnTo>
                      <a:pt x="546" y="2112"/>
                    </a:lnTo>
                    <a:cubicBezTo>
                      <a:pt x="588" y="2067"/>
                      <a:pt x="628" y="2020"/>
                      <a:pt x="666" y="1971"/>
                    </a:cubicBezTo>
                    <a:lnTo>
                      <a:pt x="4767" y="1971"/>
                    </a:lnTo>
                    <a:cubicBezTo>
                      <a:pt x="4829" y="1971"/>
                      <a:pt x="4885" y="1926"/>
                      <a:pt x="4902" y="1864"/>
                    </a:cubicBezTo>
                    <a:cubicBezTo>
                      <a:pt x="5134" y="1045"/>
                      <a:pt x="5834" y="418"/>
                      <a:pt x="6681" y="299"/>
                    </a:cubicBezTo>
                    <a:cubicBezTo>
                      <a:pt x="6780" y="285"/>
                      <a:pt x="6879" y="278"/>
                      <a:pt x="6978" y="278"/>
                    </a:cubicBezTo>
                    <a:close/>
                    <a:moveTo>
                      <a:pt x="6987" y="1"/>
                    </a:moveTo>
                    <a:cubicBezTo>
                      <a:pt x="6461" y="1"/>
                      <a:pt x="5936" y="167"/>
                      <a:pt x="5507" y="497"/>
                    </a:cubicBezTo>
                    <a:cubicBezTo>
                      <a:pt x="5111" y="798"/>
                      <a:pt x="4819" y="1216"/>
                      <a:pt x="4663" y="1689"/>
                    </a:cubicBezTo>
                    <a:lnTo>
                      <a:pt x="927" y="1689"/>
                    </a:lnTo>
                    <a:cubicBezTo>
                      <a:pt x="863" y="1689"/>
                      <a:pt x="799" y="1686"/>
                      <a:pt x="735" y="1686"/>
                    </a:cubicBezTo>
                    <a:cubicBezTo>
                      <a:pt x="703" y="1686"/>
                      <a:pt x="671" y="1687"/>
                      <a:pt x="639" y="1689"/>
                    </a:cubicBezTo>
                    <a:cubicBezTo>
                      <a:pt x="624" y="1689"/>
                      <a:pt x="606" y="1686"/>
                      <a:pt x="589" y="1686"/>
                    </a:cubicBezTo>
                    <a:cubicBezTo>
                      <a:pt x="581" y="1686"/>
                      <a:pt x="573" y="1687"/>
                      <a:pt x="565" y="1689"/>
                    </a:cubicBezTo>
                    <a:cubicBezTo>
                      <a:pt x="475" y="1717"/>
                      <a:pt x="401" y="1852"/>
                      <a:pt x="339" y="1920"/>
                    </a:cubicBezTo>
                    <a:cubicBezTo>
                      <a:pt x="260" y="2005"/>
                      <a:pt x="181" y="2084"/>
                      <a:pt x="96" y="2157"/>
                    </a:cubicBezTo>
                    <a:cubicBezTo>
                      <a:pt x="0" y="2236"/>
                      <a:pt x="79" y="2395"/>
                      <a:pt x="192" y="2395"/>
                    </a:cubicBezTo>
                    <a:lnTo>
                      <a:pt x="4541" y="2395"/>
                    </a:lnTo>
                    <a:cubicBezTo>
                      <a:pt x="4529" y="3293"/>
                      <a:pt x="5017" y="4151"/>
                      <a:pt x="5812" y="4586"/>
                    </a:cubicBezTo>
                    <a:cubicBezTo>
                      <a:pt x="6175" y="4783"/>
                      <a:pt x="6576" y="4880"/>
                      <a:pt x="6975" y="4880"/>
                    </a:cubicBezTo>
                    <a:cubicBezTo>
                      <a:pt x="7514" y="4880"/>
                      <a:pt x="8051" y="4704"/>
                      <a:pt x="8488" y="4360"/>
                    </a:cubicBezTo>
                    <a:cubicBezTo>
                      <a:pt x="8879" y="4054"/>
                      <a:pt x="9165" y="3630"/>
                      <a:pt x="9317" y="3157"/>
                    </a:cubicBezTo>
                    <a:lnTo>
                      <a:pt x="9590" y="3157"/>
                    </a:lnTo>
                    <a:cubicBezTo>
                      <a:pt x="9663" y="3157"/>
                      <a:pt x="9731" y="3095"/>
                      <a:pt x="9731" y="3016"/>
                    </a:cubicBezTo>
                    <a:lnTo>
                      <a:pt x="9731" y="2587"/>
                    </a:lnTo>
                    <a:cubicBezTo>
                      <a:pt x="9731" y="2513"/>
                      <a:pt x="9663" y="2445"/>
                      <a:pt x="9590" y="2445"/>
                    </a:cubicBezTo>
                    <a:lnTo>
                      <a:pt x="9425" y="2445"/>
                    </a:lnTo>
                    <a:cubicBezTo>
                      <a:pt x="9430" y="1563"/>
                      <a:pt x="8933" y="717"/>
                      <a:pt x="8155" y="294"/>
                    </a:cubicBezTo>
                    <a:cubicBezTo>
                      <a:pt x="7793" y="98"/>
                      <a:pt x="7390" y="1"/>
                      <a:pt x="6987"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9" name="Google Shape;429;p18"/>
              <p:cNvSpPr/>
              <p:nvPr/>
            </p:nvSpPr>
            <p:spPr>
              <a:xfrm>
                <a:off x="6260150" y="3189800"/>
                <a:ext cx="108050" cy="100700"/>
              </a:xfrm>
              <a:custGeom>
                <a:avLst/>
                <a:gdLst/>
                <a:ahLst/>
                <a:cxnLst/>
                <a:rect l="l" t="t" r="r" b="b"/>
                <a:pathLst>
                  <a:path w="4322" h="4028" extrusionOk="0">
                    <a:moveTo>
                      <a:pt x="2139" y="282"/>
                    </a:moveTo>
                    <a:cubicBezTo>
                      <a:pt x="2448" y="282"/>
                      <a:pt x="2757" y="363"/>
                      <a:pt x="3028" y="526"/>
                    </a:cubicBezTo>
                    <a:cubicBezTo>
                      <a:pt x="3643" y="899"/>
                      <a:pt x="3982" y="1639"/>
                      <a:pt x="3841" y="2345"/>
                    </a:cubicBezTo>
                    <a:cubicBezTo>
                      <a:pt x="3677" y="3153"/>
                      <a:pt x="2960" y="3734"/>
                      <a:pt x="2136" y="3745"/>
                    </a:cubicBezTo>
                    <a:cubicBezTo>
                      <a:pt x="1418" y="3740"/>
                      <a:pt x="752" y="3282"/>
                      <a:pt x="509" y="2599"/>
                    </a:cubicBezTo>
                    <a:cubicBezTo>
                      <a:pt x="266" y="1916"/>
                      <a:pt x="475" y="1142"/>
                      <a:pt x="1040" y="673"/>
                    </a:cubicBezTo>
                    <a:cubicBezTo>
                      <a:pt x="1350" y="414"/>
                      <a:pt x="1744" y="282"/>
                      <a:pt x="2139" y="282"/>
                    </a:cubicBezTo>
                    <a:close/>
                    <a:moveTo>
                      <a:pt x="2126" y="1"/>
                    </a:moveTo>
                    <a:cubicBezTo>
                      <a:pt x="1772" y="1"/>
                      <a:pt x="1417" y="93"/>
                      <a:pt x="1102" y="284"/>
                    </a:cubicBezTo>
                    <a:cubicBezTo>
                      <a:pt x="379" y="719"/>
                      <a:pt x="1" y="1577"/>
                      <a:pt x="165" y="2401"/>
                    </a:cubicBezTo>
                    <a:cubicBezTo>
                      <a:pt x="339" y="3337"/>
                      <a:pt x="1190" y="4014"/>
                      <a:pt x="2131" y="4028"/>
                    </a:cubicBezTo>
                    <a:lnTo>
                      <a:pt x="2131" y="4028"/>
                    </a:lnTo>
                    <a:cubicBezTo>
                      <a:pt x="2133" y="4028"/>
                      <a:pt x="2134" y="4028"/>
                      <a:pt x="2136" y="4028"/>
                    </a:cubicBezTo>
                    <a:cubicBezTo>
                      <a:pt x="2137" y="4028"/>
                      <a:pt x="2139" y="4028"/>
                      <a:pt x="2141" y="4028"/>
                    </a:cubicBezTo>
                    <a:lnTo>
                      <a:pt x="2141" y="4028"/>
                    </a:lnTo>
                    <a:cubicBezTo>
                      <a:pt x="2980" y="4014"/>
                      <a:pt x="3734" y="3490"/>
                      <a:pt x="4027" y="2706"/>
                    </a:cubicBezTo>
                    <a:cubicBezTo>
                      <a:pt x="4321" y="1921"/>
                      <a:pt x="4073" y="995"/>
                      <a:pt x="3423" y="464"/>
                    </a:cubicBezTo>
                    <a:cubicBezTo>
                      <a:pt x="3055" y="160"/>
                      <a:pt x="2591" y="1"/>
                      <a:pt x="2126"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0" name="Google Shape;430;p18"/>
              <p:cNvSpPr/>
              <p:nvPr/>
            </p:nvSpPr>
            <p:spPr>
              <a:xfrm>
                <a:off x="5949825" y="3067925"/>
                <a:ext cx="407000" cy="355200"/>
              </a:xfrm>
              <a:custGeom>
                <a:avLst/>
                <a:gdLst/>
                <a:ahLst/>
                <a:cxnLst/>
                <a:rect l="l" t="t" r="r" b="b"/>
                <a:pathLst>
                  <a:path w="16280" h="14208" extrusionOk="0">
                    <a:moveTo>
                      <a:pt x="9000" y="285"/>
                    </a:moveTo>
                    <a:cubicBezTo>
                      <a:pt x="10461" y="285"/>
                      <a:pt x="11941" y="446"/>
                      <a:pt x="13329" y="912"/>
                    </a:cubicBezTo>
                    <a:cubicBezTo>
                      <a:pt x="13713" y="1042"/>
                      <a:pt x="14091" y="1200"/>
                      <a:pt x="14447" y="1386"/>
                    </a:cubicBezTo>
                    <a:cubicBezTo>
                      <a:pt x="14628" y="1477"/>
                      <a:pt x="14808" y="1578"/>
                      <a:pt x="14978" y="1691"/>
                    </a:cubicBezTo>
                    <a:cubicBezTo>
                      <a:pt x="15175" y="1815"/>
                      <a:pt x="15345" y="1962"/>
                      <a:pt x="15526" y="2109"/>
                    </a:cubicBezTo>
                    <a:cubicBezTo>
                      <a:pt x="15667" y="2250"/>
                      <a:pt x="15824" y="2407"/>
                      <a:pt x="15924" y="2586"/>
                    </a:cubicBezTo>
                    <a:lnTo>
                      <a:pt x="15924" y="2586"/>
                    </a:lnTo>
                    <a:cubicBezTo>
                      <a:pt x="15870" y="2607"/>
                      <a:pt x="15817" y="2626"/>
                      <a:pt x="15763" y="2646"/>
                    </a:cubicBezTo>
                    <a:cubicBezTo>
                      <a:pt x="15458" y="2747"/>
                      <a:pt x="15142" y="2821"/>
                      <a:pt x="14825" y="2877"/>
                    </a:cubicBezTo>
                    <a:cubicBezTo>
                      <a:pt x="14153" y="2998"/>
                      <a:pt x="13468" y="3048"/>
                      <a:pt x="12783" y="3048"/>
                    </a:cubicBezTo>
                    <a:cubicBezTo>
                      <a:pt x="12190" y="3048"/>
                      <a:pt x="11597" y="3011"/>
                      <a:pt x="11013" y="2951"/>
                    </a:cubicBezTo>
                    <a:cubicBezTo>
                      <a:pt x="9884" y="2832"/>
                      <a:pt x="8766" y="2612"/>
                      <a:pt x="7670" y="2324"/>
                    </a:cubicBezTo>
                    <a:cubicBezTo>
                      <a:pt x="7656" y="2320"/>
                      <a:pt x="7643" y="2319"/>
                      <a:pt x="7631" y="2319"/>
                    </a:cubicBezTo>
                    <a:cubicBezTo>
                      <a:pt x="7496" y="2319"/>
                      <a:pt x="7449" y="2501"/>
                      <a:pt x="7563" y="2583"/>
                    </a:cubicBezTo>
                    <a:cubicBezTo>
                      <a:pt x="8235" y="3103"/>
                      <a:pt x="8636" y="3922"/>
                      <a:pt x="8591" y="4775"/>
                    </a:cubicBezTo>
                    <a:cubicBezTo>
                      <a:pt x="8545" y="5701"/>
                      <a:pt x="7958" y="6520"/>
                      <a:pt x="7151" y="6949"/>
                    </a:cubicBezTo>
                    <a:cubicBezTo>
                      <a:pt x="6754" y="7165"/>
                      <a:pt x="6282" y="7297"/>
                      <a:pt x="5825" y="7297"/>
                    </a:cubicBezTo>
                    <a:cubicBezTo>
                      <a:pt x="5781" y="7297"/>
                      <a:pt x="5737" y="7296"/>
                      <a:pt x="5694" y="7293"/>
                    </a:cubicBezTo>
                    <a:cubicBezTo>
                      <a:pt x="5691" y="7293"/>
                      <a:pt x="5688" y="7293"/>
                      <a:pt x="5686" y="7293"/>
                    </a:cubicBezTo>
                    <a:cubicBezTo>
                      <a:pt x="5615" y="7293"/>
                      <a:pt x="5552" y="7364"/>
                      <a:pt x="5552" y="7435"/>
                    </a:cubicBezTo>
                    <a:lnTo>
                      <a:pt x="5552" y="9671"/>
                    </a:lnTo>
                    <a:lnTo>
                      <a:pt x="5552" y="13240"/>
                    </a:lnTo>
                    <a:lnTo>
                      <a:pt x="5552" y="13845"/>
                    </a:lnTo>
                    <a:lnTo>
                      <a:pt x="5552" y="13845"/>
                    </a:lnTo>
                    <a:cubicBezTo>
                      <a:pt x="5431" y="13786"/>
                      <a:pt x="5315" y="13727"/>
                      <a:pt x="5202" y="13664"/>
                    </a:cubicBezTo>
                    <a:cubicBezTo>
                      <a:pt x="4745" y="13415"/>
                      <a:pt x="4316" y="13121"/>
                      <a:pt x="3909" y="12794"/>
                    </a:cubicBezTo>
                    <a:cubicBezTo>
                      <a:pt x="3899" y="12786"/>
                      <a:pt x="3888" y="12779"/>
                      <a:pt x="3876" y="12774"/>
                    </a:cubicBezTo>
                    <a:lnTo>
                      <a:pt x="3876" y="12774"/>
                    </a:lnTo>
                    <a:cubicBezTo>
                      <a:pt x="2190" y="11740"/>
                      <a:pt x="1074" y="9946"/>
                      <a:pt x="594" y="8056"/>
                    </a:cubicBezTo>
                    <a:cubicBezTo>
                      <a:pt x="165" y="6345"/>
                      <a:pt x="199" y="4306"/>
                      <a:pt x="1356" y="2877"/>
                    </a:cubicBezTo>
                    <a:cubicBezTo>
                      <a:pt x="2192" y="1849"/>
                      <a:pt x="3423" y="1239"/>
                      <a:pt x="4671" y="872"/>
                    </a:cubicBezTo>
                    <a:cubicBezTo>
                      <a:pt x="4683" y="868"/>
                      <a:pt x="4694" y="863"/>
                      <a:pt x="4704" y="857"/>
                    </a:cubicBezTo>
                    <a:lnTo>
                      <a:pt x="4704" y="857"/>
                    </a:lnTo>
                    <a:cubicBezTo>
                      <a:pt x="6072" y="463"/>
                      <a:pt x="7506" y="291"/>
                      <a:pt x="8924" y="285"/>
                    </a:cubicBezTo>
                    <a:cubicBezTo>
                      <a:pt x="8949" y="285"/>
                      <a:pt x="8975" y="285"/>
                      <a:pt x="9000" y="285"/>
                    </a:cubicBezTo>
                    <a:close/>
                    <a:moveTo>
                      <a:pt x="9024" y="1"/>
                    </a:moveTo>
                    <a:cubicBezTo>
                      <a:pt x="8411" y="1"/>
                      <a:pt x="7798" y="34"/>
                      <a:pt x="7190" y="99"/>
                    </a:cubicBezTo>
                    <a:cubicBezTo>
                      <a:pt x="6315" y="195"/>
                      <a:pt x="5439" y="353"/>
                      <a:pt x="4592" y="596"/>
                    </a:cubicBezTo>
                    <a:cubicBezTo>
                      <a:pt x="4584" y="598"/>
                      <a:pt x="4577" y="601"/>
                      <a:pt x="4570" y="604"/>
                    </a:cubicBezTo>
                    <a:lnTo>
                      <a:pt x="4570" y="604"/>
                    </a:lnTo>
                    <a:cubicBezTo>
                      <a:pt x="3428" y="949"/>
                      <a:pt x="2310" y="1478"/>
                      <a:pt x="1464" y="2329"/>
                    </a:cubicBezTo>
                    <a:cubicBezTo>
                      <a:pt x="769" y="3035"/>
                      <a:pt x="340" y="3922"/>
                      <a:pt x="170" y="4893"/>
                    </a:cubicBezTo>
                    <a:cubicBezTo>
                      <a:pt x="1" y="5831"/>
                      <a:pt x="46" y="6796"/>
                      <a:pt x="233" y="7728"/>
                    </a:cubicBezTo>
                    <a:cubicBezTo>
                      <a:pt x="430" y="8728"/>
                      <a:pt x="809" y="9693"/>
                      <a:pt x="1339" y="10569"/>
                    </a:cubicBezTo>
                    <a:cubicBezTo>
                      <a:pt x="1876" y="11444"/>
                      <a:pt x="2571" y="12223"/>
                      <a:pt x="3418" y="12811"/>
                    </a:cubicBezTo>
                    <a:cubicBezTo>
                      <a:pt x="3525" y="12884"/>
                      <a:pt x="3632" y="12952"/>
                      <a:pt x="3739" y="13019"/>
                    </a:cubicBezTo>
                    <a:lnTo>
                      <a:pt x="3739" y="13019"/>
                    </a:lnTo>
                    <a:cubicBezTo>
                      <a:pt x="4319" y="13485"/>
                      <a:pt x="4965" y="13922"/>
                      <a:pt x="5660" y="14200"/>
                    </a:cubicBezTo>
                    <a:cubicBezTo>
                      <a:pt x="5672" y="14205"/>
                      <a:pt x="5685" y="14207"/>
                      <a:pt x="5697" y="14207"/>
                    </a:cubicBezTo>
                    <a:cubicBezTo>
                      <a:pt x="5769" y="14207"/>
                      <a:pt x="5835" y="14131"/>
                      <a:pt x="5835" y="14059"/>
                    </a:cubicBezTo>
                    <a:lnTo>
                      <a:pt x="5835" y="11823"/>
                    </a:lnTo>
                    <a:lnTo>
                      <a:pt x="5835" y="8253"/>
                    </a:lnTo>
                    <a:lnTo>
                      <a:pt x="5835" y="7580"/>
                    </a:lnTo>
                    <a:lnTo>
                      <a:pt x="5835" y="7580"/>
                    </a:lnTo>
                    <a:cubicBezTo>
                      <a:pt x="5838" y="7580"/>
                      <a:pt x="5841" y="7580"/>
                      <a:pt x="5844" y="7580"/>
                    </a:cubicBezTo>
                    <a:cubicBezTo>
                      <a:pt x="6794" y="7580"/>
                      <a:pt x="7739" y="7079"/>
                      <a:pt x="8303" y="6328"/>
                    </a:cubicBezTo>
                    <a:cubicBezTo>
                      <a:pt x="8907" y="5537"/>
                      <a:pt x="9042" y="4464"/>
                      <a:pt x="8658" y="3549"/>
                    </a:cubicBezTo>
                    <a:cubicBezTo>
                      <a:pt x="8527" y="3245"/>
                      <a:pt x="8347" y="2971"/>
                      <a:pt x="8130" y="2732"/>
                    </a:cubicBezTo>
                    <a:lnTo>
                      <a:pt x="8130" y="2732"/>
                    </a:lnTo>
                    <a:cubicBezTo>
                      <a:pt x="9641" y="3089"/>
                      <a:pt x="11192" y="3326"/>
                      <a:pt x="12745" y="3326"/>
                    </a:cubicBezTo>
                    <a:cubicBezTo>
                      <a:pt x="12838" y="3326"/>
                      <a:pt x="12931" y="3325"/>
                      <a:pt x="13024" y="3323"/>
                    </a:cubicBezTo>
                    <a:cubicBezTo>
                      <a:pt x="13939" y="3306"/>
                      <a:pt x="14882" y="3216"/>
                      <a:pt x="15763" y="2939"/>
                    </a:cubicBezTo>
                    <a:cubicBezTo>
                      <a:pt x="15904" y="2894"/>
                      <a:pt x="16051" y="2849"/>
                      <a:pt x="16186" y="2781"/>
                    </a:cubicBezTo>
                    <a:cubicBezTo>
                      <a:pt x="16197" y="2776"/>
                      <a:pt x="16207" y="2770"/>
                      <a:pt x="16215" y="2763"/>
                    </a:cubicBezTo>
                    <a:lnTo>
                      <a:pt x="16215" y="2763"/>
                    </a:lnTo>
                    <a:cubicBezTo>
                      <a:pt x="16257" y="2735"/>
                      <a:pt x="16279" y="2686"/>
                      <a:pt x="16254" y="2623"/>
                    </a:cubicBezTo>
                    <a:cubicBezTo>
                      <a:pt x="16138" y="2352"/>
                      <a:pt x="15945" y="2124"/>
                      <a:pt x="15736" y="1923"/>
                    </a:cubicBezTo>
                    <a:lnTo>
                      <a:pt x="15736" y="1923"/>
                    </a:lnTo>
                    <a:cubicBezTo>
                      <a:pt x="15732" y="1919"/>
                      <a:pt x="15728" y="1915"/>
                      <a:pt x="15723" y="1911"/>
                    </a:cubicBezTo>
                    <a:lnTo>
                      <a:pt x="15723" y="1911"/>
                    </a:lnTo>
                    <a:cubicBezTo>
                      <a:pt x="15723" y="1911"/>
                      <a:pt x="15723" y="1911"/>
                      <a:pt x="15723" y="1911"/>
                    </a:cubicBezTo>
                    <a:cubicBezTo>
                      <a:pt x="15565" y="1782"/>
                      <a:pt x="15413" y="1646"/>
                      <a:pt x="15243" y="1527"/>
                    </a:cubicBezTo>
                    <a:cubicBezTo>
                      <a:pt x="15091" y="1420"/>
                      <a:pt x="14933" y="1324"/>
                      <a:pt x="14769" y="1234"/>
                    </a:cubicBezTo>
                    <a:cubicBezTo>
                      <a:pt x="14436" y="1053"/>
                      <a:pt x="14097" y="895"/>
                      <a:pt x="13741" y="765"/>
                    </a:cubicBezTo>
                    <a:cubicBezTo>
                      <a:pt x="13024" y="488"/>
                      <a:pt x="12267" y="308"/>
                      <a:pt x="11510" y="189"/>
                    </a:cubicBezTo>
                    <a:cubicBezTo>
                      <a:pt x="10690" y="62"/>
                      <a:pt x="9857" y="1"/>
                      <a:pt x="9024"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Title and two columns 2">
  <p:cSld name="TITLE_AND_TWO_COLUMNS_1_1">
    <p:spTree>
      <p:nvGrpSpPr>
        <p:cNvPr id="1" name="Shape 431"/>
        <p:cNvGrpSpPr/>
        <p:nvPr/>
      </p:nvGrpSpPr>
      <p:grpSpPr>
        <a:xfrm>
          <a:off x="0" y="0"/>
          <a:ext cx="0" cy="0"/>
          <a:chOff x="0" y="0"/>
          <a:chExt cx="0" cy="0"/>
        </a:xfrm>
      </p:grpSpPr>
      <p:grpSp>
        <p:nvGrpSpPr>
          <p:cNvPr id="432" name="Google Shape;432;p19"/>
          <p:cNvGrpSpPr/>
          <p:nvPr/>
        </p:nvGrpSpPr>
        <p:grpSpPr>
          <a:xfrm>
            <a:off x="-678658" y="2810938"/>
            <a:ext cx="10232855" cy="2021511"/>
            <a:chOff x="-678658" y="2810938"/>
            <a:chExt cx="10232855" cy="2021511"/>
          </a:xfrm>
        </p:grpSpPr>
        <p:grpSp>
          <p:nvGrpSpPr>
            <p:cNvPr id="433" name="Google Shape;433;p19"/>
            <p:cNvGrpSpPr/>
            <p:nvPr/>
          </p:nvGrpSpPr>
          <p:grpSpPr>
            <a:xfrm>
              <a:off x="7962995" y="2889955"/>
              <a:ext cx="1591202" cy="1942352"/>
              <a:chOff x="2530500" y="1412150"/>
              <a:chExt cx="999750" cy="1220300"/>
            </a:xfrm>
          </p:grpSpPr>
          <p:sp>
            <p:nvSpPr>
              <p:cNvPr id="434" name="Google Shape;434;p19"/>
              <p:cNvSpPr/>
              <p:nvPr/>
            </p:nvSpPr>
            <p:spPr>
              <a:xfrm>
                <a:off x="2932025" y="1470100"/>
                <a:ext cx="334350" cy="463500"/>
              </a:xfrm>
              <a:custGeom>
                <a:avLst/>
                <a:gdLst/>
                <a:ahLst/>
                <a:cxnLst/>
                <a:rect l="l" t="t" r="r" b="b"/>
                <a:pathLst>
                  <a:path w="13374" h="18540" extrusionOk="0">
                    <a:moveTo>
                      <a:pt x="2578" y="415"/>
                    </a:moveTo>
                    <a:lnTo>
                      <a:pt x="2578" y="415"/>
                    </a:lnTo>
                    <a:cubicBezTo>
                      <a:pt x="4084" y="774"/>
                      <a:pt x="5637" y="1007"/>
                      <a:pt x="7189" y="1007"/>
                    </a:cubicBezTo>
                    <a:cubicBezTo>
                      <a:pt x="7284" y="1007"/>
                      <a:pt x="7378" y="1006"/>
                      <a:pt x="7472" y="1004"/>
                    </a:cubicBezTo>
                    <a:cubicBezTo>
                      <a:pt x="8387" y="988"/>
                      <a:pt x="9330" y="897"/>
                      <a:pt x="10211" y="620"/>
                    </a:cubicBezTo>
                    <a:cubicBezTo>
                      <a:pt x="10318" y="586"/>
                      <a:pt x="10428" y="552"/>
                      <a:pt x="10534" y="508"/>
                    </a:cubicBezTo>
                    <a:lnTo>
                      <a:pt x="10534" y="508"/>
                    </a:lnTo>
                    <a:cubicBezTo>
                      <a:pt x="11027" y="1155"/>
                      <a:pt x="11345" y="1943"/>
                      <a:pt x="11426" y="2755"/>
                    </a:cubicBezTo>
                    <a:cubicBezTo>
                      <a:pt x="11465" y="3145"/>
                      <a:pt x="11454" y="3546"/>
                      <a:pt x="11454" y="3941"/>
                    </a:cubicBezTo>
                    <a:lnTo>
                      <a:pt x="11454" y="5359"/>
                    </a:lnTo>
                    <a:cubicBezTo>
                      <a:pt x="11454" y="5455"/>
                      <a:pt x="11426" y="5613"/>
                      <a:pt x="11493" y="5686"/>
                    </a:cubicBezTo>
                    <a:cubicBezTo>
                      <a:pt x="11584" y="5782"/>
                      <a:pt x="11714" y="5861"/>
                      <a:pt x="11815" y="5940"/>
                    </a:cubicBezTo>
                    <a:cubicBezTo>
                      <a:pt x="12160" y="6217"/>
                      <a:pt x="12504" y="6488"/>
                      <a:pt x="12854" y="6765"/>
                    </a:cubicBezTo>
                    <a:cubicBezTo>
                      <a:pt x="13029" y="6912"/>
                      <a:pt x="13120" y="7132"/>
                      <a:pt x="13018" y="7352"/>
                    </a:cubicBezTo>
                    <a:cubicBezTo>
                      <a:pt x="12922" y="7567"/>
                      <a:pt x="12702" y="7674"/>
                      <a:pt x="12476" y="7680"/>
                    </a:cubicBezTo>
                    <a:lnTo>
                      <a:pt x="11567" y="7680"/>
                    </a:lnTo>
                    <a:cubicBezTo>
                      <a:pt x="11488" y="7680"/>
                      <a:pt x="11431" y="7742"/>
                      <a:pt x="11426" y="7821"/>
                    </a:cubicBezTo>
                    <a:cubicBezTo>
                      <a:pt x="11267" y="9588"/>
                      <a:pt x="10307" y="11232"/>
                      <a:pt x="8833" y="12231"/>
                    </a:cubicBezTo>
                    <a:cubicBezTo>
                      <a:pt x="8421" y="12514"/>
                      <a:pt x="7975" y="12740"/>
                      <a:pt x="7512" y="12909"/>
                    </a:cubicBezTo>
                    <a:cubicBezTo>
                      <a:pt x="7450" y="12932"/>
                      <a:pt x="7405" y="12982"/>
                      <a:pt x="7405" y="13045"/>
                    </a:cubicBezTo>
                    <a:lnTo>
                      <a:pt x="7405" y="14857"/>
                    </a:lnTo>
                    <a:lnTo>
                      <a:pt x="7405" y="17738"/>
                    </a:lnTo>
                    <a:lnTo>
                      <a:pt x="7405" y="18257"/>
                    </a:lnTo>
                    <a:lnTo>
                      <a:pt x="283" y="18257"/>
                    </a:lnTo>
                    <a:lnTo>
                      <a:pt x="283" y="16710"/>
                    </a:lnTo>
                    <a:lnTo>
                      <a:pt x="283" y="14022"/>
                    </a:lnTo>
                    <a:lnTo>
                      <a:pt x="283" y="13406"/>
                    </a:lnTo>
                    <a:lnTo>
                      <a:pt x="283" y="11746"/>
                    </a:lnTo>
                    <a:lnTo>
                      <a:pt x="283" y="10808"/>
                    </a:lnTo>
                    <a:lnTo>
                      <a:pt x="283" y="8617"/>
                    </a:lnTo>
                    <a:lnTo>
                      <a:pt x="283" y="6347"/>
                    </a:lnTo>
                    <a:lnTo>
                      <a:pt x="283" y="5534"/>
                    </a:lnTo>
                    <a:cubicBezTo>
                      <a:pt x="283" y="5445"/>
                      <a:pt x="291" y="5351"/>
                      <a:pt x="291" y="5261"/>
                    </a:cubicBezTo>
                    <a:lnTo>
                      <a:pt x="291" y="5261"/>
                    </a:lnTo>
                    <a:cubicBezTo>
                      <a:pt x="1182" y="5259"/>
                      <a:pt x="2088" y="4818"/>
                      <a:pt x="2650" y="4144"/>
                    </a:cubicBezTo>
                    <a:cubicBezTo>
                      <a:pt x="3276" y="3393"/>
                      <a:pt x="3497" y="2360"/>
                      <a:pt x="3180" y="1428"/>
                    </a:cubicBezTo>
                    <a:cubicBezTo>
                      <a:pt x="3051" y="1049"/>
                      <a:pt x="2843" y="707"/>
                      <a:pt x="2578" y="415"/>
                    </a:cubicBezTo>
                    <a:close/>
                    <a:moveTo>
                      <a:pt x="2078" y="0"/>
                    </a:moveTo>
                    <a:cubicBezTo>
                      <a:pt x="1940" y="0"/>
                      <a:pt x="1898" y="182"/>
                      <a:pt x="2011" y="265"/>
                    </a:cubicBezTo>
                    <a:cubicBezTo>
                      <a:pt x="2763" y="846"/>
                      <a:pt x="3175" y="1806"/>
                      <a:pt x="3005" y="2750"/>
                    </a:cubicBezTo>
                    <a:cubicBezTo>
                      <a:pt x="2859" y="3574"/>
                      <a:pt x="2305" y="4269"/>
                      <a:pt x="1571" y="4653"/>
                    </a:cubicBezTo>
                    <a:cubicBezTo>
                      <a:pt x="1181" y="4853"/>
                      <a:pt x="721" y="4978"/>
                      <a:pt x="275" y="4978"/>
                    </a:cubicBezTo>
                    <a:cubicBezTo>
                      <a:pt x="231" y="4978"/>
                      <a:pt x="186" y="4977"/>
                      <a:pt x="142" y="4975"/>
                    </a:cubicBezTo>
                    <a:cubicBezTo>
                      <a:pt x="69" y="4975"/>
                      <a:pt x="1" y="5042"/>
                      <a:pt x="1" y="5116"/>
                    </a:cubicBezTo>
                    <a:lnTo>
                      <a:pt x="1" y="6115"/>
                    </a:lnTo>
                    <a:lnTo>
                      <a:pt x="1" y="8323"/>
                    </a:lnTo>
                    <a:lnTo>
                      <a:pt x="1" y="10588"/>
                    </a:lnTo>
                    <a:lnTo>
                      <a:pt x="1" y="11734"/>
                    </a:lnTo>
                    <a:lnTo>
                      <a:pt x="1" y="13338"/>
                    </a:lnTo>
                    <a:lnTo>
                      <a:pt x="1" y="13406"/>
                    </a:lnTo>
                    <a:lnTo>
                      <a:pt x="1" y="15095"/>
                    </a:lnTo>
                    <a:lnTo>
                      <a:pt x="1" y="17783"/>
                    </a:lnTo>
                    <a:lnTo>
                      <a:pt x="1" y="18398"/>
                    </a:lnTo>
                    <a:cubicBezTo>
                      <a:pt x="1" y="18472"/>
                      <a:pt x="69" y="18539"/>
                      <a:pt x="142" y="18539"/>
                    </a:cubicBezTo>
                    <a:lnTo>
                      <a:pt x="7546" y="18539"/>
                    </a:lnTo>
                    <a:cubicBezTo>
                      <a:pt x="7625" y="18539"/>
                      <a:pt x="7687" y="18472"/>
                      <a:pt x="7687" y="18398"/>
                    </a:cubicBezTo>
                    <a:lnTo>
                      <a:pt x="7687" y="16585"/>
                    </a:lnTo>
                    <a:lnTo>
                      <a:pt x="7687" y="13705"/>
                    </a:lnTo>
                    <a:lnTo>
                      <a:pt x="7687" y="13142"/>
                    </a:lnTo>
                    <a:lnTo>
                      <a:pt x="7687" y="13142"/>
                    </a:lnTo>
                    <a:cubicBezTo>
                      <a:pt x="9390" y="12493"/>
                      <a:pt x="10754" y="11113"/>
                      <a:pt x="11369" y="9385"/>
                    </a:cubicBezTo>
                    <a:cubicBezTo>
                      <a:pt x="11534" y="8927"/>
                      <a:pt x="11642" y="8446"/>
                      <a:pt x="11694" y="7962"/>
                    </a:cubicBezTo>
                    <a:lnTo>
                      <a:pt x="12448" y="7962"/>
                    </a:lnTo>
                    <a:cubicBezTo>
                      <a:pt x="12866" y="7956"/>
                      <a:pt x="13272" y="7702"/>
                      <a:pt x="13334" y="7262"/>
                    </a:cubicBezTo>
                    <a:cubicBezTo>
                      <a:pt x="13373" y="6994"/>
                      <a:pt x="13264" y="6742"/>
                      <a:pt x="13059" y="6568"/>
                    </a:cubicBezTo>
                    <a:lnTo>
                      <a:pt x="13059" y="6568"/>
                    </a:lnTo>
                    <a:cubicBezTo>
                      <a:pt x="13057" y="6566"/>
                      <a:pt x="13055" y="6563"/>
                      <a:pt x="13052" y="6561"/>
                    </a:cubicBezTo>
                    <a:lnTo>
                      <a:pt x="13052" y="6561"/>
                    </a:lnTo>
                    <a:cubicBezTo>
                      <a:pt x="13052" y="6561"/>
                      <a:pt x="13052" y="6561"/>
                      <a:pt x="13052" y="6561"/>
                    </a:cubicBezTo>
                    <a:cubicBezTo>
                      <a:pt x="13051" y="6561"/>
                      <a:pt x="13051" y="6560"/>
                      <a:pt x="13050" y="6560"/>
                    </a:cubicBezTo>
                    <a:lnTo>
                      <a:pt x="13050" y="6560"/>
                    </a:lnTo>
                    <a:cubicBezTo>
                      <a:pt x="12614" y="6216"/>
                      <a:pt x="12173" y="5868"/>
                      <a:pt x="11736" y="5524"/>
                    </a:cubicBezTo>
                    <a:lnTo>
                      <a:pt x="11736" y="5524"/>
                    </a:lnTo>
                    <a:lnTo>
                      <a:pt x="11736" y="4009"/>
                    </a:lnTo>
                    <a:cubicBezTo>
                      <a:pt x="11736" y="3309"/>
                      <a:pt x="11747" y="2614"/>
                      <a:pt x="11555" y="1931"/>
                    </a:cubicBezTo>
                    <a:cubicBezTo>
                      <a:pt x="11380" y="1298"/>
                      <a:pt x="11064" y="711"/>
                      <a:pt x="10646" y="203"/>
                    </a:cubicBezTo>
                    <a:cubicBezTo>
                      <a:pt x="10618" y="167"/>
                      <a:pt x="10586" y="153"/>
                      <a:pt x="10554" y="153"/>
                    </a:cubicBezTo>
                    <a:cubicBezTo>
                      <a:pt x="10501" y="153"/>
                      <a:pt x="10449" y="195"/>
                      <a:pt x="10426" y="250"/>
                    </a:cubicBezTo>
                    <a:lnTo>
                      <a:pt x="10426" y="250"/>
                    </a:lnTo>
                    <a:cubicBezTo>
                      <a:pt x="10354" y="276"/>
                      <a:pt x="10283" y="301"/>
                      <a:pt x="10211" y="327"/>
                    </a:cubicBezTo>
                    <a:cubicBezTo>
                      <a:pt x="9906" y="428"/>
                      <a:pt x="9590" y="502"/>
                      <a:pt x="9274" y="558"/>
                    </a:cubicBezTo>
                    <a:cubicBezTo>
                      <a:pt x="8602" y="679"/>
                      <a:pt x="7916" y="729"/>
                      <a:pt x="7230" y="729"/>
                    </a:cubicBezTo>
                    <a:cubicBezTo>
                      <a:pt x="6637" y="729"/>
                      <a:pt x="6043" y="692"/>
                      <a:pt x="5456" y="632"/>
                    </a:cubicBezTo>
                    <a:cubicBezTo>
                      <a:pt x="4333" y="513"/>
                      <a:pt x="3214" y="293"/>
                      <a:pt x="2119" y="5"/>
                    </a:cubicBezTo>
                    <a:cubicBezTo>
                      <a:pt x="2104" y="2"/>
                      <a:pt x="2091" y="0"/>
                      <a:pt x="2078"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5" name="Google Shape;435;p19"/>
              <p:cNvSpPr/>
              <p:nvPr/>
            </p:nvSpPr>
            <p:spPr>
              <a:xfrm>
                <a:off x="2793250" y="1412150"/>
                <a:ext cx="406800" cy="355175"/>
              </a:xfrm>
              <a:custGeom>
                <a:avLst/>
                <a:gdLst/>
                <a:ahLst/>
                <a:cxnLst/>
                <a:rect l="l" t="t" r="r" b="b"/>
                <a:pathLst>
                  <a:path w="16272" h="14207" extrusionOk="0">
                    <a:moveTo>
                      <a:pt x="9000" y="284"/>
                    </a:moveTo>
                    <a:cubicBezTo>
                      <a:pt x="10460" y="284"/>
                      <a:pt x="11941" y="445"/>
                      <a:pt x="13328" y="917"/>
                    </a:cubicBezTo>
                    <a:cubicBezTo>
                      <a:pt x="13712" y="1041"/>
                      <a:pt x="14085" y="1199"/>
                      <a:pt x="14447" y="1385"/>
                    </a:cubicBezTo>
                    <a:cubicBezTo>
                      <a:pt x="14627" y="1476"/>
                      <a:pt x="14808" y="1577"/>
                      <a:pt x="14977" y="1690"/>
                    </a:cubicBezTo>
                    <a:cubicBezTo>
                      <a:pt x="15175" y="1815"/>
                      <a:pt x="15344" y="1961"/>
                      <a:pt x="15525" y="2108"/>
                    </a:cubicBezTo>
                    <a:cubicBezTo>
                      <a:pt x="15667" y="2250"/>
                      <a:pt x="15824" y="2407"/>
                      <a:pt x="15925" y="2587"/>
                    </a:cubicBezTo>
                    <a:lnTo>
                      <a:pt x="15925" y="2587"/>
                    </a:lnTo>
                    <a:cubicBezTo>
                      <a:pt x="15871" y="2606"/>
                      <a:pt x="15816" y="2625"/>
                      <a:pt x="15762" y="2645"/>
                    </a:cubicBezTo>
                    <a:cubicBezTo>
                      <a:pt x="15457" y="2746"/>
                      <a:pt x="15141" y="2820"/>
                      <a:pt x="14825" y="2876"/>
                    </a:cubicBezTo>
                    <a:cubicBezTo>
                      <a:pt x="14153" y="2997"/>
                      <a:pt x="13467" y="3047"/>
                      <a:pt x="12781" y="3047"/>
                    </a:cubicBezTo>
                    <a:cubicBezTo>
                      <a:pt x="12188" y="3047"/>
                      <a:pt x="11594" y="3010"/>
                      <a:pt x="11007" y="2950"/>
                    </a:cubicBezTo>
                    <a:cubicBezTo>
                      <a:pt x="9884" y="2831"/>
                      <a:pt x="8765" y="2611"/>
                      <a:pt x="7670" y="2323"/>
                    </a:cubicBezTo>
                    <a:cubicBezTo>
                      <a:pt x="7655" y="2320"/>
                      <a:pt x="7642" y="2318"/>
                      <a:pt x="7629" y="2318"/>
                    </a:cubicBezTo>
                    <a:cubicBezTo>
                      <a:pt x="7491" y="2318"/>
                      <a:pt x="7449" y="2500"/>
                      <a:pt x="7562" y="2583"/>
                    </a:cubicBezTo>
                    <a:cubicBezTo>
                      <a:pt x="8314" y="3164"/>
                      <a:pt x="8726" y="4124"/>
                      <a:pt x="8556" y="5068"/>
                    </a:cubicBezTo>
                    <a:cubicBezTo>
                      <a:pt x="8410" y="5892"/>
                      <a:pt x="7856" y="6587"/>
                      <a:pt x="7122" y="6971"/>
                    </a:cubicBezTo>
                    <a:cubicBezTo>
                      <a:pt x="6732" y="7171"/>
                      <a:pt x="6272" y="7296"/>
                      <a:pt x="5826" y="7296"/>
                    </a:cubicBezTo>
                    <a:cubicBezTo>
                      <a:pt x="5782" y="7296"/>
                      <a:pt x="5737" y="7295"/>
                      <a:pt x="5693" y="7293"/>
                    </a:cubicBezTo>
                    <a:cubicBezTo>
                      <a:pt x="5620" y="7293"/>
                      <a:pt x="5552" y="7360"/>
                      <a:pt x="5552" y="7434"/>
                    </a:cubicBezTo>
                    <a:lnTo>
                      <a:pt x="5552" y="9676"/>
                    </a:lnTo>
                    <a:lnTo>
                      <a:pt x="5552" y="13239"/>
                    </a:lnTo>
                    <a:lnTo>
                      <a:pt x="5552" y="13844"/>
                    </a:lnTo>
                    <a:lnTo>
                      <a:pt x="5552" y="13844"/>
                    </a:lnTo>
                    <a:cubicBezTo>
                      <a:pt x="5431" y="13786"/>
                      <a:pt x="5314" y="13726"/>
                      <a:pt x="5202" y="13663"/>
                    </a:cubicBezTo>
                    <a:cubicBezTo>
                      <a:pt x="4744" y="13414"/>
                      <a:pt x="4315" y="13121"/>
                      <a:pt x="3909" y="12793"/>
                    </a:cubicBezTo>
                    <a:cubicBezTo>
                      <a:pt x="3899" y="12785"/>
                      <a:pt x="3888" y="12779"/>
                      <a:pt x="3876" y="12773"/>
                    </a:cubicBezTo>
                    <a:lnTo>
                      <a:pt x="3876" y="12773"/>
                    </a:lnTo>
                    <a:cubicBezTo>
                      <a:pt x="2190" y="11740"/>
                      <a:pt x="1073" y="9951"/>
                      <a:pt x="594" y="8055"/>
                    </a:cubicBezTo>
                    <a:cubicBezTo>
                      <a:pt x="164" y="6344"/>
                      <a:pt x="198" y="4305"/>
                      <a:pt x="1356" y="2876"/>
                    </a:cubicBezTo>
                    <a:cubicBezTo>
                      <a:pt x="2192" y="1849"/>
                      <a:pt x="3423" y="1244"/>
                      <a:pt x="4671" y="872"/>
                    </a:cubicBezTo>
                    <a:cubicBezTo>
                      <a:pt x="6049" y="471"/>
                      <a:pt x="7489" y="296"/>
                      <a:pt x="8923" y="284"/>
                    </a:cubicBezTo>
                    <a:cubicBezTo>
                      <a:pt x="8949" y="284"/>
                      <a:pt x="8974" y="284"/>
                      <a:pt x="9000" y="284"/>
                    </a:cubicBezTo>
                    <a:close/>
                    <a:moveTo>
                      <a:pt x="9022" y="0"/>
                    </a:moveTo>
                    <a:cubicBezTo>
                      <a:pt x="8410" y="0"/>
                      <a:pt x="7798" y="33"/>
                      <a:pt x="7190" y="98"/>
                    </a:cubicBezTo>
                    <a:cubicBezTo>
                      <a:pt x="6314" y="194"/>
                      <a:pt x="5439" y="352"/>
                      <a:pt x="4592" y="595"/>
                    </a:cubicBezTo>
                    <a:cubicBezTo>
                      <a:pt x="4584" y="597"/>
                      <a:pt x="4577" y="600"/>
                      <a:pt x="4570" y="603"/>
                    </a:cubicBezTo>
                    <a:lnTo>
                      <a:pt x="4570" y="603"/>
                    </a:lnTo>
                    <a:cubicBezTo>
                      <a:pt x="3427" y="948"/>
                      <a:pt x="2309" y="1477"/>
                      <a:pt x="1463" y="2334"/>
                    </a:cubicBezTo>
                    <a:cubicBezTo>
                      <a:pt x="769" y="3034"/>
                      <a:pt x="339" y="3921"/>
                      <a:pt x="164" y="4892"/>
                    </a:cubicBezTo>
                    <a:cubicBezTo>
                      <a:pt x="1" y="5830"/>
                      <a:pt x="40" y="6796"/>
                      <a:pt x="232" y="7727"/>
                    </a:cubicBezTo>
                    <a:cubicBezTo>
                      <a:pt x="430" y="8727"/>
                      <a:pt x="808" y="9698"/>
                      <a:pt x="1339" y="10568"/>
                    </a:cubicBezTo>
                    <a:cubicBezTo>
                      <a:pt x="1870" y="11443"/>
                      <a:pt x="2570" y="12223"/>
                      <a:pt x="3417" y="12810"/>
                    </a:cubicBezTo>
                    <a:cubicBezTo>
                      <a:pt x="3524" y="12883"/>
                      <a:pt x="3631" y="12951"/>
                      <a:pt x="3738" y="13018"/>
                    </a:cubicBezTo>
                    <a:lnTo>
                      <a:pt x="3738" y="13018"/>
                    </a:lnTo>
                    <a:cubicBezTo>
                      <a:pt x="4318" y="13485"/>
                      <a:pt x="4959" y="13921"/>
                      <a:pt x="5659" y="14199"/>
                    </a:cubicBezTo>
                    <a:cubicBezTo>
                      <a:pt x="5672" y="14204"/>
                      <a:pt x="5685" y="14207"/>
                      <a:pt x="5697" y="14207"/>
                    </a:cubicBezTo>
                    <a:cubicBezTo>
                      <a:pt x="5769" y="14207"/>
                      <a:pt x="5834" y="14131"/>
                      <a:pt x="5834" y="14064"/>
                    </a:cubicBezTo>
                    <a:lnTo>
                      <a:pt x="5834" y="11822"/>
                    </a:lnTo>
                    <a:lnTo>
                      <a:pt x="5834" y="8258"/>
                    </a:lnTo>
                    <a:lnTo>
                      <a:pt x="5834" y="7579"/>
                    </a:lnTo>
                    <a:lnTo>
                      <a:pt x="5834" y="7579"/>
                    </a:lnTo>
                    <a:cubicBezTo>
                      <a:pt x="5835" y="7579"/>
                      <a:pt x="5836" y="7579"/>
                      <a:pt x="5837" y="7579"/>
                    </a:cubicBezTo>
                    <a:cubicBezTo>
                      <a:pt x="6730" y="7579"/>
                      <a:pt x="7638" y="7138"/>
                      <a:pt x="8201" y="6462"/>
                    </a:cubicBezTo>
                    <a:cubicBezTo>
                      <a:pt x="8827" y="5711"/>
                      <a:pt x="9048" y="4678"/>
                      <a:pt x="8731" y="3746"/>
                    </a:cubicBezTo>
                    <a:cubicBezTo>
                      <a:pt x="8602" y="3367"/>
                      <a:pt x="8394" y="3025"/>
                      <a:pt x="8129" y="2733"/>
                    </a:cubicBezTo>
                    <a:lnTo>
                      <a:pt x="8129" y="2733"/>
                    </a:lnTo>
                    <a:cubicBezTo>
                      <a:pt x="9635" y="3092"/>
                      <a:pt x="11188" y="3325"/>
                      <a:pt x="12740" y="3325"/>
                    </a:cubicBezTo>
                    <a:cubicBezTo>
                      <a:pt x="12835" y="3325"/>
                      <a:pt x="12929" y="3324"/>
                      <a:pt x="13023" y="3322"/>
                    </a:cubicBezTo>
                    <a:cubicBezTo>
                      <a:pt x="13938" y="3306"/>
                      <a:pt x="14881" y="3215"/>
                      <a:pt x="15762" y="2938"/>
                    </a:cubicBezTo>
                    <a:cubicBezTo>
                      <a:pt x="15904" y="2893"/>
                      <a:pt x="16050" y="2848"/>
                      <a:pt x="16186" y="2780"/>
                    </a:cubicBezTo>
                    <a:cubicBezTo>
                      <a:pt x="16194" y="2777"/>
                      <a:pt x="16201" y="2772"/>
                      <a:pt x="16208" y="2768"/>
                    </a:cubicBezTo>
                    <a:lnTo>
                      <a:pt x="16208" y="2768"/>
                    </a:lnTo>
                    <a:cubicBezTo>
                      <a:pt x="16248" y="2742"/>
                      <a:pt x="16272" y="2698"/>
                      <a:pt x="16255" y="2641"/>
                    </a:cubicBezTo>
                    <a:lnTo>
                      <a:pt x="16255" y="2641"/>
                    </a:lnTo>
                    <a:cubicBezTo>
                      <a:pt x="16252" y="2628"/>
                      <a:pt x="16247" y="2615"/>
                      <a:pt x="16240" y="2603"/>
                    </a:cubicBezTo>
                    <a:lnTo>
                      <a:pt x="16240" y="2603"/>
                    </a:lnTo>
                    <a:cubicBezTo>
                      <a:pt x="16129" y="2343"/>
                      <a:pt x="15944" y="2123"/>
                      <a:pt x="15742" y="1929"/>
                    </a:cubicBezTo>
                    <a:lnTo>
                      <a:pt x="15742" y="1929"/>
                    </a:lnTo>
                    <a:cubicBezTo>
                      <a:pt x="15736" y="1922"/>
                      <a:pt x="15730" y="1916"/>
                      <a:pt x="15723" y="1911"/>
                    </a:cubicBezTo>
                    <a:lnTo>
                      <a:pt x="15723" y="1911"/>
                    </a:lnTo>
                    <a:cubicBezTo>
                      <a:pt x="15723" y="1911"/>
                      <a:pt x="15723" y="1911"/>
                      <a:pt x="15723" y="1911"/>
                    </a:cubicBezTo>
                    <a:cubicBezTo>
                      <a:pt x="15565" y="1781"/>
                      <a:pt x="15412" y="1645"/>
                      <a:pt x="15243" y="1527"/>
                    </a:cubicBezTo>
                    <a:cubicBezTo>
                      <a:pt x="15090" y="1419"/>
                      <a:pt x="14932" y="1323"/>
                      <a:pt x="14768" y="1233"/>
                    </a:cubicBezTo>
                    <a:cubicBezTo>
                      <a:pt x="14435" y="1052"/>
                      <a:pt x="14091" y="900"/>
                      <a:pt x="13741" y="764"/>
                    </a:cubicBezTo>
                    <a:cubicBezTo>
                      <a:pt x="13023" y="488"/>
                      <a:pt x="12267" y="307"/>
                      <a:pt x="11510" y="188"/>
                    </a:cubicBezTo>
                    <a:cubicBezTo>
                      <a:pt x="10687" y="61"/>
                      <a:pt x="9854" y="0"/>
                      <a:pt x="9022"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6" name="Google Shape;436;p19"/>
              <p:cNvSpPr/>
              <p:nvPr/>
            </p:nvSpPr>
            <p:spPr>
              <a:xfrm>
                <a:off x="3144650" y="1661975"/>
                <a:ext cx="80675" cy="37250"/>
              </a:xfrm>
              <a:custGeom>
                <a:avLst/>
                <a:gdLst/>
                <a:ahLst/>
                <a:cxnLst/>
                <a:rect l="l" t="t" r="r" b="b"/>
                <a:pathLst>
                  <a:path w="3227" h="1490" extrusionOk="0">
                    <a:moveTo>
                      <a:pt x="2922" y="287"/>
                    </a:moveTo>
                    <a:cubicBezTo>
                      <a:pt x="2887" y="597"/>
                      <a:pt x="2837" y="913"/>
                      <a:pt x="2737" y="1208"/>
                    </a:cubicBezTo>
                    <a:lnTo>
                      <a:pt x="298" y="1208"/>
                    </a:lnTo>
                    <a:cubicBezTo>
                      <a:pt x="334" y="918"/>
                      <a:pt x="480" y="643"/>
                      <a:pt x="718" y="468"/>
                    </a:cubicBezTo>
                    <a:cubicBezTo>
                      <a:pt x="904" y="332"/>
                      <a:pt x="1113" y="287"/>
                      <a:pt x="1339" y="287"/>
                    </a:cubicBezTo>
                    <a:close/>
                    <a:moveTo>
                      <a:pt x="1503" y="0"/>
                    </a:moveTo>
                    <a:cubicBezTo>
                      <a:pt x="1170" y="0"/>
                      <a:pt x="840" y="30"/>
                      <a:pt x="554" y="242"/>
                    </a:cubicBezTo>
                    <a:cubicBezTo>
                      <a:pt x="204" y="502"/>
                      <a:pt x="12" y="914"/>
                      <a:pt x="7" y="1349"/>
                    </a:cubicBezTo>
                    <a:cubicBezTo>
                      <a:pt x="1" y="1422"/>
                      <a:pt x="69" y="1490"/>
                      <a:pt x="148" y="1490"/>
                    </a:cubicBezTo>
                    <a:lnTo>
                      <a:pt x="2836" y="1490"/>
                    </a:lnTo>
                    <a:cubicBezTo>
                      <a:pt x="2904" y="1490"/>
                      <a:pt x="2954" y="1445"/>
                      <a:pt x="2971" y="1388"/>
                    </a:cubicBezTo>
                    <a:cubicBezTo>
                      <a:pt x="3118" y="993"/>
                      <a:pt x="3175" y="558"/>
                      <a:pt x="3220" y="146"/>
                    </a:cubicBezTo>
                    <a:cubicBezTo>
                      <a:pt x="3226" y="78"/>
                      <a:pt x="3190" y="35"/>
                      <a:pt x="3141" y="18"/>
                    </a:cubicBezTo>
                    <a:lnTo>
                      <a:pt x="3141" y="18"/>
                    </a:lnTo>
                    <a:cubicBezTo>
                      <a:pt x="3124" y="10"/>
                      <a:pt x="3103" y="5"/>
                      <a:pt x="3079" y="5"/>
                    </a:cubicBezTo>
                    <a:lnTo>
                      <a:pt x="1887" y="5"/>
                    </a:lnTo>
                    <a:cubicBezTo>
                      <a:pt x="1760" y="5"/>
                      <a:pt x="1631" y="0"/>
                      <a:pt x="1503"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7" name="Google Shape;437;p19"/>
              <p:cNvSpPr/>
              <p:nvPr/>
            </p:nvSpPr>
            <p:spPr>
              <a:xfrm>
                <a:off x="2530500" y="1926450"/>
                <a:ext cx="999750" cy="706000"/>
              </a:xfrm>
              <a:custGeom>
                <a:avLst/>
                <a:gdLst/>
                <a:ahLst/>
                <a:cxnLst/>
                <a:rect l="l" t="t" r="r" b="b"/>
                <a:pathLst>
                  <a:path w="39990" h="28240" extrusionOk="0">
                    <a:moveTo>
                      <a:pt x="23761" y="285"/>
                    </a:moveTo>
                    <a:cubicBezTo>
                      <a:pt x="24471" y="879"/>
                      <a:pt x="25245" y="1409"/>
                      <a:pt x="26018" y="1906"/>
                    </a:cubicBezTo>
                    <a:cubicBezTo>
                      <a:pt x="26831" y="2431"/>
                      <a:pt x="27667" y="2911"/>
                      <a:pt x="28531" y="3341"/>
                    </a:cubicBezTo>
                    <a:cubicBezTo>
                      <a:pt x="29418" y="3781"/>
                      <a:pt x="30316" y="4188"/>
                      <a:pt x="31169" y="4696"/>
                    </a:cubicBezTo>
                    <a:cubicBezTo>
                      <a:pt x="33394" y="6023"/>
                      <a:pt x="35427" y="7836"/>
                      <a:pt x="36669" y="10134"/>
                    </a:cubicBezTo>
                    <a:cubicBezTo>
                      <a:pt x="36883" y="10523"/>
                      <a:pt x="37080" y="10912"/>
                      <a:pt x="37199" y="11334"/>
                    </a:cubicBezTo>
                    <a:lnTo>
                      <a:pt x="37199" y="11334"/>
                    </a:lnTo>
                    <a:cubicBezTo>
                      <a:pt x="37199" y="11335"/>
                      <a:pt x="37200" y="11336"/>
                      <a:pt x="37200" y="11337"/>
                    </a:cubicBezTo>
                    <a:cubicBezTo>
                      <a:pt x="37200" y="11337"/>
                      <a:pt x="37200" y="11337"/>
                      <a:pt x="37200" y="11337"/>
                    </a:cubicBezTo>
                    <a:lnTo>
                      <a:pt x="37200" y="11337"/>
                    </a:lnTo>
                    <a:cubicBezTo>
                      <a:pt x="37200" y="11338"/>
                      <a:pt x="37200" y="11339"/>
                      <a:pt x="37201" y="11339"/>
                    </a:cubicBezTo>
                    <a:lnTo>
                      <a:pt x="37201" y="11339"/>
                    </a:lnTo>
                    <a:cubicBezTo>
                      <a:pt x="37483" y="12288"/>
                      <a:pt x="37697" y="13258"/>
                      <a:pt x="37912" y="14229"/>
                    </a:cubicBezTo>
                    <a:cubicBezTo>
                      <a:pt x="38471" y="16815"/>
                      <a:pt x="38894" y="19430"/>
                      <a:pt x="39199" y="22056"/>
                    </a:cubicBezTo>
                    <a:cubicBezTo>
                      <a:pt x="39431" y="24019"/>
                      <a:pt x="39598" y="25983"/>
                      <a:pt x="39700" y="27957"/>
                    </a:cubicBezTo>
                    <a:lnTo>
                      <a:pt x="296" y="27957"/>
                    </a:lnTo>
                    <a:cubicBezTo>
                      <a:pt x="480" y="24413"/>
                      <a:pt x="867" y="20880"/>
                      <a:pt x="1469" y="17386"/>
                    </a:cubicBezTo>
                    <a:cubicBezTo>
                      <a:pt x="1797" y="15516"/>
                      <a:pt x="2175" y="13641"/>
                      <a:pt x="2661" y="11806"/>
                    </a:cubicBezTo>
                    <a:cubicBezTo>
                      <a:pt x="2836" y="11162"/>
                      <a:pt x="3067" y="10592"/>
                      <a:pt x="3395" y="10010"/>
                    </a:cubicBezTo>
                    <a:cubicBezTo>
                      <a:pt x="4570" y="7909"/>
                      <a:pt x="6399" y="6215"/>
                      <a:pt x="8421" y="4939"/>
                    </a:cubicBezTo>
                    <a:cubicBezTo>
                      <a:pt x="9189" y="4459"/>
                      <a:pt x="9985" y="4035"/>
                      <a:pt x="10799" y="3657"/>
                    </a:cubicBezTo>
                    <a:cubicBezTo>
                      <a:pt x="11663" y="3262"/>
                      <a:pt x="12499" y="2815"/>
                      <a:pt x="13306" y="2324"/>
                    </a:cubicBezTo>
                    <a:cubicBezTo>
                      <a:pt x="14294" y="1731"/>
                      <a:pt x="15249" y="1076"/>
                      <a:pt x="16147" y="353"/>
                    </a:cubicBezTo>
                    <a:cubicBezTo>
                      <a:pt x="16175" y="332"/>
                      <a:pt x="16203" y="308"/>
                      <a:pt x="16230" y="285"/>
                    </a:cubicBezTo>
                    <a:close/>
                    <a:moveTo>
                      <a:pt x="16542" y="1"/>
                    </a:moveTo>
                    <a:cubicBezTo>
                      <a:pt x="16440" y="1"/>
                      <a:pt x="16339" y="1"/>
                      <a:pt x="16237" y="3"/>
                    </a:cubicBezTo>
                    <a:cubicBezTo>
                      <a:pt x="16079" y="3"/>
                      <a:pt x="15977" y="127"/>
                      <a:pt x="15853" y="223"/>
                    </a:cubicBezTo>
                    <a:cubicBezTo>
                      <a:pt x="14938" y="957"/>
                      <a:pt x="13956" y="1613"/>
                      <a:pt x="12945" y="2211"/>
                    </a:cubicBezTo>
                    <a:cubicBezTo>
                      <a:pt x="11414" y="3115"/>
                      <a:pt x="9760" y="3764"/>
                      <a:pt x="8257" y="4713"/>
                    </a:cubicBezTo>
                    <a:cubicBezTo>
                      <a:pt x="6286" y="5955"/>
                      <a:pt x="4508" y="7587"/>
                      <a:pt x="3305" y="9598"/>
                    </a:cubicBezTo>
                    <a:cubicBezTo>
                      <a:pt x="2955" y="10180"/>
                      <a:pt x="2650" y="10801"/>
                      <a:pt x="2463" y="11456"/>
                    </a:cubicBezTo>
                    <a:cubicBezTo>
                      <a:pt x="2057" y="12935"/>
                      <a:pt x="1735" y="14438"/>
                      <a:pt x="1447" y="15945"/>
                    </a:cubicBezTo>
                    <a:cubicBezTo>
                      <a:pt x="859" y="19018"/>
                      <a:pt x="447" y="22124"/>
                      <a:pt x="193" y="25241"/>
                    </a:cubicBezTo>
                    <a:cubicBezTo>
                      <a:pt x="114" y="26190"/>
                      <a:pt x="52" y="27144"/>
                      <a:pt x="7" y="28098"/>
                    </a:cubicBezTo>
                    <a:cubicBezTo>
                      <a:pt x="1" y="28172"/>
                      <a:pt x="74" y="28240"/>
                      <a:pt x="148" y="28240"/>
                    </a:cubicBezTo>
                    <a:lnTo>
                      <a:pt x="39849" y="28240"/>
                    </a:lnTo>
                    <a:cubicBezTo>
                      <a:pt x="39922" y="28240"/>
                      <a:pt x="39990" y="28172"/>
                      <a:pt x="39990" y="28098"/>
                    </a:cubicBezTo>
                    <a:cubicBezTo>
                      <a:pt x="39820" y="24733"/>
                      <a:pt x="39465" y="21378"/>
                      <a:pt x="38922" y="18052"/>
                    </a:cubicBezTo>
                    <a:cubicBezTo>
                      <a:pt x="38601" y="16098"/>
                      <a:pt x="38217" y="14144"/>
                      <a:pt x="37731" y="12218"/>
                    </a:cubicBezTo>
                    <a:cubicBezTo>
                      <a:pt x="37652" y="11902"/>
                      <a:pt x="37567" y="11580"/>
                      <a:pt x="37471" y="11264"/>
                    </a:cubicBezTo>
                    <a:cubicBezTo>
                      <a:pt x="37398" y="10987"/>
                      <a:pt x="37273" y="10716"/>
                      <a:pt x="37155" y="10462"/>
                    </a:cubicBezTo>
                    <a:cubicBezTo>
                      <a:pt x="36833" y="9779"/>
                      <a:pt x="36426" y="9140"/>
                      <a:pt x="35980" y="8542"/>
                    </a:cubicBezTo>
                    <a:cubicBezTo>
                      <a:pt x="34309" y="6322"/>
                      <a:pt x="31993" y="4662"/>
                      <a:pt x="29497" y="3487"/>
                    </a:cubicBezTo>
                    <a:cubicBezTo>
                      <a:pt x="28012" y="2793"/>
                      <a:pt x="26589" y="1991"/>
                      <a:pt x="25239" y="1048"/>
                    </a:cubicBezTo>
                    <a:cubicBezTo>
                      <a:pt x="24866" y="782"/>
                      <a:pt x="24499" y="511"/>
                      <a:pt x="24138" y="223"/>
                    </a:cubicBezTo>
                    <a:cubicBezTo>
                      <a:pt x="24070" y="172"/>
                      <a:pt x="24002" y="110"/>
                      <a:pt x="23929" y="60"/>
                    </a:cubicBezTo>
                    <a:cubicBezTo>
                      <a:pt x="23863" y="9"/>
                      <a:pt x="23792" y="1"/>
                      <a:pt x="23716" y="1"/>
                    </a:cubicBezTo>
                    <a:cubicBezTo>
                      <a:pt x="23681" y="1"/>
                      <a:pt x="23644" y="3"/>
                      <a:pt x="23607" y="3"/>
                    </a:cubicBezTo>
                    <a:lnTo>
                      <a:pt x="17152" y="3"/>
                    </a:lnTo>
                    <a:cubicBezTo>
                      <a:pt x="16949" y="3"/>
                      <a:pt x="16745" y="1"/>
                      <a:pt x="16542"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38" name="Google Shape;438;p19"/>
            <p:cNvGrpSpPr/>
            <p:nvPr/>
          </p:nvGrpSpPr>
          <p:grpSpPr>
            <a:xfrm flipH="1">
              <a:off x="-678658" y="2810938"/>
              <a:ext cx="1692777" cy="2021511"/>
              <a:chOff x="4245050" y="1417375"/>
              <a:chExt cx="999750" cy="1193900"/>
            </a:xfrm>
          </p:grpSpPr>
          <p:sp>
            <p:nvSpPr>
              <p:cNvPr id="439" name="Google Shape;439;p19"/>
              <p:cNvSpPr/>
              <p:nvPr/>
            </p:nvSpPr>
            <p:spPr>
              <a:xfrm>
                <a:off x="4339925" y="1417375"/>
                <a:ext cx="597075" cy="489400"/>
              </a:xfrm>
              <a:custGeom>
                <a:avLst/>
                <a:gdLst/>
                <a:ahLst/>
                <a:cxnLst/>
                <a:rect l="l" t="t" r="r" b="b"/>
                <a:pathLst>
                  <a:path w="23883" h="19576" extrusionOk="0">
                    <a:moveTo>
                      <a:pt x="19457" y="283"/>
                    </a:moveTo>
                    <a:cubicBezTo>
                      <a:pt x="20001" y="283"/>
                      <a:pt x="20540" y="344"/>
                      <a:pt x="21059" y="516"/>
                    </a:cubicBezTo>
                    <a:cubicBezTo>
                      <a:pt x="21330" y="606"/>
                      <a:pt x="21584" y="719"/>
                      <a:pt x="21833" y="855"/>
                    </a:cubicBezTo>
                    <a:cubicBezTo>
                      <a:pt x="22347" y="1148"/>
                      <a:pt x="22804" y="1544"/>
                      <a:pt x="23121" y="2052"/>
                    </a:cubicBezTo>
                    <a:cubicBezTo>
                      <a:pt x="23363" y="2453"/>
                      <a:pt x="23516" y="2905"/>
                      <a:pt x="23567" y="3373"/>
                    </a:cubicBezTo>
                    <a:cubicBezTo>
                      <a:pt x="23612" y="3780"/>
                      <a:pt x="23595" y="4198"/>
                      <a:pt x="23522" y="4604"/>
                    </a:cubicBezTo>
                    <a:cubicBezTo>
                      <a:pt x="23482" y="4842"/>
                      <a:pt x="23431" y="5073"/>
                      <a:pt x="23290" y="5276"/>
                    </a:cubicBezTo>
                    <a:cubicBezTo>
                      <a:pt x="23109" y="5525"/>
                      <a:pt x="22816" y="5689"/>
                      <a:pt x="22511" y="5723"/>
                    </a:cubicBezTo>
                    <a:cubicBezTo>
                      <a:pt x="21568" y="5830"/>
                      <a:pt x="20602" y="5847"/>
                      <a:pt x="19647" y="5886"/>
                    </a:cubicBezTo>
                    <a:cubicBezTo>
                      <a:pt x="18597" y="5926"/>
                      <a:pt x="17541" y="5960"/>
                      <a:pt x="16491" y="6005"/>
                    </a:cubicBezTo>
                    <a:cubicBezTo>
                      <a:pt x="16135" y="6022"/>
                      <a:pt x="15779" y="6039"/>
                      <a:pt x="15423" y="6073"/>
                    </a:cubicBezTo>
                    <a:cubicBezTo>
                      <a:pt x="15039" y="6107"/>
                      <a:pt x="14683" y="6197"/>
                      <a:pt x="14401" y="6479"/>
                    </a:cubicBezTo>
                    <a:cubicBezTo>
                      <a:pt x="13921" y="6959"/>
                      <a:pt x="13797" y="7727"/>
                      <a:pt x="13802" y="8388"/>
                    </a:cubicBezTo>
                    <a:cubicBezTo>
                      <a:pt x="13802" y="8416"/>
                      <a:pt x="13802" y="8450"/>
                      <a:pt x="13802" y="8484"/>
                    </a:cubicBezTo>
                    <a:cubicBezTo>
                      <a:pt x="13803" y="8485"/>
                      <a:pt x="13803" y="8486"/>
                      <a:pt x="13803" y="8487"/>
                    </a:cubicBezTo>
                    <a:lnTo>
                      <a:pt x="13803" y="8487"/>
                    </a:lnTo>
                    <a:cubicBezTo>
                      <a:pt x="13772" y="8539"/>
                      <a:pt x="13756" y="8623"/>
                      <a:pt x="13735" y="8682"/>
                    </a:cubicBezTo>
                    <a:lnTo>
                      <a:pt x="13368" y="9681"/>
                    </a:lnTo>
                    <a:cubicBezTo>
                      <a:pt x="13243" y="10031"/>
                      <a:pt x="13113" y="10382"/>
                      <a:pt x="12989" y="10732"/>
                    </a:cubicBezTo>
                    <a:cubicBezTo>
                      <a:pt x="12938" y="10856"/>
                      <a:pt x="12871" y="10980"/>
                      <a:pt x="12871" y="11116"/>
                    </a:cubicBezTo>
                    <a:lnTo>
                      <a:pt x="12871" y="13104"/>
                    </a:lnTo>
                    <a:lnTo>
                      <a:pt x="12871" y="14617"/>
                    </a:lnTo>
                    <a:lnTo>
                      <a:pt x="12871" y="14881"/>
                    </a:lnTo>
                    <a:lnTo>
                      <a:pt x="12871" y="14881"/>
                    </a:lnTo>
                    <a:cubicBezTo>
                      <a:pt x="11283" y="14606"/>
                      <a:pt x="9793" y="13925"/>
                      <a:pt x="8618" y="12804"/>
                    </a:cubicBezTo>
                    <a:cubicBezTo>
                      <a:pt x="7669" y="11901"/>
                      <a:pt x="6952" y="10766"/>
                      <a:pt x="6455" y="9557"/>
                    </a:cubicBezTo>
                    <a:cubicBezTo>
                      <a:pt x="6218" y="8975"/>
                      <a:pt x="6026" y="8371"/>
                      <a:pt x="5890" y="7756"/>
                    </a:cubicBezTo>
                    <a:cubicBezTo>
                      <a:pt x="5877" y="7687"/>
                      <a:pt x="5822" y="7656"/>
                      <a:pt x="5763" y="7656"/>
                    </a:cubicBezTo>
                    <a:cubicBezTo>
                      <a:pt x="5724" y="7656"/>
                      <a:pt x="5684" y="7669"/>
                      <a:pt x="5653" y="7693"/>
                    </a:cubicBezTo>
                    <a:cubicBezTo>
                      <a:pt x="5156" y="8106"/>
                      <a:pt x="5422" y="8851"/>
                      <a:pt x="5580" y="9365"/>
                    </a:cubicBezTo>
                    <a:cubicBezTo>
                      <a:pt x="5761" y="9947"/>
                      <a:pt x="5958" y="10523"/>
                      <a:pt x="6139" y="11099"/>
                    </a:cubicBezTo>
                    <a:cubicBezTo>
                      <a:pt x="6647" y="12686"/>
                      <a:pt x="7110" y="14295"/>
                      <a:pt x="7381" y="15939"/>
                    </a:cubicBezTo>
                    <a:cubicBezTo>
                      <a:pt x="7522" y="16791"/>
                      <a:pt x="7610" y="17663"/>
                      <a:pt x="7564" y="18532"/>
                    </a:cubicBezTo>
                    <a:lnTo>
                      <a:pt x="7564" y="18532"/>
                    </a:lnTo>
                    <a:cubicBezTo>
                      <a:pt x="6953" y="18616"/>
                      <a:pt x="6337" y="18695"/>
                      <a:pt x="5727" y="18779"/>
                    </a:cubicBezTo>
                    <a:cubicBezTo>
                      <a:pt x="4682" y="18915"/>
                      <a:pt x="3643" y="19056"/>
                      <a:pt x="2598" y="19191"/>
                    </a:cubicBezTo>
                    <a:cubicBezTo>
                      <a:pt x="2407" y="19218"/>
                      <a:pt x="2219" y="19245"/>
                      <a:pt x="2030" y="19271"/>
                    </a:cubicBezTo>
                    <a:lnTo>
                      <a:pt x="2030" y="19271"/>
                    </a:lnTo>
                    <a:cubicBezTo>
                      <a:pt x="2070" y="18715"/>
                      <a:pt x="2053" y="18155"/>
                      <a:pt x="2028" y="17599"/>
                    </a:cubicBezTo>
                    <a:cubicBezTo>
                      <a:pt x="1954" y="16136"/>
                      <a:pt x="1717" y="14674"/>
                      <a:pt x="1311" y="13267"/>
                    </a:cubicBezTo>
                    <a:cubicBezTo>
                      <a:pt x="1079" y="12482"/>
                      <a:pt x="785" y="11720"/>
                      <a:pt x="622" y="10918"/>
                    </a:cubicBezTo>
                    <a:cubicBezTo>
                      <a:pt x="497" y="10331"/>
                      <a:pt x="430" y="9732"/>
                      <a:pt x="475" y="9139"/>
                    </a:cubicBezTo>
                    <a:cubicBezTo>
                      <a:pt x="531" y="8332"/>
                      <a:pt x="847" y="7558"/>
                      <a:pt x="1503" y="7055"/>
                    </a:cubicBezTo>
                    <a:cubicBezTo>
                      <a:pt x="2118" y="6578"/>
                      <a:pt x="2869" y="6404"/>
                      <a:pt x="3631" y="6404"/>
                    </a:cubicBezTo>
                    <a:cubicBezTo>
                      <a:pt x="4114" y="6404"/>
                      <a:pt x="4601" y="6474"/>
                      <a:pt x="5060" y="6581"/>
                    </a:cubicBezTo>
                    <a:cubicBezTo>
                      <a:pt x="5224" y="6620"/>
                      <a:pt x="5382" y="6660"/>
                      <a:pt x="5546" y="6711"/>
                    </a:cubicBezTo>
                    <a:cubicBezTo>
                      <a:pt x="5557" y="6714"/>
                      <a:pt x="5569" y="6715"/>
                      <a:pt x="5580" y="6715"/>
                    </a:cubicBezTo>
                    <a:cubicBezTo>
                      <a:pt x="5656" y="6715"/>
                      <a:pt x="5732" y="6654"/>
                      <a:pt x="5727" y="6575"/>
                    </a:cubicBezTo>
                    <a:cubicBezTo>
                      <a:pt x="5670" y="5491"/>
                      <a:pt x="5845" y="4378"/>
                      <a:pt x="6337" y="3407"/>
                    </a:cubicBezTo>
                    <a:cubicBezTo>
                      <a:pt x="6698" y="2690"/>
                      <a:pt x="7223" y="2063"/>
                      <a:pt x="7867" y="1589"/>
                    </a:cubicBezTo>
                    <a:cubicBezTo>
                      <a:pt x="8601" y="1047"/>
                      <a:pt x="9460" y="691"/>
                      <a:pt x="10358" y="521"/>
                    </a:cubicBezTo>
                    <a:cubicBezTo>
                      <a:pt x="10815" y="442"/>
                      <a:pt x="11272" y="420"/>
                      <a:pt x="11735" y="408"/>
                    </a:cubicBezTo>
                    <a:cubicBezTo>
                      <a:pt x="12712" y="397"/>
                      <a:pt x="13684" y="380"/>
                      <a:pt x="14661" y="363"/>
                    </a:cubicBezTo>
                    <a:cubicBezTo>
                      <a:pt x="15858" y="341"/>
                      <a:pt x="17055" y="324"/>
                      <a:pt x="18253" y="301"/>
                    </a:cubicBezTo>
                    <a:cubicBezTo>
                      <a:pt x="18608" y="295"/>
                      <a:pt x="18964" y="290"/>
                      <a:pt x="19314" y="284"/>
                    </a:cubicBezTo>
                    <a:cubicBezTo>
                      <a:pt x="19362" y="283"/>
                      <a:pt x="19410" y="283"/>
                      <a:pt x="19457" y="283"/>
                    </a:cubicBezTo>
                    <a:close/>
                    <a:moveTo>
                      <a:pt x="19551" y="1"/>
                    </a:moveTo>
                    <a:cubicBezTo>
                      <a:pt x="19515" y="1"/>
                      <a:pt x="19480" y="1"/>
                      <a:pt x="19444" y="2"/>
                    </a:cubicBezTo>
                    <a:cubicBezTo>
                      <a:pt x="19162" y="7"/>
                      <a:pt x="18879" y="13"/>
                      <a:pt x="18597" y="13"/>
                    </a:cubicBezTo>
                    <a:cubicBezTo>
                      <a:pt x="17422" y="36"/>
                      <a:pt x="16248" y="53"/>
                      <a:pt x="15067" y="75"/>
                    </a:cubicBezTo>
                    <a:cubicBezTo>
                      <a:pt x="14011" y="92"/>
                      <a:pt x="12950" y="109"/>
                      <a:pt x="11888" y="126"/>
                    </a:cubicBezTo>
                    <a:cubicBezTo>
                      <a:pt x="11566" y="132"/>
                      <a:pt x="11239" y="132"/>
                      <a:pt x="10911" y="166"/>
                    </a:cubicBezTo>
                    <a:cubicBezTo>
                      <a:pt x="9900" y="262"/>
                      <a:pt x="8906" y="578"/>
                      <a:pt x="8048" y="1126"/>
                    </a:cubicBezTo>
                    <a:cubicBezTo>
                      <a:pt x="7376" y="1549"/>
                      <a:pt x="6800" y="2114"/>
                      <a:pt x="6371" y="2780"/>
                    </a:cubicBezTo>
                    <a:cubicBezTo>
                      <a:pt x="5823" y="3627"/>
                      <a:pt x="5535" y="4627"/>
                      <a:pt x="5450" y="5627"/>
                    </a:cubicBezTo>
                    <a:cubicBezTo>
                      <a:pt x="5432" y="5879"/>
                      <a:pt x="5428" y="6131"/>
                      <a:pt x="5436" y="6383"/>
                    </a:cubicBezTo>
                    <a:lnTo>
                      <a:pt x="5436" y="6383"/>
                    </a:lnTo>
                    <a:cubicBezTo>
                      <a:pt x="4858" y="6227"/>
                      <a:pt x="4237" y="6120"/>
                      <a:pt x="3624" y="6120"/>
                    </a:cubicBezTo>
                    <a:cubicBezTo>
                      <a:pt x="2921" y="6120"/>
                      <a:pt x="2228" y="6261"/>
                      <a:pt x="1621" y="6632"/>
                    </a:cubicBezTo>
                    <a:cubicBezTo>
                      <a:pt x="915" y="7067"/>
                      <a:pt x="441" y="7756"/>
                      <a:pt x="271" y="8563"/>
                    </a:cubicBezTo>
                    <a:cubicBezTo>
                      <a:pt x="0" y="9834"/>
                      <a:pt x="328" y="11189"/>
                      <a:pt x="729" y="12398"/>
                    </a:cubicBezTo>
                    <a:cubicBezTo>
                      <a:pt x="1006" y="13217"/>
                      <a:pt x="1243" y="14041"/>
                      <a:pt x="1412" y="14888"/>
                    </a:cubicBezTo>
                    <a:cubicBezTo>
                      <a:pt x="1553" y="15605"/>
                      <a:pt x="1655" y="16328"/>
                      <a:pt x="1711" y="17057"/>
                    </a:cubicBezTo>
                    <a:cubicBezTo>
                      <a:pt x="1774" y="17842"/>
                      <a:pt x="1768" y="18615"/>
                      <a:pt x="1740" y="19400"/>
                    </a:cubicBezTo>
                    <a:cubicBezTo>
                      <a:pt x="1740" y="19412"/>
                      <a:pt x="1734" y="19423"/>
                      <a:pt x="1734" y="19434"/>
                    </a:cubicBezTo>
                    <a:cubicBezTo>
                      <a:pt x="1729" y="19500"/>
                      <a:pt x="1802" y="19576"/>
                      <a:pt x="1868" y="19576"/>
                    </a:cubicBezTo>
                    <a:cubicBezTo>
                      <a:pt x="1871" y="19576"/>
                      <a:pt x="1873" y="19576"/>
                      <a:pt x="1875" y="19575"/>
                    </a:cubicBezTo>
                    <a:cubicBezTo>
                      <a:pt x="2536" y="19485"/>
                      <a:pt x="3191" y="19395"/>
                      <a:pt x="3846" y="19310"/>
                    </a:cubicBezTo>
                    <a:cubicBezTo>
                      <a:pt x="4891" y="19169"/>
                      <a:pt x="5936" y="19033"/>
                      <a:pt x="6975" y="18892"/>
                    </a:cubicBezTo>
                    <a:cubicBezTo>
                      <a:pt x="7218" y="18858"/>
                      <a:pt x="7455" y="18830"/>
                      <a:pt x="7698" y="18796"/>
                    </a:cubicBezTo>
                    <a:cubicBezTo>
                      <a:pt x="7777" y="18785"/>
                      <a:pt x="7833" y="18740"/>
                      <a:pt x="7839" y="18655"/>
                    </a:cubicBezTo>
                    <a:cubicBezTo>
                      <a:pt x="7895" y="17864"/>
                      <a:pt x="7828" y="17074"/>
                      <a:pt x="7720" y="16294"/>
                    </a:cubicBezTo>
                    <a:cubicBezTo>
                      <a:pt x="7602" y="15447"/>
                      <a:pt x="7421" y="14611"/>
                      <a:pt x="7212" y="13787"/>
                    </a:cubicBezTo>
                    <a:cubicBezTo>
                      <a:pt x="6856" y="12364"/>
                      <a:pt x="6399" y="10980"/>
                      <a:pt x="5947" y="9585"/>
                    </a:cubicBezTo>
                    <a:cubicBezTo>
                      <a:pt x="5874" y="9359"/>
                      <a:pt x="5800" y="9128"/>
                      <a:pt x="5738" y="8896"/>
                    </a:cubicBezTo>
                    <a:cubicBezTo>
                      <a:pt x="5673" y="8663"/>
                      <a:pt x="5607" y="8371"/>
                      <a:pt x="5690" y="8135"/>
                    </a:cubicBezTo>
                    <a:lnTo>
                      <a:pt x="5690" y="8135"/>
                    </a:lnTo>
                    <a:cubicBezTo>
                      <a:pt x="5953" y="9194"/>
                      <a:pt x="6379" y="10227"/>
                      <a:pt x="6947" y="11161"/>
                    </a:cubicBezTo>
                    <a:cubicBezTo>
                      <a:pt x="7720" y="12432"/>
                      <a:pt x="8788" y="13522"/>
                      <a:pt x="10103" y="14233"/>
                    </a:cubicBezTo>
                    <a:cubicBezTo>
                      <a:pt x="10996" y="14724"/>
                      <a:pt x="11973" y="15029"/>
                      <a:pt x="12978" y="15182"/>
                    </a:cubicBezTo>
                    <a:cubicBezTo>
                      <a:pt x="12989" y="15184"/>
                      <a:pt x="13001" y="15185"/>
                      <a:pt x="13012" y="15185"/>
                    </a:cubicBezTo>
                    <a:cubicBezTo>
                      <a:pt x="13088" y="15185"/>
                      <a:pt x="13153" y="15135"/>
                      <a:pt x="13153" y="15046"/>
                    </a:cubicBezTo>
                    <a:lnTo>
                      <a:pt x="13153" y="13651"/>
                    </a:lnTo>
                    <a:lnTo>
                      <a:pt x="13153" y="11376"/>
                    </a:lnTo>
                    <a:cubicBezTo>
                      <a:pt x="13153" y="11287"/>
                      <a:pt x="13158" y="11198"/>
                      <a:pt x="13153" y="11104"/>
                    </a:cubicBezTo>
                    <a:lnTo>
                      <a:pt x="13153" y="11104"/>
                    </a:lnTo>
                    <a:cubicBezTo>
                      <a:pt x="13153" y="11104"/>
                      <a:pt x="13153" y="11104"/>
                      <a:pt x="13153" y="11104"/>
                    </a:cubicBezTo>
                    <a:cubicBezTo>
                      <a:pt x="13153" y="11104"/>
                      <a:pt x="13153" y="11104"/>
                      <a:pt x="13153" y="11104"/>
                    </a:cubicBezTo>
                    <a:lnTo>
                      <a:pt x="13153" y="11104"/>
                    </a:lnTo>
                    <a:cubicBezTo>
                      <a:pt x="13153" y="11104"/>
                      <a:pt x="13153" y="11104"/>
                      <a:pt x="13153" y="11104"/>
                    </a:cubicBezTo>
                    <a:lnTo>
                      <a:pt x="13153" y="11104"/>
                    </a:lnTo>
                    <a:cubicBezTo>
                      <a:pt x="13158" y="11094"/>
                      <a:pt x="13160" y="11086"/>
                      <a:pt x="13160" y="11080"/>
                    </a:cubicBezTo>
                    <a:lnTo>
                      <a:pt x="13160" y="11080"/>
                    </a:lnTo>
                    <a:cubicBezTo>
                      <a:pt x="13158" y="11088"/>
                      <a:pt x="13156" y="11096"/>
                      <a:pt x="13153" y="11104"/>
                    </a:cubicBezTo>
                    <a:lnTo>
                      <a:pt x="13153" y="11104"/>
                    </a:lnTo>
                    <a:cubicBezTo>
                      <a:pt x="13153" y="11102"/>
                      <a:pt x="13153" y="11100"/>
                      <a:pt x="13153" y="11099"/>
                    </a:cubicBezTo>
                    <a:cubicBezTo>
                      <a:pt x="13153" y="11079"/>
                      <a:pt x="13156" y="11071"/>
                      <a:pt x="13158" y="11071"/>
                    </a:cubicBezTo>
                    <a:lnTo>
                      <a:pt x="13158" y="11071"/>
                    </a:lnTo>
                    <a:cubicBezTo>
                      <a:pt x="13160" y="11071"/>
                      <a:pt x="13161" y="11075"/>
                      <a:pt x="13160" y="11080"/>
                    </a:cubicBezTo>
                    <a:lnTo>
                      <a:pt x="13160" y="11080"/>
                    </a:lnTo>
                    <a:cubicBezTo>
                      <a:pt x="13164" y="11070"/>
                      <a:pt x="13167" y="11060"/>
                      <a:pt x="13170" y="11054"/>
                    </a:cubicBezTo>
                    <a:cubicBezTo>
                      <a:pt x="13272" y="10777"/>
                      <a:pt x="13368" y="10500"/>
                      <a:pt x="13469" y="10223"/>
                    </a:cubicBezTo>
                    <a:lnTo>
                      <a:pt x="13881" y="9094"/>
                    </a:lnTo>
                    <a:cubicBezTo>
                      <a:pt x="13932" y="8958"/>
                      <a:pt x="13983" y="8823"/>
                      <a:pt x="14028" y="8693"/>
                    </a:cubicBezTo>
                    <a:cubicBezTo>
                      <a:pt x="14051" y="8631"/>
                      <a:pt x="14085" y="8569"/>
                      <a:pt x="14090" y="8507"/>
                    </a:cubicBezTo>
                    <a:cubicBezTo>
                      <a:pt x="14102" y="8326"/>
                      <a:pt x="14085" y="8140"/>
                      <a:pt x="14102" y="7953"/>
                    </a:cubicBezTo>
                    <a:cubicBezTo>
                      <a:pt x="14136" y="7603"/>
                      <a:pt x="14220" y="7242"/>
                      <a:pt x="14401" y="6937"/>
                    </a:cubicBezTo>
                    <a:cubicBezTo>
                      <a:pt x="14599" y="6609"/>
                      <a:pt x="14909" y="6406"/>
                      <a:pt x="15288" y="6366"/>
                    </a:cubicBezTo>
                    <a:cubicBezTo>
                      <a:pt x="15615" y="6332"/>
                      <a:pt x="15948" y="6316"/>
                      <a:pt x="16276" y="6299"/>
                    </a:cubicBezTo>
                    <a:cubicBezTo>
                      <a:pt x="17309" y="6248"/>
                      <a:pt x="18349" y="6220"/>
                      <a:pt x="19382" y="6174"/>
                    </a:cubicBezTo>
                    <a:cubicBezTo>
                      <a:pt x="20376" y="6140"/>
                      <a:pt x="21370" y="6107"/>
                      <a:pt x="22364" y="6016"/>
                    </a:cubicBezTo>
                    <a:cubicBezTo>
                      <a:pt x="22646" y="5994"/>
                      <a:pt x="22917" y="5937"/>
                      <a:pt x="23160" y="5779"/>
                    </a:cubicBezTo>
                    <a:cubicBezTo>
                      <a:pt x="23414" y="5610"/>
                      <a:pt x="23606" y="5361"/>
                      <a:pt x="23708" y="5067"/>
                    </a:cubicBezTo>
                    <a:cubicBezTo>
                      <a:pt x="23832" y="4689"/>
                      <a:pt x="23872" y="4249"/>
                      <a:pt x="23872" y="3853"/>
                    </a:cubicBezTo>
                    <a:cubicBezTo>
                      <a:pt x="23883" y="2837"/>
                      <a:pt x="23505" y="1860"/>
                      <a:pt x="22748" y="1171"/>
                    </a:cubicBezTo>
                    <a:cubicBezTo>
                      <a:pt x="22511" y="956"/>
                      <a:pt x="22251" y="770"/>
                      <a:pt x="21974" y="612"/>
                    </a:cubicBezTo>
                    <a:cubicBezTo>
                      <a:pt x="21973" y="611"/>
                      <a:pt x="21973" y="611"/>
                      <a:pt x="21972" y="610"/>
                    </a:cubicBezTo>
                    <a:lnTo>
                      <a:pt x="21972" y="610"/>
                    </a:lnTo>
                    <a:cubicBezTo>
                      <a:pt x="21230" y="194"/>
                      <a:pt x="20395" y="1"/>
                      <a:pt x="19551"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0" name="Google Shape;440;p19"/>
              <p:cNvSpPr/>
              <p:nvPr/>
            </p:nvSpPr>
            <p:spPr>
              <a:xfrm>
                <a:off x="4661250" y="1558750"/>
                <a:ext cx="292000" cy="353675"/>
              </a:xfrm>
              <a:custGeom>
                <a:avLst/>
                <a:gdLst/>
                <a:ahLst/>
                <a:cxnLst/>
                <a:rect l="l" t="t" r="r" b="b"/>
                <a:pathLst>
                  <a:path w="11680" h="14147" extrusionOk="0">
                    <a:moveTo>
                      <a:pt x="9845" y="317"/>
                    </a:moveTo>
                    <a:lnTo>
                      <a:pt x="9845" y="317"/>
                    </a:lnTo>
                    <a:cubicBezTo>
                      <a:pt x="9934" y="775"/>
                      <a:pt x="9934" y="1238"/>
                      <a:pt x="9934" y="1705"/>
                    </a:cubicBezTo>
                    <a:lnTo>
                      <a:pt x="9934" y="2366"/>
                    </a:lnTo>
                    <a:cubicBezTo>
                      <a:pt x="9934" y="2468"/>
                      <a:pt x="9900" y="2643"/>
                      <a:pt x="9974" y="2722"/>
                    </a:cubicBezTo>
                    <a:cubicBezTo>
                      <a:pt x="10064" y="2818"/>
                      <a:pt x="10188" y="2891"/>
                      <a:pt x="10284" y="2970"/>
                    </a:cubicBezTo>
                    <a:cubicBezTo>
                      <a:pt x="10465" y="3111"/>
                      <a:pt x="10646" y="3258"/>
                      <a:pt x="10827" y="3399"/>
                    </a:cubicBezTo>
                    <a:cubicBezTo>
                      <a:pt x="10934" y="3484"/>
                      <a:pt x="11041" y="3569"/>
                      <a:pt x="11149" y="3654"/>
                    </a:cubicBezTo>
                    <a:cubicBezTo>
                      <a:pt x="11318" y="3795"/>
                      <a:pt x="11386" y="4015"/>
                      <a:pt x="11256" y="4207"/>
                    </a:cubicBezTo>
                    <a:cubicBezTo>
                      <a:pt x="11120" y="4410"/>
                      <a:pt x="10894" y="4416"/>
                      <a:pt x="10680" y="4416"/>
                    </a:cubicBezTo>
                    <a:lnTo>
                      <a:pt x="10076" y="4416"/>
                    </a:lnTo>
                    <a:cubicBezTo>
                      <a:pt x="9996" y="4416"/>
                      <a:pt x="9934" y="4478"/>
                      <a:pt x="9934" y="4557"/>
                    </a:cubicBezTo>
                    <a:lnTo>
                      <a:pt x="9934" y="5404"/>
                    </a:lnTo>
                    <a:cubicBezTo>
                      <a:pt x="9934" y="5715"/>
                      <a:pt x="9946" y="6031"/>
                      <a:pt x="9917" y="6342"/>
                    </a:cubicBezTo>
                    <a:cubicBezTo>
                      <a:pt x="9810" y="7398"/>
                      <a:pt x="9155" y="8358"/>
                      <a:pt x="8218" y="8866"/>
                    </a:cubicBezTo>
                    <a:cubicBezTo>
                      <a:pt x="7709" y="9143"/>
                      <a:pt x="7150" y="9250"/>
                      <a:pt x="6569" y="9250"/>
                    </a:cubicBezTo>
                    <a:cubicBezTo>
                      <a:pt x="6495" y="9250"/>
                      <a:pt x="6427" y="9318"/>
                      <a:pt x="6427" y="9391"/>
                    </a:cubicBezTo>
                    <a:lnTo>
                      <a:pt x="6427" y="10944"/>
                    </a:lnTo>
                    <a:lnTo>
                      <a:pt x="6427" y="13435"/>
                    </a:lnTo>
                    <a:lnTo>
                      <a:pt x="6427" y="13864"/>
                    </a:lnTo>
                    <a:lnTo>
                      <a:pt x="300" y="13864"/>
                    </a:lnTo>
                    <a:lnTo>
                      <a:pt x="300" y="12463"/>
                    </a:lnTo>
                    <a:lnTo>
                      <a:pt x="300" y="9979"/>
                    </a:lnTo>
                    <a:lnTo>
                      <a:pt x="300" y="8691"/>
                    </a:lnTo>
                    <a:lnTo>
                      <a:pt x="300" y="6748"/>
                    </a:lnTo>
                    <a:lnTo>
                      <a:pt x="300" y="5653"/>
                    </a:lnTo>
                    <a:cubicBezTo>
                      <a:pt x="300" y="5588"/>
                      <a:pt x="320" y="5494"/>
                      <a:pt x="303" y="5431"/>
                    </a:cubicBezTo>
                    <a:lnTo>
                      <a:pt x="303" y="5431"/>
                    </a:lnTo>
                    <a:cubicBezTo>
                      <a:pt x="304" y="5430"/>
                      <a:pt x="305" y="5428"/>
                      <a:pt x="306" y="5427"/>
                    </a:cubicBezTo>
                    <a:cubicBezTo>
                      <a:pt x="323" y="5399"/>
                      <a:pt x="328" y="5359"/>
                      <a:pt x="340" y="5325"/>
                    </a:cubicBezTo>
                    <a:cubicBezTo>
                      <a:pt x="599" y="4614"/>
                      <a:pt x="859" y="3902"/>
                      <a:pt x="1119" y="3191"/>
                    </a:cubicBezTo>
                    <a:cubicBezTo>
                      <a:pt x="1175" y="3049"/>
                      <a:pt x="1237" y="2925"/>
                      <a:pt x="1232" y="2773"/>
                    </a:cubicBezTo>
                    <a:cubicBezTo>
                      <a:pt x="1226" y="2479"/>
                      <a:pt x="1249" y="2185"/>
                      <a:pt x="1317" y="1897"/>
                    </a:cubicBezTo>
                    <a:cubicBezTo>
                      <a:pt x="1401" y="1525"/>
                      <a:pt x="1565" y="1135"/>
                      <a:pt x="1887" y="903"/>
                    </a:cubicBezTo>
                    <a:cubicBezTo>
                      <a:pt x="2181" y="700"/>
                      <a:pt x="2542" y="694"/>
                      <a:pt x="2881" y="677"/>
                    </a:cubicBezTo>
                    <a:cubicBezTo>
                      <a:pt x="3903" y="610"/>
                      <a:pt x="4925" y="581"/>
                      <a:pt x="5947" y="542"/>
                    </a:cubicBezTo>
                    <a:cubicBezTo>
                      <a:pt x="7049" y="502"/>
                      <a:pt x="8150" y="469"/>
                      <a:pt x="9245" y="384"/>
                    </a:cubicBezTo>
                    <a:cubicBezTo>
                      <a:pt x="9444" y="370"/>
                      <a:pt x="9649" y="360"/>
                      <a:pt x="9845" y="317"/>
                    </a:cubicBezTo>
                    <a:close/>
                    <a:moveTo>
                      <a:pt x="9952" y="0"/>
                    </a:moveTo>
                    <a:cubicBezTo>
                      <a:pt x="9940" y="0"/>
                      <a:pt x="9929" y="2"/>
                      <a:pt x="9917" y="5"/>
                    </a:cubicBezTo>
                    <a:cubicBezTo>
                      <a:pt x="9680" y="85"/>
                      <a:pt x="9420" y="90"/>
                      <a:pt x="9172" y="107"/>
                    </a:cubicBezTo>
                    <a:cubicBezTo>
                      <a:pt x="8929" y="124"/>
                      <a:pt x="8686" y="141"/>
                      <a:pt x="8443" y="152"/>
                    </a:cubicBezTo>
                    <a:cubicBezTo>
                      <a:pt x="7873" y="186"/>
                      <a:pt x="7303" y="209"/>
                      <a:pt x="6732" y="231"/>
                    </a:cubicBezTo>
                    <a:cubicBezTo>
                      <a:pt x="5620" y="277"/>
                      <a:pt x="4502" y="310"/>
                      <a:pt x="3389" y="361"/>
                    </a:cubicBezTo>
                    <a:cubicBezTo>
                      <a:pt x="3050" y="378"/>
                      <a:pt x="2711" y="395"/>
                      <a:pt x="2378" y="435"/>
                    </a:cubicBezTo>
                    <a:cubicBezTo>
                      <a:pt x="1909" y="491"/>
                      <a:pt x="1531" y="751"/>
                      <a:pt x="1294" y="1157"/>
                    </a:cubicBezTo>
                    <a:cubicBezTo>
                      <a:pt x="1096" y="1508"/>
                      <a:pt x="1006" y="1909"/>
                      <a:pt x="966" y="2310"/>
                    </a:cubicBezTo>
                    <a:cubicBezTo>
                      <a:pt x="955" y="2445"/>
                      <a:pt x="949" y="2581"/>
                      <a:pt x="949" y="2722"/>
                    </a:cubicBezTo>
                    <a:cubicBezTo>
                      <a:pt x="949" y="2756"/>
                      <a:pt x="944" y="2795"/>
                      <a:pt x="949" y="2829"/>
                    </a:cubicBezTo>
                    <a:cubicBezTo>
                      <a:pt x="949" y="2829"/>
                      <a:pt x="950" y="2830"/>
                      <a:pt x="950" y="2830"/>
                    </a:cubicBezTo>
                    <a:lnTo>
                      <a:pt x="950" y="2830"/>
                    </a:lnTo>
                    <a:cubicBezTo>
                      <a:pt x="908" y="2885"/>
                      <a:pt x="892" y="3001"/>
                      <a:pt x="865" y="3066"/>
                    </a:cubicBezTo>
                    <a:cubicBezTo>
                      <a:pt x="808" y="3236"/>
                      <a:pt x="746" y="3399"/>
                      <a:pt x="684" y="3569"/>
                    </a:cubicBezTo>
                    <a:cubicBezTo>
                      <a:pt x="537" y="3976"/>
                      <a:pt x="385" y="4382"/>
                      <a:pt x="238" y="4789"/>
                    </a:cubicBezTo>
                    <a:cubicBezTo>
                      <a:pt x="187" y="4936"/>
                      <a:pt x="131" y="5082"/>
                      <a:pt x="80" y="5229"/>
                    </a:cubicBezTo>
                    <a:cubicBezTo>
                      <a:pt x="57" y="5286"/>
                      <a:pt x="23" y="5348"/>
                      <a:pt x="18" y="5410"/>
                    </a:cubicBezTo>
                    <a:cubicBezTo>
                      <a:pt x="1" y="5625"/>
                      <a:pt x="18" y="5845"/>
                      <a:pt x="18" y="6059"/>
                    </a:cubicBezTo>
                    <a:lnTo>
                      <a:pt x="18" y="8459"/>
                    </a:lnTo>
                    <a:lnTo>
                      <a:pt x="18" y="9578"/>
                    </a:lnTo>
                    <a:lnTo>
                      <a:pt x="18" y="11780"/>
                    </a:lnTo>
                    <a:lnTo>
                      <a:pt x="18" y="13887"/>
                    </a:lnTo>
                    <a:lnTo>
                      <a:pt x="18" y="14005"/>
                    </a:lnTo>
                    <a:cubicBezTo>
                      <a:pt x="18" y="14079"/>
                      <a:pt x="85" y="14146"/>
                      <a:pt x="159" y="14146"/>
                    </a:cubicBezTo>
                    <a:lnTo>
                      <a:pt x="6569" y="14146"/>
                    </a:lnTo>
                    <a:cubicBezTo>
                      <a:pt x="6627" y="14146"/>
                      <a:pt x="6668" y="14118"/>
                      <a:pt x="6689" y="14079"/>
                    </a:cubicBezTo>
                    <a:lnTo>
                      <a:pt x="6689" y="14079"/>
                    </a:lnTo>
                    <a:cubicBezTo>
                      <a:pt x="6702" y="14060"/>
                      <a:pt x="6710" y="14035"/>
                      <a:pt x="6710" y="14005"/>
                    </a:cubicBezTo>
                    <a:lnTo>
                      <a:pt x="6710" y="12452"/>
                    </a:lnTo>
                    <a:lnTo>
                      <a:pt x="6710" y="9962"/>
                    </a:lnTo>
                    <a:lnTo>
                      <a:pt x="6710" y="9530"/>
                    </a:lnTo>
                    <a:lnTo>
                      <a:pt x="6710" y="9530"/>
                    </a:lnTo>
                    <a:cubicBezTo>
                      <a:pt x="7201" y="9516"/>
                      <a:pt x="7674" y="9423"/>
                      <a:pt x="8127" y="9222"/>
                    </a:cubicBezTo>
                    <a:cubicBezTo>
                      <a:pt x="8630" y="9002"/>
                      <a:pt x="9082" y="8651"/>
                      <a:pt x="9426" y="8222"/>
                    </a:cubicBezTo>
                    <a:cubicBezTo>
                      <a:pt x="9776" y="7782"/>
                      <a:pt x="10030" y="7262"/>
                      <a:pt x="10143" y="6709"/>
                    </a:cubicBezTo>
                    <a:cubicBezTo>
                      <a:pt x="10217" y="6342"/>
                      <a:pt x="10217" y="5975"/>
                      <a:pt x="10217" y="5602"/>
                    </a:cubicBezTo>
                    <a:lnTo>
                      <a:pt x="10217" y="4698"/>
                    </a:lnTo>
                    <a:lnTo>
                      <a:pt x="10787" y="4698"/>
                    </a:lnTo>
                    <a:cubicBezTo>
                      <a:pt x="11120" y="4698"/>
                      <a:pt x="11437" y="4552"/>
                      <a:pt x="11561" y="4224"/>
                    </a:cubicBezTo>
                    <a:cubicBezTo>
                      <a:pt x="11679" y="3925"/>
                      <a:pt x="11561" y="3625"/>
                      <a:pt x="11324" y="3433"/>
                    </a:cubicBezTo>
                    <a:cubicBezTo>
                      <a:pt x="11120" y="3275"/>
                      <a:pt x="10923" y="3117"/>
                      <a:pt x="10725" y="2959"/>
                    </a:cubicBezTo>
                    <a:cubicBezTo>
                      <a:pt x="10554" y="2824"/>
                      <a:pt x="10387" y="2694"/>
                      <a:pt x="10217" y="2560"/>
                    </a:cubicBezTo>
                    <a:lnTo>
                      <a:pt x="10217" y="2560"/>
                    </a:lnTo>
                    <a:cubicBezTo>
                      <a:pt x="10219" y="1748"/>
                      <a:pt x="10269" y="906"/>
                      <a:pt x="10092" y="101"/>
                    </a:cubicBezTo>
                    <a:cubicBezTo>
                      <a:pt x="10078" y="45"/>
                      <a:pt x="10013" y="0"/>
                      <a:pt x="995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1" name="Google Shape;441;p19"/>
              <p:cNvSpPr/>
              <p:nvPr/>
            </p:nvSpPr>
            <p:spPr>
              <a:xfrm>
                <a:off x="4245050" y="1905325"/>
                <a:ext cx="999750" cy="705950"/>
              </a:xfrm>
              <a:custGeom>
                <a:avLst/>
                <a:gdLst/>
                <a:ahLst/>
                <a:cxnLst/>
                <a:rect l="l" t="t" r="r" b="b"/>
                <a:pathLst>
                  <a:path w="39990" h="28238" extrusionOk="0">
                    <a:moveTo>
                      <a:pt x="16098" y="390"/>
                    </a:moveTo>
                    <a:cubicBezTo>
                      <a:pt x="16349" y="1643"/>
                      <a:pt x="16601" y="2900"/>
                      <a:pt x="16852" y="4152"/>
                    </a:cubicBezTo>
                    <a:cubicBezTo>
                      <a:pt x="16886" y="4344"/>
                      <a:pt x="16925" y="4530"/>
                      <a:pt x="16959" y="4716"/>
                    </a:cubicBezTo>
                    <a:cubicBezTo>
                      <a:pt x="16973" y="4783"/>
                      <a:pt x="17036" y="4820"/>
                      <a:pt x="17097" y="4820"/>
                    </a:cubicBezTo>
                    <a:cubicBezTo>
                      <a:pt x="17134" y="4820"/>
                      <a:pt x="17171" y="4806"/>
                      <a:pt x="17196" y="4779"/>
                    </a:cubicBezTo>
                    <a:cubicBezTo>
                      <a:pt x="18044" y="3932"/>
                      <a:pt x="18891" y="3090"/>
                      <a:pt x="19738" y="2243"/>
                    </a:cubicBezTo>
                    <a:cubicBezTo>
                      <a:pt x="19823" y="2157"/>
                      <a:pt x="19909" y="2072"/>
                      <a:pt x="19995" y="1986"/>
                    </a:cubicBezTo>
                    <a:lnTo>
                      <a:pt x="19995" y="1986"/>
                    </a:lnTo>
                    <a:lnTo>
                      <a:pt x="22437" y="4423"/>
                    </a:lnTo>
                    <a:cubicBezTo>
                      <a:pt x="22556" y="4541"/>
                      <a:pt x="22674" y="4660"/>
                      <a:pt x="22799" y="4779"/>
                    </a:cubicBezTo>
                    <a:cubicBezTo>
                      <a:pt x="22824" y="4806"/>
                      <a:pt x="22861" y="4820"/>
                      <a:pt x="22898" y="4820"/>
                    </a:cubicBezTo>
                    <a:cubicBezTo>
                      <a:pt x="22959" y="4820"/>
                      <a:pt x="23020" y="4783"/>
                      <a:pt x="23030" y="4716"/>
                    </a:cubicBezTo>
                    <a:cubicBezTo>
                      <a:pt x="23296" y="3389"/>
                      <a:pt x="23561" y="2068"/>
                      <a:pt x="23826" y="741"/>
                    </a:cubicBezTo>
                    <a:cubicBezTo>
                      <a:pt x="23848" y="625"/>
                      <a:pt x="23871" y="509"/>
                      <a:pt x="23893" y="393"/>
                    </a:cubicBezTo>
                    <a:lnTo>
                      <a:pt x="23893" y="393"/>
                    </a:lnTo>
                    <a:cubicBezTo>
                      <a:pt x="24567" y="943"/>
                      <a:pt x="25292" y="1438"/>
                      <a:pt x="26018" y="1904"/>
                    </a:cubicBezTo>
                    <a:cubicBezTo>
                      <a:pt x="26831" y="2429"/>
                      <a:pt x="27667" y="2909"/>
                      <a:pt x="28531" y="3339"/>
                    </a:cubicBezTo>
                    <a:cubicBezTo>
                      <a:pt x="29417" y="3779"/>
                      <a:pt x="30315" y="4186"/>
                      <a:pt x="31168" y="4694"/>
                    </a:cubicBezTo>
                    <a:cubicBezTo>
                      <a:pt x="33393" y="6021"/>
                      <a:pt x="35426" y="7834"/>
                      <a:pt x="36669" y="10132"/>
                    </a:cubicBezTo>
                    <a:cubicBezTo>
                      <a:pt x="36883" y="10521"/>
                      <a:pt x="37080" y="10910"/>
                      <a:pt x="37198" y="11332"/>
                    </a:cubicBezTo>
                    <a:lnTo>
                      <a:pt x="37198" y="11332"/>
                    </a:lnTo>
                    <a:cubicBezTo>
                      <a:pt x="37199" y="11333"/>
                      <a:pt x="37199" y="11334"/>
                      <a:pt x="37199" y="11335"/>
                    </a:cubicBezTo>
                    <a:cubicBezTo>
                      <a:pt x="37199" y="11335"/>
                      <a:pt x="37199" y="11335"/>
                      <a:pt x="37199" y="11335"/>
                    </a:cubicBezTo>
                    <a:lnTo>
                      <a:pt x="37199" y="11335"/>
                    </a:lnTo>
                    <a:cubicBezTo>
                      <a:pt x="37200" y="11336"/>
                      <a:pt x="37200" y="11337"/>
                      <a:pt x="37200" y="11337"/>
                    </a:cubicBezTo>
                    <a:lnTo>
                      <a:pt x="37200" y="11337"/>
                    </a:lnTo>
                    <a:cubicBezTo>
                      <a:pt x="37482" y="12285"/>
                      <a:pt x="37696" y="13256"/>
                      <a:pt x="37911" y="14227"/>
                    </a:cubicBezTo>
                    <a:cubicBezTo>
                      <a:pt x="38470" y="16813"/>
                      <a:pt x="38894" y="19428"/>
                      <a:pt x="39199" y="22054"/>
                    </a:cubicBezTo>
                    <a:cubicBezTo>
                      <a:pt x="39430" y="24017"/>
                      <a:pt x="39597" y="25981"/>
                      <a:pt x="39700" y="27955"/>
                    </a:cubicBezTo>
                    <a:lnTo>
                      <a:pt x="296" y="27955"/>
                    </a:lnTo>
                    <a:cubicBezTo>
                      <a:pt x="479" y="24411"/>
                      <a:pt x="867" y="20878"/>
                      <a:pt x="1469" y="17389"/>
                    </a:cubicBezTo>
                    <a:cubicBezTo>
                      <a:pt x="1796" y="15514"/>
                      <a:pt x="2175" y="13639"/>
                      <a:pt x="2660" y="11804"/>
                    </a:cubicBezTo>
                    <a:cubicBezTo>
                      <a:pt x="2835" y="11160"/>
                      <a:pt x="3067" y="10590"/>
                      <a:pt x="3394" y="10008"/>
                    </a:cubicBezTo>
                    <a:cubicBezTo>
                      <a:pt x="4569" y="7907"/>
                      <a:pt x="6399" y="6213"/>
                      <a:pt x="8420" y="4937"/>
                    </a:cubicBezTo>
                    <a:cubicBezTo>
                      <a:pt x="9189" y="4457"/>
                      <a:pt x="9985" y="4033"/>
                      <a:pt x="10804" y="3655"/>
                    </a:cubicBezTo>
                    <a:cubicBezTo>
                      <a:pt x="11662" y="3259"/>
                      <a:pt x="12498" y="2813"/>
                      <a:pt x="13305" y="2322"/>
                    </a:cubicBezTo>
                    <a:cubicBezTo>
                      <a:pt x="14276" y="1740"/>
                      <a:pt x="15214" y="1098"/>
                      <a:pt x="16098" y="390"/>
                    </a:cubicBezTo>
                    <a:close/>
                    <a:moveTo>
                      <a:pt x="16191" y="1"/>
                    </a:moveTo>
                    <a:cubicBezTo>
                      <a:pt x="16112" y="1"/>
                      <a:pt x="16050" y="63"/>
                      <a:pt x="15994" y="114"/>
                    </a:cubicBezTo>
                    <a:cubicBezTo>
                      <a:pt x="15881" y="204"/>
                      <a:pt x="15762" y="295"/>
                      <a:pt x="15649" y="385"/>
                    </a:cubicBezTo>
                    <a:cubicBezTo>
                      <a:pt x="15180" y="746"/>
                      <a:pt x="14695" y="1091"/>
                      <a:pt x="14203" y="1418"/>
                    </a:cubicBezTo>
                    <a:cubicBezTo>
                      <a:pt x="13497" y="1893"/>
                      <a:pt x="12763" y="2333"/>
                      <a:pt x="12012" y="2734"/>
                    </a:cubicBezTo>
                    <a:cubicBezTo>
                      <a:pt x="11159" y="3197"/>
                      <a:pt x="10267" y="3570"/>
                      <a:pt x="9420" y="4033"/>
                    </a:cubicBezTo>
                    <a:cubicBezTo>
                      <a:pt x="7076" y="5298"/>
                      <a:pt x="4925" y="7049"/>
                      <a:pt x="3479" y="9308"/>
                    </a:cubicBezTo>
                    <a:cubicBezTo>
                      <a:pt x="3061" y="9968"/>
                      <a:pt x="2683" y="10674"/>
                      <a:pt x="2468" y="11437"/>
                    </a:cubicBezTo>
                    <a:cubicBezTo>
                      <a:pt x="2022" y="13041"/>
                      <a:pt x="1683" y="14678"/>
                      <a:pt x="1378" y="16316"/>
                    </a:cubicBezTo>
                    <a:cubicBezTo>
                      <a:pt x="746" y="19704"/>
                      <a:pt x="322" y="23132"/>
                      <a:pt x="96" y="26566"/>
                    </a:cubicBezTo>
                    <a:cubicBezTo>
                      <a:pt x="62" y="27074"/>
                      <a:pt x="29" y="27588"/>
                      <a:pt x="6" y="28096"/>
                    </a:cubicBezTo>
                    <a:cubicBezTo>
                      <a:pt x="0" y="28170"/>
                      <a:pt x="74" y="28238"/>
                      <a:pt x="147" y="28238"/>
                    </a:cubicBezTo>
                    <a:lnTo>
                      <a:pt x="39848" y="28238"/>
                    </a:lnTo>
                    <a:cubicBezTo>
                      <a:pt x="39921" y="28238"/>
                      <a:pt x="39989" y="28170"/>
                      <a:pt x="39989" y="28096"/>
                    </a:cubicBezTo>
                    <a:cubicBezTo>
                      <a:pt x="39820" y="24731"/>
                      <a:pt x="39464" y="21376"/>
                      <a:pt x="38922" y="18050"/>
                    </a:cubicBezTo>
                    <a:cubicBezTo>
                      <a:pt x="38600" y="16096"/>
                      <a:pt x="38216" y="14142"/>
                      <a:pt x="37730" y="12216"/>
                    </a:cubicBezTo>
                    <a:cubicBezTo>
                      <a:pt x="37651" y="11900"/>
                      <a:pt x="37566" y="11578"/>
                      <a:pt x="37470" y="11262"/>
                    </a:cubicBezTo>
                    <a:cubicBezTo>
                      <a:pt x="37369" y="10900"/>
                      <a:pt x="37205" y="10550"/>
                      <a:pt x="37036" y="10223"/>
                    </a:cubicBezTo>
                    <a:cubicBezTo>
                      <a:pt x="36589" y="9347"/>
                      <a:pt x="36019" y="8540"/>
                      <a:pt x="35381" y="7800"/>
                    </a:cubicBezTo>
                    <a:cubicBezTo>
                      <a:pt x="34387" y="6654"/>
                      <a:pt x="33212" y="5671"/>
                      <a:pt x="31947" y="4841"/>
                    </a:cubicBezTo>
                    <a:cubicBezTo>
                      <a:pt x="31112" y="4299"/>
                      <a:pt x="30236" y="3830"/>
                      <a:pt x="29333" y="3412"/>
                    </a:cubicBezTo>
                    <a:cubicBezTo>
                      <a:pt x="28412" y="2983"/>
                      <a:pt x="27514" y="2497"/>
                      <a:pt x="26644" y="1966"/>
                    </a:cubicBezTo>
                    <a:cubicBezTo>
                      <a:pt x="25933" y="1531"/>
                      <a:pt x="25244" y="1063"/>
                      <a:pt x="24578" y="566"/>
                    </a:cubicBezTo>
                    <a:cubicBezTo>
                      <a:pt x="24402" y="430"/>
                      <a:pt x="24227" y="295"/>
                      <a:pt x="24052" y="159"/>
                    </a:cubicBezTo>
                    <a:cubicBezTo>
                      <a:pt x="23985" y="103"/>
                      <a:pt x="23894" y="1"/>
                      <a:pt x="23798" y="1"/>
                    </a:cubicBezTo>
                    <a:cubicBezTo>
                      <a:pt x="23742" y="1"/>
                      <a:pt x="23674" y="46"/>
                      <a:pt x="23663" y="103"/>
                    </a:cubicBezTo>
                    <a:cubicBezTo>
                      <a:pt x="23403" y="1430"/>
                      <a:pt x="23137" y="2757"/>
                      <a:pt x="22872" y="4078"/>
                    </a:cubicBezTo>
                    <a:cubicBezTo>
                      <a:pt x="22850" y="4182"/>
                      <a:pt x="22830" y="4288"/>
                      <a:pt x="22809" y="4394"/>
                    </a:cubicBezTo>
                    <a:lnTo>
                      <a:pt x="22809" y="4394"/>
                    </a:lnTo>
                    <a:cubicBezTo>
                      <a:pt x="22024" y="3610"/>
                      <a:pt x="21240" y="2830"/>
                      <a:pt x="20455" y="2045"/>
                    </a:cubicBezTo>
                    <a:cubicBezTo>
                      <a:pt x="20336" y="1927"/>
                      <a:pt x="20218" y="1808"/>
                      <a:pt x="20094" y="1690"/>
                    </a:cubicBezTo>
                    <a:cubicBezTo>
                      <a:pt x="20068" y="1661"/>
                      <a:pt x="20033" y="1647"/>
                      <a:pt x="19997" y="1647"/>
                    </a:cubicBezTo>
                    <a:cubicBezTo>
                      <a:pt x="19961" y="1647"/>
                      <a:pt x="19924" y="1661"/>
                      <a:pt x="19896" y="1690"/>
                    </a:cubicBezTo>
                    <a:cubicBezTo>
                      <a:pt x="19049" y="2531"/>
                      <a:pt x="18202" y="3378"/>
                      <a:pt x="17355" y="4225"/>
                    </a:cubicBezTo>
                    <a:cubicBezTo>
                      <a:pt x="17298" y="4281"/>
                      <a:pt x="17242" y="4338"/>
                      <a:pt x="17186" y="4394"/>
                    </a:cubicBezTo>
                    <a:lnTo>
                      <a:pt x="17186" y="4394"/>
                    </a:lnTo>
                    <a:lnTo>
                      <a:pt x="16440" y="667"/>
                    </a:lnTo>
                    <a:cubicBezTo>
                      <a:pt x="16406" y="481"/>
                      <a:pt x="16366" y="289"/>
                      <a:pt x="16327" y="103"/>
                    </a:cubicBezTo>
                    <a:cubicBezTo>
                      <a:pt x="16315" y="46"/>
                      <a:pt x="16253" y="1"/>
                      <a:pt x="16191"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2" name="Google Shape;442;p19"/>
              <p:cNvSpPr/>
              <p:nvPr/>
            </p:nvSpPr>
            <p:spPr>
              <a:xfrm>
                <a:off x="4645925" y="1903625"/>
                <a:ext cx="198325" cy="122200"/>
              </a:xfrm>
              <a:custGeom>
                <a:avLst/>
                <a:gdLst/>
                <a:ahLst/>
                <a:cxnLst/>
                <a:rect l="l" t="t" r="r" b="b"/>
                <a:pathLst>
                  <a:path w="7933" h="4888" extrusionOk="0">
                    <a:moveTo>
                      <a:pt x="7609" y="284"/>
                    </a:moveTo>
                    <a:lnTo>
                      <a:pt x="7340" y="1639"/>
                    </a:lnTo>
                    <a:cubicBezTo>
                      <a:pt x="7170" y="2469"/>
                      <a:pt x="7006" y="3299"/>
                      <a:pt x="6843" y="4129"/>
                    </a:cubicBezTo>
                    <a:cubicBezTo>
                      <a:pt x="6820" y="4239"/>
                      <a:pt x="6797" y="4351"/>
                      <a:pt x="6775" y="4462"/>
                    </a:cubicBezTo>
                    <a:lnTo>
                      <a:pt x="6775" y="4462"/>
                    </a:lnTo>
                    <a:cubicBezTo>
                      <a:pt x="6509" y="4197"/>
                      <a:pt x="6244" y="3932"/>
                      <a:pt x="5979" y="3666"/>
                    </a:cubicBezTo>
                    <a:cubicBezTo>
                      <a:pt x="5459" y="3152"/>
                      <a:pt x="4940" y="2633"/>
                      <a:pt x="4420" y="2113"/>
                    </a:cubicBezTo>
                    <a:cubicBezTo>
                      <a:pt x="4301" y="1995"/>
                      <a:pt x="4183" y="1876"/>
                      <a:pt x="4059" y="1758"/>
                    </a:cubicBezTo>
                    <a:cubicBezTo>
                      <a:pt x="4033" y="1729"/>
                      <a:pt x="3998" y="1715"/>
                      <a:pt x="3962" y="1715"/>
                    </a:cubicBezTo>
                    <a:cubicBezTo>
                      <a:pt x="3926" y="1715"/>
                      <a:pt x="3889" y="1729"/>
                      <a:pt x="3861" y="1758"/>
                    </a:cubicBezTo>
                    <a:cubicBezTo>
                      <a:pt x="3533" y="2085"/>
                      <a:pt x="3206" y="2407"/>
                      <a:pt x="2878" y="2735"/>
                    </a:cubicBezTo>
                    <a:cubicBezTo>
                      <a:pt x="2359" y="3254"/>
                      <a:pt x="1839" y="3774"/>
                      <a:pt x="1325" y="4288"/>
                    </a:cubicBezTo>
                    <a:cubicBezTo>
                      <a:pt x="1266" y="4344"/>
                      <a:pt x="1208" y="4402"/>
                      <a:pt x="1150" y="4460"/>
                    </a:cubicBezTo>
                    <a:lnTo>
                      <a:pt x="1150" y="4460"/>
                    </a:lnTo>
                    <a:cubicBezTo>
                      <a:pt x="1061" y="4019"/>
                      <a:pt x="975" y="3577"/>
                      <a:pt x="885" y="3135"/>
                    </a:cubicBezTo>
                    <a:cubicBezTo>
                      <a:pt x="721" y="2317"/>
                      <a:pt x="557" y="1492"/>
                      <a:pt x="393" y="673"/>
                    </a:cubicBezTo>
                    <a:cubicBezTo>
                      <a:pt x="366" y="542"/>
                      <a:pt x="342" y="413"/>
                      <a:pt x="317" y="284"/>
                    </a:cubicBezTo>
                    <a:close/>
                    <a:moveTo>
                      <a:pt x="160" y="0"/>
                    </a:moveTo>
                    <a:cubicBezTo>
                      <a:pt x="154" y="0"/>
                      <a:pt x="148" y="1"/>
                      <a:pt x="143" y="1"/>
                    </a:cubicBezTo>
                    <a:lnTo>
                      <a:pt x="143" y="1"/>
                    </a:lnTo>
                    <a:cubicBezTo>
                      <a:pt x="84" y="2"/>
                      <a:pt x="44" y="33"/>
                      <a:pt x="24" y="74"/>
                    </a:cubicBezTo>
                    <a:lnTo>
                      <a:pt x="24" y="74"/>
                    </a:lnTo>
                    <a:cubicBezTo>
                      <a:pt x="8" y="102"/>
                      <a:pt x="0" y="137"/>
                      <a:pt x="9" y="176"/>
                    </a:cubicBezTo>
                    <a:cubicBezTo>
                      <a:pt x="111" y="690"/>
                      <a:pt x="213" y="1198"/>
                      <a:pt x="314" y="1712"/>
                    </a:cubicBezTo>
                    <a:lnTo>
                      <a:pt x="811" y="4203"/>
                    </a:lnTo>
                    <a:cubicBezTo>
                      <a:pt x="851" y="4400"/>
                      <a:pt x="890" y="4592"/>
                      <a:pt x="924" y="4784"/>
                    </a:cubicBezTo>
                    <a:cubicBezTo>
                      <a:pt x="938" y="4851"/>
                      <a:pt x="1001" y="4888"/>
                      <a:pt x="1062" y="4888"/>
                    </a:cubicBezTo>
                    <a:cubicBezTo>
                      <a:pt x="1099" y="4888"/>
                      <a:pt x="1136" y="4874"/>
                      <a:pt x="1161" y="4847"/>
                    </a:cubicBezTo>
                    <a:cubicBezTo>
                      <a:pt x="1489" y="4519"/>
                      <a:pt x="1817" y="4192"/>
                      <a:pt x="2144" y="3870"/>
                    </a:cubicBezTo>
                    <a:cubicBezTo>
                      <a:pt x="2664" y="3350"/>
                      <a:pt x="3183" y="2831"/>
                      <a:pt x="3703" y="2317"/>
                    </a:cubicBezTo>
                    <a:lnTo>
                      <a:pt x="3961" y="2055"/>
                    </a:lnTo>
                    <a:lnTo>
                      <a:pt x="3961" y="2055"/>
                    </a:lnTo>
                    <a:cubicBezTo>
                      <a:pt x="4255" y="2349"/>
                      <a:pt x="4549" y="2643"/>
                      <a:pt x="4844" y="2938"/>
                    </a:cubicBezTo>
                    <a:cubicBezTo>
                      <a:pt x="5363" y="3452"/>
                      <a:pt x="5883" y="3971"/>
                      <a:pt x="6402" y="4491"/>
                    </a:cubicBezTo>
                    <a:cubicBezTo>
                      <a:pt x="6521" y="4609"/>
                      <a:pt x="6639" y="4728"/>
                      <a:pt x="6764" y="4847"/>
                    </a:cubicBezTo>
                    <a:cubicBezTo>
                      <a:pt x="6789" y="4874"/>
                      <a:pt x="6826" y="4888"/>
                      <a:pt x="6863" y="4888"/>
                    </a:cubicBezTo>
                    <a:cubicBezTo>
                      <a:pt x="6924" y="4888"/>
                      <a:pt x="6985" y="4851"/>
                      <a:pt x="6995" y="4784"/>
                    </a:cubicBezTo>
                    <a:cubicBezTo>
                      <a:pt x="7102" y="4259"/>
                      <a:pt x="7204" y="3734"/>
                      <a:pt x="7311" y="3209"/>
                    </a:cubicBezTo>
                    <a:cubicBezTo>
                      <a:pt x="7475" y="2390"/>
                      <a:pt x="7639" y="1571"/>
                      <a:pt x="7803" y="747"/>
                    </a:cubicBezTo>
                    <a:cubicBezTo>
                      <a:pt x="7842" y="560"/>
                      <a:pt x="7876" y="368"/>
                      <a:pt x="7916" y="176"/>
                    </a:cubicBezTo>
                    <a:cubicBezTo>
                      <a:pt x="7933" y="86"/>
                      <a:pt x="7876" y="1"/>
                      <a:pt x="7780" y="1"/>
                    </a:cubicBezTo>
                    <a:lnTo>
                      <a:pt x="177" y="1"/>
                    </a:lnTo>
                    <a:cubicBezTo>
                      <a:pt x="171" y="1"/>
                      <a:pt x="166" y="0"/>
                      <a:pt x="160"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443" name="Google Shape;443;p19"/>
          <p:cNvGrpSpPr/>
          <p:nvPr/>
        </p:nvGrpSpPr>
        <p:grpSpPr>
          <a:xfrm>
            <a:off x="-26975" y="-12925"/>
            <a:ext cx="9197950" cy="5169325"/>
            <a:chOff x="-50" y="-12925"/>
            <a:chExt cx="9144000" cy="5169325"/>
          </a:xfrm>
        </p:grpSpPr>
        <p:sp>
          <p:nvSpPr>
            <p:cNvPr id="444" name="Google Shape;444;p19"/>
            <p:cNvSpPr/>
            <p:nvPr/>
          </p:nvSpPr>
          <p:spPr>
            <a:xfrm>
              <a:off x="-50" y="4832400"/>
              <a:ext cx="9144000" cy="324000"/>
            </a:xfrm>
            <a:prstGeom prst="rect">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2"/>
                </a:solidFill>
              </a:endParaRPr>
            </a:p>
          </p:txBody>
        </p:sp>
        <p:sp>
          <p:nvSpPr>
            <p:cNvPr id="445" name="Google Shape;445;p19"/>
            <p:cNvSpPr/>
            <p:nvPr/>
          </p:nvSpPr>
          <p:spPr>
            <a:xfrm>
              <a:off x="-50" y="-12925"/>
              <a:ext cx="9144000" cy="324000"/>
            </a:xfrm>
            <a:prstGeom prst="rect">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2"/>
                </a:solidFill>
              </a:endParaRPr>
            </a:p>
          </p:txBody>
        </p:sp>
      </p:grpSp>
      <p:sp>
        <p:nvSpPr>
          <p:cNvPr id="446" name="Google Shape;446;p19"/>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3000"/>
              <a:buNone/>
              <a:defRPr/>
            </a:lvl1pPr>
            <a:lvl2pPr lvl="1" rtl="0">
              <a:spcBef>
                <a:spcPts val="0"/>
              </a:spcBef>
              <a:spcAft>
                <a:spcPts val="0"/>
              </a:spcAft>
              <a:buSzPts val="3300"/>
              <a:buNone/>
              <a:defRPr/>
            </a:lvl2pPr>
            <a:lvl3pPr lvl="2" rtl="0">
              <a:spcBef>
                <a:spcPts val="0"/>
              </a:spcBef>
              <a:spcAft>
                <a:spcPts val="0"/>
              </a:spcAft>
              <a:buSzPts val="3300"/>
              <a:buNone/>
              <a:defRPr/>
            </a:lvl3pPr>
            <a:lvl4pPr lvl="3" rtl="0">
              <a:spcBef>
                <a:spcPts val="0"/>
              </a:spcBef>
              <a:spcAft>
                <a:spcPts val="0"/>
              </a:spcAft>
              <a:buSzPts val="3300"/>
              <a:buNone/>
              <a:defRPr/>
            </a:lvl4pPr>
            <a:lvl5pPr lvl="4" rtl="0">
              <a:spcBef>
                <a:spcPts val="0"/>
              </a:spcBef>
              <a:spcAft>
                <a:spcPts val="0"/>
              </a:spcAft>
              <a:buSzPts val="3300"/>
              <a:buNone/>
              <a:defRPr/>
            </a:lvl5pPr>
            <a:lvl6pPr lvl="5" rtl="0">
              <a:spcBef>
                <a:spcPts val="0"/>
              </a:spcBef>
              <a:spcAft>
                <a:spcPts val="0"/>
              </a:spcAft>
              <a:buSzPts val="3300"/>
              <a:buNone/>
              <a:defRPr/>
            </a:lvl6pPr>
            <a:lvl7pPr lvl="6" rtl="0">
              <a:spcBef>
                <a:spcPts val="0"/>
              </a:spcBef>
              <a:spcAft>
                <a:spcPts val="0"/>
              </a:spcAft>
              <a:buSzPts val="3300"/>
              <a:buNone/>
              <a:defRPr/>
            </a:lvl7pPr>
            <a:lvl8pPr lvl="7" rtl="0">
              <a:spcBef>
                <a:spcPts val="0"/>
              </a:spcBef>
              <a:spcAft>
                <a:spcPts val="0"/>
              </a:spcAft>
              <a:buSzPts val="3300"/>
              <a:buNone/>
              <a:defRPr/>
            </a:lvl8pPr>
            <a:lvl9pPr lvl="8" rtl="0">
              <a:spcBef>
                <a:spcPts val="0"/>
              </a:spcBef>
              <a:spcAft>
                <a:spcPts val="0"/>
              </a:spcAft>
              <a:buSzPts val="3300"/>
              <a:buNone/>
              <a:defRPr/>
            </a:lvl9pPr>
          </a:lstStyle>
          <a:p>
            <a:endParaRPr/>
          </a:p>
        </p:txBody>
      </p:sp>
      <p:sp>
        <p:nvSpPr>
          <p:cNvPr id="447" name="Google Shape;447;p19"/>
          <p:cNvSpPr txBox="1">
            <a:spLocks noGrp="1"/>
          </p:cNvSpPr>
          <p:nvPr>
            <p:ph type="subTitle" idx="1"/>
          </p:nvPr>
        </p:nvSpPr>
        <p:spPr>
          <a:xfrm>
            <a:off x="4702006" y="1667625"/>
            <a:ext cx="3254100" cy="2420100"/>
          </a:xfrm>
          <a:prstGeom prst="rect">
            <a:avLst/>
          </a:prstGeom>
        </p:spPr>
        <p:txBody>
          <a:bodyPr spcFirstLastPara="1" wrap="square" lIns="91425" tIns="91425" rIns="91425" bIns="91425" anchor="ctr" anchorCtr="0">
            <a:noAutofit/>
          </a:bodyPr>
          <a:lstStyle>
            <a:lvl1pPr lvl="0" rtl="0">
              <a:spcBef>
                <a:spcPts val="0"/>
              </a:spcBef>
              <a:spcAft>
                <a:spcPts val="0"/>
              </a:spcAft>
              <a:buSzPts val="1400"/>
              <a:buNone/>
              <a:defRPr b="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448" name="Google Shape;448;p19"/>
          <p:cNvSpPr txBox="1">
            <a:spLocks noGrp="1"/>
          </p:cNvSpPr>
          <p:nvPr>
            <p:ph type="subTitle" idx="2"/>
          </p:nvPr>
        </p:nvSpPr>
        <p:spPr>
          <a:xfrm>
            <a:off x="1187800" y="1667625"/>
            <a:ext cx="3254100" cy="2420100"/>
          </a:xfrm>
          <a:prstGeom prst="rect">
            <a:avLst/>
          </a:prstGeom>
        </p:spPr>
        <p:txBody>
          <a:bodyPr spcFirstLastPara="1" wrap="square" lIns="91425" tIns="91425" rIns="91425" bIns="91425" anchor="ctr" anchorCtr="0">
            <a:noAutofit/>
          </a:bodyPr>
          <a:lstStyle>
            <a:lvl1pPr lvl="0" rtl="0">
              <a:spcBef>
                <a:spcPts val="0"/>
              </a:spcBef>
              <a:spcAft>
                <a:spcPts val="0"/>
              </a:spcAft>
              <a:buSzPts val="1400"/>
              <a:buNone/>
              <a:defRPr b="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Numbers and text">
  <p:cSld name="CUSTOM_8">
    <p:spTree>
      <p:nvGrpSpPr>
        <p:cNvPr id="1" name="Shape 555"/>
        <p:cNvGrpSpPr/>
        <p:nvPr/>
      </p:nvGrpSpPr>
      <p:grpSpPr>
        <a:xfrm>
          <a:off x="0" y="0"/>
          <a:ext cx="0" cy="0"/>
          <a:chOff x="0" y="0"/>
          <a:chExt cx="0" cy="0"/>
        </a:xfrm>
      </p:grpSpPr>
      <p:sp>
        <p:nvSpPr>
          <p:cNvPr id="556" name="Google Shape;556;p24"/>
          <p:cNvSpPr txBox="1">
            <a:spLocks noGrp="1"/>
          </p:cNvSpPr>
          <p:nvPr>
            <p:ph type="title" hasCustomPrompt="1"/>
          </p:nvPr>
        </p:nvSpPr>
        <p:spPr>
          <a:xfrm>
            <a:off x="713225" y="726963"/>
            <a:ext cx="3720900" cy="768900"/>
          </a:xfrm>
          <a:prstGeom prst="rect">
            <a:avLst/>
          </a:prstGeom>
          <a:noFill/>
        </p:spPr>
        <p:txBody>
          <a:bodyPr spcFirstLastPara="1" wrap="square" lIns="91425" tIns="91425" rIns="91425" bIns="91425" anchor="b" anchorCtr="0">
            <a:noAutofit/>
          </a:bodyPr>
          <a:lstStyle>
            <a:lvl1pPr lvl="0" algn="ctr" rtl="0">
              <a:spcBef>
                <a:spcPts val="0"/>
              </a:spcBef>
              <a:spcAft>
                <a:spcPts val="0"/>
              </a:spcAft>
              <a:buClr>
                <a:schemeClr val="lt1"/>
              </a:buClr>
              <a:buSzPts val="6000"/>
              <a:buNone/>
              <a:defRPr sz="4500"/>
            </a:lvl1pPr>
            <a:lvl2pPr lvl="1" algn="ctr" rtl="0">
              <a:spcBef>
                <a:spcPts val="0"/>
              </a:spcBef>
              <a:spcAft>
                <a:spcPts val="0"/>
              </a:spcAft>
              <a:buClr>
                <a:schemeClr val="lt1"/>
              </a:buClr>
              <a:buSzPts val="6000"/>
              <a:buNone/>
              <a:defRPr sz="6000">
                <a:solidFill>
                  <a:schemeClr val="lt1"/>
                </a:solidFill>
              </a:defRPr>
            </a:lvl2pPr>
            <a:lvl3pPr lvl="2" algn="ctr" rtl="0">
              <a:spcBef>
                <a:spcPts val="0"/>
              </a:spcBef>
              <a:spcAft>
                <a:spcPts val="0"/>
              </a:spcAft>
              <a:buClr>
                <a:schemeClr val="lt1"/>
              </a:buClr>
              <a:buSzPts val="6000"/>
              <a:buNone/>
              <a:defRPr sz="6000">
                <a:solidFill>
                  <a:schemeClr val="lt1"/>
                </a:solidFill>
              </a:defRPr>
            </a:lvl3pPr>
            <a:lvl4pPr lvl="3" algn="ctr" rtl="0">
              <a:spcBef>
                <a:spcPts val="0"/>
              </a:spcBef>
              <a:spcAft>
                <a:spcPts val="0"/>
              </a:spcAft>
              <a:buClr>
                <a:schemeClr val="lt1"/>
              </a:buClr>
              <a:buSzPts val="6000"/>
              <a:buNone/>
              <a:defRPr sz="6000">
                <a:solidFill>
                  <a:schemeClr val="lt1"/>
                </a:solidFill>
              </a:defRPr>
            </a:lvl4pPr>
            <a:lvl5pPr lvl="4" algn="ctr" rtl="0">
              <a:spcBef>
                <a:spcPts val="0"/>
              </a:spcBef>
              <a:spcAft>
                <a:spcPts val="0"/>
              </a:spcAft>
              <a:buClr>
                <a:schemeClr val="lt1"/>
              </a:buClr>
              <a:buSzPts val="6000"/>
              <a:buNone/>
              <a:defRPr sz="6000">
                <a:solidFill>
                  <a:schemeClr val="lt1"/>
                </a:solidFill>
              </a:defRPr>
            </a:lvl5pPr>
            <a:lvl6pPr lvl="5" algn="ctr" rtl="0">
              <a:spcBef>
                <a:spcPts val="0"/>
              </a:spcBef>
              <a:spcAft>
                <a:spcPts val="0"/>
              </a:spcAft>
              <a:buClr>
                <a:schemeClr val="lt1"/>
              </a:buClr>
              <a:buSzPts val="6000"/>
              <a:buNone/>
              <a:defRPr sz="6000">
                <a:solidFill>
                  <a:schemeClr val="lt1"/>
                </a:solidFill>
              </a:defRPr>
            </a:lvl6pPr>
            <a:lvl7pPr lvl="6" algn="ctr" rtl="0">
              <a:spcBef>
                <a:spcPts val="0"/>
              </a:spcBef>
              <a:spcAft>
                <a:spcPts val="0"/>
              </a:spcAft>
              <a:buClr>
                <a:schemeClr val="lt1"/>
              </a:buClr>
              <a:buSzPts val="6000"/>
              <a:buNone/>
              <a:defRPr sz="6000">
                <a:solidFill>
                  <a:schemeClr val="lt1"/>
                </a:solidFill>
              </a:defRPr>
            </a:lvl7pPr>
            <a:lvl8pPr lvl="7" algn="ctr" rtl="0">
              <a:spcBef>
                <a:spcPts val="0"/>
              </a:spcBef>
              <a:spcAft>
                <a:spcPts val="0"/>
              </a:spcAft>
              <a:buClr>
                <a:schemeClr val="lt1"/>
              </a:buClr>
              <a:buSzPts val="6000"/>
              <a:buNone/>
              <a:defRPr sz="6000">
                <a:solidFill>
                  <a:schemeClr val="lt1"/>
                </a:solidFill>
              </a:defRPr>
            </a:lvl8pPr>
            <a:lvl9pPr lvl="8" algn="ctr" rtl="0">
              <a:spcBef>
                <a:spcPts val="0"/>
              </a:spcBef>
              <a:spcAft>
                <a:spcPts val="0"/>
              </a:spcAft>
              <a:buClr>
                <a:schemeClr val="lt1"/>
              </a:buClr>
              <a:buSzPts val="6000"/>
              <a:buNone/>
              <a:defRPr sz="6000">
                <a:solidFill>
                  <a:schemeClr val="lt1"/>
                </a:solidFill>
              </a:defRPr>
            </a:lvl9pPr>
          </a:lstStyle>
          <a:p>
            <a:r>
              <a:t>xx%</a:t>
            </a:r>
          </a:p>
        </p:txBody>
      </p:sp>
      <p:sp>
        <p:nvSpPr>
          <p:cNvPr id="557" name="Google Shape;557;p24"/>
          <p:cNvSpPr txBox="1">
            <a:spLocks noGrp="1"/>
          </p:cNvSpPr>
          <p:nvPr>
            <p:ph type="subTitle" idx="1"/>
          </p:nvPr>
        </p:nvSpPr>
        <p:spPr>
          <a:xfrm>
            <a:off x="713225" y="1415887"/>
            <a:ext cx="3720900" cy="416100"/>
          </a:xfrm>
          <a:prstGeom prst="rect">
            <a:avLst/>
          </a:prstGeom>
        </p:spPr>
        <p:txBody>
          <a:bodyPr spcFirstLastPara="1" wrap="square" lIns="91425" tIns="91425" rIns="91425" bIns="91425" anchor="t" anchorCtr="0">
            <a:noAutofit/>
          </a:bodyPr>
          <a:lstStyle>
            <a:lvl1pPr lvl="0" algn="ctr" rtl="0">
              <a:spcBef>
                <a:spcPts val="0"/>
              </a:spcBef>
              <a:spcAft>
                <a:spcPts val="0"/>
              </a:spcAft>
              <a:buClr>
                <a:schemeClr val="dk1"/>
              </a:buClr>
              <a:buSzPts val="2400"/>
              <a:buFont typeface="PT Sans"/>
              <a:buNone/>
              <a:defRPr sz="1600">
                <a:solidFill>
                  <a:schemeClr val="dk1"/>
                </a:solidFill>
              </a:defRPr>
            </a:lvl1pPr>
            <a:lvl2pPr lvl="1" algn="ctr" rtl="0">
              <a:lnSpc>
                <a:spcPct val="100000"/>
              </a:lnSpc>
              <a:spcBef>
                <a:spcPts val="0"/>
              </a:spcBef>
              <a:spcAft>
                <a:spcPts val="0"/>
              </a:spcAft>
              <a:buClr>
                <a:schemeClr val="dk1"/>
              </a:buClr>
              <a:buSzPts val="2100"/>
              <a:buNone/>
              <a:defRPr sz="2100">
                <a:solidFill>
                  <a:schemeClr val="dk1"/>
                </a:solidFill>
              </a:defRPr>
            </a:lvl2pPr>
            <a:lvl3pPr lvl="2" algn="ctr" rtl="0">
              <a:lnSpc>
                <a:spcPct val="100000"/>
              </a:lnSpc>
              <a:spcBef>
                <a:spcPts val="0"/>
              </a:spcBef>
              <a:spcAft>
                <a:spcPts val="0"/>
              </a:spcAft>
              <a:buClr>
                <a:schemeClr val="dk1"/>
              </a:buClr>
              <a:buSzPts val="2100"/>
              <a:buNone/>
              <a:defRPr sz="2100">
                <a:solidFill>
                  <a:schemeClr val="dk1"/>
                </a:solidFill>
              </a:defRPr>
            </a:lvl3pPr>
            <a:lvl4pPr lvl="3" algn="ctr" rtl="0">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4pPr>
            <a:lvl5pPr lvl="4" algn="ctr" rtl="0">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5pPr>
            <a:lvl6pPr lvl="5" algn="ctr" rtl="0">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6pPr>
            <a:lvl7pPr lvl="6" algn="ctr" rtl="0">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7pPr>
            <a:lvl8pPr lvl="7" algn="ctr" rtl="0">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8pPr>
            <a:lvl9pPr lvl="8" algn="ctr" rtl="0">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9pPr>
          </a:lstStyle>
          <a:p>
            <a:endParaRPr/>
          </a:p>
        </p:txBody>
      </p:sp>
      <p:sp>
        <p:nvSpPr>
          <p:cNvPr id="558" name="Google Shape;558;p24"/>
          <p:cNvSpPr txBox="1">
            <a:spLocks noGrp="1"/>
          </p:cNvSpPr>
          <p:nvPr>
            <p:ph type="title" idx="2" hasCustomPrompt="1"/>
          </p:nvPr>
        </p:nvSpPr>
        <p:spPr>
          <a:xfrm>
            <a:off x="4709742" y="726965"/>
            <a:ext cx="3720900" cy="768900"/>
          </a:xfrm>
          <a:prstGeom prst="rect">
            <a:avLst/>
          </a:prstGeom>
          <a:noFill/>
        </p:spPr>
        <p:txBody>
          <a:bodyPr spcFirstLastPara="1" wrap="square" lIns="91425" tIns="91425" rIns="91425" bIns="91425" anchor="b" anchorCtr="0">
            <a:noAutofit/>
          </a:bodyPr>
          <a:lstStyle>
            <a:lvl1pPr lvl="0" algn="ctr" rtl="0">
              <a:spcBef>
                <a:spcPts val="0"/>
              </a:spcBef>
              <a:spcAft>
                <a:spcPts val="0"/>
              </a:spcAft>
              <a:buClr>
                <a:schemeClr val="lt1"/>
              </a:buClr>
              <a:buSzPts val="6000"/>
              <a:buNone/>
              <a:defRPr sz="4500"/>
            </a:lvl1pPr>
            <a:lvl2pPr lvl="1" algn="ctr" rtl="0">
              <a:spcBef>
                <a:spcPts val="0"/>
              </a:spcBef>
              <a:spcAft>
                <a:spcPts val="0"/>
              </a:spcAft>
              <a:buClr>
                <a:schemeClr val="lt1"/>
              </a:buClr>
              <a:buSzPts val="6000"/>
              <a:buNone/>
              <a:defRPr sz="6000">
                <a:solidFill>
                  <a:schemeClr val="lt1"/>
                </a:solidFill>
              </a:defRPr>
            </a:lvl2pPr>
            <a:lvl3pPr lvl="2" algn="ctr" rtl="0">
              <a:spcBef>
                <a:spcPts val="0"/>
              </a:spcBef>
              <a:spcAft>
                <a:spcPts val="0"/>
              </a:spcAft>
              <a:buClr>
                <a:schemeClr val="lt1"/>
              </a:buClr>
              <a:buSzPts val="6000"/>
              <a:buNone/>
              <a:defRPr sz="6000">
                <a:solidFill>
                  <a:schemeClr val="lt1"/>
                </a:solidFill>
              </a:defRPr>
            </a:lvl3pPr>
            <a:lvl4pPr lvl="3" algn="ctr" rtl="0">
              <a:spcBef>
                <a:spcPts val="0"/>
              </a:spcBef>
              <a:spcAft>
                <a:spcPts val="0"/>
              </a:spcAft>
              <a:buClr>
                <a:schemeClr val="lt1"/>
              </a:buClr>
              <a:buSzPts val="6000"/>
              <a:buNone/>
              <a:defRPr sz="6000">
                <a:solidFill>
                  <a:schemeClr val="lt1"/>
                </a:solidFill>
              </a:defRPr>
            </a:lvl4pPr>
            <a:lvl5pPr lvl="4" algn="ctr" rtl="0">
              <a:spcBef>
                <a:spcPts val="0"/>
              </a:spcBef>
              <a:spcAft>
                <a:spcPts val="0"/>
              </a:spcAft>
              <a:buClr>
                <a:schemeClr val="lt1"/>
              </a:buClr>
              <a:buSzPts val="6000"/>
              <a:buNone/>
              <a:defRPr sz="6000">
                <a:solidFill>
                  <a:schemeClr val="lt1"/>
                </a:solidFill>
              </a:defRPr>
            </a:lvl5pPr>
            <a:lvl6pPr lvl="5" algn="ctr" rtl="0">
              <a:spcBef>
                <a:spcPts val="0"/>
              </a:spcBef>
              <a:spcAft>
                <a:spcPts val="0"/>
              </a:spcAft>
              <a:buClr>
                <a:schemeClr val="lt1"/>
              </a:buClr>
              <a:buSzPts val="6000"/>
              <a:buNone/>
              <a:defRPr sz="6000">
                <a:solidFill>
                  <a:schemeClr val="lt1"/>
                </a:solidFill>
              </a:defRPr>
            </a:lvl6pPr>
            <a:lvl7pPr lvl="6" algn="ctr" rtl="0">
              <a:spcBef>
                <a:spcPts val="0"/>
              </a:spcBef>
              <a:spcAft>
                <a:spcPts val="0"/>
              </a:spcAft>
              <a:buClr>
                <a:schemeClr val="lt1"/>
              </a:buClr>
              <a:buSzPts val="6000"/>
              <a:buNone/>
              <a:defRPr sz="6000">
                <a:solidFill>
                  <a:schemeClr val="lt1"/>
                </a:solidFill>
              </a:defRPr>
            </a:lvl7pPr>
            <a:lvl8pPr lvl="7" algn="ctr" rtl="0">
              <a:spcBef>
                <a:spcPts val="0"/>
              </a:spcBef>
              <a:spcAft>
                <a:spcPts val="0"/>
              </a:spcAft>
              <a:buClr>
                <a:schemeClr val="lt1"/>
              </a:buClr>
              <a:buSzPts val="6000"/>
              <a:buNone/>
              <a:defRPr sz="6000">
                <a:solidFill>
                  <a:schemeClr val="lt1"/>
                </a:solidFill>
              </a:defRPr>
            </a:lvl8pPr>
            <a:lvl9pPr lvl="8" algn="ctr" rtl="0">
              <a:spcBef>
                <a:spcPts val="0"/>
              </a:spcBef>
              <a:spcAft>
                <a:spcPts val="0"/>
              </a:spcAft>
              <a:buClr>
                <a:schemeClr val="lt1"/>
              </a:buClr>
              <a:buSzPts val="6000"/>
              <a:buNone/>
              <a:defRPr sz="6000">
                <a:solidFill>
                  <a:schemeClr val="lt1"/>
                </a:solidFill>
              </a:defRPr>
            </a:lvl9pPr>
          </a:lstStyle>
          <a:p>
            <a:r>
              <a:t>xx%</a:t>
            </a:r>
          </a:p>
        </p:txBody>
      </p:sp>
      <p:sp>
        <p:nvSpPr>
          <p:cNvPr id="559" name="Google Shape;559;p24"/>
          <p:cNvSpPr txBox="1">
            <a:spLocks noGrp="1"/>
          </p:cNvSpPr>
          <p:nvPr>
            <p:ph type="subTitle" idx="3"/>
          </p:nvPr>
        </p:nvSpPr>
        <p:spPr>
          <a:xfrm>
            <a:off x="4709742" y="1415886"/>
            <a:ext cx="3720900" cy="416100"/>
          </a:xfrm>
          <a:prstGeom prst="rect">
            <a:avLst/>
          </a:prstGeom>
        </p:spPr>
        <p:txBody>
          <a:bodyPr spcFirstLastPara="1" wrap="square" lIns="91425" tIns="91425" rIns="91425" bIns="91425" anchor="t" anchorCtr="0">
            <a:noAutofit/>
          </a:bodyPr>
          <a:lstStyle>
            <a:lvl1pPr lvl="0" algn="ctr" rtl="0">
              <a:spcBef>
                <a:spcPts val="0"/>
              </a:spcBef>
              <a:spcAft>
                <a:spcPts val="0"/>
              </a:spcAft>
              <a:buClr>
                <a:schemeClr val="dk1"/>
              </a:buClr>
              <a:buSzPts val="2400"/>
              <a:buFont typeface="PT Sans"/>
              <a:buNone/>
              <a:defRPr sz="1600">
                <a:solidFill>
                  <a:schemeClr val="dk1"/>
                </a:solidFill>
              </a:defRPr>
            </a:lvl1pPr>
            <a:lvl2pPr lvl="1" algn="ctr" rtl="0">
              <a:lnSpc>
                <a:spcPct val="100000"/>
              </a:lnSpc>
              <a:spcBef>
                <a:spcPts val="0"/>
              </a:spcBef>
              <a:spcAft>
                <a:spcPts val="0"/>
              </a:spcAft>
              <a:buClr>
                <a:schemeClr val="dk1"/>
              </a:buClr>
              <a:buSzPts val="2100"/>
              <a:buNone/>
              <a:defRPr sz="2100">
                <a:solidFill>
                  <a:schemeClr val="dk1"/>
                </a:solidFill>
              </a:defRPr>
            </a:lvl2pPr>
            <a:lvl3pPr lvl="2" algn="ctr" rtl="0">
              <a:lnSpc>
                <a:spcPct val="100000"/>
              </a:lnSpc>
              <a:spcBef>
                <a:spcPts val="0"/>
              </a:spcBef>
              <a:spcAft>
                <a:spcPts val="0"/>
              </a:spcAft>
              <a:buClr>
                <a:schemeClr val="dk1"/>
              </a:buClr>
              <a:buSzPts val="2100"/>
              <a:buNone/>
              <a:defRPr sz="2100">
                <a:solidFill>
                  <a:schemeClr val="dk1"/>
                </a:solidFill>
              </a:defRPr>
            </a:lvl3pPr>
            <a:lvl4pPr lvl="3" algn="ctr" rtl="0">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4pPr>
            <a:lvl5pPr lvl="4" algn="ctr" rtl="0">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5pPr>
            <a:lvl6pPr lvl="5" algn="ctr" rtl="0">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6pPr>
            <a:lvl7pPr lvl="6" algn="ctr" rtl="0">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7pPr>
            <a:lvl8pPr lvl="7" algn="ctr" rtl="0">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8pPr>
            <a:lvl9pPr lvl="8" algn="ctr" rtl="0">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9pPr>
          </a:lstStyle>
          <a:p>
            <a:endParaRPr/>
          </a:p>
        </p:txBody>
      </p:sp>
      <p:sp>
        <p:nvSpPr>
          <p:cNvPr id="560" name="Google Shape;560;p24"/>
          <p:cNvSpPr/>
          <p:nvPr/>
        </p:nvSpPr>
        <p:spPr>
          <a:xfrm>
            <a:off x="-26975" y="4832400"/>
            <a:ext cx="9198000" cy="324000"/>
          </a:xfrm>
          <a:prstGeom prst="rect">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2"/>
              </a:solidFill>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Numbers and text 1">
  <p:cSld name="CUSTOM_8_1">
    <p:spTree>
      <p:nvGrpSpPr>
        <p:cNvPr id="1" name="Shape 561"/>
        <p:cNvGrpSpPr/>
        <p:nvPr/>
      </p:nvGrpSpPr>
      <p:grpSpPr>
        <a:xfrm>
          <a:off x="0" y="0"/>
          <a:ext cx="0" cy="0"/>
          <a:chOff x="0" y="0"/>
          <a:chExt cx="0" cy="0"/>
        </a:xfrm>
      </p:grpSpPr>
      <p:grpSp>
        <p:nvGrpSpPr>
          <p:cNvPr id="562" name="Google Shape;562;p25"/>
          <p:cNvGrpSpPr/>
          <p:nvPr/>
        </p:nvGrpSpPr>
        <p:grpSpPr>
          <a:xfrm>
            <a:off x="-26975" y="-12925"/>
            <a:ext cx="9197950" cy="5169325"/>
            <a:chOff x="-50" y="-12925"/>
            <a:chExt cx="9144000" cy="5169325"/>
          </a:xfrm>
        </p:grpSpPr>
        <p:sp>
          <p:nvSpPr>
            <p:cNvPr id="563" name="Google Shape;563;p25"/>
            <p:cNvSpPr/>
            <p:nvPr/>
          </p:nvSpPr>
          <p:spPr>
            <a:xfrm>
              <a:off x="-50" y="4832400"/>
              <a:ext cx="9144000" cy="324000"/>
            </a:xfrm>
            <a:prstGeom prst="rect">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2"/>
                </a:solidFill>
              </a:endParaRPr>
            </a:p>
          </p:txBody>
        </p:sp>
        <p:sp>
          <p:nvSpPr>
            <p:cNvPr id="564" name="Google Shape;564;p25"/>
            <p:cNvSpPr/>
            <p:nvPr/>
          </p:nvSpPr>
          <p:spPr>
            <a:xfrm>
              <a:off x="-50" y="-12925"/>
              <a:ext cx="9144000" cy="324000"/>
            </a:xfrm>
            <a:prstGeom prst="rect">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2"/>
                </a:solidFill>
              </a:endParaRPr>
            </a:p>
          </p:txBody>
        </p:sp>
      </p:grpSp>
      <p:sp>
        <p:nvSpPr>
          <p:cNvPr id="565" name="Google Shape;565;p25"/>
          <p:cNvSpPr txBox="1">
            <a:spLocks noGrp="1"/>
          </p:cNvSpPr>
          <p:nvPr>
            <p:ph type="title" hasCustomPrompt="1"/>
          </p:nvPr>
        </p:nvSpPr>
        <p:spPr>
          <a:xfrm>
            <a:off x="1518800" y="2663425"/>
            <a:ext cx="1398900" cy="406800"/>
          </a:xfrm>
          <a:prstGeom prst="rect">
            <a:avLst/>
          </a:prstGeom>
          <a:noFill/>
        </p:spPr>
        <p:txBody>
          <a:bodyPr spcFirstLastPara="1" wrap="square" lIns="91425" tIns="91425" rIns="91425" bIns="91425" anchor="ctr" anchorCtr="0">
            <a:noAutofit/>
          </a:bodyPr>
          <a:lstStyle>
            <a:lvl1pPr lvl="0" algn="ctr" rtl="0">
              <a:spcBef>
                <a:spcPts val="0"/>
              </a:spcBef>
              <a:spcAft>
                <a:spcPts val="0"/>
              </a:spcAft>
              <a:buClr>
                <a:schemeClr val="lt1"/>
              </a:buClr>
              <a:buSzPts val="6000"/>
              <a:buNone/>
              <a:defRPr sz="3000">
                <a:solidFill>
                  <a:schemeClr val="dk2"/>
                </a:solidFill>
              </a:defRPr>
            </a:lvl1pPr>
            <a:lvl2pPr lvl="1" algn="ctr" rtl="0">
              <a:spcBef>
                <a:spcPts val="0"/>
              </a:spcBef>
              <a:spcAft>
                <a:spcPts val="0"/>
              </a:spcAft>
              <a:buClr>
                <a:schemeClr val="lt1"/>
              </a:buClr>
              <a:buSzPts val="6000"/>
              <a:buNone/>
              <a:defRPr sz="6000">
                <a:solidFill>
                  <a:schemeClr val="lt1"/>
                </a:solidFill>
              </a:defRPr>
            </a:lvl2pPr>
            <a:lvl3pPr lvl="2" algn="ctr" rtl="0">
              <a:spcBef>
                <a:spcPts val="0"/>
              </a:spcBef>
              <a:spcAft>
                <a:spcPts val="0"/>
              </a:spcAft>
              <a:buClr>
                <a:schemeClr val="lt1"/>
              </a:buClr>
              <a:buSzPts val="6000"/>
              <a:buNone/>
              <a:defRPr sz="6000">
                <a:solidFill>
                  <a:schemeClr val="lt1"/>
                </a:solidFill>
              </a:defRPr>
            </a:lvl3pPr>
            <a:lvl4pPr lvl="3" algn="ctr" rtl="0">
              <a:spcBef>
                <a:spcPts val="0"/>
              </a:spcBef>
              <a:spcAft>
                <a:spcPts val="0"/>
              </a:spcAft>
              <a:buClr>
                <a:schemeClr val="lt1"/>
              </a:buClr>
              <a:buSzPts val="6000"/>
              <a:buNone/>
              <a:defRPr sz="6000">
                <a:solidFill>
                  <a:schemeClr val="lt1"/>
                </a:solidFill>
              </a:defRPr>
            </a:lvl4pPr>
            <a:lvl5pPr lvl="4" algn="ctr" rtl="0">
              <a:spcBef>
                <a:spcPts val="0"/>
              </a:spcBef>
              <a:spcAft>
                <a:spcPts val="0"/>
              </a:spcAft>
              <a:buClr>
                <a:schemeClr val="lt1"/>
              </a:buClr>
              <a:buSzPts val="6000"/>
              <a:buNone/>
              <a:defRPr sz="6000">
                <a:solidFill>
                  <a:schemeClr val="lt1"/>
                </a:solidFill>
              </a:defRPr>
            </a:lvl5pPr>
            <a:lvl6pPr lvl="5" algn="ctr" rtl="0">
              <a:spcBef>
                <a:spcPts val="0"/>
              </a:spcBef>
              <a:spcAft>
                <a:spcPts val="0"/>
              </a:spcAft>
              <a:buClr>
                <a:schemeClr val="lt1"/>
              </a:buClr>
              <a:buSzPts val="6000"/>
              <a:buNone/>
              <a:defRPr sz="6000">
                <a:solidFill>
                  <a:schemeClr val="lt1"/>
                </a:solidFill>
              </a:defRPr>
            </a:lvl6pPr>
            <a:lvl7pPr lvl="6" algn="ctr" rtl="0">
              <a:spcBef>
                <a:spcPts val="0"/>
              </a:spcBef>
              <a:spcAft>
                <a:spcPts val="0"/>
              </a:spcAft>
              <a:buClr>
                <a:schemeClr val="lt1"/>
              </a:buClr>
              <a:buSzPts val="6000"/>
              <a:buNone/>
              <a:defRPr sz="6000">
                <a:solidFill>
                  <a:schemeClr val="lt1"/>
                </a:solidFill>
              </a:defRPr>
            </a:lvl7pPr>
            <a:lvl8pPr lvl="7" algn="ctr" rtl="0">
              <a:spcBef>
                <a:spcPts val="0"/>
              </a:spcBef>
              <a:spcAft>
                <a:spcPts val="0"/>
              </a:spcAft>
              <a:buClr>
                <a:schemeClr val="lt1"/>
              </a:buClr>
              <a:buSzPts val="6000"/>
              <a:buNone/>
              <a:defRPr sz="6000">
                <a:solidFill>
                  <a:schemeClr val="lt1"/>
                </a:solidFill>
              </a:defRPr>
            </a:lvl8pPr>
            <a:lvl9pPr lvl="8" algn="ctr" rtl="0">
              <a:spcBef>
                <a:spcPts val="0"/>
              </a:spcBef>
              <a:spcAft>
                <a:spcPts val="0"/>
              </a:spcAft>
              <a:buClr>
                <a:schemeClr val="lt1"/>
              </a:buClr>
              <a:buSzPts val="6000"/>
              <a:buNone/>
              <a:defRPr sz="6000">
                <a:solidFill>
                  <a:schemeClr val="lt1"/>
                </a:solidFill>
              </a:defRPr>
            </a:lvl9pPr>
          </a:lstStyle>
          <a:p>
            <a:r>
              <a:t>xx%</a:t>
            </a:r>
          </a:p>
        </p:txBody>
      </p:sp>
      <p:sp>
        <p:nvSpPr>
          <p:cNvPr id="566" name="Google Shape;566;p25"/>
          <p:cNvSpPr txBox="1">
            <a:spLocks noGrp="1"/>
          </p:cNvSpPr>
          <p:nvPr>
            <p:ph type="subTitle" idx="1"/>
          </p:nvPr>
        </p:nvSpPr>
        <p:spPr>
          <a:xfrm>
            <a:off x="1131650" y="3567250"/>
            <a:ext cx="2173200" cy="8817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2400"/>
              <a:buFont typeface="PT Sans"/>
              <a:buNone/>
              <a:defRPr/>
            </a:lvl1pPr>
            <a:lvl2pPr lvl="1" algn="ctr" rtl="0">
              <a:lnSpc>
                <a:spcPct val="100000"/>
              </a:lnSpc>
              <a:spcBef>
                <a:spcPts val="0"/>
              </a:spcBef>
              <a:spcAft>
                <a:spcPts val="0"/>
              </a:spcAft>
              <a:buSzPts val="2100"/>
              <a:buNone/>
              <a:defRPr sz="2100"/>
            </a:lvl2pPr>
            <a:lvl3pPr lvl="2" algn="ctr" rtl="0">
              <a:lnSpc>
                <a:spcPct val="100000"/>
              </a:lnSpc>
              <a:spcBef>
                <a:spcPts val="0"/>
              </a:spcBef>
              <a:spcAft>
                <a:spcPts val="0"/>
              </a:spcAft>
              <a:buSzPts val="2100"/>
              <a:buNone/>
              <a:defRPr sz="2100"/>
            </a:lvl3pPr>
            <a:lvl4pPr lvl="3" algn="ctr" rtl="0">
              <a:lnSpc>
                <a:spcPct val="100000"/>
              </a:lnSpc>
              <a:spcBef>
                <a:spcPts val="0"/>
              </a:spcBef>
              <a:spcAft>
                <a:spcPts val="0"/>
              </a:spcAft>
              <a:buSzPts val="2100"/>
              <a:buFont typeface="PT Sans"/>
              <a:buNone/>
              <a:defRPr sz="2100">
                <a:latin typeface="PT Sans"/>
                <a:ea typeface="PT Sans"/>
                <a:cs typeface="PT Sans"/>
                <a:sym typeface="PT Sans"/>
              </a:defRPr>
            </a:lvl4pPr>
            <a:lvl5pPr lvl="4" algn="ctr" rtl="0">
              <a:lnSpc>
                <a:spcPct val="100000"/>
              </a:lnSpc>
              <a:spcBef>
                <a:spcPts val="0"/>
              </a:spcBef>
              <a:spcAft>
                <a:spcPts val="0"/>
              </a:spcAft>
              <a:buSzPts val="2100"/>
              <a:buFont typeface="PT Sans"/>
              <a:buNone/>
              <a:defRPr sz="2100">
                <a:latin typeface="PT Sans"/>
                <a:ea typeface="PT Sans"/>
                <a:cs typeface="PT Sans"/>
                <a:sym typeface="PT Sans"/>
              </a:defRPr>
            </a:lvl5pPr>
            <a:lvl6pPr lvl="5" algn="ctr" rtl="0">
              <a:lnSpc>
                <a:spcPct val="100000"/>
              </a:lnSpc>
              <a:spcBef>
                <a:spcPts val="0"/>
              </a:spcBef>
              <a:spcAft>
                <a:spcPts val="0"/>
              </a:spcAft>
              <a:buSzPts val="2100"/>
              <a:buFont typeface="PT Sans"/>
              <a:buNone/>
              <a:defRPr sz="2100">
                <a:latin typeface="PT Sans"/>
                <a:ea typeface="PT Sans"/>
                <a:cs typeface="PT Sans"/>
                <a:sym typeface="PT Sans"/>
              </a:defRPr>
            </a:lvl6pPr>
            <a:lvl7pPr lvl="6" algn="ctr" rtl="0">
              <a:lnSpc>
                <a:spcPct val="100000"/>
              </a:lnSpc>
              <a:spcBef>
                <a:spcPts val="0"/>
              </a:spcBef>
              <a:spcAft>
                <a:spcPts val="0"/>
              </a:spcAft>
              <a:buSzPts val="2100"/>
              <a:buFont typeface="PT Sans"/>
              <a:buNone/>
              <a:defRPr sz="2100">
                <a:latin typeface="PT Sans"/>
                <a:ea typeface="PT Sans"/>
                <a:cs typeface="PT Sans"/>
                <a:sym typeface="PT Sans"/>
              </a:defRPr>
            </a:lvl7pPr>
            <a:lvl8pPr lvl="7" algn="ctr" rtl="0">
              <a:lnSpc>
                <a:spcPct val="100000"/>
              </a:lnSpc>
              <a:spcBef>
                <a:spcPts val="0"/>
              </a:spcBef>
              <a:spcAft>
                <a:spcPts val="0"/>
              </a:spcAft>
              <a:buSzPts val="2100"/>
              <a:buFont typeface="PT Sans"/>
              <a:buNone/>
              <a:defRPr sz="2100">
                <a:latin typeface="PT Sans"/>
                <a:ea typeface="PT Sans"/>
                <a:cs typeface="PT Sans"/>
                <a:sym typeface="PT Sans"/>
              </a:defRPr>
            </a:lvl8pPr>
            <a:lvl9pPr lvl="8" algn="ctr" rtl="0">
              <a:lnSpc>
                <a:spcPct val="100000"/>
              </a:lnSpc>
              <a:spcBef>
                <a:spcPts val="0"/>
              </a:spcBef>
              <a:spcAft>
                <a:spcPts val="0"/>
              </a:spcAft>
              <a:buSzPts val="2100"/>
              <a:buFont typeface="PT Sans"/>
              <a:buNone/>
              <a:defRPr sz="2100">
                <a:latin typeface="PT Sans"/>
                <a:ea typeface="PT Sans"/>
                <a:cs typeface="PT Sans"/>
                <a:sym typeface="PT Sans"/>
              </a:defRPr>
            </a:lvl9pPr>
          </a:lstStyle>
          <a:p>
            <a:endParaRPr/>
          </a:p>
        </p:txBody>
      </p:sp>
      <p:sp>
        <p:nvSpPr>
          <p:cNvPr id="567" name="Google Shape;567;p25"/>
          <p:cNvSpPr txBox="1">
            <a:spLocks noGrp="1"/>
          </p:cNvSpPr>
          <p:nvPr>
            <p:ph type="subTitle" idx="2"/>
          </p:nvPr>
        </p:nvSpPr>
        <p:spPr>
          <a:xfrm>
            <a:off x="1131650" y="3146425"/>
            <a:ext cx="2173200" cy="505500"/>
          </a:xfrm>
          <a:prstGeom prst="rect">
            <a:avLst/>
          </a:prstGeom>
        </p:spPr>
        <p:txBody>
          <a:bodyPr spcFirstLastPara="1" wrap="square" lIns="91425" tIns="91425" rIns="91425" bIns="91425" anchor="b" anchorCtr="0">
            <a:noAutofit/>
          </a:bodyPr>
          <a:lstStyle>
            <a:lvl1pPr lvl="0" algn="ctr" rtl="0">
              <a:spcBef>
                <a:spcPts val="0"/>
              </a:spcBef>
              <a:spcAft>
                <a:spcPts val="0"/>
              </a:spcAft>
              <a:buClr>
                <a:schemeClr val="dk1"/>
              </a:buClr>
              <a:buSzPts val="2400"/>
              <a:buFont typeface="Bebas Neue"/>
              <a:buNone/>
              <a:defRPr sz="2400" b="1">
                <a:solidFill>
                  <a:schemeClr val="dk1"/>
                </a:solidFill>
                <a:latin typeface="Be Vietnam Pro"/>
                <a:ea typeface="Be Vietnam Pro"/>
                <a:cs typeface="Be Vietnam Pro"/>
                <a:sym typeface="Be Vietnam Pro"/>
              </a:defRPr>
            </a:lvl1pPr>
            <a:lvl2pPr lvl="1"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2pPr>
            <a:lvl3pPr lvl="2"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3pPr>
            <a:lvl4pPr lvl="3"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4pPr>
            <a:lvl5pPr lvl="4"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5pPr>
            <a:lvl6pPr lvl="5"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6pPr>
            <a:lvl7pPr lvl="6"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7pPr>
            <a:lvl8pPr lvl="7"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8pPr>
            <a:lvl9pPr lvl="8"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9pPr>
          </a:lstStyle>
          <a:p>
            <a:endParaRPr/>
          </a:p>
        </p:txBody>
      </p:sp>
      <p:sp>
        <p:nvSpPr>
          <p:cNvPr id="568" name="Google Shape;568;p25"/>
          <p:cNvSpPr txBox="1">
            <a:spLocks noGrp="1"/>
          </p:cNvSpPr>
          <p:nvPr>
            <p:ph type="title" idx="3" hasCustomPrompt="1"/>
          </p:nvPr>
        </p:nvSpPr>
        <p:spPr>
          <a:xfrm>
            <a:off x="3873100" y="2663425"/>
            <a:ext cx="1397700" cy="406800"/>
          </a:xfrm>
          <a:prstGeom prst="rect">
            <a:avLst/>
          </a:prstGeom>
          <a:noFill/>
        </p:spPr>
        <p:txBody>
          <a:bodyPr spcFirstLastPara="1" wrap="square" lIns="91425" tIns="91425" rIns="91425" bIns="91425" anchor="ctr" anchorCtr="0">
            <a:noAutofit/>
          </a:bodyPr>
          <a:lstStyle>
            <a:lvl1pPr lvl="0" algn="ctr" rtl="0">
              <a:spcBef>
                <a:spcPts val="0"/>
              </a:spcBef>
              <a:spcAft>
                <a:spcPts val="0"/>
              </a:spcAft>
              <a:buClr>
                <a:schemeClr val="lt1"/>
              </a:buClr>
              <a:buSzPts val="6000"/>
              <a:buNone/>
              <a:defRPr sz="3000">
                <a:solidFill>
                  <a:schemeClr val="dk2"/>
                </a:solidFill>
              </a:defRPr>
            </a:lvl1pPr>
            <a:lvl2pPr lvl="1" algn="ctr" rtl="0">
              <a:spcBef>
                <a:spcPts val="0"/>
              </a:spcBef>
              <a:spcAft>
                <a:spcPts val="0"/>
              </a:spcAft>
              <a:buClr>
                <a:schemeClr val="lt1"/>
              </a:buClr>
              <a:buSzPts val="6000"/>
              <a:buNone/>
              <a:defRPr sz="6000">
                <a:solidFill>
                  <a:schemeClr val="lt1"/>
                </a:solidFill>
              </a:defRPr>
            </a:lvl2pPr>
            <a:lvl3pPr lvl="2" algn="ctr" rtl="0">
              <a:spcBef>
                <a:spcPts val="0"/>
              </a:spcBef>
              <a:spcAft>
                <a:spcPts val="0"/>
              </a:spcAft>
              <a:buClr>
                <a:schemeClr val="lt1"/>
              </a:buClr>
              <a:buSzPts val="6000"/>
              <a:buNone/>
              <a:defRPr sz="6000">
                <a:solidFill>
                  <a:schemeClr val="lt1"/>
                </a:solidFill>
              </a:defRPr>
            </a:lvl3pPr>
            <a:lvl4pPr lvl="3" algn="ctr" rtl="0">
              <a:spcBef>
                <a:spcPts val="0"/>
              </a:spcBef>
              <a:spcAft>
                <a:spcPts val="0"/>
              </a:spcAft>
              <a:buClr>
                <a:schemeClr val="lt1"/>
              </a:buClr>
              <a:buSzPts val="6000"/>
              <a:buNone/>
              <a:defRPr sz="6000">
                <a:solidFill>
                  <a:schemeClr val="lt1"/>
                </a:solidFill>
              </a:defRPr>
            </a:lvl4pPr>
            <a:lvl5pPr lvl="4" algn="ctr" rtl="0">
              <a:spcBef>
                <a:spcPts val="0"/>
              </a:spcBef>
              <a:spcAft>
                <a:spcPts val="0"/>
              </a:spcAft>
              <a:buClr>
                <a:schemeClr val="lt1"/>
              </a:buClr>
              <a:buSzPts val="6000"/>
              <a:buNone/>
              <a:defRPr sz="6000">
                <a:solidFill>
                  <a:schemeClr val="lt1"/>
                </a:solidFill>
              </a:defRPr>
            </a:lvl5pPr>
            <a:lvl6pPr lvl="5" algn="ctr" rtl="0">
              <a:spcBef>
                <a:spcPts val="0"/>
              </a:spcBef>
              <a:spcAft>
                <a:spcPts val="0"/>
              </a:spcAft>
              <a:buClr>
                <a:schemeClr val="lt1"/>
              </a:buClr>
              <a:buSzPts val="6000"/>
              <a:buNone/>
              <a:defRPr sz="6000">
                <a:solidFill>
                  <a:schemeClr val="lt1"/>
                </a:solidFill>
              </a:defRPr>
            </a:lvl6pPr>
            <a:lvl7pPr lvl="6" algn="ctr" rtl="0">
              <a:spcBef>
                <a:spcPts val="0"/>
              </a:spcBef>
              <a:spcAft>
                <a:spcPts val="0"/>
              </a:spcAft>
              <a:buClr>
                <a:schemeClr val="lt1"/>
              </a:buClr>
              <a:buSzPts val="6000"/>
              <a:buNone/>
              <a:defRPr sz="6000">
                <a:solidFill>
                  <a:schemeClr val="lt1"/>
                </a:solidFill>
              </a:defRPr>
            </a:lvl7pPr>
            <a:lvl8pPr lvl="7" algn="ctr" rtl="0">
              <a:spcBef>
                <a:spcPts val="0"/>
              </a:spcBef>
              <a:spcAft>
                <a:spcPts val="0"/>
              </a:spcAft>
              <a:buClr>
                <a:schemeClr val="lt1"/>
              </a:buClr>
              <a:buSzPts val="6000"/>
              <a:buNone/>
              <a:defRPr sz="6000">
                <a:solidFill>
                  <a:schemeClr val="lt1"/>
                </a:solidFill>
              </a:defRPr>
            </a:lvl8pPr>
            <a:lvl9pPr lvl="8" algn="ctr" rtl="0">
              <a:spcBef>
                <a:spcPts val="0"/>
              </a:spcBef>
              <a:spcAft>
                <a:spcPts val="0"/>
              </a:spcAft>
              <a:buClr>
                <a:schemeClr val="lt1"/>
              </a:buClr>
              <a:buSzPts val="6000"/>
              <a:buNone/>
              <a:defRPr sz="6000">
                <a:solidFill>
                  <a:schemeClr val="lt1"/>
                </a:solidFill>
              </a:defRPr>
            </a:lvl9pPr>
          </a:lstStyle>
          <a:p>
            <a:r>
              <a:t>xx%</a:t>
            </a:r>
          </a:p>
        </p:txBody>
      </p:sp>
      <p:sp>
        <p:nvSpPr>
          <p:cNvPr id="569" name="Google Shape;569;p25"/>
          <p:cNvSpPr txBox="1">
            <a:spLocks noGrp="1"/>
          </p:cNvSpPr>
          <p:nvPr>
            <p:ph type="subTitle" idx="4"/>
          </p:nvPr>
        </p:nvSpPr>
        <p:spPr>
          <a:xfrm>
            <a:off x="3485400" y="3567250"/>
            <a:ext cx="2173200" cy="8817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2400"/>
              <a:buFont typeface="PT Sans"/>
              <a:buNone/>
              <a:defRPr/>
            </a:lvl1pPr>
            <a:lvl2pPr lvl="1" algn="ctr" rtl="0">
              <a:lnSpc>
                <a:spcPct val="100000"/>
              </a:lnSpc>
              <a:spcBef>
                <a:spcPts val="0"/>
              </a:spcBef>
              <a:spcAft>
                <a:spcPts val="0"/>
              </a:spcAft>
              <a:buSzPts val="2100"/>
              <a:buNone/>
              <a:defRPr sz="2100"/>
            </a:lvl2pPr>
            <a:lvl3pPr lvl="2" algn="ctr" rtl="0">
              <a:lnSpc>
                <a:spcPct val="100000"/>
              </a:lnSpc>
              <a:spcBef>
                <a:spcPts val="0"/>
              </a:spcBef>
              <a:spcAft>
                <a:spcPts val="0"/>
              </a:spcAft>
              <a:buSzPts val="2100"/>
              <a:buNone/>
              <a:defRPr sz="2100"/>
            </a:lvl3pPr>
            <a:lvl4pPr lvl="3" algn="ctr" rtl="0">
              <a:lnSpc>
                <a:spcPct val="100000"/>
              </a:lnSpc>
              <a:spcBef>
                <a:spcPts val="0"/>
              </a:spcBef>
              <a:spcAft>
                <a:spcPts val="0"/>
              </a:spcAft>
              <a:buSzPts val="2100"/>
              <a:buFont typeface="PT Sans"/>
              <a:buNone/>
              <a:defRPr sz="2100">
                <a:latin typeface="PT Sans"/>
                <a:ea typeface="PT Sans"/>
                <a:cs typeface="PT Sans"/>
                <a:sym typeface="PT Sans"/>
              </a:defRPr>
            </a:lvl4pPr>
            <a:lvl5pPr lvl="4" algn="ctr" rtl="0">
              <a:lnSpc>
                <a:spcPct val="100000"/>
              </a:lnSpc>
              <a:spcBef>
                <a:spcPts val="0"/>
              </a:spcBef>
              <a:spcAft>
                <a:spcPts val="0"/>
              </a:spcAft>
              <a:buSzPts val="2100"/>
              <a:buFont typeface="PT Sans"/>
              <a:buNone/>
              <a:defRPr sz="2100">
                <a:latin typeface="PT Sans"/>
                <a:ea typeface="PT Sans"/>
                <a:cs typeface="PT Sans"/>
                <a:sym typeface="PT Sans"/>
              </a:defRPr>
            </a:lvl5pPr>
            <a:lvl6pPr lvl="5" algn="ctr" rtl="0">
              <a:lnSpc>
                <a:spcPct val="100000"/>
              </a:lnSpc>
              <a:spcBef>
                <a:spcPts val="0"/>
              </a:spcBef>
              <a:spcAft>
                <a:spcPts val="0"/>
              </a:spcAft>
              <a:buSzPts val="2100"/>
              <a:buFont typeface="PT Sans"/>
              <a:buNone/>
              <a:defRPr sz="2100">
                <a:latin typeface="PT Sans"/>
                <a:ea typeface="PT Sans"/>
                <a:cs typeface="PT Sans"/>
                <a:sym typeface="PT Sans"/>
              </a:defRPr>
            </a:lvl6pPr>
            <a:lvl7pPr lvl="6" algn="ctr" rtl="0">
              <a:lnSpc>
                <a:spcPct val="100000"/>
              </a:lnSpc>
              <a:spcBef>
                <a:spcPts val="0"/>
              </a:spcBef>
              <a:spcAft>
                <a:spcPts val="0"/>
              </a:spcAft>
              <a:buSzPts val="2100"/>
              <a:buFont typeface="PT Sans"/>
              <a:buNone/>
              <a:defRPr sz="2100">
                <a:latin typeface="PT Sans"/>
                <a:ea typeface="PT Sans"/>
                <a:cs typeface="PT Sans"/>
                <a:sym typeface="PT Sans"/>
              </a:defRPr>
            </a:lvl7pPr>
            <a:lvl8pPr lvl="7" algn="ctr" rtl="0">
              <a:lnSpc>
                <a:spcPct val="100000"/>
              </a:lnSpc>
              <a:spcBef>
                <a:spcPts val="0"/>
              </a:spcBef>
              <a:spcAft>
                <a:spcPts val="0"/>
              </a:spcAft>
              <a:buSzPts val="2100"/>
              <a:buFont typeface="PT Sans"/>
              <a:buNone/>
              <a:defRPr sz="2100">
                <a:latin typeface="PT Sans"/>
                <a:ea typeface="PT Sans"/>
                <a:cs typeface="PT Sans"/>
                <a:sym typeface="PT Sans"/>
              </a:defRPr>
            </a:lvl8pPr>
            <a:lvl9pPr lvl="8" algn="ctr" rtl="0">
              <a:lnSpc>
                <a:spcPct val="100000"/>
              </a:lnSpc>
              <a:spcBef>
                <a:spcPts val="0"/>
              </a:spcBef>
              <a:spcAft>
                <a:spcPts val="0"/>
              </a:spcAft>
              <a:buSzPts val="2100"/>
              <a:buFont typeface="PT Sans"/>
              <a:buNone/>
              <a:defRPr sz="2100">
                <a:latin typeface="PT Sans"/>
                <a:ea typeface="PT Sans"/>
                <a:cs typeface="PT Sans"/>
                <a:sym typeface="PT Sans"/>
              </a:defRPr>
            </a:lvl9pPr>
          </a:lstStyle>
          <a:p>
            <a:endParaRPr/>
          </a:p>
        </p:txBody>
      </p:sp>
      <p:sp>
        <p:nvSpPr>
          <p:cNvPr id="570" name="Google Shape;570;p25"/>
          <p:cNvSpPr txBox="1">
            <a:spLocks noGrp="1"/>
          </p:cNvSpPr>
          <p:nvPr>
            <p:ph type="subTitle" idx="5"/>
          </p:nvPr>
        </p:nvSpPr>
        <p:spPr>
          <a:xfrm>
            <a:off x="3485400" y="3146425"/>
            <a:ext cx="2173200" cy="505500"/>
          </a:xfrm>
          <a:prstGeom prst="rect">
            <a:avLst/>
          </a:prstGeom>
        </p:spPr>
        <p:txBody>
          <a:bodyPr spcFirstLastPara="1" wrap="square" lIns="91425" tIns="91425" rIns="91425" bIns="91425" anchor="b" anchorCtr="0">
            <a:noAutofit/>
          </a:bodyPr>
          <a:lstStyle>
            <a:lvl1pPr lvl="0" algn="ctr" rtl="0">
              <a:spcBef>
                <a:spcPts val="0"/>
              </a:spcBef>
              <a:spcAft>
                <a:spcPts val="0"/>
              </a:spcAft>
              <a:buClr>
                <a:schemeClr val="dk1"/>
              </a:buClr>
              <a:buSzPts val="2400"/>
              <a:buFont typeface="Bebas Neue"/>
              <a:buNone/>
              <a:defRPr sz="2400" b="1">
                <a:solidFill>
                  <a:schemeClr val="dk1"/>
                </a:solidFill>
                <a:latin typeface="Be Vietnam Pro"/>
                <a:ea typeface="Be Vietnam Pro"/>
                <a:cs typeface="Be Vietnam Pro"/>
                <a:sym typeface="Be Vietnam Pro"/>
              </a:defRPr>
            </a:lvl1pPr>
            <a:lvl2pPr lvl="1"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2pPr>
            <a:lvl3pPr lvl="2"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3pPr>
            <a:lvl4pPr lvl="3"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4pPr>
            <a:lvl5pPr lvl="4"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5pPr>
            <a:lvl6pPr lvl="5"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6pPr>
            <a:lvl7pPr lvl="6"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7pPr>
            <a:lvl8pPr lvl="7"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8pPr>
            <a:lvl9pPr lvl="8"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9pPr>
          </a:lstStyle>
          <a:p>
            <a:endParaRPr/>
          </a:p>
        </p:txBody>
      </p:sp>
      <p:sp>
        <p:nvSpPr>
          <p:cNvPr id="571" name="Google Shape;571;p25"/>
          <p:cNvSpPr txBox="1">
            <a:spLocks noGrp="1"/>
          </p:cNvSpPr>
          <p:nvPr>
            <p:ph type="title" idx="6" hasCustomPrompt="1"/>
          </p:nvPr>
        </p:nvSpPr>
        <p:spPr>
          <a:xfrm>
            <a:off x="6224525" y="2663425"/>
            <a:ext cx="1397700" cy="406800"/>
          </a:xfrm>
          <a:prstGeom prst="rect">
            <a:avLst/>
          </a:prstGeom>
          <a:noFill/>
        </p:spPr>
        <p:txBody>
          <a:bodyPr spcFirstLastPara="1" wrap="square" lIns="91425" tIns="91425" rIns="91425" bIns="91425" anchor="ctr" anchorCtr="0">
            <a:noAutofit/>
          </a:bodyPr>
          <a:lstStyle>
            <a:lvl1pPr lvl="0" algn="ctr" rtl="0">
              <a:spcBef>
                <a:spcPts val="0"/>
              </a:spcBef>
              <a:spcAft>
                <a:spcPts val="0"/>
              </a:spcAft>
              <a:buClr>
                <a:schemeClr val="lt1"/>
              </a:buClr>
              <a:buSzPts val="6000"/>
              <a:buNone/>
              <a:defRPr sz="3000">
                <a:solidFill>
                  <a:schemeClr val="dk2"/>
                </a:solidFill>
              </a:defRPr>
            </a:lvl1pPr>
            <a:lvl2pPr lvl="1" algn="ctr" rtl="0">
              <a:spcBef>
                <a:spcPts val="0"/>
              </a:spcBef>
              <a:spcAft>
                <a:spcPts val="0"/>
              </a:spcAft>
              <a:buClr>
                <a:schemeClr val="lt1"/>
              </a:buClr>
              <a:buSzPts val="6000"/>
              <a:buNone/>
              <a:defRPr sz="6000">
                <a:solidFill>
                  <a:schemeClr val="lt1"/>
                </a:solidFill>
              </a:defRPr>
            </a:lvl2pPr>
            <a:lvl3pPr lvl="2" algn="ctr" rtl="0">
              <a:spcBef>
                <a:spcPts val="0"/>
              </a:spcBef>
              <a:spcAft>
                <a:spcPts val="0"/>
              </a:spcAft>
              <a:buClr>
                <a:schemeClr val="lt1"/>
              </a:buClr>
              <a:buSzPts val="6000"/>
              <a:buNone/>
              <a:defRPr sz="6000">
                <a:solidFill>
                  <a:schemeClr val="lt1"/>
                </a:solidFill>
              </a:defRPr>
            </a:lvl3pPr>
            <a:lvl4pPr lvl="3" algn="ctr" rtl="0">
              <a:spcBef>
                <a:spcPts val="0"/>
              </a:spcBef>
              <a:spcAft>
                <a:spcPts val="0"/>
              </a:spcAft>
              <a:buClr>
                <a:schemeClr val="lt1"/>
              </a:buClr>
              <a:buSzPts val="6000"/>
              <a:buNone/>
              <a:defRPr sz="6000">
                <a:solidFill>
                  <a:schemeClr val="lt1"/>
                </a:solidFill>
              </a:defRPr>
            </a:lvl4pPr>
            <a:lvl5pPr lvl="4" algn="ctr" rtl="0">
              <a:spcBef>
                <a:spcPts val="0"/>
              </a:spcBef>
              <a:spcAft>
                <a:spcPts val="0"/>
              </a:spcAft>
              <a:buClr>
                <a:schemeClr val="lt1"/>
              </a:buClr>
              <a:buSzPts val="6000"/>
              <a:buNone/>
              <a:defRPr sz="6000">
                <a:solidFill>
                  <a:schemeClr val="lt1"/>
                </a:solidFill>
              </a:defRPr>
            </a:lvl5pPr>
            <a:lvl6pPr lvl="5" algn="ctr" rtl="0">
              <a:spcBef>
                <a:spcPts val="0"/>
              </a:spcBef>
              <a:spcAft>
                <a:spcPts val="0"/>
              </a:spcAft>
              <a:buClr>
                <a:schemeClr val="lt1"/>
              </a:buClr>
              <a:buSzPts val="6000"/>
              <a:buNone/>
              <a:defRPr sz="6000">
                <a:solidFill>
                  <a:schemeClr val="lt1"/>
                </a:solidFill>
              </a:defRPr>
            </a:lvl6pPr>
            <a:lvl7pPr lvl="6" algn="ctr" rtl="0">
              <a:spcBef>
                <a:spcPts val="0"/>
              </a:spcBef>
              <a:spcAft>
                <a:spcPts val="0"/>
              </a:spcAft>
              <a:buClr>
                <a:schemeClr val="lt1"/>
              </a:buClr>
              <a:buSzPts val="6000"/>
              <a:buNone/>
              <a:defRPr sz="6000">
                <a:solidFill>
                  <a:schemeClr val="lt1"/>
                </a:solidFill>
              </a:defRPr>
            </a:lvl7pPr>
            <a:lvl8pPr lvl="7" algn="ctr" rtl="0">
              <a:spcBef>
                <a:spcPts val="0"/>
              </a:spcBef>
              <a:spcAft>
                <a:spcPts val="0"/>
              </a:spcAft>
              <a:buClr>
                <a:schemeClr val="lt1"/>
              </a:buClr>
              <a:buSzPts val="6000"/>
              <a:buNone/>
              <a:defRPr sz="6000">
                <a:solidFill>
                  <a:schemeClr val="lt1"/>
                </a:solidFill>
              </a:defRPr>
            </a:lvl8pPr>
            <a:lvl9pPr lvl="8" algn="ctr" rtl="0">
              <a:spcBef>
                <a:spcPts val="0"/>
              </a:spcBef>
              <a:spcAft>
                <a:spcPts val="0"/>
              </a:spcAft>
              <a:buClr>
                <a:schemeClr val="lt1"/>
              </a:buClr>
              <a:buSzPts val="6000"/>
              <a:buNone/>
              <a:defRPr sz="6000">
                <a:solidFill>
                  <a:schemeClr val="lt1"/>
                </a:solidFill>
              </a:defRPr>
            </a:lvl9pPr>
          </a:lstStyle>
          <a:p>
            <a:r>
              <a:t>xx%</a:t>
            </a:r>
          </a:p>
        </p:txBody>
      </p:sp>
      <p:sp>
        <p:nvSpPr>
          <p:cNvPr id="572" name="Google Shape;572;p25"/>
          <p:cNvSpPr txBox="1">
            <a:spLocks noGrp="1"/>
          </p:cNvSpPr>
          <p:nvPr>
            <p:ph type="subTitle" idx="7"/>
          </p:nvPr>
        </p:nvSpPr>
        <p:spPr>
          <a:xfrm>
            <a:off x="5839150" y="3567250"/>
            <a:ext cx="2173200" cy="8817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2400"/>
              <a:buFont typeface="PT Sans"/>
              <a:buNone/>
              <a:defRPr/>
            </a:lvl1pPr>
            <a:lvl2pPr lvl="1" algn="ctr" rtl="0">
              <a:lnSpc>
                <a:spcPct val="100000"/>
              </a:lnSpc>
              <a:spcBef>
                <a:spcPts val="0"/>
              </a:spcBef>
              <a:spcAft>
                <a:spcPts val="0"/>
              </a:spcAft>
              <a:buSzPts val="2100"/>
              <a:buNone/>
              <a:defRPr sz="2100"/>
            </a:lvl2pPr>
            <a:lvl3pPr lvl="2" algn="ctr" rtl="0">
              <a:lnSpc>
                <a:spcPct val="100000"/>
              </a:lnSpc>
              <a:spcBef>
                <a:spcPts val="0"/>
              </a:spcBef>
              <a:spcAft>
                <a:spcPts val="0"/>
              </a:spcAft>
              <a:buSzPts val="2100"/>
              <a:buNone/>
              <a:defRPr sz="2100"/>
            </a:lvl3pPr>
            <a:lvl4pPr lvl="3" algn="ctr" rtl="0">
              <a:lnSpc>
                <a:spcPct val="100000"/>
              </a:lnSpc>
              <a:spcBef>
                <a:spcPts val="0"/>
              </a:spcBef>
              <a:spcAft>
                <a:spcPts val="0"/>
              </a:spcAft>
              <a:buSzPts val="2100"/>
              <a:buFont typeface="PT Sans"/>
              <a:buNone/>
              <a:defRPr sz="2100">
                <a:latin typeface="PT Sans"/>
                <a:ea typeface="PT Sans"/>
                <a:cs typeface="PT Sans"/>
                <a:sym typeface="PT Sans"/>
              </a:defRPr>
            </a:lvl4pPr>
            <a:lvl5pPr lvl="4" algn="ctr" rtl="0">
              <a:lnSpc>
                <a:spcPct val="100000"/>
              </a:lnSpc>
              <a:spcBef>
                <a:spcPts val="0"/>
              </a:spcBef>
              <a:spcAft>
                <a:spcPts val="0"/>
              </a:spcAft>
              <a:buSzPts val="2100"/>
              <a:buFont typeface="PT Sans"/>
              <a:buNone/>
              <a:defRPr sz="2100">
                <a:latin typeface="PT Sans"/>
                <a:ea typeface="PT Sans"/>
                <a:cs typeface="PT Sans"/>
                <a:sym typeface="PT Sans"/>
              </a:defRPr>
            </a:lvl5pPr>
            <a:lvl6pPr lvl="5" algn="ctr" rtl="0">
              <a:lnSpc>
                <a:spcPct val="100000"/>
              </a:lnSpc>
              <a:spcBef>
                <a:spcPts val="0"/>
              </a:spcBef>
              <a:spcAft>
                <a:spcPts val="0"/>
              </a:spcAft>
              <a:buSzPts val="2100"/>
              <a:buFont typeface="PT Sans"/>
              <a:buNone/>
              <a:defRPr sz="2100">
                <a:latin typeface="PT Sans"/>
                <a:ea typeface="PT Sans"/>
                <a:cs typeface="PT Sans"/>
                <a:sym typeface="PT Sans"/>
              </a:defRPr>
            </a:lvl6pPr>
            <a:lvl7pPr lvl="6" algn="ctr" rtl="0">
              <a:lnSpc>
                <a:spcPct val="100000"/>
              </a:lnSpc>
              <a:spcBef>
                <a:spcPts val="0"/>
              </a:spcBef>
              <a:spcAft>
                <a:spcPts val="0"/>
              </a:spcAft>
              <a:buSzPts val="2100"/>
              <a:buFont typeface="PT Sans"/>
              <a:buNone/>
              <a:defRPr sz="2100">
                <a:latin typeface="PT Sans"/>
                <a:ea typeface="PT Sans"/>
                <a:cs typeface="PT Sans"/>
                <a:sym typeface="PT Sans"/>
              </a:defRPr>
            </a:lvl7pPr>
            <a:lvl8pPr lvl="7" algn="ctr" rtl="0">
              <a:lnSpc>
                <a:spcPct val="100000"/>
              </a:lnSpc>
              <a:spcBef>
                <a:spcPts val="0"/>
              </a:spcBef>
              <a:spcAft>
                <a:spcPts val="0"/>
              </a:spcAft>
              <a:buSzPts val="2100"/>
              <a:buFont typeface="PT Sans"/>
              <a:buNone/>
              <a:defRPr sz="2100">
                <a:latin typeface="PT Sans"/>
                <a:ea typeface="PT Sans"/>
                <a:cs typeface="PT Sans"/>
                <a:sym typeface="PT Sans"/>
              </a:defRPr>
            </a:lvl8pPr>
            <a:lvl9pPr lvl="8" algn="ctr" rtl="0">
              <a:lnSpc>
                <a:spcPct val="100000"/>
              </a:lnSpc>
              <a:spcBef>
                <a:spcPts val="0"/>
              </a:spcBef>
              <a:spcAft>
                <a:spcPts val="0"/>
              </a:spcAft>
              <a:buSzPts val="2100"/>
              <a:buFont typeface="PT Sans"/>
              <a:buNone/>
              <a:defRPr sz="2100">
                <a:latin typeface="PT Sans"/>
                <a:ea typeface="PT Sans"/>
                <a:cs typeface="PT Sans"/>
                <a:sym typeface="PT Sans"/>
              </a:defRPr>
            </a:lvl9pPr>
          </a:lstStyle>
          <a:p>
            <a:endParaRPr/>
          </a:p>
        </p:txBody>
      </p:sp>
      <p:sp>
        <p:nvSpPr>
          <p:cNvPr id="573" name="Google Shape;573;p25"/>
          <p:cNvSpPr txBox="1">
            <a:spLocks noGrp="1"/>
          </p:cNvSpPr>
          <p:nvPr>
            <p:ph type="subTitle" idx="8"/>
          </p:nvPr>
        </p:nvSpPr>
        <p:spPr>
          <a:xfrm>
            <a:off x="5839150" y="3146425"/>
            <a:ext cx="2173200" cy="505500"/>
          </a:xfrm>
          <a:prstGeom prst="rect">
            <a:avLst/>
          </a:prstGeom>
        </p:spPr>
        <p:txBody>
          <a:bodyPr spcFirstLastPara="1" wrap="square" lIns="91425" tIns="91425" rIns="91425" bIns="91425" anchor="b" anchorCtr="0">
            <a:noAutofit/>
          </a:bodyPr>
          <a:lstStyle>
            <a:lvl1pPr lvl="0" algn="ctr" rtl="0">
              <a:spcBef>
                <a:spcPts val="0"/>
              </a:spcBef>
              <a:spcAft>
                <a:spcPts val="0"/>
              </a:spcAft>
              <a:buClr>
                <a:schemeClr val="dk1"/>
              </a:buClr>
              <a:buSzPts val="2400"/>
              <a:buFont typeface="Bebas Neue"/>
              <a:buNone/>
              <a:defRPr sz="2400" b="1">
                <a:solidFill>
                  <a:schemeClr val="dk1"/>
                </a:solidFill>
                <a:latin typeface="Be Vietnam Pro"/>
                <a:ea typeface="Be Vietnam Pro"/>
                <a:cs typeface="Be Vietnam Pro"/>
                <a:sym typeface="Be Vietnam Pro"/>
              </a:defRPr>
            </a:lvl1pPr>
            <a:lvl2pPr lvl="1"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2pPr>
            <a:lvl3pPr lvl="2"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3pPr>
            <a:lvl4pPr lvl="3"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4pPr>
            <a:lvl5pPr lvl="4"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5pPr>
            <a:lvl6pPr lvl="5"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6pPr>
            <a:lvl7pPr lvl="6"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7pPr>
            <a:lvl8pPr lvl="7"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8pPr>
            <a:lvl9pPr lvl="8"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9pPr>
          </a:lstStyle>
          <a:p>
            <a:endParaRPr/>
          </a:p>
        </p:txBody>
      </p:sp>
      <p:sp>
        <p:nvSpPr>
          <p:cNvPr id="574" name="Google Shape;574;p25"/>
          <p:cNvSpPr txBox="1">
            <a:spLocks noGrp="1"/>
          </p:cNvSpPr>
          <p:nvPr>
            <p:ph type="title" idx="9"/>
          </p:nvPr>
        </p:nvSpPr>
        <p:spPr>
          <a:xfrm>
            <a:off x="720000" y="445025"/>
            <a:ext cx="77040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3000"/>
              <a:buNone/>
              <a:defRPr/>
            </a:lvl1pPr>
            <a:lvl2pPr lvl="1" rtl="0">
              <a:spcBef>
                <a:spcPts val="0"/>
              </a:spcBef>
              <a:spcAft>
                <a:spcPts val="0"/>
              </a:spcAft>
              <a:buSzPts val="3300"/>
              <a:buNone/>
              <a:defRPr/>
            </a:lvl2pPr>
            <a:lvl3pPr lvl="2" rtl="0">
              <a:spcBef>
                <a:spcPts val="0"/>
              </a:spcBef>
              <a:spcAft>
                <a:spcPts val="0"/>
              </a:spcAft>
              <a:buSzPts val="3300"/>
              <a:buNone/>
              <a:defRPr/>
            </a:lvl3pPr>
            <a:lvl4pPr lvl="3" rtl="0">
              <a:spcBef>
                <a:spcPts val="0"/>
              </a:spcBef>
              <a:spcAft>
                <a:spcPts val="0"/>
              </a:spcAft>
              <a:buSzPts val="3300"/>
              <a:buNone/>
              <a:defRPr/>
            </a:lvl4pPr>
            <a:lvl5pPr lvl="4" rtl="0">
              <a:spcBef>
                <a:spcPts val="0"/>
              </a:spcBef>
              <a:spcAft>
                <a:spcPts val="0"/>
              </a:spcAft>
              <a:buSzPts val="3300"/>
              <a:buNone/>
              <a:defRPr/>
            </a:lvl5pPr>
            <a:lvl6pPr lvl="5" rtl="0">
              <a:spcBef>
                <a:spcPts val="0"/>
              </a:spcBef>
              <a:spcAft>
                <a:spcPts val="0"/>
              </a:spcAft>
              <a:buSzPts val="3300"/>
              <a:buNone/>
              <a:defRPr/>
            </a:lvl6pPr>
            <a:lvl7pPr lvl="6" rtl="0">
              <a:spcBef>
                <a:spcPts val="0"/>
              </a:spcBef>
              <a:spcAft>
                <a:spcPts val="0"/>
              </a:spcAft>
              <a:buSzPts val="3300"/>
              <a:buNone/>
              <a:defRPr/>
            </a:lvl7pPr>
            <a:lvl8pPr lvl="7" rtl="0">
              <a:spcBef>
                <a:spcPts val="0"/>
              </a:spcBef>
              <a:spcAft>
                <a:spcPts val="0"/>
              </a:spcAft>
              <a:buSzPts val="3300"/>
              <a:buNone/>
              <a:defRPr/>
            </a:lvl8pPr>
            <a:lvl9pPr lvl="8" rtl="0">
              <a:spcBef>
                <a:spcPts val="0"/>
              </a:spcBef>
              <a:spcAft>
                <a:spcPts val="0"/>
              </a:spcAft>
              <a:buSzPts val="3300"/>
              <a:buNone/>
              <a:defRPr/>
            </a:lvl9pPr>
          </a:lstStyle>
          <a:p>
            <a:endParaRPr/>
          </a:p>
        </p:txBody>
      </p:sp>
      <p:grpSp>
        <p:nvGrpSpPr>
          <p:cNvPr id="575" name="Google Shape;575;p25"/>
          <p:cNvGrpSpPr/>
          <p:nvPr/>
        </p:nvGrpSpPr>
        <p:grpSpPr>
          <a:xfrm>
            <a:off x="-664688" y="2768403"/>
            <a:ext cx="10663884" cy="2064093"/>
            <a:chOff x="-664688" y="2768403"/>
            <a:chExt cx="10663884" cy="2064093"/>
          </a:xfrm>
        </p:grpSpPr>
        <p:grpSp>
          <p:nvGrpSpPr>
            <p:cNvPr id="576" name="Google Shape;576;p25"/>
            <p:cNvGrpSpPr/>
            <p:nvPr/>
          </p:nvGrpSpPr>
          <p:grpSpPr>
            <a:xfrm flipH="1">
              <a:off x="-144133" y="3321103"/>
              <a:ext cx="1082629" cy="1511187"/>
              <a:chOff x="2034250" y="3068250"/>
              <a:chExt cx="999750" cy="1395500"/>
            </a:xfrm>
          </p:grpSpPr>
          <p:sp>
            <p:nvSpPr>
              <p:cNvPr id="577" name="Google Shape;577;p25"/>
              <p:cNvSpPr/>
              <p:nvPr/>
            </p:nvSpPr>
            <p:spPr>
              <a:xfrm>
                <a:off x="2439725" y="3414150"/>
                <a:ext cx="310600" cy="350175"/>
              </a:xfrm>
              <a:custGeom>
                <a:avLst/>
                <a:gdLst/>
                <a:ahLst/>
                <a:cxnLst/>
                <a:rect l="l" t="t" r="r" b="b"/>
                <a:pathLst>
                  <a:path w="12424" h="14007" extrusionOk="0">
                    <a:moveTo>
                      <a:pt x="1001" y="2863"/>
                    </a:moveTo>
                    <a:lnTo>
                      <a:pt x="1001" y="2863"/>
                    </a:lnTo>
                    <a:cubicBezTo>
                      <a:pt x="1002" y="2874"/>
                      <a:pt x="1002" y="2878"/>
                      <a:pt x="1002" y="2878"/>
                    </a:cubicBezTo>
                    <a:cubicBezTo>
                      <a:pt x="1001" y="2878"/>
                      <a:pt x="1000" y="2871"/>
                      <a:pt x="1001" y="2863"/>
                    </a:cubicBezTo>
                    <a:close/>
                    <a:moveTo>
                      <a:pt x="9480" y="289"/>
                    </a:moveTo>
                    <a:cubicBezTo>
                      <a:pt x="9699" y="674"/>
                      <a:pt x="9887" y="1078"/>
                      <a:pt x="10036" y="1497"/>
                    </a:cubicBezTo>
                    <a:cubicBezTo>
                      <a:pt x="10115" y="1723"/>
                      <a:pt x="10183" y="1955"/>
                      <a:pt x="10239" y="2186"/>
                    </a:cubicBezTo>
                    <a:cubicBezTo>
                      <a:pt x="10268" y="2299"/>
                      <a:pt x="10290" y="2424"/>
                      <a:pt x="10318" y="2537"/>
                    </a:cubicBezTo>
                    <a:cubicBezTo>
                      <a:pt x="10330" y="2576"/>
                      <a:pt x="10341" y="2604"/>
                      <a:pt x="10369" y="2627"/>
                    </a:cubicBezTo>
                    <a:cubicBezTo>
                      <a:pt x="10488" y="2740"/>
                      <a:pt x="10629" y="2836"/>
                      <a:pt x="10759" y="2938"/>
                    </a:cubicBezTo>
                    <a:cubicBezTo>
                      <a:pt x="10962" y="3096"/>
                      <a:pt x="11171" y="3259"/>
                      <a:pt x="11374" y="3423"/>
                    </a:cubicBezTo>
                    <a:cubicBezTo>
                      <a:pt x="11499" y="3525"/>
                      <a:pt x="11623" y="3621"/>
                      <a:pt x="11747" y="3722"/>
                    </a:cubicBezTo>
                    <a:cubicBezTo>
                      <a:pt x="11911" y="3852"/>
                      <a:pt x="11990" y="4050"/>
                      <a:pt x="11900" y="4248"/>
                    </a:cubicBezTo>
                    <a:cubicBezTo>
                      <a:pt x="11809" y="4434"/>
                      <a:pt x="11617" y="4530"/>
                      <a:pt x="11414" y="4536"/>
                    </a:cubicBezTo>
                    <a:lnTo>
                      <a:pt x="10573" y="4536"/>
                    </a:lnTo>
                    <a:cubicBezTo>
                      <a:pt x="10488" y="4536"/>
                      <a:pt x="10437" y="4598"/>
                      <a:pt x="10431" y="4677"/>
                    </a:cubicBezTo>
                    <a:cubicBezTo>
                      <a:pt x="10245" y="6258"/>
                      <a:pt x="9370" y="7726"/>
                      <a:pt x="8054" y="8636"/>
                    </a:cubicBezTo>
                    <a:cubicBezTo>
                      <a:pt x="7687" y="8890"/>
                      <a:pt x="7291" y="9099"/>
                      <a:pt x="6879" y="9257"/>
                    </a:cubicBezTo>
                    <a:cubicBezTo>
                      <a:pt x="6817" y="9279"/>
                      <a:pt x="6772" y="9330"/>
                      <a:pt x="6772" y="9398"/>
                    </a:cubicBezTo>
                    <a:lnTo>
                      <a:pt x="6772" y="10900"/>
                    </a:lnTo>
                    <a:lnTo>
                      <a:pt x="6772" y="13312"/>
                    </a:lnTo>
                    <a:lnTo>
                      <a:pt x="6772" y="13724"/>
                    </a:lnTo>
                    <a:lnTo>
                      <a:pt x="300" y="13724"/>
                    </a:lnTo>
                    <a:lnTo>
                      <a:pt x="300" y="12301"/>
                    </a:lnTo>
                    <a:lnTo>
                      <a:pt x="300" y="10047"/>
                    </a:lnTo>
                    <a:lnTo>
                      <a:pt x="300" y="9076"/>
                    </a:lnTo>
                    <a:lnTo>
                      <a:pt x="300" y="6648"/>
                    </a:lnTo>
                    <a:lnTo>
                      <a:pt x="300" y="5756"/>
                    </a:lnTo>
                    <a:cubicBezTo>
                      <a:pt x="300" y="5702"/>
                      <a:pt x="310" y="5644"/>
                      <a:pt x="302" y="5589"/>
                    </a:cubicBezTo>
                    <a:lnTo>
                      <a:pt x="302" y="5589"/>
                    </a:lnTo>
                    <a:cubicBezTo>
                      <a:pt x="317" y="5567"/>
                      <a:pt x="323" y="5529"/>
                      <a:pt x="334" y="5501"/>
                    </a:cubicBezTo>
                    <a:cubicBezTo>
                      <a:pt x="588" y="4807"/>
                      <a:pt x="842" y="4112"/>
                      <a:pt x="1096" y="3423"/>
                    </a:cubicBezTo>
                    <a:cubicBezTo>
                      <a:pt x="1141" y="3293"/>
                      <a:pt x="1187" y="3163"/>
                      <a:pt x="1237" y="3039"/>
                    </a:cubicBezTo>
                    <a:cubicBezTo>
                      <a:pt x="1254" y="2988"/>
                      <a:pt x="1277" y="2932"/>
                      <a:pt x="1283" y="2881"/>
                    </a:cubicBezTo>
                    <a:cubicBezTo>
                      <a:pt x="1294" y="2678"/>
                      <a:pt x="1283" y="2474"/>
                      <a:pt x="1300" y="2271"/>
                    </a:cubicBezTo>
                    <a:cubicBezTo>
                      <a:pt x="1379" y="1537"/>
                      <a:pt x="1701" y="712"/>
                      <a:pt x="2531" y="616"/>
                    </a:cubicBezTo>
                    <a:cubicBezTo>
                      <a:pt x="2886" y="577"/>
                      <a:pt x="3242" y="560"/>
                      <a:pt x="3598" y="543"/>
                    </a:cubicBezTo>
                    <a:cubicBezTo>
                      <a:pt x="4135" y="520"/>
                      <a:pt x="4665" y="498"/>
                      <a:pt x="5196" y="475"/>
                    </a:cubicBezTo>
                    <a:cubicBezTo>
                      <a:pt x="6399" y="430"/>
                      <a:pt x="7602" y="396"/>
                      <a:pt x="8805" y="328"/>
                    </a:cubicBezTo>
                    <a:cubicBezTo>
                      <a:pt x="9027" y="318"/>
                      <a:pt x="9253" y="304"/>
                      <a:pt x="9480" y="289"/>
                    </a:cubicBezTo>
                    <a:close/>
                    <a:moveTo>
                      <a:pt x="9572" y="0"/>
                    </a:moveTo>
                    <a:cubicBezTo>
                      <a:pt x="9568" y="0"/>
                      <a:pt x="9565" y="0"/>
                      <a:pt x="9562" y="1"/>
                    </a:cubicBezTo>
                    <a:cubicBezTo>
                      <a:pt x="8387" y="80"/>
                      <a:pt x="7212" y="119"/>
                      <a:pt x="6038" y="165"/>
                    </a:cubicBezTo>
                    <a:cubicBezTo>
                      <a:pt x="4999" y="204"/>
                      <a:pt x="3959" y="227"/>
                      <a:pt x="2920" y="300"/>
                    </a:cubicBezTo>
                    <a:cubicBezTo>
                      <a:pt x="2548" y="328"/>
                      <a:pt x="2169" y="351"/>
                      <a:pt x="1847" y="566"/>
                    </a:cubicBezTo>
                    <a:cubicBezTo>
                      <a:pt x="1497" y="803"/>
                      <a:pt x="1283" y="1176"/>
                      <a:pt x="1158" y="1571"/>
                    </a:cubicBezTo>
                    <a:cubicBezTo>
                      <a:pt x="1051" y="1898"/>
                      <a:pt x="1006" y="2249"/>
                      <a:pt x="1000" y="2599"/>
                    </a:cubicBezTo>
                    <a:cubicBezTo>
                      <a:pt x="995" y="2682"/>
                      <a:pt x="989" y="2771"/>
                      <a:pt x="1000" y="2855"/>
                    </a:cubicBezTo>
                    <a:lnTo>
                      <a:pt x="1000" y="2855"/>
                    </a:lnTo>
                    <a:cubicBezTo>
                      <a:pt x="987" y="2873"/>
                      <a:pt x="983" y="2900"/>
                      <a:pt x="978" y="2915"/>
                    </a:cubicBezTo>
                    <a:cubicBezTo>
                      <a:pt x="729" y="3604"/>
                      <a:pt x="475" y="4293"/>
                      <a:pt x="227" y="4982"/>
                    </a:cubicBezTo>
                    <a:cubicBezTo>
                      <a:pt x="176" y="5117"/>
                      <a:pt x="125" y="5253"/>
                      <a:pt x="74" y="5388"/>
                    </a:cubicBezTo>
                    <a:cubicBezTo>
                      <a:pt x="57" y="5451"/>
                      <a:pt x="23" y="5513"/>
                      <a:pt x="18" y="5575"/>
                    </a:cubicBezTo>
                    <a:cubicBezTo>
                      <a:pt x="1" y="5733"/>
                      <a:pt x="18" y="5897"/>
                      <a:pt x="18" y="6055"/>
                    </a:cubicBezTo>
                    <a:lnTo>
                      <a:pt x="18" y="8455"/>
                    </a:lnTo>
                    <a:lnTo>
                      <a:pt x="18" y="9799"/>
                    </a:lnTo>
                    <a:lnTo>
                      <a:pt x="18" y="11634"/>
                    </a:lnTo>
                    <a:lnTo>
                      <a:pt x="18" y="13741"/>
                    </a:lnTo>
                    <a:lnTo>
                      <a:pt x="18" y="13865"/>
                    </a:lnTo>
                    <a:cubicBezTo>
                      <a:pt x="18" y="13938"/>
                      <a:pt x="80" y="14006"/>
                      <a:pt x="159" y="14006"/>
                    </a:cubicBezTo>
                    <a:lnTo>
                      <a:pt x="6913" y="14006"/>
                    </a:lnTo>
                    <a:cubicBezTo>
                      <a:pt x="6992" y="14006"/>
                      <a:pt x="7054" y="13944"/>
                      <a:pt x="7054" y="13865"/>
                    </a:cubicBezTo>
                    <a:lnTo>
                      <a:pt x="7054" y="12357"/>
                    </a:lnTo>
                    <a:lnTo>
                      <a:pt x="7054" y="9946"/>
                    </a:lnTo>
                    <a:lnTo>
                      <a:pt x="7054" y="9493"/>
                    </a:lnTo>
                    <a:lnTo>
                      <a:pt x="7054" y="9493"/>
                    </a:lnTo>
                    <a:cubicBezTo>
                      <a:pt x="8582" y="8869"/>
                      <a:pt x="9800" y="7625"/>
                      <a:pt x="10381" y="6077"/>
                    </a:cubicBezTo>
                    <a:cubicBezTo>
                      <a:pt x="10533" y="5670"/>
                      <a:pt x="10635" y="5245"/>
                      <a:pt x="10695" y="4818"/>
                    </a:cubicBezTo>
                    <a:lnTo>
                      <a:pt x="11086" y="4818"/>
                    </a:lnTo>
                    <a:cubicBezTo>
                      <a:pt x="11150" y="4818"/>
                      <a:pt x="11216" y="4820"/>
                      <a:pt x="11283" y="4820"/>
                    </a:cubicBezTo>
                    <a:cubicBezTo>
                      <a:pt x="11399" y="4820"/>
                      <a:pt x="11517" y="4815"/>
                      <a:pt x="11629" y="4790"/>
                    </a:cubicBezTo>
                    <a:cubicBezTo>
                      <a:pt x="12208" y="4649"/>
                      <a:pt x="12424" y="3913"/>
                      <a:pt x="11955" y="3523"/>
                    </a:cubicBezTo>
                    <a:lnTo>
                      <a:pt x="11955" y="3523"/>
                    </a:lnTo>
                    <a:cubicBezTo>
                      <a:pt x="11953" y="3522"/>
                      <a:pt x="11952" y="3520"/>
                      <a:pt x="11950" y="3519"/>
                    </a:cubicBezTo>
                    <a:lnTo>
                      <a:pt x="11950" y="3519"/>
                    </a:lnTo>
                    <a:cubicBezTo>
                      <a:pt x="11950" y="3519"/>
                      <a:pt x="11950" y="3519"/>
                      <a:pt x="11950" y="3519"/>
                    </a:cubicBezTo>
                    <a:cubicBezTo>
                      <a:pt x="11949" y="3518"/>
                      <a:pt x="11948" y="3517"/>
                      <a:pt x="11947" y="3516"/>
                    </a:cubicBezTo>
                    <a:lnTo>
                      <a:pt x="11947" y="3516"/>
                    </a:lnTo>
                    <a:cubicBezTo>
                      <a:pt x="11643" y="3280"/>
                      <a:pt x="11345" y="3044"/>
                      <a:pt x="11047" y="2802"/>
                    </a:cubicBezTo>
                    <a:cubicBezTo>
                      <a:pt x="10894" y="2689"/>
                      <a:pt x="10748" y="2570"/>
                      <a:pt x="10595" y="2452"/>
                    </a:cubicBezTo>
                    <a:cubicBezTo>
                      <a:pt x="10590" y="2447"/>
                      <a:pt x="10584" y="2442"/>
                      <a:pt x="10579" y="2438"/>
                    </a:cubicBezTo>
                    <a:lnTo>
                      <a:pt x="10579" y="2438"/>
                    </a:lnTo>
                    <a:cubicBezTo>
                      <a:pt x="10581" y="2434"/>
                      <a:pt x="10581" y="2423"/>
                      <a:pt x="10578" y="2401"/>
                    </a:cubicBezTo>
                    <a:cubicBezTo>
                      <a:pt x="10578" y="2339"/>
                      <a:pt x="10550" y="2271"/>
                      <a:pt x="10539" y="2215"/>
                    </a:cubicBezTo>
                    <a:cubicBezTo>
                      <a:pt x="10482" y="1977"/>
                      <a:pt x="10414" y="1752"/>
                      <a:pt x="10341" y="1520"/>
                    </a:cubicBezTo>
                    <a:cubicBezTo>
                      <a:pt x="10172" y="1017"/>
                      <a:pt x="9946" y="532"/>
                      <a:pt x="9680" y="69"/>
                    </a:cubicBezTo>
                    <a:cubicBezTo>
                      <a:pt x="9659" y="32"/>
                      <a:pt x="9614" y="0"/>
                      <a:pt x="957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8" name="Google Shape;578;p25"/>
              <p:cNvSpPr/>
              <p:nvPr/>
            </p:nvSpPr>
            <p:spPr>
              <a:xfrm>
                <a:off x="2238400" y="3068250"/>
                <a:ext cx="491350" cy="593850"/>
              </a:xfrm>
              <a:custGeom>
                <a:avLst/>
                <a:gdLst/>
                <a:ahLst/>
                <a:cxnLst/>
                <a:rect l="l" t="t" r="r" b="b"/>
                <a:pathLst>
                  <a:path w="19654" h="23754" extrusionOk="0">
                    <a:moveTo>
                      <a:pt x="9053" y="16696"/>
                    </a:moveTo>
                    <a:cubicBezTo>
                      <a:pt x="9052" y="16706"/>
                      <a:pt x="9051" y="16710"/>
                      <a:pt x="9050" y="16710"/>
                    </a:cubicBezTo>
                    <a:cubicBezTo>
                      <a:pt x="9049" y="16710"/>
                      <a:pt x="9049" y="16704"/>
                      <a:pt x="9053" y="16696"/>
                    </a:cubicBezTo>
                    <a:close/>
                    <a:moveTo>
                      <a:pt x="10377" y="281"/>
                    </a:moveTo>
                    <a:cubicBezTo>
                      <a:pt x="10954" y="281"/>
                      <a:pt x="11532" y="408"/>
                      <a:pt x="12063" y="667"/>
                    </a:cubicBezTo>
                    <a:cubicBezTo>
                      <a:pt x="13306" y="1272"/>
                      <a:pt x="14164" y="2525"/>
                      <a:pt x="14260" y="3909"/>
                    </a:cubicBezTo>
                    <a:cubicBezTo>
                      <a:pt x="14362" y="5388"/>
                      <a:pt x="13599" y="6829"/>
                      <a:pt x="12312" y="7574"/>
                    </a:cubicBezTo>
                    <a:cubicBezTo>
                      <a:pt x="12154" y="7664"/>
                      <a:pt x="11990" y="7743"/>
                      <a:pt x="11826" y="7811"/>
                    </a:cubicBezTo>
                    <a:cubicBezTo>
                      <a:pt x="11687" y="7867"/>
                      <a:pt x="11690" y="8088"/>
                      <a:pt x="11854" y="8088"/>
                    </a:cubicBezTo>
                    <a:cubicBezTo>
                      <a:pt x="11856" y="8088"/>
                      <a:pt x="11858" y="8088"/>
                      <a:pt x="11860" y="8088"/>
                    </a:cubicBezTo>
                    <a:lnTo>
                      <a:pt x="13492" y="8065"/>
                    </a:lnTo>
                    <a:cubicBezTo>
                      <a:pt x="13970" y="8056"/>
                      <a:pt x="14453" y="8034"/>
                      <a:pt x="14932" y="8034"/>
                    </a:cubicBezTo>
                    <a:cubicBezTo>
                      <a:pt x="15025" y="8034"/>
                      <a:pt x="15117" y="8035"/>
                      <a:pt x="15209" y="8037"/>
                    </a:cubicBezTo>
                    <a:cubicBezTo>
                      <a:pt x="16016" y="8054"/>
                      <a:pt x="16818" y="8252"/>
                      <a:pt x="17524" y="8647"/>
                    </a:cubicBezTo>
                    <a:cubicBezTo>
                      <a:pt x="18055" y="8958"/>
                      <a:pt x="18530" y="9364"/>
                      <a:pt x="18857" y="9889"/>
                    </a:cubicBezTo>
                    <a:cubicBezTo>
                      <a:pt x="19117" y="10302"/>
                      <a:pt x="19281" y="10770"/>
                      <a:pt x="19337" y="11256"/>
                    </a:cubicBezTo>
                    <a:cubicBezTo>
                      <a:pt x="19394" y="11680"/>
                      <a:pt x="19377" y="12109"/>
                      <a:pt x="19309" y="12532"/>
                    </a:cubicBezTo>
                    <a:cubicBezTo>
                      <a:pt x="19275" y="12753"/>
                      <a:pt x="19235" y="12984"/>
                      <a:pt x="19128" y="13176"/>
                    </a:cubicBezTo>
                    <a:cubicBezTo>
                      <a:pt x="18993" y="13436"/>
                      <a:pt x="18761" y="13639"/>
                      <a:pt x="18484" y="13730"/>
                    </a:cubicBezTo>
                    <a:cubicBezTo>
                      <a:pt x="18179" y="13831"/>
                      <a:pt x="17829" y="13820"/>
                      <a:pt x="17507" y="13843"/>
                    </a:cubicBezTo>
                    <a:cubicBezTo>
                      <a:pt x="17242" y="13859"/>
                      <a:pt x="16982" y="13876"/>
                      <a:pt x="16722" y="13888"/>
                    </a:cubicBezTo>
                    <a:cubicBezTo>
                      <a:pt x="16124" y="13922"/>
                      <a:pt x="15531" y="13944"/>
                      <a:pt x="14932" y="13967"/>
                    </a:cubicBezTo>
                    <a:cubicBezTo>
                      <a:pt x="13808" y="14012"/>
                      <a:pt x="12690" y="14046"/>
                      <a:pt x="11566" y="14102"/>
                    </a:cubicBezTo>
                    <a:cubicBezTo>
                      <a:pt x="11222" y="14119"/>
                      <a:pt x="10877" y="14136"/>
                      <a:pt x="10533" y="14176"/>
                    </a:cubicBezTo>
                    <a:cubicBezTo>
                      <a:pt x="10092" y="14232"/>
                      <a:pt x="9725" y="14464"/>
                      <a:pt x="9477" y="14831"/>
                    </a:cubicBezTo>
                    <a:cubicBezTo>
                      <a:pt x="9262" y="15153"/>
                      <a:pt x="9149" y="15542"/>
                      <a:pt x="9093" y="15921"/>
                    </a:cubicBezTo>
                    <a:cubicBezTo>
                      <a:pt x="9059" y="16169"/>
                      <a:pt x="9036" y="16429"/>
                      <a:pt x="9053" y="16677"/>
                    </a:cubicBezTo>
                    <a:cubicBezTo>
                      <a:pt x="9053" y="16683"/>
                      <a:pt x="9053" y="16688"/>
                      <a:pt x="9053" y="16692"/>
                    </a:cubicBezTo>
                    <a:lnTo>
                      <a:pt x="9053" y="16692"/>
                    </a:lnTo>
                    <a:cubicBezTo>
                      <a:pt x="9047" y="16704"/>
                      <a:pt x="9046" y="16721"/>
                      <a:pt x="9042" y="16734"/>
                    </a:cubicBezTo>
                    <a:cubicBezTo>
                      <a:pt x="9002" y="16836"/>
                      <a:pt x="8963" y="16937"/>
                      <a:pt x="8929" y="17039"/>
                    </a:cubicBezTo>
                    <a:lnTo>
                      <a:pt x="8522" y="18146"/>
                    </a:lnTo>
                    <a:cubicBezTo>
                      <a:pt x="8398" y="18485"/>
                      <a:pt x="8274" y="18823"/>
                      <a:pt x="8155" y="19162"/>
                    </a:cubicBezTo>
                    <a:cubicBezTo>
                      <a:pt x="8110" y="19281"/>
                      <a:pt x="8071" y="19371"/>
                      <a:pt x="8071" y="19496"/>
                    </a:cubicBezTo>
                    <a:lnTo>
                      <a:pt x="8071" y="21466"/>
                    </a:lnTo>
                    <a:lnTo>
                      <a:pt x="8071" y="23459"/>
                    </a:lnTo>
                    <a:lnTo>
                      <a:pt x="8071" y="23459"/>
                    </a:lnTo>
                    <a:cubicBezTo>
                      <a:pt x="7965" y="23442"/>
                      <a:pt x="7855" y="23412"/>
                      <a:pt x="7754" y="23392"/>
                    </a:cubicBezTo>
                    <a:cubicBezTo>
                      <a:pt x="7602" y="23364"/>
                      <a:pt x="7455" y="23336"/>
                      <a:pt x="7303" y="23302"/>
                    </a:cubicBezTo>
                    <a:cubicBezTo>
                      <a:pt x="7037" y="23245"/>
                      <a:pt x="6772" y="23178"/>
                      <a:pt x="6512" y="23099"/>
                    </a:cubicBezTo>
                    <a:cubicBezTo>
                      <a:pt x="6111" y="22974"/>
                      <a:pt x="5716" y="22822"/>
                      <a:pt x="5354" y="22602"/>
                    </a:cubicBezTo>
                    <a:cubicBezTo>
                      <a:pt x="4784" y="22251"/>
                      <a:pt x="4383" y="21749"/>
                      <a:pt x="4084" y="21156"/>
                    </a:cubicBezTo>
                    <a:cubicBezTo>
                      <a:pt x="3739" y="20461"/>
                      <a:pt x="3496" y="19727"/>
                      <a:pt x="3186" y="19021"/>
                    </a:cubicBezTo>
                    <a:cubicBezTo>
                      <a:pt x="2982" y="18558"/>
                      <a:pt x="2756" y="18106"/>
                      <a:pt x="2502" y="17666"/>
                    </a:cubicBezTo>
                    <a:cubicBezTo>
                      <a:pt x="2333" y="17366"/>
                      <a:pt x="2147" y="17078"/>
                      <a:pt x="1921" y="16819"/>
                    </a:cubicBezTo>
                    <a:cubicBezTo>
                      <a:pt x="1779" y="16649"/>
                      <a:pt x="1621" y="16502"/>
                      <a:pt x="1469" y="16344"/>
                    </a:cubicBezTo>
                    <a:cubicBezTo>
                      <a:pt x="899" y="15734"/>
                      <a:pt x="509" y="14972"/>
                      <a:pt x="362" y="14147"/>
                    </a:cubicBezTo>
                    <a:cubicBezTo>
                      <a:pt x="147" y="12928"/>
                      <a:pt x="498" y="11595"/>
                      <a:pt x="1153" y="10556"/>
                    </a:cubicBezTo>
                    <a:cubicBezTo>
                      <a:pt x="1667" y="9748"/>
                      <a:pt x="2418" y="9133"/>
                      <a:pt x="3282" y="8737"/>
                    </a:cubicBezTo>
                    <a:cubicBezTo>
                      <a:pt x="4021" y="8399"/>
                      <a:pt x="4835" y="8218"/>
                      <a:pt x="5642" y="8144"/>
                    </a:cubicBezTo>
                    <a:cubicBezTo>
                      <a:pt x="5930" y="8120"/>
                      <a:pt x="6218" y="8108"/>
                      <a:pt x="6506" y="8108"/>
                    </a:cubicBezTo>
                    <a:cubicBezTo>
                      <a:pt x="6760" y="8108"/>
                      <a:pt x="7015" y="8118"/>
                      <a:pt x="7269" y="8139"/>
                    </a:cubicBezTo>
                    <a:cubicBezTo>
                      <a:pt x="7453" y="8156"/>
                      <a:pt x="7638" y="8162"/>
                      <a:pt x="7824" y="8162"/>
                    </a:cubicBezTo>
                    <a:cubicBezTo>
                      <a:pt x="8118" y="8162"/>
                      <a:pt x="8413" y="8148"/>
                      <a:pt x="8703" y="8144"/>
                    </a:cubicBezTo>
                    <a:cubicBezTo>
                      <a:pt x="8799" y="8139"/>
                      <a:pt x="8890" y="8139"/>
                      <a:pt x="8980" y="8139"/>
                    </a:cubicBezTo>
                    <a:cubicBezTo>
                      <a:pt x="9149" y="8133"/>
                      <a:pt x="9166" y="7913"/>
                      <a:pt x="9019" y="7862"/>
                    </a:cubicBezTo>
                    <a:cubicBezTo>
                      <a:pt x="7653" y="7359"/>
                      <a:pt x="6636" y="6089"/>
                      <a:pt x="6478" y="4637"/>
                    </a:cubicBezTo>
                    <a:cubicBezTo>
                      <a:pt x="6320" y="3231"/>
                      <a:pt x="6941" y="1814"/>
                      <a:pt x="8099" y="1001"/>
                    </a:cubicBezTo>
                    <a:cubicBezTo>
                      <a:pt x="8770" y="527"/>
                      <a:pt x="9573" y="281"/>
                      <a:pt x="10377" y="281"/>
                    </a:cubicBezTo>
                    <a:close/>
                    <a:moveTo>
                      <a:pt x="10357" y="1"/>
                    </a:moveTo>
                    <a:cubicBezTo>
                      <a:pt x="9678" y="1"/>
                      <a:pt x="8998" y="162"/>
                      <a:pt x="8387" y="487"/>
                    </a:cubicBezTo>
                    <a:cubicBezTo>
                      <a:pt x="7065" y="1193"/>
                      <a:pt x="6207" y="2587"/>
                      <a:pt x="6167" y="4090"/>
                    </a:cubicBezTo>
                    <a:cubicBezTo>
                      <a:pt x="6134" y="5640"/>
                      <a:pt x="6987" y="7120"/>
                      <a:pt x="8349" y="7866"/>
                    </a:cubicBezTo>
                    <a:lnTo>
                      <a:pt x="8349" y="7866"/>
                    </a:lnTo>
                    <a:cubicBezTo>
                      <a:pt x="8259" y="7867"/>
                      <a:pt x="8168" y="7868"/>
                      <a:pt x="8076" y="7868"/>
                    </a:cubicBezTo>
                    <a:cubicBezTo>
                      <a:pt x="7931" y="7871"/>
                      <a:pt x="7783" y="7886"/>
                      <a:pt x="7636" y="7886"/>
                    </a:cubicBezTo>
                    <a:cubicBezTo>
                      <a:pt x="7566" y="7886"/>
                      <a:pt x="7496" y="7882"/>
                      <a:pt x="7427" y="7873"/>
                    </a:cubicBezTo>
                    <a:cubicBezTo>
                      <a:pt x="7121" y="7839"/>
                      <a:pt x="6810" y="7825"/>
                      <a:pt x="6501" y="7825"/>
                    </a:cubicBezTo>
                    <a:cubicBezTo>
                      <a:pt x="6353" y="7825"/>
                      <a:pt x="6206" y="7828"/>
                      <a:pt x="6060" y="7834"/>
                    </a:cubicBezTo>
                    <a:cubicBezTo>
                      <a:pt x="5253" y="7873"/>
                      <a:pt x="4445" y="8003"/>
                      <a:pt x="3683" y="8274"/>
                    </a:cubicBezTo>
                    <a:cubicBezTo>
                      <a:pt x="2790" y="8591"/>
                      <a:pt x="1960" y="9104"/>
                      <a:pt x="1339" y="9833"/>
                    </a:cubicBezTo>
                    <a:cubicBezTo>
                      <a:pt x="966" y="10268"/>
                      <a:pt x="684" y="10753"/>
                      <a:pt x="469" y="11279"/>
                    </a:cubicBezTo>
                    <a:cubicBezTo>
                      <a:pt x="204" y="11928"/>
                      <a:pt x="34" y="12623"/>
                      <a:pt x="18" y="13329"/>
                    </a:cubicBezTo>
                    <a:cubicBezTo>
                      <a:pt x="1" y="14323"/>
                      <a:pt x="311" y="15300"/>
                      <a:pt x="899" y="16096"/>
                    </a:cubicBezTo>
                    <a:cubicBezTo>
                      <a:pt x="1130" y="16412"/>
                      <a:pt x="1412" y="16661"/>
                      <a:pt x="1667" y="16954"/>
                    </a:cubicBezTo>
                    <a:cubicBezTo>
                      <a:pt x="2079" y="17417"/>
                      <a:pt x="2372" y="17982"/>
                      <a:pt x="2649" y="18535"/>
                    </a:cubicBezTo>
                    <a:cubicBezTo>
                      <a:pt x="3028" y="19304"/>
                      <a:pt x="3310" y="20105"/>
                      <a:pt x="3649" y="20890"/>
                    </a:cubicBezTo>
                    <a:cubicBezTo>
                      <a:pt x="3920" y="21512"/>
                      <a:pt x="4259" y="22110"/>
                      <a:pt x="4790" y="22545"/>
                    </a:cubicBezTo>
                    <a:cubicBezTo>
                      <a:pt x="5501" y="23127"/>
                      <a:pt x="6410" y="23403"/>
                      <a:pt x="7291" y="23590"/>
                    </a:cubicBezTo>
                    <a:cubicBezTo>
                      <a:pt x="7444" y="23624"/>
                      <a:pt x="7596" y="23652"/>
                      <a:pt x="7749" y="23680"/>
                    </a:cubicBezTo>
                    <a:cubicBezTo>
                      <a:pt x="7896" y="23703"/>
                      <a:pt x="8059" y="23754"/>
                      <a:pt x="8212" y="23754"/>
                    </a:cubicBezTo>
                    <a:cubicBezTo>
                      <a:pt x="8285" y="23754"/>
                      <a:pt x="8353" y="23686"/>
                      <a:pt x="8353" y="23612"/>
                    </a:cubicBezTo>
                    <a:lnTo>
                      <a:pt x="8353" y="22071"/>
                    </a:lnTo>
                    <a:lnTo>
                      <a:pt x="8353" y="19761"/>
                    </a:lnTo>
                    <a:lnTo>
                      <a:pt x="8353" y="19479"/>
                    </a:lnTo>
                    <a:cubicBezTo>
                      <a:pt x="8353" y="19465"/>
                      <a:pt x="8357" y="19448"/>
                      <a:pt x="8355" y="19430"/>
                    </a:cubicBezTo>
                    <a:lnTo>
                      <a:pt x="8355" y="19430"/>
                    </a:lnTo>
                    <a:cubicBezTo>
                      <a:pt x="8399" y="19357"/>
                      <a:pt x="8416" y="19257"/>
                      <a:pt x="8449" y="19179"/>
                    </a:cubicBezTo>
                    <a:cubicBezTo>
                      <a:pt x="8505" y="19021"/>
                      <a:pt x="8562" y="18857"/>
                      <a:pt x="8618" y="18699"/>
                    </a:cubicBezTo>
                    <a:cubicBezTo>
                      <a:pt x="8765" y="18304"/>
                      <a:pt x="8912" y="17909"/>
                      <a:pt x="9053" y="17513"/>
                    </a:cubicBezTo>
                    <a:cubicBezTo>
                      <a:pt x="9144" y="17270"/>
                      <a:pt x="9251" y="17022"/>
                      <a:pt x="9324" y="16774"/>
                    </a:cubicBezTo>
                    <a:cubicBezTo>
                      <a:pt x="9336" y="16734"/>
                      <a:pt x="9336" y="16694"/>
                      <a:pt x="9336" y="16655"/>
                    </a:cubicBezTo>
                    <a:cubicBezTo>
                      <a:pt x="9330" y="16548"/>
                      <a:pt x="9330" y="16446"/>
                      <a:pt x="9336" y="16339"/>
                    </a:cubicBezTo>
                    <a:cubicBezTo>
                      <a:pt x="9353" y="15994"/>
                      <a:pt x="9415" y="15644"/>
                      <a:pt x="9539" y="15322"/>
                    </a:cubicBezTo>
                    <a:cubicBezTo>
                      <a:pt x="9674" y="14972"/>
                      <a:pt x="9929" y="14644"/>
                      <a:pt x="10296" y="14520"/>
                    </a:cubicBezTo>
                    <a:cubicBezTo>
                      <a:pt x="10612" y="14407"/>
                      <a:pt x="10985" y="14419"/>
                      <a:pt x="11318" y="14396"/>
                    </a:cubicBezTo>
                    <a:cubicBezTo>
                      <a:pt x="12419" y="14334"/>
                      <a:pt x="13526" y="14306"/>
                      <a:pt x="14627" y="14260"/>
                    </a:cubicBezTo>
                    <a:cubicBezTo>
                      <a:pt x="15824" y="14215"/>
                      <a:pt x="17027" y="14187"/>
                      <a:pt x="18219" y="14068"/>
                    </a:cubicBezTo>
                    <a:cubicBezTo>
                      <a:pt x="18840" y="14006"/>
                      <a:pt x="19360" y="13583"/>
                      <a:pt x="19512" y="12967"/>
                    </a:cubicBezTo>
                    <a:cubicBezTo>
                      <a:pt x="19603" y="12566"/>
                      <a:pt x="19653" y="12154"/>
                      <a:pt x="19653" y="11742"/>
                    </a:cubicBezTo>
                    <a:cubicBezTo>
                      <a:pt x="19648" y="10691"/>
                      <a:pt x="19247" y="9686"/>
                      <a:pt x="18456" y="8975"/>
                    </a:cubicBezTo>
                    <a:cubicBezTo>
                      <a:pt x="18214" y="8760"/>
                      <a:pt x="17949" y="8569"/>
                      <a:pt x="17668" y="8405"/>
                    </a:cubicBezTo>
                    <a:lnTo>
                      <a:pt x="17668" y="8405"/>
                    </a:lnTo>
                    <a:cubicBezTo>
                      <a:pt x="17667" y="8405"/>
                      <a:pt x="17666" y="8405"/>
                      <a:pt x="17665" y="8404"/>
                    </a:cubicBezTo>
                    <a:lnTo>
                      <a:pt x="17665" y="8404"/>
                    </a:lnTo>
                    <a:cubicBezTo>
                      <a:pt x="17665" y="8404"/>
                      <a:pt x="17665" y="8404"/>
                      <a:pt x="17665" y="8404"/>
                    </a:cubicBezTo>
                    <a:cubicBezTo>
                      <a:pt x="17665" y="8404"/>
                      <a:pt x="17664" y="8403"/>
                      <a:pt x="17663" y="8403"/>
                    </a:cubicBezTo>
                    <a:lnTo>
                      <a:pt x="17663" y="8403"/>
                    </a:lnTo>
                    <a:cubicBezTo>
                      <a:pt x="17031" y="8048"/>
                      <a:pt x="16326" y="7845"/>
                      <a:pt x="15604" y="7777"/>
                    </a:cubicBezTo>
                    <a:cubicBezTo>
                      <a:pt x="15430" y="7761"/>
                      <a:pt x="15255" y="7756"/>
                      <a:pt x="15078" y="7756"/>
                    </a:cubicBezTo>
                    <a:cubicBezTo>
                      <a:pt x="14956" y="7756"/>
                      <a:pt x="14834" y="7758"/>
                      <a:pt x="14712" y="7760"/>
                    </a:cubicBezTo>
                    <a:cubicBezTo>
                      <a:pt x="13983" y="7772"/>
                      <a:pt x="13249" y="7783"/>
                      <a:pt x="12515" y="7794"/>
                    </a:cubicBezTo>
                    <a:cubicBezTo>
                      <a:pt x="12504" y="7795"/>
                      <a:pt x="12493" y="7795"/>
                      <a:pt x="12482" y="7795"/>
                    </a:cubicBezTo>
                    <a:lnTo>
                      <a:pt x="12482" y="7795"/>
                    </a:lnTo>
                    <a:cubicBezTo>
                      <a:pt x="13647" y="7105"/>
                      <a:pt x="14435" y="5881"/>
                      <a:pt x="14542" y="4502"/>
                    </a:cubicBezTo>
                    <a:cubicBezTo>
                      <a:pt x="14655" y="2994"/>
                      <a:pt x="13921" y="1514"/>
                      <a:pt x="12662" y="684"/>
                    </a:cubicBezTo>
                    <a:cubicBezTo>
                      <a:pt x="11974" y="230"/>
                      <a:pt x="11166" y="1"/>
                      <a:pt x="10357"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9" name="Google Shape;579;p25"/>
              <p:cNvSpPr/>
              <p:nvPr/>
            </p:nvSpPr>
            <p:spPr>
              <a:xfrm>
                <a:off x="2034250" y="3757575"/>
                <a:ext cx="999750" cy="706175"/>
              </a:xfrm>
              <a:custGeom>
                <a:avLst/>
                <a:gdLst/>
                <a:ahLst/>
                <a:cxnLst/>
                <a:rect l="l" t="t" r="r" b="b"/>
                <a:pathLst>
                  <a:path w="39990" h="28247" extrusionOk="0">
                    <a:moveTo>
                      <a:pt x="23761" y="292"/>
                    </a:moveTo>
                    <a:lnTo>
                      <a:pt x="23761" y="292"/>
                    </a:lnTo>
                    <a:cubicBezTo>
                      <a:pt x="24471" y="886"/>
                      <a:pt x="25244" y="1415"/>
                      <a:pt x="26018" y="1918"/>
                    </a:cubicBezTo>
                    <a:cubicBezTo>
                      <a:pt x="26831" y="2438"/>
                      <a:pt x="27667" y="2918"/>
                      <a:pt x="28531" y="3353"/>
                    </a:cubicBezTo>
                    <a:cubicBezTo>
                      <a:pt x="29418" y="3793"/>
                      <a:pt x="30315" y="4194"/>
                      <a:pt x="31168" y="4702"/>
                    </a:cubicBezTo>
                    <a:cubicBezTo>
                      <a:pt x="33393" y="6030"/>
                      <a:pt x="35426" y="7848"/>
                      <a:pt x="36674" y="10146"/>
                    </a:cubicBezTo>
                    <a:cubicBezTo>
                      <a:pt x="36883" y="10535"/>
                      <a:pt x="37080" y="10925"/>
                      <a:pt x="37199" y="11342"/>
                    </a:cubicBezTo>
                    <a:lnTo>
                      <a:pt x="37199" y="11342"/>
                    </a:lnTo>
                    <a:cubicBezTo>
                      <a:pt x="37199" y="11342"/>
                      <a:pt x="37199" y="11343"/>
                      <a:pt x="37200" y="11344"/>
                    </a:cubicBezTo>
                    <a:cubicBezTo>
                      <a:pt x="37200" y="11344"/>
                      <a:pt x="37200" y="11344"/>
                      <a:pt x="37200" y="11344"/>
                    </a:cubicBezTo>
                    <a:lnTo>
                      <a:pt x="37200" y="11344"/>
                    </a:lnTo>
                    <a:cubicBezTo>
                      <a:pt x="37200" y="11344"/>
                      <a:pt x="37200" y="11345"/>
                      <a:pt x="37200" y="11345"/>
                    </a:cubicBezTo>
                    <a:lnTo>
                      <a:pt x="37200" y="11345"/>
                    </a:lnTo>
                    <a:cubicBezTo>
                      <a:pt x="37482" y="12299"/>
                      <a:pt x="37697" y="13270"/>
                      <a:pt x="37911" y="14235"/>
                    </a:cubicBezTo>
                    <a:cubicBezTo>
                      <a:pt x="38470" y="16822"/>
                      <a:pt x="38894" y="19442"/>
                      <a:pt x="39199" y="22068"/>
                    </a:cubicBezTo>
                    <a:cubicBezTo>
                      <a:pt x="39430" y="24026"/>
                      <a:pt x="39597" y="25995"/>
                      <a:pt x="39700" y="27964"/>
                    </a:cubicBezTo>
                    <a:lnTo>
                      <a:pt x="296" y="27964"/>
                    </a:lnTo>
                    <a:cubicBezTo>
                      <a:pt x="480" y="24425"/>
                      <a:pt x="867" y="20892"/>
                      <a:pt x="1469" y="17398"/>
                    </a:cubicBezTo>
                    <a:cubicBezTo>
                      <a:pt x="1796" y="15523"/>
                      <a:pt x="2175" y="13653"/>
                      <a:pt x="2666" y="11812"/>
                    </a:cubicBezTo>
                    <a:cubicBezTo>
                      <a:pt x="2835" y="11169"/>
                      <a:pt x="3067" y="10604"/>
                      <a:pt x="3395" y="10017"/>
                    </a:cubicBezTo>
                    <a:cubicBezTo>
                      <a:pt x="4569" y="7916"/>
                      <a:pt x="6399" y="6222"/>
                      <a:pt x="8421" y="4951"/>
                    </a:cubicBezTo>
                    <a:cubicBezTo>
                      <a:pt x="9189" y="4471"/>
                      <a:pt x="9985" y="4047"/>
                      <a:pt x="10804" y="3669"/>
                    </a:cubicBezTo>
                    <a:cubicBezTo>
                      <a:pt x="11662" y="3268"/>
                      <a:pt x="12498" y="2822"/>
                      <a:pt x="13306" y="2336"/>
                    </a:cubicBezTo>
                    <a:cubicBezTo>
                      <a:pt x="14294" y="1738"/>
                      <a:pt x="15248" y="1088"/>
                      <a:pt x="16146" y="365"/>
                    </a:cubicBezTo>
                    <a:cubicBezTo>
                      <a:pt x="16176" y="339"/>
                      <a:pt x="16205" y="316"/>
                      <a:pt x="16233" y="292"/>
                    </a:cubicBezTo>
                    <a:lnTo>
                      <a:pt x="16254" y="292"/>
                    </a:lnTo>
                    <a:cubicBezTo>
                      <a:pt x="16316" y="684"/>
                      <a:pt x="16490" y="1065"/>
                      <a:pt x="16767" y="1348"/>
                    </a:cubicBezTo>
                    <a:cubicBezTo>
                      <a:pt x="17137" y="1727"/>
                      <a:pt x="17676" y="1907"/>
                      <a:pt x="18203" y="1907"/>
                    </a:cubicBezTo>
                    <a:cubicBezTo>
                      <a:pt x="18336" y="1907"/>
                      <a:pt x="18469" y="1896"/>
                      <a:pt x="18597" y="1873"/>
                    </a:cubicBezTo>
                    <a:cubicBezTo>
                      <a:pt x="19030" y="1802"/>
                      <a:pt x="19444" y="1611"/>
                      <a:pt x="19757" y="1306"/>
                    </a:cubicBezTo>
                    <a:lnTo>
                      <a:pt x="19757" y="1306"/>
                    </a:lnTo>
                    <a:cubicBezTo>
                      <a:pt x="20163" y="1705"/>
                      <a:pt x="20725" y="1905"/>
                      <a:pt x="21280" y="1905"/>
                    </a:cubicBezTo>
                    <a:cubicBezTo>
                      <a:pt x="22060" y="1905"/>
                      <a:pt x="22828" y="1511"/>
                      <a:pt x="23138" y="727"/>
                    </a:cubicBezTo>
                    <a:cubicBezTo>
                      <a:pt x="23194" y="585"/>
                      <a:pt x="23233" y="440"/>
                      <a:pt x="23256" y="292"/>
                    </a:cubicBezTo>
                    <a:close/>
                    <a:moveTo>
                      <a:pt x="23739" y="1"/>
                    </a:moveTo>
                    <a:cubicBezTo>
                      <a:pt x="23674" y="1"/>
                      <a:pt x="23606" y="9"/>
                      <a:pt x="23550" y="9"/>
                    </a:cubicBezTo>
                    <a:lnTo>
                      <a:pt x="23132" y="9"/>
                    </a:lnTo>
                    <a:cubicBezTo>
                      <a:pt x="23053" y="9"/>
                      <a:pt x="22997" y="77"/>
                      <a:pt x="22991" y="151"/>
                    </a:cubicBezTo>
                    <a:cubicBezTo>
                      <a:pt x="22951" y="642"/>
                      <a:pt x="22652" y="1173"/>
                      <a:pt x="22178" y="1421"/>
                    </a:cubicBezTo>
                    <a:cubicBezTo>
                      <a:pt x="21912" y="1562"/>
                      <a:pt x="21610" y="1630"/>
                      <a:pt x="21308" y="1630"/>
                    </a:cubicBezTo>
                    <a:cubicBezTo>
                      <a:pt x="20762" y="1630"/>
                      <a:pt x="20213" y="1410"/>
                      <a:pt x="19857" y="1003"/>
                    </a:cubicBezTo>
                    <a:cubicBezTo>
                      <a:pt x="19831" y="975"/>
                      <a:pt x="19793" y="961"/>
                      <a:pt x="19756" y="961"/>
                    </a:cubicBezTo>
                    <a:cubicBezTo>
                      <a:pt x="19718" y="961"/>
                      <a:pt x="19682" y="975"/>
                      <a:pt x="19659" y="1003"/>
                    </a:cubicBezTo>
                    <a:cubicBezTo>
                      <a:pt x="19299" y="1410"/>
                      <a:pt x="18751" y="1630"/>
                      <a:pt x="18206" y="1630"/>
                    </a:cubicBezTo>
                    <a:cubicBezTo>
                      <a:pt x="17904" y="1630"/>
                      <a:pt x="17604" y="1562"/>
                      <a:pt x="17338" y="1421"/>
                    </a:cubicBezTo>
                    <a:cubicBezTo>
                      <a:pt x="16863" y="1173"/>
                      <a:pt x="16559" y="642"/>
                      <a:pt x="16519" y="151"/>
                    </a:cubicBezTo>
                    <a:cubicBezTo>
                      <a:pt x="16513" y="77"/>
                      <a:pt x="16463" y="9"/>
                      <a:pt x="16378" y="9"/>
                    </a:cubicBezTo>
                    <a:cubicBezTo>
                      <a:pt x="16350" y="9"/>
                      <a:pt x="16324" y="9"/>
                      <a:pt x="16298" y="9"/>
                    </a:cubicBezTo>
                    <a:cubicBezTo>
                      <a:pt x="16208" y="9"/>
                      <a:pt x="16129" y="16"/>
                      <a:pt x="16050" y="77"/>
                    </a:cubicBezTo>
                    <a:cubicBezTo>
                      <a:pt x="15960" y="145"/>
                      <a:pt x="15875" y="224"/>
                      <a:pt x="15785" y="292"/>
                    </a:cubicBezTo>
                    <a:cubicBezTo>
                      <a:pt x="15373" y="619"/>
                      <a:pt x="14943" y="924"/>
                      <a:pt x="14509" y="1224"/>
                    </a:cubicBezTo>
                    <a:cubicBezTo>
                      <a:pt x="13820" y="1698"/>
                      <a:pt x="13102" y="2139"/>
                      <a:pt x="12374" y="2551"/>
                    </a:cubicBezTo>
                    <a:cubicBezTo>
                      <a:pt x="11527" y="3025"/>
                      <a:pt x="10640" y="3409"/>
                      <a:pt x="9776" y="3855"/>
                    </a:cubicBezTo>
                    <a:cubicBezTo>
                      <a:pt x="7336" y="5115"/>
                      <a:pt x="5083" y="6882"/>
                      <a:pt x="3558" y="9198"/>
                    </a:cubicBezTo>
                    <a:cubicBezTo>
                      <a:pt x="3112" y="9881"/>
                      <a:pt x="2700" y="10626"/>
                      <a:pt x="2474" y="11423"/>
                    </a:cubicBezTo>
                    <a:cubicBezTo>
                      <a:pt x="2034" y="13015"/>
                      <a:pt x="1695" y="14636"/>
                      <a:pt x="1390" y="16257"/>
                    </a:cubicBezTo>
                    <a:cubicBezTo>
                      <a:pt x="752" y="19657"/>
                      <a:pt x="328" y="23096"/>
                      <a:pt x="97" y="26541"/>
                    </a:cubicBezTo>
                    <a:cubicBezTo>
                      <a:pt x="63" y="27060"/>
                      <a:pt x="34" y="27585"/>
                      <a:pt x="6" y="28105"/>
                    </a:cubicBezTo>
                    <a:cubicBezTo>
                      <a:pt x="1" y="28184"/>
                      <a:pt x="74" y="28246"/>
                      <a:pt x="147" y="28246"/>
                    </a:cubicBezTo>
                    <a:lnTo>
                      <a:pt x="39848" y="28246"/>
                    </a:lnTo>
                    <a:cubicBezTo>
                      <a:pt x="39922" y="28246"/>
                      <a:pt x="39989" y="28184"/>
                      <a:pt x="39989" y="28105"/>
                    </a:cubicBezTo>
                    <a:cubicBezTo>
                      <a:pt x="39820" y="24745"/>
                      <a:pt x="39464" y="21390"/>
                      <a:pt x="38922" y="18064"/>
                    </a:cubicBezTo>
                    <a:cubicBezTo>
                      <a:pt x="38600" y="16104"/>
                      <a:pt x="38216" y="14156"/>
                      <a:pt x="37730" y="12230"/>
                    </a:cubicBezTo>
                    <a:cubicBezTo>
                      <a:pt x="37651" y="11908"/>
                      <a:pt x="37567" y="11586"/>
                      <a:pt x="37476" y="11270"/>
                    </a:cubicBezTo>
                    <a:cubicBezTo>
                      <a:pt x="37363" y="10881"/>
                      <a:pt x="37177" y="10502"/>
                      <a:pt x="36991" y="10146"/>
                    </a:cubicBezTo>
                    <a:cubicBezTo>
                      <a:pt x="36494" y="9192"/>
                      <a:pt x="35850" y="8311"/>
                      <a:pt x="35121" y="7520"/>
                    </a:cubicBezTo>
                    <a:cubicBezTo>
                      <a:pt x="33992" y="6284"/>
                      <a:pt x="32648" y="5245"/>
                      <a:pt x="31202" y="4397"/>
                    </a:cubicBezTo>
                    <a:cubicBezTo>
                      <a:pt x="30259" y="3844"/>
                      <a:pt x="29259" y="3415"/>
                      <a:pt x="28294" y="2912"/>
                    </a:cubicBezTo>
                    <a:cubicBezTo>
                      <a:pt x="27413" y="2455"/>
                      <a:pt x="26566" y="1947"/>
                      <a:pt x="25741" y="1399"/>
                    </a:cubicBezTo>
                    <a:cubicBezTo>
                      <a:pt x="25182" y="1026"/>
                      <a:pt x="24634" y="631"/>
                      <a:pt x="24103" y="207"/>
                    </a:cubicBezTo>
                    <a:cubicBezTo>
                      <a:pt x="24036" y="151"/>
                      <a:pt x="23945" y="49"/>
                      <a:pt x="23855" y="15"/>
                    </a:cubicBezTo>
                    <a:cubicBezTo>
                      <a:pt x="23820" y="4"/>
                      <a:pt x="23780" y="1"/>
                      <a:pt x="23739"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0" name="Google Shape;580;p25"/>
              <p:cNvSpPr/>
              <p:nvPr/>
            </p:nvSpPr>
            <p:spPr>
              <a:xfrm>
                <a:off x="2440000" y="3757225"/>
                <a:ext cx="176225" cy="7650"/>
              </a:xfrm>
              <a:custGeom>
                <a:avLst/>
                <a:gdLst/>
                <a:ahLst/>
                <a:cxnLst/>
                <a:rect l="l" t="t" r="r" b="b"/>
                <a:pathLst>
                  <a:path w="7049" h="306" extrusionOk="0">
                    <a:moveTo>
                      <a:pt x="148" y="1"/>
                    </a:moveTo>
                    <a:cubicBezTo>
                      <a:pt x="74" y="1"/>
                      <a:pt x="1" y="63"/>
                      <a:pt x="7" y="142"/>
                    </a:cubicBezTo>
                    <a:cubicBezTo>
                      <a:pt x="7" y="148"/>
                      <a:pt x="7" y="159"/>
                      <a:pt x="7" y="165"/>
                    </a:cubicBezTo>
                    <a:cubicBezTo>
                      <a:pt x="12" y="244"/>
                      <a:pt x="69" y="306"/>
                      <a:pt x="148" y="306"/>
                    </a:cubicBezTo>
                    <a:lnTo>
                      <a:pt x="6902" y="306"/>
                    </a:lnTo>
                    <a:cubicBezTo>
                      <a:pt x="6962" y="306"/>
                      <a:pt x="7003" y="274"/>
                      <a:pt x="7023" y="232"/>
                    </a:cubicBezTo>
                    <a:lnTo>
                      <a:pt x="7023" y="232"/>
                    </a:lnTo>
                    <a:cubicBezTo>
                      <a:pt x="7034" y="214"/>
                      <a:pt x="7042" y="191"/>
                      <a:pt x="7043" y="165"/>
                    </a:cubicBezTo>
                    <a:cubicBezTo>
                      <a:pt x="7043" y="159"/>
                      <a:pt x="7043" y="148"/>
                      <a:pt x="7043" y="142"/>
                    </a:cubicBezTo>
                    <a:cubicBezTo>
                      <a:pt x="7049" y="63"/>
                      <a:pt x="6975" y="1"/>
                      <a:pt x="690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1" name="Google Shape;581;p25"/>
              <p:cNvSpPr/>
              <p:nvPr/>
            </p:nvSpPr>
            <p:spPr>
              <a:xfrm>
                <a:off x="2440000" y="3757800"/>
                <a:ext cx="176225" cy="47450"/>
              </a:xfrm>
              <a:custGeom>
                <a:avLst/>
                <a:gdLst/>
                <a:ahLst/>
                <a:cxnLst/>
                <a:rect l="l" t="t" r="r" b="b"/>
                <a:pathLst>
                  <a:path w="7049" h="1898" extrusionOk="0">
                    <a:moveTo>
                      <a:pt x="6741" y="283"/>
                    </a:moveTo>
                    <a:cubicBezTo>
                      <a:pt x="6725" y="362"/>
                      <a:pt x="6708" y="441"/>
                      <a:pt x="6682" y="520"/>
                    </a:cubicBezTo>
                    <a:cubicBezTo>
                      <a:pt x="6608" y="735"/>
                      <a:pt x="6495" y="944"/>
                      <a:pt x="6337" y="1113"/>
                    </a:cubicBezTo>
                    <a:cubicBezTo>
                      <a:pt x="6020" y="1454"/>
                      <a:pt x="5533" y="1618"/>
                      <a:pt x="5070" y="1618"/>
                    </a:cubicBezTo>
                    <a:cubicBezTo>
                      <a:pt x="4965" y="1618"/>
                      <a:pt x="4862" y="1610"/>
                      <a:pt x="4762" y="1593"/>
                    </a:cubicBezTo>
                    <a:cubicBezTo>
                      <a:pt x="4327" y="1520"/>
                      <a:pt x="3920" y="1328"/>
                      <a:pt x="3627" y="994"/>
                    </a:cubicBezTo>
                    <a:cubicBezTo>
                      <a:pt x="3601" y="966"/>
                      <a:pt x="3563" y="952"/>
                      <a:pt x="3526" y="952"/>
                    </a:cubicBezTo>
                    <a:cubicBezTo>
                      <a:pt x="3488" y="952"/>
                      <a:pt x="3452" y="966"/>
                      <a:pt x="3429" y="994"/>
                    </a:cubicBezTo>
                    <a:cubicBezTo>
                      <a:pt x="3096" y="1378"/>
                      <a:pt x="2559" y="1616"/>
                      <a:pt x="2051" y="1616"/>
                    </a:cubicBezTo>
                    <a:cubicBezTo>
                      <a:pt x="1582" y="1616"/>
                      <a:pt x="1102" y="1503"/>
                      <a:pt x="758" y="1158"/>
                    </a:cubicBezTo>
                    <a:cubicBezTo>
                      <a:pt x="543" y="944"/>
                      <a:pt x="402" y="673"/>
                      <a:pt x="334" y="384"/>
                    </a:cubicBezTo>
                    <a:cubicBezTo>
                      <a:pt x="324" y="349"/>
                      <a:pt x="317" y="316"/>
                      <a:pt x="312" y="283"/>
                    </a:cubicBezTo>
                    <a:close/>
                    <a:moveTo>
                      <a:pt x="148" y="0"/>
                    </a:moveTo>
                    <a:cubicBezTo>
                      <a:pt x="80" y="0"/>
                      <a:pt x="1" y="68"/>
                      <a:pt x="7" y="142"/>
                    </a:cubicBezTo>
                    <a:cubicBezTo>
                      <a:pt x="63" y="802"/>
                      <a:pt x="453" y="1429"/>
                      <a:pt x="1063" y="1706"/>
                    </a:cubicBezTo>
                    <a:cubicBezTo>
                      <a:pt x="1379" y="1847"/>
                      <a:pt x="1712" y="1898"/>
                      <a:pt x="2051" y="1898"/>
                    </a:cubicBezTo>
                    <a:cubicBezTo>
                      <a:pt x="2584" y="1898"/>
                      <a:pt x="3146" y="1670"/>
                      <a:pt x="3527" y="1298"/>
                    </a:cubicBezTo>
                    <a:lnTo>
                      <a:pt x="3527" y="1298"/>
                    </a:lnTo>
                    <a:cubicBezTo>
                      <a:pt x="3929" y="1698"/>
                      <a:pt x="4498" y="1894"/>
                      <a:pt x="5064" y="1894"/>
                    </a:cubicBezTo>
                    <a:cubicBezTo>
                      <a:pt x="5178" y="1894"/>
                      <a:pt x="5293" y="1886"/>
                      <a:pt x="5406" y="1870"/>
                    </a:cubicBezTo>
                    <a:cubicBezTo>
                      <a:pt x="6100" y="1774"/>
                      <a:pt x="6659" y="1356"/>
                      <a:pt x="6913" y="701"/>
                    </a:cubicBezTo>
                    <a:cubicBezTo>
                      <a:pt x="6987" y="520"/>
                      <a:pt x="7026" y="334"/>
                      <a:pt x="7043" y="142"/>
                    </a:cubicBezTo>
                    <a:cubicBezTo>
                      <a:pt x="7049" y="68"/>
                      <a:pt x="6975" y="0"/>
                      <a:pt x="690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582" name="Google Shape;582;p25"/>
            <p:cNvGrpSpPr/>
            <p:nvPr/>
          </p:nvGrpSpPr>
          <p:grpSpPr>
            <a:xfrm>
              <a:off x="-664688" y="2919174"/>
              <a:ext cx="1503024" cy="1913264"/>
              <a:chOff x="511450" y="3191125"/>
              <a:chExt cx="999750" cy="1272625"/>
            </a:xfrm>
          </p:grpSpPr>
          <p:sp>
            <p:nvSpPr>
              <p:cNvPr id="583" name="Google Shape;583;p25"/>
              <p:cNvSpPr/>
              <p:nvPr/>
            </p:nvSpPr>
            <p:spPr>
              <a:xfrm>
                <a:off x="511450" y="3757725"/>
                <a:ext cx="999750" cy="706025"/>
              </a:xfrm>
              <a:custGeom>
                <a:avLst/>
                <a:gdLst/>
                <a:ahLst/>
                <a:cxnLst/>
                <a:rect l="l" t="t" r="r" b="b"/>
                <a:pathLst>
                  <a:path w="39990" h="28241" extrusionOk="0">
                    <a:moveTo>
                      <a:pt x="23761" y="286"/>
                    </a:moveTo>
                    <a:cubicBezTo>
                      <a:pt x="24470" y="880"/>
                      <a:pt x="25239" y="1409"/>
                      <a:pt x="26018" y="1912"/>
                    </a:cubicBezTo>
                    <a:cubicBezTo>
                      <a:pt x="26831" y="2432"/>
                      <a:pt x="27667" y="2912"/>
                      <a:pt x="28531" y="3347"/>
                    </a:cubicBezTo>
                    <a:cubicBezTo>
                      <a:pt x="29417" y="3787"/>
                      <a:pt x="30315" y="4188"/>
                      <a:pt x="31168" y="4696"/>
                    </a:cubicBezTo>
                    <a:cubicBezTo>
                      <a:pt x="33393" y="6024"/>
                      <a:pt x="35426" y="7842"/>
                      <a:pt x="36668" y="10140"/>
                    </a:cubicBezTo>
                    <a:cubicBezTo>
                      <a:pt x="36877" y="10529"/>
                      <a:pt x="37080" y="10919"/>
                      <a:pt x="37199" y="11336"/>
                    </a:cubicBezTo>
                    <a:lnTo>
                      <a:pt x="37199" y="11336"/>
                    </a:lnTo>
                    <a:cubicBezTo>
                      <a:pt x="37199" y="11336"/>
                      <a:pt x="37199" y="11337"/>
                      <a:pt x="37199" y="11338"/>
                    </a:cubicBezTo>
                    <a:cubicBezTo>
                      <a:pt x="37199" y="11338"/>
                      <a:pt x="37199" y="11338"/>
                      <a:pt x="37199" y="11338"/>
                    </a:cubicBezTo>
                    <a:lnTo>
                      <a:pt x="37199" y="11338"/>
                    </a:lnTo>
                    <a:cubicBezTo>
                      <a:pt x="37199" y="11338"/>
                      <a:pt x="37200" y="11339"/>
                      <a:pt x="37200" y="11339"/>
                    </a:cubicBezTo>
                    <a:lnTo>
                      <a:pt x="37200" y="11339"/>
                    </a:lnTo>
                    <a:cubicBezTo>
                      <a:pt x="37482" y="12293"/>
                      <a:pt x="37696" y="13264"/>
                      <a:pt x="37905" y="14229"/>
                    </a:cubicBezTo>
                    <a:cubicBezTo>
                      <a:pt x="38470" y="16816"/>
                      <a:pt x="38888" y="19436"/>
                      <a:pt x="39198" y="22062"/>
                    </a:cubicBezTo>
                    <a:cubicBezTo>
                      <a:pt x="39430" y="24020"/>
                      <a:pt x="39597" y="25989"/>
                      <a:pt x="39694" y="27958"/>
                    </a:cubicBezTo>
                    <a:lnTo>
                      <a:pt x="295" y="27958"/>
                    </a:lnTo>
                    <a:cubicBezTo>
                      <a:pt x="479" y="24419"/>
                      <a:pt x="861" y="20886"/>
                      <a:pt x="1469" y="17392"/>
                    </a:cubicBezTo>
                    <a:cubicBezTo>
                      <a:pt x="1790" y="15517"/>
                      <a:pt x="2174" y="13647"/>
                      <a:pt x="2660" y="11806"/>
                    </a:cubicBezTo>
                    <a:cubicBezTo>
                      <a:pt x="2835" y="11163"/>
                      <a:pt x="3061" y="10598"/>
                      <a:pt x="3389" y="10011"/>
                    </a:cubicBezTo>
                    <a:cubicBezTo>
                      <a:pt x="4563" y="7910"/>
                      <a:pt x="6399" y="6216"/>
                      <a:pt x="8420" y="4945"/>
                    </a:cubicBezTo>
                    <a:cubicBezTo>
                      <a:pt x="9183" y="4465"/>
                      <a:pt x="9979" y="4041"/>
                      <a:pt x="10798" y="3663"/>
                    </a:cubicBezTo>
                    <a:cubicBezTo>
                      <a:pt x="11656" y="3262"/>
                      <a:pt x="12492" y="2816"/>
                      <a:pt x="13305" y="2330"/>
                    </a:cubicBezTo>
                    <a:cubicBezTo>
                      <a:pt x="14288" y="1732"/>
                      <a:pt x="15248" y="1082"/>
                      <a:pt x="16146" y="359"/>
                    </a:cubicBezTo>
                    <a:cubicBezTo>
                      <a:pt x="16172" y="333"/>
                      <a:pt x="16200" y="310"/>
                      <a:pt x="16229" y="286"/>
                    </a:cubicBezTo>
                    <a:close/>
                    <a:moveTo>
                      <a:pt x="16541" y="1"/>
                    </a:moveTo>
                    <a:cubicBezTo>
                      <a:pt x="16440" y="1"/>
                      <a:pt x="16338" y="2"/>
                      <a:pt x="16236" y="3"/>
                    </a:cubicBezTo>
                    <a:cubicBezTo>
                      <a:pt x="16078" y="9"/>
                      <a:pt x="15977" y="133"/>
                      <a:pt x="15852" y="229"/>
                    </a:cubicBezTo>
                    <a:cubicBezTo>
                      <a:pt x="14937" y="958"/>
                      <a:pt x="13955" y="1619"/>
                      <a:pt x="12944" y="2217"/>
                    </a:cubicBezTo>
                    <a:cubicBezTo>
                      <a:pt x="11414" y="3121"/>
                      <a:pt x="9753" y="3765"/>
                      <a:pt x="8251" y="4719"/>
                    </a:cubicBezTo>
                    <a:cubicBezTo>
                      <a:pt x="6286" y="5961"/>
                      <a:pt x="4501" y="7588"/>
                      <a:pt x="3304" y="9598"/>
                    </a:cubicBezTo>
                    <a:cubicBezTo>
                      <a:pt x="2954" y="10186"/>
                      <a:pt x="2643" y="10801"/>
                      <a:pt x="2463" y="11462"/>
                    </a:cubicBezTo>
                    <a:cubicBezTo>
                      <a:pt x="2056" y="12936"/>
                      <a:pt x="1734" y="14444"/>
                      <a:pt x="1446" y="15946"/>
                    </a:cubicBezTo>
                    <a:cubicBezTo>
                      <a:pt x="859" y="19018"/>
                      <a:pt x="446" y="22124"/>
                      <a:pt x="192" y="25241"/>
                    </a:cubicBezTo>
                    <a:cubicBezTo>
                      <a:pt x="113" y="26196"/>
                      <a:pt x="51" y="27145"/>
                      <a:pt x="6" y="28099"/>
                    </a:cubicBezTo>
                    <a:cubicBezTo>
                      <a:pt x="0" y="28178"/>
                      <a:pt x="74" y="28240"/>
                      <a:pt x="147" y="28240"/>
                    </a:cubicBezTo>
                    <a:lnTo>
                      <a:pt x="39842" y="28240"/>
                    </a:lnTo>
                    <a:cubicBezTo>
                      <a:pt x="39921" y="28240"/>
                      <a:pt x="39989" y="28178"/>
                      <a:pt x="39983" y="28099"/>
                    </a:cubicBezTo>
                    <a:cubicBezTo>
                      <a:pt x="39820" y="24739"/>
                      <a:pt x="39464" y="21384"/>
                      <a:pt x="38922" y="18058"/>
                    </a:cubicBezTo>
                    <a:cubicBezTo>
                      <a:pt x="38600" y="16098"/>
                      <a:pt x="38216" y="14150"/>
                      <a:pt x="37730" y="12224"/>
                    </a:cubicBezTo>
                    <a:cubicBezTo>
                      <a:pt x="37645" y="11902"/>
                      <a:pt x="37566" y="11580"/>
                      <a:pt x="37470" y="11264"/>
                    </a:cubicBezTo>
                    <a:cubicBezTo>
                      <a:pt x="37391" y="10988"/>
                      <a:pt x="37273" y="10722"/>
                      <a:pt x="37148" y="10462"/>
                    </a:cubicBezTo>
                    <a:cubicBezTo>
                      <a:pt x="36832" y="9785"/>
                      <a:pt x="36426" y="9146"/>
                      <a:pt x="35974" y="8542"/>
                    </a:cubicBezTo>
                    <a:cubicBezTo>
                      <a:pt x="34308" y="6323"/>
                      <a:pt x="31992" y="4663"/>
                      <a:pt x="29496" y="3494"/>
                    </a:cubicBezTo>
                    <a:cubicBezTo>
                      <a:pt x="28011" y="2793"/>
                      <a:pt x="26582" y="1991"/>
                      <a:pt x="25238" y="1048"/>
                    </a:cubicBezTo>
                    <a:cubicBezTo>
                      <a:pt x="24866" y="788"/>
                      <a:pt x="24493" y="517"/>
                      <a:pt x="24137" y="229"/>
                    </a:cubicBezTo>
                    <a:cubicBezTo>
                      <a:pt x="24069" y="173"/>
                      <a:pt x="24001" y="111"/>
                      <a:pt x="23928" y="60"/>
                    </a:cubicBezTo>
                    <a:cubicBezTo>
                      <a:pt x="23862" y="10"/>
                      <a:pt x="23791" y="2"/>
                      <a:pt x="23715" y="2"/>
                    </a:cubicBezTo>
                    <a:cubicBezTo>
                      <a:pt x="23680" y="2"/>
                      <a:pt x="23644" y="3"/>
                      <a:pt x="23606" y="3"/>
                    </a:cubicBezTo>
                    <a:lnTo>
                      <a:pt x="17151" y="3"/>
                    </a:lnTo>
                    <a:cubicBezTo>
                      <a:pt x="16948" y="3"/>
                      <a:pt x="16745" y="1"/>
                      <a:pt x="16541"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4" name="Google Shape;584;p25"/>
              <p:cNvSpPr/>
              <p:nvPr/>
            </p:nvSpPr>
            <p:spPr>
              <a:xfrm>
                <a:off x="916775" y="3306225"/>
                <a:ext cx="335625" cy="458650"/>
              </a:xfrm>
              <a:custGeom>
                <a:avLst/>
                <a:gdLst/>
                <a:ahLst/>
                <a:cxnLst/>
                <a:rect l="l" t="t" r="r" b="b"/>
                <a:pathLst>
                  <a:path w="13425" h="18346" extrusionOk="0">
                    <a:moveTo>
                      <a:pt x="10560" y="355"/>
                    </a:moveTo>
                    <a:cubicBezTo>
                      <a:pt x="11145" y="1137"/>
                      <a:pt x="11448" y="2090"/>
                      <a:pt x="11448" y="3064"/>
                    </a:cubicBezTo>
                    <a:cubicBezTo>
                      <a:pt x="11448" y="3635"/>
                      <a:pt x="11448" y="4205"/>
                      <a:pt x="11448" y="4775"/>
                    </a:cubicBezTo>
                    <a:cubicBezTo>
                      <a:pt x="11448" y="4979"/>
                      <a:pt x="11437" y="5182"/>
                      <a:pt x="11448" y="5385"/>
                    </a:cubicBezTo>
                    <a:cubicBezTo>
                      <a:pt x="11454" y="5464"/>
                      <a:pt x="11487" y="5493"/>
                      <a:pt x="11544" y="5538"/>
                    </a:cubicBezTo>
                    <a:cubicBezTo>
                      <a:pt x="11634" y="5605"/>
                      <a:pt x="11725" y="5679"/>
                      <a:pt x="11809" y="5747"/>
                    </a:cubicBezTo>
                    <a:cubicBezTo>
                      <a:pt x="12075" y="5956"/>
                      <a:pt x="12335" y="6159"/>
                      <a:pt x="12594" y="6368"/>
                    </a:cubicBezTo>
                    <a:cubicBezTo>
                      <a:pt x="12758" y="6498"/>
                      <a:pt x="12984" y="6628"/>
                      <a:pt x="13046" y="6842"/>
                    </a:cubicBezTo>
                    <a:cubicBezTo>
                      <a:pt x="13097" y="7023"/>
                      <a:pt x="13024" y="7215"/>
                      <a:pt x="12888" y="7339"/>
                    </a:cubicBezTo>
                    <a:cubicBezTo>
                      <a:pt x="12764" y="7452"/>
                      <a:pt x="12600" y="7486"/>
                      <a:pt x="12436" y="7486"/>
                    </a:cubicBezTo>
                    <a:lnTo>
                      <a:pt x="11567" y="7486"/>
                    </a:lnTo>
                    <a:cubicBezTo>
                      <a:pt x="11487" y="7486"/>
                      <a:pt x="11431" y="7554"/>
                      <a:pt x="11425" y="7627"/>
                    </a:cubicBezTo>
                    <a:cubicBezTo>
                      <a:pt x="11267" y="9400"/>
                      <a:pt x="10302" y="11044"/>
                      <a:pt x="8833" y="12043"/>
                    </a:cubicBezTo>
                    <a:cubicBezTo>
                      <a:pt x="8421" y="12320"/>
                      <a:pt x="7975" y="12552"/>
                      <a:pt x="7506" y="12721"/>
                    </a:cubicBezTo>
                    <a:cubicBezTo>
                      <a:pt x="7450" y="12744"/>
                      <a:pt x="7404" y="12789"/>
                      <a:pt x="7404" y="12857"/>
                    </a:cubicBezTo>
                    <a:lnTo>
                      <a:pt x="7404" y="14664"/>
                    </a:lnTo>
                    <a:lnTo>
                      <a:pt x="7404" y="17550"/>
                    </a:lnTo>
                    <a:lnTo>
                      <a:pt x="7404" y="18063"/>
                    </a:lnTo>
                    <a:lnTo>
                      <a:pt x="283" y="18063"/>
                    </a:lnTo>
                    <a:lnTo>
                      <a:pt x="283" y="16522"/>
                    </a:lnTo>
                    <a:lnTo>
                      <a:pt x="283" y="13834"/>
                    </a:lnTo>
                    <a:lnTo>
                      <a:pt x="283" y="13218"/>
                    </a:lnTo>
                    <a:lnTo>
                      <a:pt x="283" y="11563"/>
                    </a:lnTo>
                    <a:lnTo>
                      <a:pt x="283" y="10643"/>
                    </a:lnTo>
                    <a:lnTo>
                      <a:pt x="283" y="8480"/>
                    </a:lnTo>
                    <a:lnTo>
                      <a:pt x="283" y="6221"/>
                    </a:lnTo>
                    <a:lnTo>
                      <a:pt x="283" y="5425"/>
                    </a:lnTo>
                    <a:cubicBezTo>
                      <a:pt x="283" y="5353"/>
                      <a:pt x="288" y="5278"/>
                      <a:pt x="290" y="5204"/>
                    </a:cubicBezTo>
                    <a:lnTo>
                      <a:pt x="290" y="5204"/>
                    </a:lnTo>
                    <a:cubicBezTo>
                      <a:pt x="583" y="5290"/>
                      <a:pt x="878" y="5370"/>
                      <a:pt x="1175" y="5430"/>
                    </a:cubicBezTo>
                    <a:cubicBezTo>
                      <a:pt x="1435" y="5487"/>
                      <a:pt x="1712" y="5543"/>
                      <a:pt x="1983" y="5543"/>
                    </a:cubicBezTo>
                    <a:cubicBezTo>
                      <a:pt x="2056" y="5543"/>
                      <a:pt x="2119" y="5476"/>
                      <a:pt x="2124" y="5402"/>
                    </a:cubicBezTo>
                    <a:cubicBezTo>
                      <a:pt x="2135" y="4933"/>
                      <a:pt x="2152" y="4465"/>
                      <a:pt x="2164" y="4002"/>
                    </a:cubicBezTo>
                    <a:cubicBezTo>
                      <a:pt x="2192" y="3262"/>
                      <a:pt x="2215" y="2516"/>
                      <a:pt x="2237" y="1777"/>
                    </a:cubicBezTo>
                    <a:cubicBezTo>
                      <a:pt x="2241" y="1658"/>
                      <a:pt x="2245" y="1536"/>
                      <a:pt x="2249" y="1416"/>
                    </a:cubicBezTo>
                    <a:lnTo>
                      <a:pt x="2249" y="1416"/>
                    </a:lnTo>
                    <a:cubicBezTo>
                      <a:pt x="3183" y="1496"/>
                      <a:pt x="4132" y="1554"/>
                      <a:pt x="5078" y="1554"/>
                    </a:cubicBezTo>
                    <a:cubicBezTo>
                      <a:pt x="6103" y="1554"/>
                      <a:pt x="7126" y="1486"/>
                      <a:pt x="8127" y="1302"/>
                    </a:cubicBezTo>
                    <a:cubicBezTo>
                      <a:pt x="8907" y="1161"/>
                      <a:pt x="9754" y="952"/>
                      <a:pt x="10403" y="478"/>
                    </a:cubicBezTo>
                    <a:cubicBezTo>
                      <a:pt x="10458" y="440"/>
                      <a:pt x="10509" y="399"/>
                      <a:pt x="10560" y="355"/>
                    </a:cubicBezTo>
                    <a:close/>
                    <a:moveTo>
                      <a:pt x="10570" y="1"/>
                    </a:moveTo>
                    <a:cubicBezTo>
                      <a:pt x="10532" y="1"/>
                      <a:pt x="10494" y="15"/>
                      <a:pt x="10471" y="43"/>
                    </a:cubicBezTo>
                    <a:cubicBezTo>
                      <a:pt x="10463" y="52"/>
                      <a:pt x="10457" y="59"/>
                      <a:pt x="10453" y="65"/>
                    </a:cubicBezTo>
                    <a:lnTo>
                      <a:pt x="10453" y="65"/>
                    </a:lnTo>
                    <a:cubicBezTo>
                      <a:pt x="10457" y="60"/>
                      <a:pt x="10460" y="55"/>
                      <a:pt x="10460" y="55"/>
                    </a:cubicBezTo>
                    <a:cubicBezTo>
                      <a:pt x="10459" y="55"/>
                      <a:pt x="10457" y="56"/>
                      <a:pt x="10454" y="60"/>
                    </a:cubicBezTo>
                    <a:cubicBezTo>
                      <a:pt x="10443" y="71"/>
                      <a:pt x="10431" y="82"/>
                      <a:pt x="10420" y="94"/>
                    </a:cubicBezTo>
                    <a:cubicBezTo>
                      <a:pt x="10381" y="138"/>
                      <a:pt x="10332" y="177"/>
                      <a:pt x="10287" y="216"/>
                    </a:cubicBezTo>
                    <a:lnTo>
                      <a:pt x="10287" y="216"/>
                    </a:lnTo>
                    <a:cubicBezTo>
                      <a:pt x="10276" y="224"/>
                      <a:pt x="10261" y="236"/>
                      <a:pt x="10256" y="241"/>
                    </a:cubicBezTo>
                    <a:cubicBezTo>
                      <a:pt x="10234" y="252"/>
                      <a:pt x="10217" y="263"/>
                      <a:pt x="10194" y="280"/>
                    </a:cubicBezTo>
                    <a:cubicBezTo>
                      <a:pt x="10149" y="314"/>
                      <a:pt x="10098" y="342"/>
                      <a:pt x="10047" y="376"/>
                    </a:cubicBezTo>
                    <a:cubicBezTo>
                      <a:pt x="9912" y="449"/>
                      <a:pt x="9771" y="517"/>
                      <a:pt x="9630" y="579"/>
                    </a:cubicBezTo>
                    <a:cubicBezTo>
                      <a:pt x="9596" y="596"/>
                      <a:pt x="9584" y="602"/>
                      <a:pt x="9528" y="625"/>
                    </a:cubicBezTo>
                    <a:cubicBezTo>
                      <a:pt x="9477" y="641"/>
                      <a:pt x="9426" y="664"/>
                      <a:pt x="9381" y="681"/>
                    </a:cubicBezTo>
                    <a:cubicBezTo>
                      <a:pt x="9274" y="721"/>
                      <a:pt x="9172" y="754"/>
                      <a:pt x="9065" y="788"/>
                    </a:cubicBezTo>
                    <a:cubicBezTo>
                      <a:pt x="8805" y="867"/>
                      <a:pt x="8540" y="930"/>
                      <a:pt x="8280" y="986"/>
                    </a:cubicBezTo>
                    <a:cubicBezTo>
                      <a:pt x="7534" y="1138"/>
                      <a:pt x="6772" y="1212"/>
                      <a:pt x="6015" y="1240"/>
                    </a:cubicBezTo>
                    <a:cubicBezTo>
                      <a:pt x="5681" y="1255"/>
                      <a:pt x="5347" y="1261"/>
                      <a:pt x="5012" y="1261"/>
                    </a:cubicBezTo>
                    <a:cubicBezTo>
                      <a:pt x="4044" y="1261"/>
                      <a:pt x="3074" y="1205"/>
                      <a:pt x="2113" y="1122"/>
                    </a:cubicBezTo>
                    <a:cubicBezTo>
                      <a:pt x="2108" y="1121"/>
                      <a:pt x="2103" y="1120"/>
                      <a:pt x="2098" y="1120"/>
                    </a:cubicBezTo>
                    <a:cubicBezTo>
                      <a:pt x="2026" y="1120"/>
                      <a:pt x="1972" y="1194"/>
                      <a:pt x="1972" y="1263"/>
                    </a:cubicBezTo>
                    <a:cubicBezTo>
                      <a:pt x="1955" y="1726"/>
                      <a:pt x="1943" y="2195"/>
                      <a:pt x="1927" y="2663"/>
                    </a:cubicBezTo>
                    <a:cubicBezTo>
                      <a:pt x="1904" y="3403"/>
                      <a:pt x="1881" y="4143"/>
                      <a:pt x="1859" y="4888"/>
                    </a:cubicBezTo>
                    <a:lnTo>
                      <a:pt x="1847" y="5256"/>
                    </a:lnTo>
                    <a:lnTo>
                      <a:pt x="1847" y="5256"/>
                    </a:lnTo>
                    <a:cubicBezTo>
                      <a:pt x="1632" y="5241"/>
                      <a:pt x="1419" y="5196"/>
                      <a:pt x="1209" y="5154"/>
                    </a:cubicBezTo>
                    <a:cubicBezTo>
                      <a:pt x="859" y="5075"/>
                      <a:pt x="520" y="4979"/>
                      <a:pt x="182" y="4871"/>
                    </a:cubicBezTo>
                    <a:cubicBezTo>
                      <a:pt x="169" y="4867"/>
                      <a:pt x="156" y="4866"/>
                      <a:pt x="144" y="4866"/>
                    </a:cubicBezTo>
                    <a:cubicBezTo>
                      <a:pt x="67" y="4866"/>
                      <a:pt x="1" y="4934"/>
                      <a:pt x="1" y="5007"/>
                    </a:cubicBezTo>
                    <a:lnTo>
                      <a:pt x="1" y="5995"/>
                    </a:lnTo>
                    <a:lnTo>
                      <a:pt x="1" y="8186"/>
                    </a:lnTo>
                    <a:lnTo>
                      <a:pt x="1" y="10423"/>
                    </a:lnTo>
                    <a:lnTo>
                      <a:pt x="1" y="11546"/>
                    </a:lnTo>
                    <a:lnTo>
                      <a:pt x="1" y="13150"/>
                    </a:lnTo>
                    <a:lnTo>
                      <a:pt x="1" y="13218"/>
                    </a:lnTo>
                    <a:lnTo>
                      <a:pt x="1" y="14907"/>
                    </a:lnTo>
                    <a:lnTo>
                      <a:pt x="1" y="17589"/>
                    </a:lnTo>
                    <a:lnTo>
                      <a:pt x="1" y="18205"/>
                    </a:lnTo>
                    <a:cubicBezTo>
                      <a:pt x="1" y="18284"/>
                      <a:pt x="63" y="18346"/>
                      <a:pt x="142" y="18346"/>
                    </a:cubicBezTo>
                    <a:lnTo>
                      <a:pt x="7546" y="18346"/>
                    </a:lnTo>
                    <a:cubicBezTo>
                      <a:pt x="7575" y="18346"/>
                      <a:pt x="7600" y="18338"/>
                      <a:pt x="7620" y="18326"/>
                    </a:cubicBezTo>
                    <a:lnTo>
                      <a:pt x="7620" y="18326"/>
                    </a:lnTo>
                    <a:cubicBezTo>
                      <a:pt x="7659" y="18304"/>
                      <a:pt x="7687" y="18264"/>
                      <a:pt x="7687" y="18205"/>
                    </a:cubicBezTo>
                    <a:lnTo>
                      <a:pt x="7687" y="16398"/>
                    </a:lnTo>
                    <a:lnTo>
                      <a:pt x="7687" y="13517"/>
                    </a:lnTo>
                    <a:lnTo>
                      <a:pt x="7687" y="12954"/>
                    </a:lnTo>
                    <a:lnTo>
                      <a:pt x="7687" y="12954"/>
                    </a:lnTo>
                    <a:cubicBezTo>
                      <a:pt x="9390" y="12299"/>
                      <a:pt x="10754" y="10919"/>
                      <a:pt x="11369" y="9197"/>
                    </a:cubicBezTo>
                    <a:cubicBezTo>
                      <a:pt x="11534" y="8734"/>
                      <a:pt x="11642" y="8256"/>
                      <a:pt x="11694" y="7768"/>
                    </a:cubicBezTo>
                    <a:lnTo>
                      <a:pt x="12402" y="7768"/>
                    </a:lnTo>
                    <a:cubicBezTo>
                      <a:pt x="12781" y="7768"/>
                      <a:pt x="13137" y="7616"/>
                      <a:pt x="13283" y="7249"/>
                    </a:cubicBezTo>
                    <a:cubicBezTo>
                      <a:pt x="13425" y="6916"/>
                      <a:pt x="13295" y="6566"/>
                      <a:pt x="13018" y="6345"/>
                    </a:cubicBezTo>
                    <a:cubicBezTo>
                      <a:pt x="12786" y="6165"/>
                      <a:pt x="12555" y="5984"/>
                      <a:pt x="12323" y="5797"/>
                    </a:cubicBezTo>
                    <a:cubicBezTo>
                      <a:pt x="12127" y="5639"/>
                      <a:pt x="11927" y="5485"/>
                      <a:pt x="11730" y="5327"/>
                    </a:cubicBezTo>
                    <a:lnTo>
                      <a:pt x="11730" y="5327"/>
                    </a:lnTo>
                    <a:lnTo>
                      <a:pt x="11730" y="3838"/>
                    </a:lnTo>
                    <a:cubicBezTo>
                      <a:pt x="11730" y="3143"/>
                      <a:pt x="11753" y="2460"/>
                      <a:pt x="11567" y="1777"/>
                    </a:cubicBezTo>
                    <a:cubicBezTo>
                      <a:pt x="11391" y="1144"/>
                      <a:pt x="11081" y="557"/>
                      <a:pt x="10669" y="43"/>
                    </a:cubicBezTo>
                    <a:cubicBezTo>
                      <a:pt x="10646" y="15"/>
                      <a:pt x="10608" y="1"/>
                      <a:pt x="10570"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5" name="Google Shape;585;p25"/>
              <p:cNvSpPr/>
              <p:nvPr/>
            </p:nvSpPr>
            <p:spPr>
              <a:xfrm>
                <a:off x="748200" y="3191125"/>
                <a:ext cx="458600" cy="407500"/>
              </a:xfrm>
              <a:custGeom>
                <a:avLst/>
                <a:gdLst/>
                <a:ahLst/>
                <a:cxnLst/>
                <a:rect l="l" t="t" r="r" b="b"/>
                <a:pathLst>
                  <a:path w="18344" h="16300" extrusionOk="0">
                    <a:moveTo>
                      <a:pt x="17197" y="4664"/>
                    </a:moveTo>
                    <a:cubicBezTo>
                      <a:pt x="17188" y="4677"/>
                      <a:pt x="17183" y="4681"/>
                      <a:pt x="17183" y="4681"/>
                    </a:cubicBezTo>
                    <a:cubicBezTo>
                      <a:pt x="17182" y="4681"/>
                      <a:pt x="17188" y="4673"/>
                      <a:pt x="17197" y="4664"/>
                    </a:cubicBezTo>
                    <a:close/>
                    <a:moveTo>
                      <a:pt x="17035" y="4812"/>
                    </a:moveTo>
                    <a:cubicBezTo>
                      <a:pt x="17033" y="4813"/>
                      <a:pt x="17031" y="4814"/>
                      <a:pt x="17028" y="4816"/>
                    </a:cubicBezTo>
                    <a:cubicBezTo>
                      <a:pt x="17030" y="4815"/>
                      <a:pt x="17033" y="4814"/>
                      <a:pt x="17035" y="4812"/>
                    </a:cubicBezTo>
                    <a:close/>
                    <a:moveTo>
                      <a:pt x="8794" y="286"/>
                    </a:moveTo>
                    <a:cubicBezTo>
                      <a:pt x="8833" y="286"/>
                      <a:pt x="8873" y="287"/>
                      <a:pt x="8912" y="287"/>
                    </a:cubicBezTo>
                    <a:cubicBezTo>
                      <a:pt x="9720" y="293"/>
                      <a:pt x="10544" y="394"/>
                      <a:pt x="11307" y="660"/>
                    </a:cubicBezTo>
                    <a:cubicBezTo>
                      <a:pt x="11561" y="750"/>
                      <a:pt x="11815" y="858"/>
                      <a:pt x="12030" y="1021"/>
                    </a:cubicBezTo>
                    <a:cubicBezTo>
                      <a:pt x="12346" y="1258"/>
                      <a:pt x="12685" y="1456"/>
                      <a:pt x="13063" y="1580"/>
                    </a:cubicBezTo>
                    <a:cubicBezTo>
                      <a:pt x="13442" y="1705"/>
                      <a:pt x="13843" y="1750"/>
                      <a:pt x="14238" y="1784"/>
                    </a:cubicBezTo>
                    <a:cubicBezTo>
                      <a:pt x="14769" y="1829"/>
                      <a:pt x="15300" y="1846"/>
                      <a:pt x="15830" y="1885"/>
                    </a:cubicBezTo>
                    <a:cubicBezTo>
                      <a:pt x="16175" y="1908"/>
                      <a:pt x="16519" y="1936"/>
                      <a:pt x="16857" y="1970"/>
                    </a:cubicBezTo>
                    <a:lnTo>
                      <a:pt x="16857" y="1970"/>
                    </a:lnTo>
                    <a:cubicBezTo>
                      <a:pt x="16857" y="1970"/>
                      <a:pt x="16858" y="1970"/>
                      <a:pt x="16858" y="1970"/>
                    </a:cubicBezTo>
                    <a:cubicBezTo>
                      <a:pt x="17304" y="2015"/>
                      <a:pt x="17863" y="2162"/>
                      <a:pt x="17988" y="2636"/>
                    </a:cubicBezTo>
                    <a:cubicBezTo>
                      <a:pt x="18089" y="2992"/>
                      <a:pt x="17942" y="3404"/>
                      <a:pt x="17784" y="3738"/>
                    </a:cubicBezTo>
                    <a:cubicBezTo>
                      <a:pt x="17638" y="4037"/>
                      <a:pt x="17457" y="4319"/>
                      <a:pt x="17259" y="4590"/>
                    </a:cubicBezTo>
                    <a:cubicBezTo>
                      <a:pt x="17253" y="4596"/>
                      <a:pt x="17242" y="4607"/>
                      <a:pt x="17237" y="4613"/>
                    </a:cubicBezTo>
                    <a:cubicBezTo>
                      <a:pt x="17235" y="4616"/>
                      <a:pt x="17234" y="4617"/>
                      <a:pt x="17234" y="4617"/>
                    </a:cubicBezTo>
                    <a:cubicBezTo>
                      <a:pt x="17235" y="4617"/>
                      <a:pt x="17245" y="4603"/>
                      <a:pt x="17247" y="4603"/>
                    </a:cubicBezTo>
                    <a:cubicBezTo>
                      <a:pt x="17247" y="4603"/>
                      <a:pt x="17246" y="4606"/>
                      <a:pt x="17242" y="4613"/>
                    </a:cubicBezTo>
                    <a:cubicBezTo>
                      <a:pt x="17231" y="4624"/>
                      <a:pt x="17225" y="4636"/>
                      <a:pt x="17214" y="4641"/>
                    </a:cubicBezTo>
                    <a:cubicBezTo>
                      <a:pt x="17207" y="4650"/>
                      <a:pt x="17202" y="4658"/>
                      <a:pt x="17197" y="4664"/>
                    </a:cubicBezTo>
                    <a:lnTo>
                      <a:pt x="17197" y="4664"/>
                    </a:lnTo>
                    <a:cubicBezTo>
                      <a:pt x="17183" y="4679"/>
                      <a:pt x="17173" y="4693"/>
                      <a:pt x="17157" y="4703"/>
                    </a:cubicBezTo>
                    <a:cubicBezTo>
                      <a:pt x="17129" y="4737"/>
                      <a:pt x="17095" y="4765"/>
                      <a:pt x="17061" y="4794"/>
                    </a:cubicBezTo>
                    <a:cubicBezTo>
                      <a:pt x="17053" y="4798"/>
                      <a:pt x="17044" y="4806"/>
                      <a:pt x="17035" y="4812"/>
                    </a:cubicBezTo>
                    <a:lnTo>
                      <a:pt x="17035" y="4812"/>
                    </a:lnTo>
                    <a:cubicBezTo>
                      <a:pt x="17040" y="4809"/>
                      <a:pt x="17042" y="4808"/>
                      <a:pt x="17042" y="4808"/>
                    </a:cubicBezTo>
                    <a:cubicBezTo>
                      <a:pt x="17043" y="4808"/>
                      <a:pt x="17031" y="4817"/>
                      <a:pt x="17016" y="4828"/>
                    </a:cubicBezTo>
                    <a:cubicBezTo>
                      <a:pt x="16988" y="4850"/>
                      <a:pt x="16960" y="4873"/>
                      <a:pt x="16926" y="4890"/>
                    </a:cubicBezTo>
                    <a:cubicBezTo>
                      <a:pt x="16751" y="5008"/>
                      <a:pt x="16565" y="5104"/>
                      <a:pt x="16373" y="5183"/>
                    </a:cubicBezTo>
                    <a:cubicBezTo>
                      <a:pt x="16339" y="5200"/>
                      <a:pt x="16350" y="5195"/>
                      <a:pt x="16299" y="5217"/>
                    </a:cubicBezTo>
                    <a:cubicBezTo>
                      <a:pt x="16265" y="5229"/>
                      <a:pt x="16231" y="5245"/>
                      <a:pt x="16197" y="5257"/>
                    </a:cubicBezTo>
                    <a:cubicBezTo>
                      <a:pt x="16124" y="5285"/>
                      <a:pt x="16051" y="5313"/>
                      <a:pt x="15972" y="5336"/>
                    </a:cubicBezTo>
                    <a:cubicBezTo>
                      <a:pt x="15802" y="5392"/>
                      <a:pt x="15627" y="5443"/>
                      <a:pt x="15452" y="5488"/>
                    </a:cubicBezTo>
                    <a:cubicBezTo>
                      <a:pt x="15000" y="5607"/>
                      <a:pt x="14537" y="5686"/>
                      <a:pt x="14074" y="5742"/>
                    </a:cubicBezTo>
                    <a:cubicBezTo>
                      <a:pt x="13324" y="5834"/>
                      <a:pt x="12567" y="5870"/>
                      <a:pt x="11809" y="5870"/>
                    </a:cubicBezTo>
                    <a:cubicBezTo>
                      <a:pt x="11066" y="5870"/>
                      <a:pt x="10323" y="5835"/>
                      <a:pt x="9584" y="5782"/>
                    </a:cubicBezTo>
                    <a:cubicBezTo>
                      <a:pt x="9342" y="5765"/>
                      <a:pt x="9099" y="5748"/>
                      <a:pt x="8856" y="5726"/>
                    </a:cubicBezTo>
                    <a:cubicBezTo>
                      <a:pt x="8851" y="5725"/>
                      <a:pt x="8846" y="5724"/>
                      <a:pt x="8841" y="5724"/>
                    </a:cubicBezTo>
                    <a:cubicBezTo>
                      <a:pt x="8769" y="5724"/>
                      <a:pt x="8715" y="5798"/>
                      <a:pt x="8715" y="5867"/>
                    </a:cubicBezTo>
                    <a:cubicBezTo>
                      <a:pt x="8698" y="6330"/>
                      <a:pt x="8686" y="6799"/>
                      <a:pt x="8670" y="7267"/>
                    </a:cubicBezTo>
                    <a:cubicBezTo>
                      <a:pt x="8647" y="8007"/>
                      <a:pt x="8624" y="8747"/>
                      <a:pt x="8602" y="9492"/>
                    </a:cubicBezTo>
                    <a:lnTo>
                      <a:pt x="8590" y="9860"/>
                    </a:lnTo>
                    <a:lnTo>
                      <a:pt x="8590" y="9860"/>
                    </a:lnTo>
                    <a:cubicBezTo>
                      <a:pt x="8375" y="9845"/>
                      <a:pt x="8162" y="9800"/>
                      <a:pt x="7952" y="9758"/>
                    </a:cubicBezTo>
                    <a:cubicBezTo>
                      <a:pt x="7602" y="9679"/>
                      <a:pt x="7263" y="9583"/>
                      <a:pt x="6925" y="9475"/>
                    </a:cubicBezTo>
                    <a:cubicBezTo>
                      <a:pt x="6912" y="9471"/>
                      <a:pt x="6899" y="9470"/>
                      <a:pt x="6887" y="9470"/>
                    </a:cubicBezTo>
                    <a:cubicBezTo>
                      <a:pt x="6810" y="9470"/>
                      <a:pt x="6744" y="9538"/>
                      <a:pt x="6744" y="9611"/>
                    </a:cubicBezTo>
                    <a:lnTo>
                      <a:pt x="6744" y="11825"/>
                    </a:lnTo>
                    <a:lnTo>
                      <a:pt x="6744" y="15343"/>
                    </a:lnTo>
                    <a:lnTo>
                      <a:pt x="6744" y="15939"/>
                    </a:lnTo>
                    <a:lnTo>
                      <a:pt x="6744" y="15939"/>
                    </a:lnTo>
                    <a:cubicBezTo>
                      <a:pt x="6623" y="15884"/>
                      <a:pt x="6505" y="15824"/>
                      <a:pt x="6388" y="15761"/>
                    </a:cubicBezTo>
                    <a:cubicBezTo>
                      <a:pt x="5936" y="15512"/>
                      <a:pt x="5501" y="15219"/>
                      <a:pt x="5100" y="14891"/>
                    </a:cubicBezTo>
                    <a:cubicBezTo>
                      <a:pt x="5090" y="14883"/>
                      <a:pt x="5079" y="14876"/>
                      <a:pt x="5067" y="14871"/>
                    </a:cubicBezTo>
                    <a:lnTo>
                      <a:pt x="5067" y="14871"/>
                    </a:lnTo>
                    <a:cubicBezTo>
                      <a:pt x="5069" y="14870"/>
                      <a:pt x="5071" y="14869"/>
                      <a:pt x="5072" y="14869"/>
                    </a:cubicBezTo>
                    <a:cubicBezTo>
                      <a:pt x="4767" y="14682"/>
                      <a:pt x="4479" y="14473"/>
                      <a:pt x="4214" y="14242"/>
                    </a:cubicBezTo>
                    <a:cubicBezTo>
                      <a:pt x="4084" y="14129"/>
                      <a:pt x="3954" y="14004"/>
                      <a:pt x="3830" y="13880"/>
                    </a:cubicBezTo>
                    <a:cubicBezTo>
                      <a:pt x="3773" y="13824"/>
                      <a:pt x="3722" y="13756"/>
                      <a:pt x="3660" y="13705"/>
                    </a:cubicBezTo>
                    <a:cubicBezTo>
                      <a:pt x="3615" y="13660"/>
                      <a:pt x="3553" y="13632"/>
                      <a:pt x="3502" y="13598"/>
                    </a:cubicBezTo>
                    <a:cubicBezTo>
                      <a:pt x="3096" y="13344"/>
                      <a:pt x="2740" y="13011"/>
                      <a:pt x="2429" y="12649"/>
                    </a:cubicBezTo>
                    <a:cubicBezTo>
                      <a:pt x="1723" y="11836"/>
                      <a:pt x="1204" y="10853"/>
                      <a:pt x="854" y="9842"/>
                    </a:cubicBezTo>
                    <a:cubicBezTo>
                      <a:pt x="526" y="8894"/>
                      <a:pt x="317" y="7860"/>
                      <a:pt x="436" y="6861"/>
                    </a:cubicBezTo>
                    <a:cubicBezTo>
                      <a:pt x="492" y="6381"/>
                      <a:pt x="650" y="5912"/>
                      <a:pt x="893" y="5500"/>
                    </a:cubicBezTo>
                    <a:cubicBezTo>
                      <a:pt x="1108" y="5133"/>
                      <a:pt x="1407" y="4839"/>
                      <a:pt x="1752" y="4590"/>
                    </a:cubicBezTo>
                    <a:cubicBezTo>
                      <a:pt x="2113" y="4336"/>
                      <a:pt x="2497" y="4116"/>
                      <a:pt x="2853" y="3851"/>
                    </a:cubicBezTo>
                    <a:cubicBezTo>
                      <a:pt x="3327" y="3495"/>
                      <a:pt x="3745" y="3077"/>
                      <a:pt x="4101" y="2603"/>
                    </a:cubicBezTo>
                    <a:cubicBezTo>
                      <a:pt x="4287" y="2360"/>
                      <a:pt x="4434" y="2094"/>
                      <a:pt x="4626" y="1857"/>
                    </a:cubicBezTo>
                    <a:cubicBezTo>
                      <a:pt x="4762" y="1688"/>
                      <a:pt x="4914" y="1530"/>
                      <a:pt x="5083" y="1388"/>
                    </a:cubicBezTo>
                    <a:cubicBezTo>
                      <a:pt x="5411" y="1112"/>
                      <a:pt x="5795" y="897"/>
                      <a:pt x="6196" y="733"/>
                    </a:cubicBezTo>
                    <a:cubicBezTo>
                      <a:pt x="7018" y="409"/>
                      <a:pt x="7912" y="286"/>
                      <a:pt x="8794" y="286"/>
                    </a:cubicBezTo>
                    <a:close/>
                    <a:moveTo>
                      <a:pt x="8785" y="0"/>
                    </a:moveTo>
                    <a:cubicBezTo>
                      <a:pt x="8056" y="0"/>
                      <a:pt x="7319" y="87"/>
                      <a:pt x="6620" y="293"/>
                    </a:cubicBezTo>
                    <a:cubicBezTo>
                      <a:pt x="5739" y="553"/>
                      <a:pt x="4908" y="1016"/>
                      <a:pt x="4349" y="1755"/>
                    </a:cubicBezTo>
                    <a:cubicBezTo>
                      <a:pt x="4152" y="2015"/>
                      <a:pt x="3988" y="2303"/>
                      <a:pt x="3779" y="2557"/>
                    </a:cubicBezTo>
                    <a:cubicBezTo>
                      <a:pt x="3581" y="2806"/>
                      <a:pt x="3367" y="3037"/>
                      <a:pt x="3135" y="3252"/>
                    </a:cubicBezTo>
                    <a:cubicBezTo>
                      <a:pt x="2774" y="3585"/>
                      <a:pt x="2367" y="3851"/>
                      <a:pt x="1955" y="4116"/>
                    </a:cubicBezTo>
                    <a:cubicBezTo>
                      <a:pt x="1599" y="4348"/>
                      <a:pt x="1243" y="4590"/>
                      <a:pt x="967" y="4912"/>
                    </a:cubicBezTo>
                    <a:cubicBezTo>
                      <a:pt x="628" y="5302"/>
                      <a:pt x="402" y="5776"/>
                      <a:pt x="266" y="6268"/>
                    </a:cubicBezTo>
                    <a:cubicBezTo>
                      <a:pt x="1" y="7222"/>
                      <a:pt x="125" y="8267"/>
                      <a:pt x="368" y="9210"/>
                    </a:cubicBezTo>
                    <a:cubicBezTo>
                      <a:pt x="645" y="10283"/>
                      <a:pt x="1108" y="11316"/>
                      <a:pt x="1746" y="12226"/>
                    </a:cubicBezTo>
                    <a:cubicBezTo>
                      <a:pt x="2040" y="12649"/>
                      <a:pt x="2378" y="13056"/>
                      <a:pt x="2768" y="13400"/>
                    </a:cubicBezTo>
                    <a:cubicBezTo>
                      <a:pt x="2949" y="13558"/>
                      <a:pt x="3141" y="13705"/>
                      <a:pt x="3344" y="13835"/>
                    </a:cubicBezTo>
                    <a:cubicBezTo>
                      <a:pt x="3395" y="13869"/>
                      <a:pt x="3446" y="13897"/>
                      <a:pt x="3491" y="13931"/>
                    </a:cubicBezTo>
                    <a:cubicBezTo>
                      <a:pt x="3559" y="13993"/>
                      <a:pt x="3621" y="14072"/>
                      <a:pt x="3689" y="14134"/>
                    </a:cubicBezTo>
                    <a:cubicBezTo>
                      <a:pt x="3813" y="14259"/>
                      <a:pt x="3943" y="14383"/>
                      <a:pt x="4078" y="14496"/>
                    </a:cubicBezTo>
                    <a:cubicBezTo>
                      <a:pt x="4343" y="14721"/>
                      <a:pt x="4630" y="14930"/>
                      <a:pt x="4929" y="15110"/>
                    </a:cubicBezTo>
                    <a:lnTo>
                      <a:pt x="4929" y="15110"/>
                    </a:lnTo>
                    <a:cubicBezTo>
                      <a:pt x="5509" y="15582"/>
                      <a:pt x="6150" y="16019"/>
                      <a:pt x="6845" y="16292"/>
                    </a:cubicBezTo>
                    <a:cubicBezTo>
                      <a:pt x="6859" y="16297"/>
                      <a:pt x="6873" y="16299"/>
                      <a:pt x="6887" y="16299"/>
                    </a:cubicBezTo>
                    <a:cubicBezTo>
                      <a:pt x="6962" y="16299"/>
                      <a:pt x="7026" y="16228"/>
                      <a:pt x="7026" y="16156"/>
                    </a:cubicBezTo>
                    <a:lnTo>
                      <a:pt x="7026" y="13948"/>
                    </a:lnTo>
                    <a:lnTo>
                      <a:pt x="7026" y="10424"/>
                    </a:lnTo>
                    <a:lnTo>
                      <a:pt x="7026" y="9806"/>
                    </a:lnTo>
                    <a:lnTo>
                      <a:pt x="7026" y="9806"/>
                    </a:lnTo>
                    <a:cubicBezTo>
                      <a:pt x="7322" y="9893"/>
                      <a:pt x="7618" y="9973"/>
                      <a:pt x="7918" y="10034"/>
                    </a:cubicBezTo>
                    <a:cubicBezTo>
                      <a:pt x="8178" y="10091"/>
                      <a:pt x="8455" y="10147"/>
                      <a:pt x="8726" y="10147"/>
                    </a:cubicBezTo>
                    <a:cubicBezTo>
                      <a:pt x="8799" y="10147"/>
                      <a:pt x="8862" y="10080"/>
                      <a:pt x="8867" y="10006"/>
                    </a:cubicBezTo>
                    <a:cubicBezTo>
                      <a:pt x="8878" y="9537"/>
                      <a:pt x="8895" y="9069"/>
                      <a:pt x="8907" y="8606"/>
                    </a:cubicBezTo>
                    <a:cubicBezTo>
                      <a:pt x="8935" y="7866"/>
                      <a:pt x="8958" y="7120"/>
                      <a:pt x="8980" y="6381"/>
                    </a:cubicBezTo>
                    <a:cubicBezTo>
                      <a:pt x="8984" y="6262"/>
                      <a:pt x="8988" y="6140"/>
                      <a:pt x="8992" y="6020"/>
                    </a:cubicBezTo>
                    <a:lnTo>
                      <a:pt x="8992" y="6020"/>
                    </a:lnTo>
                    <a:cubicBezTo>
                      <a:pt x="9912" y="6100"/>
                      <a:pt x="10840" y="6154"/>
                      <a:pt x="11767" y="6154"/>
                    </a:cubicBezTo>
                    <a:cubicBezTo>
                      <a:pt x="12439" y="6154"/>
                      <a:pt x="13111" y="6126"/>
                      <a:pt x="13780" y="6059"/>
                    </a:cubicBezTo>
                    <a:cubicBezTo>
                      <a:pt x="14656" y="5968"/>
                      <a:pt x="15548" y="5822"/>
                      <a:pt x="16367" y="5494"/>
                    </a:cubicBezTo>
                    <a:cubicBezTo>
                      <a:pt x="16711" y="5353"/>
                      <a:pt x="17073" y="5183"/>
                      <a:pt x="17338" y="4924"/>
                    </a:cubicBezTo>
                    <a:cubicBezTo>
                      <a:pt x="17361" y="4907"/>
                      <a:pt x="17378" y="4884"/>
                      <a:pt x="17395" y="4867"/>
                    </a:cubicBezTo>
                    <a:cubicBezTo>
                      <a:pt x="17404" y="4857"/>
                      <a:pt x="17414" y="4844"/>
                      <a:pt x="17424" y="4833"/>
                    </a:cubicBezTo>
                    <a:lnTo>
                      <a:pt x="17424" y="4833"/>
                    </a:lnTo>
                    <a:cubicBezTo>
                      <a:pt x="17419" y="4838"/>
                      <a:pt x="17416" y="4842"/>
                      <a:pt x="17416" y="4842"/>
                    </a:cubicBezTo>
                    <a:lnTo>
                      <a:pt x="17416" y="4842"/>
                    </a:lnTo>
                    <a:cubicBezTo>
                      <a:pt x="17416" y="4842"/>
                      <a:pt x="17419" y="4838"/>
                      <a:pt x="17429" y="4828"/>
                    </a:cubicBezTo>
                    <a:lnTo>
                      <a:pt x="17429" y="4828"/>
                    </a:lnTo>
                    <a:cubicBezTo>
                      <a:pt x="17427" y="4829"/>
                      <a:pt x="17425" y="4831"/>
                      <a:pt x="17424" y="4833"/>
                    </a:cubicBezTo>
                    <a:lnTo>
                      <a:pt x="17424" y="4833"/>
                    </a:lnTo>
                    <a:cubicBezTo>
                      <a:pt x="17431" y="4823"/>
                      <a:pt x="17443" y="4807"/>
                      <a:pt x="17446" y="4799"/>
                    </a:cubicBezTo>
                    <a:cubicBezTo>
                      <a:pt x="17649" y="4545"/>
                      <a:pt x="17830" y="4269"/>
                      <a:pt x="17976" y="3980"/>
                    </a:cubicBezTo>
                    <a:cubicBezTo>
                      <a:pt x="18168" y="3608"/>
                      <a:pt x="18343" y="3167"/>
                      <a:pt x="18293" y="2738"/>
                    </a:cubicBezTo>
                    <a:cubicBezTo>
                      <a:pt x="18236" y="2224"/>
                      <a:pt x="17846" y="1914"/>
                      <a:pt x="17372" y="1778"/>
                    </a:cubicBezTo>
                    <a:cubicBezTo>
                      <a:pt x="17203" y="1733"/>
                      <a:pt x="17034" y="1705"/>
                      <a:pt x="16859" y="1688"/>
                    </a:cubicBezTo>
                    <a:lnTo>
                      <a:pt x="16859" y="1688"/>
                    </a:lnTo>
                    <a:cubicBezTo>
                      <a:pt x="16859" y="1688"/>
                      <a:pt x="16859" y="1688"/>
                      <a:pt x="16858" y="1688"/>
                    </a:cubicBezTo>
                    <a:cubicBezTo>
                      <a:pt x="16214" y="1626"/>
                      <a:pt x="15565" y="1586"/>
                      <a:pt x="14915" y="1546"/>
                    </a:cubicBezTo>
                    <a:cubicBezTo>
                      <a:pt x="14469" y="1524"/>
                      <a:pt x="14023" y="1501"/>
                      <a:pt x="13583" y="1417"/>
                    </a:cubicBezTo>
                    <a:cubicBezTo>
                      <a:pt x="13210" y="1349"/>
                      <a:pt x="12860" y="1225"/>
                      <a:pt x="12538" y="1027"/>
                    </a:cubicBezTo>
                    <a:cubicBezTo>
                      <a:pt x="12261" y="863"/>
                      <a:pt x="12030" y="654"/>
                      <a:pt x="11730" y="524"/>
                    </a:cubicBezTo>
                    <a:cubicBezTo>
                      <a:pt x="11008" y="208"/>
                      <a:pt x="10206" y="78"/>
                      <a:pt x="9421" y="22"/>
                    </a:cubicBezTo>
                    <a:cubicBezTo>
                      <a:pt x="9210" y="8"/>
                      <a:pt x="8998" y="0"/>
                      <a:pt x="8785"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586" name="Google Shape;586;p25"/>
            <p:cNvGrpSpPr/>
            <p:nvPr/>
          </p:nvGrpSpPr>
          <p:grpSpPr>
            <a:xfrm>
              <a:off x="8272028" y="2768403"/>
              <a:ext cx="1727168" cy="2064093"/>
              <a:chOff x="4081975" y="3119725"/>
              <a:chExt cx="999750" cy="1194775"/>
            </a:xfrm>
          </p:grpSpPr>
          <p:sp>
            <p:nvSpPr>
              <p:cNvPr id="587" name="Google Shape;587;p25"/>
              <p:cNvSpPr/>
              <p:nvPr/>
            </p:nvSpPr>
            <p:spPr>
              <a:xfrm>
                <a:off x="4757400" y="3180675"/>
                <a:ext cx="8225" cy="9275"/>
              </a:xfrm>
              <a:custGeom>
                <a:avLst/>
                <a:gdLst/>
                <a:ahLst/>
                <a:cxnLst/>
                <a:rect l="l" t="t" r="r" b="b"/>
                <a:pathLst>
                  <a:path w="329" h="371" extrusionOk="0">
                    <a:moveTo>
                      <a:pt x="151" y="1"/>
                    </a:moveTo>
                    <a:cubicBezTo>
                      <a:pt x="142" y="1"/>
                      <a:pt x="133" y="2"/>
                      <a:pt x="125" y="5"/>
                    </a:cubicBezTo>
                    <a:cubicBezTo>
                      <a:pt x="108" y="5"/>
                      <a:pt x="85" y="11"/>
                      <a:pt x="74" y="22"/>
                    </a:cubicBezTo>
                    <a:lnTo>
                      <a:pt x="40" y="44"/>
                    </a:lnTo>
                    <a:cubicBezTo>
                      <a:pt x="23" y="61"/>
                      <a:pt x="12" y="84"/>
                      <a:pt x="6" y="107"/>
                    </a:cubicBezTo>
                    <a:cubicBezTo>
                      <a:pt x="6" y="118"/>
                      <a:pt x="1" y="129"/>
                      <a:pt x="1" y="146"/>
                    </a:cubicBezTo>
                    <a:cubicBezTo>
                      <a:pt x="1" y="169"/>
                      <a:pt x="6" y="191"/>
                      <a:pt x="23" y="214"/>
                    </a:cubicBezTo>
                    <a:cubicBezTo>
                      <a:pt x="34" y="242"/>
                      <a:pt x="51" y="270"/>
                      <a:pt x="68" y="299"/>
                    </a:cubicBezTo>
                    <a:cubicBezTo>
                      <a:pt x="74" y="315"/>
                      <a:pt x="91" y="327"/>
                      <a:pt x="102" y="338"/>
                    </a:cubicBezTo>
                    <a:cubicBezTo>
                      <a:pt x="119" y="349"/>
                      <a:pt x="130" y="361"/>
                      <a:pt x="153" y="366"/>
                    </a:cubicBezTo>
                    <a:cubicBezTo>
                      <a:pt x="161" y="369"/>
                      <a:pt x="170" y="371"/>
                      <a:pt x="179" y="371"/>
                    </a:cubicBezTo>
                    <a:cubicBezTo>
                      <a:pt x="188" y="371"/>
                      <a:pt x="198" y="369"/>
                      <a:pt x="209" y="366"/>
                    </a:cubicBezTo>
                    <a:cubicBezTo>
                      <a:pt x="226" y="366"/>
                      <a:pt x="243" y="361"/>
                      <a:pt x="260" y="349"/>
                    </a:cubicBezTo>
                    <a:lnTo>
                      <a:pt x="289" y="327"/>
                    </a:lnTo>
                    <a:cubicBezTo>
                      <a:pt x="305" y="310"/>
                      <a:pt x="317" y="287"/>
                      <a:pt x="322" y="265"/>
                    </a:cubicBezTo>
                    <a:lnTo>
                      <a:pt x="328" y="225"/>
                    </a:lnTo>
                    <a:cubicBezTo>
                      <a:pt x="328" y="203"/>
                      <a:pt x="322" y="180"/>
                      <a:pt x="311" y="157"/>
                    </a:cubicBezTo>
                    <a:cubicBezTo>
                      <a:pt x="294" y="129"/>
                      <a:pt x="283" y="101"/>
                      <a:pt x="266" y="73"/>
                    </a:cubicBezTo>
                    <a:cubicBezTo>
                      <a:pt x="255" y="56"/>
                      <a:pt x="243" y="44"/>
                      <a:pt x="226" y="33"/>
                    </a:cubicBezTo>
                    <a:cubicBezTo>
                      <a:pt x="215" y="22"/>
                      <a:pt x="198" y="11"/>
                      <a:pt x="181" y="5"/>
                    </a:cubicBezTo>
                    <a:cubicBezTo>
                      <a:pt x="170" y="2"/>
                      <a:pt x="160" y="1"/>
                      <a:pt x="151"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8" name="Google Shape;588;p25"/>
              <p:cNvSpPr/>
              <p:nvPr/>
            </p:nvSpPr>
            <p:spPr>
              <a:xfrm>
                <a:off x="4765725" y="3198325"/>
                <a:ext cx="8925" cy="11375"/>
              </a:xfrm>
              <a:custGeom>
                <a:avLst/>
                <a:gdLst/>
                <a:ahLst/>
                <a:cxnLst/>
                <a:rect l="l" t="t" r="r" b="b"/>
                <a:pathLst>
                  <a:path w="357" h="455" extrusionOk="0">
                    <a:moveTo>
                      <a:pt x="136" y="1"/>
                    </a:moveTo>
                    <a:cubicBezTo>
                      <a:pt x="126" y="1"/>
                      <a:pt x="116" y="2"/>
                      <a:pt x="108" y="5"/>
                    </a:cubicBezTo>
                    <a:cubicBezTo>
                      <a:pt x="74" y="16"/>
                      <a:pt x="40" y="39"/>
                      <a:pt x="23" y="73"/>
                    </a:cubicBezTo>
                    <a:cubicBezTo>
                      <a:pt x="18" y="84"/>
                      <a:pt x="12" y="95"/>
                      <a:pt x="6" y="106"/>
                    </a:cubicBezTo>
                    <a:cubicBezTo>
                      <a:pt x="1" y="129"/>
                      <a:pt x="1" y="157"/>
                      <a:pt x="6" y="180"/>
                    </a:cubicBezTo>
                    <a:cubicBezTo>
                      <a:pt x="29" y="236"/>
                      <a:pt x="52" y="293"/>
                      <a:pt x="68" y="349"/>
                    </a:cubicBezTo>
                    <a:cubicBezTo>
                      <a:pt x="74" y="366"/>
                      <a:pt x="85" y="383"/>
                      <a:pt x="97" y="400"/>
                    </a:cubicBezTo>
                    <a:cubicBezTo>
                      <a:pt x="108" y="411"/>
                      <a:pt x="119" y="423"/>
                      <a:pt x="136" y="434"/>
                    </a:cubicBezTo>
                    <a:cubicBezTo>
                      <a:pt x="153" y="445"/>
                      <a:pt x="170" y="451"/>
                      <a:pt x="187" y="451"/>
                    </a:cubicBezTo>
                    <a:cubicBezTo>
                      <a:pt x="196" y="453"/>
                      <a:pt x="205" y="455"/>
                      <a:pt x="213" y="455"/>
                    </a:cubicBezTo>
                    <a:cubicBezTo>
                      <a:pt x="224" y="455"/>
                      <a:pt x="234" y="452"/>
                      <a:pt x="244" y="445"/>
                    </a:cubicBezTo>
                    <a:cubicBezTo>
                      <a:pt x="277" y="440"/>
                      <a:pt x="311" y="417"/>
                      <a:pt x="328" y="383"/>
                    </a:cubicBezTo>
                    <a:cubicBezTo>
                      <a:pt x="345" y="349"/>
                      <a:pt x="356" y="310"/>
                      <a:pt x="345" y="276"/>
                    </a:cubicBezTo>
                    <a:cubicBezTo>
                      <a:pt x="323" y="219"/>
                      <a:pt x="300" y="163"/>
                      <a:pt x="283" y="106"/>
                    </a:cubicBezTo>
                    <a:cubicBezTo>
                      <a:pt x="277" y="89"/>
                      <a:pt x="266" y="73"/>
                      <a:pt x="255" y="56"/>
                    </a:cubicBezTo>
                    <a:cubicBezTo>
                      <a:pt x="244" y="44"/>
                      <a:pt x="232" y="33"/>
                      <a:pt x="215" y="22"/>
                    </a:cubicBezTo>
                    <a:cubicBezTo>
                      <a:pt x="198" y="10"/>
                      <a:pt x="181" y="5"/>
                      <a:pt x="164" y="5"/>
                    </a:cubicBezTo>
                    <a:cubicBezTo>
                      <a:pt x="156" y="2"/>
                      <a:pt x="146" y="1"/>
                      <a:pt x="136"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9" name="Google Shape;589;p25"/>
              <p:cNvSpPr/>
              <p:nvPr/>
            </p:nvSpPr>
            <p:spPr>
              <a:xfrm>
                <a:off x="4762900" y="3191400"/>
                <a:ext cx="8650" cy="10400"/>
              </a:xfrm>
              <a:custGeom>
                <a:avLst/>
                <a:gdLst/>
                <a:ahLst/>
                <a:cxnLst/>
                <a:rect l="l" t="t" r="r" b="b"/>
                <a:pathLst>
                  <a:path w="346" h="416" extrusionOk="0">
                    <a:moveTo>
                      <a:pt x="151" y="1"/>
                    </a:moveTo>
                    <a:cubicBezTo>
                      <a:pt x="142" y="1"/>
                      <a:pt x="133" y="2"/>
                      <a:pt x="125" y="5"/>
                    </a:cubicBezTo>
                    <a:cubicBezTo>
                      <a:pt x="102" y="5"/>
                      <a:pt x="85" y="11"/>
                      <a:pt x="69" y="22"/>
                    </a:cubicBezTo>
                    <a:lnTo>
                      <a:pt x="40" y="45"/>
                    </a:lnTo>
                    <a:cubicBezTo>
                      <a:pt x="23" y="62"/>
                      <a:pt x="12" y="78"/>
                      <a:pt x="6" y="107"/>
                    </a:cubicBezTo>
                    <a:lnTo>
                      <a:pt x="1" y="141"/>
                    </a:lnTo>
                    <a:cubicBezTo>
                      <a:pt x="1" y="169"/>
                      <a:pt x="6" y="191"/>
                      <a:pt x="18" y="214"/>
                    </a:cubicBezTo>
                    <a:cubicBezTo>
                      <a:pt x="18" y="214"/>
                      <a:pt x="18" y="214"/>
                      <a:pt x="18" y="214"/>
                    </a:cubicBezTo>
                    <a:lnTo>
                      <a:pt x="18" y="214"/>
                    </a:lnTo>
                    <a:cubicBezTo>
                      <a:pt x="34" y="243"/>
                      <a:pt x="48" y="275"/>
                      <a:pt x="63" y="306"/>
                    </a:cubicBezTo>
                    <a:lnTo>
                      <a:pt x="63" y="306"/>
                    </a:lnTo>
                    <a:cubicBezTo>
                      <a:pt x="63" y="308"/>
                      <a:pt x="63" y="310"/>
                      <a:pt x="63" y="310"/>
                    </a:cubicBezTo>
                    <a:cubicBezTo>
                      <a:pt x="66" y="321"/>
                      <a:pt x="72" y="332"/>
                      <a:pt x="79" y="342"/>
                    </a:cubicBezTo>
                    <a:lnTo>
                      <a:pt x="79" y="342"/>
                    </a:lnTo>
                    <a:cubicBezTo>
                      <a:pt x="79" y="343"/>
                      <a:pt x="80" y="343"/>
                      <a:pt x="80" y="344"/>
                    </a:cubicBezTo>
                    <a:cubicBezTo>
                      <a:pt x="80" y="344"/>
                      <a:pt x="80" y="343"/>
                      <a:pt x="80" y="343"/>
                    </a:cubicBezTo>
                    <a:lnTo>
                      <a:pt x="80" y="343"/>
                    </a:lnTo>
                    <a:cubicBezTo>
                      <a:pt x="83" y="349"/>
                      <a:pt x="87" y="355"/>
                      <a:pt x="91" y="361"/>
                    </a:cubicBezTo>
                    <a:cubicBezTo>
                      <a:pt x="102" y="372"/>
                      <a:pt x="114" y="383"/>
                      <a:pt x="131" y="395"/>
                    </a:cubicBezTo>
                    <a:cubicBezTo>
                      <a:pt x="148" y="406"/>
                      <a:pt x="165" y="412"/>
                      <a:pt x="181" y="412"/>
                    </a:cubicBezTo>
                    <a:cubicBezTo>
                      <a:pt x="191" y="414"/>
                      <a:pt x="199" y="415"/>
                      <a:pt x="207" y="415"/>
                    </a:cubicBezTo>
                    <a:cubicBezTo>
                      <a:pt x="218" y="415"/>
                      <a:pt x="228" y="413"/>
                      <a:pt x="238" y="406"/>
                    </a:cubicBezTo>
                    <a:cubicBezTo>
                      <a:pt x="249" y="406"/>
                      <a:pt x="261" y="400"/>
                      <a:pt x="272" y="395"/>
                    </a:cubicBezTo>
                    <a:cubicBezTo>
                      <a:pt x="294" y="383"/>
                      <a:pt x="311" y="366"/>
                      <a:pt x="323" y="344"/>
                    </a:cubicBezTo>
                    <a:cubicBezTo>
                      <a:pt x="328" y="333"/>
                      <a:pt x="334" y="321"/>
                      <a:pt x="340" y="310"/>
                    </a:cubicBezTo>
                    <a:cubicBezTo>
                      <a:pt x="345" y="287"/>
                      <a:pt x="345" y="259"/>
                      <a:pt x="340" y="237"/>
                    </a:cubicBezTo>
                    <a:cubicBezTo>
                      <a:pt x="317" y="180"/>
                      <a:pt x="289" y="124"/>
                      <a:pt x="266" y="73"/>
                    </a:cubicBezTo>
                    <a:cubicBezTo>
                      <a:pt x="255" y="56"/>
                      <a:pt x="244" y="39"/>
                      <a:pt x="227" y="33"/>
                    </a:cubicBezTo>
                    <a:cubicBezTo>
                      <a:pt x="215" y="16"/>
                      <a:pt x="198" y="11"/>
                      <a:pt x="181" y="5"/>
                    </a:cubicBezTo>
                    <a:cubicBezTo>
                      <a:pt x="170" y="2"/>
                      <a:pt x="160" y="1"/>
                      <a:pt x="151"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0" name="Google Shape;590;p25"/>
              <p:cNvSpPr/>
              <p:nvPr/>
            </p:nvSpPr>
            <p:spPr>
              <a:xfrm>
                <a:off x="4772075" y="3222725"/>
                <a:ext cx="7950" cy="12875"/>
              </a:xfrm>
              <a:custGeom>
                <a:avLst/>
                <a:gdLst/>
                <a:ahLst/>
                <a:cxnLst/>
                <a:rect l="l" t="t" r="r" b="b"/>
                <a:pathLst>
                  <a:path w="318" h="515" extrusionOk="0">
                    <a:moveTo>
                      <a:pt x="145" y="0"/>
                    </a:moveTo>
                    <a:cubicBezTo>
                      <a:pt x="132" y="0"/>
                      <a:pt x="119" y="2"/>
                      <a:pt x="108" y="6"/>
                    </a:cubicBezTo>
                    <a:cubicBezTo>
                      <a:pt x="74" y="17"/>
                      <a:pt x="40" y="40"/>
                      <a:pt x="23" y="74"/>
                    </a:cubicBezTo>
                    <a:cubicBezTo>
                      <a:pt x="18" y="85"/>
                      <a:pt x="12" y="96"/>
                      <a:pt x="12" y="102"/>
                    </a:cubicBezTo>
                    <a:cubicBezTo>
                      <a:pt x="1" y="130"/>
                      <a:pt x="1" y="153"/>
                      <a:pt x="12" y="181"/>
                    </a:cubicBezTo>
                    <a:cubicBezTo>
                      <a:pt x="12" y="183"/>
                      <a:pt x="12" y="185"/>
                      <a:pt x="12" y="187"/>
                    </a:cubicBezTo>
                    <a:lnTo>
                      <a:pt x="12" y="187"/>
                    </a:lnTo>
                    <a:lnTo>
                      <a:pt x="12" y="186"/>
                    </a:lnTo>
                    <a:lnTo>
                      <a:pt x="12" y="186"/>
                    </a:lnTo>
                    <a:cubicBezTo>
                      <a:pt x="12" y="186"/>
                      <a:pt x="12" y="186"/>
                      <a:pt x="12" y="186"/>
                    </a:cubicBezTo>
                    <a:lnTo>
                      <a:pt x="12" y="186"/>
                    </a:lnTo>
                    <a:cubicBezTo>
                      <a:pt x="12" y="195"/>
                      <a:pt x="12" y="204"/>
                      <a:pt x="15" y="215"/>
                    </a:cubicBezTo>
                    <a:lnTo>
                      <a:pt x="15" y="215"/>
                    </a:lnTo>
                    <a:cubicBezTo>
                      <a:pt x="20" y="268"/>
                      <a:pt x="24" y="320"/>
                      <a:pt x="29" y="373"/>
                    </a:cubicBezTo>
                    <a:cubicBezTo>
                      <a:pt x="29" y="390"/>
                      <a:pt x="35" y="407"/>
                      <a:pt x="46" y="424"/>
                    </a:cubicBezTo>
                    <a:cubicBezTo>
                      <a:pt x="52" y="441"/>
                      <a:pt x="57" y="458"/>
                      <a:pt x="74" y="469"/>
                    </a:cubicBezTo>
                    <a:cubicBezTo>
                      <a:pt x="97" y="497"/>
                      <a:pt x="136" y="514"/>
                      <a:pt x="170" y="514"/>
                    </a:cubicBezTo>
                    <a:cubicBezTo>
                      <a:pt x="210" y="508"/>
                      <a:pt x="249" y="497"/>
                      <a:pt x="272" y="469"/>
                    </a:cubicBezTo>
                    <a:cubicBezTo>
                      <a:pt x="295" y="446"/>
                      <a:pt x="317" y="407"/>
                      <a:pt x="311" y="373"/>
                    </a:cubicBezTo>
                    <a:cubicBezTo>
                      <a:pt x="306" y="282"/>
                      <a:pt x="295" y="192"/>
                      <a:pt x="283" y="102"/>
                    </a:cubicBezTo>
                    <a:cubicBezTo>
                      <a:pt x="278" y="85"/>
                      <a:pt x="272" y="68"/>
                      <a:pt x="255" y="57"/>
                    </a:cubicBezTo>
                    <a:cubicBezTo>
                      <a:pt x="249" y="40"/>
                      <a:pt x="232" y="28"/>
                      <a:pt x="215" y="23"/>
                    </a:cubicBezTo>
                    <a:cubicBezTo>
                      <a:pt x="197" y="8"/>
                      <a:pt x="170" y="0"/>
                      <a:pt x="145"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1" name="Google Shape;591;p25"/>
              <p:cNvSpPr/>
              <p:nvPr/>
            </p:nvSpPr>
            <p:spPr>
              <a:xfrm>
                <a:off x="4753175" y="3174050"/>
                <a:ext cx="8350" cy="9025"/>
              </a:xfrm>
              <a:custGeom>
                <a:avLst/>
                <a:gdLst/>
                <a:ahLst/>
                <a:cxnLst/>
                <a:rect l="l" t="t" r="r" b="b"/>
                <a:pathLst>
                  <a:path w="334" h="361" extrusionOk="0">
                    <a:moveTo>
                      <a:pt x="150" y="0"/>
                    </a:moveTo>
                    <a:cubicBezTo>
                      <a:pt x="141" y="0"/>
                      <a:pt x="133" y="2"/>
                      <a:pt x="124" y="4"/>
                    </a:cubicBezTo>
                    <a:cubicBezTo>
                      <a:pt x="102" y="4"/>
                      <a:pt x="85" y="10"/>
                      <a:pt x="74" y="21"/>
                    </a:cubicBezTo>
                    <a:cubicBezTo>
                      <a:pt x="62" y="27"/>
                      <a:pt x="51" y="33"/>
                      <a:pt x="40" y="38"/>
                    </a:cubicBezTo>
                    <a:cubicBezTo>
                      <a:pt x="23" y="61"/>
                      <a:pt x="11" y="78"/>
                      <a:pt x="6" y="100"/>
                    </a:cubicBezTo>
                    <a:cubicBezTo>
                      <a:pt x="6" y="117"/>
                      <a:pt x="0" y="129"/>
                      <a:pt x="0" y="140"/>
                    </a:cubicBezTo>
                    <a:cubicBezTo>
                      <a:pt x="0" y="168"/>
                      <a:pt x="6" y="191"/>
                      <a:pt x="23" y="213"/>
                    </a:cubicBezTo>
                    <a:cubicBezTo>
                      <a:pt x="40" y="236"/>
                      <a:pt x="57" y="264"/>
                      <a:pt x="74" y="292"/>
                    </a:cubicBezTo>
                    <a:cubicBezTo>
                      <a:pt x="79" y="304"/>
                      <a:pt x="90" y="321"/>
                      <a:pt x="107" y="332"/>
                    </a:cubicBezTo>
                    <a:cubicBezTo>
                      <a:pt x="119" y="343"/>
                      <a:pt x="136" y="349"/>
                      <a:pt x="158" y="355"/>
                    </a:cubicBezTo>
                    <a:cubicBezTo>
                      <a:pt x="175" y="360"/>
                      <a:pt x="192" y="360"/>
                      <a:pt x="209" y="360"/>
                    </a:cubicBezTo>
                    <a:cubicBezTo>
                      <a:pt x="232" y="355"/>
                      <a:pt x="249" y="349"/>
                      <a:pt x="266" y="343"/>
                    </a:cubicBezTo>
                    <a:lnTo>
                      <a:pt x="294" y="321"/>
                    </a:lnTo>
                    <a:cubicBezTo>
                      <a:pt x="311" y="304"/>
                      <a:pt x="322" y="281"/>
                      <a:pt x="328" y="259"/>
                    </a:cubicBezTo>
                    <a:lnTo>
                      <a:pt x="333" y="219"/>
                    </a:lnTo>
                    <a:cubicBezTo>
                      <a:pt x="333" y="191"/>
                      <a:pt x="328" y="168"/>
                      <a:pt x="316" y="146"/>
                    </a:cubicBezTo>
                    <a:cubicBezTo>
                      <a:pt x="299" y="123"/>
                      <a:pt x="282" y="95"/>
                      <a:pt x="266" y="67"/>
                    </a:cubicBezTo>
                    <a:cubicBezTo>
                      <a:pt x="254" y="55"/>
                      <a:pt x="243" y="38"/>
                      <a:pt x="226" y="27"/>
                    </a:cubicBezTo>
                    <a:cubicBezTo>
                      <a:pt x="215" y="16"/>
                      <a:pt x="198" y="10"/>
                      <a:pt x="181" y="4"/>
                    </a:cubicBezTo>
                    <a:cubicBezTo>
                      <a:pt x="170" y="2"/>
                      <a:pt x="160" y="0"/>
                      <a:pt x="150"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2" name="Google Shape;592;p25"/>
              <p:cNvSpPr/>
              <p:nvPr/>
            </p:nvSpPr>
            <p:spPr>
              <a:xfrm>
                <a:off x="4773075" y="3231325"/>
                <a:ext cx="7500" cy="15850"/>
              </a:xfrm>
              <a:custGeom>
                <a:avLst/>
                <a:gdLst/>
                <a:ahLst/>
                <a:cxnLst/>
                <a:rect l="l" t="t" r="r" b="b"/>
                <a:pathLst>
                  <a:path w="300" h="634" extrusionOk="0">
                    <a:moveTo>
                      <a:pt x="147" y="1"/>
                    </a:moveTo>
                    <a:cubicBezTo>
                      <a:pt x="108" y="1"/>
                      <a:pt x="68" y="12"/>
                      <a:pt x="46" y="40"/>
                    </a:cubicBezTo>
                    <a:cubicBezTo>
                      <a:pt x="23" y="68"/>
                      <a:pt x="0" y="102"/>
                      <a:pt x="6" y="142"/>
                    </a:cubicBezTo>
                    <a:cubicBezTo>
                      <a:pt x="12" y="260"/>
                      <a:pt x="17" y="373"/>
                      <a:pt x="17" y="492"/>
                    </a:cubicBezTo>
                    <a:cubicBezTo>
                      <a:pt x="17" y="563"/>
                      <a:pt x="75" y="633"/>
                      <a:pt x="150" y="633"/>
                    </a:cubicBezTo>
                    <a:cubicBezTo>
                      <a:pt x="153" y="633"/>
                      <a:pt x="156" y="633"/>
                      <a:pt x="158" y="633"/>
                    </a:cubicBezTo>
                    <a:cubicBezTo>
                      <a:pt x="232" y="633"/>
                      <a:pt x="300" y="571"/>
                      <a:pt x="300" y="492"/>
                    </a:cubicBezTo>
                    <a:cubicBezTo>
                      <a:pt x="300" y="373"/>
                      <a:pt x="294" y="260"/>
                      <a:pt x="288" y="142"/>
                    </a:cubicBezTo>
                    <a:cubicBezTo>
                      <a:pt x="283" y="102"/>
                      <a:pt x="271" y="68"/>
                      <a:pt x="243" y="40"/>
                    </a:cubicBezTo>
                    <a:cubicBezTo>
                      <a:pt x="221" y="18"/>
                      <a:pt x="181" y="1"/>
                      <a:pt x="147"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3" name="Google Shape;593;p25"/>
              <p:cNvSpPr/>
              <p:nvPr/>
            </p:nvSpPr>
            <p:spPr>
              <a:xfrm>
                <a:off x="4770525" y="3214325"/>
                <a:ext cx="8225" cy="12075"/>
              </a:xfrm>
              <a:custGeom>
                <a:avLst/>
                <a:gdLst/>
                <a:ahLst/>
                <a:cxnLst/>
                <a:rect l="l" t="t" r="r" b="b"/>
                <a:pathLst>
                  <a:path w="329" h="483" extrusionOk="0">
                    <a:moveTo>
                      <a:pt x="148" y="1"/>
                    </a:moveTo>
                    <a:cubicBezTo>
                      <a:pt x="135" y="1"/>
                      <a:pt x="120" y="5"/>
                      <a:pt x="108" y="9"/>
                    </a:cubicBezTo>
                    <a:cubicBezTo>
                      <a:pt x="74" y="20"/>
                      <a:pt x="40" y="37"/>
                      <a:pt x="23" y="71"/>
                    </a:cubicBezTo>
                    <a:cubicBezTo>
                      <a:pt x="6" y="105"/>
                      <a:pt x="1" y="144"/>
                      <a:pt x="6" y="178"/>
                    </a:cubicBezTo>
                    <a:cubicBezTo>
                      <a:pt x="23" y="246"/>
                      <a:pt x="35" y="314"/>
                      <a:pt x="52" y="381"/>
                    </a:cubicBezTo>
                    <a:cubicBezTo>
                      <a:pt x="52" y="398"/>
                      <a:pt x="63" y="415"/>
                      <a:pt x="74" y="426"/>
                    </a:cubicBezTo>
                    <a:cubicBezTo>
                      <a:pt x="85" y="443"/>
                      <a:pt x="97" y="455"/>
                      <a:pt x="114" y="466"/>
                    </a:cubicBezTo>
                    <a:cubicBezTo>
                      <a:pt x="131" y="477"/>
                      <a:pt x="148" y="483"/>
                      <a:pt x="164" y="483"/>
                    </a:cubicBezTo>
                    <a:cubicBezTo>
                      <a:pt x="187" y="483"/>
                      <a:pt x="204" y="483"/>
                      <a:pt x="221" y="477"/>
                    </a:cubicBezTo>
                    <a:cubicBezTo>
                      <a:pt x="255" y="466"/>
                      <a:pt x="289" y="449"/>
                      <a:pt x="306" y="415"/>
                    </a:cubicBezTo>
                    <a:lnTo>
                      <a:pt x="323" y="381"/>
                    </a:lnTo>
                    <a:cubicBezTo>
                      <a:pt x="328" y="353"/>
                      <a:pt x="328" y="330"/>
                      <a:pt x="323" y="308"/>
                    </a:cubicBezTo>
                    <a:cubicBezTo>
                      <a:pt x="311" y="240"/>
                      <a:pt x="294" y="172"/>
                      <a:pt x="283" y="105"/>
                    </a:cubicBezTo>
                    <a:cubicBezTo>
                      <a:pt x="277" y="88"/>
                      <a:pt x="266" y="71"/>
                      <a:pt x="255" y="59"/>
                    </a:cubicBezTo>
                    <a:cubicBezTo>
                      <a:pt x="244" y="42"/>
                      <a:pt x="232" y="31"/>
                      <a:pt x="215" y="20"/>
                    </a:cubicBezTo>
                    <a:cubicBezTo>
                      <a:pt x="198" y="9"/>
                      <a:pt x="181" y="3"/>
                      <a:pt x="164" y="3"/>
                    </a:cubicBezTo>
                    <a:cubicBezTo>
                      <a:pt x="160" y="1"/>
                      <a:pt x="154" y="1"/>
                      <a:pt x="148"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4" name="Google Shape;594;p25"/>
              <p:cNvSpPr/>
              <p:nvPr/>
            </p:nvSpPr>
            <p:spPr>
              <a:xfrm>
                <a:off x="4768275" y="3206225"/>
                <a:ext cx="8625" cy="11675"/>
              </a:xfrm>
              <a:custGeom>
                <a:avLst/>
                <a:gdLst/>
                <a:ahLst/>
                <a:cxnLst/>
                <a:rect l="l" t="t" r="r" b="b"/>
                <a:pathLst>
                  <a:path w="345" h="467" extrusionOk="0">
                    <a:moveTo>
                      <a:pt x="139" y="1"/>
                    </a:moveTo>
                    <a:cubicBezTo>
                      <a:pt x="130" y="1"/>
                      <a:pt x="122" y="2"/>
                      <a:pt x="113" y="5"/>
                    </a:cubicBezTo>
                    <a:cubicBezTo>
                      <a:pt x="79" y="16"/>
                      <a:pt x="46" y="39"/>
                      <a:pt x="29" y="73"/>
                    </a:cubicBezTo>
                    <a:cubicBezTo>
                      <a:pt x="12" y="101"/>
                      <a:pt x="0" y="141"/>
                      <a:pt x="12" y="180"/>
                    </a:cubicBezTo>
                    <a:cubicBezTo>
                      <a:pt x="34" y="242"/>
                      <a:pt x="51" y="299"/>
                      <a:pt x="62" y="361"/>
                    </a:cubicBezTo>
                    <a:cubicBezTo>
                      <a:pt x="74" y="395"/>
                      <a:pt x="102" y="429"/>
                      <a:pt x="130" y="446"/>
                    </a:cubicBezTo>
                    <a:cubicBezTo>
                      <a:pt x="147" y="457"/>
                      <a:pt x="164" y="462"/>
                      <a:pt x="181" y="462"/>
                    </a:cubicBezTo>
                    <a:cubicBezTo>
                      <a:pt x="192" y="465"/>
                      <a:pt x="202" y="467"/>
                      <a:pt x="211" y="467"/>
                    </a:cubicBezTo>
                    <a:cubicBezTo>
                      <a:pt x="221" y="467"/>
                      <a:pt x="229" y="465"/>
                      <a:pt x="238" y="462"/>
                    </a:cubicBezTo>
                    <a:cubicBezTo>
                      <a:pt x="271" y="451"/>
                      <a:pt x="305" y="429"/>
                      <a:pt x="322" y="395"/>
                    </a:cubicBezTo>
                    <a:cubicBezTo>
                      <a:pt x="339" y="361"/>
                      <a:pt x="345" y="327"/>
                      <a:pt x="339" y="287"/>
                    </a:cubicBezTo>
                    <a:cubicBezTo>
                      <a:pt x="322" y="225"/>
                      <a:pt x="305" y="163"/>
                      <a:pt x="288" y="101"/>
                    </a:cubicBezTo>
                    <a:cubicBezTo>
                      <a:pt x="277" y="67"/>
                      <a:pt x="254" y="39"/>
                      <a:pt x="221" y="22"/>
                    </a:cubicBezTo>
                    <a:cubicBezTo>
                      <a:pt x="204" y="11"/>
                      <a:pt x="187" y="5"/>
                      <a:pt x="170" y="5"/>
                    </a:cubicBezTo>
                    <a:cubicBezTo>
                      <a:pt x="158" y="2"/>
                      <a:pt x="149" y="1"/>
                      <a:pt x="139"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5" name="Google Shape;595;p25"/>
              <p:cNvSpPr/>
              <p:nvPr/>
            </p:nvSpPr>
            <p:spPr>
              <a:xfrm>
                <a:off x="4744000" y="3162150"/>
                <a:ext cx="7775" cy="7925"/>
              </a:xfrm>
              <a:custGeom>
                <a:avLst/>
                <a:gdLst/>
                <a:ahLst/>
                <a:cxnLst/>
                <a:rect l="l" t="t" r="r" b="b"/>
                <a:pathLst>
                  <a:path w="311" h="317" extrusionOk="0">
                    <a:moveTo>
                      <a:pt x="141" y="0"/>
                    </a:moveTo>
                    <a:cubicBezTo>
                      <a:pt x="119" y="0"/>
                      <a:pt x="102" y="6"/>
                      <a:pt x="85" y="12"/>
                    </a:cubicBezTo>
                    <a:cubicBezTo>
                      <a:pt x="68" y="17"/>
                      <a:pt x="51" y="29"/>
                      <a:pt x="40" y="40"/>
                    </a:cubicBezTo>
                    <a:lnTo>
                      <a:pt x="17" y="68"/>
                    </a:lnTo>
                    <a:cubicBezTo>
                      <a:pt x="6" y="91"/>
                      <a:pt x="0" y="113"/>
                      <a:pt x="0" y="142"/>
                    </a:cubicBezTo>
                    <a:lnTo>
                      <a:pt x="6" y="181"/>
                    </a:lnTo>
                    <a:cubicBezTo>
                      <a:pt x="11" y="204"/>
                      <a:pt x="23" y="226"/>
                      <a:pt x="40" y="243"/>
                    </a:cubicBezTo>
                    <a:cubicBezTo>
                      <a:pt x="51" y="255"/>
                      <a:pt x="62" y="266"/>
                      <a:pt x="73" y="277"/>
                    </a:cubicBezTo>
                    <a:cubicBezTo>
                      <a:pt x="85" y="288"/>
                      <a:pt x="96" y="300"/>
                      <a:pt x="119" y="305"/>
                    </a:cubicBezTo>
                    <a:cubicBezTo>
                      <a:pt x="136" y="311"/>
                      <a:pt x="152" y="317"/>
                      <a:pt x="169" y="317"/>
                    </a:cubicBezTo>
                    <a:cubicBezTo>
                      <a:pt x="192" y="317"/>
                      <a:pt x="209" y="311"/>
                      <a:pt x="226" y="305"/>
                    </a:cubicBezTo>
                    <a:cubicBezTo>
                      <a:pt x="243" y="300"/>
                      <a:pt x="260" y="288"/>
                      <a:pt x="271" y="277"/>
                    </a:cubicBezTo>
                    <a:lnTo>
                      <a:pt x="294" y="249"/>
                    </a:lnTo>
                    <a:cubicBezTo>
                      <a:pt x="305" y="226"/>
                      <a:pt x="311" y="204"/>
                      <a:pt x="311" y="175"/>
                    </a:cubicBezTo>
                    <a:cubicBezTo>
                      <a:pt x="311" y="164"/>
                      <a:pt x="311" y="153"/>
                      <a:pt x="305" y="136"/>
                    </a:cubicBezTo>
                    <a:cubicBezTo>
                      <a:pt x="299" y="113"/>
                      <a:pt x="288" y="91"/>
                      <a:pt x="271" y="74"/>
                    </a:cubicBezTo>
                    <a:cubicBezTo>
                      <a:pt x="260" y="63"/>
                      <a:pt x="249" y="51"/>
                      <a:pt x="237" y="40"/>
                    </a:cubicBezTo>
                    <a:cubicBezTo>
                      <a:pt x="226" y="29"/>
                      <a:pt x="209" y="17"/>
                      <a:pt x="192" y="12"/>
                    </a:cubicBezTo>
                    <a:cubicBezTo>
                      <a:pt x="175" y="6"/>
                      <a:pt x="158" y="0"/>
                      <a:pt x="141"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6" name="Google Shape;596;p25"/>
              <p:cNvSpPr/>
              <p:nvPr/>
            </p:nvSpPr>
            <p:spPr>
              <a:xfrm>
                <a:off x="4748650" y="3167800"/>
                <a:ext cx="8200" cy="8600"/>
              </a:xfrm>
              <a:custGeom>
                <a:avLst/>
                <a:gdLst/>
                <a:ahLst/>
                <a:cxnLst/>
                <a:rect l="l" t="t" r="r" b="b"/>
                <a:pathLst>
                  <a:path w="328" h="344" extrusionOk="0">
                    <a:moveTo>
                      <a:pt x="142" y="0"/>
                    </a:moveTo>
                    <a:cubicBezTo>
                      <a:pt x="119" y="0"/>
                      <a:pt x="102" y="0"/>
                      <a:pt x="85" y="12"/>
                    </a:cubicBezTo>
                    <a:cubicBezTo>
                      <a:pt x="68" y="17"/>
                      <a:pt x="51" y="29"/>
                      <a:pt x="40" y="40"/>
                    </a:cubicBezTo>
                    <a:lnTo>
                      <a:pt x="17" y="68"/>
                    </a:lnTo>
                    <a:cubicBezTo>
                      <a:pt x="6" y="91"/>
                      <a:pt x="0" y="113"/>
                      <a:pt x="0" y="141"/>
                    </a:cubicBezTo>
                    <a:cubicBezTo>
                      <a:pt x="0" y="153"/>
                      <a:pt x="0" y="164"/>
                      <a:pt x="6" y="175"/>
                    </a:cubicBezTo>
                    <a:cubicBezTo>
                      <a:pt x="12" y="204"/>
                      <a:pt x="23" y="221"/>
                      <a:pt x="40" y="243"/>
                    </a:cubicBezTo>
                    <a:lnTo>
                      <a:pt x="41" y="245"/>
                    </a:lnTo>
                    <a:lnTo>
                      <a:pt x="41" y="245"/>
                    </a:lnTo>
                    <a:cubicBezTo>
                      <a:pt x="49" y="255"/>
                      <a:pt x="57" y="264"/>
                      <a:pt x="68" y="271"/>
                    </a:cubicBezTo>
                    <a:cubicBezTo>
                      <a:pt x="74" y="288"/>
                      <a:pt x="85" y="305"/>
                      <a:pt x="102" y="311"/>
                    </a:cubicBezTo>
                    <a:cubicBezTo>
                      <a:pt x="119" y="328"/>
                      <a:pt x="130" y="334"/>
                      <a:pt x="153" y="339"/>
                    </a:cubicBezTo>
                    <a:cubicBezTo>
                      <a:pt x="161" y="342"/>
                      <a:pt x="170" y="343"/>
                      <a:pt x="179" y="343"/>
                    </a:cubicBezTo>
                    <a:cubicBezTo>
                      <a:pt x="188" y="343"/>
                      <a:pt x="198" y="342"/>
                      <a:pt x="209" y="339"/>
                    </a:cubicBezTo>
                    <a:cubicBezTo>
                      <a:pt x="226" y="339"/>
                      <a:pt x="243" y="334"/>
                      <a:pt x="260" y="322"/>
                    </a:cubicBezTo>
                    <a:lnTo>
                      <a:pt x="288" y="305"/>
                    </a:lnTo>
                    <a:cubicBezTo>
                      <a:pt x="305" y="283"/>
                      <a:pt x="317" y="266"/>
                      <a:pt x="322" y="243"/>
                    </a:cubicBezTo>
                    <a:lnTo>
                      <a:pt x="328" y="204"/>
                    </a:lnTo>
                    <a:cubicBezTo>
                      <a:pt x="328" y="175"/>
                      <a:pt x="322" y="153"/>
                      <a:pt x="311" y="130"/>
                    </a:cubicBezTo>
                    <a:cubicBezTo>
                      <a:pt x="288" y="102"/>
                      <a:pt x="266" y="68"/>
                      <a:pt x="238" y="40"/>
                    </a:cubicBezTo>
                    <a:cubicBezTo>
                      <a:pt x="226" y="29"/>
                      <a:pt x="215" y="17"/>
                      <a:pt x="192" y="12"/>
                    </a:cubicBezTo>
                    <a:cubicBezTo>
                      <a:pt x="175" y="0"/>
                      <a:pt x="159" y="0"/>
                      <a:pt x="142"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7" name="Google Shape;597;p25"/>
              <p:cNvSpPr/>
              <p:nvPr/>
            </p:nvSpPr>
            <p:spPr>
              <a:xfrm>
                <a:off x="4484925" y="3138725"/>
                <a:ext cx="336850" cy="477075"/>
              </a:xfrm>
              <a:custGeom>
                <a:avLst/>
                <a:gdLst/>
                <a:ahLst/>
                <a:cxnLst/>
                <a:rect l="l" t="t" r="r" b="b"/>
                <a:pathLst>
                  <a:path w="13474" h="19083" extrusionOk="0">
                    <a:moveTo>
                      <a:pt x="9707" y="536"/>
                    </a:moveTo>
                    <a:lnTo>
                      <a:pt x="9707" y="536"/>
                    </a:lnTo>
                    <a:cubicBezTo>
                      <a:pt x="10371" y="1035"/>
                      <a:pt x="10918" y="1715"/>
                      <a:pt x="11216" y="2490"/>
                    </a:cubicBezTo>
                    <a:cubicBezTo>
                      <a:pt x="11396" y="2970"/>
                      <a:pt x="11509" y="3462"/>
                      <a:pt x="11538" y="3976"/>
                    </a:cubicBezTo>
                    <a:cubicBezTo>
                      <a:pt x="11549" y="4185"/>
                      <a:pt x="11543" y="4399"/>
                      <a:pt x="11543" y="4608"/>
                    </a:cubicBezTo>
                    <a:lnTo>
                      <a:pt x="11543" y="5755"/>
                    </a:lnTo>
                    <a:cubicBezTo>
                      <a:pt x="11543" y="5992"/>
                      <a:pt x="11532" y="6229"/>
                      <a:pt x="11543" y="6466"/>
                    </a:cubicBezTo>
                    <a:cubicBezTo>
                      <a:pt x="11549" y="6602"/>
                      <a:pt x="11713" y="6686"/>
                      <a:pt x="11814" y="6765"/>
                    </a:cubicBezTo>
                    <a:cubicBezTo>
                      <a:pt x="12193" y="7065"/>
                      <a:pt x="12577" y="7364"/>
                      <a:pt x="12955" y="7669"/>
                    </a:cubicBezTo>
                    <a:cubicBezTo>
                      <a:pt x="13136" y="7816"/>
                      <a:pt x="13221" y="8030"/>
                      <a:pt x="13130" y="8251"/>
                    </a:cubicBezTo>
                    <a:cubicBezTo>
                      <a:pt x="13034" y="8477"/>
                      <a:pt x="12808" y="8590"/>
                      <a:pt x="12577" y="8590"/>
                    </a:cubicBezTo>
                    <a:cubicBezTo>
                      <a:pt x="12477" y="8591"/>
                      <a:pt x="12378" y="8592"/>
                      <a:pt x="12279" y="8592"/>
                    </a:cubicBezTo>
                    <a:cubicBezTo>
                      <a:pt x="12081" y="8592"/>
                      <a:pt x="11884" y="8590"/>
                      <a:pt x="11684" y="8590"/>
                    </a:cubicBezTo>
                    <a:cubicBezTo>
                      <a:pt x="11605" y="8590"/>
                      <a:pt x="11543" y="8657"/>
                      <a:pt x="11543" y="8731"/>
                    </a:cubicBezTo>
                    <a:cubicBezTo>
                      <a:pt x="11543" y="9030"/>
                      <a:pt x="11549" y="9329"/>
                      <a:pt x="11538" y="9623"/>
                    </a:cubicBezTo>
                    <a:cubicBezTo>
                      <a:pt x="11515" y="10154"/>
                      <a:pt x="11408" y="10685"/>
                      <a:pt x="11210" y="11182"/>
                    </a:cubicBezTo>
                    <a:cubicBezTo>
                      <a:pt x="10832" y="12147"/>
                      <a:pt x="10126" y="12983"/>
                      <a:pt x="9239" y="13525"/>
                    </a:cubicBezTo>
                    <a:cubicBezTo>
                      <a:pt x="8748" y="13822"/>
                      <a:pt x="8210" y="14026"/>
                      <a:pt x="7645" y="14138"/>
                    </a:cubicBezTo>
                    <a:lnTo>
                      <a:pt x="7645" y="14138"/>
                    </a:lnTo>
                    <a:cubicBezTo>
                      <a:pt x="7652" y="14108"/>
                      <a:pt x="7659" y="14078"/>
                      <a:pt x="7664" y="14051"/>
                    </a:cubicBezTo>
                    <a:cubicBezTo>
                      <a:pt x="7703" y="13825"/>
                      <a:pt x="7720" y="13599"/>
                      <a:pt x="7709" y="13373"/>
                    </a:cubicBezTo>
                    <a:cubicBezTo>
                      <a:pt x="7675" y="12475"/>
                      <a:pt x="7285" y="11628"/>
                      <a:pt x="6783" y="10894"/>
                    </a:cubicBezTo>
                    <a:cubicBezTo>
                      <a:pt x="6382" y="10306"/>
                      <a:pt x="5896" y="9770"/>
                      <a:pt x="5371" y="9290"/>
                    </a:cubicBezTo>
                    <a:cubicBezTo>
                      <a:pt x="5128" y="9070"/>
                      <a:pt x="4874" y="8889"/>
                      <a:pt x="4687" y="8606"/>
                    </a:cubicBezTo>
                    <a:cubicBezTo>
                      <a:pt x="4416" y="8194"/>
                      <a:pt x="4320" y="7703"/>
                      <a:pt x="4462" y="7223"/>
                    </a:cubicBezTo>
                    <a:cubicBezTo>
                      <a:pt x="4563" y="6890"/>
                      <a:pt x="4795" y="6624"/>
                      <a:pt x="5134" y="6528"/>
                    </a:cubicBezTo>
                    <a:cubicBezTo>
                      <a:pt x="5184" y="6517"/>
                      <a:pt x="5235" y="6506"/>
                      <a:pt x="5286" y="6494"/>
                    </a:cubicBezTo>
                    <a:cubicBezTo>
                      <a:pt x="5294" y="6493"/>
                      <a:pt x="5298" y="6493"/>
                      <a:pt x="5299" y="6493"/>
                    </a:cubicBezTo>
                    <a:cubicBezTo>
                      <a:pt x="5301" y="6493"/>
                      <a:pt x="5282" y="6496"/>
                      <a:pt x="5282" y="6496"/>
                    </a:cubicBezTo>
                    <a:cubicBezTo>
                      <a:pt x="5282" y="6496"/>
                      <a:pt x="5285" y="6496"/>
                      <a:pt x="5292" y="6494"/>
                    </a:cubicBezTo>
                    <a:lnTo>
                      <a:pt x="5326" y="6494"/>
                    </a:lnTo>
                    <a:cubicBezTo>
                      <a:pt x="5354" y="6489"/>
                      <a:pt x="5382" y="6489"/>
                      <a:pt x="5410" y="6489"/>
                    </a:cubicBezTo>
                    <a:cubicBezTo>
                      <a:pt x="5414" y="6489"/>
                      <a:pt x="5417" y="6488"/>
                      <a:pt x="5420" y="6488"/>
                    </a:cubicBezTo>
                    <a:lnTo>
                      <a:pt x="5420" y="6488"/>
                    </a:lnTo>
                    <a:cubicBezTo>
                      <a:pt x="6703" y="6429"/>
                      <a:pt x="8006" y="6056"/>
                      <a:pt x="8912" y="5099"/>
                    </a:cubicBezTo>
                    <a:cubicBezTo>
                      <a:pt x="9392" y="4597"/>
                      <a:pt x="9759" y="3976"/>
                      <a:pt x="9939" y="3298"/>
                    </a:cubicBezTo>
                    <a:cubicBezTo>
                      <a:pt x="10086" y="2739"/>
                      <a:pt x="10098" y="2152"/>
                      <a:pt x="10007" y="1587"/>
                    </a:cubicBezTo>
                    <a:cubicBezTo>
                      <a:pt x="9946" y="1225"/>
                      <a:pt x="9842" y="873"/>
                      <a:pt x="9707" y="536"/>
                    </a:cubicBezTo>
                    <a:close/>
                    <a:moveTo>
                      <a:pt x="7466" y="14937"/>
                    </a:moveTo>
                    <a:lnTo>
                      <a:pt x="7466" y="15863"/>
                    </a:lnTo>
                    <a:lnTo>
                      <a:pt x="7466" y="18359"/>
                    </a:lnTo>
                    <a:lnTo>
                      <a:pt x="7466" y="18800"/>
                    </a:lnTo>
                    <a:lnTo>
                      <a:pt x="283" y="18800"/>
                    </a:lnTo>
                    <a:lnTo>
                      <a:pt x="283" y="17586"/>
                    </a:lnTo>
                    <a:lnTo>
                      <a:pt x="3383" y="17586"/>
                    </a:lnTo>
                    <a:cubicBezTo>
                      <a:pt x="4078" y="17586"/>
                      <a:pt x="4778" y="17518"/>
                      <a:pt x="5427" y="17253"/>
                    </a:cubicBezTo>
                    <a:cubicBezTo>
                      <a:pt x="6065" y="16987"/>
                      <a:pt x="6613" y="16552"/>
                      <a:pt x="6997" y="15976"/>
                    </a:cubicBezTo>
                    <a:cubicBezTo>
                      <a:pt x="7207" y="15657"/>
                      <a:pt x="7364" y="15302"/>
                      <a:pt x="7466" y="14937"/>
                    </a:cubicBezTo>
                    <a:close/>
                    <a:moveTo>
                      <a:pt x="9374" y="0"/>
                    </a:moveTo>
                    <a:cubicBezTo>
                      <a:pt x="9277" y="0"/>
                      <a:pt x="9206" y="115"/>
                      <a:pt x="9256" y="215"/>
                    </a:cubicBezTo>
                    <a:cubicBezTo>
                      <a:pt x="9680" y="1062"/>
                      <a:pt x="9906" y="2044"/>
                      <a:pt x="9719" y="2987"/>
                    </a:cubicBezTo>
                    <a:cubicBezTo>
                      <a:pt x="9476" y="4247"/>
                      <a:pt x="8562" y="5314"/>
                      <a:pt x="7387" y="5800"/>
                    </a:cubicBezTo>
                    <a:cubicBezTo>
                      <a:pt x="6760" y="6060"/>
                      <a:pt x="6082" y="6178"/>
                      <a:pt x="5405" y="6206"/>
                    </a:cubicBezTo>
                    <a:cubicBezTo>
                      <a:pt x="5403" y="6206"/>
                      <a:pt x="5402" y="6207"/>
                      <a:pt x="5400" y="6207"/>
                    </a:cubicBezTo>
                    <a:lnTo>
                      <a:pt x="5400" y="6207"/>
                    </a:lnTo>
                    <a:cubicBezTo>
                      <a:pt x="5138" y="6214"/>
                      <a:pt x="4882" y="6287"/>
                      <a:pt x="4676" y="6438"/>
                    </a:cubicBezTo>
                    <a:cubicBezTo>
                      <a:pt x="4292" y="6715"/>
                      <a:pt x="4128" y="7178"/>
                      <a:pt x="4111" y="7635"/>
                    </a:cubicBezTo>
                    <a:cubicBezTo>
                      <a:pt x="4094" y="8234"/>
                      <a:pt x="4394" y="8844"/>
                      <a:pt x="4857" y="9216"/>
                    </a:cubicBezTo>
                    <a:cubicBezTo>
                      <a:pt x="5241" y="9527"/>
                      <a:pt x="5591" y="9877"/>
                      <a:pt x="5919" y="10250"/>
                    </a:cubicBezTo>
                    <a:cubicBezTo>
                      <a:pt x="6478" y="10877"/>
                      <a:pt x="6975" y="11600"/>
                      <a:pt x="7246" y="12407"/>
                    </a:cubicBezTo>
                    <a:cubicBezTo>
                      <a:pt x="7381" y="12831"/>
                      <a:pt x="7455" y="13271"/>
                      <a:pt x="7421" y="13717"/>
                    </a:cubicBezTo>
                    <a:cubicBezTo>
                      <a:pt x="7404" y="13949"/>
                      <a:pt x="7336" y="14158"/>
                      <a:pt x="7291" y="14384"/>
                    </a:cubicBezTo>
                    <a:cubicBezTo>
                      <a:pt x="7285" y="14412"/>
                      <a:pt x="7285" y="14440"/>
                      <a:pt x="7280" y="14468"/>
                    </a:cubicBezTo>
                    <a:cubicBezTo>
                      <a:pt x="7281" y="14453"/>
                      <a:pt x="7282" y="14447"/>
                      <a:pt x="7282" y="14447"/>
                    </a:cubicBezTo>
                    <a:lnTo>
                      <a:pt x="7282" y="14447"/>
                    </a:lnTo>
                    <a:cubicBezTo>
                      <a:pt x="7282" y="14447"/>
                      <a:pt x="7278" y="14477"/>
                      <a:pt x="7274" y="14497"/>
                    </a:cubicBezTo>
                    <a:cubicBezTo>
                      <a:pt x="7274" y="14525"/>
                      <a:pt x="7268" y="14553"/>
                      <a:pt x="7263" y="14581"/>
                    </a:cubicBezTo>
                    <a:cubicBezTo>
                      <a:pt x="7246" y="14655"/>
                      <a:pt x="7229" y="14734"/>
                      <a:pt x="7212" y="14807"/>
                    </a:cubicBezTo>
                    <a:cubicBezTo>
                      <a:pt x="7155" y="15005"/>
                      <a:pt x="7088" y="15203"/>
                      <a:pt x="7008" y="15372"/>
                    </a:cubicBezTo>
                    <a:cubicBezTo>
                      <a:pt x="6754" y="15908"/>
                      <a:pt x="6370" y="16377"/>
                      <a:pt x="5873" y="16699"/>
                    </a:cubicBezTo>
                    <a:cubicBezTo>
                      <a:pt x="5184" y="17151"/>
                      <a:pt x="4354" y="17303"/>
                      <a:pt x="3547" y="17303"/>
                    </a:cubicBezTo>
                    <a:lnTo>
                      <a:pt x="141" y="17303"/>
                    </a:lnTo>
                    <a:cubicBezTo>
                      <a:pt x="62" y="17303"/>
                      <a:pt x="0" y="17365"/>
                      <a:pt x="0" y="17445"/>
                    </a:cubicBezTo>
                    <a:lnTo>
                      <a:pt x="0" y="18941"/>
                    </a:lnTo>
                    <a:cubicBezTo>
                      <a:pt x="0" y="19015"/>
                      <a:pt x="62" y="19082"/>
                      <a:pt x="141" y="19082"/>
                    </a:cubicBezTo>
                    <a:lnTo>
                      <a:pt x="7607" y="19082"/>
                    </a:lnTo>
                    <a:cubicBezTo>
                      <a:pt x="7681" y="19082"/>
                      <a:pt x="7748" y="19015"/>
                      <a:pt x="7748" y="18941"/>
                    </a:cubicBezTo>
                    <a:lnTo>
                      <a:pt x="7748" y="17365"/>
                    </a:lnTo>
                    <a:lnTo>
                      <a:pt x="7748" y="14869"/>
                    </a:lnTo>
                    <a:lnTo>
                      <a:pt x="7748" y="14403"/>
                    </a:lnTo>
                    <a:lnTo>
                      <a:pt x="7748" y="14403"/>
                    </a:lnTo>
                    <a:cubicBezTo>
                      <a:pt x="8791" y="14194"/>
                      <a:pt x="9755" y="13651"/>
                      <a:pt x="10476" y="12870"/>
                    </a:cubicBezTo>
                    <a:cubicBezTo>
                      <a:pt x="11233" y="12051"/>
                      <a:pt x="11701" y="10995"/>
                      <a:pt x="11803" y="9888"/>
                    </a:cubicBezTo>
                    <a:cubicBezTo>
                      <a:pt x="11833" y="9551"/>
                      <a:pt x="11828" y="9214"/>
                      <a:pt x="11826" y="8872"/>
                    </a:cubicBezTo>
                    <a:lnTo>
                      <a:pt x="11826" y="8872"/>
                    </a:lnTo>
                    <a:cubicBezTo>
                      <a:pt x="11971" y="8873"/>
                      <a:pt x="12116" y="8874"/>
                      <a:pt x="12261" y="8874"/>
                    </a:cubicBezTo>
                    <a:cubicBezTo>
                      <a:pt x="12357" y="8874"/>
                      <a:pt x="12453" y="8874"/>
                      <a:pt x="12549" y="8872"/>
                    </a:cubicBezTo>
                    <a:cubicBezTo>
                      <a:pt x="12983" y="8872"/>
                      <a:pt x="13384" y="8601"/>
                      <a:pt x="13441" y="8149"/>
                    </a:cubicBezTo>
                    <a:cubicBezTo>
                      <a:pt x="13474" y="7895"/>
                      <a:pt x="13361" y="7646"/>
                      <a:pt x="13166" y="7477"/>
                    </a:cubicBezTo>
                    <a:lnTo>
                      <a:pt x="13166" y="7477"/>
                    </a:lnTo>
                    <a:cubicBezTo>
                      <a:pt x="13162" y="7473"/>
                      <a:pt x="13157" y="7469"/>
                      <a:pt x="13153" y="7466"/>
                    </a:cubicBezTo>
                    <a:lnTo>
                      <a:pt x="13153" y="7466"/>
                    </a:lnTo>
                    <a:cubicBezTo>
                      <a:pt x="13153" y="7466"/>
                      <a:pt x="13153" y="7466"/>
                      <a:pt x="13153" y="7466"/>
                    </a:cubicBezTo>
                    <a:cubicBezTo>
                      <a:pt x="13151" y="7464"/>
                      <a:pt x="13149" y="7463"/>
                      <a:pt x="13148" y="7462"/>
                    </a:cubicBezTo>
                    <a:lnTo>
                      <a:pt x="13148" y="7462"/>
                    </a:lnTo>
                    <a:cubicBezTo>
                      <a:pt x="12711" y="7112"/>
                      <a:pt x="12268" y="6762"/>
                      <a:pt x="11826" y="6413"/>
                    </a:cubicBezTo>
                    <a:lnTo>
                      <a:pt x="11826" y="6413"/>
                    </a:lnTo>
                    <a:lnTo>
                      <a:pt x="11826" y="4840"/>
                    </a:lnTo>
                    <a:cubicBezTo>
                      <a:pt x="11826" y="4461"/>
                      <a:pt x="11837" y="4083"/>
                      <a:pt x="11797" y="3705"/>
                    </a:cubicBezTo>
                    <a:cubicBezTo>
                      <a:pt x="11724" y="2999"/>
                      <a:pt x="11504" y="2304"/>
                      <a:pt x="11131" y="1694"/>
                    </a:cubicBezTo>
                    <a:cubicBezTo>
                      <a:pt x="10708" y="1011"/>
                      <a:pt x="10137" y="435"/>
                      <a:pt x="9448" y="23"/>
                    </a:cubicBezTo>
                    <a:cubicBezTo>
                      <a:pt x="9423" y="7"/>
                      <a:pt x="9397" y="0"/>
                      <a:pt x="9374"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8" name="Google Shape;598;p25"/>
              <p:cNvSpPr/>
              <p:nvPr/>
            </p:nvSpPr>
            <p:spPr>
              <a:xfrm>
                <a:off x="4214400" y="3119725"/>
                <a:ext cx="583975" cy="458800"/>
              </a:xfrm>
              <a:custGeom>
                <a:avLst/>
                <a:gdLst/>
                <a:ahLst/>
                <a:cxnLst/>
                <a:rect l="l" t="t" r="r" b="b"/>
                <a:pathLst>
                  <a:path w="23359" h="18352" extrusionOk="0">
                    <a:moveTo>
                      <a:pt x="10827" y="285"/>
                    </a:moveTo>
                    <a:cubicBezTo>
                      <a:pt x="10889" y="285"/>
                      <a:pt x="10951" y="286"/>
                      <a:pt x="11013" y="286"/>
                    </a:cubicBezTo>
                    <a:lnTo>
                      <a:pt x="17683" y="286"/>
                    </a:lnTo>
                    <a:cubicBezTo>
                      <a:pt x="18029" y="286"/>
                      <a:pt x="18378" y="293"/>
                      <a:pt x="18728" y="293"/>
                    </a:cubicBezTo>
                    <a:cubicBezTo>
                      <a:pt x="18902" y="293"/>
                      <a:pt x="19078" y="291"/>
                      <a:pt x="19253" y="286"/>
                    </a:cubicBezTo>
                    <a:lnTo>
                      <a:pt x="19275" y="286"/>
                    </a:lnTo>
                    <a:cubicBezTo>
                      <a:pt x="19279" y="286"/>
                      <a:pt x="19282" y="286"/>
                      <a:pt x="19286" y="286"/>
                    </a:cubicBezTo>
                    <a:cubicBezTo>
                      <a:pt x="19288" y="286"/>
                      <a:pt x="19291" y="286"/>
                      <a:pt x="19293" y="286"/>
                    </a:cubicBezTo>
                    <a:lnTo>
                      <a:pt x="19293" y="286"/>
                    </a:lnTo>
                    <a:cubicBezTo>
                      <a:pt x="19350" y="287"/>
                      <a:pt x="19412" y="292"/>
                      <a:pt x="19473" y="297"/>
                    </a:cubicBezTo>
                    <a:cubicBezTo>
                      <a:pt x="19535" y="303"/>
                      <a:pt x="19597" y="314"/>
                      <a:pt x="19659" y="319"/>
                    </a:cubicBezTo>
                    <a:cubicBezTo>
                      <a:pt x="19669" y="319"/>
                      <a:pt x="19674" y="319"/>
                      <a:pt x="19682" y="323"/>
                    </a:cubicBezTo>
                    <a:lnTo>
                      <a:pt x="19682" y="323"/>
                    </a:lnTo>
                    <a:cubicBezTo>
                      <a:pt x="19681" y="323"/>
                      <a:pt x="19680" y="323"/>
                      <a:pt x="19679" y="323"/>
                    </a:cubicBezTo>
                    <a:cubicBezTo>
                      <a:pt x="19676" y="323"/>
                      <a:pt x="19676" y="323"/>
                      <a:pt x="19687" y="325"/>
                    </a:cubicBezTo>
                    <a:cubicBezTo>
                      <a:pt x="19704" y="325"/>
                      <a:pt x="19721" y="331"/>
                      <a:pt x="19738" y="331"/>
                    </a:cubicBezTo>
                    <a:cubicBezTo>
                      <a:pt x="19783" y="336"/>
                      <a:pt x="19829" y="342"/>
                      <a:pt x="19868" y="353"/>
                    </a:cubicBezTo>
                    <a:cubicBezTo>
                      <a:pt x="20286" y="421"/>
                      <a:pt x="20732" y="545"/>
                      <a:pt x="21099" y="698"/>
                    </a:cubicBezTo>
                    <a:cubicBezTo>
                      <a:pt x="21579" y="901"/>
                      <a:pt x="22020" y="1178"/>
                      <a:pt x="22364" y="1568"/>
                    </a:cubicBezTo>
                    <a:cubicBezTo>
                      <a:pt x="22754" y="2002"/>
                      <a:pt x="22986" y="2567"/>
                      <a:pt x="23042" y="3160"/>
                    </a:cubicBezTo>
                    <a:cubicBezTo>
                      <a:pt x="23117" y="3968"/>
                      <a:pt x="22932" y="4783"/>
                      <a:pt x="22647" y="5546"/>
                    </a:cubicBezTo>
                    <a:lnTo>
                      <a:pt x="22647" y="5546"/>
                    </a:lnTo>
                    <a:cubicBezTo>
                      <a:pt x="22647" y="5352"/>
                      <a:pt x="22647" y="5157"/>
                      <a:pt x="22647" y="4962"/>
                    </a:cubicBezTo>
                    <a:cubicBezTo>
                      <a:pt x="22641" y="3906"/>
                      <a:pt x="22297" y="2866"/>
                      <a:pt x="21658" y="2025"/>
                    </a:cubicBezTo>
                    <a:cubicBezTo>
                      <a:pt x="21280" y="1528"/>
                      <a:pt x="20806" y="1104"/>
                      <a:pt x="20269" y="783"/>
                    </a:cubicBezTo>
                    <a:cubicBezTo>
                      <a:pt x="20244" y="767"/>
                      <a:pt x="20218" y="760"/>
                      <a:pt x="20195" y="760"/>
                    </a:cubicBezTo>
                    <a:cubicBezTo>
                      <a:pt x="20098" y="760"/>
                      <a:pt x="20027" y="875"/>
                      <a:pt x="20077" y="975"/>
                    </a:cubicBezTo>
                    <a:cubicBezTo>
                      <a:pt x="20501" y="1822"/>
                      <a:pt x="20727" y="2804"/>
                      <a:pt x="20540" y="3747"/>
                    </a:cubicBezTo>
                    <a:cubicBezTo>
                      <a:pt x="20297" y="5007"/>
                      <a:pt x="19383" y="6074"/>
                      <a:pt x="18208" y="6565"/>
                    </a:cubicBezTo>
                    <a:cubicBezTo>
                      <a:pt x="17581" y="6820"/>
                      <a:pt x="16903" y="6938"/>
                      <a:pt x="16231" y="6966"/>
                    </a:cubicBezTo>
                    <a:cubicBezTo>
                      <a:pt x="15796" y="6978"/>
                      <a:pt x="15390" y="7181"/>
                      <a:pt x="15164" y="7559"/>
                    </a:cubicBezTo>
                    <a:cubicBezTo>
                      <a:pt x="14797" y="8158"/>
                      <a:pt x="14887" y="8943"/>
                      <a:pt x="15266" y="9513"/>
                    </a:cubicBezTo>
                    <a:cubicBezTo>
                      <a:pt x="15395" y="9711"/>
                      <a:pt x="15554" y="9875"/>
                      <a:pt x="15740" y="10027"/>
                    </a:cubicBezTo>
                    <a:cubicBezTo>
                      <a:pt x="16011" y="10259"/>
                      <a:pt x="16271" y="10502"/>
                      <a:pt x="16514" y="10761"/>
                    </a:cubicBezTo>
                    <a:cubicBezTo>
                      <a:pt x="17316" y="11603"/>
                      <a:pt x="18067" y="12659"/>
                      <a:pt x="18225" y="13839"/>
                    </a:cubicBezTo>
                    <a:cubicBezTo>
                      <a:pt x="18264" y="14155"/>
                      <a:pt x="18264" y="14477"/>
                      <a:pt x="18202" y="14794"/>
                    </a:cubicBezTo>
                    <a:cubicBezTo>
                      <a:pt x="18174" y="14935"/>
                      <a:pt x="18118" y="15076"/>
                      <a:pt x="18101" y="15217"/>
                    </a:cubicBezTo>
                    <a:cubicBezTo>
                      <a:pt x="18101" y="15219"/>
                      <a:pt x="18101" y="15221"/>
                      <a:pt x="18101" y="15223"/>
                    </a:cubicBezTo>
                    <a:lnTo>
                      <a:pt x="18101" y="15223"/>
                    </a:lnTo>
                    <a:cubicBezTo>
                      <a:pt x="18101" y="15223"/>
                      <a:pt x="18101" y="15223"/>
                      <a:pt x="18101" y="15223"/>
                    </a:cubicBezTo>
                    <a:cubicBezTo>
                      <a:pt x="18101" y="15240"/>
                      <a:pt x="18095" y="15257"/>
                      <a:pt x="18095" y="15274"/>
                    </a:cubicBezTo>
                    <a:cubicBezTo>
                      <a:pt x="18089" y="15319"/>
                      <a:pt x="18078" y="15358"/>
                      <a:pt x="18067" y="15403"/>
                    </a:cubicBezTo>
                    <a:cubicBezTo>
                      <a:pt x="18044" y="15528"/>
                      <a:pt x="18010" y="15646"/>
                      <a:pt x="17971" y="15765"/>
                    </a:cubicBezTo>
                    <a:cubicBezTo>
                      <a:pt x="17728" y="16516"/>
                      <a:pt x="17208" y="17188"/>
                      <a:pt x="16497" y="17583"/>
                    </a:cubicBezTo>
                    <a:cubicBezTo>
                      <a:pt x="15949" y="17883"/>
                      <a:pt x="15328" y="18018"/>
                      <a:pt x="14712" y="18052"/>
                    </a:cubicBezTo>
                    <a:cubicBezTo>
                      <a:pt x="14529" y="18062"/>
                      <a:pt x="14346" y="18064"/>
                      <a:pt x="14164" y="18064"/>
                    </a:cubicBezTo>
                    <a:cubicBezTo>
                      <a:pt x="14043" y="18064"/>
                      <a:pt x="13923" y="18063"/>
                      <a:pt x="13803" y="18063"/>
                    </a:cubicBezTo>
                    <a:lnTo>
                      <a:pt x="4720" y="18063"/>
                    </a:lnTo>
                    <a:cubicBezTo>
                      <a:pt x="4700" y="18046"/>
                      <a:pt x="4676" y="18034"/>
                      <a:pt x="4647" y="18034"/>
                    </a:cubicBezTo>
                    <a:cubicBezTo>
                      <a:pt x="4642" y="18034"/>
                      <a:pt x="4637" y="18034"/>
                      <a:pt x="4632" y="18035"/>
                    </a:cubicBezTo>
                    <a:cubicBezTo>
                      <a:pt x="4493" y="18051"/>
                      <a:pt x="4355" y="18060"/>
                      <a:pt x="4217" y="18060"/>
                    </a:cubicBezTo>
                    <a:cubicBezTo>
                      <a:pt x="3639" y="18060"/>
                      <a:pt x="3069" y="17917"/>
                      <a:pt x="2553" y="17634"/>
                    </a:cubicBezTo>
                    <a:cubicBezTo>
                      <a:pt x="1960" y="17301"/>
                      <a:pt x="1469" y="16810"/>
                      <a:pt x="1119" y="16228"/>
                    </a:cubicBezTo>
                    <a:cubicBezTo>
                      <a:pt x="334" y="14918"/>
                      <a:pt x="278" y="13212"/>
                      <a:pt x="983" y="11857"/>
                    </a:cubicBezTo>
                    <a:cubicBezTo>
                      <a:pt x="1317" y="11208"/>
                      <a:pt x="1825" y="10643"/>
                      <a:pt x="2452" y="10264"/>
                    </a:cubicBezTo>
                    <a:cubicBezTo>
                      <a:pt x="2632" y="10157"/>
                      <a:pt x="2808" y="10061"/>
                      <a:pt x="2977" y="9937"/>
                    </a:cubicBezTo>
                    <a:cubicBezTo>
                      <a:pt x="3649" y="9440"/>
                      <a:pt x="4208" y="8807"/>
                      <a:pt x="4694" y="8135"/>
                    </a:cubicBezTo>
                    <a:cubicBezTo>
                      <a:pt x="5095" y="7576"/>
                      <a:pt x="5445" y="6989"/>
                      <a:pt x="5755" y="6379"/>
                    </a:cubicBezTo>
                    <a:cubicBezTo>
                      <a:pt x="5942" y="6012"/>
                      <a:pt x="6117" y="5639"/>
                      <a:pt x="6275" y="5261"/>
                    </a:cubicBezTo>
                    <a:cubicBezTo>
                      <a:pt x="6456" y="4826"/>
                      <a:pt x="6653" y="4386"/>
                      <a:pt x="6772" y="3934"/>
                    </a:cubicBezTo>
                    <a:cubicBezTo>
                      <a:pt x="6829" y="3715"/>
                      <a:pt x="6911" y="3510"/>
                      <a:pt x="6981" y="3302"/>
                    </a:cubicBezTo>
                    <a:lnTo>
                      <a:pt x="6981" y="3302"/>
                    </a:lnTo>
                    <a:cubicBezTo>
                      <a:pt x="6983" y="3298"/>
                      <a:pt x="6985" y="3294"/>
                      <a:pt x="6987" y="3290"/>
                    </a:cubicBezTo>
                    <a:cubicBezTo>
                      <a:pt x="7308" y="2545"/>
                      <a:pt x="7783" y="1867"/>
                      <a:pt x="8376" y="1319"/>
                    </a:cubicBezTo>
                    <a:cubicBezTo>
                      <a:pt x="8952" y="799"/>
                      <a:pt x="9669" y="382"/>
                      <a:pt x="10454" y="303"/>
                    </a:cubicBezTo>
                    <a:cubicBezTo>
                      <a:pt x="10578" y="287"/>
                      <a:pt x="10703" y="285"/>
                      <a:pt x="10827" y="285"/>
                    </a:cubicBezTo>
                    <a:close/>
                    <a:moveTo>
                      <a:pt x="19155" y="1"/>
                    </a:moveTo>
                    <a:cubicBezTo>
                      <a:pt x="19074" y="1"/>
                      <a:pt x="18993" y="3"/>
                      <a:pt x="18914" y="3"/>
                    </a:cubicBezTo>
                    <a:lnTo>
                      <a:pt x="10742" y="3"/>
                    </a:lnTo>
                    <a:cubicBezTo>
                      <a:pt x="9127" y="9"/>
                      <a:pt x="7760" y="1263"/>
                      <a:pt x="7009" y="2601"/>
                    </a:cubicBezTo>
                    <a:cubicBezTo>
                      <a:pt x="6916" y="2776"/>
                      <a:pt x="6829" y="2951"/>
                      <a:pt x="6751" y="3131"/>
                    </a:cubicBezTo>
                    <a:lnTo>
                      <a:pt x="6751" y="3131"/>
                    </a:lnTo>
                    <a:cubicBezTo>
                      <a:pt x="6741" y="3144"/>
                      <a:pt x="6733" y="3159"/>
                      <a:pt x="6727" y="3177"/>
                    </a:cubicBezTo>
                    <a:cubicBezTo>
                      <a:pt x="6653" y="3409"/>
                      <a:pt x="6557" y="3640"/>
                      <a:pt x="6495" y="3877"/>
                    </a:cubicBezTo>
                    <a:cubicBezTo>
                      <a:pt x="6428" y="4114"/>
                      <a:pt x="6332" y="4346"/>
                      <a:pt x="6247" y="4578"/>
                    </a:cubicBezTo>
                    <a:cubicBezTo>
                      <a:pt x="6083" y="4995"/>
                      <a:pt x="5908" y="5408"/>
                      <a:pt x="5722" y="5814"/>
                    </a:cubicBezTo>
                    <a:cubicBezTo>
                      <a:pt x="5405" y="6475"/>
                      <a:pt x="5050" y="7119"/>
                      <a:pt x="4637" y="7723"/>
                    </a:cubicBezTo>
                    <a:cubicBezTo>
                      <a:pt x="4338" y="8164"/>
                      <a:pt x="4010" y="8582"/>
                      <a:pt x="3643" y="8966"/>
                    </a:cubicBezTo>
                    <a:cubicBezTo>
                      <a:pt x="3508" y="9107"/>
                      <a:pt x="3367" y="9248"/>
                      <a:pt x="3220" y="9378"/>
                    </a:cubicBezTo>
                    <a:cubicBezTo>
                      <a:pt x="3158" y="9434"/>
                      <a:pt x="3096" y="9485"/>
                      <a:pt x="3028" y="9542"/>
                    </a:cubicBezTo>
                    <a:cubicBezTo>
                      <a:pt x="3000" y="9564"/>
                      <a:pt x="2971" y="9587"/>
                      <a:pt x="2943" y="9609"/>
                    </a:cubicBezTo>
                    <a:cubicBezTo>
                      <a:pt x="2904" y="9643"/>
                      <a:pt x="2921" y="9626"/>
                      <a:pt x="2881" y="9660"/>
                    </a:cubicBezTo>
                    <a:cubicBezTo>
                      <a:pt x="2728" y="9773"/>
                      <a:pt x="2576" y="9875"/>
                      <a:pt x="2412" y="9965"/>
                    </a:cubicBezTo>
                    <a:cubicBezTo>
                      <a:pt x="1752" y="10327"/>
                      <a:pt x="1209" y="10886"/>
                      <a:pt x="837" y="11535"/>
                    </a:cubicBezTo>
                    <a:cubicBezTo>
                      <a:pt x="46" y="12896"/>
                      <a:pt x="1" y="14635"/>
                      <a:pt x="701" y="16047"/>
                    </a:cubicBezTo>
                    <a:cubicBezTo>
                      <a:pt x="1322" y="17312"/>
                      <a:pt x="2553" y="18250"/>
                      <a:pt x="3982" y="18340"/>
                    </a:cubicBezTo>
                    <a:cubicBezTo>
                      <a:pt x="4041" y="18343"/>
                      <a:pt x="4100" y="18345"/>
                      <a:pt x="4158" y="18345"/>
                    </a:cubicBezTo>
                    <a:cubicBezTo>
                      <a:pt x="4295" y="18345"/>
                      <a:pt x="4429" y="18337"/>
                      <a:pt x="4564" y="18324"/>
                    </a:cubicBezTo>
                    <a:lnTo>
                      <a:pt x="4564" y="18324"/>
                    </a:lnTo>
                    <a:cubicBezTo>
                      <a:pt x="4584" y="18338"/>
                      <a:pt x="4608" y="18346"/>
                      <a:pt x="4637" y="18346"/>
                    </a:cubicBezTo>
                    <a:lnTo>
                      <a:pt x="13137" y="18346"/>
                    </a:lnTo>
                    <a:cubicBezTo>
                      <a:pt x="13428" y="18346"/>
                      <a:pt x="13723" y="18352"/>
                      <a:pt x="14018" y="18352"/>
                    </a:cubicBezTo>
                    <a:cubicBezTo>
                      <a:pt x="14609" y="18352"/>
                      <a:pt x="15200" y="18327"/>
                      <a:pt x="15768" y="18176"/>
                    </a:cubicBezTo>
                    <a:cubicBezTo>
                      <a:pt x="16717" y="17917"/>
                      <a:pt x="17530" y="17312"/>
                      <a:pt x="17993" y="16437"/>
                    </a:cubicBezTo>
                    <a:cubicBezTo>
                      <a:pt x="18140" y="16160"/>
                      <a:pt x="18247" y="15867"/>
                      <a:pt x="18321" y="15562"/>
                    </a:cubicBezTo>
                    <a:cubicBezTo>
                      <a:pt x="18343" y="15477"/>
                      <a:pt x="18360" y="15392"/>
                      <a:pt x="18372" y="15302"/>
                    </a:cubicBezTo>
                    <a:cubicBezTo>
                      <a:pt x="18383" y="15228"/>
                      <a:pt x="18394" y="15183"/>
                      <a:pt x="18411" y="15132"/>
                    </a:cubicBezTo>
                    <a:cubicBezTo>
                      <a:pt x="18778" y="13867"/>
                      <a:pt x="18259" y="12569"/>
                      <a:pt x="17525" y="11546"/>
                    </a:cubicBezTo>
                    <a:cubicBezTo>
                      <a:pt x="17056" y="10880"/>
                      <a:pt x="16491" y="10287"/>
                      <a:pt x="15864" y="9767"/>
                    </a:cubicBezTo>
                    <a:cubicBezTo>
                      <a:pt x="15604" y="9553"/>
                      <a:pt x="15395" y="9254"/>
                      <a:pt x="15294" y="8932"/>
                    </a:cubicBezTo>
                    <a:cubicBezTo>
                      <a:pt x="15113" y="8378"/>
                      <a:pt x="15232" y="7605"/>
                      <a:pt x="15813" y="7339"/>
                    </a:cubicBezTo>
                    <a:cubicBezTo>
                      <a:pt x="15887" y="7305"/>
                      <a:pt x="15966" y="7283"/>
                      <a:pt x="16045" y="7266"/>
                    </a:cubicBezTo>
                    <a:cubicBezTo>
                      <a:pt x="16062" y="7260"/>
                      <a:pt x="16084" y="7260"/>
                      <a:pt x="16101" y="7254"/>
                    </a:cubicBezTo>
                    <a:cubicBezTo>
                      <a:pt x="16109" y="7253"/>
                      <a:pt x="16112" y="7253"/>
                      <a:pt x="16113" y="7253"/>
                    </a:cubicBezTo>
                    <a:cubicBezTo>
                      <a:pt x="16116" y="7253"/>
                      <a:pt x="16103" y="7256"/>
                      <a:pt x="16107" y="7256"/>
                    </a:cubicBezTo>
                    <a:cubicBezTo>
                      <a:pt x="16108" y="7256"/>
                      <a:pt x="16111" y="7256"/>
                      <a:pt x="16118" y="7254"/>
                    </a:cubicBezTo>
                    <a:cubicBezTo>
                      <a:pt x="16158" y="7249"/>
                      <a:pt x="16192" y="7249"/>
                      <a:pt x="16231" y="7249"/>
                    </a:cubicBezTo>
                    <a:cubicBezTo>
                      <a:pt x="16232" y="7249"/>
                      <a:pt x="16232" y="7249"/>
                      <a:pt x="16233" y="7249"/>
                    </a:cubicBezTo>
                    <a:lnTo>
                      <a:pt x="16233" y="7249"/>
                    </a:lnTo>
                    <a:cubicBezTo>
                      <a:pt x="17514" y="7192"/>
                      <a:pt x="18824" y="6819"/>
                      <a:pt x="19733" y="5859"/>
                    </a:cubicBezTo>
                    <a:cubicBezTo>
                      <a:pt x="20213" y="5357"/>
                      <a:pt x="20580" y="4736"/>
                      <a:pt x="20760" y="4058"/>
                    </a:cubicBezTo>
                    <a:cubicBezTo>
                      <a:pt x="20907" y="3499"/>
                      <a:pt x="20919" y="2917"/>
                      <a:pt x="20828" y="2347"/>
                    </a:cubicBezTo>
                    <a:cubicBezTo>
                      <a:pt x="20767" y="1986"/>
                      <a:pt x="20663" y="1635"/>
                      <a:pt x="20529" y="1298"/>
                    </a:cubicBezTo>
                    <a:lnTo>
                      <a:pt x="20529" y="1298"/>
                    </a:lnTo>
                    <a:cubicBezTo>
                      <a:pt x="21237" y="1835"/>
                      <a:pt x="21783" y="2567"/>
                      <a:pt x="22093" y="3409"/>
                    </a:cubicBezTo>
                    <a:cubicBezTo>
                      <a:pt x="22274" y="3900"/>
                      <a:pt x="22364" y="4431"/>
                      <a:pt x="22364" y="4956"/>
                    </a:cubicBezTo>
                    <a:cubicBezTo>
                      <a:pt x="22364" y="5159"/>
                      <a:pt x="22364" y="5363"/>
                      <a:pt x="22364" y="5560"/>
                    </a:cubicBezTo>
                    <a:lnTo>
                      <a:pt x="22364" y="6260"/>
                    </a:lnTo>
                    <a:cubicBezTo>
                      <a:pt x="22364" y="6342"/>
                      <a:pt x="22445" y="6402"/>
                      <a:pt x="22521" y="6402"/>
                    </a:cubicBezTo>
                    <a:cubicBezTo>
                      <a:pt x="22565" y="6402"/>
                      <a:pt x="22607" y="6382"/>
                      <a:pt x="22630" y="6334"/>
                    </a:cubicBezTo>
                    <a:cubicBezTo>
                      <a:pt x="23031" y="5425"/>
                      <a:pt x="23358" y="4442"/>
                      <a:pt x="23341" y="3442"/>
                    </a:cubicBezTo>
                    <a:cubicBezTo>
                      <a:pt x="23324" y="2782"/>
                      <a:pt x="23144" y="2121"/>
                      <a:pt x="22743" y="1584"/>
                    </a:cubicBezTo>
                    <a:cubicBezTo>
                      <a:pt x="22404" y="1138"/>
                      <a:pt x="21952" y="794"/>
                      <a:pt x="21449" y="545"/>
                    </a:cubicBezTo>
                    <a:cubicBezTo>
                      <a:pt x="21020" y="342"/>
                      <a:pt x="20563" y="195"/>
                      <a:pt x="20094" y="105"/>
                    </a:cubicBezTo>
                    <a:cubicBezTo>
                      <a:pt x="19840" y="54"/>
                      <a:pt x="19563" y="9"/>
                      <a:pt x="19298" y="3"/>
                    </a:cubicBezTo>
                    <a:lnTo>
                      <a:pt x="19275" y="3"/>
                    </a:lnTo>
                    <a:cubicBezTo>
                      <a:pt x="19236" y="1"/>
                      <a:pt x="19196" y="1"/>
                      <a:pt x="19155"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9" name="Google Shape;599;p25"/>
              <p:cNvSpPr/>
              <p:nvPr/>
            </p:nvSpPr>
            <p:spPr>
              <a:xfrm>
                <a:off x="4769675" y="3210750"/>
                <a:ext cx="8075" cy="10675"/>
              </a:xfrm>
              <a:custGeom>
                <a:avLst/>
                <a:gdLst/>
                <a:ahLst/>
                <a:cxnLst/>
                <a:rect l="l" t="t" r="r" b="b"/>
                <a:pathLst>
                  <a:path w="323" h="427" extrusionOk="0">
                    <a:moveTo>
                      <a:pt x="136" y="1"/>
                    </a:moveTo>
                    <a:cubicBezTo>
                      <a:pt x="126" y="1"/>
                      <a:pt x="117" y="2"/>
                      <a:pt x="108" y="5"/>
                    </a:cubicBezTo>
                    <a:cubicBezTo>
                      <a:pt x="97" y="10"/>
                      <a:pt x="86" y="16"/>
                      <a:pt x="74" y="22"/>
                    </a:cubicBezTo>
                    <a:cubicBezTo>
                      <a:pt x="52" y="33"/>
                      <a:pt x="35" y="50"/>
                      <a:pt x="23" y="73"/>
                    </a:cubicBezTo>
                    <a:lnTo>
                      <a:pt x="6" y="106"/>
                    </a:lnTo>
                    <a:cubicBezTo>
                      <a:pt x="1" y="129"/>
                      <a:pt x="1" y="157"/>
                      <a:pt x="6" y="180"/>
                    </a:cubicBezTo>
                    <a:cubicBezTo>
                      <a:pt x="23" y="231"/>
                      <a:pt x="35" y="276"/>
                      <a:pt x="40" y="321"/>
                    </a:cubicBezTo>
                    <a:cubicBezTo>
                      <a:pt x="46" y="344"/>
                      <a:pt x="57" y="361"/>
                      <a:pt x="69" y="372"/>
                    </a:cubicBezTo>
                    <a:cubicBezTo>
                      <a:pt x="80" y="389"/>
                      <a:pt x="91" y="400"/>
                      <a:pt x="108" y="406"/>
                    </a:cubicBezTo>
                    <a:cubicBezTo>
                      <a:pt x="125" y="417"/>
                      <a:pt x="142" y="423"/>
                      <a:pt x="159" y="423"/>
                    </a:cubicBezTo>
                    <a:cubicBezTo>
                      <a:pt x="170" y="425"/>
                      <a:pt x="180" y="427"/>
                      <a:pt x="189" y="427"/>
                    </a:cubicBezTo>
                    <a:cubicBezTo>
                      <a:pt x="198" y="427"/>
                      <a:pt x="207" y="425"/>
                      <a:pt x="215" y="423"/>
                    </a:cubicBezTo>
                    <a:cubicBezTo>
                      <a:pt x="227" y="417"/>
                      <a:pt x="238" y="411"/>
                      <a:pt x="249" y="406"/>
                    </a:cubicBezTo>
                    <a:cubicBezTo>
                      <a:pt x="272" y="394"/>
                      <a:pt x="289" y="377"/>
                      <a:pt x="300" y="355"/>
                    </a:cubicBezTo>
                    <a:lnTo>
                      <a:pt x="317" y="321"/>
                    </a:lnTo>
                    <a:cubicBezTo>
                      <a:pt x="323" y="298"/>
                      <a:pt x="323" y="276"/>
                      <a:pt x="317" y="248"/>
                    </a:cubicBezTo>
                    <a:cubicBezTo>
                      <a:pt x="306" y="202"/>
                      <a:pt x="294" y="152"/>
                      <a:pt x="283" y="106"/>
                    </a:cubicBezTo>
                    <a:cubicBezTo>
                      <a:pt x="278" y="89"/>
                      <a:pt x="266" y="73"/>
                      <a:pt x="255" y="56"/>
                    </a:cubicBezTo>
                    <a:cubicBezTo>
                      <a:pt x="244" y="44"/>
                      <a:pt x="232" y="33"/>
                      <a:pt x="215" y="22"/>
                    </a:cubicBezTo>
                    <a:cubicBezTo>
                      <a:pt x="198" y="10"/>
                      <a:pt x="182" y="5"/>
                      <a:pt x="165" y="5"/>
                    </a:cubicBezTo>
                    <a:cubicBezTo>
                      <a:pt x="156" y="2"/>
                      <a:pt x="146" y="1"/>
                      <a:pt x="136"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0" name="Google Shape;600;p25"/>
              <p:cNvSpPr/>
              <p:nvPr/>
            </p:nvSpPr>
            <p:spPr>
              <a:xfrm>
                <a:off x="4772800" y="3228450"/>
                <a:ext cx="7500" cy="9950"/>
              </a:xfrm>
              <a:custGeom>
                <a:avLst/>
                <a:gdLst/>
                <a:ahLst/>
                <a:cxnLst/>
                <a:rect l="l" t="t" r="r" b="b"/>
                <a:pathLst>
                  <a:path w="300" h="398" extrusionOk="0">
                    <a:moveTo>
                      <a:pt x="158" y="0"/>
                    </a:moveTo>
                    <a:cubicBezTo>
                      <a:pt x="153" y="0"/>
                      <a:pt x="147" y="1"/>
                      <a:pt x="141" y="3"/>
                    </a:cubicBezTo>
                    <a:lnTo>
                      <a:pt x="107" y="3"/>
                    </a:lnTo>
                    <a:cubicBezTo>
                      <a:pt x="85" y="14"/>
                      <a:pt x="62" y="25"/>
                      <a:pt x="45" y="42"/>
                    </a:cubicBezTo>
                    <a:cubicBezTo>
                      <a:pt x="34" y="53"/>
                      <a:pt x="28" y="59"/>
                      <a:pt x="23" y="70"/>
                    </a:cubicBezTo>
                    <a:cubicBezTo>
                      <a:pt x="11" y="93"/>
                      <a:pt x="0" y="116"/>
                      <a:pt x="0" y="144"/>
                    </a:cubicBezTo>
                    <a:cubicBezTo>
                      <a:pt x="6" y="178"/>
                      <a:pt x="11" y="217"/>
                      <a:pt x="17" y="257"/>
                    </a:cubicBezTo>
                    <a:cubicBezTo>
                      <a:pt x="11" y="274"/>
                      <a:pt x="17" y="296"/>
                      <a:pt x="28" y="313"/>
                    </a:cubicBezTo>
                    <a:cubicBezTo>
                      <a:pt x="34" y="330"/>
                      <a:pt x="40" y="342"/>
                      <a:pt x="57" y="358"/>
                    </a:cubicBezTo>
                    <a:cubicBezTo>
                      <a:pt x="68" y="370"/>
                      <a:pt x="85" y="381"/>
                      <a:pt x="102" y="387"/>
                    </a:cubicBezTo>
                    <a:cubicBezTo>
                      <a:pt x="119" y="392"/>
                      <a:pt x="136" y="398"/>
                      <a:pt x="158" y="398"/>
                    </a:cubicBezTo>
                    <a:lnTo>
                      <a:pt x="192" y="392"/>
                    </a:lnTo>
                    <a:cubicBezTo>
                      <a:pt x="215" y="387"/>
                      <a:pt x="237" y="375"/>
                      <a:pt x="254" y="358"/>
                    </a:cubicBezTo>
                    <a:cubicBezTo>
                      <a:pt x="266" y="347"/>
                      <a:pt x="271" y="336"/>
                      <a:pt x="277" y="330"/>
                    </a:cubicBezTo>
                    <a:cubicBezTo>
                      <a:pt x="288" y="308"/>
                      <a:pt x="299" y="285"/>
                      <a:pt x="299" y="257"/>
                    </a:cubicBezTo>
                    <a:cubicBezTo>
                      <a:pt x="294" y="217"/>
                      <a:pt x="288" y="178"/>
                      <a:pt x="282" y="144"/>
                    </a:cubicBezTo>
                    <a:cubicBezTo>
                      <a:pt x="288" y="121"/>
                      <a:pt x="282" y="104"/>
                      <a:pt x="271" y="87"/>
                    </a:cubicBezTo>
                    <a:cubicBezTo>
                      <a:pt x="266" y="70"/>
                      <a:pt x="260" y="53"/>
                      <a:pt x="243" y="42"/>
                    </a:cubicBezTo>
                    <a:cubicBezTo>
                      <a:pt x="232" y="25"/>
                      <a:pt x="215" y="20"/>
                      <a:pt x="198" y="14"/>
                    </a:cubicBezTo>
                    <a:cubicBezTo>
                      <a:pt x="185" y="6"/>
                      <a:pt x="173" y="0"/>
                      <a:pt x="158"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1" name="Google Shape;601;p25"/>
              <p:cNvSpPr/>
              <p:nvPr/>
            </p:nvSpPr>
            <p:spPr>
              <a:xfrm>
                <a:off x="4771525" y="3219375"/>
                <a:ext cx="7775" cy="10425"/>
              </a:xfrm>
              <a:custGeom>
                <a:avLst/>
                <a:gdLst/>
                <a:ahLst/>
                <a:cxnLst/>
                <a:rect l="l" t="t" r="r" b="b"/>
                <a:pathLst>
                  <a:path w="311" h="417" extrusionOk="0">
                    <a:moveTo>
                      <a:pt x="136" y="0"/>
                    </a:moveTo>
                    <a:cubicBezTo>
                      <a:pt x="126" y="0"/>
                      <a:pt x="116" y="1"/>
                      <a:pt x="108" y="4"/>
                    </a:cubicBezTo>
                    <a:cubicBezTo>
                      <a:pt x="96" y="10"/>
                      <a:pt x="85" y="16"/>
                      <a:pt x="74" y="21"/>
                    </a:cubicBezTo>
                    <a:cubicBezTo>
                      <a:pt x="51" y="32"/>
                      <a:pt x="34" y="49"/>
                      <a:pt x="23" y="72"/>
                    </a:cubicBezTo>
                    <a:lnTo>
                      <a:pt x="12" y="106"/>
                    </a:lnTo>
                    <a:cubicBezTo>
                      <a:pt x="0" y="128"/>
                      <a:pt x="0" y="151"/>
                      <a:pt x="12" y="179"/>
                    </a:cubicBezTo>
                    <a:cubicBezTo>
                      <a:pt x="17" y="224"/>
                      <a:pt x="23" y="270"/>
                      <a:pt x="34" y="315"/>
                    </a:cubicBezTo>
                    <a:cubicBezTo>
                      <a:pt x="34" y="332"/>
                      <a:pt x="45" y="349"/>
                      <a:pt x="57" y="360"/>
                    </a:cubicBezTo>
                    <a:cubicBezTo>
                      <a:pt x="68" y="377"/>
                      <a:pt x="79" y="388"/>
                      <a:pt x="96" y="400"/>
                    </a:cubicBezTo>
                    <a:cubicBezTo>
                      <a:pt x="113" y="411"/>
                      <a:pt x="130" y="416"/>
                      <a:pt x="147" y="416"/>
                    </a:cubicBezTo>
                    <a:cubicBezTo>
                      <a:pt x="170" y="416"/>
                      <a:pt x="187" y="416"/>
                      <a:pt x="204" y="411"/>
                    </a:cubicBezTo>
                    <a:cubicBezTo>
                      <a:pt x="215" y="405"/>
                      <a:pt x="226" y="405"/>
                      <a:pt x="237" y="400"/>
                    </a:cubicBezTo>
                    <a:cubicBezTo>
                      <a:pt x="260" y="388"/>
                      <a:pt x="277" y="371"/>
                      <a:pt x="288" y="349"/>
                    </a:cubicBezTo>
                    <a:lnTo>
                      <a:pt x="305" y="315"/>
                    </a:lnTo>
                    <a:cubicBezTo>
                      <a:pt x="311" y="287"/>
                      <a:pt x="311" y="264"/>
                      <a:pt x="305" y="236"/>
                    </a:cubicBezTo>
                    <a:cubicBezTo>
                      <a:pt x="300" y="191"/>
                      <a:pt x="288" y="145"/>
                      <a:pt x="283" y="106"/>
                    </a:cubicBezTo>
                    <a:cubicBezTo>
                      <a:pt x="277" y="83"/>
                      <a:pt x="266" y="66"/>
                      <a:pt x="254" y="55"/>
                    </a:cubicBezTo>
                    <a:cubicBezTo>
                      <a:pt x="243" y="38"/>
                      <a:pt x="232" y="27"/>
                      <a:pt x="215" y="21"/>
                    </a:cubicBezTo>
                    <a:cubicBezTo>
                      <a:pt x="198" y="10"/>
                      <a:pt x="181" y="4"/>
                      <a:pt x="164" y="4"/>
                    </a:cubicBezTo>
                    <a:cubicBezTo>
                      <a:pt x="156" y="1"/>
                      <a:pt x="146" y="0"/>
                      <a:pt x="136"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2" name="Google Shape;602;p25"/>
              <p:cNvSpPr/>
              <p:nvPr/>
            </p:nvSpPr>
            <p:spPr>
              <a:xfrm>
                <a:off x="4754425" y="3175975"/>
                <a:ext cx="10200" cy="11850"/>
              </a:xfrm>
              <a:custGeom>
                <a:avLst/>
                <a:gdLst/>
                <a:ahLst/>
                <a:cxnLst/>
                <a:rect l="l" t="t" r="r" b="b"/>
                <a:pathLst>
                  <a:path w="408" h="474" extrusionOk="0">
                    <a:moveTo>
                      <a:pt x="125" y="1"/>
                    </a:moveTo>
                    <a:cubicBezTo>
                      <a:pt x="108" y="7"/>
                      <a:pt x="86" y="12"/>
                      <a:pt x="74" y="18"/>
                    </a:cubicBezTo>
                    <a:cubicBezTo>
                      <a:pt x="40" y="40"/>
                      <a:pt x="18" y="69"/>
                      <a:pt x="7" y="103"/>
                    </a:cubicBezTo>
                    <a:cubicBezTo>
                      <a:pt x="1" y="142"/>
                      <a:pt x="1" y="182"/>
                      <a:pt x="24" y="215"/>
                    </a:cubicBezTo>
                    <a:cubicBezTo>
                      <a:pt x="63" y="278"/>
                      <a:pt x="103" y="340"/>
                      <a:pt x="142" y="402"/>
                    </a:cubicBezTo>
                    <a:cubicBezTo>
                      <a:pt x="159" y="436"/>
                      <a:pt x="187" y="458"/>
                      <a:pt x="227" y="470"/>
                    </a:cubicBezTo>
                    <a:cubicBezTo>
                      <a:pt x="235" y="472"/>
                      <a:pt x="244" y="474"/>
                      <a:pt x="252" y="474"/>
                    </a:cubicBezTo>
                    <a:cubicBezTo>
                      <a:pt x="261" y="474"/>
                      <a:pt x="269" y="472"/>
                      <a:pt x="278" y="470"/>
                    </a:cubicBezTo>
                    <a:cubicBezTo>
                      <a:pt x="300" y="470"/>
                      <a:pt x="317" y="464"/>
                      <a:pt x="334" y="453"/>
                    </a:cubicBezTo>
                    <a:cubicBezTo>
                      <a:pt x="362" y="436"/>
                      <a:pt x="391" y="407"/>
                      <a:pt x="396" y="368"/>
                    </a:cubicBezTo>
                    <a:cubicBezTo>
                      <a:pt x="408" y="334"/>
                      <a:pt x="402" y="295"/>
                      <a:pt x="385" y="261"/>
                    </a:cubicBezTo>
                    <a:cubicBezTo>
                      <a:pt x="345" y="199"/>
                      <a:pt x="306" y="131"/>
                      <a:pt x="266" y="69"/>
                    </a:cubicBezTo>
                    <a:cubicBezTo>
                      <a:pt x="244" y="40"/>
                      <a:pt x="216" y="18"/>
                      <a:pt x="182" y="7"/>
                    </a:cubicBezTo>
                    <a:cubicBezTo>
                      <a:pt x="159" y="1"/>
                      <a:pt x="142" y="1"/>
                      <a:pt x="125"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3" name="Google Shape;603;p25"/>
              <p:cNvSpPr/>
              <p:nvPr/>
            </p:nvSpPr>
            <p:spPr>
              <a:xfrm>
                <a:off x="4758100" y="3182850"/>
                <a:ext cx="11900" cy="15625"/>
              </a:xfrm>
              <a:custGeom>
                <a:avLst/>
                <a:gdLst/>
                <a:ahLst/>
                <a:cxnLst/>
                <a:rect l="l" t="t" r="r" b="b"/>
                <a:pathLst>
                  <a:path w="476" h="625" extrusionOk="0">
                    <a:moveTo>
                      <a:pt x="161" y="0"/>
                    </a:moveTo>
                    <a:cubicBezTo>
                      <a:pt x="136" y="0"/>
                      <a:pt x="112" y="6"/>
                      <a:pt x="91" y="20"/>
                    </a:cubicBezTo>
                    <a:cubicBezTo>
                      <a:pt x="23" y="59"/>
                      <a:pt x="1" y="144"/>
                      <a:pt x="40" y="212"/>
                    </a:cubicBezTo>
                    <a:cubicBezTo>
                      <a:pt x="102" y="324"/>
                      <a:pt x="159" y="437"/>
                      <a:pt x="210" y="556"/>
                    </a:cubicBezTo>
                    <a:cubicBezTo>
                      <a:pt x="227" y="584"/>
                      <a:pt x="266" y="612"/>
                      <a:pt x="294" y="618"/>
                    </a:cubicBezTo>
                    <a:cubicBezTo>
                      <a:pt x="306" y="622"/>
                      <a:pt x="320" y="624"/>
                      <a:pt x="334" y="624"/>
                    </a:cubicBezTo>
                    <a:cubicBezTo>
                      <a:pt x="359" y="624"/>
                      <a:pt x="385" y="618"/>
                      <a:pt x="407" y="607"/>
                    </a:cubicBezTo>
                    <a:cubicBezTo>
                      <a:pt x="436" y="584"/>
                      <a:pt x="464" y="556"/>
                      <a:pt x="469" y="522"/>
                    </a:cubicBezTo>
                    <a:lnTo>
                      <a:pt x="475" y="483"/>
                    </a:lnTo>
                    <a:cubicBezTo>
                      <a:pt x="475" y="460"/>
                      <a:pt x="469" y="437"/>
                      <a:pt x="458" y="415"/>
                    </a:cubicBezTo>
                    <a:cubicBezTo>
                      <a:pt x="402" y="296"/>
                      <a:pt x="345" y="183"/>
                      <a:pt x="283" y="70"/>
                    </a:cubicBezTo>
                    <a:cubicBezTo>
                      <a:pt x="261" y="25"/>
                      <a:pt x="210" y="0"/>
                      <a:pt x="161"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4" name="Google Shape;604;p25"/>
              <p:cNvSpPr/>
              <p:nvPr/>
            </p:nvSpPr>
            <p:spPr>
              <a:xfrm>
                <a:off x="4749775" y="3169350"/>
                <a:ext cx="10625" cy="11750"/>
              </a:xfrm>
              <a:custGeom>
                <a:avLst/>
                <a:gdLst/>
                <a:ahLst/>
                <a:cxnLst/>
                <a:rect l="l" t="t" r="r" b="b"/>
                <a:pathLst>
                  <a:path w="425" h="470" extrusionOk="0">
                    <a:moveTo>
                      <a:pt x="125" y="0"/>
                    </a:moveTo>
                    <a:cubicBezTo>
                      <a:pt x="108" y="0"/>
                      <a:pt x="91" y="6"/>
                      <a:pt x="74" y="17"/>
                    </a:cubicBezTo>
                    <a:cubicBezTo>
                      <a:pt x="40" y="40"/>
                      <a:pt x="18" y="68"/>
                      <a:pt x="6" y="102"/>
                    </a:cubicBezTo>
                    <a:cubicBezTo>
                      <a:pt x="6" y="113"/>
                      <a:pt x="6" y="130"/>
                      <a:pt x="1" y="142"/>
                    </a:cubicBezTo>
                    <a:cubicBezTo>
                      <a:pt x="1" y="164"/>
                      <a:pt x="6" y="192"/>
                      <a:pt x="23" y="209"/>
                    </a:cubicBezTo>
                    <a:cubicBezTo>
                      <a:pt x="68" y="272"/>
                      <a:pt x="114" y="334"/>
                      <a:pt x="159" y="401"/>
                    </a:cubicBezTo>
                    <a:cubicBezTo>
                      <a:pt x="164" y="418"/>
                      <a:pt x="176" y="430"/>
                      <a:pt x="193" y="441"/>
                    </a:cubicBezTo>
                    <a:cubicBezTo>
                      <a:pt x="204" y="452"/>
                      <a:pt x="221" y="458"/>
                      <a:pt x="238" y="464"/>
                    </a:cubicBezTo>
                    <a:cubicBezTo>
                      <a:pt x="260" y="469"/>
                      <a:pt x="277" y="469"/>
                      <a:pt x="294" y="469"/>
                    </a:cubicBezTo>
                    <a:cubicBezTo>
                      <a:pt x="317" y="464"/>
                      <a:pt x="334" y="464"/>
                      <a:pt x="351" y="452"/>
                    </a:cubicBezTo>
                    <a:cubicBezTo>
                      <a:pt x="379" y="430"/>
                      <a:pt x="407" y="401"/>
                      <a:pt x="413" y="368"/>
                    </a:cubicBezTo>
                    <a:cubicBezTo>
                      <a:pt x="424" y="328"/>
                      <a:pt x="418" y="288"/>
                      <a:pt x="402" y="255"/>
                    </a:cubicBezTo>
                    <a:cubicBezTo>
                      <a:pt x="356" y="192"/>
                      <a:pt x="311" y="130"/>
                      <a:pt x="266" y="68"/>
                    </a:cubicBezTo>
                    <a:cubicBezTo>
                      <a:pt x="255" y="51"/>
                      <a:pt x="243" y="40"/>
                      <a:pt x="226" y="29"/>
                    </a:cubicBezTo>
                    <a:cubicBezTo>
                      <a:pt x="215" y="17"/>
                      <a:pt x="198" y="12"/>
                      <a:pt x="181" y="6"/>
                    </a:cubicBezTo>
                    <a:cubicBezTo>
                      <a:pt x="164" y="0"/>
                      <a:pt x="142" y="0"/>
                      <a:pt x="125"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5" name="Google Shape;605;p25"/>
              <p:cNvSpPr/>
              <p:nvPr/>
            </p:nvSpPr>
            <p:spPr>
              <a:xfrm>
                <a:off x="4744700" y="3163000"/>
                <a:ext cx="11025" cy="11875"/>
              </a:xfrm>
              <a:custGeom>
                <a:avLst/>
                <a:gdLst/>
                <a:ahLst/>
                <a:cxnLst/>
                <a:rect l="l" t="t" r="r" b="b"/>
                <a:pathLst>
                  <a:path w="441" h="475" extrusionOk="0">
                    <a:moveTo>
                      <a:pt x="141" y="0"/>
                    </a:moveTo>
                    <a:cubicBezTo>
                      <a:pt x="124" y="0"/>
                      <a:pt x="108" y="6"/>
                      <a:pt x="91" y="12"/>
                    </a:cubicBezTo>
                    <a:cubicBezTo>
                      <a:pt x="68" y="17"/>
                      <a:pt x="57" y="29"/>
                      <a:pt x="45" y="40"/>
                    </a:cubicBezTo>
                    <a:cubicBezTo>
                      <a:pt x="17" y="68"/>
                      <a:pt x="0" y="102"/>
                      <a:pt x="0" y="141"/>
                    </a:cubicBezTo>
                    <a:cubicBezTo>
                      <a:pt x="0" y="153"/>
                      <a:pt x="6" y="164"/>
                      <a:pt x="6" y="181"/>
                    </a:cubicBezTo>
                    <a:cubicBezTo>
                      <a:pt x="12" y="204"/>
                      <a:pt x="23" y="226"/>
                      <a:pt x="45" y="243"/>
                    </a:cubicBezTo>
                    <a:cubicBezTo>
                      <a:pt x="96" y="305"/>
                      <a:pt x="147" y="367"/>
                      <a:pt x="198" y="430"/>
                    </a:cubicBezTo>
                    <a:cubicBezTo>
                      <a:pt x="209" y="446"/>
                      <a:pt x="226" y="458"/>
                      <a:pt x="243" y="463"/>
                    </a:cubicBezTo>
                    <a:cubicBezTo>
                      <a:pt x="260" y="469"/>
                      <a:pt x="277" y="475"/>
                      <a:pt x="300" y="475"/>
                    </a:cubicBezTo>
                    <a:cubicBezTo>
                      <a:pt x="317" y="475"/>
                      <a:pt x="333" y="469"/>
                      <a:pt x="350" y="463"/>
                    </a:cubicBezTo>
                    <a:cubicBezTo>
                      <a:pt x="373" y="458"/>
                      <a:pt x="384" y="446"/>
                      <a:pt x="401" y="430"/>
                    </a:cubicBezTo>
                    <a:cubicBezTo>
                      <a:pt x="424" y="407"/>
                      <a:pt x="441" y="367"/>
                      <a:pt x="441" y="333"/>
                    </a:cubicBezTo>
                    <a:cubicBezTo>
                      <a:pt x="441" y="322"/>
                      <a:pt x="435" y="305"/>
                      <a:pt x="435" y="294"/>
                    </a:cubicBezTo>
                    <a:cubicBezTo>
                      <a:pt x="429" y="271"/>
                      <a:pt x="418" y="249"/>
                      <a:pt x="401" y="232"/>
                    </a:cubicBezTo>
                    <a:cubicBezTo>
                      <a:pt x="350" y="170"/>
                      <a:pt x="294" y="102"/>
                      <a:pt x="243" y="40"/>
                    </a:cubicBezTo>
                    <a:cubicBezTo>
                      <a:pt x="232" y="29"/>
                      <a:pt x="215" y="17"/>
                      <a:pt x="198" y="12"/>
                    </a:cubicBezTo>
                    <a:cubicBezTo>
                      <a:pt x="181" y="6"/>
                      <a:pt x="164" y="0"/>
                      <a:pt x="141"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6" name="Google Shape;606;p25"/>
              <p:cNvSpPr/>
              <p:nvPr/>
            </p:nvSpPr>
            <p:spPr>
              <a:xfrm>
                <a:off x="4767150" y="3202550"/>
                <a:ext cx="8625" cy="10725"/>
              </a:xfrm>
              <a:custGeom>
                <a:avLst/>
                <a:gdLst/>
                <a:ahLst/>
                <a:cxnLst/>
                <a:rect l="l" t="t" r="r" b="b"/>
                <a:pathLst>
                  <a:path w="345" h="429" extrusionOk="0">
                    <a:moveTo>
                      <a:pt x="139" y="1"/>
                    </a:moveTo>
                    <a:cubicBezTo>
                      <a:pt x="130" y="1"/>
                      <a:pt x="122" y="2"/>
                      <a:pt x="113" y="5"/>
                    </a:cubicBezTo>
                    <a:cubicBezTo>
                      <a:pt x="102" y="11"/>
                      <a:pt x="91" y="16"/>
                      <a:pt x="79" y="22"/>
                    </a:cubicBezTo>
                    <a:cubicBezTo>
                      <a:pt x="57" y="33"/>
                      <a:pt x="40" y="50"/>
                      <a:pt x="28" y="73"/>
                    </a:cubicBezTo>
                    <a:cubicBezTo>
                      <a:pt x="11" y="107"/>
                      <a:pt x="0" y="146"/>
                      <a:pt x="11" y="180"/>
                    </a:cubicBezTo>
                    <a:cubicBezTo>
                      <a:pt x="28" y="231"/>
                      <a:pt x="45" y="276"/>
                      <a:pt x="57" y="327"/>
                    </a:cubicBezTo>
                    <a:cubicBezTo>
                      <a:pt x="62" y="344"/>
                      <a:pt x="74" y="361"/>
                      <a:pt x="85" y="372"/>
                    </a:cubicBezTo>
                    <a:cubicBezTo>
                      <a:pt x="96" y="389"/>
                      <a:pt x="107" y="401"/>
                      <a:pt x="124" y="412"/>
                    </a:cubicBezTo>
                    <a:cubicBezTo>
                      <a:pt x="141" y="423"/>
                      <a:pt x="158" y="429"/>
                      <a:pt x="175" y="429"/>
                    </a:cubicBezTo>
                    <a:cubicBezTo>
                      <a:pt x="192" y="429"/>
                      <a:pt x="215" y="429"/>
                      <a:pt x="232" y="423"/>
                    </a:cubicBezTo>
                    <a:cubicBezTo>
                      <a:pt x="243" y="417"/>
                      <a:pt x="254" y="417"/>
                      <a:pt x="266" y="412"/>
                    </a:cubicBezTo>
                    <a:cubicBezTo>
                      <a:pt x="288" y="401"/>
                      <a:pt x="305" y="384"/>
                      <a:pt x="316" y="361"/>
                    </a:cubicBezTo>
                    <a:cubicBezTo>
                      <a:pt x="333" y="327"/>
                      <a:pt x="345" y="288"/>
                      <a:pt x="333" y="248"/>
                    </a:cubicBezTo>
                    <a:cubicBezTo>
                      <a:pt x="316" y="203"/>
                      <a:pt x="299" y="152"/>
                      <a:pt x="288" y="107"/>
                    </a:cubicBezTo>
                    <a:cubicBezTo>
                      <a:pt x="283" y="84"/>
                      <a:pt x="271" y="73"/>
                      <a:pt x="260" y="56"/>
                    </a:cubicBezTo>
                    <a:cubicBezTo>
                      <a:pt x="249" y="39"/>
                      <a:pt x="237" y="28"/>
                      <a:pt x="220" y="22"/>
                    </a:cubicBezTo>
                    <a:cubicBezTo>
                      <a:pt x="203" y="11"/>
                      <a:pt x="187" y="5"/>
                      <a:pt x="170" y="5"/>
                    </a:cubicBezTo>
                    <a:cubicBezTo>
                      <a:pt x="158" y="2"/>
                      <a:pt x="148" y="1"/>
                      <a:pt x="139"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7" name="Google Shape;607;p25"/>
              <p:cNvSpPr/>
              <p:nvPr/>
            </p:nvSpPr>
            <p:spPr>
              <a:xfrm>
                <a:off x="4764325" y="3194650"/>
                <a:ext cx="8625" cy="10825"/>
              </a:xfrm>
              <a:custGeom>
                <a:avLst/>
                <a:gdLst/>
                <a:ahLst/>
                <a:cxnLst/>
                <a:rect l="l" t="t" r="r" b="b"/>
                <a:pathLst>
                  <a:path w="345" h="433" extrusionOk="0">
                    <a:moveTo>
                      <a:pt x="136" y="1"/>
                    </a:moveTo>
                    <a:cubicBezTo>
                      <a:pt x="126" y="1"/>
                      <a:pt x="116" y="2"/>
                      <a:pt x="108" y="5"/>
                    </a:cubicBezTo>
                    <a:cubicBezTo>
                      <a:pt x="96" y="11"/>
                      <a:pt x="85" y="16"/>
                      <a:pt x="74" y="22"/>
                    </a:cubicBezTo>
                    <a:cubicBezTo>
                      <a:pt x="51" y="33"/>
                      <a:pt x="34" y="50"/>
                      <a:pt x="23" y="73"/>
                    </a:cubicBezTo>
                    <a:lnTo>
                      <a:pt x="6" y="107"/>
                    </a:lnTo>
                    <a:cubicBezTo>
                      <a:pt x="0" y="129"/>
                      <a:pt x="0" y="157"/>
                      <a:pt x="6" y="180"/>
                    </a:cubicBezTo>
                    <a:cubicBezTo>
                      <a:pt x="28" y="231"/>
                      <a:pt x="45" y="276"/>
                      <a:pt x="62" y="327"/>
                    </a:cubicBezTo>
                    <a:cubicBezTo>
                      <a:pt x="68" y="344"/>
                      <a:pt x="79" y="361"/>
                      <a:pt x="91" y="378"/>
                    </a:cubicBezTo>
                    <a:cubicBezTo>
                      <a:pt x="102" y="389"/>
                      <a:pt x="113" y="406"/>
                      <a:pt x="130" y="412"/>
                    </a:cubicBezTo>
                    <a:cubicBezTo>
                      <a:pt x="147" y="423"/>
                      <a:pt x="164" y="429"/>
                      <a:pt x="181" y="429"/>
                    </a:cubicBezTo>
                    <a:cubicBezTo>
                      <a:pt x="192" y="431"/>
                      <a:pt x="202" y="433"/>
                      <a:pt x="211" y="433"/>
                    </a:cubicBezTo>
                    <a:cubicBezTo>
                      <a:pt x="220" y="433"/>
                      <a:pt x="229" y="431"/>
                      <a:pt x="237" y="429"/>
                    </a:cubicBezTo>
                    <a:cubicBezTo>
                      <a:pt x="249" y="423"/>
                      <a:pt x="260" y="417"/>
                      <a:pt x="271" y="412"/>
                    </a:cubicBezTo>
                    <a:cubicBezTo>
                      <a:pt x="294" y="400"/>
                      <a:pt x="311" y="383"/>
                      <a:pt x="322" y="361"/>
                    </a:cubicBezTo>
                    <a:lnTo>
                      <a:pt x="339" y="327"/>
                    </a:lnTo>
                    <a:cubicBezTo>
                      <a:pt x="345" y="304"/>
                      <a:pt x="345" y="276"/>
                      <a:pt x="339" y="253"/>
                    </a:cubicBezTo>
                    <a:cubicBezTo>
                      <a:pt x="316" y="203"/>
                      <a:pt x="300" y="152"/>
                      <a:pt x="283" y="107"/>
                    </a:cubicBezTo>
                    <a:cubicBezTo>
                      <a:pt x="277" y="84"/>
                      <a:pt x="266" y="73"/>
                      <a:pt x="254" y="56"/>
                    </a:cubicBezTo>
                    <a:cubicBezTo>
                      <a:pt x="243" y="44"/>
                      <a:pt x="232" y="28"/>
                      <a:pt x="215" y="22"/>
                    </a:cubicBezTo>
                    <a:cubicBezTo>
                      <a:pt x="198" y="11"/>
                      <a:pt x="181" y="5"/>
                      <a:pt x="164" y="5"/>
                    </a:cubicBezTo>
                    <a:cubicBezTo>
                      <a:pt x="156" y="2"/>
                      <a:pt x="146" y="1"/>
                      <a:pt x="136"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8" name="Google Shape;608;p25"/>
              <p:cNvSpPr/>
              <p:nvPr/>
            </p:nvSpPr>
            <p:spPr>
              <a:xfrm>
                <a:off x="4081975" y="3608550"/>
                <a:ext cx="999750" cy="705950"/>
              </a:xfrm>
              <a:custGeom>
                <a:avLst/>
                <a:gdLst/>
                <a:ahLst/>
                <a:cxnLst/>
                <a:rect l="l" t="t" r="r" b="b"/>
                <a:pathLst>
                  <a:path w="39990" h="28238" extrusionOk="0">
                    <a:moveTo>
                      <a:pt x="23780" y="300"/>
                    </a:moveTo>
                    <a:cubicBezTo>
                      <a:pt x="24485" y="893"/>
                      <a:pt x="25251" y="1417"/>
                      <a:pt x="26018" y="1910"/>
                    </a:cubicBezTo>
                    <a:cubicBezTo>
                      <a:pt x="26831" y="2430"/>
                      <a:pt x="27667" y="2915"/>
                      <a:pt x="28531" y="3344"/>
                    </a:cubicBezTo>
                    <a:cubicBezTo>
                      <a:pt x="29418" y="3785"/>
                      <a:pt x="30316" y="4186"/>
                      <a:pt x="31168" y="4694"/>
                    </a:cubicBezTo>
                    <a:cubicBezTo>
                      <a:pt x="33393" y="6021"/>
                      <a:pt x="35426" y="7840"/>
                      <a:pt x="36669" y="10138"/>
                    </a:cubicBezTo>
                    <a:cubicBezTo>
                      <a:pt x="36883" y="10527"/>
                      <a:pt x="37080" y="10916"/>
                      <a:pt x="37199" y="11338"/>
                    </a:cubicBezTo>
                    <a:lnTo>
                      <a:pt x="37199" y="11338"/>
                    </a:lnTo>
                    <a:cubicBezTo>
                      <a:pt x="37199" y="11339"/>
                      <a:pt x="37199" y="11340"/>
                      <a:pt x="37200" y="11341"/>
                    </a:cubicBezTo>
                    <a:cubicBezTo>
                      <a:pt x="37482" y="12290"/>
                      <a:pt x="37697" y="13261"/>
                      <a:pt x="37911" y="14227"/>
                    </a:cubicBezTo>
                    <a:cubicBezTo>
                      <a:pt x="38470" y="16813"/>
                      <a:pt x="38894" y="19434"/>
                      <a:pt x="39199" y="22060"/>
                    </a:cubicBezTo>
                    <a:cubicBezTo>
                      <a:pt x="39430" y="24018"/>
                      <a:pt x="39598" y="25986"/>
                      <a:pt x="39700" y="27955"/>
                    </a:cubicBezTo>
                    <a:lnTo>
                      <a:pt x="296" y="27955"/>
                    </a:lnTo>
                    <a:cubicBezTo>
                      <a:pt x="480" y="24417"/>
                      <a:pt x="867" y="20884"/>
                      <a:pt x="1469" y="17389"/>
                    </a:cubicBezTo>
                    <a:cubicBezTo>
                      <a:pt x="1796" y="15514"/>
                      <a:pt x="2175" y="13645"/>
                      <a:pt x="2661" y="11804"/>
                    </a:cubicBezTo>
                    <a:cubicBezTo>
                      <a:pt x="2836" y="11166"/>
                      <a:pt x="3067" y="10596"/>
                      <a:pt x="3395" y="10008"/>
                    </a:cubicBezTo>
                    <a:cubicBezTo>
                      <a:pt x="4569" y="7908"/>
                      <a:pt x="6399" y="6213"/>
                      <a:pt x="8421" y="4943"/>
                    </a:cubicBezTo>
                    <a:cubicBezTo>
                      <a:pt x="9189" y="4463"/>
                      <a:pt x="9985" y="4039"/>
                      <a:pt x="10804" y="3661"/>
                    </a:cubicBezTo>
                    <a:cubicBezTo>
                      <a:pt x="11662" y="3260"/>
                      <a:pt x="12498" y="2814"/>
                      <a:pt x="13306" y="2328"/>
                    </a:cubicBezTo>
                    <a:cubicBezTo>
                      <a:pt x="14294" y="1729"/>
                      <a:pt x="15248" y="1080"/>
                      <a:pt x="16146" y="357"/>
                    </a:cubicBezTo>
                    <a:cubicBezTo>
                      <a:pt x="16164" y="341"/>
                      <a:pt x="16182" y="327"/>
                      <a:pt x="16199" y="312"/>
                    </a:cubicBezTo>
                    <a:lnTo>
                      <a:pt x="16199" y="312"/>
                    </a:lnTo>
                    <a:cubicBezTo>
                      <a:pt x="16766" y="1161"/>
                      <a:pt x="17337" y="2004"/>
                      <a:pt x="17903" y="2853"/>
                    </a:cubicBezTo>
                    <a:cubicBezTo>
                      <a:pt x="17933" y="2900"/>
                      <a:pt x="17975" y="2921"/>
                      <a:pt x="18018" y="2921"/>
                    </a:cubicBezTo>
                    <a:cubicBezTo>
                      <a:pt x="18064" y="2921"/>
                      <a:pt x="18111" y="2897"/>
                      <a:pt x="18146" y="2853"/>
                    </a:cubicBezTo>
                    <a:lnTo>
                      <a:pt x="19981" y="437"/>
                    </a:lnTo>
                    <a:lnTo>
                      <a:pt x="19981" y="437"/>
                    </a:lnTo>
                    <a:cubicBezTo>
                      <a:pt x="20520" y="1244"/>
                      <a:pt x="21058" y="2046"/>
                      <a:pt x="21596" y="2853"/>
                    </a:cubicBezTo>
                    <a:cubicBezTo>
                      <a:pt x="21626" y="2900"/>
                      <a:pt x="21670" y="2921"/>
                      <a:pt x="21713" y="2921"/>
                    </a:cubicBezTo>
                    <a:cubicBezTo>
                      <a:pt x="21760" y="2921"/>
                      <a:pt x="21807" y="2897"/>
                      <a:pt x="21839" y="2853"/>
                    </a:cubicBezTo>
                    <a:cubicBezTo>
                      <a:pt x="22484" y="2000"/>
                      <a:pt x="23134" y="1153"/>
                      <a:pt x="23780" y="300"/>
                    </a:cubicBezTo>
                    <a:close/>
                    <a:moveTo>
                      <a:pt x="23761" y="0"/>
                    </a:moveTo>
                    <a:cubicBezTo>
                      <a:pt x="23742" y="0"/>
                      <a:pt x="23723" y="3"/>
                      <a:pt x="23703" y="7"/>
                    </a:cubicBezTo>
                    <a:cubicBezTo>
                      <a:pt x="23573" y="35"/>
                      <a:pt x="23460" y="255"/>
                      <a:pt x="23386" y="357"/>
                    </a:cubicBezTo>
                    <a:lnTo>
                      <a:pt x="22810" y="1114"/>
                    </a:lnTo>
                    <a:lnTo>
                      <a:pt x="21726" y="2542"/>
                    </a:lnTo>
                    <a:lnTo>
                      <a:pt x="21726" y="2542"/>
                    </a:lnTo>
                    <a:cubicBezTo>
                      <a:pt x="21187" y="1735"/>
                      <a:pt x="20649" y="928"/>
                      <a:pt x="20111" y="125"/>
                    </a:cubicBezTo>
                    <a:cubicBezTo>
                      <a:pt x="20081" y="79"/>
                      <a:pt x="20037" y="58"/>
                      <a:pt x="19994" y="58"/>
                    </a:cubicBezTo>
                    <a:cubicBezTo>
                      <a:pt x="19947" y="58"/>
                      <a:pt x="19900" y="82"/>
                      <a:pt x="19868" y="125"/>
                    </a:cubicBezTo>
                    <a:lnTo>
                      <a:pt x="18031" y="2543"/>
                    </a:lnTo>
                    <a:lnTo>
                      <a:pt x="18031" y="2543"/>
                    </a:lnTo>
                    <a:cubicBezTo>
                      <a:pt x="17545" y="1819"/>
                      <a:pt x="17063" y="1091"/>
                      <a:pt x="16581" y="368"/>
                    </a:cubicBezTo>
                    <a:cubicBezTo>
                      <a:pt x="16479" y="219"/>
                      <a:pt x="16373" y="5"/>
                      <a:pt x="16212" y="5"/>
                    </a:cubicBezTo>
                    <a:cubicBezTo>
                      <a:pt x="16161" y="5"/>
                      <a:pt x="16104" y="27"/>
                      <a:pt x="16039" y="80"/>
                    </a:cubicBezTo>
                    <a:cubicBezTo>
                      <a:pt x="15695" y="363"/>
                      <a:pt x="15339" y="628"/>
                      <a:pt x="14977" y="888"/>
                    </a:cubicBezTo>
                    <a:cubicBezTo>
                      <a:pt x="14266" y="1396"/>
                      <a:pt x="13532" y="1871"/>
                      <a:pt x="12775" y="2311"/>
                    </a:cubicBezTo>
                    <a:cubicBezTo>
                      <a:pt x="11821" y="2870"/>
                      <a:pt x="10821" y="3311"/>
                      <a:pt x="9838" y="3813"/>
                    </a:cubicBezTo>
                    <a:cubicBezTo>
                      <a:pt x="8223" y="4638"/>
                      <a:pt x="6704" y="5677"/>
                      <a:pt x="5411" y="6953"/>
                    </a:cubicBezTo>
                    <a:cubicBezTo>
                      <a:pt x="4558" y="7789"/>
                      <a:pt x="3796" y="8732"/>
                      <a:pt x="3203" y="9771"/>
                    </a:cubicBezTo>
                    <a:cubicBezTo>
                      <a:pt x="2937" y="10234"/>
                      <a:pt x="2689" y="10720"/>
                      <a:pt x="2531" y="11228"/>
                    </a:cubicBezTo>
                    <a:cubicBezTo>
                      <a:pt x="2135" y="12482"/>
                      <a:pt x="1876" y="13798"/>
                      <a:pt x="1616" y="15085"/>
                    </a:cubicBezTo>
                    <a:cubicBezTo>
                      <a:pt x="865" y="18801"/>
                      <a:pt x="373" y="22568"/>
                      <a:pt x="108" y="26346"/>
                    </a:cubicBezTo>
                    <a:cubicBezTo>
                      <a:pt x="68" y="26928"/>
                      <a:pt x="35" y="27515"/>
                      <a:pt x="6" y="28097"/>
                    </a:cubicBezTo>
                    <a:cubicBezTo>
                      <a:pt x="1" y="28176"/>
                      <a:pt x="74" y="28238"/>
                      <a:pt x="147" y="28238"/>
                    </a:cubicBezTo>
                    <a:lnTo>
                      <a:pt x="39848" y="28238"/>
                    </a:lnTo>
                    <a:cubicBezTo>
                      <a:pt x="39922" y="28238"/>
                      <a:pt x="39989" y="28176"/>
                      <a:pt x="39989" y="28097"/>
                    </a:cubicBezTo>
                    <a:cubicBezTo>
                      <a:pt x="39820" y="24737"/>
                      <a:pt x="39464" y="21382"/>
                      <a:pt x="38922" y="18056"/>
                    </a:cubicBezTo>
                    <a:cubicBezTo>
                      <a:pt x="38600" y="16096"/>
                      <a:pt x="38216" y="14148"/>
                      <a:pt x="37731" y="12222"/>
                    </a:cubicBezTo>
                    <a:cubicBezTo>
                      <a:pt x="37651" y="11900"/>
                      <a:pt x="37567" y="11578"/>
                      <a:pt x="37471" y="11262"/>
                    </a:cubicBezTo>
                    <a:cubicBezTo>
                      <a:pt x="37313" y="10697"/>
                      <a:pt x="37019" y="10149"/>
                      <a:pt x="36720" y="9647"/>
                    </a:cubicBezTo>
                    <a:cubicBezTo>
                      <a:pt x="35918" y="8292"/>
                      <a:pt x="34845" y="7106"/>
                      <a:pt x="33636" y="6095"/>
                    </a:cubicBezTo>
                    <a:cubicBezTo>
                      <a:pt x="32778" y="5378"/>
                      <a:pt x="31846" y="4745"/>
                      <a:pt x="30863" y="4192"/>
                    </a:cubicBezTo>
                    <a:cubicBezTo>
                      <a:pt x="29700" y="3542"/>
                      <a:pt x="28463" y="3028"/>
                      <a:pt x="27300" y="2362"/>
                    </a:cubicBezTo>
                    <a:cubicBezTo>
                      <a:pt x="26408" y="1848"/>
                      <a:pt x="25544" y="1283"/>
                      <a:pt x="24713" y="668"/>
                    </a:cubicBezTo>
                    <a:cubicBezTo>
                      <a:pt x="24493" y="504"/>
                      <a:pt x="24273" y="340"/>
                      <a:pt x="24064" y="165"/>
                    </a:cubicBezTo>
                    <a:cubicBezTo>
                      <a:pt x="23966" y="91"/>
                      <a:pt x="23884" y="0"/>
                      <a:pt x="23761"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9" name="Google Shape;609;p25"/>
              <p:cNvSpPr/>
              <p:nvPr/>
            </p:nvSpPr>
            <p:spPr>
              <a:xfrm>
                <a:off x="4577950" y="3608700"/>
                <a:ext cx="101825" cy="72875"/>
              </a:xfrm>
              <a:custGeom>
                <a:avLst/>
                <a:gdLst/>
                <a:ahLst/>
                <a:cxnLst/>
                <a:rect l="l" t="t" r="r" b="b"/>
                <a:pathLst>
                  <a:path w="4073" h="2915" extrusionOk="0">
                    <a:moveTo>
                      <a:pt x="3599" y="283"/>
                    </a:moveTo>
                    <a:lnTo>
                      <a:pt x="2011" y="2373"/>
                    </a:lnTo>
                    <a:lnTo>
                      <a:pt x="1887" y="2536"/>
                    </a:lnTo>
                    <a:lnTo>
                      <a:pt x="1887" y="2536"/>
                    </a:lnTo>
                    <a:cubicBezTo>
                      <a:pt x="1421" y="1837"/>
                      <a:pt x="951" y="1141"/>
                      <a:pt x="486" y="441"/>
                    </a:cubicBezTo>
                    <a:lnTo>
                      <a:pt x="381" y="283"/>
                    </a:lnTo>
                    <a:close/>
                    <a:moveTo>
                      <a:pt x="187" y="1"/>
                    </a:moveTo>
                    <a:cubicBezTo>
                      <a:pt x="141" y="1"/>
                      <a:pt x="107" y="19"/>
                      <a:pt x="84" y="46"/>
                    </a:cubicBezTo>
                    <a:lnTo>
                      <a:pt x="84" y="46"/>
                    </a:lnTo>
                    <a:cubicBezTo>
                      <a:pt x="77" y="53"/>
                      <a:pt x="70" y="60"/>
                      <a:pt x="63" y="69"/>
                    </a:cubicBezTo>
                    <a:cubicBezTo>
                      <a:pt x="52" y="86"/>
                      <a:pt x="40" y="103"/>
                      <a:pt x="29" y="119"/>
                    </a:cubicBezTo>
                    <a:cubicBezTo>
                      <a:pt x="1" y="153"/>
                      <a:pt x="1" y="221"/>
                      <a:pt x="29" y="261"/>
                    </a:cubicBezTo>
                    <a:cubicBezTo>
                      <a:pt x="532" y="1017"/>
                      <a:pt x="1034" y="1769"/>
                      <a:pt x="1542" y="2525"/>
                    </a:cubicBezTo>
                    <a:cubicBezTo>
                      <a:pt x="1610" y="2633"/>
                      <a:pt x="1684" y="2740"/>
                      <a:pt x="1757" y="2847"/>
                    </a:cubicBezTo>
                    <a:cubicBezTo>
                      <a:pt x="1787" y="2894"/>
                      <a:pt x="1831" y="2915"/>
                      <a:pt x="1874" y="2915"/>
                    </a:cubicBezTo>
                    <a:cubicBezTo>
                      <a:pt x="1921" y="2915"/>
                      <a:pt x="1968" y="2891"/>
                      <a:pt x="2000" y="2847"/>
                    </a:cubicBezTo>
                    <a:lnTo>
                      <a:pt x="3751" y="543"/>
                    </a:lnTo>
                    <a:cubicBezTo>
                      <a:pt x="3835" y="430"/>
                      <a:pt x="3920" y="323"/>
                      <a:pt x="4005" y="210"/>
                    </a:cubicBezTo>
                    <a:cubicBezTo>
                      <a:pt x="4072" y="119"/>
                      <a:pt x="3976" y="1"/>
                      <a:pt x="3880"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0" name="Google Shape;610;p25"/>
              <p:cNvSpPr/>
              <p:nvPr/>
            </p:nvSpPr>
            <p:spPr>
              <a:xfrm>
                <a:off x="4484175" y="3608700"/>
                <a:ext cx="101300" cy="72875"/>
              </a:xfrm>
              <a:custGeom>
                <a:avLst/>
                <a:gdLst/>
                <a:ahLst/>
                <a:cxnLst/>
                <a:rect l="l" t="t" r="r" b="b"/>
                <a:pathLst>
                  <a:path w="4052" h="2915" extrusionOk="0">
                    <a:moveTo>
                      <a:pt x="3655" y="283"/>
                    </a:moveTo>
                    <a:cubicBezTo>
                      <a:pt x="3121" y="981"/>
                      <a:pt x="2592" y="1682"/>
                      <a:pt x="2058" y="2378"/>
                    </a:cubicBezTo>
                    <a:cubicBezTo>
                      <a:pt x="2020" y="2432"/>
                      <a:pt x="1982" y="2484"/>
                      <a:pt x="1943" y="2535"/>
                    </a:cubicBezTo>
                    <a:lnTo>
                      <a:pt x="1943" y="2535"/>
                    </a:lnTo>
                    <a:cubicBezTo>
                      <a:pt x="1467" y="1824"/>
                      <a:pt x="992" y="1113"/>
                      <a:pt x="516" y="402"/>
                    </a:cubicBezTo>
                    <a:cubicBezTo>
                      <a:pt x="490" y="362"/>
                      <a:pt x="464" y="323"/>
                      <a:pt x="439" y="283"/>
                    </a:cubicBezTo>
                    <a:close/>
                    <a:moveTo>
                      <a:pt x="171" y="1"/>
                    </a:moveTo>
                    <a:cubicBezTo>
                      <a:pt x="132" y="1"/>
                      <a:pt x="101" y="14"/>
                      <a:pt x="79" y="36"/>
                    </a:cubicBezTo>
                    <a:lnTo>
                      <a:pt x="79" y="36"/>
                    </a:lnTo>
                    <a:cubicBezTo>
                      <a:pt x="27" y="74"/>
                      <a:pt x="1" y="141"/>
                      <a:pt x="47" y="210"/>
                    </a:cubicBezTo>
                    <a:lnTo>
                      <a:pt x="1589" y="2514"/>
                    </a:lnTo>
                    <a:cubicBezTo>
                      <a:pt x="1668" y="2627"/>
                      <a:pt x="1741" y="2734"/>
                      <a:pt x="1815" y="2847"/>
                    </a:cubicBezTo>
                    <a:cubicBezTo>
                      <a:pt x="1845" y="2894"/>
                      <a:pt x="1887" y="2915"/>
                      <a:pt x="1930" y="2915"/>
                    </a:cubicBezTo>
                    <a:cubicBezTo>
                      <a:pt x="1976" y="2915"/>
                      <a:pt x="2023" y="2891"/>
                      <a:pt x="2058" y="2847"/>
                    </a:cubicBezTo>
                    <a:cubicBezTo>
                      <a:pt x="2628" y="2090"/>
                      <a:pt x="3204" y="1339"/>
                      <a:pt x="3774" y="583"/>
                    </a:cubicBezTo>
                    <a:cubicBezTo>
                      <a:pt x="3859" y="475"/>
                      <a:pt x="3938" y="368"/>
                      <a:pt x="4023" y="261"/>
                    </a:cubicBezTo>
                    <a:cubicBezTo>
                      <a:pt x="4051" y="221"/>
                      <a:pt x="4045" y="153"/>
                      <a:pt x="4023" y="119"/>
                    </a:cubicBezTo>
                    <a:cubicBezTo>
                      <a:pt x="3966" y="35"/>
                      <a:pt x="3910" y="1"/>
                      <a:pt x="3820"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1" name="Google Shape;611;p25"/>
              <p:cNvSpPr/>
              <p:nvPr/>
            </p:nvSpPr>
            <p:spPr>
              <a:xfrm>
                <a:off x="4577250" y="3608600"/>
                <a:ext cx="8925" cy="8325"/>
              </a:xfrm>
              <a:custGeom>
                <a:avLst/>
                <a:gdLst/>
                <a:ahLst/>
                <a:cxnLst/>
                <a:rect l="l" t="t" r="r" b="b"/>
                <a:pathLst>
                  <a:path w="357" h="333" extrusionOk="0">
                    <a:moveTo>
                      <a:pt x="215" y="1"/>
                    </a:moveTo>
                    <a:cubicBezTo>
                      <a:pt x="202" y="1"/>
                      <a:pt x="190" y="2"/>
                      <a:pt x="176" y="5"/>
                    </a:cubicBezTo>
                    <a:lnTo>
                      <a:pt x="142" y="5"/>
                    </a:lnTo>
                    <a:cubicBezTo>
                      <a:pt x="91" y="5"/>
                      <a:pt x="46" y="27"/>
                      <a:pt x="23" y="73"/>
                    </a:cubicBezTo>
                    <a:cubicBezTo>
                      <a:pt x="6" y="95"/>
                      <a:pt x="1" y="118"/>
                      <a:pt x="1" y="146"/>
                    </a:cubicBezTo>
                    <a:cubicBezTo>
                      <a:pt x="1" y="169"/>
                      <a:pt x="6" y="191"/>
                      <a:pt x="23" y="214"/>
                    </a:cubicBezTo>
                    <a:cubicBezTo>
                      <a:pt x="34" y="231"/>
                      <a:pt x="46" y="248"/>
                      <a:pt x="57" y="265"/>
                    </a:cubicBezTo>
                    <a:cubicBezTo>
                      <a:pt x="68" y="287"/>
                      <a:pt x="85" y="304"/>
                      <a:pt x="108" y="316"/>
                    </a:cubicBezTo>
                    <a:cubicBezTo>
                      <a:pt x="125" y="327"/>
                      <a:pt x="153" y="332"/>
                      <a:pt x="176" y="332"/>
                    </a:cubicBezTo>
                    <a:cubicBezTo>
                      <a:pt x="204" y="332"/>
                      <a:pt x="226" y="327"/>
                      <a:pt x="249" y="316"/>
                    </a:cubicBezTo>
                    <a:cubicBezTo>
                      <a:pt x="272" y="304"/>
                      <a:pt x="289" y="287"/>
                      <a:pt x="300" y="265"/>
                    </a:cubicBezTo>
                    <a:cubicBezTo>
                      <a:pt x="305" y="256"/>
                      <a:pt x="311" y="249"/>
                      <a:pt x="317" y="242"/>
                    </a:cubicBezTo>
                    <a:lnTo>
                      <a:pt x="317" y="242"/>
                    </a:lnTo>
                    <a:cubicBezTo>
                      <a:pt x="317" y="242"/>
                      <a:pt x="317" y="242"/>
                      <a:pt x="317" y="242"/>
                    </a:cubicBezTo>
                    <a:cubicBezTo>
                      <a:pt x="323" y="236"/>
                      <a:pt x="330" y="227"/>
                      <a:pt x="335" y="218"/>
                    </a:cubicBezTo>
                    <a:lnTo>
                      <a:pt x="335" y="218"/>
                    </a:lnTo>
                    <a:cubicBezTo>
                      <a:pt x="336" y="217"/>
                      <a:pt x="337" y="216"/>
                      <a:pt x="339" y="214"/>
                    </a:cubicBezTo>
                    <a:cubicBezTo>
                      <a:pt x="345" y="197"/>
                      <a:pt x="351" y="180"/>
                      <a:pt x="356" y="163"/>
                    </a:cubicBezTo>
                    <a:cubicBezTo>
                      <a:pt x="356" y="159"/>
                      <a:pt x="356" y="154"/>
                      <a:pt x="356" y="150"/>
                    </a:cubicBezTo>
                    <a:lnTo>
                      <a:pt x="356" y="150"/>
                    </a:lnTo>
                    <a:cubicBezTo>
                      <a:pt x="356" y="148"/>
                      <a:pt x="356" y="147"/>
                      <a:pt x="356" y="146"/>
                    </a:cubicBezTo>
                    <a:lnTo>
                      <a:pt x="356" y="145"/>
                    </a:lnTo>
                    <a:lnTo>
                      <a:pt x="356" y="145"/>
                    </a:lnTo>
                    <a:cubicBezTo>
                      <a:pt x="356" y="132"/>
                      <a:pt x="354" y="118"/>
                      <a:pt x="351" y="107"/>
                    </a:cubicBezTo>
                    <a:cubicBezTo>
                      <a:pt x="348" y="96"/>
                      <a:pt x="344" y="85"/>
                      <a:pt x="339" y="75"/>
                    </a:cubicBezTo>
                    <a:lnTo>
                      <a:pt x="339" y="75"/>
                    </a:lnTo>
                    <a:cubicBezTo>
                      <a:pt x="336" y="68"/>
                      <a:pt x="332" y="62"/>
                      <a:pt x="328" y="56"/>
                    </a:cubicBezTo>
                    <a:cubicBezTo>
                      <a:pt x="317" y="44"/>
                      <a:pt x="305" y="27"/>
                      <a:pt x="289" y="22"/>
                    </a:cubicBezTo>
                    <a:cubicBezTo>
                      <a:pt x="277" y="16"/>
                      <a:pt x="266" y="11"/>
                      <a:pt x="255" y="5"/>
                    </a:cubicBezTo>
                    <a:cubicBezTo>
                      <a:pt x="241" y="2"/>
                      <a:pt x="228" y="1"/>
                      <a:pt x="215"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612" name="Google Shape;612;p25"/>
            <p:cNvGrpSpPr/>
            <p:nvPr/>
          </p:nvGrpSpPr>
          <p:grpSpPr>
            <a:xfrm flipH="1">
              <a:off x="8205507" y="3462380"/>
              <a:ext cx="1122419" cy="1370031"/>
              <a:chOff x="2530500" y="1412150"/>
              <a:chExt cx="999750" cy="1220300"/>
            </a:xfrm>
          </p:grpSpPr>
          <p:sp>
            <p:nvSpPr>
              <p:cNvPr id="613" name="Google Shape;613;p25"/>
              <p:cNvSpPr/>
              <p:nvPr/>
            </p:nvSpPr>
            <p:spPr>
              <a:xfrm>
                <a:off x="2932025" y="1470100"/>
                <a:ext cx="334350" cy="463500"/>
              </a:xfrm>
              <a:custGeom>
                <a:avLst/>
                <a:gdLst/>
                <a:ahLst/>
                <a:cxnLst/>
                <a:rect l="l" t="t" r="r" b="b"/>
                <a:pathLst>
                  <a:path w="13374" h="18540" extrusionOk="0">
                    <a:moveTo>
                      <a:pt x="2578" y="415"/>
                    </a:moveTo>
                    <a:lnTo>
                      <a:pt x="2578" y="415"/>
                    </a:lnTo>
                    <a:cubicBezTo>
                      <a:pt x="4084" y="774"/>
                      <a:pt x="5637" y="1007"/>
                      <a:pt x="7189" y="1007"/>
                    </a:cubicBezTo>
                    <a:cubicBezTo>
                      <a:pt x="7284" y="1007"/>
                      <a:pt x="7378" y="1006"/>
                      <a:pt x="7472" y="1004"/>
                    </a:cubicBezTo>
                    <a:cubicBezTo>
                      <a:pt x="8387" y="988"/>
                      <a:pt x="9330" y="897"/>
                      <a:pt x="10211" y="620"/>
                    </a:cubicBezTo>
                    <a:cubicBezTo>
                      <a:pt x="10318" y="586"/>
                      <a:pt x="10428" y="552"/>
                      <a:pt x="10534" y="508"/>
                    </a:cubicBezTo>
                    <a:lnTo>
                      <a:pt x="10534" y="508"/>
                    </a:lnTo>
                    <a:cubicBezTo>
                      <a:pt x="11027" y="1155"/>
                      <a:pt x="11345" y="1943"/>
                      <a:pt x="11426" y="2755"/>
                    </a:cubicBezTo>
                    <a:cubicBezTo>
                      <a:pt x="11465" y="3145"/>
                      <a:pt x="11454" y="3546"/>
                      <a:pt x="11454" y="3941"/>
                    </a:cubicBezTo>
                    <a:lnTo>
                      <a:pt x="11454" y="5359"/>
                    </a:lnTo>
                    <a:cubicBezTo>
                      <a:pt x="11454" y="5455"/>
                      <a:pt x="11426" y="5613"/>
                      <a:pt x="11493" y="5686"/>
                    </a:cubicBezTo>
                    <a:cubicBezTo>
                      <a:pt x="11584" y="5782"/>
                      <a:pt x="11714" y="5861"/>
                      <a:pt x="11815" y="5940"/>
                    </a:cubicBezTo>
                    <a:cubicBezTo>
                      <a:pt x="12160" y="6217"/>
                      <a:pt x="12504" y="6488"/>
                      <a:pt x="12854" y="6765"/>
                    </a:cubicBezTo>
                    <a:cubicBezTo>
                      <a:pt x="13029" y="6912"/>
                      <a:pt x="13120" y="7132"/>
                      <a:pt x="13018" y="7352"/>
                    </a:cubicBezTo>
                    <a:cubicBezTo>
                      <a:pt x="12922" y="7567"/>
                      <a:pt x="12702" y="7674"/>
                      <a:pt x="12476" y="7680"/>
                    </a:cubicBezTo>
                    <a:lnTo>
                      <a:pt x="11567" y="7680"/>
                    </a:lnTo>
                    <a:cubicBezTo>
                      <a:pt x="11488" y="7680"/>
                      <a:pt x="11431" y="7742"/>
                      <a:pt x="11426" y="7821"/>
                    </a:cubicBezTo>
                    <a:cubicBezTo>
                      <a:pt x="11267" y="9588"/>
                      <a:pt x="10307" y="11232"/>
                      <a:pt x="8833" y="12231"/>
                    </a:cubicBezTo>
                    <a:cubicBezTo>
                      <a:pt x="8421" y="12514"/>
                      <a:pt x="7975" y="12740"/>
                      <a:pt x="7512" y="12909"/>
                    </a:cubicBezTo>
                    <a:cubicBezTo>
                      <a:pt x="7450" y="12932"/>
                      <a:pt x="7405" y="12982"/>
                      <a:pt x="7405" y="13045"/>
                    </a:cubicBezTo>
                    <a:lnTo>
                      <a:pt x="7405" y="14857"/>
                    </a:lnTo>
                    <a:lnTo>
                      <a:pt x="7405" y="17738"/>
                    </a:lnTo>
                    <a:lnTo>
                      <a:pt x="7405" y="18257"/>
                    </a:lnTo>
                    <a:lnTo>
                      <a:pt x="283" y="18257"/>
                    </a:lnTo>
                    <a:lnTo>
                      <a:pt x="283" y="16710"/>
                    </a:lnTo>
                    <a:lnTo>
                      <a:pt x="283" y="14022"/>
                    </a:lnTo>
                    <a:lnTo>
                      <a:pt x="283" y="13406"/>
                    </a:lnTo>
                    <a:lnTo>
                      <a:pt x="283" y="11746"/>
                    </a:lnTo>
                    <a:lnTo>
                      <a:pt x="283" y="10808"/>
                    </a:lnTo>
                    <a:lnTo>
                      <a:pt x="283" y="8617"/>
                    </a:lnTo>
                    <a:lnTo>
                      <a:pt x="283" y="6347"/>
                    </a:lnTo>
                    <a:lnTo>
                      <a:pt x="283" y="5534"/>
                    </a:lnTo>
                    <a:cubicBezTo>
                      <a:pt x="283" y="5445"/>
                      <a:pt x="291" y="5351"/>
                      <a:pt x="291" y="5261"/>
                    </a:cubicBezTo>
                    <a:lnTo>
                      <a:pt x="291" y="5261"/>
                    </a:lnTo>
                    <a:cubicBezTo>
                      <a:pt x="1182" y="5259"/>
                      <a:pt x="2088" y="4818"/>
                      <a:pt x="2650" y="4144"/>
                    </a:cubicBezTo>
                    <a:cubicBezTo>
                      <a:pt x="3276" y="3393"/>
                      <a:pt x="3497" y="2360"/>
                      <a:pt x="3180" y="1428"/>
                    </a:cubicBezTo>
                    <a:cubicBezTo>
                      <a:pt x="3051" y="1049"/>
                      <a:pt x="2843" y="707"/>
                      <a:pt x="2578" y="415"/>
                    </a:cubicBezTo>
                    <a:close/>
                    <a:moveTo>
                      <a:pt x="2078" y="0"/>
                    </a:moveTo>
                    <a:cubicBezTo>
                      <a:pt x="1940" y="0"/>
                      <a:pt x="1898" y="182"/>
                      <a:pt x="2011" y="265"/>
                    </a:cubicBezTo>
                    <a:cubicBezTo>
                      <a:pt x="2763" y="846"/>
                      <a:pt x="3175" y="1806"/>
                      <a:pt x="3005" y="2750"/>
                    </a:cubicBezTo>
                    <a:cubicBezTo>
                      <a:pt x="2859" y="3574"/>
                      <a:pt x="2305" y="4269"/>
                      <a:pt x="1571" y="4653"/>
                    </a:cubicBezTo>
                    <a:cubicBezTo>
                      <a:pt x="1181" y="4853"/>
                      <a:pt x="721" y="4978"/>
                      <a:pt x="275" y="4978"/>
                    </a:cubicBezTo>
                    <a:cubicBezTo>
                      <a:pt x="231" y="4978"/>
                      <a:pt x="186" y="4977"/>
                      <a:pt x="142" y="4975"/>
                    </a:cubicBezTo>
                    <a:cubicBezTo>
                      <a:pt x="69" y="4975"/>
                      <a:pt x="1" y="5042"/>
                      <a:pt x="1" y="5116"/>
                    </a:cubicBezTo>
                    <a:lnTo>
                      <a:pt x="1" y="6115"/>
                    </a:lnTo>
                    <a:lnTo>
                      <a:pt x="1" y="8323"/>
                    </a:lnTo>
                    <a:lnTo>
                      <a:pt x="1" y="10588"/>
                    </a:lnTo>
                    <a:lnTo>
                      <a:pt x="1" y="11734"/>
                    </a:lnTo>
                    <a:lnTo>
                      <a:pt x="1" y="13338"/>
                    </a:lnTo>
                    <a:lnTo>
                      <a:pt x="1" y="13406"/>
                    </a:lnTo>
                    <a:lnTo>
                      <a:pt x="1" y="15095"/>
                    </a:lnTo>
                    <a:lnTo>
                      <a:pt x="1" y="17783"/>
                    </a:lnTo>
                    <a:lnTo>
                      <a:pt x="1" y="18398"/>
                    </a:lnTo>
                    <a:cubicBezTo>
                      <a:pt x="1" y="18472"/>
                      <a:pt x="69" y="18539"/>
                      <a:pt x="142" y="18539"/>
                    </a:cubicBezTo>
                    <a:lnTo>
                      <a:pt x="7546" y="18539"/>
                    </a:lnTo>
                    <a:cubicBezTo>
                      <a:pt x="7625" y="18539"/>
                      <a:pt x="7687" y="18472"/>
                      <a:pt x="7687" y="18398"/>
                    </a:cubicBezTo>
                    <a:lnTo>
                      <a:pt x="7687" y="16585"/>
                    </a:lnTo>
                    <a:lnTo>
                      <a:pt x="7687" y="13705"/>
                    </a:lnTo>
                    <a:lnTo>
                      <a:pt x="7687" y="13142"/>
                    </a:lnTo>
                    <a:lnTo>
                      <a:pt x="7687" y="13142"/>
                    </a:lnTo>
                    <a:cubicBezTo>
                      <a:pt x="9390" y="12493"/>
                      <a:pt x="10754" y="11113"/>
                      <a:pt x="11369" y="9385"/>
                    </a:cubicBezTo>
                    <a:cubicBezTo>
                      <a:pt x="11534" y="8927"/>
                      <a:pt x="11642" y="8446"/>
                      <a:pt x="11694" y="7962"/>
                    </a:cubicBezTo>
                    <a:lnTo>
                      <a:pt x="12448" y="7962"/>
                    </a:lnTo>
                    <a:cubicBezTo>
                      <a:pt x="12866" y="7956"/>
                      <a:pt x="13272" y="7702"/>
                      <a:pt x="13334" y="7262"/>
                    </a:cubicBezTo>
                    <a:cubicBezTo>
                      <a:pt x="13373" y="6994"/>
                      <a:pt x="13264" y="6742"/>
                      <a:pt x="13059" y="6568"/>
                    </a:cubicBezTo>
                    <a:lnTo>
                      <a:pt x="13059" y="6568"/>
                    </a:lnTo>
                    <a:cubicBezTo>
                      <a:pt x="13057" y="6566"/>
                      <a:pt x="13055" y="6563"/>
                      <a:pt x="13052" y="6561"/>
                    </a:cubicBezTo>
                    <a:lnTo>
                      <a:pt x="13052" y="6561"/>
                    </a:lnTo>
                    <a:cubicBezTo>
                      <a:pt x="13052" y="6561"/>
                      <a:pt x="13052" y="6561"/>
                      <a:pt x="13052" y="6561"/>
                    </a:cubicBezTo>
                    <a:cubicBezTo>
                      <a:pt x="13051" y="6561"/>
                      <a:pt x="13051" y="6560"/>
                      <a:pt x="13050" y="6560"/>
                    </a:cubicBezTo>
                    <a:lnTo>
                      <a:pt x="13050" y="6560"/>
                    </a:lnTo>
                    <a:cubicBezTo>
                      <a:pt x="12614" y="6216"/>
                      <a:pt x="12173" y="5868"/>
                      <a:pt x="11736" y="5524"/>
                    </a:cubicBezTo>
                    <a:lnTo>
                      <a:pt x="11736" y="5524"/>
                    </a:lnTo>
                    <a:lnTo>
                      <a:pt x="11736" y="4009"/>
                    </a:lnTo>
                    <a:cubicBezTo>
                      <a:pt x="11736" y="3309"/>
                      <a:pt x="11747" y="2614"/>
                      <a:pt x="11555" y="1931"/>
                    </a:cubicBezTo>
                    <a:cubicBezTo>
                      <a:pt x="11380" y="1298"/>
                      <a:pt x="11064" y="711"/>
                      <a:pt x="10646" y="203"/>
                    </a:cubicBezTo>
                    <a:cubicBezTo>
                      <a:pt x="10618" y="167"/>
                      <a:pt x="10586" y="153"/>
                      <a:pt x="10554" y="153"/>
                    </a:cubicBezTo>
                    <a:cubicBezTo>
                      <a:pt x="10501" y="153"/>
                      <a:pt x="10449" y="195"/>
                      <a:pt x="10426" y="250"/>
                    </a:cubicBezTo>
                    <a:lnTo>
                      <a:pt x="10426" y="250"/>
                    </a:lnTo>
                    <a:cubicBezTo>
                      <a:pt x="10354" y="276"/>
                      <a:pt x="10283" y="301"/>
                      <a:pt x="10211" y="327"/>
                    </a:cubicBezTo>
                    <a:cubicBezTo>
                      <a:pt x="9906" y="428"/>
                      <a:pt x="9590" y="502"/>
                      <a:pt x="9274" y="558"/>
                    </a:cubicBezTo>
                    <a:cubicBezTo>
                      <a:pt x="8602" y="679"/>
                      <a:pt x="7916" y="729"/>
                      <a:pt x="7230" y="729"/>
                    </a:cubicBezTo>
                    <a:cubicBezTo>
                      <a:pt x="6637" y="729"/>
                      <a:pt x="6043" y="692"/>
                      <a:pt x="5456" y="632"/>
                    </a:cubicBezTo>
                    <a:cubicBezTo>
                      <a:pt x="4333" y="513"/>
                      <a:pt x="3214" y="293"/>
                      <a:pt x="2119" y="5"/>
                    </a:cubicBezTo>
                    <a:cubicBezTo>
                      <a:pt x="2104" y="2"/>
                      <a:pt x="2091" y="0"/>
                      <a:pt x="2078"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4" name="Google Shape;614;p25"/>
              <p:cNvSpPr/>
              <p:nvPr/>
            </p:nvSpPr>
            <p:spPr>
              <a:xfrm>
                <a:off x="2793250" y="1412150"/>
                <a:ext cx="406800" cy="355175"/>
              </a:xfrm>
              <a:custGeom>
                <a:avLst/>
                <a:gdLst/>
                <a:ahLst/>
                <a:cxnLst/>
                <a:rect l="l" t="t" r="r" b="b"/>
                <a:pathLst>
                  <a:path w="16272" h="14207" extrusionOk="0">
                    <a:moveTo>
                      <a:pt x="9000" y="284"/>
                    </a:moveTo>
                    <a:cubicBezTo>
                      <a:pt x="10460" y="284"/>
                      <a:pt x="11941" y="445"/>
                      <a:pt x="13328" y="917"/>
                    </a:cubicBezTo>
                    <a:cubicBezTo>
                      <a:pt x="13712" y="1041"/>
                      <a:pt x="14085" y="1199"/>
                      <a:pt x="14447" y="1385"/>
                    </a:cubicBezTo>
                    <a:cubicBezTo>
                      <a:pt x="14627" y="1476"/>
                      <a:pt x="14808" y="1577"/>
                      <a:pt x="14977" y="1690"/>
                    </a:cubicBezTo>
                    <a:cubicBezTo>
                      <a:pt x="15175" y="1815"/>
                      <a:pt x="15344" y="1961"/>
                      <a:pt x="15525" y="2108"/>
                    </a:cubicBezTo>
                    <a:cubicBezTo>
                      <a:pt x="15667" y="2250"/>
                      <a:pt x="15824" y="2407"/>
                      <a:pt x="15925" y="2587"/>
                    </a:cubicBezTo>
                    <a:lnTo>
                      <a:pt x="15925" y="2587"/>
                    </a:lnTo>
                    <a:cubicBezTo>
                      <a:pt x="15871" y="2606"/>
                      <a:pt x="15816" y="2625"/>
                      <a:pt x="15762" y="2645"/>
                    </a:cubicBezTo>
                    <a:cubicBezTo>
                      <a:pt x="15457" y="2746"/>
                      <a:pt x="15141" y="2820"/>
                      <a:pt x="14825" y="2876"/>
                    </a:cubicBezTo>
                    <a:cubicBezTo>
                      <a:pt x="14153" y="2997"/>
                      <a:pt x="13467" y="3047"/>
                      <a:pt x="12781" y="3047"/>
                    </a:cubicBezTo>
                    <a:cubicBezTo>
                      <a:pt x="12188" y="3047"/>
                      <a:pt x="11594" y="3010"/>
                      <a:pt x="11007" y="2950"/>
                    </a:cubicBezTo>
                    <a:cubicBezTo>
                      <a:pt x="9884" y="2831"/>
                      <a:pt x="8765" y="2611"/>
                      <a:pt x="7670" y="2323"/>
                    </a:cubicBezTo>
                    <a:cubicBezTo>
                      <a:pt x="7655" y="2320"/>
                      <a:pt x="7642" y="2318"/>
                      <a:pt x="7629" y="2318"/>
                    </a:cubicBezTo>
                    <a:cubicBezTo>
                      <a:pt x="7491" y="2318"/>
                      <a:pt x="7449" y="2500"/>
                      <a:pt x="7562" y="2583"/>
                    </a:cubicBezTo>
                    <a:cubicBezTo>
                      <a:pt x="8314" y="3164"/>
                      <a:pt x="8726" y="4124"/>
                      <a:pt x="8556" y="5068"/>
                    </a:cubicBezTo>
                    <a:cubicBezTo>
                      <a:pt x="8410" y="5892"/>
                      <a:pt x="7856" y="6587"/>
                      <a:pt x="7122" y="6971"/>
                    </a:cubicBezTo>
                    <a:cubicBezTo>
                      <a:pt x="6732" y="7171"/>
                      <a:pt x="6272" y="7296"/>
                      <a:pt x="5826" y="7296"/>
                    </a:cubicBezTo>
                    <a:cubicBezTo>
                      <a:pt x="5782" y="7296"/>
                      <a:pt x="5737" y="7295"/>
                      <a:pt x="5693" y="7293"/>
                    </a:cubicBezTo>
                    <a:cubicBezTo>
                      <a:pt x="5620" y="7293"/>
                      <a:pt x="5552" y="7360"/>
                      <a:pt x="5552" y="7434"/>
                    </a:cubicBezTo>
                    <a:lnTo>
                      <a:pt x="5552" y="9676"/>
                    </a:lnTo>
                    <a:lnTo>
                      <a:pt x="5552" y="13239"/>
                    </a:lnTo>
                    <a:lnTo>
                      <a:pt x="5552" y="13844"/>
                    </a:lnTo>
                    <a:lnTo>
                      <a:pt x="5552" y="13844"/>
                    </a:lnTo>
                    <a:cubicBezTo>
                      <a:pt x="5431" y="13786"/>
                      <a:pt x="5314" y="13726"/>
                      <a:pt x="5202" y="13663"/>
                    </a:cubicBezTo>
                    <a:cubicBezTo>
                      <a:pt x="4744" y="13414"/>
                      <a:pt x="4315" y="13121"/>
                      <a:pt x="3909" y="12793"/>
                    </a:cubicBezTo>
                    <a:cubicBezTo>
                      <a:pt x="3899" y="12785"/>
                      <a:pt x="3888" y="12779"/>
                      <a:pt x="3876" y="12773"/>
                    </a:cubicBezTo>
                    <a:lnTo>
                      <a:pt x="3876" y="12773"/>
                    </a:lnTo>
                    <a:cubicBezTo>
                      <a:pt x="2190" y="11740"/>
                      <a:pt x="1073" y="9951"/>
                      <a:pt x="594" y="8055"/>
                    </a:cubicBezTo>
                    <a:cubicBezTo>
                      <a:pt x="164" y="6344"/>
                      <a:pt x="198" y="4305"/>
                      <a:pt x="1356" y="2876"/>
                    </a:cubicBezTo>
                    <a:cubicBezTo>
                      <a:pt x="2192" y="1849"/>
                      <a:pt x="3423" y="1244"/>
                      <a:pt x="4671" y="872"/>
                    </a:cubicBezTo>
                    <a:cubicBezTo>
                      <a:pt x="6049" y="471"/>
                      <a:pt x="7489" y="296"/>
                      <a:pt x="8923" y="284"/>
                    </a:cubicBezTo>
                    <a:cubicBezTo>
                      <a:pt x="8949" y="284"/>
                      <a:pt x="8974" y="284"/>
                      <a:pt x="9000" y="284"/>
                    </a:cubicBezTo>
                    <a:close/>
                    <a:moveTo>
                      <a:pt x="9022" y="0"/>
                    </a:moveTo>
                    <a:cubicBezTo>
                      <a:pt x="8410" y="0"/>
                      <a:pt x="7798" y="33"/>
                      <a:pt x="7190" y="98"/>
                    </a:cubicBezTo>
                    <a:cubicBezTo>
                      <a:pt x="6314" y="194"/>
                      <a:pt x="5439" y="352"/>
                      <a:pt x="4592" y="595"/>
                    </a:cubicBezTo>
                    <a:cubicBezTo>
                      <a:pt x="4584" y="597"/>
                      <a:pt x="4577" y="600"/>
                      <a:pt x="4570" y="603"/>
                    </a:cubicBezTo>
                    <a:lnTo>
                      <a:pt x="4570" y="603"/>
                    </a:lnTo>
                    <a:cubicBezTo>
                      <a:pt x="3427" y="948"/>
                      <a:pt x="2309" y="1477"/>
                      <a:pt x="1463" y="2334"/>
                    </a:cubicBezTo>
                    <a:cubicBezTo>
                      <a:pt x="769" y="3034"/>
                      <a:pt x="339" y="3921"/>
                      <a:pt x="164" y="4892"/>
                    </a:cubicBezTo>
                    <a:cubicBezTo>
                      <a:pt x="1" y="5830"/>
                      <a:pt x="40" y="6796"/>
                      <a:pt x="232" y="7727"/>
                    </a:cubicBezTo>
                    <a:cubicBezTo>
                      <a:pt x="430" y="8727"/>
                      <a:pt x="808" y="9698"/>
                      <a:pt x="1339" y="10568"/>
                    </a:cubicBezTo>
                    <a:cubicBezTo>
                      <a:pt x="1870" y="11443"/>
                      <a:pt x="2570" y="12223"/>
                      <a:pt x="3417" y="12810"/>
                    </a:cubicBezTo>
                    <a:cubicBezTo>
                      <a:pt x="3524" y="12883"/>
                      <a:pt x="3631" y="12951"/>
                      <a:pt x="3738" y="13018"/>
                    </a:cubicBezTo>
                    <a:lnTo>
                      <a:pt x="3738" y="13018"/>
                    </a:lnTo>
                    <a:cubicBezTo>
                      <a:pt x="4318" y="13485"/>
                      <a:pt x="4959" y="13921"/>
                      <a:pt x="5659" y="14199"/>
                    </a:cubicBezTo>
                    <a:cubicBezTo>
                      <a:pt x="5672" y="14204"/>
                      <a:pt x="5685" y="14207"/>
                      <a:pt x="5697" y="14207"/>
                    </a:cubicBezTo>
                    <a:cubicBezTo>
                      <a:pt x="5769" y="14207"/>
                      <a:pt x="5834" y="14131"/>
                      <a:pt x="5834" y="14064"/>
                    </a:cubicBezTo>
                    <a:lnTo>
                      <a:pt x="5834" y="11822"/>
                    </a:lnTo>
                    <a:lnTo>
                      <a:pt x="5834" y="8258"/>
                    </a:lnTo>
                    <a:lnTo>
                      <a:pt x="5834" y="7579"/>
                    </a:lnTo>
                    <a:lnTo>
                      <a:pt x="5834" y="7579"/>
                    </a:lnTo>
                    <a:cubicBezTo>
                      <a:pt x="5835" y="7579"/>
                      <a:pt x="5836" y="7579"/>
                      <a:pt x="5837" y="7579"/>
                    </a:cubicBezTo>
                    <a:cubicBezTo>
                      <a:pt x="6730" y="7579"/>
                      <a:pt x="7638" y="7138"/>
                      <a:pt x="8201" y="6462"/>
                    </a:cubicBezTo>
                    <a:cubicBezTo>
                      <a:pt x="8827" y="5711"/>
                      <a:pt x="9048" y="4678"/>
                      <a:pt x="8731" y="3746"/>
                    </a:cubicBezTo>
                    <a:cubicBezTo>
                      <a:pt x="8602" y="3367"/>
                      <a:pt x="8394" y="3025"/>
                      <a:pt x="8129" y="2733"/>
                    </a:cubicBezTo>
                    <a:lnTo>
                      <a:pt x="8129" y="2733"/>
                    </a:lnTo>
                    <a:cubicBezTo>
                      <a:pt x="9635" y="3092"/>
                      <a:pt x="11188" y="3325"/>
                      <a:pt x="12740" y="3325"/>
                    </a:cubicBezTo>
                    <a:cubicBezTo>
                      <a:pt x="12835" y="3325"/>
                      <a:pt x="12929" y="3324"/>
                      <a:pt x="13023" y="3322"/>
                    </a:cubicBezTo>
                    <a:cubicBezTo>
                      <a:pt x="13938" y="3306"/>
                      <a:pt x="14881" y="3215"/>
                      <a:pt x="15762" y="2938"/>
                    </a:cubicBezTo>
                    <a:cubicBezTo>
                      <a:pt x="15904" y="2893"/>
                      <a:pt x="16050" y="2848"/>
                      <a:pt x="16186" y="2780"/>
                    </a:cubicBezTo>
                    <a:cubicBezTo>
                      <a:pt x="16194" y="2777"/>
                      <a:pt x="16201" y="2772"/>
                      <a:pt x="16208" y="2768"/>
                    </a:cubicBezTo>
                    <a:lnTo>
                      <a:pt x="16208" y="2768"/>
                    </a:lnTo>
                    <a:cubicBezTo>
                      <a:pt x="16248" y="2742"/>
                      <a:pt x="16272" y="2698"/>
                      <a:pt x="16255" y="2641"/>
                    </a:cubicBezTo>
                    <a:lnTo>
                      <a:pt x="16255" y="2641"/>
                    </a:lnTo>
                    <a:cubicBezTo>
                      <a:pt x="16252" y="2628"/>
                      <a:pt x="16247" y="2615"/>
                      <a:pt x="16240" y="2603"/>
                    </a:cubicBezTo>
                    <a:lnTo>
                      <a:pt x="16240" y="2603"/>
                    </a:lnTo>
                    <a:cubicBezTo>
                      <a:pt x="16129" y="2343"/>
                      <a:pt x="15944" y="2123"/>
                      <a:pt x="15742" y="1929"/>
                    </a:cubicBezTo>
                    <a:lnTo>
                      <a:pt x="15742" y="1929"/>
                    </a:lnTo>
                    <a:cubicBezTo>
                      <a:pt x="15736" y="1922"/>
                      <a:pt x="15730" y="1916"/>
                      <a:pt x="15723" y="1911"/>
                    </a:cubicBezTo>
                    <a:lnTo>
                      <a:pt x="15723" y="1911"/>
                    </a:lnTo>
                    <a:cubicBezTo>
                      <a:pt x="15723" y="1911"/>
                      <a:pt x="15723" y="1911"/>
                      <a:pt x="15723" y="1911"/>
                    </a:cubicBezTo>
                    <a:cubicBezTo>
                      <a:pt x="15565" y="1781"/>
                      <a:pt x="15412" y="1645"/>
                      <a:pt x="15243" y="1527"/>
                    </a:cubicBezTo>
                    <a:cubicBezTo>
                      <a:pt x="15090" y="1419"/>
                      <a:pt x="14932" y="1323"/>
                      <a:pt x="14768" y="1233"/>
                    </a:cubicBezTo>
                    <a:cubicBezTo>
                      <a:pt x="14435" y="1052"/>
                      <a:pt x="14091" y="900"/>
                      <a:pt x="13741" y="764"/>
                    </a:cubicBezTo>
                    <a:cubicBezTo>
                      <a:pt x="13023" y="488"/>
                      <a:pt x="12267" y="307"/>
                      <a:pt x="11510" y="188"/>
                    </a:cubicBezTo>
                    <a:cubicBezTo>
                      <a:pt x="10687" y="61"/>
                      <a:pt x="9854" y="0"/>
                      <a:pt x="9022"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5" name="Google Shape;615;p25"/>
              <p:cNvSpPr/>
              <p:nvPr/>
            </p:nvSpPr>
            <p:spPr>
              <a:xfrm>
                <a:off x="3144650" y="1661975"/>
                <a:ext cx="80675" cy="37250"/>
              </a:xfrm>
              <a:custGeom>
                <a:avLst/>
                <a:gdLst/>
                <a:ahLst/>
                <a:cxnLst/>
                <a:rect l="l" t="t" r="r" b="b"/>
                <a:pathLst>
                  <a:path w="3227" h="1490" extrusionOk="0">
                    <a:moveTo>
                      <a:pt x="2922" y="287"/>
                    </a:moveTo>
                    <a:cubicBezTo>
                      <a:pt x="2887" y="597"/>
                      <a:pt x="2837" y="913"/>
                      <a:pt x="2737" y="1208"/>
                    </a:cubicBezTo>
                    <a:lnTo>
                      <a:pt x="298" y="1208"/>
                    </a:lnTo>
                    <a:cubicBezTo>
                      <a:pt x="334" y="918"/>
                      <a:pt x="480" y="643"/>
                      <a:pt x="718" y="468"/>
                    </a:cubicBezTo>
                    <a:cubicBezTo>
                      <a:pt x="904" y="332"/>
                      <a:pt x="1113" y="287"/>
                      <a:pt x="1339" y="287"/>
                    </a:cubicBezTo>
                    <a:close/>
                    <a:moveTo>
                      <a:pt x="1503" y="0"/>
                    </a:moveTo>
                    <a:cubicBezTo>
                      <a:pt x="1170" y="0"/>
                      <a:pt x="840" y="30"/>
                      <a:pt x="554" y="242"/>
                    </a:cubicBezTo>
                    <a:cubicBezTo>
                      <a:pt x="204" y="502"/>
                      <a:pt x="12" y="914"/>
                      <a:pt x="7" y="1349"/>
                    </a:cubicBezTo>
                    <a:cubicBezTo>
                      <a:pt x="1" y="1422"/>
                      <a:pt x="69" y="1490"/>
                      <a:pt x="148" y="1490"/>
                    </a:cubicBezTo>
                    <a:lnTo>
                      <a:pt x="2836" y="1490"/>
                    </a:lnTo>
                    <a:cubicBezTo>
                      <a:pt x="2904" y="1490"/>
                      <a:pt x="2954" y="1445"/>
                      <a:pt x="2971" y="1388"/>
                    </a:cubicBezTo>
                    <a:cubicBezTo>
                      <a:pt x="3118" y="993"/>
                      <a:pt x="3175" y="558"/>
                      <a:pt x="3220" y="146"/>
                    </a:cubicBezTo>
                    <a:cubicBezTo>
                      <a:pt x="3226" y="78"/>
                      <a:pt x="3190" y="35"/>
                      <a:pt x="3141" y="18"/>
                    </a:cubicBezTo>
                    <a:lnTo>
                      <a:pt x="3141" y="18"/>
                    </a:lnTo>
                    <a:cubicBezTo>
                      <a:pt x="3124" y="10"/>
                      <a:pt x="3103" y="5"/>
                      <a:pt x="3079" y="5"/>
                    </a:cubicBezTo>
                    <a:lnTo>
                      <a:pt x="1887" y="5"/>
                    </a:lnTo>
                    <a:cubicBezTo>
                      <a:pt x="1760" y="5"/>
                      <a:pt x="1631" y="0"/>
                      <a:pt x="1503"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6" name="Google Shape;616;p25"/>
              <p:cNvSpPr/>
              <p:nvPr/>
            </p:nvSpPr>
            <p:spPr>
              <a:xfrm>
                <a:off x="2530500" y="1926450"/>
                <a:ext cx="999750" cy="706000"/>
              </a:xfrm>
              <a:custGeom>
                <a:avLst/>
                <a:gdLst/>
                <a:ahLst/>
                <a:cxnLst/>
                <a:rect l="l" t="t" r="r" b="b"/>
                <a:pathLst>
                  <a:path w="39990" h="28240" extrusionOk="0">
                    <a:moveTo>
                      <a:pt x="23761" y="285"/>
                    </a:moveTo>
                    <a:cubicBezTo>
                      <a:pt x="24471" y="879"/>
                      <a:pt x="25245" y="1409"/>
                      <a:pt x="26018" y="1906"/>
                    </a:cubicBezTo>
                    <a:cubicBezTo>
                      <a:pt x="26831" y="2431"/>
                      <a:pt x="27667" y="2911"/>
                      <a:pt x="28531" y="3341"/>
                    </a:cubicBezTo>
                    <a:cubicBezTo>
                      <a:pt x="29418" y="3781"/>
                      <a:pt x="30316" y="4188"/>
                      <a:pt x="31169" y="4696"/>
                    </a:cubicBezTo>
                    <a:cubicBezTo>
                      <a:pt x="33394" y="6023"/>
                      <a:pt x="35427" y="7836"/>
                      <a:pt x="36669" y="10134"/>
                    </a:cubicBezTo>
                    <a:cubicBezTo>
                      <a:pt x="36883" y="10523"/>
                      <a:pt x="37080" y="10912"/>
                      <a:pt x="37199" y="11334"/>
                    </a:cubicBezTo>
                    <a:lnTo>
                      <a:pt x="37199" y="11334"/>
                    </a:lnTo>
                    <a:cubicBezTo>
                      <a:pt x="37199" y="11335"/>
                      <a:pt x="37200" y="11336"/>
                      <a:pt x="37200" y="11337"/>
                    </a:cubicBezTo>
                    <a:cubicBezTo>
                      <a:pt x="37200" y="11337"/>
                      <a:pt x="37200" y="11337"/>
                      <a:pt x="37200" y="11337"/>
                    </a:cubicBezTo>
                    <a:lnTo>
                      <a:pt x="37200" y="11337"/>
                    </a:lnTo>
                    <a:cubicBezTo>
                      <a:pt x="37200" y="11338"/>
                      <a:pt x="37200" y="11339"/>
                      <a:pt x="37201" y="11339"/>
                    </a:cubicBezTo>
                    <a:lnTo>
                      <a:pt x="37201" y="11339"/>
                    </a:lnTo>
                    <a:cubicBezTo>
                      <a:pt x="37483" y="12288"/>
                      <a:pt x="37697" y="13258"/>
                      <a:pt x="37912" y="14229"/>
                    </a:cubicBezTo>
                    <a:cubicBezTo>
                      <a:pt x="38471" y="16815"/>
                      <a:pt x="38894" y="19430"/>
                      <a:pt x="39199" y="22056"/>
                    </a:cubicBezTo>
                    <a:cubicBezTo>
                      <a:pt x="39431" y="24019"/>
                      <a:pt x="39598" y="25983"/>
                      <a:pt x="39700" y="27957"/>
                    </a:cubicBezTo>
                    <a:lnTo>
                      <a:pt x="296" y="27957"/>
                    </a:lnTo>
                    <a:cubicBezTo>
                      <a:pt x="480" y="24413"/>
                      <a:pt x="867" y="20880"/>
                      <a:pt x="1469" y="17386"/>
                    </a:cubicBezTo>
                    <a:cubicBezTo>
                      <a:pt x="1797" y="15516"/>
                      <a:pt x="2175" y="13641"/>
                      <a:pt x="2661" y="11806"/>
                    </a:cubicBezTo>
                    <a:cubicBezTo>
                      <a:pt x="2836" y="11162"/>
                      <a:pt x="3067" y="10592"/>
                      <a:pt x="3395" y="10010"/>
                    </a:cubicBezTo>
                    <a:cubicBezTo>
                      <a:pt x="4570" y="7909"/>
                      <a:pt x="6399" y="6215"/>
                      <a:pt x="8421" y="4939"/>
                    </a:cubicBezTo>
                    <a:cubicBezTo>
                      <a:pt x="9189" y="4459"/>
                      <a:pt x="9985" y="4035"/>
                      <a:pt x="10799" y="3657"/>
                    </a:cubicBezTo>
                    <a:cubicBezTo>
                      <a:pt x="11663" y="3262"/>
                      <a:pt x="12499" y="2815"/>
                      <a:pt x="13306" y="2324"/>
                    </a:cubicBezTo>
                    <a:cubicBezTo>
                      <a:pt x="14294" y="1731"/>
                      <a:pt x="15249" y="1076"/>
                      <a:pt x="16147" y="353"/>
                    </a:cubicBezTo>
                    <a:cubicBezTo>
                      <a:pt x="16175" y="332"/>
                      <a:pt x="16203" y="308"/>
                      <a:pt x="16230" y="285"/>
                    </a:cubicBezTo>
                    <a:close/>
                    <a:moveTo>
                      <a:pt x="16542" y="1"/>
                    </a:moveTo>
                    <a:cubicBezTo>
                      <a:pt x="16440" y="1"/>
                      <a:pt x="16339" y="1"/>
                      <a:pt x="16237" y="3"/>
                    </a:cubicBezTo>
                    <a:cubicBezTo>
                      <a:pt x="16079" y="3"/>
                      <a:pt x="15977" y="127"/>
                      <a:pt x="15853" y="223"/>
                    </a:cubicBezTo>
                    <a:cubicBezTo>
                      <a:pt x="14938" y="957"/>
                      <a:pt x="13956" y="1613"/>
                      <a:pt x="12945" y="2211"/>
                    </a:cubicBezTo>
                    <a:cubicBezTo>
                      <a:pt x="11414" y="3115"/>
                      <a:pt x="9760" y="3764"/>
                      <a:pt x="8257" y="4713"/>
                    </a:cubicBezTo>
                    <a:cubicBezTo>
                      <a:pt x="6286" y="5955"/>
                      <a:pt x="4508" y="7587"/>
                      <a:pt x="3305" y="9598"/>
                    </a:cubicBezTo>
                    <a:cubicBezTo>
                      <a:pt x="2955" y="10180"/>
                      <a:pt x="2650" y="10801"/>
                      <a:pt x="2463" y="11456"/>
                    </a:cubicBezTo>
                    <a:cubicBezTo>
                      <a:pt x="2057" y="12935"/>
                      <a:pt x="1735" y="14438"/>
                      <a:pt x="1447" y="15945"/>
                    </a:cubicBezTo>
                    <a:cubicBezTo>
                      <a:pt x="859" y="19018"/>
                      <a:pt x="447" y="22124"/>
                      <a:pt x="193" y="25241"/>
                    </a:cubicBezTo>
                    <a:cubicBezTo>
                      <a:pt x="114" y="26190"/>
                      <a:pt x="52" y="27144"/>
                      <a:pt x="7" y="28098"/>
                    </a:cubicBezTo>
                    <a:cubicBezTo>
                      <a:pt x="1" y="28172"/>
                      <a:pt x="74" y="28240"/>
                      <a:pt x="148" y="28240"/>
                    </a:cubicBezTo>
                    <a:lnTo>
                      <a:pt x="39849" y="28240"/>
                    </a:lnTo>
                    <a:cubicBezTo>
                      <a:pt x="39922" y="28240"/>
                      <a:pt x="39990" y="28172"/>
                      <a:pt x="39990" y="28098"/>
                    </a:cubicBezTo>
                    <a:cubicBezTo>
                      <a:pt x="39820" y="24733"/>
                      <a:pt x="39465" y="21378"/>
                      <a:pt x="38922" y="18052"/>
                    </a:cubicBezTo>
                    <a:cubicBezTo>
                      <a:pt x="38601" y="16098"/>
                      <a:pt x="38217" y="14144"/>
                      <a:pt x="37731" y="12218"/>
                    </a:cubicBezTo>
                    <a:cubicBezTo>
                      <a:pt x="37652" y="11902"/>
                      <a:pt x="37567" y="11580"/>
                      <a:pt x="37471" y="11264"/>
                    </a:cubicBezTo>
                    <a:cubicBezTo>
                      <a:pt x="37398" y="10987"/>
                      <a:pt x="37273" y="10716"/>
                      <a:pt x="37155" y="10462"/>
                    </a:cubicBezTo>
                    <a:cubicBezTo>
                      <a:pt x="36833" y="9779"/>
                      <a:pt x="36426" y="9140"/>
                      <a:pt x="35980" y="8542"/>
                    </a:cubicBezTo>
                    <a:cubicBezTo>
                      <a:pt x="34309" y="6322"/>
                      <a:pt x="31993" y="4662"/>
                      <a:pt x="29497" y="3487"/>
                    </a:cubicBezTo>
                    <a:cubicBezTo>
                      <a:pt x="28012" y="2793"/>
                      <a:pt x="26589" y="1991"/>
                      <a:pt x="25239" y="1048"/>
                    </a:cubicBezTo>
                    <a:cubicBezTo>
                      <a:pt x="24866" y="782"/>
                      <a:pt x="24499" y="511"/>
                      <a:pt x="24138" y="223"/>
                    </a:cubicBezTo>
                    <a:cubicBezTo>
                      <a:pt x="24070" y="172"/>
                      <a:pt x="24002" y="110"/>
                      <a:pt x="23929" y="60"/>
                    </a:cubicBezTo>
                    <a:cubicBezTo>
                      <a:pt x="23863" y="9"/>
                      <a:pt x="23792" y="1"/>
                      <a:pt x="23716" y="1"/>
                    </a:cubicBezTo>
                    <a:cubicBezTo>
                      <a:pt x="23681" y="1"/>
                      <a:pt x="23644" y="3"/>
                      <a:pt x="23607" y="3"/>
                    </a:cubicBezTo>
                    <a:lnTo>
                      <a:pt x="17152" y="3"/>
                    </a:lnTo>
                    <a:cubicBezTo>
                      <a:pt x="16949" y="3"/>
                      <a:pt x="16745" y="1"/>
                      <a:pt x="16542"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Section header 1">
  <p:cSld name="CUSTOM_11">
    <p:spTree>
      <p:nvGrpSpPr>
        <p:cNvPr id="1" name="Shape 617"/>
        <p:cNvGrpSpPr/>
        <p:nvPr/>
      </p:nvGrpSpPr>
      <p:grpSpPr>
        <a:xfrm>
          <a:off x="0" y="0"/>
          <a:ext cx="0" cy="0"/>
          <a:chOff x="0" y="0"/>
          <a:chExt cx="0" cy="0"/>
        </a:xfrm>
      </p:grpSpPr>
      <p:sp>
        <p:nvSpPr>
          <p:cNvPr id="618" name="Google Shape;618;p26"/>
          <p:cNvSpPr txBox="1">
            <a:spLocks noGrp="1"/>
          </p:cNvSpPr>
          <p:nvPr>
            <p:ph type="title"/>
          </p:nvPr>
        </p:nvSpPr>
        <p:spPr>
          <a:xfrm flipH="1">
            <a:off x="1826800" y="539500"/>
            <a:ext cx="3838200" cy="1511400"/>
          </a:xfrm>
          <a:prstGeom prst="rect">
            <a:avLst/>
          </a:prstGeom>
        </p:spPr>
        <p:txBody>
          <a:bodyPr spcFirstLastPara="1" wrap="square" lIns="91425" tIns="91425" rIns="91425" bIns="91425" anchor="b" anchorCtr="0">
            <a:noAutofit/>
          </a:bodyPr>
          <a:lstStyle>
            <a:lvl1pPr lvl="0" algn="r" rtl="0">
              <a:spcBef>
                <a:spcPts val="0"/>
              </a:spcBef>
              <a:spcAft>
                <a:spcPts val="0"/>
              </a:spcAft>
              <a:buSzPts val="3600"/>
              <a:buNone/>
              <a:defRPr sz="5000"/>
            </a:lvl1pPr>
            <a:lvl2pPr lvl="1" algn="ctr" rtl="0">
              <a:spcBef>
                <a:spcPts val="0"/>
              </a:spcBef>
              <a:spcAft>
                <a:spcPts val="0"/>
              </a:spcAft>
              <a:buSzPts val="3600"/>
              <a:buNone/>
              <a:defRPr sz="3600"/>
            </a:lvl2pPr>
            <a:lvl3pPr lvl="2" algn="ctr" rtl="0">
              <a:spcBef>
                <a:spcPts val="0"/>
              </a:spcBef>
              <a:spcAft>
                <a:spcPts val="0"/>
              </a:spcAft>
              <a:buSzPts val="3600"/>
              <a:buNone/>
              <a:defRPr sz="3600"/>
            </a:lvl3pPr>
            <a:lvl4pPr lvl="3" algn="ctr" rtl="0">
              <a:spcBef>
                <a:spcPts val="0"/>
              </a:spcBef>
              <a:spcAft>
                <a:spcPts val="0"/>
              </a:spcAft>
              <a:buSzPts val="3600"/>
              <a:buNone/>
              <a:defRPr sz="3600"/>
            </a:lvl4pPr>
            <a:lvl5pPr lvl="4" algn="ctr" rtl="0">
              <a:spcBef>
                <a:spcPts val="0"/>
              </a:spcBef>
              <a:spcAft>
                <a:spcPts val="0"/>
              </a:spcAft>
              <a:buSzPts val="3600"/>
              <a:buNone/>
              <a:defRPr sz="3600"/>
            </a:lvl5pPr>
            <a:lvl6pPr lvl="5" algn="ctr" rtl="0">
              <a:spcBef>
                <a:spcPts val="0"/>
              </a:spcBef>
              <a:spcAft>
                <a:spcPts val="0"/>
              </a:spcAft>
              <a:buSzPts val="3600"/>
              <a:buNone/>
              <a:defRPr sz="3600"/>
            </a:lvl6pPr>
            <a:lvl7pPr lvl="6" algn="ctr" rtl="0">
              <a:spcBef>
                <a:spcPts val="0"/>
              </a:spcBef>
              <a:spcAft>
                <a:spcPts val="0"/>
              </a:spcAft>
              <a:buSzPts val="3600"/>
              <a:buNone/>
              <a:defRPr sz="3600"/>
            </a:lvl7pPr>
            <a:lvl8pPr lvl="7" algn="ctr" rtl="0">
              <a:spcBef>
                <a:spcPts val="0"/>
              </a:spcBef>
              <a:spcAft>
                <a:spcPts val="0"/>
              </a:spcAft>
              <a:buSzPts val="3600"/>
              <a:buNone/>
              <a:defRPr sz="3600"/>
            </a:lvl8pPr>
            <a:lvl9pPr lvl="8" algn="ctr" rtl="0">
              <a:spcBef>
                <a:spcPts val="0"/>
              </a:spcBef>
              <a:spcAft>
                <a:spcPts val="0"/>
              </a:spcAft>
              <a:buSzPts val="3600"/>
              <a:buNone/>
              <a:defRPr sz="3600"/>
            </a:lvl9pPr>
          </a:lstStyle>
          <a:p>
            <a:endParaRPr/>
          </a:p>
        </p:txBody>
      </p:sp>
      <p:sp>
        <p:nvSpPr>
          <p:cNvPr id="619" name="Google Shape;619;p26"/>
          <p:cNvSpPr txBox="1">
            <a:spLocks noGrp="1"/>
          </p:cNvSpPr>
          <p:nvPr>
            <p:ph type="title" idx="2" hasCustomPrompt="1"/>
          </p:nvPr>
        </p:nvSpPr>
        <p:spPr>
          <a:xfrm flipH="1">
            <a:off x="5665000" y="986650"/>
            <a:ext cx="1652100" cy="915900"/>
          </a:xfrm>
          <a:prstGeom prst="rect">
            <a:avLst/>
          </a:prstGeom>
          <a:noFill/>
        </p:spPr>
        <p:txBody>
          <a:bodyPr spcFirstLastPara="1" wrap="square" lIns="91425" tIns="91425" rIns="91425" bIns="91425" anchor="ctr" anchorCtr="0">
            <a:noAutofit/>
          </a:bodyPr>
          <a:lstStyle>
            <a:lvl1pPr lvl="0" rtl="0">
              <a:spcBef>
                <a:spcPts val="0"/>
              </a:spcBef>
              <a:spcAft>
                <a:spcPts val="0"/>
              </a:spcAft>
              <a:buSzPts val="6000"/>
              <a:buNone/>
              <a:defRPr sz="6000"/>
            </a:lvl1pPr>
            <a:lvl2pPr lvl="1" algn="ctr" rtl="0">
              <a:spcBef>
                <a:spcPts val="0"/>
              </a:spcBef>
              <a:spcAft>
                <a:spcPts val="0"/>
              </a:spcAft>
              <a:buSzPts val="6000"/>
              <a:buNone/>
              <a:defRPr sz="6000"/>
            </a:lvl2pPr>
            <a:lvl3pPr lvl="2" algn="ctr" rtl="0">
              <a:spcBef>
                <a:spcPts val="0"/>
              </a:spcBef>
              <a:spcAft>
                <a:spcPts val="0"/>
              </a:spcAft>
              <a:buSzPts val="6000"/>
              <a:buNone/>
              <a:defRPr sz="6000"/>
            </a:lvl3pPr>
            <a:lvl4pPr lvl="3" algn="ctr" rtl="0">
              <a:spcBef>
                <a:spcPts val="0"/>
              </a:spcBef>
              <a:spcAft>
                <a:spcPts val="0"/>
              </a:spcAft>
              <a:buSzPts val="6000"/>
              <a:buNone/>
              <a:defRPr sz="6000"/>
            </a:lvl4pPr>
            <a:lvl5pPr lvl="4" algn="ctr" rtl="0">
              <a:spcBef>
                <a:spcPts val="0"/>
              </a:spcBef>
              <a:spcAft>
                <a:spcPts val="0"/>
              </a:spcAft>
              <a:buSzPts val="6000"/>
              <a:buNone/>
              <a:defRPr sz="6000"/>
            </a:lvl5pPr>
            <a:lvl6pPr lvl="5" algn="ctr" rtl="0">
              <a:spcBef>
                <a:spcPts val="0"/>
              </a:spcBef>
              <a:spcAft>
                <a:spcPts val="0"/>
              </a:spcAft>
              <a:buSzPts val="6000"/>
              <a:buNone/>
              <a:defRPr sz="6000"/>
            </a:lvl6pPr>
            <a:lvl7pPr lvl="6" algn="ctr" rtl="0">
              <a:spcBef>
                <a:spcPts val="0"/>
              </a:spcBef>
              <a:spcAft>
                <a:spcPts val="0"/>
              </a:spcAft>
              <a:buSzPts val="6000"/>
              <a:buNone/>
              <a:defRPr sz="6000"/>
            </a:lvl7pPr>
            <a:lvl8pPr lvl="7" algn="ctr" rtl="0">
              <a:spcBef>
                <a:spcPts val="0"/>
              </a:spcBef>
              <a:spcAft>
                <a:spcPts val="0"/>
              </a:spcAft>
              <a:buSzPts val="6000"/>
              <a:buNone/>
              <a:defRPr sz="6000"/>
            </a:lvl8pPr>
            <a:lvl9pPr lvl="8" algn="ctr" rtl="0">
              <a:spcBef>
                <a:spcPts val="0"/>
              </a:spcBef>
              <a:spcAft>
                <a:spcPts val="0"/>
              </a:spcAft>
              <a:buSzPts val="6000"/>
              <a:buNone/>
              <a:defRPr sz="6000"/>
            </a:lvl9pPr>
          </a:lstStyle>
          <a:p>
            <a:r>
              <a:t>xx%</a:t>
            </a:r>
          </a:p>
        </p:txBody>
      </p:sp>
      <p:sp>
        <p:nvSpPr>
          <p:cNvPr id="620" name="Google Shape;620;p26"/>
          <p:cNvSpPr txBox="1">
            <a:spLocks noGrp="1"/>
          </p:cNvSpPr>
          <p:nvPr>
            <p:ph type="subTitle" idx="1"/>
          </p:nvPr>
        </p:nvSpPr>
        <p:spPr>
          <a:xfrm flipH="1">
            <a:off x="1826800" y="1974700"/>
            <a:ext cx="3838200" cy="375000"/>
          </a:xfrm>
          <a:prstGeom prst="rect">
            <a:avLst/>
          </a:prstGeom>
        </p:spPr>
        <p:txBody>
          <a:bodyPr spcFirstLastPara="1" wrap="square" lIns="91425" tIns="91425" rIns="91425" bIns="91425" anchor="t" anchorCtr="0">
            <a:noAutofit/>
          </a:bodyPr>
          <a:lstStyle>
            <a:lvl1pPr lvl="0" algn="r" rtl="0">
              <a:spcBef>
                <a:spcPts val="0"/>
              </a:spcBef>
              <a:spcAft>
                <a:spcPts val="0"/>
              </a:spcAft>
              <a:buSzPts val="1400"/>
              <a:buNone/>
              <a:defRPr sz="16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621" name="Google Shape;621;p26"/>
          <p:cNvSpPr/>
          <p:nvPr/>
        </p:nvSpPr>
        <p:spPr>
          <a:xfrm>
            <a:off x="-50" y="4832400"/>
            <a:ext cx="9144000" cy="324000"/>
          </a:xfrm>
          <a:prstGeom prst="rect">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2"/>
              </a:solidFill>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Background">
  <p:cSld name="CUSTOM_9">
    <p:spTree>
      <p:nvGrpSpPr>
        <p:cNvPr id="1" name="Shape 758"/>
        <p:cNvGrpSpPr/>
        <p:nvPr/>
      </p:nvGrpSpPr>
      <p:grpSpPr>
        <a:xfrm>
          <a:off x="0" y="0"/>
          <a:ext cx="0" cy="0"/>
          <a:chOff x="0" y="0"/>
          <a:chExt cx="0" cy="0"/>
        </a:xfrm>
      </p:grpSpPr>
      <p:grpSp>
        <p:nvGrpSpPr>
          <p:cNvPr id="759" name="Google Shape;759;p30"/>
          <p:cNvGrpSpPr/>
          <p:nvPr/>
        </p:nvGrpSpPr>
        <p:grpSpPr>
          <a:xfrm>
            <a:off x="-26975" y="-12925"/>
            <a:ext cx="9197950" cy="5169325"/>
            <a:chOff x="-50" y="-12925"/>
            <a:chExt cx="9144000" cy="5169325"/>
          </a:xfrm>
        </p:grpSpPr>
        <p:sp>
          <p:nvSpPr>
            <p:cNvPr id="760" name="Google Shape;760;p30"/>
            <p:cNvSpPr/>
            <p:nvPr/>
          </p:nvSpPr>
          <p:spPr>
            <a:xfrm>
              <a:off x="-50" y="4832400"/>
              <a:ext cx="9144000" cy="324000"/>
            </a:xfrm>
            <a:prstGeom prst="rect">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2"/>
                </a:solidFill>
              </a:endParaRPr>
            </a:p>
          </p:txBody>
        </p:sp>
        <p:sp>
          <p:nvSpPr>
            <p:cNvPr id="761" name="Google Shape;761;p30"/>
            <p:cNvSpPr/>
            <p:nvPr/>
          </p:nvSpPr>
          <p:spPr>
            <a:xfrm>
              <a:off x="-50" y="-12925"/>
              <a:ext cx="9144000" cy="324000"/>
            </a:xfrm>
            <a:prstGeom prst="rect">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2"/>
                </a:solidFill>
              </a:endParaRPr>
            </a:p>
          </p:txBody>
        </p:sp>
      </p:grpSp>
      <p:grpSp>
        <p:nvGrpSpPr>
          <p:cNvPr id="762" name="Google Shape;762;p30"/>
          <p:cNvGrpSpPr/>
          <p:nvPr/>
        </p:nvGrpSpPr>
        <p:grpSpPr>
          <a:xfrm>
            <a:off x="-793413" y="2919174"/>
            <a:ext cx="1503024" cy="1913264"/>
            <a:chOff x="511450" y="3191125"/>
            <a:chExt cx="999750" cy="1272625"/>
          </a:xfrm>
        </p:grpSpPr>
        <p:sp>
          <p:nvSpPr>
            <p:cNvPr id="763" name="Google Shape;763;p30"/>
            <p:cNvSpPr/>
            <p:nvPr/>
          </p:nvSpPr>
          <p:spPr>
            <a:xfrm>
              <a:off x="511450" y="3757725"/>
              <a:ext cx="999750" cy="706025"/>
            </a:xfrm>
            <a:custGeom>
              <a:avLst/>
              <a:gdLst/>
              <a:ahLst/>
              <a:cxnLst/>
              <a:rect l="l" t="t" r="r" b="b"/>
              <a:pathLst>
                <a:path w="39990" h="28241" extrusionOk="0">
                  <a:moveTo>
                    <a:pt x="23761" y="286"/>
                  </a:moveTo>
                  <a:cubicBezTo>
                    <a:pt x="24470" y="880"/>
                    <a:pt x="25239" y="1409"/>
                    <a:pt x="26018" y="1912"/>
                  </a:cubicBezTo>
                  <a:cubicBezTo>
                    <a:pt x="26831" y="2432"/>
                    <a:pt x="27667" y="2912"/>
                    <a:pt x="28531" y="3347"/>
                  </a:cubicBezTo>
                  <a:cubicBezTo>
                    <a:pt x="29417" y="3787"/>
                    <a:pt x="30315" y="4188"/>
                    <a:pt x="31168" y="4696"/>
                  </a:cubicBezTo>
                  <a:cubicBezTo>
                    <a:pt x="33393" y="6024"/>
                    <a:pt x="35426" y="7842"/>
                    <a:pt x="36668" y="10140"/>
                  </a:cubicBezTo>
                  <a:cubicBezTo>
                    <a:pt x="36877" y="10529"/>
                    <a:pt x="37080" y="10919"/>
                    <a:pt x="37199" y="11336"/>
                  </a:cubicBezTo>
                  <a:lnTo>
                    <a:pt x="37199" y="11336"/>
                  </a:lnTo>
                  <a:cubicBezTo>
                    <a:pt x="37199" y="11336"/>
                    <a:pt x="37199" y="11337"/>
                    <a:pt x="37199" y="11338"/>
                  </a:cubicBezTo>
                  <a:cubicBezTo>
                    <a:pt x="37199" y="11338"/>
                    <a:pt x="37199" y="11338"/>
                    <a:pt x="37199" y="11338"/>
                  </a:cubicBezTo>
                  <a:lnTo>
                    <a:pt x="37199" y="11338"/>
                  </a:lnTo>
                  <a:cubicBezTo>
                    <a:pt x="37199" y="11338"/>
                    <a:pt x="37200" y="11339"/>
                    <a:pt x="37200" y="11339"/>
                  </a:cubicBezTo>
                  <a:lnTo>
                    <a:pt x="37200" y="11339"/>
                  </a:lnTo>
                  <a:cubicBezTo>
                    <a:pt x="37482" y="12293"/>
                    <a:pt x="37696" y="13264"/>
                    <a:pt x="37905" y="14229"/>
                  </a:cubicBezTo>
                  <a:cubicBezTo>
                    <a:pt x="38470" y="16816"/>
                    <a:pt x="38888" y="19436"/>
                    <a:pt x="39198" y="22062"/>
                  </a:cubicBezTo>
                  <a:cubicBezTo>
                    <a:pt x="39430" y="24020"/>
                    <a:pt x="39597" y="25989"/>
                    <a:pt x="39694" y="27958"/>
                  </a:cubicBezTo>
                  <a:lnTo>
                    <a:pt x="295" y="27958"/>
                  </a:lnTo>
                  <a:cubicBezTo>
                    <a:pt x="479" y="24419"/>
                    <a:pt x="861" y="20886"/>
                    <a:pt x="1469" y="17392"/>
                  </a:cubicBezTo>
                  <a:cubicBezTo>
                    <a:pt x="1790" y="15517"/>
                    <a:pt x="2174" y="13647"/>
                    <a:pt x="2660" y="11806"/>
                  </a:cubicBezTo>
                  <a:cubicBezTo>
                    <a:pt x="2835" y="11163"/>
                    <a:pt x="3061" y="10598"/>
                    <a:pt x="3389" y="10011"/>
                  </a:cubicBezTo>
                  <a:cubicBezTo>
                    <a:pt x="4563" y="7910"/>
                    <a:pt x="6399" y="6216"/>
                    <a:pt x="8420" y="4945"/>
                  </a:cubicBezTo>
                  <a:cubicBezTo>
                    <a:pt x="9183" y="4465"/>
                    <a:pt x="9979" y="4041"/>
                    <a:pt x="10798" y="3663"/>
                  </a:cubicBezTo>
                  <a:cubicBezTo>
                    <a:pt x="11656" y="3262"/>
                    <a:pt x="12492" y="2816"/>
                    <a:pt x="13305" y="2330"/>
                  </a:cubicBezTo>
                  <a:cubicBezTo>
                    <a:pt x="14288" y="1732"/>
                    <a:pt x="15248" y="1082"/>
                    <a:pt x="16146" y="359"/>
                  </a:cubicBezTo>
                  <a:cubicBezTo>
                    <a:pt x="16172" y="333"/>
                    <a:pt x="16200" y="310"/>
                    <a:pt x="16229" y="286"/>
                  </a:cubicBezTo>
                  <a:close/>
                  <a:moveTo>
                    <a:pt x="16541" y="1"/>
                  </a:moveTo>
                  <a:cubicBezTo>
                    <a:pt x="16440" y="1"/>
                    <a:pt x="16338" y="2"/>
                    <a:pt x="16236" y="3"/>
                  </a:cubicBezTo>
                  <a:cubicBezTo>
                    <a:pt x="16078" y="9"/>
                    <a:pt x="15977" y="133"/>
                    <a:pt x="15852" y="229"/>
                  </a:cubicBezTo>
                  <a:cubicBezTo>
                    <a:pt x="14937" y="958"/>
                    <a:pt x="13955" y="1619"/>
                    <a:pt x="12944" y="2217"/>
                  </a:cubicBezTo>
                  <a:cubicBezTo>
                    <a:pt x="11414" y="3121"/>
                    <a:pt x="9753" y="3765"/>
                    <a:pt x="8251" y="4719"/>
                  </a:cubicBezTo>
                  <a:cubicBezTo>
                    <a:pt x="6286" y="5961"/>
                    <a:pt x="4501" y="7588"/>
                    <a:pt x="3304" y="9598"/>
                  </a:cubicBezTo>
                  <a:cubicBezTo>
                    <a:pt x="2954" y="10186"/>
                    <a:pt x="2643" y="10801"/>
                    <a:pt x="2463" y="11462"/>
                  </a:cubicBezTo>
                  <a:cubicBezTo>
                    <a:pt x="2056" y="12936"/>
                    <a:pt x="1734" y="14444"/>
                    <a:pt x="1446" y="15946"/>
                  </a:cubicBezTo>
                  <a:cubicBezTo>
                    <a:pt x="859" y="19018"/>
                    <a:pt x="446" y="22124"/>
                    <a:pt x="192" y="25241"/>
                  </a:cubicBezTo>
                  <a:cubicBezTo>
                    <a:pt x="113" y="26196"/>
                    <a:pt x="51" y="27145"/>
                    <a:pt x="6" y="28099"/>
                  </a:cubicBezTo>
                  <a:cubicBezTo>
                    <a:pt x="0" y="28178"/>
                    <a:pt x="74" y="28240"/>
                    <a:pt x="147" y="28240"/>
                  </a:cubicBezTo>
                  <a:lnTo>
                    <a:pt x="39842" y="28240"/>
                  </a:lnTo>
                  <a:cubicBezTo>
                    <a:pt x="39921" y="28240"/>
                    <a:pt x="39989" y="28178"/>
                    <a:pt x="39983" y="28099"/>
                  </a:cubicBezTo>
                  <a:cubicBezTo>
                    <a:pt x="39820" y="24739"/>
                    <a:pt x="39464" y="21384"/>
                    <a:pt x="38922" y="18058"/>
                  </a:cubicBezTo>
                  <a:cubicBezTo>
                    <a:pt x="38600" y="16098"/>
                    <a:pt x="38216" y="14150"/>
                    <a:pt x="37730" y="12224"/>
                  </a:cubicBezTo>
                  <a:cubicBezTo>
                    <a:pt x="37645" y="11902"/>
                    <a:pt x="37566" y="11580"/>
                    <a:pt x="37470" y="11264"/>
                  </a:cubicBezTo>
                  <a:cubicBezTo>
                    <a:pt x="37391" y="10988"/>
                    <a:pt x="37273" y="10722"/>
                    <a:pt x="37148" y="10462"/>
                  </a:cubicBezTo>
                  <a:cubicBezTo>
                    <a:pt x="36832" y="9785"/>
                    <a:pt x="36426" y="9146"/>
                    <a:pt x="35974" y="8542"/>
                  </a:cubicBezTo>
                  <a:cubicBezTo>
                    <a:pt x="34308" y="6323"/>
                    <a:pt x="31992" y="4663"/>
                    <a:pt x="29496" y="3494"/>
                  </a:cubicBezTo>
                  <a:cubicBezTo>
                    <a:pt x="28011" y="2793"/>
                    <a:pt x="26582" y="1991"/>
                    <a:pt x="25238" y="1048"/>
                  </a:cubicBezTo>
                  <a:cubicBezTo>
                    <a:pt x="24866" y="788"/>
                    <a:pt x="24493" y="517"/>
                    <a:pt x="24137" y="229"/>
                  </a:cubicBezTo>
                  <a:cubicBezTo>
                    <a:pt x="24069" y="173"/>
                    <a:pt x="24001" y="111"/>
                    <a:pt x="23928" y="60"/>
                  </a:cubicBezTo>
                  <a:cubicBezTo>
                    <a:pt x="23862" y="10"/>
                    <a:pt x="23791" y="2"/>
                    <a:pt x="23715" y="2"/>
                  </a:cubicBezTo>
                  <a:cubicBezTo>
                    <a:pt x="23680" y="2"/>
                    <a:pt x="23644" y="3"/>
                    <a:pt x="23606" y="3"/>
                  </a:cubicBezTo>
                  <a:lnTo>
                    <a:pt x="17151" y="3"/>
                  </a:lnTo>
                  <a:cubicBezTo>
                    <a:pt x="16948" y="3"/>
                    <a:pt x="16745" y="1"/>
                    <a:pt x="16541"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4" name="Google Shape;764;p30"/>
            <p:cNvSpPr/>
            <p:nvPr/>
          </p:nvSpPr>
          <p:spPr>
            <a:xfrm>
              <a:off x="916775" y="3306225"/>
              <a:ext cx="335625" cy="458650"/>
            </a:xfrm>
            <a:custGeom>
              <a:avLst/>
              <a:gdLst/>
              <a:ahLst/>
              <a:cxnLst/>
              <a:rect l="l" t="t" r="r" b="b"/>
              <a:pathLst>
                <a:path w="13425" h="18346" extrusionOk="0">
                  <a:moveTo>
                    <a:pt x="10560" y="355"/>
                  </a:moveTo>
                  <a:cubicBezTo>
                    <a:pt x="11145" y="1137"/>
                    <a:pt x="11448" y="2090"/>
                    <a:pt x="11448" y="3064"/>
                  </a:cubicBezTo>
                  <a:cubicBezTo>
                    <a:pt x="11448" y="3635"/>
                    <a:pt x="11448" y="4205"/>
                    <a:pt x="11448" y="4775"/>
                  </a:cubicBezTo>
                  <a:cubicBezTo>
                    <a:pt x="11448" y="4979"/>
                    <a:pt x="11437" y="5182"/>
                    <a:pt x="11448" y="5385"/>
                  </a:cubicBezTo>
                  <a:cubicBezTo>
                    <a:pt x="11454" y="5464"/>
                    <a:pt x="11487" y="5493"/>
                    <a:pt x="11544" y="5538"/>
                  </a:cubicBezTo>
                  <a:cubicBezTo>
                    <a:pt x="11634" y="5605"/>
                    <a:pt x="11725" y="5679"/>
                    <a:pt x="11809" y="5747"/>
                  </a:cubicBezTo>
                  <a:cubicBezTo>
                    <a:pt x="12075" y="5956"/>
                    <a:pt x="12335" y="6159"/>
                    <a:pt x="12594" y="6368"/>
                  </a:cubicBezTo>
                  <a:cubicBezTo>
                    <a:pt x="12758" y="6498"/>
                    <a:pt x="12984" y="6628"/>
                    <a:pt x="13046" y="6842"/>
                  </a:cubicBezTo>
                  <a:cubicBezTo>
                    <a:pt x="13097" y="7023"/>
                    <a:pt x="13024" y="7215"/>
                    <a:pt x="12888" y="7339"/>
                  </a:cubicBezTo>
                  <a:cubicBezTo>
                    <a:pt x="12764" y="7452"/>
                    <a:pt x="12600" y="7486"/>
                    <a:pt x="12436" y="7486"/>
                  </a:cubicBezTo>
                  <a:lnTo>
                    <a:pt x="11567" y="7486"/>
                  </a:lnTo>
                  <a:cubicBezTo>
                    <a:pt x="11487" y="7486"/>
                    <a:pt x="11431" y="7554"/>
                    <a:pt x="11425" y="7627"/>
                  </a:cubicBezTo>
                  <a:cubicBezTo>
                    <a:pt x="11267" y="9400"/>
                    <a:pt x="10302" y="11044"/>
                    <a:pt x="8833" y="12043"/>
                  </a:cubicBezTo>
                  <a:cubicBezTo>
                    <a:pt x="8421" y="12320"/>
                    <a:pt x="7975" y="12552"/>
                    <a:pt x="7506" y="12721"/>
                  </a:cubicBezTo>
                  <a:cubicBezTo>
                    <a:pt x="7450" y="12744"/>
                    <a:pt x="7404" y="12789"/>
                    <a:pt x="7404" y="12857"/>
                  </a:cubicBezTo>
                  <a:lnTo>
                    <a:pt x="7404" y="14664"/>
                  </a:lnTo>
                  <a:lnTo>
                    <a:pt x="7404" y="17550"/>
                  </a:lnTo>
                  <a:lnTo>
                    <a:pt x="7404" y="18063"/>
                  </a:lnTo>
                  <a:lnTo>
                    <a:pt x="283" y="18063"/>
                  </a:lnTo>
                  <a:lnTo>
                    <a:pt x="283" y="16522"/>
                  </a:lnTo>
                  <a:lnTo>
                    <a:pt x="283" y="13834"/>
                  </a:lnTo>
                  <a:lnTo>
                    <a:pt x="283" y="13218"/>
                  </a:lnTo>
                  <a:lnTo>
                    <a:pt x="283" y="11563"/>
                  </a:lnTo>
                  <a:lnTo>
                    <a:pt x="283" y="10643"/>
                  </a:lnTo>
                  <a:lnTo>
                    <a:pt x="283" y="8480"/>
                  </a:lnTo>
                  <a:lnTo>
                    <a:pt x="283" y="6221"/>
                  </a:lnTo>
                  <a:lnTo>
                    <a:pt x="283" y="5425"/>
                  </a:lnTo>
                  <a:cubicBezTo>
                    <a:pt x="283" y="5353"/>
                    <a:pt x="288" y="5278"/>
                    <a:pt x="290" y="5204"/>
                  </a:cubicBezTo>
                  <a:lnTo>
                    <a:pt x="290" y="5204"/>
                  </a:lnTo>
                  <a:cubicBezTo>
                    <a:pt x="583" y="5290"/>
                    <a:pt x="878" y="5370"/>
                    <a:pt x="1175" y="5430"/>
                  </a:cubicBezTo>
                  <a:cubicBezTo>
                    <a:pt x="1435" y="5487"/>
                    <a:pt x="1712" y="5543"/>
                    <a:pt x="1983" y="5543"/>
                  </a:cubicBezTo>
                  <a:cubicBezTo>
                    <a:pt x="2056" y="5543"/>
                    <a:pt x="2119" y="5476"/>
                    <a:pt x="2124" y="5402"/>
                  </a:cubicBezTo>
                  <a:cubicBezTo>
                    <a:pt x="2135" y="4933"/>
                    <a:pt x="2152" y="4465"/>
                    <a:pt x="2164" y="4002"/>
                  </a:cubicBezTo>
                  <a:cubicBezTo>
                    <a:pt x="2192" y="3262"/>
                    <a:pt x="2215" y="2516"/>
                    <a:pt x="2237" y="1777"/>
                  </a:cubicBezTo>
                  <a:cubicBezTo>
                    <a:pt x="2241" y="1658"/>
                    <a:pt x="2245" y="1536"/>
                    <a:pt x="2249" y="1416"/>
                  </a:cubicBezTo>
                  <a:lnTo>
                    <a:pt x="2249" y="1416"/>
                  </a:lnTo>
                  <a:cubicBezTo>
                    <a:pt x="3183" y="1496"/>
                    <a:pt x="4132" y="1554"/>
                    <a:pt x="5078" y="1554"/>
                  </a:cubicBezTo>
                  <a:cubicBezTo>
                    <a:pt x="6103" y="1554"/>
                    <a:pt x="7126" y="1486"/>
                    <a:pt x="8127" y="1302"/>
                  </a:cubicBezTo>
                  <a:cubicBezTo>
                    <a:pt x="8907" y="1161"/>
                    <a:pt x="9754" y="952"/>
                    <a:pt x="10403" y="478"/>
                  </a:cubicBezTo>
                  <a:cubicBezTo>
                    <a:pt x="10458" y="440"/>
                    <a:pt x="10509" y="399"/>
                    <a:pt x="10560" y="355"/>
                  </a:cubicBezTo>
                  <a:close/>
                  <a:moveTo>
                    <a:pt x="10570" y="1"/>
                  </a:moveTo>
                  <a:cubicBezTo>
                    <a:pt x="10532" y="1"/>
                    <a:pt x="10494" y="15"/>
                    <a:pt x="10471" y="43"/>
                  </a:cubicBezTo>
                  <a:cubicBezTo>
                    <a:pt x="10463" y="52"/>
                    <a:pt x="10457" y="59"/>
                    <a:pt x="10453" y="65"/>
                  </a:cubicBezTo>
                  <a:lnTo>
                    <a:pt x="10453" y="65"/>
                  </a:lnTo>
                  <a:cubicBezTo>
                    <a:pt x="10457" y="60"/>
                    <a:pt x="10460" y="55"/>
                    <a:pt x="10460" y="55"/>
                  </a:cubicBezTo>
                  <a:cubicBezTo>
                    <a:pt x="10459" y="55"/>
                    <a:pt x="10457" y="56"/>
                    <a:pt x="10454" y="60"/>
                  </a:cubicBezTo>
                  <a:cubicBezTo>
                    <a:pt x="10443" y="71"/>
                    <a:pt x="10431" y="82"/>
                    <a:pt x="10420" y="94"/>
                  </a:cubicBezTo>
                  <a:cubicBezTo>
                    <a:pt x="10381" y="138"/>
                    <a:pt x="10332" y="177"/>
                    <a:pt x="10287" y="216"/>
                  </a:cubicBezTo>
                  <a:lnTo>
                    <a:pt x="10287" y="216"/>
                  </a:lnTo>
                  <a:cubicBezTo>
                    <a:pt x="10276" y="224"/>
                    <a:pt x="10261" y="236"/>
                    <a:pt x="10256" y="241"/>
                  </a:cubicBezTo>
                  <a:cubicBezTo>
                    <a:pt x="10234" y="252"/>
                    <a:pt x="10217" y="263"/>
                    <a:pt x="10194" y="280"/>
                  </a:cubicBezTo>
                  <a:cubicBezTo>
                    <a:pt x="10149" y="314"/>
                    <a:pt x="10098" y="342"/>
                    <a:pt x="10047" y="376"/>
                  </a:cubicBezTo>
                  <a:cubicBezTo>
                    <a:pt x="9912" y="449"/>
                    <a:pt x="9771" y="517"/>
                    <a:pt x="9630" y="579"/>
                  </a:cubicBezTo>
                  <a:cubicBezTo>
                    <a:pt x="9596" y="596"/>
                    <a:pt x="9584" y="602"/>
                    <a:pt x="9528" y="625"/>
                  </a:cubicBezTo>
                  <a:cubicBezTo>
                    <a:pt x="9477" y="641"/>
                    <a:pt x="9426" y="664"/>
                    <a:pt x="9381" y="681"/>
                  </a:cubicBezTo>
                  <a:cubicBezTo>
                    <a:pt x="9274" y="721"/>
                    <a:pt x="9172" y="754"/>
                    <a:pt x="9065" y="788"/>
                  </a:cubicBezTo>
                  <a:cubicBezTo>
                    <a:pt x="8805" y="867"/>
                    <a:pt x="8540" y="930"/>
                    <a:pt x="8280" y="986"/>
                  </a:cubicBezTo>
                  <a:cubicBezTo>
                    <a:pt x="7534" y="1138"/>
                    <a:pt x="6772" y="1212"/>
                    <a:pt x="6015" y="1240"/>
                  </a:cubicBezTo>
                  <a:cubicBezTo>
                    <a:pt x="5681" y="1255"/>
                    <a:pt x="5347" y="1261"/>
                    <a:pt x="5012" y="1261"/>
                  </a:cubicBezTo>
                  <a:cubicBezTo>
                    <a:pt x="4044" y="1261"/>
                    <a:pt x="3074" y="1205"/>
                    <a:pt x="2113" y="1122"/>
                  </a:cubicBezTo>
                  <a:cubicBezTo>
                    <a:pt x="2108" y="1121"/>
                    <a:pt x="2103" y="1120"/>
                    <a:pt x="2098" y="1120"/>
                  </a:cubicBezTo>
                  <a:cubicBezTo>
                    <a:pt x="2026" y="1120"/>
                    <a:pt x="1972" y="1194"/>
                    <a:pt x="1972" y="1263"/>
                  </a:cubicBezTo>
                  <a:cubicBezTo>
                    <a:pt x="1955" y="1726"/>
                    <a:pt x="1943" y="2195"/>
                    <a:pt x="1927" y="2663"/>
                  </a:cubicBezTo>
                  <a:cubicBezTo>
                    <a:pt x="1904" y="3403"/>
                    <a:pt x="1881" y="4143"/>
                    <a:pt x="1859" y="4888"/>
                  </a:cubicBezTo>
                  <a:lnTo>
                    <a:pt x="1847" y="5256"/>
                  </a:lnTo>
                  <a:lnTo>
                    <a:pt x="1847" y="5256"/>
                  </a:lnTo>
                  <a:cubicBezTo>
                    <a:pt x="1632" y="5241"/>
                    <a:pt x="1419" y="5196"/>
                    <a:pt x="1209" y="5154"/>
                  </a:cubicBezTo>
                  <a:cubicBezTo>
                    <a:pt x="859" y="5075"/>
                    <a:pt x="520" y="4979"/>
                    <a:pt x="182" y="4871"/>
                  </a:cubicBezTo>
                  <a:cubicBezTo>
                    <a:pt x="169" y="4867"/>
                    <a:pt x="156" y="4866"/>
                    <a:pt x="144" y="4866"/>
                  </a:cubicBezTo>
                  <a:cubicBezTo>
                    <a:pt x="67" y="4866"/>
                    <a:pt x="1" y="4934"/>
                    <a:pt x="1" y="5007"/>
                  </a:cubicBezTo>
                  <a:lnTo>
                    <a:pt x="1" y="5995"/>
                  </a:lnTo>
                  <a:lnTo>
                    <a:pt x="1" y="8186"/>
                  </a:lnTo>
                  <a:lnTo>
                    <a:pt x="1" y="10423"/>
                  </a:lnTo>
                  <a:lnTo>
                    <a:pt x="1" y="11546"/>
                  </a:lnTo>
                  <a:lnTo>
                    <a:pt x="1" y="13150"/>
                  </a:lnTo>
                  <a:lnTo>
                    <a:pt x="1" y="13218"/>
                  </a:lnTo>
                  <a:lnTo>
                    <a:pt x="1" y="14907"/>
                  </a:lnTo>
                  <a:lnTo>
                    <a:pt x="1" y="17589"/>
                  </a:lnTo>
                  <a:lnTo>
                    <a:pt x="1" y="18205"/>
                  </a:lnTo>
                  <a:cubicBezTo>
                    <a:pt x="1" y="18284"/>
                    <a:pt x="63" y="18346"/>
                    <a:pt x="142" y="18346"/>
                  </a:cubicBezTo>
                  <a:lnTo>
                    <a:pt x="7546" y="18346"/>
                  </a:lnTo>
                  <a:cubicBezTo>
                    <a:pt x="7575" y="18346"/>
                    <a:pt x="7600" y="18338"/>
                    <a:pt x="7620" y="18326"/>
                  </a:cubicBezTo>
                  <a:lnTo>
                    <a:pt x="7620" y="18326"/>
                  </a:lnTo>
                  <a:cubicBezTo>
                    <a:pt x="7659" y="18304"/>
                    <a:pt x="7687" y="18264"/>
                    <a:pt x="7687" y="18205"/>
                  </a:cubicBezTo>
                  <a:lnTo>
                    <a:pt x="7687" y="16398"/>
                  </a:lnTo>
                  <a:lnTo>
                    <a:pt x="7687" y="13517"/>
                  </a:lnTo>
                  <a:lnTo>
                    <a:pt x="7687" y="12954"/>
                  </a:lnTo>
                  <a:lnTo>
                    <a:pt x="7687" y="12954"/>
                  </a:lnTo>
                  <a:cubicBezTo>
                    <a:pt x="9390" y="12299"/>
                    <a:pt x="10754" y="10919"/>
                    <a:pt x="11369" y="9197"/>
                  </a:cubicBezTo>
                  <a:cubicBezTo>
                    <a:pt x="11534" y="8734"/>
                    <a:pt x="11642" y="8256"/>
                    <a:pt x="11694" y="7768"/>
                  </a:cubicBezTo>
                  <a:lnTo>
                    <a:pt x="12402" y="7768"/>
                  </a:lnTo>
                  <a:cubicBezTo>
                    <a:pt x="12781" y="7768"/>
                    <a:pt x="13137" y="7616"/>
                    <a:pt x="13283" y="7249"/>
                  </a:cubicBezTo>
                  <a:cubicBezTo>
                    <a:pt x="13425" y="6916"/>
                    <a:pt x="13295" y="6566"/>
                    <a:pt x="13018" y="6345"/>
                  </a:cubicBezTo>
                  <a:cubicBezTo>
                    <a:pt x="12786" y="6165"/>
                    <a:pt x="12555" y="5984"/>
                    <a:pt x="12323" y="5797"/>
                  </a:cubicBezTo>
                  <a:cubicBezTo>
                    <a:pt x="12127" y="5639"/>
                    <a:pt x="11927" y="5485"/>
                    <a:pt x="11730" y="5327"/>
                  </a:cubicBezTo>
                  <a:lnTo>
                    <a:pt x="11730" y="5327"/>
                  </a:lnTo>
                  <a:lnTo>
                    <a:pt x="11730" y="3838"/>
                  </a:lnTo>
                  <a:cubicBezTo>
                    <a:pt x="11730" y="3143"/>
                    <a:pt x="11753" y="2460"/>
                    <a:pt x="11567" y="1777"/>
                  </a:cubicBezTo>
                  <a:cubicBezTo>
                    <a:pt x="11391" y="1144"/>
                    <a:pt x="11081" y="557"/>
                    <a:pt x="10669" y="43"/>
                  </a:cubicBezTo>
                  <a:cubicBezTo>
                    <a:pt x="10646" y="15"/>
                    <a:pt x="10608" y="1"/>
                    <a:pt x="10570"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5" name="Google Shape;765;p30"/>
            <p:cNvSpPr/>
            <p:nvPr/>
          </p:nvSpPr>
          <p:spPr>
            <a:xfrm>
              <a:off x="748200" y="3191125"/>
              <a:ext cx="458600" cy="407500"/>
            </a:xfrm>
            <a:custGeom>
              <a:avLst/>
              <a:gdLst/>
              <a:ahLst/>
              <a:cxnLst/>
              <a:rect l="l" t="t" r="r" b="b"/>
              <a:pathLst>
                <a:path w="18344" h="16300" extrusionOk="0">
                  <a:moveTo>
                    <a:pt x="17197" y="4664"/>
                  </a:moveTo>
                  <a:cubicBezTo>
                    <a:pt x="17188" y="4677"/>
                    <a:pt x="17183" y="4681"/>
                    <a:pt x="17183" y="4681"/>
                  </a:cubicBezTo>
                  <a:cubicBezTo>
                    <a:pt x="17182" y="4681"/>
                    <a:pt x="17188" y="4673"/>
                    <a:pt x="17197" y="4664"/>
                  </a:cubicBezTo>
                  <a:close/>
                  <a:moveTo>
                    <a:pt x="17035" y="4812"/>
                  </a:moveTo>
                  <a:cubicBezTo>
                    <a:pt x="17033" y="4813"/>
                    <a:pt x="17031" y="4814"/>
                    <a:pt x="17028" y="4816"/>
                  </a:cubicBezTo>
                  <a:cubicBezTo>
                    <a:pt x="17030" y="4815"/>
                    <a:pt x="17033" y="4814"/>
                    <a:pt x="17035" y="4812"/>
                  </a:cubicBezTo>
                  <a:close/>
                  <a:moveTo>
                    <a:pt x="8794" y="286"/>
                  </a:moveTo>
                  <a:cubicBezTo>
                    <a:pt x="8833" y="286"/>
                    <a:pt x="8873" y="287"/>
                    <a:pt x="8912" y="287"/>
                  </a:cubicBezTo>
                  <a:cubicBezTo>
                    <a:pt x="9720" y="293"/>
                    <a:pt x="10544" y="394"/>
                    <a:pt x="11307" y="660"/>
                  </a:cubicBezTo>
                  <a:cubicBezTo>
                    <a:pt x="11561" y="750"/>
                    <a:pt x="11815" y="858"/>
                    <a:pt x="12030" y="1021"/>
                  </a:cubicBezTo>
                  <a:cubicBezTo>
                    <a:pt x="12346" y="1258"/>
                    <a:pt x="12685" y="1456"/>
                    <a:pt x="13063" y="1580"/>
                  </a:cubicBezTo>
                  <a:cubicBezTo>
                    <a:pt x="13442" y="1705"/>
                    <a:pt x="13843" y="1750"/>
                    <a:pt x="14238" y="1784"/>
                  </a:cubicBezTo>
                  <a:cubicBezTo>
                    <a:pt x="14769" y="1829"/>
                    <a:pt x="15300" y="1846"/>
                    <a:pt x="15830" y="1885"/>
                  </a:cubicBezTo>
                  <a:cubicBezTo>
                    <a:pt x="16175" y="1908"/>
                    <a:pt x="16519" y="1936"/>
                    <a:pt x="16857" y="1970"/>
                  </a:cubicBezTo>
                  <a:lnTo>
                    <a:pt x="16857" y="1970"/>
                  </a:lnTo>
                  <a:cubicBezTo>
                    <a:pt x="16857" y="1970"/>
                    <a:pt x="16858" y="1970"/>
                    <a:pt x="16858" y="1970"/>
                  </a:cubicBezTo>
                  <a:cubicBezTo>
                    <a:pt x="17304" y="2015"/>
                    <a:pt x="17863" y="2162"/>
                    <a:pt x="17988" y="2636"/>
                  </a:cubicBezTo>
                  <a:cubicBezTo>
                    <a:pt x="18089" y="2992"/>
                    <a:pt x="17942" y="3404"/>
                    <a:pt x="17784" y="3738"/>
                  </a:cubicBezTo>
                  <a:cubicBezTo>
                    <a:pt x="17638" y="4037"/>
                    <a:pt x="17457" y="4319"/>
                    <a:pt x="17259" y="4590"/>
                  </a:cubicBezTo>
                  <a:cubicBezTo>
                    <a:pt x="17253" y="4596"/>
                    <a:pt x="17242" y="4607"/>
                    <a:pt x="17237" y="4613"/>
                  </a:cubicBezTo>
                  <a:cubicBezTo>
                    <a:pt x="17235" y="4616"/>
                    <a:pt x="17234" y="4617"/>
                    <a:pt x="17234" y="4617"/>
                  </a:cubicBezTo>
                  <a:cubicBezTo>
                    <a:pt x="17235" y="4617"/>
                    <a:pt x="17245" y="4603"/>
                    <a:pt x="17247" y="4603"/>
                  </a:cubicBezTo>
                  <a:cubicBezTo>
                    <a:pt x="17247" y="4603"/>
                    <a:pt x="17246" y="4606"/>
                    <a:pt x="17242" y="4613"/>
                  </a:cubicBezTo>
                  <a:cubicBezTo>
                    <a:pt x="17231" y="4624"/>
                    <a:pt x="17225" y="4636"/>
                    <a:pt x="17214" y="4641"/>
                  </a:cubicBezTo>
                  <a:cubicBezTo>
                    <a:pt x="17207" y="4650"/>
                    <a:pt x="17202" y="4658"/>
                    <a:pt x="17197" y="4664"/>
                  </a:cubicBezTo>
                  <a:lnTo>
                    <a:pt x="17197" y="4664"/>
                  </a:lnTo>
                  <a:cubicBezTo>
                    <a:pt x="17183" y="4679"/>
                    <a:pt x="17173" y="4693"/>
                    <a:pt x="17157" y="4703"/>
                  </a:cubicBezTo>
                  <a:cubicBezTo>
                    <a:pt x="17129" y="4737"/>
                    <a:pt x="17095" y="4765"/>
                    <a:pt x="17061" y="4794"/>
                  </a:cubicBezTo>
                  <a:cubicBezTo>
                    <a:pt x="17053" y="4798"/>
                    <a:pt x="17044" y="4806"/>
                    <a:pt x="17035" y="4812"/>
                  </a:cubicBezTo>
                  <a:lnTo>
                    <a:pt x="17035" y="4812"/>
                  </a:lnTo>
                  <a:cubicBezTo>
                    <a:pt x="17040" y="4809"/>
                    <a:pt x="17042" y="4808"/>
                    <a:pt x="17042" y="4808"/>
                  </a:cubicBezTo>
                  <a:cubicBezTo>
                    <a:pt x="17043" y="4808"/>
                    <a:pt x="17031" y="4817"/>
                    <a:pt x="17016" y="4828"/>
                  </a:cubicBezTo>
                  <a:cubicBezTo>
                    <a:pt x="16988" y="4850"/>
                    <a:pt x="16960" y="4873"/>
                    <a:pt x="16926" y="4890"/>
                  </a:cubicBezTo>
                  <a:cubicBezTo>
                    <a:pt x="16751" y="5008"/>
                    <a:pt x="16565" y="5104"/>
                    <a:pt x="16373" y="5183"/>
                  </a:cubicBezTo>
                  <a:cubicBezTo>
                    <a:pt x="16339" y="5200"/>
                    <a:pt x="16350" y="5195"/>
                    <a:pt x="16299" y="5217"/>
                  </a:cubicBezTo>
                  <a:cubicBezTo>
                    <a:pt x="16265" y="5229"/>
                    <a:pt x="16231" y="5245"/>
                    <a:pt x="16197" y="5257"/>
                  </a:cubicBezTo>
                  <a:cubicBezTo>
                    <a:pt x="16124" y="5285"/>
                    <a:pt x="16051" y="5313"/>
                    <a:pt x="15972" y="5336"/>
                  </a:cubicBezTo>
                  <a:cubicBezTo>
                    <a:pt x="15802" y="5392"/>
                    <a:pt x="15627" y="5443"/>
                    <a:pt x="15452" y="5488"/>
                  </a:cubicBezTo>
                  <a:cubicBezTo>
                    <a:pt x="15000" y="5607"/>
                    <a:pt x="14537" y="5686"/>
                    <a:pt x="14074" y="5742"/>
                  </a:cubicBezTo>
                  <a:cubicBezTo>
                    <a:pt x="13324" y="5834"/>
                    <a:pt x="12567" y="5870"/>
                    <a:pt x="11809" y="5870"/>
                  </a:cubicBezTo>
                  <a:cubicBezTo>
                    <a:pt x="11066" y="5870"/>
                    <a:pt x="10323" y="5835"/>
                    <a:pt x="9584" y="5782"/>
                  </a:cubicBezTo>
                  <a:cubicBezTo>
                    <a:pt x="9342" y="5765"/>
                    <a:pt x="9099" y="5748"/>
                    <a:pt x="8856" y="5726"/>
                  </a:cubicBezTo>
                  <a:cubicBezTo>
                    <a:pt x="8851" y="5725"/>
                    <a:pt x="8846" y="5724"/>
                    <a:pt x="8841" y="5724"/>
                  </a:cubicBezTo>
                  <a:cubicBezTo>
                    <a:pt x="8769" y="5724"/>
                    <a:pt x="8715" y="5798"/>
                    <a:pt x="8715" y="5867"/>
                  </a:cubicBezTo>
                  <a:cubicBezTo>
                    <a:pt x="8698" y="6330"/>
                    <a:pt x="8686" y="6799"/>
                    <a:pt x="8670" y="7267"/>
                  </a:cubicBezTo>
                  <a:cubicBezTo>
                    <a:pt x="8647" y="8007"/>
                    <a:pt x="8624" y="8747"/>
                    <a:pt x="8602" y="9492"/>
                  </a:cubicBezTo>
                  <a:lnTo>
                    <a:pt x="8590" y="9860"/>
                  </a:lnTo>
                  <a:lnTo>
                    <a:pt x="8590" y="9860"/>
                  </a:lnTo>
                  <a:cubicBezTo>
                    <a:pt x="8375" y="9845"/>
                    <a:pt x="8162" y="9800"/>
                    <a:pt x="7952" y="9758"/>
                  </a:cubicBezTo>
                  <a:cubicBezTo>
                    <a:pt x="7602" y="9679"/>
                    <a:pt x="7263" y="9583"/>
                    <a:pt x="6925" y="9475"/>
                  </a:cubicBezTo>
                  <a:cubicBezTo>
                    <a:pt x="6912" y="9471"/>
                    <a:pt x="6899" y="9470"/>
                    <a:pt x="6887" y="9470"/>
                  </a:cubicBezTo>
                  <a:cubicBezTo>
                    <a:pt x="6810" y="9470"/>
                    <a:pt x="6744" y="9538"/>
                    <a:pt x="6744" y="9611"/>
                  </a:cubicBezTo>
                  <a:lnTo>
                    <a:pt x="6744" y="11825"/>
                  </a:lnTo>
                  <a:lnTo>
                    <a:pt x="6744" y="15343"/>
                  </a:lnTo>
                  <a:lnTo>
                    <a:pt x="6744" y="15939"/>
                  </a:lnTo>
                  <a:lnTo>
                    <a:pt x="6744" y="15939"/>
                  </a:lnTo>
                  <a:cubicBezTo>
                    <a:pt x="6623" y="15884"/>
                    <a:pt x="6505" y="15824"/>
                    <a:pt x="6388" y="15761"/>
                  </a:cubicBezTo>
                  <a:cubicBezTo>
                    <a:pt x="5936" y="15512"/>
                    <a:pt x="5501" y="15219"/>
                    <a:pt x="5100" y="14891"/>
                  </a:cubicBezTo>
                  <a:cubicBezTo>
                    <a:pt x="5090" y="14883"/>
                    <a:pt x="5079" y="14876"/>
                    <a:pt x="5067" y="14871"/>
                  </a:cubicBezTo>
                  <a:lnTo>
                    <a:pt x="5067" y="14871"/>
                  </a:lnTo>
                  <a:cubicBezTo>
                    <a:pt x="5069" y="14870"/>
                    <a:pt x="5071" y="14869"/>
                    <a:pt x="5072" y="14869"/>
                  </a:cubicBezTo>
                  <a:cubicBezTo>
                    <a:pt x="4767" y="14682"/>
                    <a:pt x="4479" y="14473"/>
                    <a:pt x="4214" y="14242"/>
                  </a:cubicBezTo>
                  <a:cubicBezTo>
                    <a:pt x="4084" y="14129"/>
                    <a:pt x="3954" y="14004"/>
                    <a:pt x="3830" y="13880"/>
                  </a:cubicBezTo>
                  <a:cubicBezTo>
                    <a:pt x="3773" y="13824"/>
                    <a:pt x="3722" y="13756"/>
                    <a:pt x="3660" y="13705"/>
                  </a:cubicBezTo>
                  <a:cubicBezTo>
                    <a:pt x="3615" y="13660"/>
                    <a:pt x="3553" y="13632"/>
                    <a:pt x="3502" y="13598"/>
                  </a:cubicBezTo>
                  <a:cubicBezTo>
                    <a:pt x="3096" y="13344"/>
                    <a:pt x="2740" y="13011"/>
                    <a:pt x="2429" y="12649"/>
                  </a:cubicBezTo>
                  <a:cubicBezTo>
                    <a:pt x="1723" y="11836"/>
                    <a:pt x="1204" y="10853"/>
                    <a:pt x="854" y="9842"/>
                  </a:cubicBezTo>
                  <a:cubicBezTo>
                    <a:pt x="526" y="8894"/>
                    <a:pt x="317" y="7860"/>
                    <a:pt x="436" y="6861"/>
                  </a:cubicBezTo>
                  <a:cubicBezTo>
                    <a:pt x="492" y="6381"/>
                    <a:pt x="650" y="5912"/>
                    <a:pt x="893" y="5500"/>
                  </a:cubicBezTo>
                  <a:cubicBezTo>
                    <a:pt x="1108" y="5133"/>
                    <a:pt x="1407" y="4839"/>
                    <a:pt x="1752" y="4590"/>
                  </a:cubicBezTo>
                  <a:cubicBezTo>
                    <a:pt x="2113" y="4336"/>
                    <a:pt x="2497" y="4116"/>
                    <a:pt x="2853" y="3851"/>
                  </a:cubicBezTo>
                  <a:cubicBezTo>
                    <a:pt x="3327" y="3495"/>
                    <a:pt x="3745" y="3077"/>
                    <a:pt x="4101" y="2603"/>
                  </a:cubicBezTo>
                  <a:cubicBezTo>
                    <a:pt x="4287" y="2360"/>
                    <a:pt x="4434" y="2094"/>
                    <a:pt x="4626" y="1857"/>
                  </a:cubicBezTo>
                  <a:cubicBezTo>
                    <a:pt x="4762" y="1688"/>
                    <a:pt x="4914" y="1530"/>
                    <a:pt x="5083" y="1388"/>
                  </a:cubicBezTo>
                  <a:cubicBezTo>
                    <a:pt x="5411" y="1112"/>
                    <a:pt x="5795" y="897"/>
                    <a:pt x="6196" y="733"/>
                  </a:cubicBezTo>
                  <a:cubicBezTo>
                    <a:pt x="7018" y="409"/>
                    <a:pt x="7912" y="286"/>
                    <a:pt x="8794" y="286"/>
                  </a:cubicBezTo>
                  <a:close/>
                  <a:moveTo>
                    <a:pt x="8785" y="0"/>
                  </a:moveTo>
                  <a:cubicBezTo>
                    <a:pt x="8056" y="0"/>
                    <a:pt x="7319" y="87"/>
                    <a:pt x="6620" y="293"/>
                  </a:cubicBezTo>
                  <a:cubicBezTo>
                    <a:pt x="5739" y="553"/>
                    <a:pt x="4908" y="1016"/>
                    <a:pt x="4349" y="1755"/>
                  </a:cubicBezTo>
                  <a:cubicBezTo>
                    <a:pt x="4152" y="2015"/>
                    <a:pt x="3988" y="2303"/>
                    <a:pt x="3779" y="2557"/>
                  </a:cubicBezTo>
                  <a:cubicBezTo>
                    <a:pt x="3581" y="2806"/>
                    <a:pt x="3367" y="3037"/>
                    <a:pt x="3135" y="3252"/>
                  </a:cubicBezTo>
                  <a:cubicBezTo>
                    <a:pt x="2774" y="3585"/>
                    <a:pt x="2367" y="3851"/>
                    <a:pt x="1955" y="4116"/>
                  </a:cubicBezTo>
                  <a:cubicBezTo>
                    <a:pt x="1599" y="4348"/>
                    <a:pt x="1243" y="4590"/>
                    <a:pt x="967" y="4912"/>
                  </a:cubicBezTo>
                  <a:cubicBezTo>
                    <a:pt x="628" y="5302"/>
                    <a:pt x="402" y="5776"/>
                    <a:pt x="266" y="6268"/>
                  </a:cubicBezTo>
                  <a:cubicBezTo>
                    <a:pt x="1" y="7222"/>
                    <a:pt x="125" y="8267"/>
                    <a:pt x="368" y="9210"/>
                  </a:cubicBezTo>
                  <a:cubicBezTo>
                    <a:pt x="645" y="10283"/>
                    <a:pt x="1108" y="11316"/>
                    <a:pt x="1746" y="12226"/>
                  </a:cubicBezTo>
                  <a:cubicBezTo>
                    <a:pt x="2040" y="12649"/>
                    <a:pt x="2378" y="13056"/>
                    <a:pt x="2768" y="13400"/>
                  </a:cubicBezTo>
                  <a:cubicBezTo>
                    <a:pt x="2949" y="13558"/>
                    <a:pt x="3141" y="13705"/>
                    <a:pt x="3344" y="13835"/>
                  </a:cubicBezTo>
                  <a:cubicBezTo>
                    <a:pt x="3395" y="13869"/>
                    <a:pt x="3446" y="13897"/>
                    <a:pt x="3491" y="13931"/>
                  </a:cubicBezTo>
                  <a:cubicBezTo>
                    <a:pt x="3559" y="13993"/>
                    <a:pt x="3621" y="14072"/>
                    <a:pt x="3689" y="14134"/>
                  </a:cubicBezTo>
                  <a:cubicBezTo>
                    <a:pt x="3813" y="14259"/>
                    <a:pt x="3943" y="14383"/>
                    <a:pt x="4078" y="14496"/>
                  </a:cubicBezTo>
                  <a:cubicBezTo>
                    <a:pt x="4343" y="14721"/>
                    <a:pt x="4630" y="14930"/>
                    <a:pt x="4929" y="15110"/>
                  </a:cubicBezTo>
                  <a:lnTo>
                    <a:pt x="4929" y="15110"/>
                  </a:lnTo>
                  <a:cubicBezTo>
                    <a:pt x="5509" y="15582"/>
                    <a:pt x="6150" y="16019"/>
                    <a:pt x="6845" y="16292"/>
                  </a:cubicBezTo>
                  <a:cubicBezTo>
                    <a:pt x="6859" y="16297"/>
                    <a:pt x="6873" y="16299"/>
                    <a:pt x="6887" y="16299"/>
                  </a:cubicBezTo>
                  <a:cubicBezTo>
                    <a:pt x="6962" y="16299"/>
                    <a:pt x="7026" y="16228"/>
                    <a:pt x="7026" y="16156"/>
                  </a:cubicBezTo>
                  <a:lnTo>
                    <a:pt x="7026" y="13948"/>
                  </a:lnTo>
                  <a:lnTo>
                    <a:pt x="7026" y="10424"/>
                  </a:lnTo>
                  <a:lnTo>
                    <a:pt x="7026" y="9806"/>
                  </a:lnTo>
                  <a:lnTo>
                    <a:pt x="7026" y="9806"/>
                  </a:lnTo>
                  <a:cubicBezTo>
                    <a:pt x="7322" y="9893"/>
                    <a:pt x="7618" y="9973"/>
                    <a:pt x="7918" y="10034"/>
                  </a:cubicBezTo>
                  <a:cubicBezTo>
                    <a:pt x="8178" y="10091"/>
                    <a:pt x="8455" y="10147"/>
                    <a:pt x="8726" y="10147"/>
                  </a:cubicBezTo>
                  <a:cubicBezTo>
                    <a:pt x="8799" y="10147"/>
                    <a:pt x="8862" y="10080"/>
                    <a:pt x="8867" y="10006"/>
                  </a:cubicBezTo>
                  <a:cubicBezTo>
                    <a:pt x="8878" y="9537"/>
                    <a:pt x="8895" y="9069"/>
                    <a:pt x="8907" y="8606"/>
                  </a:cubicBezTo>
                  <a:cubicBezTo>
                    <a:pt x="8935" y="7866"/>
                    <a:pt x="8958" y="7120"/>
                    <a:pt x="8980" y="6381"/>
                  </a:cubicBezTo>
                  <a:cubicBezTo>
                    <a:pt x="8984" y="6262"/>
                    <a:pt x="8988" y="6140"/>
                    <a:pt x="8992" y="6020"/>
                  </a:cubicBezTo>
                  <a:lnTo>
                    <a:pt x="8992" y="6020"/>
                  </a:lnTo>
                  <a:cubicBezTo>
                    <a:pt x="9912" y="6100"/>
                    <a:pt x="10840" y="6154"/>
                    <a:pt x="11767" y="6154"/>
                  </a:cubicBezTo>
                  <a:cubicBezTo>
                    <a:pt x="12439" y="6154"/>
                    <a:pt x="13111" y="6126"/>
                    <a:pt x="13780" y="6059"/>
                  </a:cubicBezTo>
                  <a:cubicBezTo>
                    <a:pt x="14656" y="5968"/>
                    <a:pt x="15548" y="5822"/>
                    <a:pt x="16367" y="5494"/>
                  </a:cubicBezTo>
                  <a:cubicBezTo>
                    <a:pt x="16711" y="5353"/>
                    <a:pt x="17073" y="5183"/>
                    <a:pt x="17338" y="4924"/>
                  </a:cubicBezTo>
                  <a:cubicBezTo>
                    <a:pt x="17361" y="4907"/>
                    <a:pt x="17378" y="4884"/>
                    <a:pt x="17395" y="4867"/>
                  </a:cubicBezTo>
                  <a:cubicBezTo>
                    <a:pt x="17404" y="4857"/>
                    <a:pt x="17414" y="4844"/>
                    <a:pt x="17424" y="4833"/>
                  </a:cubicBezTo>
                  <a:lnTo>
                    <a:pt x="17424" y="4833"/>
                  </a:lnTo>
                  <a:cubicBezTo>
                    <a:pt x="17419" y="4838"/>
                    <a:pt x="17416" y="4842"/>
                    <a:pt x="17416" y="4842"/>
                  </a:cubicBezTo>
                  <a:lnTo>
                    <a:pt x="17416" y="4842"/>
                  </a:lnTo>
                  <a:cubicBezTo>
                    <a:pt x="17416" y="4842"/>
                    <a:pt x="17419" y="4838"/>
                    <a:pt x="17429" y="4828"/>
                  </a:cubicBezTo>
                  <a:lnTo>
                    <a:pt x="17429" y="4828"/>
                  </a:lnTo>
                  <a:cubicBezTo>
                    <a:pt x="17427" y="4829"/>
                    <a:pt x="17425" y="4831"/>
                    <a:pt x="17424" y="4833"/>
                  </a:cubicBezTo>
                  <a:lnTo>
                    <a:pt x="17424" y="4833"/>
                  </a:lnTo>
                  <a:cubicBezTo>
                    <a:pt x="17431" y="4823"/>
                    <a:pt x="17443" y="4807"/>
                    <a:pt x="17446" y="4799"/>
                  </a:cubicBezTo>
                  <a:cubicBezTo>
                    <a:pt x="17649" y="4545"/>
                    <a:pt x="17830" y="4269"/>
                    <a:pt x="17976" y="3980"/>
                  </a:cubicBezTo>
                  <a:cubicBezTo>
                    <a:pt x="18168" y="3608"/>
                    <a:pt x="18343" y="3167"/>
                    <a:pt x="18293" y="2738"/>
                  </a:cubicBezTo>
                  <a:cubicBezTo>
                    <a:pt x="18236" y="2224"/>
                    <a:pt x="17846" y="1914"/>
                    <a:pt x="17372" y="1778"/>
                  </a:cubicBezTo>
                  <a:cubicBezTo>
                    <a:pt x="17203" y="1733"/>
                    <a:pt x="17034" y="1705"/>
                    <a:pt x="16859" y="1688"/>
                  </a:cubicBezTo>
                  <a:lnTo>
                    <a:pt x="16859" y="1688"/>
                  </a:lnTo>
                  <a:cubicBezTo>
                    <a:pt x="16859" y="1688"/>
                    <a:pt x="16859" y="1688"/>
                    <a:pt x="16858" y="1688"/>
                  </a:cubicBezTo>
                  <a:cubicBezTo>
                    <a:pt x="16214" y="1626"/>
                    <a:pt x="15565" y="1586"/>
                    <a:pt x="14915" y="1546"/>
                  </a:cubicBezTo>
                  <a:cubicBezTo>
                    <a:pt x="14469" y="1524"/>
                    <a:pt x="14023" y="1501"/>
                    <a:pt x="13583" y="1417"/>
                  </a:cubicBezTo>
                  <a:cubicBezTo>
                    <a:pt x="13210" y="1349"/>
                    <a:pt x="12860" y="1225"/>
                    <a:pt x="12538" y="1027"/>
                  </a:cubicBezTo>
                  <a:cubicBezTo>
                    <a:pt x="12261" y="863"/>
                    <a:pt x="12030" y="654"/>
                    <a:pt x="11730" y="524"/>
                  </a:cubicBezTo>
                  <a:cubicBezTo>
                    <a:pt x="11008" y="208"/>
                    <a:pt x="10206" y="78"/>
                    <a:pt x="9421" y="22"/>
                  </a:cubicBezTo>
                  <a:cubicBezTo>
                    <a:pt x="9210" y="8"/>
                    <a:pt x="8998" y="0"/>
                    <a:pt x="8785"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766" name="Google Shape;766;p30"/>
          <p:cNvGrpSpPr/>
          <p:nvPr/>
        </p:nvGrpSpPr>
        <p:grpSpPr>
          <a:xfrm flipH="1">
            <a:off x="-177457" y="3672189"/>
            <a:ext cx="971457" cy="1160113"/>
            <a:chOff x="4245050" y="1417375"/>
            <a:chExt cx="999750" cy="1193900"/>
          </a:xfrm>
        </p:grpSpPr>
        <p:sp>
          <p:nvSpPr>
            <p:cNvPr id="767" name="Google Shape;767;p30"/>
            <p:cNvSpPr/>
            <p:nvPr/>
          </p:nvSpPr>
          <p:spPr>
            <a:xfrm>
              <a:off x="4339925" y="1417375"/>
              <a:ext cx="597075" cy="489400"/>
            </a:xfrm>
            <a:custGeom>
              <a:avLst/>
              <a:gdLst/>
              <a:ahLst/>
              <a:cxnLst/>
              <a:rect l="l" t="t" r="r" b="b"/>
              <a:pathLst>
                <a:path w="23883" h="19576" extrusionOk="0">
                  <a:moveTo>
                    <a:pt x="19457" y="283"/>
                  </a:moveTo>
                  <a:cubicBezTo>
                    <a:pt x="20001" y="283"/>
                    <a:pt x="20540" y="344"/>
                    <a:pt x="21059" y="516"/>
                  </a:cubicBezTo>
                  <a:cubicBezTo>
                    <a:pt x="21330" y="606"/>
                    <a:pt x="21584" y="719"/>
                    <a:pt x="21833" y="855"/>
                  </a:cubicBezTo>
                  <a:cubicBezTo>
                    <a:pt x="22347" y="1148"/>
                    <a:pt x="22804" y="1544"/>
                    <a:pt x="23121" y="2052"/>
                  </a:cubicBezTo>
                  <a:cubicBezTo>
                    <a:pt x="23363" y="2453"/>
                    <a:pt x="23516" y="2905"/>
                    <a:pt x="23567" y="3373"/>
                  </a:cubicBezTo>
                  <a:cubicBezTo>
                    <a:pt x="23612" y="3780"/>
                    <a:pt x="23595" y="4198"/>
                    <a:pt x="23522" y="4604"/>
                  </a:cubicBezTo>
                  <a:cubicBezTo>
                    <a:pt x="23482" y="4842"/>
                    <a:pt x="23431" y="5073"/>
                    <a:pt x="23290" y="5276"/>
                  </a:cubicBezTo>
                  <a:cubicBezTo>
                    <a:pt x="23109" y="5525"/>
                    <a:pt x="22816" y="5689"/>
                    <a:pt x="22511" y="5723"/>
                  </a:cubicBezTo>
                  <a:cubicBezTo>
                    <a:pt x="21568" y="5830"/>
                    <a:pt x="20602" y="5847"/>
                    <a:pt x="19647" y="5886"/>
                  </a:cubicBezTo>
                  <a:cubicBezTo>
                    <a:pt x="18597" y="5926"/>
                    <a:pt x="17541" y="5960"/>
                    <a:pt x="16491" y="6005"/>
                  </a:cubicBezTo>
                  <a:cubicBezTo>
                    <a:pt x="16135" y="6022"/>
                    <a:pt x="15779" y="6039"/>
                    <a:pt x="15423" y="6073"/>
                  </a:cubicBezTo>
                  <a:cubicBezTo>
                    <a:pt x="15039" y="6107"/>
                    <a:pt x="14683" y="6197"/>
                    <a:pt x="14401" y="6479"/>
                  </a:cubicBezTo>
                  <a:cubicBezTo>
                    <a:pt x="13921" y="6959"/>
                    <a:pt x="13797" y="7727"/>
                    <a:pt x="13802" y="8388"/>
                  </a:cubicBezTo>
                  <a:cubicBezTo>
                    <a:pt x="13802" y="8416"/>
                    <a:pt x="13802" y="8450"/>
                    <a:pt x="13802" y="8484"/>
                  </a:cubicBezTo>
                  <a:cubicBezTo>
                    <a:pt x="13803" y="8485"/>
                    <a:pt x="13803" y="8486"/>
                    <a:pt x="13803" y="8487"/>
                  </a:cubicBezTo>
                  <a:lnTo>
                    <a:pt x="13803" y="8487"/>
                  </a:lnTo>
                  <a:cubicBezTo>
                    <a:pt x="13772" y="8539"/>
                    <a:pt x="13756" y="8623"/>
                    <a:pt x="13735" y="8682"/>
                  </a:cubicBezTo>
                  <a:lnTo>
                    <a:pt x="13368" y="9681"/>
                  </a:lnTo>
                  <a:cubicBezTo>
                    <a:pt x="13243" y="10031"/>
                    <a:pt x="13113" y="10382"/>
                    <a:pt x="12989" y="10732"/>
                  </a:cubicBezTo>
                  <a:cubicBezTo>
                    <a:pt x="12938" y="10856"/>
                    <a:pt x="12871" y="10980"/>
                    <a:pt x="12871" y="11116"/>
                  </a:cubicBezTo>
                  <a:lnTo>
                    <a:pt x="12871" y="13104"/>
                  </a:lnTo>
                  <a:lnTo>
                    <a:pt x="12871" y="14617"/>
                  </a:lnTo>
                  <a:lnTo>
                    <a:pt x="12871" y="14881"/>
                  </a:lnTo>
                  <a:lnTo>
                    <a:pt x="12871" y="14881"/>
                  </a:lnTo>
                  <a:cubicBezTo>
                    <a:pt x="11283" y="14606"/>
                    <a:pt x="9793" y="13925"/>
                    <a:pt x="8618" y="12804"/>
                  </a:cubicBezTo>
                  <a:cubicBezTo>
                    <a:pt x="7669" y="11901"/>
                    <a:pt x="6952" y="10766"/>
                    <a:pt x="6455" y="9557"/>
                  </a:cubicBezTo>
                  <a:cubicBezTo>
                    <a:pt x="6218" y="8975"/>
                    <a:pt x="6026" y="8371"/>
                    <a:pt x="5890" y="7756"/>
                  </a:cubicBezTo>
                  <a:cubicBezTo>
                    <a:pt x="5877" y="7687"/>
                    <a:pt x="5822" y="7656"/>
                    <a:pt x="5763" y="7656"/>
                  </a:cubicBezTo>
                  <a:cubicBezTo>
                    <a:pt x="5724" y="7656"/>
                    <a:pt x="5684" y="7669"/>
                    <a:pt x="5653" y="7693"/>
                  </a:cubicBezTo>
                  <a:cubicBezTo>
                    <a:pt x="5156" y="8106"/>
                    <a:pt x="5422" y="8851"/>
                    <a:pt x="5580" y="9365"/>
                  </a:cubicBezTo>
                  <a:cubicBezTo>
                    <a:pt x="5761" y="9947"/>
                    <a:pt x="5958" y="10523"/>
                    <a:pt x="6139" y="11099"/>
                  </a:cubicBezTo>
                  <a:cubicBezTo>
                    <a:pt x="6647" y="12686"/>
                    <a:pt x="7110" y="14295"/>
                    <a:pt x="7381" y="15939"/>
                  </a:cubicBezTo>
                  <a:cubicBezTo>
                    <a:pt x="7522" y="16791"/>
                    <a:pt x="7610" y="17663"/>
                    <a:pt x="7564" y="18532"/>
                  </a:cubicBezTo>
                  <a:lnTo>
                    <a:pt x="7564" y="18532"/>
                  </a:lnTo>
                  <a:cubicBezTo>
                    <a:pt x="6953" y="18616"/>
                    <a:pt x="6337" y="18695"/>
                    <a:pt x="5727" y="18779"/>
                  </a:cubicBezTo>
                  <a:cubicBezTo>
                    <a:pt x="4682" y="18915"/>
                    <a:pt x="3643" y="19056"/>
                    <a:pt x="2598" y="19191"/>
                  </a:cubicBezTo>
                  <a:cubicBezTo>
                    <a:pt x="2407" y="19218"/>
                    <a:pt x="2219" y="19245"/>
                    <a:pt x="2030" y="19271"/>
                  </a:cubicBezTo>
                  <a:lnTo>
                    <a:pt x="2030" y="19271"/>
                  </a:lnTo>
                  <a:cubicBezTo>
                    <a:pt x="2070" y="18715"/>
                    <a:pt x="2053" y="18155"/>
                    <a:pt x="2028" y="17599"/>
                  </a:cubicBezTo>
                  <a:cubicBezTo>
                    <a:pt x="1954" y="16136"/>
                    <a:pt x="1717" y="14674"/>
                    <a:pt x="1311" y="13267"/>
                  </a:cubicBezTo>
                  <a:cubicBezTo>
                    <a:pt x="1079" y="12482"/>
                    <a:pt x="785" y="11720"/>
                    <a:pt x="622" y="10918"/>
                  </a:cubicBezTo>
                  <a:cubicBezTo>
                    <a:pt x="497" y="10331"/>
                    <a:pt x="430" y="9732"/>
                    <a:pt x="475" y="9139"/>
                  </a:cubicBezTo>
                  <a:cubicBezTo>
                    <a:pt x="531" y="8332"/>
                    <a:pt x="847" y="7558"/>
                    <a:pt x="1503" y="7055"/>
                  </a:cubicBezTo>
                  <a:cubicBezTo>
                    <a:pt x="2118" y="6578"/>
                    <a:pt x="2869" y="6404"/>
                    <a:pt x="3631" y="6404"/>
                  </a:cubicBezTo>
                  <a:cubicBezTo>
                    <a:pt x="4114" y="6404"/>
                    <a:pt x="4601" y="6474"/>
                    <a:pt x="5060" y="6581"/>
                  </a:cubicBezTo>
                  <a:cubicBezTo>
                    <a:pt x="5224" y="6620"/>
                    <a:pt x="5382" y="6660"/>
                    <a:pt x="5546" y="6711"/>
                  </a:cubicBezTo>
                  <a:cubicBezTo>
                    <a:pt x="5557" y="6714"/>
                    <a:pt x="5569" y="6715"/>
                    <a:pt x="5580" y="6715"/>
                  </a:cubicBezTo>
                  <a:cubicBezTo>
                    <a:pt x="5656" y="6715"/>
                    <a:pt x="5732" y="6654"/>
                    <a:pt x="5727" y="6575"/>
                  </a:cubicBezTo>
                  <a:cubicBezTo>
                    <a:pt x="5670" y="5491"/>
                    <a:pt x="5845" y="4378"/>
                    <a:pt x="6337" y="3407"/>
                  </a:cubicBezTo>
                  <a:cubicBezTo>
                    <a:pt x="6698" y="2690"/>
                    <a:pt x="7223" y="2063"/>
                    <a:pt x="7867" y="1589"/>
                  </a:cubicBezTo>
                  <a:cubicBezTo>
                    <a:pt x="8601" y="1047"/>
                    <a:pt x="9460" y="691"/>
                    <a:pt x="10358" y="521"/>
                  </a:cubicBezTo>
                  <a:cubicBezTo>
                    <a:pt x="10815" y="442"/>
                    <a:pt x="11272" y="420"/>
                    <a:pt x="11735" y="408"/>
                  </a:cubicBezTo>
                  <a:cubicBezTo>
                    <a:pt x="12712" y="397"/>
                    <a:pt x="13684" y="380"/>
                    <a:pt x="14661" y="363"/>
                  </a:cubicBezTo>
                  <a:cubicBezTo>
                    <a:pt x="15858" y="341"/>
                    <a:pt x="17055" y="324"/>
                    <a:pt x="18253" y="301"/>
                  </a:cubicBezTo>
                  <a:cubicBezTo>
                    <a:pt x="18608" y="295"/>
                    <a:pt x="18964" y="290"/>
                    <a:pt x="19314" y="284"/>
                  </a:cubicBezTo>
                  <a:cubicBezTo>
                    <a:pt x="19362" y="283"/>
                    <a:pt x="19410" y="283"/>
                    <a:pt x="19457" y="283"/>
                  </a:cubicBezTo>
                  <a:close/>
                  <a:moveTo>
                    <a:pt x="19551" y="1"/>
                  </a:moveTo>
                  <a:cubicBezTo>
                    <a:pt x="19515" y="1"/>
                    <a:pt x="19480" y="1"/>
                    <a:pt x="19444" y="2"/>
                  </a:cubicBezTo>
                  <a:cubicBezTo>
                    <a:pt x="19162" y="7"/>
                    <a:pt x="18879" y="13"/>
                    <a:pt x="18597" y="13"/>
                  </a:cubicBezTo>
                  <a:cubicBezTo>
                    <a:pt x="17422" y="36"/>
                    <a:pt x="16248" y="53"/>
                    <a:pt x="15067" y="75"/>
                  </a:cubicBezTo>
                  <a:cubicBezTo>
                    <a:pt x="14011" y="92"/>
                    <a:pt x="12950" y="109"/>
                    <a:pt x="11888" y="126"/>
                  </a:cubicBezTo>
                  <a:cubicBezTo>
                    <a:pt x="11566" y="132"/>
                    <a:pt x="11239" y="132"/>
                    <a:pt x="10911" y="166"/>
                  </a:cubicBezTo>
                  <a:cubicBezTo>
                    <a:pt x="9900" y="262"/>
                    <a:pt x="8906" y="578"/>
                    <a:pt x="8048" y="1126"/>
                  </a:cubicBezTo>
                  <a:cubicBezTo>
                    <a:pt x="7376" y="1549"/>
                    <a:pt x="6800" y="2114"/>
                    <a:pt x="6371" y="2780"/>
                  </a:cubicBezTo>
                  <a:cubicBezTo>
                    <a:pt x="5823" y="3627"/>
                    <a:pt x="5535" y="4627"/>
                    <a:pt x="5450" y="5627"/>
                  </a:cubicBezTo>
                  <a:cubicBezTo>
                    <a:pt x="5432" y="5879"/>
                    <a:pt x="5428" y="6131"/>
                    <a:pt x="5436" y="6383"/>
                  </a:cubicBezTo>
                  <a:lnTo>
                    <a:pt x="5436" y="6383"/>
                  </a:lnTo>
                  <a:cubicBezTo>
                    <a:pt x="4858" y="6227"/>
                    <a:pt x="4237" y="6120"/>
                    <a:pt x="3624" y="6120"/>
                  </a:cubicBezTo>
                  <a:cubicBezTo>
                    <a:pt x="2921" y="6120"/>
                    <a:pt x="2228" y="6261"/>
                    <a:pt x="1621" y="6632"/>
                  </a:cubicBezTo>
                  <a:cubicBezTo>
                    <a:pt x="915" y="7067"/>
                    <a:pt x="441" y="7756"/>
                    <a:pt x="271" y="8563"/>
                  </a:cubicBezTo>
                  <a:cubicBezTo>
                    <a:pt x="0" y="9834"/>
                    <a:pt x="328" y="11189"/>
                    <a:pt x="729" y="12398"/>
                  </a:cubicBezTo>
                  <a:cubicBezTo>
                    <a:pt x="1006" y="13217"/>
                    <a:pt x="1243" y="14041"/>
                    <a:pt x="1412" y="14888"/>
                  </a:cubicBezTo>
                  <a:cubicBezTo>
                    <a:pt x="1553" y="15605"/>
                    <a:pt x="1655" y="16328"/>
                    <a:pt x="1711" y="17057"/>
                  </a:cubicBezTo>
                  <a:cubicBezTo>
                    <a:pt x="1774" y="17842"/>
                    <a:pt x="1768" y="18615"/>
                    <a:pt x="1740" y="19400"/>
                  </a:cubicBezTo>
                  <a:cubicBezTo>
                    <a:pt x="1740" y="19412"/>
                    <a:pt x="1734" y="19423"/>
                    <a:pt x="1734" y="19434"/>
                  </a:cubicBezTo>
                  <a:cubicBezTo>
                    <a:pt x="1729" y="19500"/>
                    <a:pt x="1802" y="19576"/>
                    <a:pt x="1868" y="19576"/>
                  </a:cubicBezTo>
                  <a:cubicBezTo>
                    <a:pt x="1871" y="19576"/>
                    <a:pt x="1873" y="19576"/>
                    <a:pt x="1875" y="19575"/>
                  </a:cubicBezTo>
                  <a:cubicBezTo>
                    <a:pt x="2536" y="19485"/>
                    <a:pt x="3191" y="19395"/>
                    <a:pt x="3846" y="19310"/>
                  </a:cubicBezTo>
                  <a:cubicBezTo>
                    <a:pt x="4891" y="19169"/>
                    <a:pt x="5936" y="19033"/>
                    <a:pt x="6975" y="18892"/>
                  </a:cubicBezTo>
                  <a:cubicBezTo>
                    <a:pt x="7218" y="18858"/>
                    <a:pt x="7455" y="18830"/>
                    <a:pt x="7698" y="18796"/>
                  </a:cubicBezTo>
                  <a:cubicBezTo>
                    <a:pt x="7777" y="18785"/>
                    <a:pt x="7833" y="18740"/>
                    <a:pt x="7839" y="18655"/>
                  </a:cubicBezTo>
                  <a:cubicBezTo>
                    <a:pt x="7895" y="17864"/>
                    <a:pt x="7828" y="17074"/>
                    <a:pt x="7720" y="16294"/>
                  </a:cubicBezTo>
                  <a:cubicBezTo>
                    <a:pt x="7602" y="15447"/>
                    <a:pt x="7421" y="14611"/>
                    <a:pt x="7212" y="13787"/>
                  </a:cubicBezTo>
                  <a:cubicBezTo>
                    <a:pt x="6856" y="12364"/>
                    <a:pt x="6399" y="10980"/>
                    <a:pt x="5947" y="9585"/>
                  </a:cubicBezTo>
                  <a:cubicBezTo>
                    <a:pt x="5874" y="9359"/>
                    <a:pt x="5800" y="9128"/>
                    <a:pt x="5738" y="8896"/>
                  </a:cubicBezTo>
                  <a:cubicBezTo>
                    <a:pt x="5673" y="8663"/>
                    <a:pt x="5607" y="8371"/>
                    <a:pt x="5690" y="8135"/>
                  </a:cubicBezTo>
                  <a:lnTo>
                    <a:pt x="5690" y="8135"/>
                  </a:lnTo>
                  <a:cubicBezTo>
                    <a:pt x="5953" y="9194"/>
                    <a:pt x="6379" y="10227"/>
                    <a:pt x="6947" y="11161"/>
                  </a:cubicBezTo>
                  <a:cubicBezTo>
                    <a:pt x="7720" y="12432"/>
                    <a:pt x="8788" y="13522"/>
                    <a:pt x="10103" y="14233"/>
                  </a:cubicBezTo>
                  <a:cubicBezTo>
                    <a:pt x="10996" y="14724"/>
                    <a:pt x="11973" y="15029"/>
                    <a:pt x="12978" y="15182"/>
                  </a:cubicBezTo>
                  <a:cubicBezTo>
                    <a:pt x="12989" y="15184"/>
                    <a:pt x="13001" y="15185"/>
                    <a:pt x="13012" y="15185"/>
                  </a:cubicBezTo>
                  <a:cubicBezTo>
                    <a:pt x="13088" y="15185"/>
                    <a:pt x="13153" y="15135"/>
                    <a:pt x="13153" y="15046"/>
                  </a:cubicBezTo>
                  <a:lnTo>
                    <a:pt x="13153" y="13651"/>
                  </a:lnTo>
                  <a:lnTo>
                    <a:pt x="13153" y="11376"/>
                  </a:lnTo>
                  <a:cubicBezTo>
                    <a:pt x="13153" y="11287"/>
                    <a:pt x="13158" y="11198"/>
                    <a:pt x="13153" y="11104"/>
                  </a:cubicBezTo>
                  <a:lnTo>
                    <a:pt x="13153" y="11104"/>
                  </a:lnTo>
                  <a:cubicBezTo>
                    <a:pt x="13153" y="11104"/>
                    <a:pt x="13153" y="11104"/>
                    <a:pt x="13153" y="11104"/>
                  </a:cubicBezTo>
                  <a:cubicBezTo>
                    <a:pt x="13153" y="11104"/>
                    <a:pt x="13153" y="11104"/>
                    <a:pt x="13153" y="11104"/>
                  </a:cubicBezTo>
                  <a:lnTo>
                    <a:pt x="13153" y="11104"/>
                  </a:lnTo>
                  <a:cubicBezTo>
                    <a:pt x="13153" y="11104"/>
                    <a:pt x="13153" y="11104"/>
                    <a:pt x="13153" y="11104"/>
                  </a:cubicBezTo>
                  <a:lnTo>
                    <a:pt x="13153" y="11104"/>
                  </a:lnTo>
                  <a:cubicBezTo>
                    <a:pt x="13158" y="11094"/>
                    <a:pt x="13160" y="11086"/>
                    <a:pt x="13160" y="11080"/>
                  </a:cubicBezTo>
                  <a:lnTo>
                    <a:pt x="13160" y="11080"/>
                  </a:lnTo>
                  <a:cubicBezTo>
                    <a:pt x="13158" y="11088"/>
                    <a:pt x="13156" y="11096"/>
                    <a:pt x="13153" y="11104"/>
                  </a:cubicBezTo>
                  <a:lnTo>
                    <a:pt x="13153" y="11104"/>
                  </a:lnTo>
                  <a:cubicBezTo>
                    <a:pt x="13153" y="11102"/>
                    <a:pt x="13153" y="11100"/>
                    <a:pt x="13153" y="11099"/>
                  </a:cubicBezTo>
                  <a:cubicBezTo>
                    <a:pt x="13153" y="11079"/>
                    <a:pt x="13156" y="11071"/>
                    <a:pt x="13158" y="11071"/>
                  </a:cubicBezTo>
                  <a:lnTo>
                    <a:pt x="13158" y="11071"/>
                  </a:lnTo>
                  <a:cubicBezTo>
                    <a:pt x="13160" y="11071"/>
                    <a:pt x="13161" y="11075"/>
                    <a:pt x="13160" y="11080"/>
                  </a:cubicBezTo>
                  <a:lnTo>
                    <a:pt x="13160" y="11080"/>
                  </a:lnTo>
                  <a:cubicBezTo>
                    <a:pt x="13164" y="11070"/>
                    <a:pt x="13167" y="11060"/>
                    <a:pt x="13170" y="11054"/>
                  </a:cubicBezTo>
                  <a:cubicBezTo>
                    <a:pt x="13272" y="10777"/>
                    <a:pt x="13368" y="10500"/>
                    <a:pt x="13469" y="10223"/>
                  </a:cubicBezTo>
                  <a:lnTo>
                    <a:pt x="13881" y="9094"/>
                  </a:lnTo>
                  <a:cubicBezTo>
                    <a:pt x="13932" y="8958"/>
                    <a:pt x="13983" y="8823"/>
                    <a:pt x="14028" y="8693"/>
                  </a:cubicBezTo>
                  <a:cubicBezTo>
                    <a:pt x="14051" y="8631"/>
                    <a:pt x="14085" y="8569"/>
                    <a:pt x="14090" y="8507"/>
                  </a:cubicBezTo>
                  <a:cubicBezTo>
                    <a:pt x="14102" y="8326"/>
                    <a:pt x="14085" y="8140"/>
                    <a:pt x="14102" y="7953"/>
                  </a:cubicBezTo>
                  <a:cubicBezTo>
                    <a:pt x="14136" y="7603"/>
                    <a:pt x="14220" y="7242"/>
                    <a:pt x="14401" y="6937"/>
                  </a:cubicBezTo>
                  <a:cubicBezTo>
                    <a:pt x="14599" y="6609"/>
                    <a:pt x="14909" y="6406"/>
                    <a:pt x="15288" y="6366"/>
                  </a:cubicBezTo>
                  <a:cubicBezTo>
                    <a:pt x="15615" y="6332"/>
                    <a:pt x="15948" y="6316"/>
                    <a:pt x="16276" y="6299"/>
                  </a:cubicBezTo>
                  <a:cubicBezTo>
                    <a:pt x="17309" y="6248"/>
                    <a:pt x="18349" y="6220"/>
                    <a:pt x="19382" y="6174"/>
                  </a:cubicBezTo>
                  <a:cubicBezTo>
                    <a:pt x="20376" y="6140"/>
                    <a:pt x="21370" y="6107"/>
                    <a:pt x="22364" y="6016"/>
                  </a:cubicBezTo>
                  <a:cubicBezTo>
                    <a:pt x="22646" y="5994"/>
                    <a:pt x="22917" y="5937"/>
                    <a:pt x="23160" y="5779"/>
                  </a:cubicBezTo>
                  <a:cubicBezTo>
                    <a:pt x="23414" y="5610"/>
                    <a:pt x="23606" y="5361"/>
                    <a:pt x="23708" y="5067"/>
                  </a:cubicBezTo>
                  <a:cubicBezTo>
                    <a:pt x="23832" y="4689"/>
                    <a:pt x="23872" y="4249"/>
                    <a:pt x="23872" y="3853"/>
                  </a:cubicBezTo>
                  <a:cubicBezTo>
                    <a:pt x="23883" y="2837"/>
                    <a:pt x="23505" y="1860"/>
                    <a:pt x="22748" y="1171"/>
                  </a:cubicBezTo>
                  <a:cubicBezTo>
                    <a:pt x="22511" y="956"/>
                    <a:pt x="22251" y="770"/>
                    <a:pt x="21974" y="612"/>
                  </a:cubicBezTo>
                  <a:cubicBezTo>
                    <a:pt x="21973" y="611"/>
                    <a:pt x="21973" y="611"/>
                    <a:pt x="21972" y="610"/>
                  </a:cubicBezTo>
                  <a:lnTo>
                    <a:pt x="21972" y="610"/>
                  </a:lnTo>
                  <a:cubicBezTo>
                    <a:pt x="21230" y="194"/>
                    <a:pt x="20395" y="1"/>
                    <a:pt x="19551"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8" name="Google Shape;768;p30"/>
            <p:cNvSpPr/>
            <p:nvPr/>
          </p:nvSpPr>
          <p:spPr>
            <a:xfrm>
              <a:off x="4661250" y="1558750"/>
              <a:ext cx="292000" cy="353675"/>
            </a:xfrm>
            <a:custGeom>
              <a:avLst/>
              <a:gdLst/>
              <a:ahLst/>
              <a:cxnLst/>
              <a:rect l="l" t="t" r="r" b="b"/>
              <a:pathLst>
                <a:path w="11680" h="14147" extrusionOk="0">
                  <a:moveTo>
                    <a:pt x="9845" y="317"/>
                  </a:moveTo>
                  <a:lnTo>
                    <a:pt x="9845" y="317"/>
                  </a:lnTo>
                  <a:cubicBezTo>
                    <a:pt x="9934" y="775"/>
                    <a:pt x="9934" y="1238"/>
                    <a:pt x="9934" y="1705"/>
                  </a:cubicBezTo>
                  <a:lnTo>
                    <a:pt x="9934" y="2366"/>
                  </a:lnTo>
                  <a:cubicBezTo>
                    <a:pt x="9934" y="2468"/>
                    <a:pt x="9900" y="2643"/>
                    <a:pt x="9974" y="2722"/>
                  </a:cubicBezTo>
                  <a:cubicBezTo>
                    <a:pt x="10064" y="2818"/>
                    <a:pt x="10188" y="2891"/>
                    <a:pt x="10284" y="2970"/>
                  </a:cubicBezTo>
                  <a:cubicBezTo>
                    <a:pt x="10465" y="3111"/>
                    <a:pt x="10646" y="3258"/>
                    <a:pt x="10827" y="3399"/>
                  </a:cubicBezTo>
                  <a:cubicBezTo>
                    <a:pt x="10934" y="3484"/>
                    <a:pt x="11041" y="3569"/>
                    <a:pt x="11149" y="3654"/>
                  </a:cubicBezTo>
                  <a:cubicBezTo>
                    <a:pt x="11318" y="3795"/>
                    <a:pt x="11386" y="4015"/>
                    <a:pt x="11256" y="4207"/>
                  </a:cubicBezTo>
                  <a:cubicBezTo>
                    <a:pt x="11120" y="4410"/>
                    <a:pt x="10894" y="4416"/>
                    <a:pt x="10680" y="4416"/>
                  </a:cubicBezTo>
                  <a:lnTo>
                    <a:pt x="10076" y="4416"/>
                  </a:lnTo>
                  <a:cubicBezTo>
                    <a:pt x="9996" y="4416"/>
                    <a:pt x="9934" y="4478"/>
                    <a:pt x="9934" y="4557"/>
                  </a:cubicBezTo>
                  <a:lnTo>
                    <a:pt x="9934" y="5404"/>
                  </a:lnTo>
                  <a:cubicBezTo>
                    <a:pt x="9934" y="5715"/>
                    <a:pt x="9946" y="6031"/>
                    <a:pt x="9917" y="6342"/>
                  </a:cubicBezTo>
                  <a:cubicBezTo>
                    <a:pt x="9810" y="7398"/>
                    <a:pt x="9155" y="8358"/>
                    <a:pt x="8218" y="8866"/>
                  </a:cubicBezTo>
                  <a:cubicBezTo>
                    <a:pt x="7709" y="9143"/>
                    <a:pt x="7150" y="9250"/>
                    <a:pt x="6569" y="9250"/>
                  </a:cubicBezTo>
                  <a:cubicBezTo>
                    <a:pt x="6495" y="9250"/>
                    <a:pt x="6427" y="9318"/>
                    <a:pt x="6427" y="9391"/>
                  </a:cubicBezTo>
                  <a:lnTo>
                    <a:pt x="6427" y="10944"/>
                  </a:lnTo>
                  <a:lnTo>
                    <a:pt x="6427" y="13435"/>
                  </a:lnTo>
                  <a:lnTo>
                    <a:pt x="6427" y="13864"/>
                  </a:lnTo>
                  <a:lnTo>
                    <a:pt x="300" y="13864"/>
                  </a:lnTo>
                  <a:lnTo>
                    <a:pt x="300" y="12463"/>
                  </a:lnTo>
                  <a:lnTo>
                    <a:pt x="300" y="9979"/>
                  </a:lnTo>
                  <a:lnTo>
                    <a:pt x="300" y="8691"/>
                  </a:lnTo>
                  <a:lnTo>
                    <a:pt x="300" y="6748"/>
                  </a:lnTo>
                  <a:lnTo>
                    <a:pt x="300" y="5653"/>
                  </a:lnTo>
                  <a:cubicBezTo>
                    <a:pt x="300" y="5588"/>
                    <a:pt x="320" y="5494"/>
                    <a:pt x="303" y="5431"/>
                  </a:cubicBezTo>
                  <a:lnTo>
                    <a:pt x="303" y="5431"/>
                  </a:lnTo>
                  <a:cubicBezTo>
                    <a:pt x="304" y="5430"/>
                    <a:pt x="305" y="5428"/>
                    <a:pt x="306" y="5427"/>
                  </a:cubicBezTo>
                  <a:cubicBezTo>
                    <a:pt x="323" y="5399"/>
                    <a:pt x="328" y="5359"/>
                    <a:pt x="340" y="5325"/>
                  </a:cubicBezTo>
                  <a:cubicBezTo>
                    <a:pt x="599" y="4614"/>
                    <a:pt x="859" y="3902"/>
                    <a:pt x="1119" y="3191"/>
                  </a:cubicBezTo>
                  <a:cubicBezTo>
                    <a:pt x="1175" y="3049"/>
                    <a:pt x="1237" y="2925"/>
                    <a:pt x="1232" y="2773"/>
                  </a:cubicBezTo>
                  <a:cubicBezTo>
                    <a:pt x="1226" y="2479"/>
                    <a:pt x="1249" y="2185"/>
                    <a:pt x="1317" y="1897"/>
                  </a:cubicBezTo>
                  <a:cubicBezTo>
                    <a:pt x="1401" y="1525"/>
                    <a:pt x="1565" y="1135"/>
                    <a:pt x="1887" y="903"/>
                  </a:cubicBezTo>
                  <a:cubicBezTo>
                    <a:pt x="2181" y="700"/>
                    <a:pt x="2542" y="694"/>
                    <a:pt x="2881" y="677"/>
                  </a:cubicBezTo>
                  <a:cubicBezTo>
                    <a:pt x="3903" y="610"/>
                    <a:pt x="4925" y="581"/>
                    <a:pt x="5947" y="542"/>
                  </a:cubicBezTo>
                  <a:cubicBezTo>
                    <a:pt x="7049" y="502"/>
                    <a:pt x="8150" y="469"/>
                    <a:pt x="9245" y="384"/>
                  </a:cubicBezTo>
                  <a:cubicBezTo>
                    <a:pt x="9444" y="370"/>
                    <a:pt x="9649" y="360"/>
                    <a:pt x="9845" y="317"/>
                  </a:cubicBezTo>
                  <a:close/>
                  <a:moveTo>
                    <a:pt x="9952" y="0"/>
                  </a:moveTo>
                  <a:cubicBezTo>
                    <a:pt x="9940" y="0"/>
                    <a:pt x="9929" y="2"/>
                    <a:pt x="9917" y="5"/>
                  </a:cubicBezTo>
                  <a:cubicBezTo>
                    <a:pt x="9680" y="85"/>
                    <a:pt x="9420" y="90"/>
                    <a:pt x="9172" y="107"/>
                  </a:cubicBezTo>
                  <a:cubicBezTo>
                    <a:pt x="8929" y="124"/>
                    <a:pt x="8686" y="141"/>
                    <a:pt x="8443" y="152"/>
                  </a:cubicBezTo>
                  <a:cubicBezTo>
                    <a:pt x="7873" y="186"/>
                    <a:pt x="7303" y="209"/>
                    <a:pt x="6732" y="231"/>
                  </a:cubicBezTo>
                  <a:cubicBezTo>
                    <a:pt x="5620" y="277"/>
                    <a:pt x="4502" y="310"/>
                    <a:pt x="3389" y="361"/>
                  </a:cubicBezTo>
                  <a:cubicBezTo>
                    <a:pt x="3050" y="378"/>
                    <a:pt x="2711" y="395"/>
                    <a:pt x="2378" y="435"/>
                  </a:cubicBezTo>
                  <a:cubicBezTo>
                    <a:pt x="1909" y="491"/>
                    <a:pt x="1531" y="751"/>
                    <a:pt x="1294" y="1157"/>
                  </a:cubicBezTo>
                  <a:cubicBezTo>
                    <a:pt x="1096" y="1508"/>
                    <a:pt x="1006" y="1909"/>
                    <a:pt x="966" y="2310"/>
                  </a:cubicBezTo>
                  <a:cubicBezTo>
                    <a:pt x="955" y="2445"/>
                    <a:pt x="949" y="2581"/>
                    <a:pt x="949" y="2722"/>
                  </a:cubicBezTo>
                  <a:cubicBezTo>
                    <a:pt x="949" y="2756"/>
                    <a:pt x="944" y="2795"/>
                    <a:pt x="949" y="2829"/>
                  </a:cubicBezTo>
                  <a:cubicBezTo>
                    <a:pt x="949" y="2829"/>
                    <a:pt x="950" y="2830"/>
                    <a:pt x="950" y="2830"/>
                  </a:cubicBezTo>
                  <a:lnTo>
                    <a:pt x="950" y="2830"/>
                  </a:lnTo>
                  <a:cubicBezTo>
                    <a:pt x="908" y="2885"/>
                    <a:pt x="892" y="3001"/>
                    <a:pt x="865" y="3066"/>
                  </a:cubicBezTo>
                  <a:cubicBezTo>
                    <a:pt x="808" y="3236"/>
                    <a:pt x="746" y="3399"/>
                    <a:pt x="684" y="3569"/>
                  </a:cubicBezTo>
                  <a:cubicBezTo>
                    <a:pt x="537" y="3976"/>
                    <a:pt x="385" y="4382"/>
                    <a:pt x="238" y="4789"/>
                  </a:cubicBezTo>
                  <a:cubicBezTo>
                    <a:pt x="187" y="4936"/>
                    <a:pt x="131" y="5082"/>
                    <a:pt x="80" y="5229"/>
                  </a:cubicBezTo>
                  <a:cubicBezTo>
                    <a:pt x="57" y="5286"/>
                    <a:pt x="23" y="5348"/>
                    <a:pt x="18" y="5410"/>
                  </a:cubicBezTo>
                  <a:cubicBezTo>
                    <a:pt x="1" y="5625"/>
                    <a:pt x="18" y="5845"/>
                    <a:pt x="18" y="6059"/>
                  </a:cubicBezTo>
                  <a:lnTo>
                    <a:pt x="18" y="8459"/>
                  </a:lnTo>
                  <a:lnTo>
                    <a:pt x="18" y="9578"/>
                  </a:lnTo>
                  <a:lnTo>
                    <a:pt x="18" y="11780"/>
                  </a:lnTo>
                  <a:lnTo>
                    <a:pt x="18" y="13887"/>
                  </a:lnTo>
                  <a:lnTo>
                    <a:pt x="18" y="14005"/>
                  </a:lnTo>
                  <a:cubicBezTo>
                    <a:pt x="18" y="14079"/>
                    <a:pt x="85" y="14146"/>
                    <a:pt x="159" y="14146"/>
                  </a:cubicBezTo>
                  <a:lnTo>
                    <a:pt x="6569" y="14146"/>
                  </a:lnTo>
                  <a:cubicBezTo>
                    <a:pt x="6627" y="14146"/>
                    <a:pt x="6668" y="14118"/>
                    <a:pt x="6689" y="14079"/>
                  </a:cubicBezTo>
                  <a:lnTo>
                    <a:pt x="6689" y="14079"/>
                  </a:lnTo>
                  <a:cubicBezTo>
                    <a:pt x="6702" y="14060"/>
                    <a:pt x="6710" y="14035"/>
                    <a:pt x="6710" y="14005"/>
                  </a:cubicBezTo>
                  <a:lnTo>
                    <a:pt x="6710" y="12452"/>
                  </a:lnTo>
                  <a:lnTo>
                    <a:pt x="6710" y="9962"/>
                  </a:lnTo>
                  <a:lnTo>
                    <a:pt x="6710" y="9530"/>
                  </a:lnTo>
                  <a:lnTo>
                    <a:pt x="6710" y="9530"/>
                  </a:lnTo>
                  <a:cubicBezTo>
                    <a:pt x="7201" y="9516"/>
                    <a:pt x="7674" y="9423"/>
                    <a:pt x="8127" y="9222"/>
                  </a:cubicBezTo>
                  <a:cubicBezTo>
                    <a:pt x="8630" y="9002"/>
                    <a:pt x="9082" y="8651"/>
                    <a:pt x="9426" y="8222"/>
                  </a:cubicBezTo>
                  <a:cubicBezTo>
                    <a:pt x="9776" y="7782"/>
                    <a:pt x="10030" y="7262"/>
                    <a:pt x="10143" y="6709"/>
                  </a:cubicBezTo>
                  <a:cubicBezTo>
                    <a:pt x="10217" y="6342"/>
                    <a:pt x="10217" y="5975"/>
                    <a:pt x="10217" y="5602"/>
                  </a:cubicBezTo>
                  <a:lnTo>
                    <a:pt x="10217" y="4698"/>
                  </a:lnTo>
                  <a:lnTo>
                    <a:pt x="10787" y="4698"/>
                  </a:lnTo>
                  <a:cubicBezTo>
                    <a:pt x="11120" y="4698"/>
                    <a:pt x="11437" y="4552"/>
                    <a:pt x="11561" y="4224"/>
                  </a:cubicBezTo>
                  <a:cubicBezTo>
                    <a:pt x="11679" y="3925"/>
                    <a:pt x="11561" y="3625"/>
                    <a:pt x="11324" y="3433"/>
                  </a:cubicBezTo>
                  <a:cubicBezTo>
                    <a:pt x="11120" y="3275"/>
                    <a:pt x="10923" y="3117"/>
                    <a:pt x="10725" y="2959"/>
                  </a:cubicBezTo>
                  <a:cubicBezTo>
                    <a:pt x="10554" y="2824"/>
                    <a:pt x="10387" y="2694"/>
                    <a:pt x="10217" y="2560"/>
                  </a:cubicBezTo>
                  <a:lnTo>
                    <a:pt x="10217" y="2560"/>
                  </a:lnTo>
                  <a:cubicBezTo>
                    <a:pt x="10219" y="1748"/>
                    <a:pt x="10269" y="906"/>
                    <a:pt x="10092" y="101"/>
                  </a:cubicBezTo>
                  <a:cubicBezTo>
                    <a:pt x="10078" y="45"/>
                    <a:pt x="10013" y="0"/>
                    <a:pt x="9952"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9" name="Google Shape;769;p30"/>
            <p:cNvSpPr/>
            <p:nvPr/>
          </p:nvSpPr>
          <p:spPr>
            <a:xfrm>
              <a:off x="4245050" y="1905325"/>
              <a:ext cx="999750" cy="705950"/>
            </a:xfrm>
            <a:custGeom>
              <a:avLst/>
              <a:gdLst/>
              <a:ahLst/>
              <a:cxnLst/>
              <a:rect l="l" t="t" r="r" b="b"/>
              <a:pathLst>
                <a:path w="39990" h="28238" extrusionOk="0">
                  <a:moveTo>
                    <a:pt x="16098" y="390"/>
                  </a:moveTo>
                  <a:cubicBezTo>
                    <a:pt x="16349" y="1643"/>
                    <a:pt x="16601" y="2900"/>
                    <a:pt x="16852" y="4152"/>
                  </a:cubicBezTo>
                  <a:cubicBezTo>
                    <a:pt x="16886" y="4344"/>
                    <a:pt x="16925" y="4530"/>
                    <a:pt x="16959" y="4716"/>
                  </a:cubicBezTo>
                  <a:cubicBezTo>
                    <a:pt x="16973" y="4783"/>
                    <a:pt x="17036" y="4820"/>
                    <a:pt x="17097" y="4820"/>
                  </a:cubicBezTo>
                  <a:cubicBezTo>
                    <a:pt x="17134" y="4820"/>
                    <a:pt x="17171" y="4806"/>
                    <a:pt x="17196" y="4779"/>
                  </a:cubicBezTo>
                  <a:cubicBezTo>
                    <a:pt x="18044" y="3932"/>
                    <a:pt x="18891" y="3090"/>
                    <a:pt x="19738" y="2243"/>
                  </a:cubicBezTo>
                  <a:cubicBezTo>
                    <a:pt x="19823" y="2157"/>
                    <a:pt x="19909" y="2072"/>
                    <a:pt x="19995" y="1986"/>
                  </a:cubicBezTo>
                  <a:lnTo>
                    <a:pt x="19995" y="1986"/>
                  </a:lnTo>
                  <a:lnTo>
                    <a:pt x="22437" y="4423"/>
                  </a:lnTo>
                  <a:cubicBezTo>
                    <a:pt x="22556" y="4541"/>
                    <a:pt x="22674" y="4660"/>
                    <a:pt x="22799" y="4779"/>
                  </a:cubicBezTo>
                  <a:cubicBezTo>
                    <a:pt x="22824" y="4806"/>
                    <a:pt x="22861" y="4820"/>
                    <a:pt x="22898" y="4820"/>
                  </a:cubicBezTo>
                  <a:cubicBezTo>
                    <a:pt x="22959" y="4820"/>
                    <a:pt x="23020" y="4783"/>
                    <a:pt x="23030" y="4716"/>
                  </a:cubicBezTo>
                  <a:cubicBezTo>
                    <a:pt x="23296" y="3389"/>
                    <a:pt x="23561" y="2068"/>
                    <a:pt x="23826" y="741"/>
                  </a:cubicBezTo>
                  <a:cubicBezTo>
                    <a:pt x="23848" y="625"/>
                    <a:pt x="23871" y="509"/>
                    <a:pt x="23893" y="393"/>
                  </a:cubicBezTo>
                  <a:lnTo>
                    <a:pt x="23893" y="393"/>
                  </a:lnTo>
                  <a:cubicBezTo>
                    <a:pt x="24567" y="943"/>
                    <a:pt x="25292" y="1438"/>
                    <a:pt x="26018" y="1904"/>
                  </a:cubicBezTo>
                  <a:cubicBezTo>
                    <a:pt x="26831" y="2429"/>
                    <a:pt x="27667" y="2909"/>
                    <a:pt x="28531" y="3339"/>
                  </a:cubicBezTo>
                  <a:cubicBezTo>
                    <a:pt x="29417" y="3779"/>
                    <a:pt x="30315" y="4186"/>
                    <a:pt x="31168" y="4694"/>
                  </a:cubicBezTo>
                  <a:cubicBezTo>
                    <a:pt x="33393" y="6021"/>
                    <a:pt x="35426" y="7834"/>
                    <a:pt x="36669" y="10132"/>
                  </a:cubicBezTo>
                  <a:cubicBezTo>
                    <a:pt x="36883" y="10521"/>
                    <a:pt x="37080" y="10910"/>
                    <a:pt x="37198" y="11332"/>
                  </a:cubicBezTo>
                  <a:lnTo>
                    <a:pt x="37198" y="11332"/>
                  </a:lnTo>
                  <a:cubicBezTo>
                    <a:pt x="37199" y="11333"/>
                    <a:pt x="37199" y="11334"/>
                    <a:pt x="37199" y="11335"/>
                  </a:cubicBezTo>
                  <a:cubicBezTo>
                    <a:pt x="37199" y="11335"/>
                    <a:pt x="37199" y="11335"/>
                    <a:pt x="37199" y="11335"/>
                  </a:cubicBezTo>
                  <a:lnTo>
                    <a:pt x="37199" y="11335"/>
                  </a:lnTo>
                  <a:cubicBezTo>
                    <a:pt x="37200" y="11336"/>
                    <a:pt x="37200" y="11337"/>
                    <a:pt x="37200" y="11337"/>
                  </a:cubicBezTo>
                  <a:lnTo>
                    <a:pt x="37200" y="11337"/>
                  </a:lnTo>
                  <a:cubicBezTo>
                    <a:pt x="37482" y="12285"/>
                    <a:pt x="37696" y="13256"/>
                    <a:pt x="37911" y="14227"/>
                  </a:cubicBezTo>
                  <a:cubicBezTo>
                    <a:pt x="38470" y="16813"/>
                    <a:pt x="38894" y="19428"/>
                    <a:pt x="39199" y="22054"/>
                  </a:cubicBezTo>
                  <a:cubicBezTo>
                    <a:pt x="39430" y="24017"/>
                    <a:pt x="39597" y="25981"/>
                    <a:pt x="39700" y="27955"/>
                  </a:cubicBezTo>
                  <a:lnTo>
                    <a:pt x="296" y="27955"/>
                  </a:lnTo>
                  <a:cubicBezTo>
                    <a:pt x="479" y="24411"/>
                    <a:pt x="867" y="20878"/>
                    <a:pt x="1469" y="17389"/>
                  </a:cubicBezTo>
                  <a:cubicBezTo>
                    <a:pt x="1796" y="15514"/>
                    <a:pt x="2175" y="13639"/>
                    <a:pt x="2660" y="11804"/>
                  </a:cubicBezTo>
                  <a:cubicBezTo>
                    <a:pt x="2835" y="11160"/>
                    <a:pt x="3067" y="10590"/>
                    <a:pt x="3394" y="10008"/>
                  </a:cubicBezTo>
                  <a:cubicBezTo>
                    <a:pt x="4569" y="7907"/>
                    <a:pt x="6399" y="6213"/>
                    <a:pt x="8420" y="4937"/>
                  </a:cubicBezTo>
                  <a:cubicBezTo>
                    <a:pt x="9189" y="4457"/>
                    <a:pt x="9985" y="4033"/>
                    <a:pt x="10804" y="3655"/>
                  </a:cubicBezTo>
                  <a:cubicBezTo>
                    <a:pt x="11662" y="3259"/>
                    <a:pt x="12498" y="2813"/>
                    <a:pt x="13305" y="2322"/>
                  </a:cubicBezTo>
                  <a:cubicBezTo>
                    <a:pt x="14276" y="1740"/>
                    <a:pt x="15214" y="1098"/>
                    <a:pt x="16098" y="390"/>
                  </a:cubicBezTo>
                  <a:close/>
                  <a:moveTo>
                    <a:pt x="16191" y="1"/>
                  </a:moveTo>
                  <a:cubicBezTo>
                    <a:pt x="16112" y="1"/>
                    <a:pt x="16050" y="63"/>
                    <a:pt x="15994" y="114"/>
                  </a:cubicBezTo>
                  <a:cubicBezTo>
                    <a:pt x="15881" y="204"/>
                    <a:pt x="15762" y="295"/>
                    <a:pt x="15649" y="385"/>
                  </a:cubicBezTo>
                  <a:cubicBezTo>
                    <a:pt x="15180" y="746"/>
                    <a:pt x="14695" y="1091"/>
                    <a:pt x="14203" y="1418"/>
                  </a:cubicBezTo>
                  <a:cubicBezTo>
                    <a:pt x="13497" y="1893"/>
                    <a:pt x="12763" y="2333"/>
                    <a:pt x="12012" y="2734"/>
                  </a:cubicBezTo>
                  <a:cubicBezTo>
                    <a:pt x="11159" y="3197"/>
                    <a:pt x="10267" y="3570"/>
                    <a:pt x="9420" y="4033"/>
                  </a:cubicBezTo>
                  <a:cubicBezTo>
                    <a:pt x="7076" y="5298"/>
                    <a:pt x="4925" y="7049"/>
                    <a:pt x="3479" y="9308"/>
                  </a:cubicBezTo>
                  <a:cubicBezTo>
                    <a:pt x="3061" y="9968"/>
                    <a:pt x="2683" y="10674"/>
                    <a:pt x="2468" y="11437"/>
                  </a:cubicBezTo>
                  <a:cubicBezTo>
                    <a:pt x="2022" y="13041"/>
                    <a:pt x="1683" y="14678"/>
                    <a:pt x="1378" y="16316"/>
                  </a:cubicBezTo>
                  <a:cubicBezTo>
                    <a:pt x="746" y="19704"/>
                    <a:pt x="322" y="23132"/>
                    <a:pt x="96" y="26566"/>
                  </a:cubicBezTo>
                  <a:cubicBezTo>
                    <a:pt x="62" y="27074"/>
                    <a:pt x="29" y="27588"/>
                    <a:pt x="6" y="28096"/>
                  </a:cubicBezTo>
                  <a:cubicBezTo>
                    <a:pt x="0" y="28170"/>
                    <a:pt x="74" y="28238"/>
                    <a:pt x="147" y="28238"/>
                  </a:cubicBezTo>
                  <a:lnTo>
                    <a:pt x="39848" y="28238"/>
                  </a:lnTo>
                  <a:cubicBezTo>
                    <a:pt x="39921" y="28238"/>
                    <a:pt x="39989" y="28170"/>
                    <a:pt x="39989" y="28096"/>
                  </a:cubicBezTo>
                  <a:cubicBezTo>
                    <a:pt x="39820" y="24731"/>
                    <a:pt x="39464" y="21376"/>
                    <a:pt x="38922" y="18050"/>
                  </a:cubicBezTo>
                  <a:cubicBezTo>
                    <a:pt x="38600" y="16096"/>
                    <a:pt x="38216" y="14142"/>
                    <a:pt x="37730" y="12216"/>
                  </a:cubicBezTo>
                  <a:cubicBezTo>
                    <a:pt x="37651" y="11900"/>
                    <a:pt x="37566" y="11578"/>
                    <a:pt x="37470" y="11262"/>
                  </a:cubicBezTo>
                  <a:cubicBezTo>
                    <a:pt x="37369" y="10900"/>
                    <a:pt x="37205" y="10550"/>
                    <a:pt x="37036" y="10223"/>
                  </a:cubicBezTo>
                  <a:cubicBezTo>
                    <a:pt x="36589" y="9347"/>
                    <a:pt x="36019" y="8540"/>
                    <a:pt x="35381" y="7800"/>
                  </a:cubicBezTo>
                  <a:cubicBezTo>
                    <a:pt x="34387" y="6654"/>
                    <a:pt x="33212" y="5671"/>
                    <a:pt x="31947" y="4841"/>
                  </a:cubicBezTo>
                  <a:cubicBezTo>
                    <a:pt x="31112" y="4299"/>
                    <a:pt x="30236" y="3830"/>
                    <a:pt x="29333" y="3412"/>
                  </a:cubicBezTo>
                  <a:cubicBezTo>
                    <a:pt x="28412" y="2983"/>
                    <a:pt x="27514" y="2497"/>
                    <a:pt x="26644" y="1966"/>
                  </a:cubicBezTo>
                  <a:cubicBezTo>
                    <a:pt x="25933" y="1531"/>
                    <a:pt x="25244" y="1063"/>
                    <a:pt x="24578" y="566"/>
                  </a:cubicBezTo>
                  <a:cubicBezTo>
                    <a:pt x="24402" y="430"/>
                    <a:pt x="24227" y="295"/>
                    <a:pt x="24052" y="159"/>
                  </a:cubicBezTo>
                  <a:cubicBezTo>
                    <a:pt x="23985" y="103"/>
                    <a:pt x="23894" y="1"/>
                    <a:pt x="23798" y="1"/>
                  </a:cubicBezTo>
                  <a:cubicBezTo>
                    <a:pt x="23742" y="1"/>
                    <a:pt x="23674" y="46"/>
                    <a:pt x="23663" y="103"/>
                  </a:cubicBezTo>
                  <a:cubicBezTo>
                    <a:pt x="23403" y="1430"/>
                    <a:pt x="23137" y="2757"/>
                    <a:pt x="22872" y="4078"/>
                  </a:cubicBezTo>
                  <a:cubicBezTo>
                    <a:pt x="22850" y="4182"/>
                    <a:pt x="22830" y="4288"/>
                    <a:pt x="22809" y="4394"/>
                  </a:cubicBezTo>
                  <a:lnTo>
                    <a:pt x="22809" y="4394"/>
                  </a:lnTo>
                  <a:cubicBezTo>
                    <a:pt x="22024" y="3610"/>
                    <a:pt x="21240" y="2830"/>
                    <a:pt x="20455" y="2045"/>
                  </a:cubicBezTo>
                  <a:cubicBezTo>
                    <a:pt x="20336" y="1927"/>
                    <a:pt x="20218" y="1808"/>
                    <a:pt x="20094" y="1690"/>
                  </a:cubicBezTo>
                  <a:cubicBezTo>
                    <a:pt x="20068" y="1661"/>
                    <a:pt x="20033" y="1647"/>
                    <a:pt x="19997" y="1647"/>
                  </a:cubicBezTo>
                  <a:cubicBezTo>
                    <a:pt x="19961" y="1647"/>
                    <a:pt x="19924" y="1661"/>
                    <a:pt x="19896" y="1690"/>
                  </a:cubicBezTo>
                  <a:cubicBezTo>
                    <a:pt x="19049" y="2531"/>
                    <a:pt x="18202" y="3378"/>
                    <a:pt x="17355" y="4225"/>
                  </a:cubicBezTo>
                  <a:cubicBezTo>
                    <a:pt x="17298" y="4281"/>
                    <a:pt x="17242" y="4338"/>
                    <a:pt x="17186" y="4394"/>
                  </a:cubicBezTo>
                  <a:lnTo>
                    <a:pt x="17186" y="4394"/>
                  </a:lnTo>
                  <a:lnTo>
                    <a:pt x="16440" y="667"/>
                  </a:lnTo>
                  <a:cubicBezTo>
                    <a:pt x="16406" y="481"/>
                    <a:pt x="16366" y="289"/>
                    <a:pt x="16327" y="103"/>
                  </a:cubicBezTo>
                  <a:cubicBezTo>
                    <a:pt x="16315" y="46"/>
                    <a:pt x="16253" y="1"/>
                    <a:pt x="16191"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0" name="Google Shape;770;p30"/>
            <p:cNvSpPr/>
            <p:nvPr/>
          </p:nvSpPr>
          <p:spPr>
            <a:xfrm>
              <a:off x="4645925" y="1903625"/>
              <a:ext cx="198325" cy="122200"/>
            </a:xfrm>
            <a:custGeom>
              <a:avLst/>
              <a:gdLst/>
              <a:ahLst/>
              <a:cxnLst/>
              <a:rect l="l" t="t" r="r" b="b"/>
              <a:pathLst>
                <a:path w="7933" h="4888" extrusionOk="0">
                  <a:moveTo>
                    <a:pt x="7609" y="284"/>
                  </a:moveTo>
                  <a:lnTo>
                    <a:pt x="7340" y="1639"/>
                  </a:lnTo>
                  <a:cubicBezTo>
                    <a:pt x="7170" y="2469"/>
                    <a:pt x="7006" y="3299"/>
                    <a:pt x="6843" y="4129"/>
                  </a:cubicBezTo>
                  <a:cubicBezTo>
                    <a:pt x="6820" y="4239"/>
                    <a:pt x="6797" y="4351"/>
                    <a:pt x="6775" y="4462"/>
                  </a:cubicBezTo>
                  <a:lnTo>
                    <a:pt x="6775" y="4462"/>
                  </a:lnTo>
                  <a:cubicBezTo>
                    <a:pt x="6509" y="4197"/>
                    <a:pt x="6244" y="3932"/>
                    <a:pt x="5979" y="3666"/>
                  </a:cubicBezTo>
                  <a:cubicBezTo>
                    <a:pt x="5459" y="3152"/>
                    <a:pt x="4940" y="2633"/>
                    <a:pt x="4420" y="2113"/>
                  </a:cubicBezTo>
                  <a:cubicBezTo>
                    <a:pt x="4301" y="1995"/>
                    <a:pt x="4183" y="1876"/>
                    <a:pt x="4059" y="1758"/>
                  </a:cubicBezTo>
                  <a:cubicBezTo>
                    <a:pt x="4033" y="1729"/>
                    <a:pt x="3998" y="1715"/>
                    <a:pt x="3962" y="1715"/>
                  </a:cubicBezTo>
                  <a:cubicBezTo>
                    <a:pt x="3926" y="1715"/>
                    <a:pt x="3889" y="1729"/>
                    <a:pt x="3861" y="1758"/>
                  </a:cubicBezTo>
                  <a:cubicBezTo>
                    <a:pt x="3533" y="2085"/>
                    <a:pt x="3206" y="2407"/>
                    <a:pt x="2878" y="2735"/>
                  </a:cubicBezTo>
                  <a:cubicBezTo>
                    <a:pt x="2359" y="3254"/>
                    <a:pt x="1839" y="3774"/>
                    <a:pt x="1325" y="4288"/>
                  </a:cubicBezTo>
                  <a:cubicBezTo>
                    <a:pt x="1266" y="4344"/>
                    <a:pt x="1208" y="4402"/>
                    <a:pt x="1150" y="4460"/>
                  </a:cubicBezTo>
                  <a:lnTo>
                    <a:pt x="1150" y="4460"/>
                  </a:lnTo>
                  <a:cubicBezTo>
                    <a:pt x="1061" y="4019"/>
                    <a:pt x="975" y="3577"/>
                    <a:pt x="885" y="3135"/>
                  </a:cubicBezTo>
                  <a:cubicBezTo>
                    <a:pt x="721" y="2317"/>
                    <a:pt x="557" y="1492"/>
                    <a:pt x="393" y="673"/>
                  </a:cubicBezTo>
                  <a:cubicBezTo>
                    <a:pt x="366" y="542"/>
                    <a:pt x="342" y="413"/>
                    <a:pt x="317" y="284"/>
                  </a:cubicBezTo>
                  <a:close/>
                  <a:moveTo>
                    <a:pt x="160" y="0"/>
                  </a:moveTo>
                  <a:cubicBezTo>
                    <a:pt x="154" y="0"/>
                    <a:pt x="148" y="1"/>
                    <a:pt x="143" y="1"/>
                  </a:cubicBezTo>
                  <a:lnTo>
                    <a:pt x="143" y="1"/>
                  </a:lnTo>
                  <a:cubicBezTo>
                    <a:pt x="84" y="2"/>
                    <a:pt x="44" y="33"/>
                    <a:pt x="24" y="74"/>
                  </a:cubicBezTo>
                  <a:lnTo>
                    <a:pt x="24" y="74"/>
                  </a:lnTo>
                  <a:cubicBezTo>
                    <a:pt x="8" y="102"/>
                    <a:pt x="0" y="137"/>
                    <a:pt x="9" y="176"/>
                  </a:cubicBezTo>
                  <a:cubicBezTo>
                    <a:pt x="111" y="690"/>
                    <a:pt x="213" y="1198"/>
                    <a:pt x="314" y="1712"/>
                  </a:cubicBezTo>
                  <a:lnTo>
                    <a:pt x="811" y="4203"/>
                  </a:lnTo>
                  <a:cubicBezTo>
                    <a:pt x="851" y="4400"/>
                    <a:pt x="890" y="4592"/>
                    <a:pt x="924" y="4784"/>
                  </a:cubicBezTo>
                  <a:cubicBezTo>
                    <a:pt x="938" y="4851"/>
                    <a:pt x="1001" y="4888"/>
                    <a:pt x="1062" y="4888"/>
                  </a:cubicBezTo>
                  <a:cubicBezTo>
                    <a:pt x="1099" y="4888"/>
                    <a:pt x="1136" y="4874"/>
                    <a:pt x="1161" y="4847"/>
                  </a:cubicBezTo>
                  <a:cubicBezTo>
                    <a:pt x="1489" y="4519"/>
                    <a:pt x="1817" y="4192"/>
                    <a:pt x="2144" y="3870"/>
                  </a:cubicBezTo>
                  <a:cubicBezTo>
                    <a:pt x="2664" y="3350"/>
                    <a:pt x="3183" y="2831"/>
                    <a:pt x="3703" y="2317"/>
                  </a:cubicBezTo>
                  <a:lnTo>
                    <a:pt x="3961" y="2055"/>
                  </a:lnTo>
                  <a:lnTo>
                    <a:pt x="3961" y="2055"/>
                  </a:lnTo>
                  <a:cubicBezTo>
                    <a:pt x="4255" y="2349"/>
                    <a:pt x="4549" y="2643"/>
                    <a:pt x="4844" y="2938"/>
                  </a:cubicBezTo>
                  <a:cubicBezTo>
                    <a:pt x="5363" y="3452"/>
                    <a:pt x="5883" y="3971"/>
                    <a:pt x="6402" y="4491"/>
                  </a:cubicBezTo>
                  <a:cubicBezTo>
                    <a:pt x="6521" y="4609"/>
                    <a:pt x="6639" y="4728"/>
                    <a:pt x="6764" y="4847"/>
                  </a:cubicBezTo>
                  <a:cubicBezTo>
                    <a:pt x="6789" y="4874"/>
                    <a:pt x="6826" y="4888"/>
                    <a:pt x="6863" y="4888"/>
                  </a:cubicBezTo>
                  <a:cubicBezTo>
                    <a:pt x="6924" y="4888"/>
                    <a:pt x="6985" y="4851"/>
                    <a:pt x="6995" y="4784"/>
                  </a:cubicBezTo>
                  <a:cubicBezTo>
                    <a:pt x="7102" y="4259"/>
                    <a:pt x="7204" y="3734"/>
                    <a:pt x="7311" y="3209"/>
                  </a:cubicBezTo>
                  <a:cubicBezTo>
                    <a:pt x="7475" y="2390"/>
                    <a:pt x="7639" y="1571"/>
                    <a:pt x="7803" y="747"/>
                  </a:cubicBezTo>
                  <a:cubicBezTo>
                    <a:pt x="7842" y="560"/>
                    <a:pt x="7876" y="368"/>
                    <a:pt x="7916" y="176"/>
                  </a:cubicBezTo>
                  <a:cubicBezTo>
                    <a:pt x="7933" y="86"/>
                    <a:pt x="7876" y="1"/>
                    <a:pt x="7780" y="1"/>
                  </a:cubicBezTo>
                  <a:lnTo>
                    <a:pt x="177" y="1"/>
                  </a:lnTo>
                  <a:cubicBezTo>
                    <a:pt x="171" y="1"/>
                    <a:pt x="166" y="0"/>
                    <a:pt x="160"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771" name="Google Shape;771;p30"/>
          <p:cNvGrpSpPr/>
          <p:nvPr/>
        </p:nvGrpSpPr>
        <p:grpSpPr>
          <a:xfrm>
            <a:off x="8563656" y="3607875"/>
            <a:ext cx="1024844" cy="1224764"/>
            <a:chOff x="4081975" y="3119725"/>
            <a:chExt cx="999750" cy="1194775"/>
          </a:xfrm>
        </p:grpSpPr>
        <p:sp>
          <p:nvSpPr>
            <p:cNvPr id="772" name="Google Shape;772;p30"/>
            <p:cNvSpPr/>
            <p:nvPr/>
          </p:nvSpPr>
          <p:spPr>
            <a:xfrm>
              <a:off x="4757400" y="3180675"/>
              <a:ext cx="8225" cy="9275"/>
            </a:xfrm>
            <a:custGeom>
              <a:avLst/>
              <a:gdLst/>
              <a:ahLst/>
              <a:cxnLst/>
              <a:rect l="l" t="t" r="r" b="b"/>
              <a:pathLst>
                <a:path w="329" h="371" extrusionOk="0">
                  <a:moveTo>
                    <a:pt x="151" y="1"/>
                  </a:moveTo>
                  <a:cubicBezTo>
                    <a:pt x="142" y="1"/>
                    <a:pt x="133" y="2"/>
                    <a:pt x="125" y="5"/>
                  </a:cubicBezTo>
                  <a:cubicBezTo>
                    <a:pt x="108" y="5"/>
                    <a:pt x="85" y="11"/>
                    <a:pt x="74" y="22"/>
                  </a:cubicBezTo>
                  <a:lnTo>
                    <a:pt x="40" y="44"/>
                  </a:lnTo>
                  <a:cubicBezTo>
                    <a:pt x="23" y="61"/>
                    <a:pt x="12" y="84"/>
                    <a:pt x="6" y="107"/>
                  </a:cubicBezTo>
                  <a:cubicBezTo>
                    <a:pt x="6" y="118"/>
                    <a:pt x="1" y="129"/>
                    <a:pt x="1" y="146"/>
                  </a:cubicBezTo>
                  <a:cubicBezTo>
                    <a:pt x="1" y="169"/>
                    <a:pt x="6" y="191"/>
                    <a:pt x="23" y="214"/>
                  </a:cubicBezTo>
                  <a:cubicBezTo>
                    <a:pt x="34" y="242"/>
                    <a:pt x="51" y="270"/>
                    <a:pt x="68" y="299"/>
                  </a:cubicBezTo>
                  <a:cubicBezTo>
                    <a:pt x="74" y="315"/>
                    <a:pt x="91" y="327"/>
                    <a:pt x="102" y="338"/>
                  </a:cubicBezTo>
                  <a:cubicBezTo>
                    <a:pt x="119" y="349"/>
                    <a:pt x="130" y="361"/>
                    <a:pt x="153" y="366"/>
                  </a:cubicBezTo>
                  <a:cubicBezTo>
                    <a:pt x="161" y="369"/>
                    <a:pt x="170" y="371"/>
                    <a:pt x="179" y="371"/>
                  </a:cubicBezTo>
                  <a:cubicBezTo>
                    <a:pt x="188" y="371"/>
                    <a:pt x="198" y="369"/>
                    <a:pt x="209" y="366"/>
                  </a:cubicBezTo>
                  <a:cubicBezTo>
                    <a:pt x="226" y="366"/>
                    <a:pt x="243" y="361"/>
                    <a:pt x="260" y="349"/>
                  </a:cubicBezTo>
                  <a:lnTo>
                    <a:pt x="289" y="327"/>
                  </a:lnTo>
                  <a:cubicBezTo>
                    <a:pt x="305" y="310"/>
                    <a:pt x="317" y="287"/>
                    <a:pt x="322" y="265"/>
                  </a:cubicBezTo>
                  <a:lnTo>
                    <a:pt x="328" y="225"/>
                  </a:lnTo>
                  <a:cubicBezTo>
                    <a:pt x="328" y="203"/>
                    <a:pt x="322" y="180"/>
                    <a:pt x="311" y="157"/>
                  </a:cubicBezTo>
                  <a:cubicBezTo>
                    <a:pt x="294" y="129"/>
                    <a:pt x="283" y="101"/>
                    <a:pt x="266" y="73"/>
                  </a:cubicBezTo>
                  <a:cubicBezTo>
                    <a:pt x="255" y="56"/>
                    <a:pt x="243" y="44"/>
                    <a:pt x="226" y="33"/>
                  </a:cubicBezTo>
                  <a:cubicBezTo>
                    <a:pt x="215" y="22"/>
                    <a:pt x="198" y="11"/>
                    <a:pt x="181" y="5"/>
                  </a:cubicBezTo>
                  <a:cubicBezTo>
                    <a:pt x="170" y="2"/>
                    <a:pt x="160" y="1"/>
                    <a:pt x="151"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3" name="Google Shape;773;p30"/>
            <p:cNvSpPr/>
            <p:nvPr/>
          </p:nvSpPr>
          <p:spPr>
            <a:xfrm>
              <a:off x="4765725" y="3198325"/>
              <a:ext cx="8925" cy="11375"/>
            </a:xfrm>
            <a:custGeom>
              <a:avLst/>
              <a:gdLst/>
              <a:ahLst/>
              <a:cxnLst/>
              <a:rect l="l" t="t" r="r" b="b"/>
              <a:pathLst>
                <a:path w="357" h="455" extrusionOk="0">
                  <a:moveTo>
                    <a:pt x="136" y="1"/>
                  </a:moveTo>
                  <a:cubicBezTo>
                    <a:pt x="126" y="1"/>
                    <a:pt x="116" y="2"/>
                    <a:pt x="108" y="5"/>
                  </a:cubicBezTo>
                  <a:cubicBezTo>
                    <a:pt x="74" y="16"/>
                    <a:pt x="40" y="39"/>
                    <a:pt x="23" y="73"/>
                  </a:cubicBezTo>
                  <a:cubicBezTo>
                    <a:pt x="18" y="84"/>
                    <a:pt x="12" y="95"/>
                    <a:pt x="6" y="106"/>
                  </a:cubicBezTo>
                  <a:cubicBezTo>
                    <a:pt x="1" y="129"/>
                    <a:pt x="1" y="157"/>
                    <a:pt x="6" y="180"/>
                  </a:cubicBezTo>
                  <a:cubicBezTo>
                    <a:pt x="29" y="236"/>
                    <a:pt x="52" y="293"/>
                    <a:pt x="68" y="349"/>
                  </a:cubicBezTo>
                  <a:cubicBezTo>
                    <a:pt x="74" y="366"/>
                    <a:pt x="85" y="383"/>
                    <a:pt x="97" y="400"/>
                  </a:cubicBezTo>
                  <a:cubicBezTo>
                    <a:pt x="108" y="411"/>
                    <a:pt x="119" y="423"/>
                    <a:pt x="136" y="434"/>
                  </a:cubicBezTo>
                  <a:cubicBezTo>
                    <a:pt x="153" y="445"/>
                    <a:pt x="170" y="451"/>
                    <a:pt x="187" y="451"/>
                  </a:cubicBezTo>
                  <a:cubicBezTo>
                    <a:pt x="196" y="453"/>
                    <a:pt x="205" y="455"/>
                    <a:pt x="213" y="455"/>
                  </a:cubicBezTo>
                  <a:cubicBezTo>
                    <a:pt x="224" y="455"/>
                    <a:pt x="234" y="452"/>
                    <a:pt x="244" y="445"/>
                  </a:cubicBezTo>
                  <a:cubicBezTo>
                    <a:pt x="277" y="440"/>
                    <a:pt x="311" y="417"/>
                    <a:pt x="328" y="383"/>
                  </a:cubicBezTo>
                  <a:cubicBezTo>
                    <a:pt x="345" y="349"/>
                    <a:pt x="356" y="310"/>
                    <a:pt x="345" y="276"/>
                  </a:cubicBezTo>
                  <a:cubicBezTo>
                    <a:pt x="323" y="219"/>
                    <a:pt x="300" y="163"/>
                    <a:pt x="283" y="106"/>
                  </a:cubicBezTo>
                  <a:cubicBezTo>
                    <a:pt x="277" y="89"/>
                    <a:pt x="266" y="73"/>
                    <a:pt x="255" y="56"/>
                  </a:cubicBezTo>
                  <a:cubicBezTo>
                    <a:pt x="244" y="44"/>
                    <a:pt x="232" y="33"/>
                    <a:pt x="215" y="22"/>
                  </a:cubicBezTo>
                  <a:cubicBezTo>
                    <a:pt x="198" y="10"/>
                    <a:pt x="181" y="5"/>
                    <a:pt x="164" y="5"/>
                  </a:cubicBezTo>
                  <a:cubicBezTo>
                    <a:pt x="156" y="2"/>
                    <a:pt x="146" y="1"/>
                    <a:pt x="136"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4" name="Google Shape;774;p30"/>
            <p:cNvSpPr/>
            <p:nvPr/>
          </p:nvSpPr>
          <p:spPr>
            <a:xfrm>
              <a:off x="4762900" y="3191400"/>
              <a:ext cx="8650" cy="10400"/>
            </a:xfrm>
            <a:custGeom>
              <a:avLst/>
              <a:gdLst/>
              <a:ahLst/>
              <a:cxnLst/>
              <a:rect l="l" t="t" r="r" b="b"/>
              <a:pathLst>
                <a:path w="346" h="416" extrusionOk="0">
                  <a:moveTo>
                    <a:pt x="151" y="1"/>
                  </a:moveTo>
                  <a:cubicBezTo>
                    <a:pt x="142" y="1"/>
                    <a:pt x="133" y="2"/>
                    <a:pt x="125" y="5"/>
                  </a:cubicBezTo>
                  <a:cubicBezTo>
                    <a:pt x="102" y="5"/>
                    <a:pt x="85" y="11"/>
                    <a:pt x="69" y="22"/>
                  </a:cubicBezTo>
                  <a:lnTo>
                    <a:pt x="40" y="45"/>
                  </a:lnTo>
                  <a:cubicBezTo>
                    <a:pt x="23" y="62"/>
                    <a:pt x="12" y="78"/>
                    <a:pt x="6" y="107"/>
                  </a:cubicBezTo>
                  <a:lnTo>
                    <a:pt x="1" y="141"/>
                  </a:lnTo>
                  <a:cubicBezTo>
                    <a:pt x="1" y="169"/>
                    <a:pt x="6" y="191"/>
                    <a:pt x="18" y="214"/>
                  </a:cubicBezTo>
                  <a:cubicBezTo>
                    <a:pt x="18" y="214"/>
                    <a:pt x="18" y="214"/>
                    <a:pt x="18" y="214"/>
                  </a:cubicBezTo>
                  <a:lnTo>
                    <a:pt x="18" y="214"/>
                  </a:lnTo>
                  <a:cubicBezTo>
                    <a:pt x="34" y="243"/>
                    <a:pt x="48" y="275"/>
                    <a:pt x="63" y="306"/>
                  </a:cubicBezTo>
                  <a:lnTo>
                    <a:pt x="63" y="306"/>
                  </a:lnTo>
                  <a:cubicBezTo>
                    <a:pt x="63" y="308"/>
                    <a:pt x="63" y="310"/>
                    <a:pt x="63" y="310"/>
                  </a:cubicBezTo>
                  <a:cubicBezTo>
                    <a:pt x="66" y="321"/>
                    <a:pt x="72" y="332"/>
                    <a:pt x="79" y="342"/>
                  </a:cubicBezTo>
                  <a:lnTo>
                    <a:pt x="79" y="342"/>
                  </a:lnTo>
                  <a:cubicBezTo>
                    <a:pt x="79" y="343"/>
                    <a:pt x="80" y="343"/>
                    <a:pt x="80" y="344"/>
                  </a:cubicBezTo>
                  <a:cubicBezTo>
                    <a:pt x="80" y="344"/>
                    <a:pt x="80" y="343"/>
                    <a:pt x="80" y="343"/>
                  </a:cubicBezTo>
                  <a:lnTo>
                    <a:pt x="80" y="343"/>
                  </a:lnTo>
                  <a:cubicBezTo>
                    <a:pt x="83" y="349"/>
                    <a:pt x="87" y="355"/>
                    <a:pt x="91" y="361"/>
                  </a:cubicBezTo>
                  <a:cubicBezTo>
                    <a:pt x="102" y="372"/>
                    <a:pt x="114" y="383"/>
                    <a:pt x="131" y="395"/>
                  </a:cubicBezTo>
                  <a:cubicBezTo>
                    <a:pt x="148" y="406"/>
                    <a:pt x="165" y="412"/>
                    <a:pt x="181" y="412"/>
                  </a:cubicBezTo>
                  <a:cubicBezTo>
                    <a:pt x="191" y="414"/>
                    <a:pt x="199" y="415"/>
                    <a:pt x="207" y="415"/>
                  </a:cubicBezTo>
                  <a:cubicBezTo>
                    <a:pt x="218" y="415"/>
                    <a:pt x="228" y="413"/>
                    <a:pt x="238" y="406"/>
                  </a:cubicBezTo>
                  <a:cubicBezTo>
                    <a:pt x="249" y="406"/>
                    <a:pt x="261" y="400"/>
                    <a:pt x="272" y="395"/>
                  </a:cubicBezTo>
                  <a:cubicBezTo>
                    <a:pt x="294" y="383"/>
                    <a:pt x="311" y="366"/>
                    <a:pt x="323" y="344"/>
                  </a:cubicBezTo>
                  <a:cubicBezTo>
                    <a:pt x="328" y="333"/>
                    <a:pt x="334" y="321"/>
                    <a:pt x="340" y="310"/>
                  </a:cubicBezTo>
                  <a:cubicBezTo>
                    <a:pt x="345" y="287"/>
                    <a:pt x="345" y="259"/>
                    <a:pt x="340" y="237"/>
                  </a:cubicBezTo>
                  <a:cubicBezTo>
                    <a:pt x="317" y="180"/>
                    <a:pt x="289" y="124"/>
                    <a:pt x="266" y="73"/>
                  </a:cubicBezTo>
                  <a:cubicBezTo>
                    <a:pt x="255" y="56"/>
                    <a:pt x="244" y="39"/>
                    <a:pt x="227" y="33"/>
                  </a:cubicBezTo>
                  <a:cubicBezTo>
                    <a:pt x="215" y="16"/>
                    <a:pt x="198" y="11"/>
                    <a:pt x="181" y="5"/>
                  </a:cubicBezTo>
                  <a:cubicBezTo>
                    <a:pt x="170" y="2"/>
                    <a:pt x="160" y="1"/>
                    <a:pt x="151"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5" name="Google Shape;775;p30"/>
            <p:cNvSpPr/>
            <p:nvPr/>
          </p:nvSpPr>
          <p:spPr>
            <a:xfrm>
              <a:off x="4772075" y="3222725"/>
              <a:ext cx="7950" cy="12875"/>
            </a:xfrm>
            <a:custGeom>
              <a:avLst/>
              <a:gdLst/>
              <a:ahLst/>
              <a:cxnLst/>
              <a:rect l="l" t="t" r="r" b="b"/>
              <a:pathLst>
                <a:path w="318" h="515" extrusionOk="0">
                  <a:moveTo>
                    <a:pt x="145" y="0"/>
                  </a:moveTo>
                  <a:cubicBezTo>
                    <a:pt x="132" y="0"/>
                    <a:pt x="119" y="2"/>
                    <a:pt x="108" y="6"/>
                  </a:cubicBezTo>
                  <a:cubicBezTo>
                    <a:pt x="74" y="17"/>
                    <a:pt x="40" y="40"/>
                    <a:pt x="23" y="74"/>
                  </a:cubicBezTo>
                  <a:cubicBezTo>
                    <a:pt x="18" y="85"/>
                    <a:pt x="12" y="96"/>
                    <a:pt x="12" y="102"/>
                  </a:cubicBezTo>
                  <a:cubicBezTo>
                    <a:pt x="1" y="130"/>
                    <a:pt x="1" y="153"/>
                    <a:pt x="12" y="181"/>
                  </a:cubicBezTo>
                  <a:cubicBezTo>
                    <a:pt x="12" y="183"/>
                    <a:pt x="12" y="185"/>
                    <a:pt x="12" y="187"/>
                  </a:cubicBezTo>
                  <a:lnTo>
                    <a:pt x="12" y="187"/>
                  </a:lnTo>
                  <a:lnTo>
                    <a:pt x="12" y="186"/>
                  </a:lnTo>
                  <a:lnTo>
                    <a:pt x="12" y="186"/>
                  </a:lnTo>
                  <a:cubicBezTo>
                    <a:pt x="12" y="186"/>
                    <a:pt x="12" y="186"/>
                    <a:pt x="12" y="186"/>
                  </a:cubicBezTo>
                  <a:lnTo>
                    <a:pt x="12" y="186"/>
                  </a:lnTo>
                  <a:cubicBezTo>
                    <a:pt x="12" y="195"/>
                    <a:pt x="12" y="204"/>
                    <a:pt x="15" y="215"/>
                  </a:cubicBezTo>
                  <a:lnTo>
                    <a:pt x="15" y="215"/>
                  </a:lnTo>
                  <a:cubicBezTo>
                    <a:pt x="20" y="268"/>
                    <a:pt x="24" y="320"/>
                    <a:pt x="29" y="373"/>
                  </a:cubicBezTo>
                  <a:cubicBezTo>
                    <a:pt x="29" y="390"/>
                    <a:pt x="35" y="407"/>
                    <a:pt x="46" y="424"/>
                  </a:cubicBezTo>
                  <a:cubicBezTo>
                    <a:pt x="52" y="441"/>
                    <a:pt x="57" y="458"/>
                    <a:pt x="74" y="469"/>
                  </a:cubicBezTo>
                  <a:cubicBezTo>
                    <a:pt x="97" y="497"/>
                    <a:pt x="136" y="514"/>
                    <a:pt x="170" y="514"/>
                  </a:cubicBezTo>
                  <a:cubicBezTo>
                    <a:pt x="210" y="508"/>
                    <a:pt x="249" y="497"/>
                    <a:pt x="272" y="469"/>
                  </a:cubicBezTo>
                  <a:cubicBezTo>
                    <a:pt x="295" y="446"/>
                    <a:pt x="317" y="407"/>
                    <a:pt x="311" y="373"/>
                  </a:cubicBezTo>
                  <a:cubicBezTo>
                    <a:pt x="306" y="282"/>
                    <a:pt x="295" y="192"/>
                    <a:pt x="283" y="102"/>
                  </a:cubicBezTo>
                  <a:cubicBezTo>
                    <a:pt x="278" y="85"/>
                    <a:pt x="272" y="68"/>
                    <a:pt x="255" y="57"/>
                  </a:cubicBezTo>
                  <a:cubicBezTo>
                    <a:pt x="249" y="40"/>
                    <a:pt x="232" y="28"/>
                    <a:pt x="215" y="23"/>
                  </a:cubicBezTo>
                  <a:cubicBezTo>
                    <a:pt x="197" y="8"/>
                    <a:pt x="170" y="0"/>
                    <a:pt x="145"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6" name="Google Shape;776;p30"/>
            <p:cNvSpPr/>
            <p:nvPr/>
          </p:nvSpPr>
          <p:spPr>
            <a:xfrm>
              <a:off x="4753175" y="3174050"/>
              <a:ext cx="8350" cy="9025"/>
            </a:xfrm>
            <a:custGeom>
              <a:avLst/>
              <a:gdLst/>
              <a:ahLst/>
              <a:cxnLst/>
              <a:rect l="l" t="t" r="r" b="b"/>
              <a:pathLst>
                <a:path w="334" h="361" extrusionOk="0">
                  <a:moveTo>
                    <a:pt x="150" y="0"/>
                  </a:moveTo>
                  <a:cubicBezTo>
                    <a:pt x="141" y="0"/>
                    <a:pt x="133" y="2"/>
                    <a:pt x="124" y="4"/>
                  </a:cubicBezTo>
                  <a:cubicBezTo>
                    <a:pt x="102" y="4"/>
                    <a:pt x="85" y="10"/>
                    <a:pt x="74" y="21"/>
                  </a:cubicBezTo>
                  <a:cubicBezTo>
                    <a:pt x="62" y="27"/>
                    <a:pt x="51" y="33"/>
                    <a:pt x="40" y="38"/>
                  </a:cubicBezTo>
                  <a:cubicBezTo>
                    <a:pt x="23" y="61"/>
                    <a:pt x="11" y="78"/>
                    <a:pt x="6" y="100"/>
                  </a:cubicBezTo>
                  <a:cubicBezTo>
                    <a:pt x="6" y="117"/>
                    <a:pt x="0" y="129"/>
                    <a:pt x="0" y="140"/>
                  </a:cubicBezTo>
                  <a:cubicBezTo>
                    <a:pt x="0" y="168"/>
                    <a:pt x="6" y="191"/>
                    <a:pt x="23" y="213"/>
                  </a:cubicBezTo>
                  <a:cubicBezTo>
                    <a:pt x="40" y="236"/>
                    <a:pt x="57" y="264"/>
                    <a:pt x="74" y="292"/>
                  </a:cubicBezTo>
                  <a:cubicBezTo>
                    <a:pt x="79" y="304"/>
                    <a:pt x="90" y="321"/>
                    <a:pt x="107" y="332"/>
                  </a:cubicBezTo>
                  <a:cubicBezTo>
                    <a:pt x="119" y="343"/>
                    <a:pt x="136" y="349"/>
                    <a:pt x="158" y="355"/>
                  </a:cubicBezTo>
                  <a:cubicBezTo>
                    <a:pt x="175" y="360"/>
                    <a:pt x="192" y="360"/>
                    <a:pt x="209" y="360"/>
                  </a:cubicBezTo>
                  <a:cubicBezTo>
                    <a:pt x="232" y="355"/>
                    <a:pt x="249" y="349"/>
                    <a:pt x="266" y="343"/>
                  </a:cubicBezTo>
                  <a:lnTo>
                    <a:pt x="294" y="321"/>
                  </a:lnTo>
                  <a:cubicBezTo>
                    <a:pt x="311" y="304"/>
                    <a:pt x="322" y="281"/>
                    <a:pt x="328" y="259"/>
                  </a:cubicBezTo>
                  <a:lnTo>
                    <a:pt x="333" y="219"/>
                  </a:lnTo>
                  <a:cubicBezTo>
                    <a:pt x="333" y="191"/>
                    <a:pt x="328" y="168"/>
                    <a:pt x="316" y="146"/>
                  </a:cubicBezTo>
                  <a:cubicBezTo>
                    <a:pt x="299" y="123"/>
                    <a:pt x="282" y="95"/>
                    <a:pt x="266" y="67"/>
                  </a:cubicBezTo>
                  <a:cubicBezTo>
                    <a:pt x="254" y="55"/>
                    <a:pt x="243" y="38"/>
                    <a:pt x="226" y="27"/>
                  </a:cubicBezTo>
                  <a:cubicBezTo>
                    <a:pt x="215" y="16"/>
                    <a:pt x="198" y="10"/>
                    <a:pt x="181" y="4"/>
                  </a:cubicBezTo>
                  <a:cubicBezTo>
                    <a:pt x="170" y="2"/>
                    <a:pt x="160" y="0"/>
                    <a:pt x="150"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7" name="Google Shape;777;p30"/>
            <p:cNvSpPr/>
            <p:nvPr/>
          </p:nvSpPr>
          <p:spPr>
            <a:xfrm>
              <a:off x="4773075" y="3231325"/>
              <a:ext cx="7500" cy="15850"/>
            </a:xfrm>
            <a:custGeom>
              <a:avLst/>
              <a:gdLst/>
              <a:ahLst/>
              <a:cxnLst/>
              <a:rect l="l" t="t" r="r" b="b"/>
              <a:pathLst>
                <a:path w="300" h="634" extrusionOk="0">
                  <a:moveTo>
                    <a:pt x="147" y="1"/>
                  </a:moveTo>
                  <a:cubicBezTo>
                    <a:pt x="108" y="1"/>
                    <a:pt x="68" y="12"/>
                    <a:pt x="46" y="40"/>
                  </a:cubicBezTo>
                  <a:cubicBezTo>
                    <a:pt x="23" y="68"/>
                    <a:pt x="0" y="102"/>
                    <a:pt x="6" y="142"/>
                  </a:cubicBezTo>
                  <a:cubicBezTo>
                    <a:pt x="12" y="260"/>
                    <a:pt x="17" y="373"/>
                    <a:pt x="17" y="492"/>
                  </a:cubicBezTo>
                  <a:cubicBezTo>
                    <a:pt x="17" y="563"/>
                    <a:pt x="75" y="633"/>
                    <a:pt x="150" y="633"/>
                  </a:cubicBezTo>
                  <a:cubicBezTo>
                    <a:pt x="153" y="633"/>
                    <a:pt x="156" y="633"/>
                    <a:pt x="158" y="633"/>
                  </a:cubicBezTo>
                  <a:cubicBezTo>
                    <a:pt x="232" y="633"/>
                    <a:pt x="300" y="571"/>
                    <a:pt x="300" y="492"/>
                  </a:cubicBezTo>
                  <a:cubicBezTo>
                    <a:pt x="300" y="373"/>
                    <a:pt x="294" y="260"/>
                    <a:pt x="288" y="142"/>
                  </a:cubicBezTo>
                  <a:cubicBezTo>
                    <a:pt x="283" y="102"/>
                    <a:pt x="271" y="68"/>
                    <a:pt x="243" y="40"/>
                  </a:cubicBezTo>
                  <a:cubicBezTo>
                    <a:pt x="221" y="18"/>
                    <a:pt x="181" y="1"/>
                    <a:pt x="147"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8" name="Google Shape;778;p30"/>
            <p:cNvSpPr/>
            <p:nvPr/>
          </p:nvSpPr>
          <p:spPr>
            <a:xfrm>
              <a:off x="4770525" y="3214325"/>
              <a:ext cx="8225" cy="12075"/>
            </a:xfrm>
            <a:custGeom>
              <a:avLst/>
              <a:gdLst/>
              <a:ahLst/>
              <a:cxnLst/>
              <a:rect l="l" t="t" r="r" b="b"/>
              <a:pathLst>
                <a:path w="329" h="483" extrusionOk="0">
                  <a:moveTo>
                    <a:pt x="148" y="1"/>
                  </a:moveTo>
                  <a:cubicBezTo>
                    <a:pt x="135" y="1"/>
                    <a:pt x="120" y="5"/>
                    <a:pt x="108" y="9"/>
                  </a:cubicBezTo>
                  <a:cubicBezTo>
                    <a:pt x="74" y="20"/>
                    <a:pt x="40" y="37"/>
                    <a:pt x="23" y="71"/>
                  </a:cubicBezTo>
                  <a:cubicBezTo>
                    <a:pt x="6" y="105"/>
                    <a:pt x="1" y="144"/>
                    <a:pt x="6" y="178"/>
                  </a:cubicBezTo>
                  <a:cubicBezTo>
                    <a:pt x="23" y="246"/>
                    <a:pt x="35" y="314"/>
                    <a:pt x="52" y="381"/>
                  </a:cubicBezTo>
                  <a:cubicBezTo>
                    <a:pt x="52" y="398"/>
                    <a:pt x="63" y="415"/>
                    <a:pt x="74" y="426"/>
                  </a:cubicBezTo>
                  <a:cubicBezTo>
                    <a:pt x="85" y="443"/>
                    <a:pt x="97" y="455"/>
                    <a:pt x="114" y="466"/>
                  </a:cubicBezTo>
                  <a:cubicBezTo>
                    <a:pt x="131" y="477"/>
                    <a:pt x="148" y="483"/>
                    <a:pt x="164" y="483"/>
                  </a:cubicBezTo>
                  <a:cubicBezTo>
                    <a:pt x="187" y="483"/>
                    <a:pt x="204" y="483"/>
                    <a:pt x="221" y="477"/>
                  </a:cubicBezTo>
                  <a:cubicBezTo>
                    <a:pt x="255" y="466"/>
                    <a:pt x="289" y="449"/>
                    <a:pt x="306" y="415"/>
                  </a:cubicBezTo>
                  <a:lnTo>
                    <a:pt x="323" y="381"/>
                  </a:lnTo>
                  <a:cubicBezTo>
                    <a:pt x="328" y="353"/>
                    <a:pt x="328" y="330"/>
                    <a:pt x="323" y="308"/>
                  </a:cubicBezTo>
                  <a:cubicBezTo>
                    <a:pt x="311" y="240"/>
                    <a:pt x="294" y="172"/>
                    <a:pt x="283" y="105"/>
                  </a:cubicBezTo>
                  <a:cubicBezTo>
                    <a:pt x="277" y="88"/>
                    <a:pt x="266" y="71"/>
                    <a:pt x="255" y="59"/>
                  </a:cubicBezTo>
                  <a:cubicBezTo>
                    <a:pt x="244" y="42"/>
                    <a:pt x="232" y="31"/>
                    <a:pt x="215" y="20"/>
                  </a:cubicBezTo>
                  <a:cubicBezTo>
                    <a:pt x="198" y="9"/>
                    <a:pt x="181" y="3"/>
                    <a:pt x="164" y="3"/>
                  </a:cubicBezTo>
                  <a:cubicBezTo>
                    <a:pt x="160" y="1"/>
                    <a:pt x="154" y="1"/>
                    <a:pt x="148"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9" name="Google Shape;779;p30"/>
            <p:cNvSpPr/>
            <p:nvPr/>
          </p:nvSpPr>
          <p:spPr>
            <a:xfrm>
              <a:off x="4768275" y="3206225"/>
              <a:ext cx="8625" cy="11675"/>
            </a:xfrm>
            <a:custGeom>
              <a:avLst/>
              <a:gdLst/>
              <a:ahLst/>
              <a:cxnLst/>
              <a:rect l="l" t="t" r="r" b="b"/>
              <a:pathLst>
                <a:path w="345" h="467" extrusionOk="0">
                  <a:moveTo>
                    <a:pt x="139" y="1"/>
                  </a:moveTo>
                  <a:cubicBezTo>
                    <a:pt x="130" y="1"/>
                    <a:pt x="122" y="2"/>
                    <a:pt x="113" y="5"/>
                  </a:cubicBezTo>
                  <a:cubicBezTo>
                    <a:pt x="79" y="16"/>
                    <a:pt x="46" y="39"/>
                    <a:pt x="29" y="73"/>
                  </a:cubicBezTo>
                  <a:cubicBezTo>
                    <a:pt x="12" y="101"/>
                    <a:pt x="0" y="141"/>
                    <a:pt x="12" y="180"/>
                  </a:cubicBezTo>
                  <a:cubicBezTo>
                    <a:pt x="34" y="242"/>
                    <a:pt x="51" y="299"/>
                    <a:pt x="62" y="361"/>
                  </a:cubicBezTo>
                  <a:cubicBezTo>
                    <a:pt x="74" y="395"/>
                    <a:pt x="102" y="429"/>
                    <a:pt x="130" y="446"/>
                  </a:cubicBezTo>
                  <a:cubicBezTo>
                    <a:pt x="147" y="457"/>
                    <a:pt x="164" y="462"/>
                    <a:pt x="181" y="462"/>
                  </a:cubicBezTo>
                  <a:cubicBezTo>
                    <a:pt x="192" y="465"/>
                    <a:pt x="202" y="467"/>
                    <a:pt x="211" y="467"/>
                  </a:cubicBezTo>
                  <a:cubicBezTo>
                    <a:pt x="221" y="467"/>
                    <a:pt x="229" y="465"/>
                    <a:pt x="238" y="462"/>
                  </a:cubicBezTo>
                  <a:cubicBezTo>
                    <a:pt x="271" y="451"/>
                    <a:pt x="305" y="429"/>
                    <a:pt x="322" y="395"/>
                  </a:cubicBezTo>
                  <a:cubicBezTo>
                    <a:pt x="339" y="361"/>
                    <a:pt x="345" y="327"/>
                    <a:pt x="339" y="287"/>
                  </a:cubicBezTo>
                  <a:cubicBezTo>
                    <a:pt x="322" y="225"/>
                    <a:pt x="305" y="163"/>
                    <a:pt x="288" y="101"/>
                  </a:cubicBezTo>
                  <a:cubicBezTo>
                    <a:pt x="277" y="67"/>
                    <a:pt x="254" y="39"/>
                    <a:pt x="221" y="22"/>
                  </a:cubicBezTo>
                  <a:cubicBezTo>
                    <a:pt x="204" y="11"/>
                    <a:pt x="187" y="5"/>
                    <a:pt x="170" y="5"/>
                  </a:cubicBezTo>
                  <a:cubicBezTo>
                    <a:pt x="158" y="2"/>
                    <a:pt x="149" y="1"/>
                    <a:pt x="139"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0" name="Google Shape;780;p30"/>
            <p:cNvSpPr/>
            <p:nvPr/>
          </p:nvSpPr>
          <p:spPr>
            <a:xfrm>
              <a:off x="4744000" y="3162150"/>
              <a:ext cx="7775" cy="7925"/>
            </a:xfrm>
            <a:custGeom>
              <a:avLst/>
              <a:gdLst/>
              <a:ahLst/>
              <a:cxnLst/>
              <a:rect l="l" t="t" r="r" b="b"/>
              <a:pathLst>
                <a:path w="311" h="317" extrusionOk="0">
                  <a:moveTo>
                    <a:pt x="141" y="0"/>
                  </a:moveTo>
                  <a:cubicBezTo>
                    <a:pt x="119" y="0"/>
                    <a:pt x="102" y="6"/>
                    <a:pt x="85" y="12"/>
                  </a:cubicBezTo>
                  <a:cubicBezTo>
                    <a:pt x="68" y="17"/>
                    <a:pt x="51" y="29"/>
                    <a:pt x="40" y="40"/>
                  </a:cubicBezTo>
                  <a:lnTo>
                    <a:pt x="17" y="68"/>
                  </a:lnTo>
                  <a:cubicBezTo>
                    <a:pt x="6" y="91"/>
                    <a:pt x="0" y="113"/>
                    <a:pt x="0" y="142"/>
                  </a:cubicBezTo>
                  <a:lnTo>
                    <a:pt x="6" y="181"/>
                  </a:lnTo>
                  <a:cubicBezTo>
                    <a:pt x="11" y="204"/>
                    <a:pt x="23" y="226"/>
                    <a:pt x="40" y="243"/>
                  </a:cubicBezTo>
                  <a:cubicBezTo>
                    <a:pt x="51" y="255"/>
                    <a:pt x="62" y="266"/>
                    <a:pt x="73" y="277"/>
                  </a:cubicBezTo>
                  <a:cubicBezTo>
                    <a:pt x="85" y="288"/>
                    <a:pt x="96" y="300"/>
                    <a:pt x="119" y="305"/>
                  </a:cubicBezTo>
                  <a:cubicBezTo>
                    <a:pt x="136" y="311"/>
                    <a:pt x="152" y="317"/>
                    <a:pt x="169" y="317"/>
                  </a:cubicBezTo>
                  <a:cubicBezTo>
                    <a:pt x="192" y="317"/>
                    <a:pt x="209" y="311"/>
                    <a:pt x="226" y="305"/>
                  </a:cubicBezTo>
                  <a:cubicBezTo>
                    <a:pt x="243" y="300"/>
                    <a:pt x="260" y="288"/>
                    <a:pt x="271" y="277"/>
                  </a:cubicBezTo>
                  <a:lnTo>
                    <a:pt x="294" y="249"/>
                  </a:lnTo>
                  <a:cubicBezTo>
                    <a:pt x="305" y="226"/>
                    <a:pt x="311" y="204"/>
                    <a:pt x="311" y="175"/>
                  </a:cubicBezTo>
                  <a:cubicBezTo>
                    <a:pt x="311" y="164"/>
                    <a:pt x="311" y="153"/>
                    <a:pt x="305" y="136"/>
                  </a:cubicBezTo>
                  <a:cubicBezTo>
                    <a:pt x="299" y="113"/>
                    <a:pt x="288" y="91"/>
                    <a:pt x="271" y="74"/>
                  </a:cubicBezTo>
                  <a:cubicBezTo>
                    <a:pt x="260" y="63"/>
                    <a:pt x="249" y="51"/>
                    <a:pt x="237" y="40"/>
                  </a:cubicBezTo>
                  <a:cubicBezTo>
                    <a:pt x="226" y="29"/>
                    <a:pt x="209" y="17"/>
                    <a:pt x="192" y="12"/>
                  </a:cubicBezTo>
                  <a:cubicBezTo>
                    <a:pt x="175" y="6"/>
                    <a:pt x="158" y="0"/>
                    <a:pt x="141"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1" name="Google Shape;781;p30"/>
            <p:cNvSpPr/>
            <p:nvPr/>
          </p:nvSpPr>
          <p:spPr>
            <a:xfrm>
              <a:off x="4748650" y="3167800"/>
              <a:ext cx="8200" cy="8600"/>
            </a:xfrm>
            <a:custGeom>
              <a:avLst/>
              <a:gdLst/>
              <a:ahLst/>
              <a:cxnLst/>
              <a:rect l="l" t="t" r="r" b="b"/>
              <a:pathLst>
                <a:path w="328" h="344" extrusionOk="0">
                  <a:moveTo>
                    <a:pt x="142" y="0"/>
                  </a:moveTo>
                  <a:cubicBezTo>
                    <a:pt x="119" y="0"/>
                    <a:pt x="102" y="0"/>
                    <a:pt x="85" y="12"/>
                  </a:cubicBezTo>
                  <a:cubicBezTo>
                    <a:pt x="68" y="17"/>
                    <a:pt x="51" y="29"/>
                    <a:pt x="40" y="40"/>
                  </a:cubicBezTo>
                  <a:lnTo>
                    <a:pt x="17" y="68"/>
                  </a:lnTo>
                  <a:cubicBezTo>
                    <a:pt x="6" y="91"/>
                    <a:pt x="0" y="113"/>
                    <a:pt x="0" y="141"/>
                  </a:cubicBezTo>
                  <a:cubicBezTo>
                    <a:pt x="0" y="153"/>
                    <a:pt x="0" y="164"/>
                    <a:pt x="6" y="175"/>
                  </a:cubicBezTo>
                  <a:cubicBezTo>
                    <a:pt x="12" y="204"/>
                    <a:pt x="23" y="221"/>
                    <a:pt x="40" y="243"/>
                  </a:cubicBezTo>
                  <a:lnTo>
                    <a:pt x="41" y="245"/>
                  </a:lnTo>
                  <a:lnTo>
                    <a:pt x="41" y="245"/>
                  </a:lnTo>
                  <a:cubicBezTo>
                    <a:pt x="49" y="255"/>
                    <a:pt x="57" y="264"/>
                    <a:pt x="68" y="271"/>
                  </a:cubicBezTo>
                  <a:cubicBezTo>
                    <a:pt x="74" y="288"/>
                    <a:pt x="85" y="305"/>
                    <a:pt x="102" y="311"/>
                  </a:cubicBezTo>
                  <a:cubicBezTo>
                    <a:pt x="119" y="328"/>
                    <a:pt x="130" y="334"/>
                    <a:pt x="153" y="339"/>
                  </a:cubicBezTo>
                  <a:cubicBezTo>
                    <a:pt x="161" y="342"/>
                    <a:pt x="170" y="343"/>
                    <a:pt x="179" y="343"/>
                  </a:cubicBezTo>
                  <a:cubicBezTo>
                    <a:pt x="188" y="343"/>
                    <a:pt x="198" y="342"/>
                    <a:pt x="209" y="339"/>
                  </a:cubicBezTo>
                  <a:cubicBezTo>
                    <a:pt x="226" y="339"/>
                    <a:pt x="243" y="334"/>
                    <a:pt x="260" y="322"/>
                  </a:cubicBezTo>
                  <a:lnTo>
                    <a:pt x="288" y="305"/>
                  </a:lnTo>
                  <a:cubicBezTo>
                    <a:pt x="305" y="283"/>
                    <a:pt x="317" y="266"/>
                    <a:pt x="322" y="243"/>
                  </a:cubicBezTo>
                  <a:lnTo>
                    <a:pt x="328" y="204"/>
                  </a:lnTo>
                  <a:cubicBezTo>
                    <a:pt x="328" y="175"/>
                    <a:pt x="322" y="153"/>
                    <a:pt x="311" y="130"/>
                  </a:cubicBezTo>
                  <a:cubicBezTo>
                    <a:pt x="288" y="102"/>
                    <a:pt x="266" y="68"/>
                    <a:pt x="238" y="40"/>
                  </a:cubicBezTo>
                  <a:cubicBezTo>
                    <a:pt x="226" y="29"/>
                    <a:pt x="215" y="17"/>
                    <a:pt x="192" y="12"/>
                  </a:cubicBezTo>
                  <a:cubicBezTo>
                    <a:pt x="175" y="0"/>
                    <a:pt x="159" y="0"/>
                    <a:pt x="142"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2" name="Google Shape;782;p30"/>
            <p:cNvSpPr/>
            <p:nvPr/>
          </p:nvSpPr>
          <p:spPr>
            <a:xfrm>
              <a:off x="4484925" y="3138725"/>
              <a:ext cx="336850" cy="477075"/>
            </a:xfrm>
            <a:custGeom>
              <a:avLst/>
              <a:gdLst/>
              <a:ahLst/>
              <a:cxnLst/>
              <a:rect l="l" t="t" r="r" b="b"/>
              <a:pathLst>
                <a:path w="13474" h="19083" extrusionOk="0">
                  <a:moveTo>
                    <a:pt x="9707" y="536"/>
                  </a:moveTo>
                  <a:lnTo>
                    <a:pt x="9707" y="536"/>
                  </a:lnTo>
                  <a:cubicBezTo>
                    <a:pt x="10371" y="1035"/>
                    <a:pt x="10918" y="1715"/>
                    <a:pt x="11216" y="2490"/>
                  </a:cubicBezTo>
                  <a:cubicBezTo>
                    <a:pt x="11396" y="2970"/>
                    <a:pt x="11509" y="3462"/>
                    <a:pt x="11538" y="3976"/>
                  </a:cubicBezTo>
                  <a:cubicBezTo>
                    <a:pt x="11549" y="4185"/>
                    <a:pt x="11543" y="4399"/>
                    <a:pt x="11543" y="4608"/>
                  </a:cubicBezTo>
                  <a:lnTo>
                    <a:pt x="11543" y="5755"/>
                  </a:lnTo>
                  <a:cubicBezTo>
                    <a:pt x="11543" y="5992"/>
                    <a:pt x="11532" y="6229"/>
                    <a:pt x="11543" y="6466"/>
                  </a:cubicBezTo>
                  <a:cubicBezTo>
                    <a:pt x="11549" y="6602"/>
                    <a:pt x="11713" y="6686"/>
                    <a:pt x="11814" y="6765"/>
                  </a:cubicBezTo>
                  <a:cubicBezTo>
                    <a:pt x="12193" y="7065"/>
                    <a:pt x="12577" y="7364"/>
                    <a:pt x="12955" y="7669"/>
                  </a:cubicBezTo>
                  <a:cubicBezTo>
                    <a:pt x="13136" y="7816"/>
                    <a:pt x="13221" y="8030"/>
                    <a:pt x="13130" y="8251"/>
                  </a:cubicBezTo>
                  <a:cubicBezTo>
                    <a:pt x="13034" y="8477"/>
                    <a:pt x="12808" y="8590"/>
                    <a:pt x="12577" y="8590"/>
                  </a:cubicBezTo>
                  <a:cubicBezTo>
                    <a:pt x="12477" y="8591"/>
                    <a:pt x="12378" y="8592"/>
                    <a:pt x="12279" y="8592"/>
                  </a:cubicBezTo>
                  <a:cubicBezTo>
                    <a:pt x="12081" y="8592"/>
                    <a:pt x="11884" y="8590"/>
                    <a:pt x="11684" y="8590"/>
                  </a:cubicBezTo>
                  <a:cubicBezTo>
                    <a:pt x="11605" y="8590"/>
                    <a:pt x="11543" y="8657"/>
                    <a:pt x="11543" y="8731"/>
                  </a:cubicBezTo>
                  <a:cubicBezTo>
                    <a:pt x="11543" y="9030"/>
                    <a:pt x="11549" y="9329"/>
                    <a:pt x="11538" y="9623"/>
                  </a:cubicBezTo>
                  <a:cubicBezTo>
                    <a:pt x="11515" y="10154"/>
                    <a:pt x="11408" y="10685"/>
                    <a:pt x="11210" y="11182"/>
                  </a:cubicBezTo>
                  <a:cubicBezTo>
                    <a:pt x="10832" y="12147"/>
                    <a:pt x="10126" y="12983"/>
                    <a:pt x="9239" y="13525"/>
                  </a:cubicBezTo>
                  <a:cubicBezTo>
                    <a:pt x="8748" y="13822"/>
                    <a:pt x="8210" y="14026"/>
                    <a:pt x="7645" y="14138"/>
                  </a:cubicBezTo>
                  <a:lnTo>
                    <a:pt x="7645" y="14138"/>
                  </a:lnTo>
                  <a:cubicBezTo>
                    <a:pt x="7652" y="14108"/>
                    <a:pt x="7659" y="14078"/>
                    <a:pt x="7664" y="14051"/>
                  </a:cubicBezTo>
                  <a:cubicBezTo>
                    <a:pt x="7703" y="13825"/>
                    <a:pt x="7720" y="13599"/>
                    <a:pt x="7709" y="13373"/>
                  </a:cubicBezTo>
                  <a:cubicBezTo>
                    <a:pt x="7675" y="12475"/>
                    <a:pt x="7285" y="11628"/>
                    <a:pt x="6783" y="10894"/>
                  </a:cubicBezTo>
                  <a:cubicBezTo>
                    <a:pt x="6382" y="10306"/>
                    <a:pt x="5896" y="9770"/>
                    <a:pt x="5371" y="9290"/>
                  </a:cubicBezTo>
                  <a:cubicBezTo>
                    <a:pt x="5128" y="9070"/>
                    <a:pt x="4874" y="8889"/>
                    <a:pt x="4687" y="8606"/>
                  </a:cubicBezTo>
                  <a:cubicBezTo>
                    <a:pt x="4416" y="8194"/>
                    <a:pt x="4320" y="7703"/>
                    <a:pt x="4462" y="7223"/>
                  </a:cubicBezTo>
                  <a:cubicBezTo>
                    <a:pt x="4563" y="6890"/>
                    <a:pt x="4795" y="6624"/>
                    <a:pt x="5134" y="6528"/>
                  </a:cubicBezTo>
                  <a:cubicBezTo>
                    <a:pt x="5184" y="6517"/>
                    <a:pt x="5235" y="6506"/>
                    <a:pt x="5286" y="6494"/>
                  </a:cubicBezTo>
                  <a:cubicBezTo>
                    <a:pt x="5294" y="6493"/>
                    <a:pt x="5298" y="6493"/>
                    <a:pt x="5299" y="6493"/>
                  </a:cubicBezTo>
                  <a:cubicBezTo>
                    <a:pt x="5301" y="6493"/>
                    <a:pt x="5282" y="6496"/>
                    <a:pt x="5282" y="6496"/>
                  </a:cubicBezTo>
                  <a:cubicBezTo>
                    <a:pt x="5282" y="6496"/>
                    <a:pt x="5285" y="6496"/>
                    <a:pt x="5292" y="6494"/>
                  </a:cubicBezTo>
                  <a:lnTo>
                    <a:pt x="5326" y="6494"/>
                  </a:lnTo>
                  <a:cubicBezTo>
                    <a:pt x="5354" y="6489"/>
                    <a:pt x="5382" y="6489"/>
                    <a:pt x="5410" y="6489"/>
                  </a:cubicBezTo>
                  <a:cubicBezTo>
                    <a:pt x="5414" y="6489"/>
                    <a:pt x="5417" y="6488"/>
                    <a:pt x="5420" y="6488"/>
                  </a:cubicBezTo>
                  <a:lnTo>
                    <a:pt x="5420" y="6488"/>
                  </a:lnTo>
                  <a:cubicBezTo>
                    <a:pt x="6703" y="6429"/>
                    <a:pt x="8006" y="6056"/>
                    <a:pt x="8912" y="5099"/>
                  </a:cubicBezTo>
                  <a:cubicBezTo>
                    <a:pt x="9392" y="4597"/>
                    <a:pt x="9759" y="3976"/>
                    <a:pt x="9939" y="3298"/>
                  </a:cubicBezTo>
                  <a:cubicBezTo>
                    <a:pt x="10086" y="2739"/>
                    <a:pt x="10098" y="2152"/>
                    <a:pt x="10007" y="1587"/>
                  </a:cubicBezTo>
                  <a:cubicBezTo>
                    <a:pt x="9946" y="1225"/>
                    <a:pt x="9842" y="873"/>
                    <a:pt x="9707" y="536"/>
                  </a:cubicBezTo>
                  <a:close/>
                  <a:moveTo>
                    <a:pt x="7466" y="14937"/>
                  </a:moveTo>
                  <a:lnTo>
                    <a:pt x="7466" y="15863"/>
                  </a:lnTo>
                  <a:lnTo>
                    <a:pt x="7466" y="18359"/>
                  </a:lnTo>
                  <a:lnTo>
                    <a:pt x="7466" y="18800"/>
                  </a:lnTo>
                  <a:lnTo>
                    <a:pt x="283" y="18800"/>
                  </a:lnTo>
                  <a:lnTo>
                    <a:pt x="283" y="17586"/>
                  </a:lnTo>
                  <a:lnTo>
                    <a:pt x="3383" y="17586"/>
                  </a:lnTo>
                  <a:cubicBezTo>
                    <a:pt x="4078" y="17586"/>
                    <a:pt x="4778" y="17518"/>
                    <a:pt x="5427" y="17253"/>
                  </a:cubicBezTo>
                  <a:cubicBezTo>
                    <a:pt x="6065" y="16987"/>
                    <a:pt x="6613" y="16552"/>
                    <a:pt x="6997" y="15976"/>
                  </a:cubicBezTo>
                  <a:cubicBezTo>
                    <a:pt x="7207" y="15657"/>
                    <a:pt x="7364" y="15302"/>
                    <a:pt x="7466" y="14937"/>
                  </a:cubicBezTo>
                  <a:close/>
                  <a:moveTo>
                    <a:pt x="9374" y="0"/>
                  </a:moveTo>
                  <a:cubicBezTo>
                    <a:pt x="9277" y="0"/>
                    <a:pt x="9206" y="115"/>
                    <a:pt x="9256" y="215"/>
                  </a:cubicBezTo>
                  <a:cubicBezTo>
                    <a:pt x="9680" y="1062"/>
                    <a:pt x="9906" y="2044"/>
                    <a:pt x="9719" y="2987"/>
                  </a:cubicBezTo>
                  <a:cubicBezTo>
                    <a:pt x="9476" y="4247"/>
                    <a:pt x="8562" y="5314"/>
                    <a:pt x="7387" y="5800"/>
                  </a:cubicBezTo>
                  <a:cubicBezTo>
                    <a:pt x="6760" y="6060"/>
                    <a:pt x="6082" y="6178"/>
                    <a:pt x="5405" y="6206"/>
                  </a:cubicBezTo>
                  <a:cubicBezTo>
                    <a:pt x="5403" y="6206"/>
                    <a:pt x="5402" y="6207"/>
                    <a:pt x="5400" y="6207"/>
                  </a:cubicBezTo>
                  <a:lnTo>
                    <a:pt x="5400" y="6207"/>
                  </a:lnTo>
                  <a:cubicBezTo>
                    <a:pt x="5138" y="6214"/>
                    <a:pt x="4882" y="6287"/>
                    <a:pt x="4676" y="6438"/>
                  </a:cubicBezTo>
                  <a:cubicBezTo>
                    <a:pt x="4292" y="6715"/>
                    <a:pt x="4128" y="7178"/>
                    <a:pt x="4111" y="7635"/>
                  </a:cubicBezTo>
                  <a:cubicBezTo>
                    <a:pt x="4094" y="8234"/>
                    <a:pt x="4394" y="8844"/>
                    <a:pt x="4857" y="9216"/>
                  </a:cubicBezTo>
                  <a:cubicBezTo>
                    <a:pt x="5241" y="9527"/>
                    <a:pt x="5591" y="9877"/>
                    <a:pt x="5919" y="10250"/>
                  </a:cubicBezTo>
                  <a:cubicBezTo>
                    <a:pt x="6478" y="10877"/>
                    <a:pt x="6975" y="11600"/>
                    <a:pt x="7246" y="12407"/>
                  </a:cubicBezTo>
                  <a:cubicBezTo>
                    <a:pt x="7381" y="12831"/>
                    <a:pt x="7455" y="13271"/>
                    <a:pt x="7421" y="13717"/>
                  </a:cubicBezTo>
                  <a:cubicBezTo>
                    <a:pt x="7404" y="13949"/>
                    <a:pt x="7336" y="14158"/>
                    <a:pt x="7291" y="14384"/>
                  </a:cubicBezTo>
                  <a:cubicBezTo>
                    <a:pt x="7285" y="14412"/>
                    <a:pt x="7285" y="14440"/>
                    <a:pt x="7280" y="14468"/>
                  </a:cubicBezTo>
                  <a:cubicBezTo>
                    <a:pt x="7281" y="14453"/>
                    <a:pt x="7282" y="14447"/>
                    <a:pt x="7282" y="14447"/>
                  </a:cubicBezTo>
                  <a:lnTo>
                    <a:pt x="7282" y="14447"/>
                  </a:lnTo>
                  <a:cubicBezTo>
                    <a:pt x="7282" y="14447"/>
                    <a:pt x="7278" y="14477"/>
                    <a:pt x="7274" y="14497"/>
                  </a:cubicBezTo>
                  <a:cubicBezTo>
                    <a:pt x="7274" y="14525"/>
                    <a:pt x="7268" y="14553"/>
                    <a:pt x="7263" y="14581"/>
                  </a:cubicBezTo>
                  <a:cubicBezTo>
                    <a:pt x="7246" y="14655"/>
                    <a:pt x="7229" y="14734"/>
                    <a:pt x="7212" y="14807"/>
                  </a:cubicBezTo>
                  <a:cubicBezTo>
                    <a:pt x="7155" y="15005"/>
                    <a:pt x="7088" y="15203"/>
                    <a:pt x="7008" y="15372"/>
                  </a:cubicBezTo>
                  <a:cubicBezTo>
                    <a:pt x="6754" y="15908"/>
                    <a:pt x="6370" y="16377"/>
                    <a:pt x="5873" y="16699"/>
                  </a:cubicBezTo>
                  <a:cubicBezTo>
                    <a:pt x="5184" y="17151"/>
                    <a:pt x="4354" y="17303"/>
                    <a:pt x="3547" y="17303"/>
                  </a:cubicBezTo>
                  <a:lnTo>
                    <a:pt x="141" y="17303"/>
                  </a:lnTo>
                  <a:cubicBezTo>
                    <a:pt x="62" y="17303"/>
                    <a:pt x="0" y="17365"/>
                    <a:pt x="0" y="17445"/>
                  </a:cubicBezTo>
                  <a:lnTo>
                    <a:pt x="0" y="18941"/>
                  </a:lnTo>
                  <a:cubicBezTo>
                    <a:pt x="0" y="19015"/>
                    <a:pt x="62" y="19082"/>
                    <a:pt x="141" y="19082"/>
                  </a:cubicBezTo>
                  <a:lnTo>
                    <a:pt x="7607" y="19082"/>
                  </a:lnTo>
                  <a:cubicBezTo>
                    <a:pt x="7681" y="19082"/>
                    <a:pt x="7748" y="19015"/>
                    <a:pt x="7748" y="18941"/>
                  </a:cubicBezTo>
                  <a:lnTo>
                    <a:pt x="7748" y="17365"/>
                  </a:lnTo>
                  <a:lnTo>
                    <a:pt x="7748" y="14869"/>
                  </a:lnTo>
                  <a:lnTo>
                    <a:pt x="7748" y="14403"/>
                  </a:lnTo>
                  <a:lnTo>
                    <a:pt x="7748" y="14403"/>
                  </a:lnTo>
                  <a:cubicBezTo>
                    <a:pt x="8791" y="14194"/>
                    <a:pt x="9755" y="13651"/>
                    <a:pt x="10476" y="12870"/>
                  </a:cubicBezTo>
                  <a:cubicBezTo>
                    <a:pt x="11233" y="12051"/>
                    <a:pt x="11701" y="10995"/>
                    <a:pt x="11803" y="9888"/>
                  </a:cubicBezTo>
                  <a:cubicBezTo>
                    <a:pt x="11833" y="9551"/>
                    <a:pt x="11828" y="9214"/>
                    <a:pt x="11826" y="8872"/>
                  </a:cubicBezTo>
                  <a:lnTo>
                    <a:pt x="11826" y="8872"/>
                  </a:lnTo>
                  <a:cubicBezTo>
                    <a:pt x="11971" y="8873"/>
                    <a:pt x="12116" y="8874"/>
                    <a:pt x="12261" y="8874"/>
                  </a:cubicBezTo>
                  <a:cubicBezTo>
                    <a:pt x="12357" y="8874"/>
                    <a:pt x="12453" y="8874"/>
                    <a:pt x="12549" y="8872"/>
                  </a:cubicBezTo>
                  <a:cubicBezTo>
                    <a:pt x="12983" y="8872"/>
                    <a:pt x="13384" y="8601"/>
                    <a:pt x="13441" y="8149"/>
                  </a:cubicBezTo>
                  <a:cubicBezTo>
                    <a:pt x="13474" y="7895"/>
                    <a:pt x="13361" y="7646"/>
                    <a:pt x="13166" y="7477"/>
                  </a:cubicBezTo>
                  <a:lnTo>
                    <a:pt x="13166" y="7477"/>
                  </a:lnTo>
                  <a:cubicBezTo>
                    <a:pt x="13162" y="7473"/>
                    <a:pt x="13157" y="7469"/>
                    <a:pt x="13153" y="7466"/>
                  </a:cubicBezTo>
                  <a:lnTo>
                    <a:pt x="13153" y="7466"/>
                  </a:lnTo>
                  <a:cubicBezTo>
                    <a:pt x="13153" y="7466"/>
                    <a:pt x="13153" y="7466"/>
                    <a:pt x="13153" y="7466"/>
                  </a:cubicBezTo>
                  <a:cubicBezTo>
                    <a:pt x="13151" y="7464"/>
                    <a:pt x="13149" y="7463"/>
                    <a:pt x="13148" y="7462"/>
                  </a:cubicBezTo>
                  <a:lnTo>
                    <a:pt x="13148" y="7462"/>
                  </a:lnTo>
                  <a:cubicBezTo>
                    <a:pt x="12711" y="7112"/>
                    <a:pt x="12268" y="6762"/>
                    <a:pt x="11826" y="6413"/>
                  </a:cubicBezTo>
                  <a:lnTo>
                    <a:pt x="11826" y="6413"/>
                  </a:lnTo>
                  <a:lnTo>
                    <a:pt x="11826" y="4840"/>
                  </a:lnTo>
                  <a:cubicBezTo>
                    <a:pt x="11826" y="4461"/>
                    <a:pt x="11837" y="4083"/>
                    <a:pt x="11797" y="3705"/>
                  </a:cubicBezTo>
                  <a:cubicBezTo>
                    <a:pt x="11724" y="2999"/>
                    <a:pt x="11504" y="2304"/>
                    <a:pt x="11131" y="1694"/>
                  </a:cubicBezTo>
                  <a:cubicBezTo>
                    <a:pt x="10708" y="1011"/>
                    <a:pt x="10137" y="435"/>
                    <a:pt x="9448" y="23"/>
                  </a:cubicBezTo>
                  <a:cubicBezTo>
                    <a:pt x="9423" y="7"/>
                    <a:pt x="9397" y="0"/>
                    <a:pt x="9374"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3" name="Google Shape;783;p30"/>
            <p:cNvSpPr/>
            <p:nvPr/>
          </p:nvSpPr>
          <p:spPr>
            <a:xfrm>
              <a:off x="4214400" y="3119725"/>
              <a:ext cx="583975" cy="458800"/>
            </a:xfrm>
            <a:custGeom>
              <a:avLst/>
              <a:gdLst/>
              <a:ahLst/>
              <a:cxnLst/>
              <a:rect l="l" t="t" r="r" b="b"/>
              <a:pathLst>
                <a:path w="23359" h="18352" extrusionOk="0">
                  <a:moveTo>
                    <a:pt x="10827" y="285"/>
                  </a:moveTo>
                  <a:cubicBezTo>
                    <a:pt x="10889" y="285"/>
                    <a:pt x="10951" y="286"/>
                    <a:pt x="11013" y="286"/>
                  </a:cubicBezTo>
                  <a:lnTo>
                    <a:pt x="17683" y="286"/>
                  </a:lnTo>
                  <a:cubicBezTo>
                    <a:pt x="18029" y="286"/>
                    <a:pt x="18378" y="293"/>
                    <a:pt x="18728" y="293"/>
                  </a:cubicBezTo>
                  <a:cubicBezTo>
                    <a:pt x="18902" y="293"/>
                    <a:pt x="19078" y="291"/>
                    <a:pt x="19253" y="286"/>
                  </a:cubicBezTo>
                  <a:lnTo>
                    <a:pt x="19275" y="286"/>
                  </a:lnTo>
                  <a:cubicBezTo>
                    <a:pt x="19279" y="286"/>
                    <a:pt x="19282" y="286"/>
                    <a:pt x="19286" y="286"/>
                  </a:cubicBezTo>
                  <a:cubicBezTo>
                    <a:pt x="19288" y="286"/>
                    <a:pt x="19291" y="286"/>
                    <a:pt x="19293" y="286"/>
                  </a:cubicBezTo>
                  <a:lnTo>
                    <a:pt x="19293" y="286"/>
                  </a:lnTo>
                  <a:cubicBezTo>
                    <a:pt x="19350" y="287"/>
                    <a:pt x="19412" y="292"/>
                    <a:pt x="19473" y="297"/>
                  </a:cubicBezTo>
                  <a:cubicBezTo>
                    <a:pt x="19535" y="303"/>
                    <a:pt x="19597" y="314"/>
                    <a:pt x="19659" y="319"/>
                  </a:cubicBezTo>
                  <a:cubicBezTo>
                    <a:pt x="19669" y="319"/>
                    <a:pt x="19674" y="319"/>
                    <a:pt x="19682" y="323"/>
                  </a:cubicBezTo>
                  <a:lnTo>
                    <a:pt x="19682" y="323"/>
                  </a:lnTo>
                  <a:cubicBezTo>
                    <a:pt x="19681" y="323"/>
                    <a:pt x="19680" y="323"/>
                    <a:pt x="19679" y="323"/>
                  </a:cubicBezTo>
                  <a:cubicBezTo>
                    <a:pt x="19676" y="323"/>
                    <a:pt x="19676" y="323"/>
                    <a:pt x="19687" y="325"/>
                  </a:cubicBezTo>
                  <a:cubicBezTo>
                    <a:pt x="19704" y="325"/>
                    <a:pt x="19721" y="331"/>
                    <a:pt x="19738" y="331"/>
                  </a:cubicBezTo>
                  <a:cubicBezTo>
                    <a:pt x="19783" y="336"/>
                    <a:pt x="19829" y="342"/>
                    <a:pt x="19868" y="353"/>
                  </a:cubicBezTo>
                  <a:cubicBezTo>
                    <a:pt x="20286" y="421"/>
                    <a:pt x="20732" y="545"/>
                    <a:pt x="21099" y="698"/>
                  </a:cubicBezTo>
                  <a:cubicBezTo>
                    <a:pt x="21579" y="901"/>
                    <a:pt x="22020" y="1178"/>
                    <a:pt x="22364" y="1568"/>
                  </a:cubicBezTo>
                  <a:cubicBezTo>
                    <a:pt x="22754" y="2002"/>
                    <a:pt x="22986" y="2567"/>
                    <a:pt x="23042" y="3160"/>
                  </a:cubicBezTo>
                  <a:cubicBezTo>
                    <a:pt x="23117" y="3968"/>
                    <a:pt x="22932" y="4783"/>
                    <a:pt x="22647" y="5546"/>
                  </a:cubicBezTo>
                  <a:lnTo>
                    <a:pt x="22647" y="5546"/>
                  </a:lnTo>
                  <a:cubicBezTo>
                    <a:pt x="22647" y="5352"/>
                    <a:pt x="22647" y="5157"/>
                    <a:pt x="22647" y="4962"/>
                  </a:cubicBezTo>
                  <a:cubicBezTo>
                    <a:pt x="22641" y="3906"/>
                    <a:pt x="22297" y="2866"/>
                    <a:pt x="21658" y="2025"/>
                  </a:cubicBezTo>
                  <a:cubicBezTo>
                    <a:pt x="21280" y="1528"/>
                    <a:pt x="20806" y="1104"/>
                    <a:pt x="20269" y="783"/>
                  </a:cubicBezTo>
                  <a:cubicBezTo>
                    <a:pt x="20244" y="767"/>
                    <a:pt x="20218" y="760"/>
                    <a:pt x="20195" y="760"/>
                  </a:cubicBezTo>
                  <a:cubicBezTo>
                    <a:pt x="20098" y="760"/>
                    <a:pt x="20027" y="875"/>
                    <a:pt x="20077" y="975"/>
                  </a:cubicBezTo>
                  <a:cubicBezTo>
                    <a:pt x="20501" y="1822"/>
                    <a:pt x="20727" y="2804"/>
                    <a:pt x="20540" y="3747"/>
                  </a:cubicBezTo>
                  <a:cubicBezTo>
                    <a:pt x="20297" y="5007"/>
                    <a:pt x="19383" y="6074"/>
                    <a:pt x="18208" y="6565"/>
                  </a:cubicBezTo>
                  <a:cubicBezTo>
                    <a:pt x="17581" y="6820"/>
                    <a:pt x="16903" y="6938"/>
                    <a:pt x="16231" y="6966"/>
                  </a:cubicBezTo>
                  <a:cubicBezTo>
                    <a:pt x="15796" y="6978"/>
                    <a:pt x="15390" y="7181"/>
                    <a:pt x="15164" y="7559"/>
                  </a:cubicBezTo>
                  <a:cubicBezTo>
                    <a:pt x="14797" y="8158"/>
                    <a:pt x="14887" y="8943"/>
                    <a:pt x="15266" y="9513"/>
                  </a:cubicBezTo>
                  <a:cubicBezTo>
                    <a:pt x="15395" y="9711"/>
                    <a:pt x="15554" y="9875"/>
                    <a:pt x="15740" y="10027"/>
                  </a:cubicBezTo>
                  <a:cubicBezTo>
                    <a:pt x="16011" y="10259"/>
                    <a:pt x="16271" y="10502"/>
                    <a:pt x="16514" y="10761"/>
                  </a:cubicBezTo>
                  <a:cubicBezTo>
                    <a:pt x="17316" y="11603"/>
                    <a:pt x="18067" y="12659"/>
                    <a:pt x="18225" y="13839"/>
                  </a:cubicBezTo>
                  <a:cubicBezTo>
                    <a:pt x="18264" y="14155"/>
                    <a:pt x="18264" y="14477"/>
                    <a:pt x="18202" y="14794"/>
                  </a:cubicBezTo>
                  <a:cubicBezTo>
                    <a:pt x="18174" y="14935"/>
                    <a:pt x="18118" y="15076"/>
                    <a:pt x="18101" y="15217"/>
                  </a:cubicBezTo>
                  <a:cubicBezTo>
                    <a:pt x="18101" y="15219"/>
                    <a:pt x="18101" y="15221"/>
                    <a:pt x="18101" y="15223"/>
                  </a:cubicBezTo>
                  <a:lnTo>
                    <a:pt x="18101" y="15223"/>
                  </a:lnTo>
                  <a:cubicBezTo>
                    <a:pt x="18101" y="15223"/>
                    <a:pt x="18101" y="15223"/>
                    <a:pt x="18101" y="15223"/>
                  </a:cubicBezTo>
                  <a:cubicBezTo>
                    <a:pt x="18101" y="15240"/>
                    <a:pt x="18095" y="15257"/>
                    <a:pt x="18095" y="15274"/>
                  </a:cubicBezTo>
                  <a:cubicBezTo>
                    <a:pt x="18089" y="15319"/>
                    <a:pt x="18078" y="15358"/>
                    <a:pt x="18067" y="15403"/>
                  </a:cubicBezTo>
                  <a:cubicBezTo>
                    <a:pt x="18044" y="15528"/>
                    <a:pt x="18010" y="15646"/>
                    <a:pt x="17971" y="15765"/>
                  </a:cubicBezTo>
                  <a:cubicBezTo>
                    <a:pt x="17728" y="16516"/>
                    <a:pt x="17208" y="17188"/>
                    <a:pt x="16497" y="17583"/>
                  </a:cubicBezTo>
                  <a:cubicBezTo>
                    <a:pt x="15949" y="17883"/>
                    <a:pt x="15328" y="18018"/>
                    <a:pt x="14712" y="18052"/>
                  </a:cubicBezTo>
                  <a:cubicBezTo>
                    <a:pt x="14529" y="18062"/>
                    <a:pt x="14346" y="18064"/>
                    <a:pt x="14164" y="18064"/>
                  </a:cubicBezTo>
                  <a:cubicBezTo>
                    <a:pt x="14043" y="18064"/>
                    <a:pt x="13923" y="18063"/>
                    <a:pt x="13803" y="18063"/>
                  </a:cubicBezTo>
                  <a:lnTo>
                    <a:pt x="4720" y="18063"/>
                  </a:lnTo>
                  <a:cubicBezTo>
                    <a:pt x="4700" y="18046"/>
                    <a:pt x="4676" y="18034"/>
                    <a:pt x="4647" y="18034"/>
                  </a:cubicBezTo>
                  <a:cubicBezTo>
                    <a:pt x="4642" y="18034"/>
                    <a:pt x="4637" y="18034"/>
                    <a:pt x="4632" y="18035"/>
                  </a:cubicBezTo>
                  <a:cubicBezTo>
                    <a:pt x="4493" y="18051"/>
                    <a:pt x="4355" y="18060"/>
                    <a:pt x="4217" y="18060"/>
                  </a:cubicBezTo>
                  <a:cubicBezTo>
                    <a:pt x="3639" y="18060"/>
                    <a:pt x="3069" y="17917"/>
                    <a:pt x="2553" y="17634"/>
                  </a:cubicBezTo>
                  <a:cubicBezTo>
                    <a:pt x="1960" y="17301"/>
                    <a:pt x="1469" y="16810"/>
                    <a:pt x="1119" y="16228"/>
                  </a:cubicBezTo>
                  <a:cubicBezTo>
                    <a:pt x="334" y="14918"/>
                    <a:pt x="278" y="13212"/>
                    <a:pt x="983" y="11857"/>
                  </a:cubicBezTo>
                  <a:cubicBezTo>
                    <a:pt x="1317" y="11208"/>
                    <a:pt x="1825" y="10643"/>
                    <a:pt x="2452" y="10264"/>
                  </a:cubicBezTo>
                  <a:cubicBezTo>
                    <a:pt x="2632" y="10157"/>
                    <a:pt x="2808" y="10061"/>
                    <a:pt x="2977" y="9937"/>
                  </a:cubicBezTo>
                  <a:cubicBezTo>
                    <a:pt x="3649" y="9440"/>
                    <a:pt x="4208" y="8807"/>
                    <a:pt x="4694" y="8135"/>
                  </a:cubicBezTo>
                  <a:cubicBezTo>
                    <a:pt x="5095" y="7576"/>
                    <a:pt x="5445" y="6989"/>
                    <a:pt x="5755" y="6379"/>
                  </a:cubicBezTo>
                  <a:cubicBezTo>
                    <a:pt x="5942" y="6012"/>
                    <a:pt x="6117" y="5639"/>
                    <a:pt x="6275" y="5261"/>
                  </a:cubicBezTo>
                  <a:cubicBezTo>
                    <a:pt x="6456" y="4826"/>
                    <a:pt x="6653" y="4386"/>
                    <a:pt x="6772" y="3934"/>
                  </a:cubicBezTo>
                  <a:cubicBezTo>
                    <a:pt x="6829" y="3715"/>
                    <a:pt x="6911" y="3510"/>
                    <a:pt x="6981" y="3302"/>
                  </a:cubicBezTo>
                  <a:lnTo>
                    <a:pt x="6981" y="3302"/>
                  </a:lnTo>
                  <a:cubicBezTo>
                    <a:pt x="6983" y="3298"/>
                    <a:pt x="6985" y="3294"/>
                    <a:pt x="6987" y="3290"/>
                  </a:cubicBezTo>
                  <a:cubicBezTo>
                    <a:pt x="7308" y="2545"/>
                    <a:pt x="7783" y="1867"/>
                    <a:pt x="8376" y="1319"/>
                  </a:cubicBezTo>
                  <a:cubicBezTo>
                    <a:pt x="8952" y="799"/>
                    <a:pt x="9669" y="382"/>
                    <a:pt x="10454" y="303"/>
                  </a:cubicBezTo>
                  <a:cubicBezTo>
                    <a:pt x="10578" y="287"/>
                    <a:pt x="10703" y="285"/>
                    <a:pt x="10827" y="285"/>
                  </a:cubicBezTo>
                  <a:close/>
                  <a:moveTo>
                    <a:pt x="19155" y="1"/>
                  </a:moveTo>
                  <a:cubicBezTo>
                    <a:pt x="19074" y="1"/>
                    <a:pt x="18993" y="3"/>
                    <a:pt x="18914" y="3"/>
                  </a:cubicBezTo>
                  <a:lnTo>
                    <a:pt x="10742" y="3"/>
                  </a:lnTo>
                  <a:cubicBezTo>
                    <a:pt x="9127" y="9"/>
                    <a:pt x="7760" y="1263"/>
                    <a:pt x="7009" y="2601"/>
                  </a:cubicBezTo>
                  <a:cubicBezTo>
                    <a:pt x="6916" y="2776"/>
                    <a:pt x="6829" y="2951"/>
                    <a:pt x="6751" y="3131"/>
                  </a:cubicBezTo>
                  <a:lnTo>
                    <a:pt x="6751" y="3131"/>
                  </a:lnTo>
                  <a:cubicBezTo>
                    <a:pt x="6741" y="3144"/>
                    <a:pt x="6733" y="3159"/>
                    <a:pt x="6727" y="3177"/>
                  </a:cubicBezTo>
                  <a:cubicBezTo>
                    <a:pt x="6653" y="3409"/>
                    <a:pt x="6557" y="3640"/>
                    <a:pt x="6495" y="3877"/>
                  </a:cubicBezTo>
                  <a:cubicBezTo>
                    <a:pt x="6428" y="4114"/>
                    <a:pt x="6332" y="4346"/>
                    <a:pt x="6247" y="4578"/>
                  </a:cubicBezTo>
                  <a:cubicBezTo>
                    <a:pt x="6083" y="4995"/>
                    <a:pt x="5908" y="5408"/>
                    <a:pt x="5722" y="5814"/>
                  </a:cubicBezTo>
                  <a:cubicBezTo>
                    <a:pt x="5405" y="6475"/>
                    <a:pt x="5050" y="7119"/>
                    <a:pt x="4637" y="7723"/>
                  </a:cubicBezTo>
                  <a:cubicBezTo>
                    <a:pt x="4338" y="8164"/>
                    <a:pt x="4010" y="8582"/>
                    <a:pt x="3643" y="8966"/>
                  </a:cubicBezTo>
                  <a:cubicBezTo>
                    <a:pt x="3508" y="9107"/>
                    <a:pt x="3367" y="9248"/>
                    <a:pt x="3220" y="9378"/>
                  </a:cubicBezTo>
                  <a:cubicBezTo>
                    <a:pt x="3158" y="9434"/>
                    <a:pt x="3096" y="9485"/>
                    <a:pt x="3028" y="9542"/>
                  </a:cubicBezTo>
                  <a:cubicBezTo>
                    <a:pt x="3000" y="9564"/>
                    <a:pt x="2971" y="9587"/>
                    <a:pt x="2943" y="9609"/>
                  </a:cubicBezTo>
                  <a:cubicBezTo>
                    <a:pt x="2904" y="9643"/>
                    <a:pt x="2921" y="9626"/>
                    <a:pt x="2881" y="9660"/>
                  </a:cubicBezTo>
                  <a:cubicBezTo>
                    <a:pt x="2728" y="9773"/>
                    <a:pt x="2576" y="9875"/>
                    <a:pt x="2412" y="9965"/>
                  </a:cubicBezTo>
                  <a:cubicBezTo>
                    <a:pt x="1752" y="10327"/>
                    <a:pt x="1209" y="10886"/>
                    <a:pt x="837" y="11535"/>
                  </a:cubicBezTo>
                  <a:cubicBezTo>
                    <a:pt x="46" y="12896"/>
                    <a:pt x="1" y="14635"/>
                    <a:pt x="701" y="16047"/>
                  </a:cubicBezTo>
                  <a:cubicBezTo>
                    <a:pt x="1322" y="17312"/>
                    <a:pt x="2553" y="18250"/>
                    <a:pt x="3982" y="18340"/>
                  </a:cubicBezTo>
                  <a:cubicBezTo>
                    <a:pt x="4041" y="18343"/>
                    <a:pt x="4100" y="18345"/>
                    <a:pt x="4158" y="18345"/>
                  </a:cubicBezTo>
                  <a:cubicBezTo>
                    <a:pt x="4295" y="18345"/>
                    <a:pt x="4429" y="18337"/>
                    <a:pt x="4564" y="18324"/>
                  </a:cubicBezTo>
                  <a:lnTo>
                    <a:pt x="4564" y="18324"/>
                  </a:lnTo>
                  <a:cubicBezTo>
                    <a:pt x="4584" y="18338"/>
                    <a:pt x="4608" y="18346"/>
                    <a:pt x="4637" y="18346"/>
                  </a:cubicBezTo>
                  <a:lnTo>
                    <a:pt x="13137" y="18346"/>
                  </a:lnTo>
                  <a:cubicBezTo>
                    <a:pt x="13428" y="18346"/>
                    <a:pt x="13723" y="18352"/>
                    <a:pt x="14018" y="18352"/>
                  </a:cubicBezTo>
                  <a:cubicBezTo>
                    <a:pt x="14609" y="18352"/>
                    <a:pt x="15200" y="18327"/>
                    <a:pt x="15768" y="18176"/>
                  </a:cubicBezTo>
                  <a:cubicBezTo>
                    <a:pt x="16717" y="17917"/>
                    <a:pt x="17530" y="17312"/>
                    <a:pt x="17993" y="16437"/>
                  </a:cubicBezTo>
                  <a:cubicBezTo>
                    <a:pt x="18140" y="16160"/>
                    <a:pt x="18247" y="15867"/>
                    <a:pt x="18321" y="15562"/>
                  </a:cubicBezTo>
                  <a:cubicBezTo>
                    <a:pt x="18343" y="15477"/>
                    <a:pt x="18360" y="15392"/>
                    <a:pt x="18372" y="15302"/>
                  </a:cubicBezTo>
                  <a:cubicBezTo>
                    <a:pt x="18383" y="15228"/>
                    <a:pt x="18394" y="15183"/>
                    <a:pt x="18411" y="15132"/>
                  </a:cubicBezTo>
                  <a:cubicBezTo>
                    <a:pt x="18778" y="13867"/>
                    <a:pt x="18259" y="12569"/>
                    <a:pt x="17525" y="11546"/>
                  </a:cubicBezTo>
                  <a:cubicBezTo>
                    <a:pt x="17056" y="10880"/>
                    <a:pt x="16491" y="10287"/>
                    <a:pt x="15864" y="9767"/>
                  </a:cubicBezTo>
                  <a:cubicBezTo>
                    <a:pt x="15604" y="9553"/>
                    <a:pt x="15395" y="9254"/>
                    <a:pt x="15294" y="8932"/>
                  </a:cubicBezTo>
                  <a:cubicBezTo>
                    <a:pt x="15113" y="8378"/>
                    <a:pt x="15232" y="7605"/>
                    <a:pt x="15813" y="7339"/>
                  </a:cubicBezTo>
                  <a:cubicBezTo>
                    <a:pt x="15887" y="7305"/>
                    <a:pt x="15966" y="7283"/>
                    <a:pt x="16045" y="7266"/>
                  </a:cubicBezTo>
                  <a:cubicBezTo>
                    <a:pt x="16062" y="7260"/>
                    <a:pt x="16084" y="7260"/>
                    <a:pt x="16101" y="7254"/>
                  </a:cubicBezTo>
                  <a:cubicBezTo>
                    <a:pt x="16109" y="7253"/>
                    <a:pt x="16112" y="7253"/>
                    <a:pt x="16113" y="7253"/>
                  </a:cubicBezTo>
                  <a:cubicBezTo>
                    <a:pt x="16116" y="7253"/>
                    <a:pt x="16103" y="7256"/>
                    <a:pt x="16107" y="7256"/>
                  </a:cubicBezTo>
                  <a:cubicBezTo>
                    <a:pt x="16108" y="7256"/>
                    <a:pt x="16111" y="7256"/>
                    <a:pt x="16118" y="7254"/>
                  </a:cubicBezTo>
                  <a:cubicBezTo>
                    <a:pt x="16158" y="7249"/>
                    <a:pt x="16192" y="7249"/>
                    <a:pt x="16231" y="7249"/>
                  </a:cubicBezTo>
                  <a:cubicBezTo>
                    <a:pt x="16232" y="7249"/>
                    <a:pt x="16232" y="7249"/>
                    <a:pt x="16233" y="7249"/>
                  </a:cubicBezTo>
                  <a:lnTo>
                    <a:pt x="16233" y="7249"/>
                  </a:lnTo>
                  <a:cubicBezTo>
                    <a:pt x="17514" y="7192"/>
                    <a:pt x="18824" y="6819"/>
                    <a:pt x="19733" y="5859"/>
                  </a:cubicBezTo>
                  <a:cubicBezTo>
                    <a:pt x="20213" y="5357"/>
                    <a:pt x="20580" y="4736"/>
                    <a:pt x="20760" y="4058"/>
                  </a:cubicBezTo>
                  <a:cubicBezTo>
                    <a:pt x="20907" y="3499"/>
                    <a:pt x="20919" y="2917"/>
                    <a:pt x="20828" y="2347"/>
                  </a:cubicBezTo>
                  <a:cubicBezTo>
                    <a:pt x="20767" y="1986"/>
                    <a:pt x="20663" y="1635"/>
                    <a:pt x="20529" y="1298"/>
                  </a:cubicBezTo>
                  <a:lnTo>
                    <a:pt x="20529" y="1298"/>
                  </a:lnTo>
                  <a:cubicBezTo>
                    <a:pt x="21237" y="1835"/>
                    <a:pt x="21783" y="2567"/>
                    <a:pt x="22093" y="3409"/>
                  </a:cubicBezTo>
                  <a:cubicBezTo>
                    <a:pt x="22274" y="3900"/>
                    <a:pt x="22364" y="4431"/>
                    <a:pt x="22364" y="4956"/>
                  </a:cubicBezTo>
                  <a:cubicBezTo>
                    <a:pt x="22364" y="5159"/>
                    <a:pt x="22364" y="5363"/>
                    <a:pt x="22364" y="5560"/>
                  </a:cubicBezTo>
                  <a:lnTo>
                    <a:pt x="22364" y="6260"/>
                  </a:lnTo>
                  <a:cubicBezTo>
                    <a:pt x="22364" y="6342"/>
                    <a:pt x="22445" y="6402"/>
                    <a:pt x="22521" y="6402"/>
                  </a:cubicBezTo>
                  <a:cubicBezTo>
                    <a:pt x="22565" y="6402"/>
                    <a:pt x="22607" y="6382"/>
                    <a:pt x="22630" y="6334"/>
                  </a:cubicBezTo>
                  <a:cubicBezTo>
                    <a:pt x="23031" y="5425"/>
                    <a:pt x="23358" y="4442"/>
                    <a:pt x="23341" y="3442"/>
                  </a:cubicBezTo>
                  <a:cubicBezTo>
                    <a:pt x="23324" y="2782"/>
                    <a:pt x="23144" y="2121"/>
                    <a:pt x="22743" y="1584"/>
                  </a:cubicBezTo>
                  <a:cubicBezTo>
                    <a:pt x="22404" y="1138"/>
                    <a:pt x="21952" y="794"/>
                    <a:pt x="21449" y="545"/>
                  </a:cubicBezTo>
                  <a:cubicBezTo>
                    <a:pt x="21020" y="342"/>
                    <a:pt x="20563" y="195"/>
                    <a:pt x="20094" y="105"/>
                  </a:cubicBezTo>
                  <a:cubicBezTo>
                    <a:pt x="19840" y="54"/>
                    <a:pt x="19563" y="9"/>
                    <a:pt x="19298" y="3"/>
                  </a:cubicBezTo>
                  <a:lnTo>
                    <a:pt x="19275" y="3"/>
                  </a:lnTo>
                  <a:cubicBezTo>
                    <a:pt x="19236" y="1"/>
                    <a:pt x="19196" y="1"/>
                    <a:pt x="19155"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4" name="Google Shape;784;p30"/>
            <p:cNvSpPr/>
            <p:nvPr/>
          </p:nvSpPr>
          <p:spPr>
            <a:xfrm>
              <a:off x="4769675" y="3210750"/>
              <a:ext cx="8075" cy="10675"/>
            </a:xfrm>
            <a:custGeom>
              <a:avLst/>
              <a:gdLst/>
              <a:ahLst/>
              <a:cxnLst/>
              <a:rect l="l" t="t" r="r" b="b"/>
              <a:pathLst>
                <a:path w="323" h="427" extrusionOk="0">
                  <a:moveTo>
                    <a:pt x="136" y="1"/>
                  </a:moveTo>
                  <a:cubicBezTo>
                    <a:pt x="126" y="1"/>
                    <a:pt x="117" y="2"/>
                    <a:pt x="108" y="5"/>
                  </a:cubicBezTo>
                  <a:cubicBezTo>
                    <a:pt x="97" y="10"/>
                    <a:pt x="86" y="16"/>
                    <a:pt x="74" y="22"/>
                  </a:cubicBezTo>
                  <a:cubicBezTo>
                    <a:pt x="52" y="33"/>
                    <a:pt x="35" y="50"/>
                    <a:pt x="23" y="73"/>
                  </a:cubicBezTo>
                  <a:lnTo>
                    <a:pt x="6" y="106"/>
                  </a:lnTo>
                  <a:cubicBezTo>
                    <a:pt x="1" y="129"/>
                    <a:pt x="1" y="157"/>
                    <a:pt x="6" y="180"/>
                  </a:cubicBezTo>
                  <a:cubicBezTo>
                    <a:pt x="23" y="231"/>
                    <a:pt x="35" y="276"/>
                    <a:pt x="40" y="321"/>
                  </a:cubicBezTo>
                  <a:cubicBezTo>
                    <a:pt x="46" y="344"/>
                    <a:pt x="57" y="361"/>
                    <a:pt x="69" y="372"/>
                  </a:cubicBezTo>
                  <a:cubicBezTo>
                    <a:pt x="80" y="389"/>
                    <a:pt x="91" y="400"/>
                    <a:pt x="108" y="406"/>
                  </a:cubicBezTo>
                  <a:cubicBezTo>
                    <a:pt x="125" y="417"/>
                    <a:pt x="142" y="423"/>
                    <a:pt x="159" y="423"/>
                  </a:cubicBezTo>
                  <a:cubicBezTo>
                    <a:pt x="170" y="425"/>
                    <a:pt x="180" y="427"/>
                    <a:pt x="189" y="427"/>
                  </a:cubicBezTo>
                  <a:cubicBezTo>
                    <a:pt x="198" y="427"/>
                    <a:pt x="207" y="425"/>
                    <a:pt x="215" y="423"/>
                  </a:cubicBezTo>
                  <a:cubicBezTo>
                    <a:pt x="227" y="417"/>
                    <a:pt x="238" y="411"/>
                    <a:pt x="249" y="406"/>
                  </a:cubicBezTo>
                  <a:cubicBezTo>
                    <a:pt x="272" y="394"/>
                    <a:pt x="289" y="377"/>
                    <a:pt x="300" y="355"/>
                  </a:cubicBezTo>
                  <a:lnTo>
                    <a:pt x="317" y="321"/>
                  </a:lnTo>
                  <a:cubicBezTo>
                    <a:pt x="323" y="298"/>
                    <a:pt x="323" y="276"/>
                    <a:pt x="317" y="248"/>
                  </a:cubicBezTo>
                  <a:cubicBezTo>
                    <a:pt x="306" y="202"/>
                    <a:pt x="294" y="152"/>
                    <a:pt x="283" y="106"/>
                  </a:cubicBezTo>
                  <a:cubicBezTo>
                    <a:pt x="278" y="89"/>
                    <a:pt x="266" y="73"/>
                    <a:pt x="255" y="56"/>
                  </a:cubicBezTo>
                  <a:cubicBezTo>
                    <a:pt x="244" y="44"/>
                    <a:pt x="232" y="33"/>
                    <a:pt x="215" y="22"/>
                  </a:cubicBezTo>
                  <a:cubicBezTo>
                    <a:pt x="198" y="10"/>
                    <a:pt x="182" y="5"/>
                    <a:pt x="165" y="5"/>
                  </a:cubicBezTo>
                  <a:cubicBezTo>
                    <a:pt x="156" y="2"/>
                    <a:pt x="146" y="1"/>
                    <a:pt x="136"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5" name="Google Shape;785;p30"/>
            <p:cNvSpPr/>
            <p:nvPr/>
          </p:nvSpPr>
          <p:spPr>
            <a:xfrm>
              <a:off x="4772800" y="3228450"/>
              <a:ext cx="7500" cy="9950"/>
            </a:xfrm>
            <a:custGeom>
              <a:avLst/>
              <a:gdLst/>
              <a:ahLst/>
              <a:cxnLst/>
              <a:rect l="l" t="t" r="r" b="b"/>
              <a:pathLst>
                <a:path w="300" h="398" extrusionOk="0">
                  <a:moveTo>
                    <a:pt x="158" y="0"/>
                  </a:moveTo>
                  <a:cubicBezTo>
                    <a:pt x="153" y="0"/>
                    <a:pt x="147" y="1"/>
                    <a:pt x="141" y="3"/>
                  </a:cubicBezTo>
                  <a:lnTo>
                    <a:pt x="107" y="3"/>
                  </a:lnTo>
                  <a:cubicBezTo>
                    <a:pt x="85" y="14"/>
                    <a:pt x="62" y="25"/>
                    <a:pt x="45" y="42"/>
                  </a:cubicBezTo>
                  <a:cubicBezTo>
                    <a:pt x="34" y="53"/>
                    <a:pt x="28" y="59"/>
                    <a:pt x="23" y="70"/>
                  </a:cubicBezTo>
                  <a:cubicBezTo>
                    <a:pt x="11" y="93"/>
                    <a:pt x="0" y="116"/>
                    <a:pt x="0" y="144"/>
                  </a:cubicBezTo>
                  <a:cubicBezTo>
                    <a:pt x="6" y="178"/>
                    <a:pt x="11" y="217"/>
                    <a:pt x="17" y="257"/>
                  </a:cubicBezTo>
                  <a:cubicBezTo>
                    <a:pt x="11" y="274"/>
                    <a:pt x="17" y="296"/>
                    <a:pt x="28" y="313"/>
                  </a:cubicBezTo>
                  <a:cubicBezTo>
                    <a:pt x="34" y="330"/>
                    <a:pt x="40" y="342"/>
                    <a:pt x="57" y="358"/>
                  </a:cubicBezTo>
                  <a:cubicBezTo>
                    <a:pt x="68" y="370"/>
                    <a:pt x="85" y="381"/>
                    <a:pt x="102" y="387"/>
                  </a:cubicBezTo>
                  <a:cubicBezTo>
                    <a:pt x="119" y="392"/>
                    <a:pt x="136" y="398"/>
                    <a:pt x="158" y="398"/>
                  </a:cubicBezTo>
                  <a:lnTo>
                    <a:pt x="192" y="392"/>
                  </a:lnTo>
                  <a:cubicBezTo>
                    <a:pt x="215" y="387"/>
                    <a:pt x="237" y="375"/>
                    <a:pt x="254" y="358"/>
                  </a:cubicBezTo>
                  <a:cubicBezTo>
                    <a:pt x="266" y="347"/>
                    <a:pt x="271" y="336"/>
                    <a:pt x="277" y="330"/>
                  </a:cubicBezTo>
                  <a:cubicBezTo>
                    <a:pt x="288" y="308"/>
                    <a:pt x="299" y="285"/>
                    <a:pt x="299" y="257"/>
                  </a:cubicBezTo>
                  <a:cubicBezTo>
                    <a:pt x="294" y="217"/>
                    <a:pt x="288" y="178"/>
                    <a:pt x="282" y="144"/>
                  </a:cubicBezTo>
                  <a:cubicBezTo>
                    <a:pt x="288" y="121"/>
                    <a:pt x="282" y="104"/>
                    <a:pt x="271" y="87"/>
                  </a:cubicBezTo>
                  <a:cubicBezTo>
                    <a:pt x="266" y="70"/>
                    <a:pt x="260" y="53"/>
                    <a:pt x="243" y="42"/>
                  </a:cubicBezTo>
                  <a:cubicBezTo>
                    <a:pt x="232" y="25"/>
                    <a:pt x="215" y="20"/>
                    <a:pt x="198" y="14"/>
                  </a:cubicBezTo>
                  <a:cubicBezTo>
                    <a:pt x="185" y="6"/>
                    <a:pt x="173" y="0"/>
                    <a:pt x="158"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6" name="Google Shape;786;p30"/>
            <p:cNvSpPr/>
            <p:nvPr/>
          </p:nvSpPr>
          <p:spPr>
            <a:xfrm>
              <a:off x="4771525" y="3219375"/>
              <a:ext cx="7775" cy="10425"/>
            </a:xfrm>
            <a:custGeom>
              <a:avLst/>
              <a:gdLst/>
              <a:ahLst/>
              <a:cxnLst/>
              <a:rect l="l" t="t" r="r" b="b"/>
              <a:pathLst>
                <a:path w="311" h="417" extrusionOk="0">
                  <a:moveTo>
                    <a:pt x="136" y="0"/>
                  </a:moveTo>
                  <a:cubicBezTo>
                    <a:pt x="126" y="0"/>
                    <a:pt x="116" y="1"/>
                    <a:pt x="108" y="4"/>
                  </a:cubicBezTo>
                  <a:cubicBezTo>
                    <a:pt x="96" y="10"/>
                    <a:pt x="85" y="16"/>
                    <a:pt x="74" y="21"/>
                  </a:cubicBezTo>
                  <a:cubicBezTo>
                    <a:pt x="51" y="32"/>
                    <a:pt x="34" y="49"/>
                    <a:pt x="23" y="72"/>
                  </a:cubicBezTo>
                  <a:lnTo>
                    <a:pt x="12" y="106"/>
                  </a:lnTo>
                  <a:cubicBezTo>
                    <a:pt x="0" y="128"/>
                    <a:pt x="0" y="151"/>
                    <a:pt x="12" y="179"/>
                  </a:cubicBezTo>
                  <a:cubicBezTo>
                    <a:pt x="17" y="224"/>
                    <a:pt x="23" y="270"/>
                    <a:pt x="34" y="315"/>
                  </a:cubicBezTo>
                  <a:cubicBezTo>
                    <a:pt x="34" y="332"/>
                    <a:pt x="45" y="349"/>
                    <a:pt x="57" y="360"/>
                  </a:cubicBezTo>
                  <a:cubicBezTo>
                    <a:pt x="68" y="377"/>
                    <a:pt x="79" y="388"/>
                    <a:pt x="96" y="400"/>
                  </a:cubicBezTo>
                  <a:cubicBezTo>
                    <a:pt x="113" y="411"/>
                    <a:pt x="130" y="416"/>
                    <a:pt x="147" y="416"/>
                  </a:cubicBezTo>
                  <a:cubicBezTo>
                    <a:pt x="170" y="416"/>
                    <a:pt x="187" y="416"/>
                    <a:pt x="204" y="411"/>
                  </a:cubicBezTo>
                  <a:cubicBezTo>
                    <a:pt x="215" y="405"/>
                    <a:pt x="226" y="405"/>
                    <a:pt x="237" y="400"/>
                  </a:cubicBezTo>
                  <a:cubicBezTo>
                    <a:pt x="260" y="388"/>
                    <a:pt x="277" y="371"/>
                    <a:pt x="288" y="349"/>
                  </a:cubicBezTo>
                  <a:lnTo>
                    <a:pt x="305" y="315"/>
                  </a:lnTo>
                  <a:cubicBezTo>
                    <a:pt x="311" y="287"/>
                    <a:pt x="311" y="264"/>
                    <a:pt x="305" y="236"/>
                  </a:cubicBezTo>
                  <a:cubicBezTo>
                    <a:pt x="300" y="191"/>
                    <a:pt x="288" y="145"/>
                    <a:pt x="283" y="106"/>
                  </a:cubicBezTo>
                  <a:cubicBezTo>
                    <a:pt x="277" y="83"/>
                    <a:pt x="266" y="66"/>
                    <a:pt x="254" y="55"/>
                  </a:cubicBezTo>
                  <a:cubicBezTo>
                    <a:pt x="243" y="38"/>
                    <a:pt x="232" y="27"/>
                    <a:pt x="215" y="21"/>
                  </a:cubicBezTo>
                  <a:cubicBezTo>
                    <a:pt x="198" y="10"/>
                    <a:pt x="181" y="4"/>
                    <a:pt x="164" y="4"/>
                  </a:cubicBezTo>
                  <a:cubicBezTo>
                    <a:pt x="156" y="1"/>
                    <a:pt x="146" y="0"/>
                    <a:pt x="136"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7" name="Google Shape;787;p30"/>
            <p:cNvSpPr/>
            <p:nvPr/>
          </p:nvSpPr>
          <p:spPr>
            <a:xfrm>
              <a:off x="4754425" y="3175975"/>
              <a:ext cx="10200" cy="11850"/>
            </a:xfrm>
            <a:custGeom>
              <a:avLst/>
              <a:gdLst/>
              <a:ahLst/>
              <a:cxnLst/>
              <a:rect l="l" t="t" r="r" b="b"/>
              <a:pathLst>
                <a:path w="408" h="474" extrusionOk="0">
                  <a:moveTo>
                    <a:pt x="125" y="1"/>
                  </a:moveTo>
                  <a:cubicBezTo>
                    <a:pt x="108" y="7"/>
                    <a:pt x="86" y="12"/>
                    <a:pt x="74" y="18"/>
                  </a:cubicBezTo>
                  <a:cubicBezTo>
                    <a:pt x="40" y="40"/>
                    <a:pt x="18" y="69"/>
                    <a:pt x="7" y="103"/>
                  </a:cubicBezTo>
                  <a:cubicBezTo>
                    <a:pt x="1" y="142"/>
                    <a:pt x="1" y="182"/>
                    <a:pt x="24" y="215"/>
                  </a:cubicBezTo>
                  <a:cubicBezTo>
                    <a:pt x="63" y="278"/>
                    <a:pt x="103" y="340"/>
                    <a:pt x="142" y="402"/>
                  </a:cubicBezTo>
                  <a:cubicBezTo>
                    <a:pt x="159" y="436"/>
                    <a:pt x="187" y="458"/>
                    <a:pt x="227" y="470"/>
                  </a:cubicBezTo>
                  <a:cubicBezTo>
                    <a:pt x="235" y="472"/>
                    <a:pt x="244" y="474"/>
                    <a:pt x="252" y="474"/>
                  </a:cubicBezTo>
                  <a:cubicBezTo>
                    <a:pt x="261" y="474"/>
                    <a:pt x="269" y="472"/>
                    <a:pt x="278" y="470"/>
                  </a:cubicBezTo>
                  <a:cubicBezTo>
                    <a:pt x="300" y="470"/>
                    <a:pt x="317" y="464"/>
                    <a:pt x="334" y="453"/>
                  </a:cubicBezTo>
                  <a:cubicBezTo>
                    <a:pt x="362" y="436"/>
                    <a:pt x="391" y="407"/>
                    <a:pt x="396" y="368"/>
                  </a:cubicBezTo>
                  <a:cubicBezTo>
                    <a:pt x="408" y="334"/>
                    <a:pt x="402" y="295"/>
                    <a:pt x="385" y="261"/>
                  </a:cubicBezTo>
                  <a:cubicBezTo>
                    <a:pt x="345" y="199"/>
                    <a:pt x="306" y="131"/>
                    <a:pt x="266" y="69"/>
                  </a:cubicBezTo>
                  <a:cubicBezTo>
                    <a:pt x="244" y="40"/>
                    <a:pt x="216" y="18"/>
                    <a:pt x="182" y="7"/>
                  </a:cubicBezTo>
                  <a:cubicBezTo>
                    <a:pt x="159" y="1"/>
                    <a:pt x="142" y="1"/>
                    <a:pt x="125"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8" name="Google Shape;788;p30"/>
            <p:cNvSpPr/>
            <p:nvPr/>
          </p:nvSpPr>
          <p:spPr>
            <a:xfrm>
              <a:off x="4758100" y="3182850"/>
              <a:ext cx="11900" cy="15625"/>
            </a:xfrm>
            <a:custGeom>
              <a:avLst/>
              <a:gdLst/>
              <a:ahLst/>
              <a:cxnLst/>
              <a:rect l="l" t="t" r="r" b="b"/>
              <a:pathLst>
                <a:path w="476" h="625" extrusionOk="0">
                  <a:moveTo>
                    <a:pt x="161" y="0"/>
                  </a:moveTo>
                  <a:cubicBezTo>
                    <a:pt x="136" y="0"/>
                    <a:pt x="112" y="6"/>
                    <a:pt x="91" y="20"/>
                  </a:cubicBezTo>
                  <a:cubicBezTo>
                    <a:pt x="23" y="59"/>
                    <a:pt x="1" y="144"/>
                    <a:pt x="40" y="212"/>
                  </a:cubicBezTo>
                  <a:cubicBezTo>
                    <a:pt x="102" y="324"/>
                    <a:pt x="159" y="437"/>
                    <a:pt x="210" y="556"/>
                  </a:cubicBezTo>
                  <a:cubicBezTo>
                    <a:pt x="227" y="584"/>
                    <a:pt x="266" y="612"/>
                    <a:pt x="294" y="618"/>
                  </a:cubicBezTo>
                  <a:cubicBezTo>
                    <a:pt x="306" y="622"/>
                    <a:pt x="320" y="624"/>
                    <a:pt x="334" y="624"/>
                  </a:cubicBezTo>
                  <a:cubicBezTo>
                    <a:pt x="359" y="624"/>
                    <a:pt x="385" y="618"/>
                    <a:pt x="407" y="607"/>
                  </a:cubicBezTo>
                  <a:cubicBezTo>
                    <a:pt x="436" y="584"/>
                    <a:pt x="464" y="556"/>
                    <a:pt x="469" y="522"/>
                  </a:cubicBezTo>
                  <a:lnTo>
                    <a:pt x="475" y="483"/>
                  </a:lnTo>
                  <a:cubicBezTo>
                    <a:pt x="475" y="460"/>
                    <a:pt x="469" y="437"/>
                    <a:pt x="458" y="415"/>
                  </a:cubicBezTo>
                  <a:cubicBezTo>
                    <a:pt x="402" y="296"/>
                    <a:pt x="345" y="183"/>
                    <a:pt x="283" y="70"/>
                  </a:cubicBezTo>
                  <a:cubicBezTo>
                    <a:pt x="261" y="25"/>
                    <a:pt x="210" y="0"/>
                    <a:pt x="161"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9" name="Google Shape;789;p30"/>
            <p:cNvSpPr/>
            <p:nvPr/>
          </p:nvSpPr>
          <p:spPr>
            <a:xfrm>
              <a:off x="4749775" y="3169350"/>
              <a:ext cx="10625" cy="11750"/>
            </a:xfrm>
            <a:custGeom>
              <a:avLst/>
              <a:gdLst/>
              <a:ahLst/>
              <a:cxnLst/>
              <a:rect l="l" t="t" r="r" b="b"/>
              <a:pathLst>
                <a:path w="425" h="470" extrusionOk="0">
                  <a:moveTo>
                    <a:pt x="125" y="0"/>
                  </a:moveTo>
                  <a:cubicBezTo>
                    <a:pt x="108" y="0"/>
                    <a:pt x="91" y="6"/>
                    <a:pt x="74" y="17"/>
                  </a:cubicBezTo>
                  <a:cubicBezTo>
                    <a:pt x="40" y="40"/>
                    <a:pt x="18" y="68"/>
                    <a:pt x="6" y="102"/>
                  </a:cubicBezTo>
                  <a:cubicBezTo>
                    <a:pt x="6" y="113"/>
                    <a:pt x="6" y="130"/>
                    <a:pt x="1" y="142"/>
                  </a:cubicBezTo>
                  <a:cubicBezTo>
                    <a:pt x="1" y="164"/>
                    <a:pt x="6" y="192"/>
                    <a:pt x="23" y="209"/>
                  </a:cubicBezTo>
                  <a:cubicBezTo>
                    <a:pt x="68" y="272"/>
                    <a:pt x="114" y="334"/>
                    <a:pt x="159" y="401"/>
                  </a:cubicBezTo>
                  <a:cubicBezTo>
                    <a:pt x="164" y="418"/>
                    <a:pt x="176" y="430"/>
                    <a:pt x="193" y="441"/>
                  </a:cubicBezTo>
                  <a:cubicBezTo>
                    <a:pt x="204" y="452"/>
                    <a:pt x="221" y="458"/>
                    <a:pt x="238" y="464"/>
                  </a:cubicBezTo>
                  <a:cubicBezTo>
                    <a:pt x="260" y="469"/>
                    <a:pt x="277" y="469"/>
                    <a:pt x="294" y="469"/>
                  </a:cubicBezTo>
                  <a:cubicBezTo>
                    <a:pt x="317" y="464"/>
                    <a:pt x="334" y="464"/>
                    <a:pt x="351" y="452"/>
                  </a:cubicBezTo>
                  <a:cubicBezTo>
                    <a:pt x="379" y="430"/>
                    <a:pt x="407" y="401"/>
                    <a:pt x="413" y="368"/>
                  </a:cubicBezTo>
                  <a:cubicBezTo>
                    <a:pt x="424" y="328"/>
                    <a:pt x="418" y="288"/>
                    <a:pt x="402" y="255"/>
                  </a:cubicBezTo>
                  <a:cubicBezTo>
                    <a:pt x="356" y="192"/>
                    <a:pt x="311" y="130"/>
                    <a:pt x="266" y="68"/>
                  </a:cubicBezTo>
                  <a:cubicBezTo>
                    <a:pt x="255" y="51"/>
                    <a:pt x="243" y="40"/>
                    <a:pt x="226" y="29"/>
                  </a:cubicBezTo>
                  <a:cubicBezTo>
                    <a:pt x="215" y="17"/>
                    <a:pt x="198" y="12"/>
                    <a:pt x="181" y="6"/>
                  </a:cubicBezTo>
                  <a:cubicBezTo>
                    <a:pt x="164" y="0"/>
                    <a:pt x="142" y="0"/>
                    <a:pt x="125"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0" name="Google Shape;790;p30"/>
            <p:cNvSpPr/>
            <p:nvPr/>
          </p:nvSpPr>
          <p:spPr>
            <a:xfrm>
              <a:off x="4744700" y="3163000"/>
              <a:ext cx="11025" cy="11875"/>
            </a:xfrm>
            <a:custGeom>
              <a:avLst/>
              <a:gdLst/>
              <a:ahLst/>
              <a:cxnLst/>
              <a:rect l="l" t="t" r="r" b="b"/>
              <a:pathLst>
                <a:path w="441" h="475" extrusionOk="0">
                  <a:moveTo>
                    <a:pt x="141" y="0"/>
                  </a:moveTo>
                  <a:cubicBezTo>
                    <a:pt x="124" y="0"/>
                    <a:pt x="108" y="6"/>
                    <a:pt x="91" y="12"/>
                  </a:cubicBezTo>
                  <a:cubicBezTo>
                    <a:pt x="68" y="17"/>
                    <a:pt x="57" y="29"/>
                    <a:pt x="45" y="40"/>
                  </a:cubicBezTo>
                  <a:cubicBezTo>
                    <a:pt x="17" y="68"/>
                    <a:pt x="0" y="102"/>
                    <a:pt x="0" y="141"/>
                  </a:cubicBezTo>
                  <a:cubicBezTo>
                    <a:pt x="0" y="153"/>
                    <a:pt x="6" y="164"/>
                    <a:pt x="6" y="181"/>
                  </a:cubicBezTo>
                  <a:cubicBezTo>
                    <a:pt x="12" y="204"/>
                    <a:pt x="23" y="226"/>
                    <a:pt x="45" y="243"/>
                  </a:cubicBezTo>
                  <a:cubicBezTo>
                    <a:pt x="96" y="305"/>
                    <a:pt x="147" y="367"/>
                    <a:pt x="198" y="430"/>
                  </a:cubicBezTo>
                  <a:cubicBezTo>
                    <a:pt x="209" y="446"/>
                    <a:pt x="226" y="458"/>
                    <a:pt x="243" y="463"/>
                  </a:cubicBezTo>
                  <a:cubicBezTo>
                    <a:pt x="260" y="469"/>
                    <a:pt x="277" y="475"/>
                    <a:pt x="300" y="475"/>
                  </a:cubicBezTo>
                  <a:cubicBezTo>
                    <a:pt x="317" y="475"/>
                    <a:pt x="333" y="469"/>
                    <a:pt x="350" y="463"/>
                  </a:cubicBezTo>
                  <a:cubicBezTo>
                    <a:pt x="373" y="458"/>
                    <a:pt x="384" y="446"/>
                    <a:pt x="401" y="430"/>
                  </a:cubicBezTo>
                  <a:cubicBezTo>
                    <a:pt x="424" y="407"/>
                    <a:pt x="441" y="367"/>
                    <a:pt x="441" y="333"/>
                  </a:cubicBezTo>
                  <a:cubicBezTo>
                    <a:pt x="441" y="322"/>
                    <a:pt x="435" y="305"/>
                    <a:pt x="435" y="294"/>
                  </a:cubicBezTo>
                  <a:cubicBezTo>
                    <a:pt x="429" y="271"/>
                    <a:pt x="418" y="249"/>
                    <a:pt x="401" y="232"/>
                  </a:cubicBezTo>
                  <a:cubicBezTo>
                    <a:pt x="350" y="170"/>
                    <a:pt x="294" y="102"/>
                    <a:pt x="243" y="40"/>
                  </a:cubicBezTo>
                  <a:cubicBezTo>
                    <a:pt x="232" y="29"/>
                    <a:pt x="215" y="17"/>
                    <a:pt x="198" y="12"/>
                  </a:cubicBezTo>
                  <a:cubicBezTo>
                    <a:pt x="181" y="6"/>
                    <a:pt x="164" y="0"/>
                    <a:pt x="141"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1" name="Google Shape;791;p30"/>
            <p:cNvSpPr/>
            <p:nvPr/>
          </p:nvSpPr>
          <p:spPr>
            <a:xfrm>
              <a:off x="4767150" y="3202550"/>
              <a:ext cx="8625" cy="10725"/>
            </a:xfrm>
            <a:custGeom>
              <a:avLst/>
              <a:gdLst/>
              <a:ahLst/>
              <a:cxnLst/>
              <a:rect l="l" t="t" r="r" b="b"/>
              <a:pathLst>
                <a:path w="345" h="429" extrusionOk="0">
                  <a:moveTo>
                    <a:pt x="139" y="1"/>
                  </a:moveTo>
                  <a:cubicBezTo>
                    <a:pt x="130" y="1"/>
                    <a:pt x="122" y="2"/>
                    <a:pt x="113" y="5"/>
                  </a:cubicBezTo>
                  <a:cubicBezTo>
                    <a:pt x="102" y="11"/>
                    <a:pt x="91" y="16"/>
                    <a:pt x="79" y="22"/>
                  </a:cubicBezTo>
                  <a:cubicBezTo>
                    <a:pt x="57" y="33"/>
                    <a:pt x="40" y="50"/>
                    <a:pt x="28" y="73"/>
                  </a:cubicBezTo>
                  <a:cubicBezTo>
                    <a:pt x="11" y="107"/>
                    <a:pt x="0" y="146"/>
                    <a:pt x="11" y="180"/>
                  </a:cubicBezTo>
                  <a:cubicBezTo>
                    <a:pt x="28" y="231"/>
                    <a:pt x="45" y="276"/>
                    <a:pt x="57" y="327"/>
                  </a:cubicBezTo>
                  <a:cubicBezTo>
                    <a:pt x="62" y="344"/>
                    <a:pt x="74" y="361"/>
                    <a:pt x="85" y="372"/>
                  </a:cubicBezTo>
                  <a:cubicBezTo>
                    <a:pt x="96" y="389"/>
                    <a:pt x="107" y="401"/>
                    <a:pt x="124" y="412"/>
                  </a:cubicBezTo>
                  <a:cubicBezTo>
                    <a:pt x="141" y="423"/>
                    <a:pt x="158" y="429"/>
                    <a:pt x="175" y="429"/>
                  </a:cubicBezTo>
                  <a:cubicBezTo>
                    <a:pt x="192" y="429"/>
                    <a:pt x="215" y="429"/>
                    <a:pt x="232" y="423"/>
                  </a:cubicBezTo>
                  <a:cubicBezTo>
                    <a:pt x="243" y="417"/>
                    <a:pt x="254" y="417"/>
                    <a:pt x="266" y="412"/>
                  </a:cubicBezTo>
                  <a:cubicBezTo>
                    <a:pt x="288" y="401"/>
                    <a:pt x="305" y="384"/>
                    <a:pt x="316" y="361"/>
                  </a:cubicBezTo>
                  <a:cubicBezTo>
                    <a:pt x="333" y="327"/>
                    <a:pt x="345" y="288"/>
                    <a:pt x="333" y="248"/>
                  </a:cubicBezTo>
                  <a:cubicBezTo>
                    <a:pt x="316" y="203"/>
                    <a:pt x="299" y="152"/>
                    <a:pt x="288" y="107"/>
                  </a:cubicBezTo>
                  <a:cubicBezTo>
                    <a:pt x="283" y="84"/>
                    <a:pt x="271" y="73"/>
                    <a:pt x="260" y="56"/>
                  </a:cubicBezTo>
                  <a:cubicBezTo>
                    <a:pt x="249" y="39"/>
                    <a:pt x="237" y="28"/>
                    <a:pt x="220" y="22"/>
                  </a:cubicBezTo>
                  <a:cubicBezTo>
                    <a:pt x="203" y="11"/>
                    <a:pt x="187" y="5"/>
                    <a:pt x="170" y="5"/>
                  </a:cubicBezTo>
                  <a:cubicBezTo>
                    <a:pt x="158" y="2"/>
                    <a:pt x="148" y="1"/>
                    <a:pt x="139"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2" name="Google Shape;792;p30"/>
            <p:cNvSpPr/>
            <p:nvPr/>
          </p:nvSpPr>
          <p:spPr>
            <a:xfrm>
              <a:off x="4764325" y="3194650"/>
              <a:ext cx="8625" cy="10825"/>
            </a:xfrm>
            <a:custGeom>
              <a:avLst/>
              <a:gdLst/>
              <a:ahLst/>
              <a:cxnLst/>
              <a:rect l="l" t="t" r="r" b="b"/>
              <a:pathLst>
                <a:path w="345" h="433" extrusionOk="0">
                  <a:moveTo>
                    <a:pt x="136" y="1"/>
                  </a:moveTo>
                  <a:cubicBezTo>
                    <a:pt x="126" y="1"/>
                    <a:pt x="116" y="2"/>
                    <a:pt x="108" y="5"/>
                  </a:cubicBezTo>
                  <a:cubicBezTo>
                    <a:pt x="96" y="11"/>
                    <a:pt x="85" y="16"/>
                    <a:pt x="74" y="22"/>
                  </a:cubicBezTo>
                  <a:cubicBezTo>
                    <a:pt x="51" y="33"/>
                    <a:pt x="34" y="50"/>
                    <a:pt x="23" y="73"/>
                  </a:cubicBezTo>
                  <a:lnTo>
                    <a:pt x="6" y="107"/>
                  </a:lnTo>
                  <a:cubicBezTo>
                    <a:pt x="0" y="129"/>
                    <a:pt x="0" y="157"/>
                    <a:pt x="6" y="180"/>
                  </a:cubicBezTo>
                  <a:cubicBezTo>
                    <a:pt x="28" y="231"/>
                    <a:pt x="45" y="276"/>
                    <a:pt x="62" y="327"/>
                  </a:cubicBezTo>
                  <a:cubicBezTo>
                    <a:pt x="68" y="344"/>
                    <a:pt x="79" y="361"/>
                    <a:pt x="91" y="378"/>
                  </a:cubicBezTo>
                  <a:cubicBezTo>
                    <a:pt x="102" y="389"/>
                    <a:pt x="113" y="406"/>
                    <a:pt x="130" y="412"/>
                  </a:cubicBezTo>
                  <a:cubicBezTo>
                    <a:pt x="147" y="423"/>
                    <a:pt x="164" y="429"/>
                    <a:pt x="181" y="429"/>
                  </a:cubicBezTo>
                  <a:cubicBezTo>
                    <a:pt x="192" y="431"/>
                    <a:pt x="202" y="433"/>
                    <a:pt x="211" y="433"/>
                  </a:cubicBezTo>
                  <a:cubicBezTo>
                    <a:pt x="220" y="433"/>
                    <a:pt x="229" y="431"/>
                    <a:pt x="237" y="429"/>
                  </a:cubicBezTo>
                  <a:cubicBezTo>
                    <a:pt x="249" y="423"/>
                    <a:pt x="260" y="417"/>
                    <a:pt x="271" y="412"/>
                  </a:cubicBezTo>
                  <a:cubicBezTo>
                    <a:pt x="294" y="400"/>
                    <a:pt x="311" y="383"/>
                    <a:pt x="322" y="361"/>
                  </a:cubicBezTo>
                  <a:lnTo>
                    <a:pt x="339" y="327"/>
                  </a:lnTo>
                  <a:cubicBezTo>
                    <a:pt x="345" y="304"/>
                    <a:pt x="345" y="276"/>
                    <a:pt x="339" y="253"/>
                  </a:cubicBezTo>
                  <a:cubicBezTo>
                    <a:pt x="316" y="203"/>
                    <a:pt x="300" y="152"/>
                    <a:pt x="283" y="107"/>
                  </a:cubicBezTo>
                  <a:cubicBezTo>
                    <a:pt x="277" y="84"/>
                    <a:pt x="266" y="73"/>
                    <a:pt x="254" y="56"/>
                  </a:cubicBezTo>
                  <a:cubicBezTo>
                    <a:pt x="243" y="44"/>
                    <a:pt x="232" y="28"/>
                    <a:pt x="215" y="22"/>
                  </a:cubicBezTo>
                  <a:cubicBezTo>
                    <a:pt x="198" y="11"/>
                    <a:pt x="181" y="5"/>
                    <a:pt x="164" y="5"/>
                  </a:cubicBezTo>
                  <a:cubicBezTo>
                    <a:pt x="156" y="2"/>
                    <a:pt x="146" y="1"/>
                    <a:pt x="136"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3" name="Google Shape;793;p30"/>
            <p:cNvSpPr/>
            <p:nvPr/>
          </p:nvSpPr>
          <p:spPr>
            <a:xfrm>
              <a:off x="4081975" y="3608550"/>
              <a:ext cx="999750" cy="705950"/>
            </a:xfrm>
            <a:custGeom>
              <a:avLst/>
              <a:gdLst/>
              <a:ahLst/>
              <a:cxnLst/>
              <a:rect l="l" t="t" r="r" b="b"/>
              <a:pathLst>
                <a:path w="39990" h="28238" extrusionOk="0">
                  <a:moveTo>
                    <a:pt x="23780" y="300"/>
                  </a:moveTo>
                  <a:cubicBezTo>
                    <a:pt x="24485" y="893"/>
                    <a:pt x="25251" y="1417"/>
                    <a:pt x="26018" y="1910"/>
                  </a:cubicBezTo>
                  <a:cubicBezTo>
                    <a:pt x="26831" y="2430"/>
                    <a:pt x="27667" y="2915"/>
                    <a:pt x="28531" y="3344"/>
                  </a:cubicBezTo>
                  <a:cubicBezTo>
                    <a:pt x="29418" y="3785"/>
                    <a:pt x="30316" y="4186"/>
                    <a:pt x="31168" y="4694"/>
                  </a:cubicBezTo>
                  <a:cubicBezTo>
                    <a:pt x="33393" y="6021"/>
                    <a:pt x="35426" y="7840"/>
                    <a:pt x="36669" y="10138"/>
                  </a:cubicBezTo>
                  <a:cubicBezTo>
                    <a:pt x="36883" y="10527"/>
                    <a:pt x="37080" y="10916"/>
                    <a:pt x="37199" y="11338"/>
                  </a:cubicBezTo>
                  <a:lnTo>
                    <a:pt x="37199" y="11338"/>
                  </a:lnTo>
                  <a:cubicBezTo>
                    <a:pt x="37199" y="11339"/>
                    <a:pt x="37199" y="11340"/>
                    <a:pt x="37200" y="11341"/>
                  </a:cubicBezTo>
                  <a:cubicBezTo>
                    <a:pt x="37482" y="12290"/>
                    <a:pt x="37697" y="13261"/>
                    <a:pt x="37911" y="14227"/>
                  </a:cubicBezTo>
                  <a:cubicBezTo>
                    <a:pt x="38470" y="16813"/>
                    <a:pt x="38894" y="19434"/>
                    <a:pt x="39199" y="22060"/>
                  </a:cubicBezTo>
                  <a:cubicBezTo>
                    <a:pt x="39430" y="24018"/>
                    <a:pt x="39598" y="25986"/>
                    <a:pt x="39700" y="27955"/>
                  </a:cubicBezTo>
                  <a:lnTo>
                    <a:pt x="296" y="27955"/>
                  </a:lnTo>
                  <a:cubicBezTo>
                    <a:pt x="480" y="24417"/>
                    <a:pt x="867" y="20884"/>
                    <a:pt x="1469" y="17389"/>
                  </a:cubicBezTo>
                  <a:cubicBezTo>
                    <a:pt x="1796" y="15514"/>
                    <a:pt x="2175" y="13645"/>
                    <a:pt x="2661" y="11804"/>
                  </a:cubicBezTo>
                  <a:cubicBezTo>
                    <a:pt x="2836" y="11166"/>
                    <a:pt x="3067" y="10596"/>
                    <a:pt x="3395" y="10008"/>
                  </a:cubicBezTo>
                  <a:cubicBezTo>
                    <a:pt x="4569" y="7908"/>
                    <a:pt x="6399" y="6213"/>
                    <a:pt x="8421" y="4943"/>
                  </a:cubicBezTo>
                  <a:cubicBezTo>
                    <a:pt x="9189" y="4463"/>
                    <a:pt x="9985" y="4039"/>
                    <a:pt x="10804" y="3661"/>
                  </a:cubicBezTo>
                  <a:cubicBezTo>
                    <a:pt x="11662" y="3260"/>
                    <a:pt x="12498" y="2814"/>
                    <a:pt x="13306" y="2328"/>
                  </a:cubicBezTo>
                  <a:cubicBezTo>
                    <a:pt x="14294" y="1729"/>
                    <a:pt x="15248" y="1080"/>
                    <a:pt x="16146" y="357"/>
                  </a:cubicBezTo>
                  <a:cubicBezTo>
                    <a:pt x="16164" y="341"/>
                    <a:pt x="16182" y="327"/>
                    <a:pt x="16199" y="312"/>
                  </a:cubicBezTo>
                  <a:lnTo>
                    <a:pt x="16199" y="312"/>
                  </a:lnTo>
                  <a:cubicBezTo>
                    <a:pt x="16766" y="1161"/>
                    <a:pt x="17337" y="2004"/>
                    <a:pt x="17903" y="2853"/>
                  </a:cubicBezTo>
                  <a:cubicBezTo>
                    <a:pt x="17933" y="2900"/>
                    <a:pt x="17975" y="2921"/>
                    <a:pt x="18018" y="2921"/>
                  </a:cubicBezTo>
                  <a:cubicBezTo>
                    <a:pt x="18064" y="2921"/>
                    <a:pt x="18111" y="2897"/>
                    <a:pt x="18146" y="2853"/>
                  </a:cubicBezTo>
                  <a:lnTo>
                    <a:pt x="19981" y="437"/>
                  </a:lnTo>
                  <a:lnTo>
                    <a:pt x="19981" y="437"/>
                  </a:lnTo>
                  <a:cubicBezTo>
                    <a:pt x="20520" y="1244"/>
                    <a:pt x="21058" y="2046"/>
                    <a:pt x="21596" y="2853"/>
                  </a:cubicBezTo>
                  <a:cubicBezTo>
                    <a:pt x="21626" y="2900"/>
                    <a:pt x="21670" y="2921"/>
                    <a:pt x="21713" y="2921"/>
                  </a:cubicBezTo>
                  <a:cubicBezTo>
                    <a:pt x="21760" y="2921"/>
                    <a:pt x="21807" y="2897"/>
                    <a:pt x="21839" y="2853"/>
                  </a:cubicBezTo>
                  <a:cubicBezTo>
                    <a:pt x="22484" y="2000"/>
                    <a:pt x="23134" y="1153"/>
                    <a:pt x="23780" y="300"/>
                  </a:cubicBezTo>
                  <a:close/>
                  <a:moveTo>
                    <a:pt x="23761" y="0"/>
                  </a:moveTo>
                  <a:cubicBezTo>
                    <a:pt x="23742" y="0"/>
                    <a:pt x="23723" y="3"/>
                    <a:pt x="23703" y="7"/>
                  </a:cubicBezTo>
                  <a:cubicBezTo>
                    <a:pt x="23573" y="35"/>
                    <a:pt x="23460" y="255"/>
                    <a:pt x="23386" y="357"/>
                  </a:cubicBezTo>
                  <a:lnTo>
                    <a:pt x="22810" y="1114"/>
                  </a:lnTo>
                  <a:lnTo>
                    <a:pt x="21726" y="2542"/>
                  </a:lnTo>
                  <a:lnTo>
                    <a:pt x="21726" y="2542"/>
                  </a:lnTo>
                  <a:cubicBezTo>
                    <a:pt x="21187" y="1735"/>
                    <a:pt x="20649" y="928"/>
                    <a:pt x="20111" y="125"/>
                  </a:cubicBezTo>
                  <a:cubicBezTo>
                    <a:pt x="20081" y="79"/>
                    <a:pt x="20037" y="58"/>
                    <a:pt x="19994" y="58"/>
                  </a:cubicBezTo>
                  <a:cubicBezTo>
                    <a:pt x="19947" y="58"/>
                    <a:pt x="19900" y="82"/>
                    <a:pt x="19868" y="125"/>
                  </a:cubicBezTo>
                  <a:lnTo>
                    <a:pt x="18031" y="2543"/>
                  </a:lnTo>
                  <a:lnTo>
                    <a:pt x="18031" y="2543"/>
                  </a:lnTo>
                  <a:cubicBezTo>
                    <a:pt x="17545" y="1819"/>
                    <a:pt x="17063" y="1091"/>
                    <a:pt x="16581" y="368"/>
                  </a:cubicBezTo>
                  <a:cubicBezTo>
                    <a:pt x="16479" y="219"/>
                    <a:pt x="16373" y="5"/>
                    <a:pt x="16212" y="5"/>
                  </a:cubicBezTo>
                  <a:cubicBezTo>
                    <a:pt x="16161" y="5"/>
                    <a:pt x="16104" y="27"/>
                    <a:pt x="16039" y="80"/>
                  </a:cubicBezTo>
                  <a:cubicBezTo>
                    <a:pt x="15695" y="363"/>
                    <a:pt x="15339" y="628"/>
                    <a:pt x="14977" y="888"/>
                  </a:cubicBezTo>
                  <a:cubicBezTo>
                    <a:pt x="14266" y="1396"/>
                    <a:pt x="13532" y="1871"/>
                    <a:pt x="12775" y="2311"/>
                  </a:cubicBezTo>
                  <a:cubicBezTo>
                    <a:pt x="11821" y="2870"/>
                    <a:pt x="10821" y="3311"/>
                    <a:pt x="9838" y="3813"/>
                  </a:cubicBezTo>
                  <a:cubicBezTo>
                    <a:pt x="8223" y="4638"/>
                    <a:pt x="6704" y="5677"/>
                    <a:pt x="5411" y="6953"/>
                  </a:cubicBezTo>
                  <a:cubicBezTo>
                    <a:pt x="4558" y="7789"/>
                    <a:pt x="3796" y="8732"/>
                    <a:pt x="3203" y="9771"/>
                  </a:cubicBezTo>
                  <a:cubicBezTo>
                    <a:pt x="2937" y="10234"/>
                    <a:pt x="2689" y="10720"/>
                    <a:pt x="2531" y="11228"/>
                  </a:cubicBezTo>
                  <a:cubicBezTo>
                    <a:pt x="2135" y="12482"/>
                    <a:pt x="1876" y="13798"/>
                    <a:pt x="1616" y="15085"/>
                  </a:cubicBezTo>
                  <a:cubicBezTo>
                    <a:pt x="865" y="18801"/>
                    <a:pt x="373" y="22568"/>
                    <a:pt x="108" y="26346"/>
                  </a:cubicBezTo>
                  <a:cubicBezTo>
                    <a:pt x="68" y="26928"/>
                    <a:pt x="35" y="27515"/>
                    <a:pt x="6" y="28097"/>
                  </a:cubicBezTo>
                  <a:cubicBezTo>
                    <a:pt x="1" y="28176"/>
                    <a:pt x="74" y="28238"/>
                    <a:pt x="147" y="28238"/>
                  </a:cubicBezTo>
                  <a:lnTo>
                    <a:pt x="39848" y="28238"/>
                  </a:lnTo>
                  <a:cubicBezTo>
                    <a:pt x="39922" y="28238"/>
                    <a:pt x="39989" y="28176"/>
                    <a:pt x="39989" y="28097"/>
                  </a:cubicBezTo>
                  <a:cubicBezTo>
                    <a:pt x="39820" y="24737"/>
                    <a:pt x="39464" y="21382"/>
                    <a:pt x="38922" y="18056"/>
                  </a:cubicBezTo>
                  <a:cubicBezTo>
                    <a:pt x="38600" y="16096"/>
                    <a:pt x="38216" y="14148"/>
                    <a:pt x="37731" y="12222"/>
                  </a:cubicBezTo>
                  <a:cubicBezTo>
                    <a:pt x="37651" y="11900"/>
                    <a:pt x="37567" y="11578"/>
                    <a:pt x="37471" y="11262"/>
                  </a:cubicBezTo>
                  <a:cubicBezTo>
                    <a:pt x="37313" y="10697"/>
                    <a:pt x="37019" y="10149"/>
                    <a:pt x="36720" y="9647"/>
                  </a:cubicBezTo>
                  <a:cubicBezTo>
                    <a:pt x="35918" y="8292"/>
                    <a:pt x="34845" y="7106"/>
                    <a:pt x="33636" y="6095"/>
                  </a:cubicBezTo>
                  <a:cubicBezTo>
                    <a:pt x="32778" y="5378"/>
                    <a:pt x="31846" y="4745"/>
                    <a:pt x="30863" y="4192"/>
                  </a:cubicBezTo>
                  <a:cubicBezTo>
                    <a:pt x="29700" y="3542"/>
                    <a:pt x="28463" y="3028"/>
                    <a:pt x="27300" y="2362"/>
                  </a:cubicBezTo>
                  <a:cubicBezTo>
                    <a:pt x="26408" y="1848"/>
                    <a:pt x="25544" y="1283"/>
                    <a:pt x="24713" y="668"/>
                  </a:cubicBezTo>
                  <a:cubicBezTo>
                    <a:pt x="24493" y="504"/>
                    <a:pt x="24273" y="340"/>
                    <a:pt x="24064" y="165"/>
                  </a:cubicBezTo>
                  <a:cubicBezTo>
                    <a:pt x="23966" y="91"/>
                    <a:pt x="23884" y="0"/>
                    <a:pt x="23761"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4" name="Google Shape;794;p30"/>
            <p:cNvSpPr/>
            <p:nvPr/>
          </p:nvSpPr>
          <p:spPr>
            <a:xfrm>
              <a:off x="4577950" y="3608700"/>
              <a:ext cx="101825" cy="72875"/>
            </a:xfrm>
            <a:custGeom>
              <a:avLst/>
              <a:gdLst/>
              <a:ahLst/>
              <a:cxnLst/>
              <a:rect l="l" t="t" r="r" b="b"/>
              <a:pathLst>
                <a:path w="4073" h="2915" extrusionOk="0">
                  <a:moveTo>
                    <a:pt x="3599" y="283"/>
                  </a:moveTo>
                  <a:lnTo>
                    <a:pt x="2011" y="2373"/>
                  </a:lnTo>
                  <a:lnTo>
                    <a:pt x="1887" y="2536"/>
                  </a:lnTo>
                  <a:lnTo>
                    <a:pt x="1887" y="2536"/>
                  </a:lnTo>
                  <a:cubicBezTo>
                    <a:pt x="1421" y="1837"/>
                    <a:pt x="951" y="1141"/>
                    <a:pt x="486" y="441"/>
                  </a:cubicBezTo>
                  <a:lnTo>
                    <a:pt x="381" y="283"/>
                  </a:lnTo>
                  <a:close/>
                  <a:moveTo>
                    <a:pt x="187" y="1"/>
                  </a:moveTo>
                  <a:cubicBezTo>
                    <a:pt x="141" y="1"/>
                    <a:pt x="107" y="19"/>
                    <a:pt x="84" y="46"/>
                  </a:cubicBezTo>
                  <a:lnTo>
                    <a:pt x="84" y="46"/>
                  </a:lnTo>
                  <a:cubicBezTo>
                    <a:pt x="77" y="53"/>
                    <a:pt x="70" y="60"/>
                    <a:pt x="63" y="69"/>
                  </a:cubicBezTo>
                  <a:cubicBezTo>
                    <a:pt x="52" y="86"/>
                    <a:pt x="40" y="103"/>
                    <a:pt x="29" y="119"/>
                  </a:cubicBezTo>
                  <a:cubicBezTo>
                    <a:pt x="1" y="153"/>
                    <a:pt x="1" y="221"/>
                    <a:pt x="29" y="261"/>
                  </a:cubicBezTo>
                  <a:cubicBezTo>
                    <a:pt x="532" y="1017"/>
                    <a:pt x="1034" y="1769"/>
                    <a:pt x="1542" y="2525"/>
                  </a:cubicBezTo>
                  <a:cubicBezTo>
                    <a:pt x="1610" y="2633"/>
                    <a:pt x="1684" y="2740"/>
                    <a:pt x="1757" y="2847"/>
                  </a:cubicBezTo>
                  <a:cubicBezTo>
                    <a:pt x="1787" y="2894"/>
                    <a:pt x="1831" y="2915"/>
                    <a:pt x="1874" y="2915"/>
                  </a:cubicBezTo>
                  <a:cubicBezTo>
                    <a:pt x="1921" y="2915"/>
                    <a:pt x="1968" y="2891"/>
                    <a:pt x="2000" y="2847"/>
                  </a:cubicBezTo>
                  <a:lnTo>
                    <a:pt x="3751" y="543"/>
                  </a:lnTo>
                  <a:cubicBezTo>
                    <a:pt x="3835" y="430"/>
                    <a:pt x="3920" y="323"/>
                    <a:pt x="4005" y="210"/>
                  </a:cubicBezTo>
                  <a:cubicBezTo>
                    <a:pt x="4072" y="119"/>
                    <a:pt x="3976" y="1"/>
                    <a:pt x="3880"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5" name="Google Shape;795;p30"/>
            <p:cNvSpPr/>
            <p:nvPr/>
          </p:nvSpPr>
          <p:spPr>
            <a:xfrm>
              <a:off x="4484175" y="3608700"/>
              <a:ext cx="101300" cy="72875"/>
            </a:xfrm>
            <a:custGeom>
              <a:avLst/>
              <a:gdLst/>
              <a:ahLst/>
              <a:cxnLst/>
              <a:rect l="l" t="t" r="r" b="b"/>
              <a:pathLst>
                <a:path w="4052" h="2915" extrusionOk="0">
                  <a:moveTo>
                    <a:pt x="3655" y="283"/>
                  </a:moveTo>
                  <a:cubicBezTo>
                    <a:pt x="3121" y="981"/>
                    <a:pt x="2592" y="1682"/>
                    <a:pt x="2058" y="2378"/>
                  </a:cubicBezTo>
                  <a:cubicBezTo>
                    <a:pt x="2020" y="2432"/>
                    <a:pt x="1982" y="2484"/>
                    <a:pt x="1943" y="2535"/>
                  </a:cubicBezTo>
                  <a:lnTo>
                    <a:pt x="1943" y="2535"/>
                  </a:lnTo>
                  <a:cubicBezTo>
                    <a:pt x="1467" y="1824"/>
                    <a:pt x="992" y="1113"/>
                    <a:pt x="516" y="402"/>
                  </a:cubicBezTo>
                  <a:cubicBezTo>
                    <a:pt x="490" y="362"/>
                    <a:pt x="464" y="323"/>
                    <a:pt x="439" y="283"/>
                  </a:cubicBezTo>
                  <a:close/>
                  <a:moveTo>
                    <a:pt x="171" y="1"/>
                  </a:moveTo>
                  <a:cubicBezTo>
                    <a:pt x="132" y="1"/>
                    <a:pt x="101" y="14"/>
                    <a:pt x="79" y="36"/>
                  </a:cubicBezTo>
                  <a:lnTo>
                    <a:pt x="79" y="36"/>
                  </a:lnTo>
                  <a:cubicBezTo>
                    <a:pt x="27" y="74"/>
                    <a:pt x="1" y="141"/>
                    <a:pt x="47" y="210"/>
                  </a:cubicBezTo>
                  <a:lnTo>
                    <a:pt x="1589" y="2514"/>
                  </a:lnTo>
                  <a:cubicBezTo>
                    <a:pt x="1668" y="2627"/>
                    <a:pt x="1741" y="2734"/>
                    <a:pt x="1815" y="2847"/>
                  </a:cubicBezTo>
                  <a:cubicBezTo>
                    <a:pt x="1845" y="2894"/>
                    <a:pt x="1887" y="2915"/>
                    <a:pt x="1930" y="2915"/>
                  </a:cubicBezTo>
                  <a:cubicBezTo>
                    <a:pt x="1976" y="2915"/>
                    <a:pt x="2023" y="2891"/>
                    <a:pt x="2058" y="2847"/>
                  </a:cubicBezTo>
                  <a:cubicBezTo>
                    <a:pt x="2628" y="2090"/>
                    <a:pt x="3204" y="1339"/>
                    <a:pt x="3774" y="583"/>
                  </a:cubicBezTo>
                  <a:cubicBezTo>
                    <a:pt x="3859" y="475"/>
                    <a:pt x="3938" y="368"/>
                    <a:pt x="4023" y="261"/>
                  </a:cubicBezTo>
                  <a:cubicBezTo>
                    <a:pt x="4051" y="221"/>
                    <a:pt x="4045" y="153"/>
                    <a:pt x="4023" y="119"/>
                  </a:cubicBezTo>
                  <a:cubicBezTo>
                    <a:pt x="3966" y="35"/>
                    <a:pt x="3910" y="1"/>
                    <a:pt x="3820"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6" name="Google Shape;796;p30"/>
            <p:cNvSpPr/>
            <p:nvPr/>
          </p:nvSpPr>
          <p:spPr>
            <a:xfrm>
              <a:off x="4577250" y="3608600"/>
              <a:ext cx="8925" cy="8325"/>
            </a:xfrm>
            <a:custGeom>
              <a:avLst/>
              <a:gdLst/>
              <a:ahLst/>
              <a:cxnLst/>
              <a:rect l="l" t="t" r="r" b="b"/>
              <a:pathLst>
                <a:path w="357" h="333" extrusionOk="0">
                  <a:moveTo>
                    <a:pt x="215" y="1"/>
                  </a:moveTo>
                  <a:cubicBezTo>
                    <a:pt x="202" y="1"/>
                    <a:pt x="190" y="2"/>
                    <a:pt x="176" y="5"/>
                  </a:cubicBezTo>
                  <a:lnTo>
                    <a:pt x="142" y="5"/>
                  </a:lnTo>
                  <a:cubicBezTo>
                    <a:pt x="91" y="5"/>
                    <a:pt x="46" y="27"/>
                    <a:pt x="23" y="73"/>
                  </a:cubicBezTo>
                  <a:cubicBezTo>
                    <a:pt x="6" y="95"/>
                    <a:pt x="1" y="118"/>
                    <a:pt x="1" y="146"/>
                  </a:cubicBezTo>
                  <a:cubicBezTo>
                    <a:pt x="1" y="169"/>
                    <a:pt x="6" y="191"/>
                    <a:pt x="23" y="214"/>
                  </a:cubicBezTo>
                  <a:cubicBezTo>
                    <a:pt x="34" y="231"/>
                    <a:pt x="46" y="248"/>
                    <a:pt x="57" y="265"/>
                  </a:cubicBezTo>
                  <a:cubicBezTo>
                    <a:pt x="68" y="287"/>
                    <a:pt x="85" y="304"/>
                    <a:pt x="108" y="316"/>
                  </a:cubicBezTo>
                  <a:cubicBezTo>
                    <a:pt x="125" y="327"/>
                    <a:pt x="153" y="332"/>
                    <a:pt x="176" y="332"/>
                  </a:cubicBezTo>
                  <a:cubicBezTo>
                    <a:pt x="204" y="332"/>
                    <a:pt x="226" y="327"/>
                    <a:pt x="249" y="316"/>
                  </a:cubicBezTo>
                  <a:cubicBezTo>
                    <a:pt x="272" y="304"/>
                    <a:pt x="289" y="287"/>
                    <a:pt x="300" y="265"/>
                  </a:cubicBezTo>
                  <a:cubicBezTo>
                    <a:pt x="305" y="256"/>
                    <a:pt x="311" y="249"/>
                    <a:pt x="317" y="242"/>
                  </a:cubicBezTo>
                  <a:lnTo>
                    <a:pt x="317" y="242"/>
                  </a:lnTo>
                  <a:cubicBezTo>
                    <a:pt x="317" y="242"/>
                    <a:pt x="317" y="242"/>
                    <a:pt x="317" y="242"/>
                  </a:cubicBezTo>
                  <a:cubicBezTo>
                    <a:pt x="323" y="236"/>
                    <a:pt x="330" y="227"/>
                    <a:pt x="335" y="218"/>
                  </a:cubicBezTo>
                  <a:lnTo>
                    <a:pt x="335" y="218"/>
                  </a:lnTo>
                  <a:cubicBezTo>
                    <a:pt x="336" y="217"/>
                    <a:pt x="337" y="216"/>
                    <a:pt x="339" y="214"/>
                  </a:cubicBezTo>
                  <a:cubicBezTo>
                    <a:pt x="345" y="197"/>
                    <a:pt x="351" y="180"/>
                    <a:pt x="356" y="163"/>
                  </a:cubicBezTo>
                  <a:cubicBezTo>
                    <a:pt x="356" y="159"/>
                    <a:pt x="356" y="154"/>
                    <a:pt x="356" y="150"/>
                  </a:cubicBezTo>
                  <a:lnTo>
                    <a:pt x="356" y="150"/>
                  </a:lnTo>
                  <a:cubicBezTo>
                    <a:pt x="356" y="148"/>
                    <a:pt x="356" y="147"/>
                    <a:pt x="356" y="146"/>
                  </a:cubicBezTo>
                  <a:lnTo>
                    <a:pt x="356" y="145"/>
                  </a:lnTo>
                  <a:lnTo>
                    <a:pt x="356" y="145"/>
                  </a:lnTo>
                  <a:cubicBezTo>
                    <a:pt x="356" y="132"/>
                    <a:pt x="354" y="118"/>
                    <a:pt x="351" y="107"/>
                  </a:cubicBezTo>
                  <a:cubicBezTo>
                    <a:pt x="348" y="96"/>
                    <a:pt x="344" y="85"/>
                    <a:pt x="339" y="75"/>
                  </a:cubicBezTo>
                  <a:lnTo>
                    <a:pt x="339" y="75"/>
                  </a:lnTo>
                  <a:cubicBezTo>
                    <a:pt x="336" y="68"/>
                    <a:pt x="332" y="62"/>
                    <a:pt x="328" y="56"/>
                  </a:cubicBezTo>
                  <a:cubicBezTo>
                    <a:pt x="317" y="44"/>
                    <a:pt x="305" y="27"/>
                    <a:pt x="289" y="22"/>
                  </a:cubicBezTo>
                  <a:cubicBezTo>
                    <a:pt x="277" y="16"/>
                    <a:pt x="266" y="11"/>
                    <a:pt x="255" y="5"/>
                  </a:cubicBezTo>
                  <a:cubicBezTo>
                    <a:pt x="241" y="2"/>
                    <a:pt x="228" y="1"/>
                    <a:pt x="215"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797" name="Google Shape;797;p30"/>
          <p:cNvGrpSpPr/>
          <p:nvPr/>
        </p:nvGrpSpPr>
        <p:grpSpPr>
          <a:xfrm flipH="1">
            <a:off x="8451038" y="3104616"/>
            <a:ext cx="1415523" cy="1727492"/>
            <a:chOff x="5687100" y="3067925"/>
            <a:chExt cx="999875" cy="1220325"/>
          </a:xfrm>
        </p:grpSpPr>
        <p:sp>
          <p:nvSpPr>
            <p:cNvPr id="798" name="Google Shape;798;p30"/>
            <p:cNvSpPr/>
            <p:nvPr/>
          </p:nvSpPr>
          <p:spPr>
            <a:xfrm>
              <a:off x="6088625" y="3125875"/>
              <a:ext cx="335625" cy="463525"/>
            </a:xfrm>
            <a:custGeom>
              <a:avLst/>
              <a:gdLst/>
              <a:ahLst/>
              <a:cxnLst/>
              <a:rect l="l" t="t" r="r" b="b"/>
              <a:pathLst>
                <a:path w="13425" h="18541" extrusionOk="0">
                  <a:moveTo>
                    <a:pt x="2576" y="413"/>
                  </a:moveTo>
                  <a:cubicBezTo>
                    <a:pt x="4087" y="770"/>
                    <a:pt x="5639" y="1008"/>
                    <a:pt x="7193" y="1008"/>
                  </a:cubicBezTo>
                  <a:cubicBezTo>
                    <a:pt x="7286" y="1008"/>
                    <a:pt x="7379" y="1007"/>
                    <a:pt x="7472" y="1005"/>
                  </a:cubicBezTo>
                  <a:cubicBezTo>
                    <a:pt x="8387" y="988"/>
                    <a:pt x="9330" y="898"/>
                    <a:pt x="10211" y="621"/>
                  </a:cubicBezTo>
                  <a:cubicBezTo>
                    <a:pt x="10317" y="587"/>
                    <a:pt x="10427" y="553"/>
                    <a:pt x="10533" y="509"/>
                  </a:cubicBezTo>
                  <a:lnTo>
                    <a:pt x="10533" y="509"/>
                  </a:lnTo>
                  <a:cubicBezTo>
                    <a:pt x="11133" y="1297"/>
                    <a:pt x="11448" y="2259"/>
                    <a:pt x="11453" y="3247"/>
                  </a:cubicBezTo>
                  <a:cubicBezTo>
                    <a:pt x="11453" y="3812"/>
                    <a:pt x="11453" y="4377"/>
                    <a:pt x="11453" y="4941"/>
                  </a:cubicBezTo>
                  <a:cubicBezTo>
                    <a:pt x="11453" y="5150"/>
                    <a:pt x="11442" y="5365"/>
                    <a:pt x="11453" y="5574"/>
                  </a:cubicBezTo>
                  <a:cubicBezTo>
                    <a:pt x="11453" y="5647"/>
                    <a:pt x="11487" y="5681"/>
                    <a:pt x="11538" y="5726"/>
                  </a:cubicBezTo>
                  <a:lnTo>
                    <a:pt x="11815" y="5941"/>
                  </a:lnTo>
                  <a:lnTo>
                    <a:pt x="12594" y="6557"/>
                  </a:lnTo>
                  <a:cubicBezTo>
                    <a:pt x="12752" y="6686"/>
                    <a:pt x="12978" y="6816"/>
                    <a:pt x="13040" y="7020"/>
                  </a:cubicBezTo>
                  <a:cubicBezTo>
                    <a:pt x="13097" y="7200"/>
                    <a:pt x="13034" y="7392"/>
                    <a:pt x="12899" y="7522"/>
                  </a:cubicBezTo>
                  <a:cubicBezTo>
                    <a:pt x="12775" y="7641"/>
                    <a:pt x="12611" y="7675"/>
                    <a:pt x="12441" y="7675"/>
                  </a:cubicBezTo>
                  <a:cubicBezTo>
                    <a:pt x="12344" y="7677"/>
                    <a:pt x="12246" y="7677"/>
                    <a:pt x="12149" y="7677"/>
                  </a:cubicBezTo>
                  <a:cubicBezTo>
                    <a:pt x="11955" y="7677"/>
                    <a:pt x="11762" y="7675"/>
                    <a:pt x="11566" y="7675"/>
                  </a:cubicBezTo>
                  <a:cubicBezTo>
                    <a:pt x="11487" y="7675"/>
                    <a:pt x="11436" y="7743"/>
                    <a:pt x="11425" y="7816"/>
                  </a:cubicBezTo>
                  <a:cubicBezTo>
                    <a:pt x="11272" y="9589"/>
                    <a:pt x="10307" y="11233"/>
                    <a:pt x="8833" y="12232"/>
                  </a:cubicBezTo>
                  <a:cubicBezTo>
                    <a:pt x="8421" y="12515"/>
                    <a:pt x="7974" y="12740"/>
                    <a:pt x="7511" y="12910"/>
                  </a:cubicBezTo>
                  <a:cubicBezTo>
                    <a:pt x="7449" y="12932"/>
                    <a:pt x="7404" y="12983"/>
                    <a:pt x="7404" y="13045"/>
                  </a:cubicBezTo>
                  <a:lnTo>
                    <a:pt x="7404" y="14858"/>
                  </a:lnTo>
                  <a:lnTo>
                    <a:pt x="7404" y="17738"/>
                  </a:lnTo>
                  <a:lnTo>
                    <a:pt x="7404" y="18258"/>
                  </a:lnTo>
                  <a:lnTo>
                    <a:pt x="283" y="18258"/>
                  </a:lnTo>
                  <a:lnTo>
                    <a:pt x="283" y="16710"/>
                  </a:lnTo>
                  <a:lnTo>
                    <a:pt x="283" y="14022"/>
                  </a:lnTo>
                  <a:lnTo>
                    <a:pt x="283" y="13407"/>
                  </a:lnTo>
                  <a:lnTo>
                    <a:pt x="283" y="11746"/>
                  </a:lnTo>
                  <a:lnTo>
                    <a:pt x="283" y="10809"/>
                  </a:lnTo>
                  <a:lnTo>
                    <a:pt x="283" y="8618"/>
                  </a:lnTo>
                  <a:lnTo>
                    <a:pt x="283" y="6348"/>
                  </a:lnTo>
                  <a:lnTo>
                    <a:pt x="283" y="5534"/>
                  </a:lnTo>
                  <a:cubicBezTo>
                    <a:pt x="283" y="5446"/>
                    <a:pt x="290" y="5353"/>
                    <a:pt x="290" y="5262"/>
                  </a:cubicBezTo>
                  <a:lnTo>
                    <a:pt x="290" y="5262"/>
                  </a:lnTo>
                  <a:cubicBezTo>
                    <a:pt x="1181" y="5260"/>
                    <a:pt x="2087" y="4819"/>
                    <a:pt x="2649" y="4145"/>
                  </a:cubicBezTo>
                  <a:cubicBezTo>
                    <a:pt x="3276" y="3394"/>
                    <a:pt x="3496" y="2361"/>
                    <a:pt x="3180" y="1429"/>
                  </a:cubicBezTo>
                  <a:cubicBezTo>
                    <a:pt x="3050" y="1048"/>
                    <a:pt x="2842" y="706"/>
                    <a:pt x="2576" y="413"/>
                  </a:cubicBezTo>
                  <a:close/>
                  <a:moveTo>
                    <a:pt x="2079" y="1"/>
                  </a:moveTo>
                  <a:cubicBezTo>
                    <a:pt x="1944" y="1"/>
                    <a:pt x="1897" y="183"/>
                    <a:pt x="2011" y="265"/>
                  </a:cubicBezTo>
                  <a:cubicBezTo>
                    <a:pt x="2762" y="847"/>
                    <a:pt x="3180" y="1807"/>
                    <a:pt x="3005" y="2750"/>
                  </a:cubicBezTo>
                  <a:cubicBezTo>
                    <a:pt x="2858" y="3575"/>
                    <a:pt x="2310" y="4269"/>
                    <a:pt x="1570" y="4648"/>
                  </a:cubicBezTo>
                  <a:cubicBezTo>
                    <a:pt x="1180" y="4853"/>
                    <a:pt x="720" y="4979"/>
                    <a:pt x="275" y="4979"/>
                  </a:cubicBezTo>
                  <a:cubicBezTo>
                    <a:pt x="230" y="4979"/>
                    <a:pt x="186" y="4978"/>
                    <a:pt x="142" y="4975"/>
                  </a:cubicBezTo>
                  <a:cubicBezTo>
                    <a:pt x="139" y="4975"/>
                    <a:pt x="136" y="4975"/>
                    <a:pt x="134" y="4975"/>
                  </a:cubicBezTo>
                  <a:cubicBezTo>
                    <a:pt x="63" y="4975"/>
                    <a:pt x="0" y="5046"/>
                    <a:pt x="0" y="5117"/>
                  </a:cubicBezTo>
                  <a:lnTo>
                    <a:pt x="0" y="6116"/>
                  </a:lnTo>
                  <a:lnTo>
                    <a:pt x="0" y="8324"/>
                  </a:lnTo>
                  <a:lnTo>
                    <a:pt x="0" y="10589"/>
                  </a:lnTo>
                  <a:lnTo>
                    <a:pt x="0" y="11735"/>
                  </a:lnTo>
                  <a:lnTo>
                    <a:pt x="0" y="13339"/>
                  </a:lnTo>
                  <a:lnTo>
                    <a:pt x="0" y="13407"/>
                  </a:lnTo>
                  <a:lnTo>
                    <a:pt x="0" y="15095"/>
                  </a:lnTo>
                  <a:lnTo>
                    <a:pt x="0" y="17783"/>
                  </a:lnTo>
                  <a:lnTo>
                    <a:pt x="0" y="18399"/>
                  </a:lnTo>
                  <a:cubicBezTo>
                    <a:pt x="0" y="18472"/>
                    <a:pt x="68" y="18540"/>
                    <a:pt x="142" y="18540"/>
                  </a:cubicBezTo>
                  <a:lnTo>
                    <a:pt x="7545" y="18540"/>
                  </a:lnTo>
                  <a:cubicBezTo>
                    <a:pt x="7591" y="18540"/>
                    <a:pt x="7626" y="18522"/>
                    <a:pt x="7649" y="18494"/>
                  </a:cubicBezTo>
                  <a:lnTo>
                    <a:pt x="7649" y="18494"/>
                  </a:lnTo>
                  <a:cubicBezTo>
                    <a:pt x="7672" y="18472"/>
                    <a:pt x="7686" y="18440"/>
                    <a:pt x="7686" y="18399"/>
                  </a:cubicBezTo>
                  <a:lnTo>
                    <a:pt x="7686" y="16586"/>
                  </a:lnTo>
                  <a:lnTo>
                    <a:pt x="7686" y="13706"/>
                  </a:lnTo>
                  <a:lnTo>
                    <a:pt x="7686" y="13143"/>
                  </a:lnTo>
                  <a:lnTo>
                    <a:pt x="7686" y="13143"/>
                  </a:lnTo>
                  <a:cubicBezTo>
                    <a:pt x="9390" y="12494"/>
                    <a:pt x="10754" y="11114"/>
                    <a:pt x="11374" y="9386"/>
                  </a:cubicBezTo>
                  <a:cubicBezTo>
                    <a:pt x="11534" y="8922"/>
                    <a:pt x="11642" y="8445"/>
                    <a:pt x="11694" y="7957"/>
                  </a:cubicBezTo>
                  <a:lnTo>
                    <a:pt x="12408" y="7957"/>
                  </a:lnTo>
                  <a:cubicBezTo>
                    <a:pt x="12780" y="7957"/>
                    <a:pt x="13136" y="7805"/>
                    <a:pt x="13289" y="7438"/>
                  </a:cubicBezTo>
                  <a:cubicBezTo>
                    <a:pt x="13424" y="7104"/>
                    <a:pt x="13294" y="6760"/>
                    <a:pt x="13023" y="6540"/>
                  </a:cubicBezTo>
                  <a:cubicBezTo>
                    <a:pt x="12792" y="6353"/>
                    <a:pt x="12560" y="6173"/>
                    <a:pt x="12328" y="5986"/>
                  </a:cubicBezTo>
                  <a:cubicBezTo>
                    <a:pt x="12129" y="5834"/>
                    <a:pt x="11934" y="5677"/>
                    <a:pt x="11736" y="5524"/>
                  </a:cubicBezTo>
                  <a:lnTo>
                    <a:pt x="11736" y="5524"/>
                  </a:lnTo>
                  <a:lnTo>
                    <a:pt x="11736" y="4010"/>
                  </a:lnTo>
                  <a:cubicBezTo>
                    <a:pt x="11736" y="3309"/>
                    <a:pt x="11752" y="2615"/>
                    <a:pt x="11555" y="1931"/>
                  </a:cubicBezTo>
                  <a:cubicBezTo>
                    <a:pt x="11380" y="1299"/>
                    <a:pt x="11063" y="712"/>
                    <a:pt x="10646" y="203"/>
                  </a:cubicBezTo>
                  <a:cubicBezTo>
                    <a:pt x="10618" y="168"/>
                    <a:pt x="10585" y="154"/>
                    <a:pt x="10554" y="154"/>
                  </a:cubicBezTo>
                  <a:cubicBezTo>
                    <a:pt x="10500" y="154"/>
                    <a:pt x="10448" y="196"/>
                    <a:pt x="10425" y="251"/>
                  </a:cubicBezTo>
                  <a:lnTo>
                    <a:pt x="10425" y="251"/>
                  </a:lnTo>
                  <a:cubicBezTo>
                    <a:pt x="10354" y="277"/>
                    <a:pt x="10282" y="302"/>
                    <a:pt x="10211" y="328"/>
                  </a:cubicBezTo>
                  <a:cubicBezTo>
                    <a:pt x="9906" y="429"/>
                    <a:pt x="9590" y="503"/>
                    <a:pt x="9273" y="559"/>
                  </a:cubicBezTo>
                  <a:cubicBezTo>
                    <a:pt x="8601" y="680"/>
                    <a:pt x="7916" y="730"/>
                    <a:pt x="7231" y="730"/>
                  </a:cubicBezTo>
                  <a:cubicBezTo>
                    <a:pt x="6638" y="730"/>
                    <a:pt x="6045" y="693"/>
                    <a:pt x="5461" y="633"/>
                  </a:cubicBezTo>
                  <a:cubicBezTo>
                    <a:pt x="4332" y="514"/>
                    <a:pt x="3214" y="294"/>
                    <a:pt x="2118" y="6"/>
                  </a:cubicBezTo>
                  <a:cubicBezTo>
                    <a:pt x="2104" y="2"/>
                    <a:pt x="2091" y="1"/>
                    <a:pt x="2079"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9" name="Google Shape;799;p30"/>
            <p:cNvSpPr/>
            <p:nvPr/>
          </p:nvSpPr>
          <p:spPr>
            <a:xfrm>
              <a:off x="6301250" y="3317650"/>
              <a:ext cx="80700" cy="37375"/>
            </a:xfrm>
            <a:custGeom>
              <a:avLst/>
              <a:gdLst/>
              <a:ahLst/>
              <a:cxnLst/>
              <a:rect l="l" t="t" r="r" b="b"/>
              <a:pathLst>
                <a:path w="3228" h="1495" extrusionOk="0">
                  <a:moveTo>
                    <a:pt x="2922" y="286"/>
                  </a:moveTo>
                  <a:cubicBezTo>
                    <a:pt x="2887" y="600"/>
                    <a:pt x="2836" y="917"/>
                    <a:pt x="2736" y="1212"/>
                  </a:cubicBezTo>
                  <a:lnTo>
                    <a:pt x="297" y="1212"/>
                  </a:lnTo>
                  <a:cubicBezTo>
                    <a:pt x="333" y="920"/>
                    <a:pt x="479" y="648"/>
                    <a:pt x="717" y="473"/>
                  </a:cubicBezTo>
                  <a:cubicBezTo>
                    <a:pt x="904" y="337"/>
                    <a:pt x="1113" y="286"/>
                    <a:pt x="1339" y="286"/>
                  </a:cubicBezTo>
                  <a:close/>
                  <a:moveTo>
                    <a:pt x="1531" y="0"/>
                  </a:moveTo>
                  <a:cubicBezTo>
                    <a:pt x="1188" y="0"/>
                    <a:pt x="847" y="28"/>
                    <a:pt x="554" y="247"/>
                  </a:cubicBezTo>
                  <a:cubicBezTo>
                    <a:pt x="204" y="506"/>
                    <a:pt x="12" y="919"/>
                    <a:pt x="6" y="1353"/>
                  </a:cubicBezTo>
                  <a:cubicBezTo>
                    <a:pt x="0" y="1427"/>
                    <a:pt x="68" y="1495"/>
                    <a:pt x="147" y="1495"/>
                  </a:cubicBezTo>
                  <a:lnTo>
                    <a:pt x="2835" y="1495"/>
                  </a:lnTo>
                  <a:cubicBezTo>
                    <a:pt x="2903" y="1495"/>
                    <a:pt x="2954" y="1449"/>
                    <a:pt x="2976" y="1387"/>
                  </a:cubicBezTo>
                  <a:cubicBezTo>
                    <a:pt x="3118" y="998"/>
                    <a:pt x="3174" y="563"/>
                    <a:pt x="3219" y="145"/>
                  </a:cubicBezTo>
                  <a:cubicBezTo>
                    <a:pt x="3227" y="83"/>
                    <a:pt x="3197" y="43"/>
                    <a:pt x="3154" y="25"/>
                  </a:cubicBezTo>
                  <a:lnTo>
                    <a:pt x="3154" y="25"/>
                  </a:lnTo>
                  <a:cubicBezTo>
                    <a:pt x="3133" y="12"/>
                    <a:pt x="3108" y="4"/>
                    <a:pt x="3078" y="4"/>
                  </a:cubicBezTo>
                  <a:lnTo>
                    <a:pt x="1886" y="4"/>
                  </a:lnTo>
                  <a:cubicBezTo>
                    <a:pt x="1769" y="4"/>
                    <a:pt x="1650" y="0"/>
                    <a:pt x="1531"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0" name="Google Shape;800;p30"/>
            <p:cNvSpPr/>
            <p:nvPr/>
          </p:nvSpPr>
          <p:spPr>
            <a:xfrm>
              <a:off x="5687100" y="3582250"/>
              <a:ext cx="999875" cy="706000"/>
            </a:xfrm>
            <a:custGeom>
              <a:avLst/>
              <a:gdLst/>
              <a:ahLst/>
              <a:cxnLst/>
              <a:rect l="l" t="t" r="r" b="b"/>
              <a:pathLst>
                <a:path w="39995" h="28240" extrusionOk="0">
                  <a:moveTo>
                    <a:pt x="23767" y="285"/>
                  </a:moveTo>
                  <a:cubicBezTo>
                    <a:pt x="24475" y="882"/>
                    <a:pt x="25246" y="1410"/>
                    <a:pt x="26018" y="1906"/>
                  </a:cubicBezTo>
                  <a:cubicBezTo>
                    <a:pt x="26831" y="2431"/>
                    <a:pt x="27667" y="2911"/>
                    <a:pt x="28531" y="3340"/>
                  </a:cubicBezTo>
                  <a:cubicBezTo>
                    <a:pt x="29417" y="3781"/>
                    <a:pt x="30315" y="4188"/>
                    <a:pt x="31168" y="4696"/>
                  </a:cubicBezTo>
                  <a:cubicBezTo>
                    <a:pt x="33393" y="6017"/>
                    <a:pt x="35426" y="7836"/>
                    <a:pt x="36674" y="10134"/>
                  </a:cubicBezTo>
                  <a:cubicBezTo>
                    <a:pt x="36883" y="10523"/>
                    <a:pt x="37080" y="10912"/>
                    <a:pt x="37199" y="11334"/>
                  </a:cubicBezTo>
                  <a:lnTo>
                    <a:pt x="37199" y="11334"/>
                  </a:lnTo>
                  <a:cubicBezTo>
                    <a:pt x="37199" y="11335"/>
                    <a:pt x="37199" y="11336"/>
                    <a:pt x="37199" y="11337"/>
                  </a:cubicBezTo>
                  <a:cubicBezTo>
                    <a:pt x="37199" y="11337"/>
                    <a:pt x="37199" y="11337"/>
                    <a:pt x="37199" y="11337"/>
                  </a:cubicBezTo>
                  <a:lnTo>
                    <a:pt x="37199" y="11337"/>
                  </a:lnTo>
                  <a:cubicBezTo>
                    <a:pt x="37200" y="11338"/>
                    <a:pt x="37200" y="11339"/>
                    <a:pt x="37200" y="11339"/>
                  </a:cubicBezTo>
                  <a:lnTo>
                    <a:pt x="37200" y="11339"/>
                  </a:lnTo>
                  <a:cubicBezTo>
                    <a:pt x="37482" y="12287"/>
                    <a:pt x="37702" y="13258"/>
                    <a:pt x="37911" y="14228"/>
                  </a:cubicBezTo>
                  <a:cubicBezTo>
                    <a:pt x="38470" y="16815"/>
                    <a:pt x="38894" y="19430"/>
                    <a:pt x="39199" y="22056"/>
                  </a:cubicBezTo>
                  <a:cubicBezTo>
                    <a:pt x="39430" y="24019"/>
                    <a:pt x="39597" y="25983"/>
                    <a:pt x="39700" y="27957"/>
                  </a:cubicBezTo>
                  <a:lnTo>
                    <a:pt x="296" y="27957"/>
                  </a:lnTo>
                  <a:cubicBezTo>
                    <a:pt x="479" y="24413"/>
                    <a:pt x="867" y="20880"/>
                    <a:pt x="1469" y="17385"/>
                  </a:cubicBezTo>
                  <a:cubicBezTo>
                    <a:pt x="1796" y="15510"/>
                    <a:pt x="2175" y="13641"/>
                    <a:pt x="2666" y="11806"/>
                  </a:cubicBezTo>
                  <a:cubicBezTo>
                    <a:pt x="2835" y="11162"/>
                    <a:pt x="3067" y="10592"/>
                    <a:pt x="3394" y="10010"/>
                  </a:cubicBezTo>
                  <a:cubicBezTo>
                    <a:pt x="4569" y="7903"/>
                    <a:pt x="6404" y="6215"/>
                    <a:pt x="8426" y="4939"/>
                  </a:cubicBezTo>
                  <a:cubicBezTo>
                    <a:pt x="9189" y="4459"/>
                    <a:pt x="9985" y="4035"/>
                    <a:pt x="10804" y="3657"/>
                  </a:cubicBezTo>
                  <a:cubicBezTo>
                    <a:pt x="11662" y="3261"/>
                    <a:pt x="12498" y="2815"/>
                    <a:pt x="13305" y="2324"/>
                  </a:cubicBezTo>
                  <a:cubicBezTo>
                    <a:pt x="14294" y="1731"/>
                    <a:pt x="15248" y="1076"/>
                    <a:pt x="16146" y="353"/>
                  </a:cubicBezTo>
                  <a:cubicBezTo>
                    <a:pt x="16173" y="329"/>
                    <a:pt x="16200" y="307"/>
                    <a:pt x="16228" y="285"/>
                  </a:cubicBezTo>
                  <a:close/>
                  <a:moveTo>
                    <a:pt x="16541" y="0"/>
                  </a:moveTo>
                  <a:cubicBezTo>
                    <a:pt x="16440" y="0"/>
                    <a:pt x="16338" y="1"/>
                    <a:pt x="16236" y="3"/>
                  </a:cubicBezTo>
                  <a:cubicBezTo>
                    <a:pt x="16078" y="3"/>
                    <a:pt x="15977" y="127"/>
                    <a:pt x="15858" y="223"/>
                  </a:cubicBezTo>
                  <a:cubicBezTo>
                    <a:pt x="14938" y="957"/>
                    <a:pt x="13955" y="1612"/>
                    <a:pt x="12944" y="2211"/>
                  </a:cubicBezTo>
                  <a:cubicBezTo>
                    <a:pt x="11419" y="3115"/>
                    <a:pt x="9759" y="3764"/>
                    <a:pt x="8257" y="4713"/>
                  </a:cubicBezTo>
                  <a:cubicBezTo>
                    <a:pt x="6286" y="5955"/>
                    <a:pt x="4507" y="7587"/>
                    <a:pt x="3304" y="9598"/>
                  </a:cubicBezTo>
                  <a:cubicBezTo>
                    <a:pt x="2954" y="10179"/>
                    <a:pt x="2649" y="10801"/>
                    <a:pt x="2463" y="11456"/>
                  </a:cubicBezTo>
                  <a:cubicBezTo>
                    <a:pt x="2056" y="12935"/>
                    <a:pt x="1734" y="14437"/>
                    <a:pt x="1446" y="15945"/>
                  </a:cubicBezTo>
                  <a:cubicBezTo>
                    <a:pt x="859" y="19017"/>
                    <a:pt x="446" y="22123"/>
                    <a:pt x="192" y="25241"/>
                  </a:cubicBezTo>
                  <a:cubicBezTo>
                    <a:pt x="113" y="26189"/>
                    <a:pt x="51" y="27144"/>
                    <a:pt x="6" y="28098"/>
                  </a:cubicBezTo>
                  <a:cubicBezTo>
                    <a:pt x="0" y="28172"/>
                    <a:pt x="74" y="28239"/>
                    <a:pt x="147" y="28239"/>
                  </a:cubicBezTo>
                  <a:lnTo>
                    <a:pt x="39848" y="28239"/>
                  </a:lnTo>
                  <a:cubicBezTo>
                    <a:pt x="39921" y="28239"/>
                    <a:pt x="39995" y="28172"/>
                    <a:pt x="39989" y="28098"/>
                  </a:cubicBezTo>
                  <a:cubicBezTo>
                    <a:pt x="39820" y="24732"/>
                    <a:pt x="39464" y="21378"/>
                    <a:pt x="38922" y="18052"/>
                  </a:cubicBezTo>
                  <a:cubicBezTo>
                    <a:pt x="38600" y="16098"/>
                    <a:pt x="38216" y="14144"/>
                    <a:pt x="37730" y="12218"/>
                  </a:cubicBezTo>
                  <a:cubicBezTo>
                    <a:pt x="37651" y="11896"/>
                    <a:pt x="37566" y="11580"/>
                    <a:pt x="37476" y="11258"/>
                  </a:cubicBezTo>
                  <a:cubicBezTo>
                    <a:pt x="37397" y="10987"/>
                    <a:pt x="37273" y="10716"/>
                    <a:pt x="37154" y="10462"/>
                  </a:cubicBezTo>
                  <a:cubicBezTo>
                    <a:pt x="36832" y="9778"/>
                    <a:pt x="36431" y="9140"/>
                    <a:pt x="35980" y="8542"/>
                  </a:cubicBezTo>
                  <a:cubicBezTo>
                    <a:pt x="34308" y="6322"/>
                    <a:pt x="31992" y="4662"/>
                    <a:pt x="29496" y="3487"/>
                  </a:cubicBezTo>
                  <a:cubicBezTo>
                    <a:pt x="28011" y="2793"/>
                    <a:pt x="26588" y="1991"/>
                    <a:pt x="25244" y="1048"/>
                  </a:cubicBezTo>
                  <a:cubicBezTo>
                    <a:pt x="24866" y="782"/>
                    <a:pt x="24498" y="511"/>
                    <a:pt x="24137" y="223"/>
                  </a:cubicBezTo>
                  <a:cubicBezTo>
                    <a:pt x="24069" y="172"/>
                    <a:pt x="24001" y="110"/>
                    <a:pt x="23934" y="59"/>
                  </a:cubicBezTo>
                  <a:cubicBezTo>
                    <a:pt x="23864" y="9"/>
                    <a:pt x="23795" y="1"/>
                    <a:pt x="23718" y="1"/>
                  </a:cubicBezTo>
                  <a:cubicBezTo>
                    <a:pt x="23682" y="1"/>
                    <a:pt x="23645" y="3"/>
                    <a:pt x="23606" y="3"/>
                  </a:cubicBezTo>
                  <a:lnTo>
                    <a:pt x="17151" y="3"/>
                  </a:lnTo>
                  <a:cubicBezTo>
                    <a:pt x="16948" y="3"/>
                    <a:pt x="16745" y="0"/>
                    <a:pt x="16541"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1" name="Google Shape;801;p30"/>
            <p:cNvSpPr/>
            <p:nvPr/>
          </p:nvSpPr>
          <p:spPr>
            <a:xfrm>
              <a:off x="6258900" y="3189675"/>
              <a:ext cx="108150" cy="100700"/>
            </a:xfrm>
            <a:custGeom>
              <a:avLst/>
              <a:gdLst/>
              <a:ahLst/>
              <a:cxnLst/>
              <a:rect l="l" t="t" r="r" b="b"/>
              <a:pathLst>
                <a:path w="4326" h="4028" extrusionOk="0">
                  <a:moveTo>
                    <a:pt x="2186" y="283"/>
                  </a:moveTo>
                  <a:cubicBezTo>
                    <a:pt x="2908" y="289"/>
                    <a:pt x="3575" y="746"/>
                    <a:pt x="3818" y="1429"/>
                  </a:cubicBezTo>
                  <a:cubicBezTo>
                    <a:pt x="4060" y="2113"/>
                    <a:pt x="3846" y="2886"/>
                    <a:pt x="3287" y="3355"/>
                  </a:cubicBezTo>
                  <a:cubicBezTo>
                    <a:pt x="2976" y="3615"/>
                    <a:pt x="2583" y="3747"/>
                    <a:pt x="2188" y="3747"/>
                  </a:cubicBezTo>
                  <a:cubicBezTo>
                    <a:pt x="1879" y="3747"/>
                    <a:pt x="1569" y="3666"/>
                    <a:pt x="1299" y="3502"/>
                  </a:cubicBezTo>
                  <a:cubicBezTo>
                    <a:pt x="683" y="3129"/>
                    <a:pt x="345" y="2389"/>
                    <a:pt x="486" y="1684"/>
                  </a:cubicBezTo>
                  <a:cubicBezTo>
                    <a:pt x="649" y="876"/>
                    <a:pt x="1367" y="294"/>
                    <a:pt x="2186" y="283"/>
                  </a:cubicBezTo>
                  <a:close/>
                  <a:moveTo>
                    <a:pt x="2186" y="1"/>
                  </a:moveTo>
                  <a:cubicBezTo>
                    <a:pt x="2184" y="1"/>
                    <a:pt x="2182" y="1"/>
                    <a:pt x="2180" y="1"/>
                  </a:cubicBezTo>
                  <a:lnTo>
                    <a:pt x="2180" y="1"/>
                  </a:lnTo>
                  <a:cubicBezTo>
                    <a:pt x="1347" y="14"/>
                    <a:pt x="592" y="539"/>
                    <a:pt x="299" y="1322"/>
                  </a:cubicBezTo>
                  <a:cubicBezTo>
                    <a:pt x="0" y="2107"/>
                    <a:pt x="254" y="3033"/>
                    <a:pt x="898" y="3564"/>
                  </a:cubicBezTo>
                  <a:cubicBezTo>
                    <a:pt x="1270" y="3869"/>
                    <a:pt x="1733" y="4028"/>
                    <a:pt x="2196" y="4028"/>
                  </a:cubicBezTo>
                  <a:cubicBezTo>
                    <a:pt x="2550" y="4028"/>
                    <a:pt x="2904" y="3935"/>
                    <a:pt x="3219" y="3745"/>
                  </a:cubicBezTo>
                  <a:cubicBezTo>
                    <a:pt x="3948" y="3310"/>
                    <a:pt x="4326" y="2452"/>
                    <a:pt x="4162" y="1627"/>
                  </a:cubicBezTo>
                  <a:cubicBezTo>
                    <a:pt x="3987" y="691"/>
                    <a:pt x="3137" y="14"/>
                    <a:pt x="2190" y="1"/>
                  </a:cubicBezTo>
                  <a:lnTo>
                    <a:pt x="2190" y="1"/>
                  </a:lnTo>
                  <a:cubicBezTo>
                    <a:pt x="2189" y="1"/>
                    <a:pt x="2187" y="1"/>
                    <a:pt x="2186"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2" name="Google Shape;802;p30"/>
            <p:cNvSpPr/>
            <p:nvPr/>
          </p:nvSpPr>
          <p:spPr>
            <a:xfrm>
              <a:off x="6139025" y="3179100"/>
              <a:ext cx="243275" cy="122000"/>
            </a:xfrm>
            <a:custGeom>
              <a:avLst/>
              <a:gdLst/>
              <a:ahLst/>
              <a:cxnLst/>
              <a:rect l="l" t="t" r="r" b="b"/>
              <a:pathLst>
                <a:path w="9731" h="4880" extrusionOk="0">
                  <a:moveTo>
                    <a:pt x="6978" y="278"/>
                  </a:moveTo>
                  <a:cubicBezTo>
                    <a:pt x="7697" y="278"/>
                    <a:pt x="8391" y="648"/>
                    <a:pt x="8788" y="1254"/>
                  </a:cubicBezTo>
                  <a:cubicBezTo>
                    <a:pt x="9047" y="1649"/>
                    <a:pt x="9166" y="2112"/>
                    <a:pt x="9138" y="2587"/>
                  </a:cubicBezTo>
                  <a:cubicBezTo>
                    <a:pt x="9134" y="2648"/>
                    <a:pt x="9164" y="2688"/>
                    <a:pt x="9206" y="2708"/>
                  </a:cubicBezTo>
                  <a:lnTo>
                    <a:pt x="9206" y="2708"/>
                  </a:lnTo>
                  <a:cubicBezTo>
                    <a:pt x="9225" y="2720"/>
                    <a:pt x="9250" y="2728"/>
                    <a:pt x="9279" y="2728"/>
                  </a:cubicBezTo>
                  <a:lnTo>
                    <a:pt x="9448" y="2728"/>
                  </a:lnTo>
                  <a:lnTo>
                    <a:pt x="9448" y="2875"/>
                  </a:lnTo>
                  <a:lnTo>
                    <a:pt x="9211" y="2875"/>
                  </a:lnTo>
                  <a:cubicBezTo>
                    <a:pt x="9149" y="2875"/>
                    <a:pt x="9087" y="2920"/>
                    <a:pt x="9076" y="2976"/>
                  </a:cubicBezTo>
                  <a:cubicBezTo>
                    <a:pt x="8850" y="3812"/>
                    <a:pt x="8155" y="4450"/>
                    <a:pt x="7302" y="4580"/>
                  </a:cubicBezTo>
                  <a:cubicBezTo>
                    <a:pt x="7199" y="4596"/>
                    <a:pt x="7096" y="4603"/>
                    <a:pt x="6992" y="4603"/>
                  </a:cubicBezTo>
                  <a:cubicBezTo>
                    <a:pt x="6272" y="4603"/>
                    <a:pt x="5574" y="4233"/>
                    <a:pt x="5179" y="3626"/>
                  </a:cubicBezTo>
                  <a:cubicBezTo>
                    <a:pt x="4908" y="3219"/>
                    <a:pt x="4795" y="2739"/>
                    <a:pt x="4829" y="2253"/>
                  </a:cubicBezTo>
                  <a:cubicBezTo>
                    <a:pt x="4835" y="2180"/>
                    <a:pt x="4761" y="2112"/>
                    <a:pt x="4688" y="2112"/>
                  </a:cubicBezTo>
                  <a:lnTo>
                    <a:pt x="546" y="2112"/>
                  </a:lnTo>
                  <a:cubicBezTo>
                    <a:pt x="588" y="2067"/>
                    <a:pt x="628" y="2020"/>
                    <a:pt x="666" y="1971"/>
                  </a:cubicBezTo>
                  <a:lnTo>
                    <a:pt x="4767" y="1971"/>
                  </a:lnTo>
                  <a:cubicBezTo>
                    <a:pt x="4829" y="1971"/>
                    <a:pt x="4885" y="1926"/>
                    <a:pt x="4902" y="1864"/>
                  </a:cubicBezTo>
                  <a:cubicBezTo>
                    <a:pt x="5134" y="1045"/>
                    <a:pt x="5834" y="418"/>
                    <a:pt x="6681" y="299"/>
                  </a:cubicBezTo>
                  <a:cubicBezTo>
                    <a:pt x="6780" y="285"/>
                    <a:pt x="6879" y="278"/>
                    <a:pt x="6978" y="278"/>
                  </a:cubicBezTo>
                  <a:close/>
                  <a:moveTo>
                    <a:pt x="6987" y="1"/>
                  </a:moveTo>
                  <a:cubicBezTo>
                    <a:pt x="6461" y="1"/>
                    <a:pt x="5936" y="167"/>
                    <a:pt x="5507" y="497"/>
                  </a:cubicBezTo>
                  <a:cubicBezTo>
                    <a:pt x="5111" y="798"/>
                    <a:pt x="4819" y="1216"/>
                    <a:pt x="4663" y="1689"/>
                  </a:cubicBezTo>
                  <a:lnTo>
                    <a:pt x="927" y="1689"/>
                  </a:lnTo>
                  <a:cubicBezTo>
                    <a:pt x="863" y="1689"/>
                    <a:pt x="799" y="1686"/>
                    <a:pt x="735" y="1686"/>
                  </a:cubicBezTo>
                  <a:cubicBezTo>
                    <a:pt x="703" y="1686"/>
                    <a:pt x="671" y="1687"/>
                    <a:pt x="639" y="1689"/>
                  </a:cubicBezTo>
                  <a:cubicBezTo>
                    <a:pt x="624" y="1689"/>
                    <a:pt x="606" y="1686"/>
                    <a:pt x="589" y="1686"/>
                  </a:cubicBezTo>
                  <a:cubicBezTo>
                    <a:pt x="581" y="1686"/>
                    <a:pt x="573" y="1687"/>
                    <a:pt x="565" y="1689"/>
                  </a:cubicBezTo>
                  <a:cubicBezTo>
                    <a:pt x="475" y="1717"/>
                    <a:pt x="401" y="1852"/>
                    <a:pt x="339" y="1920"/>
                  </a:cubicBezTo>
                  <a:cubicBezTo>
                    <a:pt x="260" y="2005"/>
                    <a:pt x="181" y="2084"/>
                    <a:pt x="96" y="2157"/>
                  </a:cubicBezTo>
                  <a:cubicBezTo>
                    <a:pt x="0" y="2236"/>
                    <a:pt x="79" y="2395"/>
                    <a:pt x="192" y="2395"/>
                  </a:cubicBezTo>
                  <a:lnTo>
                    <a:pt x="4541" y="2395"/>
                  </a:lnTo>
                  <a:cubicBezTo>
                    <a:pt x="4529" y="3293"/>
                    <a:pt x="5017" y="4151"/>
                    <a:pt x="5812" y="4586"/>
                  </a:cubicBezTo>
                  <a:cubicBezTo>
                    <a:pt x="6175" y="4783"/>
                    <a:pt x="6576" y="4880"/>
                    <a:pt x="6975" y="4880"/>
                  </a:cubicBezTo>
                  <a:cubicBezTo>
                    <a:pt x="7514" y="4880"/>
                    <a:pt x="8051" y="4704"/>
                    <a:pt x="8488" y="4360"/>
                  </a:cubicBezTo>
                  <a:cubicBezTo>
                    <a:pt x="8879" y="4054"/>
                    <a:pt x="9165" y="3630"/>
                    <a:pt x="9317" y="3157"/>
                  </a:cubicBezTo>
                  <a:lnTo>
                    <a:pt x="9590" y="3157"/>
                  </a:lnTo>
                  <a:cubicBezTo>
                    <a:pt x="9663" y="3157"/>
                    <a:pt x="9731" y="3095"/>
                    <a:pt x="9731" y="3016"/>
                  </a:cubicBezTo>
                  <a:lnTo>
                    <a:pt x="9731" y="2587"/>
                  </a:lnTo>
                  <a:cubicBezTo>
                    <a:pt x="9731" y="2513"/>
                    <a:pt x="9663" y="2445"/>
                    <a:pt x="9590" y="2445"/>
                  </a:cubicBezTo>
                  <a:lnTo>
                    <a:pt x="9425" y="2445"/>
                  </a:lnTo>
                  <a:cubicBezTo>
                    <a:pt x="9430" y="1563"/>
                    <a:pt x="8933" y="717"/>
                    <a:pt x="8155" y="294"/>
                  </a:cubicBezTo>
                  <a:cubicBezTo>
                    <a:pt x="7793" y="98"/>
                    <a:pt x="7390" y="1"/>
                    <a:pt x="6987"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3" name="Google Shape;803;p30"/>
            <p:cNvSpPr/>
            <p:nvPr/>
          </p:nvSpPr>
          <p:spPr>
            <a:xfrm>
              <a:off x="6260150" y="3189800"/>
              <a:ext cx="108050" cy="100700"/>
            </a:xfrm>
            <a:custGeom>
              <a:avLst/>
              <a:gdLst/>
              <a:ahLst/>
              <a:cxnLst/>
              <a:rect l="l" t="t" r="r" b="b"/>
              <a:pathLst>
                <a:path w="4322" h="4028" extrusionOk="0">
                  <a:moveTo>
                    <a:pt x="2139" y="282"/>
                  </a:moveTo>
                  <a:cubicBezTo>
                    <a:pt x="2448" y="282"/>
                    <a:pt x="2757" y="363"/>
                    <a:pt x="3028" y="526"/>
                  </a:cubicBezTo>
                  <a:cubicBezTo>
                    <a:pt x="3643" y="899"/>
                    <a:pt x="3982" y="1639"/>
                    <a:pt x="3841" y="2345"/>
                  </a:cubicBezTo>
                  <a:cubicBezTo>
                    <a:pt x="3677" y="3153"/>
                    <a:pt x="2960" y="3734"/>
                    <a:pt x="2136" y="3745"/>
                  </a:cubicBezTo>
                  <a:cubicBezTo>
                    <a:pt x="1418" y="3740"/>
                    <a:pt x="752" y="3282"/>
                    <a:pt x="509" y="2599"/>
                  </a:cubicBezTo>
                  <a:cubicBezTo>
                    <a:pt x="266" y="1916"/>
                    <a:pt x="475" y="1142"/>
                    <a:pt x="1040" y="673"/>
                  </a:cubicBezTo>
                  <a:cubicBezTo>
                    <a:pt x="1350" y="414"/>
                    <a:pt x="1744" y="282"/>
                    <a:pt x="2139" y="282"/>
                  </a:cubicBezTo>
                  <a:close/>
                  <a:moveTo>
                    <a:pt x="2126" y="1"/>
                  </a:moveTo>
                  <a:cubicBezTo>
                    <a:pt x="1772" y="1"/>
                    <a:pt x="1417" y="93"/>
                    <a:pt x="1102" y="284"/>
                  </a:cubicBezTo>
                  <a:cubicBezTo>
                    <a:pt x="379" y="719"/>
                    <a:pt x="1" y="1577"/>
                    <a:pt x="165" y="2401"/>
                  </a:cubicBezTo>
                  <a:cubicBezTo>
                    <a:pt x="339" y="3337"/>
                    <a:pt x="1190" y="4014"/>
                    <a:pt x="2131" y="4028"/>
                  </a:cubicBezTo>
                  <a:lnTo>
                    <a:pt x="2131" y="4028"/>
                  </a:lnTo>
                  <a:cubicBezTo>
                    <a:pt x="2133" y="4028"/>
                    <a:pt x="2134" y="4028"/>
                    <a:pt x="2136" y="4028"/>
                  </a:cubicBezTo>
                  <a:cubicBezTo>
                    <a:pt x="2137" y="4028"/>
                    <a:pt x="2139" y="4028"/>
                    <a:pt x="2141" y="4028"/>
                  </a:cubicBezTo>
                  <a:lnTo>
                    <a:pt x="2141" y="4028"/>
                  </a:lnTo>
                  <a:cubicBezTo>
                    <a:pt x="2980" y="4014"/>
                    <a:pt x="3734" y="3490"/>
                    <a:pt x="4027" y="2706"/>
                  </a:cubicBezTo>
                  <a:cubicBezTo>
                    <a:pt x="4321" y="1921"/>
                    <a:pt x="4073" y="995"/>
                    <a:pt x="3423" y="464"/>
                  </a:cubicBezTo>
                  <a:cubicBezTo>
                    <a:pt x="3055" y="160"/>
                    <a:pt x="2591" y="1"/>
                    <a:pt x="2126"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4" name="Google Shape;804;p30"/>
            <p:cNvSpPr/>
            <p:nvPr/>
          </p:nvSpPr>
          <p:spPr>
            <a:xfrm>
              <a:off x="5949825" y="3067925"/>
              <a:ext cx="407000" cy="355200"/>
            </a:xfrm>
            <a:custGeom>
              <a:avLst/>
              <a:gdLst/>
              <a:ahLst/>
              <a:cxnLst/>
              <a:rect l="l" t="t" r="r" b="b"/>
              <a:pathLst>
                <a:path w="16280" h="14208" extrusionOk="0">
                  <a:moveTo>
                    <a:pt x="9000" y="285"/>
                  </a:moveTo>
                  <a:cubicBezTo>
                    <a:pt x="10461" y="285"/>
                    <a:pt x="11941" y="446"/>
                    <a:pt x="13329" y="912"/>
                  </a:cubicBezTo>
                  <a:cubicBezTo>
                    <a:pt x="13713" y="1042"/>
                    <a:pt x="14091" y="1200"/>
                    <a:pt x="14447" y="1386"/>
                  </a:cubicBezTo>
                  <a:cubicBezTo>
                    <a:pt x="14628" y="1477"/>
                    <a:pt x="14808" y="1578"/>
                    <a:pt x="14978" y="1691"/>
                  </a:cubicBezTo>
                  <a:cubicBezTo>
                    <a:pt x="15175" y="1815"/>
                    <a:pt x="15345" y="1962"/>
                    <a:pt x="15526" y="2109"/>
                  </a:cubicBezTo>
                  <a:cubicBezTo>
                    <a:pt x="15667" y="2250"/>
                    <a:pt x="15824" y="2407"/>
                    <a:pt x="15924" y="2586"/>
                  </a:cubicBezTo>
                  <a:lnTo>
                    <a:pt x="15924" y="2586"/>
                  </a:lnTo>
                  <a:cubicBezTo>
                    <a:pt x="15870" y="2607"/>
                    <a:pt x="15817" y="2626"/>
                    <a:pt x="15763" y="2646"/>
                  </a:cubicBezTo>
                  <a:cubicBezTo>
                    <a:pt x="15458" y="2747"/>
                    <a:pt x="15142" y="2821"/>
                    <a:pt x="14825" y="2877"/>
                  </a:cubicBezTo>
                  <a:cubicBezTo>
                    <a:pt x="14153" y="2998"/>
                    <a:pt x="13468" y="3048"/>
                    <a:pt x="12783" y="3048"/>
                  </a:cubicBezTo>
                  <a:cubicBezTo>
                    <a:pt x="12190" y="3048"/>
                    <a:pt x="11597" y="3011"/>
                    <a:pt x="11013" y="2951"/>
                  </a:cubicBezTo>
                  <a:cubicBezTo>
                    <a:pt x="9884" y="2832"/>
                    <a:pt x="8766" y="2612"/>
                    <a:pt x="7670" y="2324"/>
                  </a:cubicBezTo>
                  <a:cubicBezTo>
                    <a:pt x="7656" y="2320"/>
                    <a:pt x="7643" y="2319"/>
                    <a:pt x="7631" y="2319"/>
                  </a:cubicBezTo>
                  <a:cubicBezTo>
                    <a:pt x="7496" y="2319"/>
                    <a:pt x="7449" y="2501"/>
                    <a:pt x="7563" y="2583"/>
                  </a:cubicBezTo>
                  <a:cubicBezTo>
                    <a:pt x="8235" y="3103"/>
                    <a:pt x="8636" y="3922"/>
                    <a:pt x="8591" y="4775"/>
                  </a:cubicBezTo>
                  <a:cubicBezTo>
                    <a:pt x="8545" y="5701"/>
                    <a:pt x="7958" y="6520"/>
                    <a:pt x="7151" y="6949"/>
                  </a:cubicBezTo>
                  <a:cubicBezTo>
                    <a:pt x="6754" y="7165"/>
                    <a:pt x="6282" y="7297"/>
                    <a:pt x="5825" y="7297"/>
                  </a:cubicBezTo>
                  <a:cubicBezTo>
                    <a:pt x="5781" y="7297"/>
                    <a:pt x="5737" y="7296"/>
                    <a:pt x="5694" y="7293"/>
                  </a:cubicBezTo>
                  <a:cubicBezTo>
                    <a:pt x="5691" y="7293"/>
                    <a:pt x="5688" y="7293"/>
                    <a:pt x="5686" y="7293"/>
                  </a:cubicBezTo>
                  <a:cubicBezTo>
                    <a:pt x="5615" y="7293"/>
                    <a:pt x="5552" y="7364"/>
                    <a:pt x="5552" y="7435"/>
                  </a:cubicBezTo>
                  <a:lnTo>
                    <a:pt x="5552" y="9671"/>
                  </a:lnTo>
                  <a:lnTo>
                    <a:pt x="5552" y="13240"/>
                  </a:lnTo>
                  <a:lnTo>
                    <a:pt x="5552" y="13845"/>
                  </a:lnTo>
                  <a:lnTo>
                    <a:pt x="5552" y="13845"/>
                  </a:lnTo>
                  <a:cubicBezTo>
                    <a:pt x="5431" y="13786"/>
                    <a:pt x="5315" y="13727"/>
                    <a:pt x="5202" y="13664"/>
                  </a:cubicBezTo>
                  <a:cubicBezTo>
                    <a:pt x="4745" y="13415"/>
                    <a:pt x="4316" y="13121"/>
                    <a:pt x="3909" y="12794"/>
                  </a:cubicBezTo>
                  <a:cubicBezTo>
                    <a:pt x="3899" y="12786"/>
                    <a:pt x="3888" y="12779"/>
                    <a:pt x="3876" y="12774"/>
                  </a:cubicBezTo>
                  <a:lnTo>
                    <a:pt x="3876" y="12774"/>
                  </a:lnTo>
                  <a:cubicBezTo>
                    <a:pt x="2190" y="11740"/>
                    <a:pt x="1074" y="9946"/>
                    <a:pt x="594" y="8056"/>
                  </a:cubicBezTo>
                  <a:cubicBezTo>
                    <a:pt x="165" y="6345"/>
                    <a:pt x="199" y="4306"/>
                    <a:pt x="1356" y="2877"/>
                  </a:cubicBezTo>
                  <a:cubicBezTo>
                    <a:pt x="2192" y="1849"/>
                    <a:pt x="3423" y="1239"/>
                    <a:pt x="4671" y="872"/>
                  </a:cubicBezTo>
                  <a:cubicBezTo>
                    <a:pt x="4683" y="868"/>
                    <a:pt x="4694" y="863"/>
                    <a:pt x="4704" y="857"/>
                  </a:cubicBezTo>
                  <a:lnTo>
                    <a:pt x="4704" y="857"/>
                  </a:lnTo>
                  <a:cubicBezTo>
                    <a:pt x="6072" y="463"/>
                    <a:pt x="7506" y="291"/>
                    <a:pt x="8924" y="285"/>
                  </a:cubicBezTo>
                  <a:cubicBezTo>
                    <a:pt x="8949" y="285"/>
                    <a:pt x="8975" y="285"/>
                    <a:pt x="9000" y="285"/>
                  </a:cubicBezTo>
                  <a:close/>
                  <a:moveTo>
                    <a:pt x="9024" y="1"/>
                  </a:moveTo>
                  <a:cubicBezTo>
                    <a:pt x="8411" y="1"/>
                    <a:pt x="7798" y="34"/>
                    <a:pt x="7190" y="99"/>
                  </a:cubicBezTo>
                  <a:cubicBezTo>
                    <a:pt x="6315" y="195"/>
                    <a:pt x="5439" y="353"/>
                    <a:pt x="4592" y="596"/>
                  </a:cubicBezTo>
                  <a:cubicBezTo>
                    <a:pt x="4584" y="598"/>
                    <a:pt x="4577" y="601"/>
                    <a:pt x="4570" y="604"/>
                  </a:cubicBezTo>
                  <a:lnTo>
                    <a:pt x="4570" y="604"/>
                  </a:lnTo>
                  <a:cubicBezTo>
                    <a:pt x="3428" y="949"/>
                    <a:pt x="2310" y="1478"/>
                    <a:pt x="1464" y="2329"/>
                  </a:cubicBezTo>
                  <a:cubicBezTo>
                    <a:pt x="769" y="3035"/>
                    <a:pt x="340" y="3922"/>
                    <a:pt x="170" y="4893"/>
                  </a:cubicBezTo>
                  <a:cubicBezTo>
                    <a:pt x="1" y="5831"/>
                    <a:pt x="46" y="6796"/>
                    <a:pt x="233" y="7728"/>
                  </a:cubicBezTo>
                  <a:cubicBezTo>
                    <a:pt x="430" y="8728"/>
                    <a:pt x="809" y="9693"/>
                    <a:pt x="1339" y="10569"/>
                  </a:cubicBezTo>
                  <a:cubicBezTo>
                    <a:pt x="1876" y="11444"/>
                    <a:pt x="2571" y="12223"/>
                    <a:pt x="3418" y="12811"/>
                  </a:cubicBezTo>
                  <a:cubicBezTo>
                    <a:pt x="3525" y="12884"/>
                    <a:pt x="3632" y="12952"/>
                    <a:pt x="3739" y="13019"/>
                  </a:cubicBezTo>
                  <a:lnTo>
                    <a:pt x="3739" y="13019"/>
                  </a:lnTo>
                  <a:cubicBezTo>
                    <a:pt x="4319" y="13485"/>
                    <a:pt x="4965" y="13922"/>
                    <a:pt x="5660" y="14200"/>
                  </a:cubicBezTo>
                  <a:cubicBezTo>
                    <a:pt x="5672" y="14205"/>
                    <a:pt x="5685" y="14207"/>
                    <a:pt x="5697" y="14207"/>
                  </a:cubicBezTo>
                  <a:cubicBezTo>
                    <a:pt x="5769" y="14207"/>
                    <a:pt x="5835" y="14131"/>
                    <a:pt x="5835" y="14059"/>
                  </a:cubicBezTo>
                  <a:lnTo>
                    <a:pt x="5835" y="11823"/>
                  </a:lnTo>
                  <a:lnTo>
                    <a:pt x="5835" y="8253"/>
                  </a:lnTo>
                  <a:lnTo>
                    <a:pt x="5835" y="7580"/>
                  </a:lnTo>
                  <a:lnTo>
                    <a:pt x="5835" y="7580"/>
                  </a:lnTo>
                  <a:cubicBezTo>
                    <a:pt x="5838" y="7580"/>
                    <a:pt x="5841" y="7580"/>
                    <a:pt x="5844" y="7580"/>
                  </a:cubicBezTo>
                  <a:cubicBezTo>
                    <a:pt x="6794" y="7580"/>
                    <a:pt x="7739" y="7079"/>
                    <a:pt x="8303" y="6328"/>
                  </a:cubicBezTo>
                  <a:cubicBezTo>
                    <a:pt x="8907" y="5537"/>
                    <a:pt x="9042" y="4464"/>
                    <a:pt x="8658" y="3549"/>
                  </a:cubicBezTo>
                  <a:cubicBezTo>
                    <a:pt x="8527" y="3245"/>
                    <a:pt x="8347" y="2971"/>
                    <a:pt x="8130" y="2732"/>
                  </a:cubicBezTo>
                  <a:lnTo>
                    <a:pt x="8130" y="2732"/>
                  </a:lnTo>
                  <a:cubicBezTo>
                    <a:pt x="9641" y="3089"/>
                    <a:pt x="11192" y="3326"/>
                    <a:pt x="12745" y="3326"/>
                  </a:cubicBezTo>
                  <a:cubicBezTo>
                    <a:pt x="12838" y="3326"/>
                    <a:pt x="12931" y="3325"/>
                    <a:pt x="13024" y="3323"/>
                  </a:cubicBezTo>
                  <a:cubicBezTo>
                    <a:pt x="13939" y="3306"/>
                    <a:pt x="14882" y="3216"/>
                    <a:pt x="15763" y="2939"/>
                  </a:cubicBezTo>
                  <a:cubicBezTo>
                    <a:pt x="15904" y="2894"/>
                    <a:pt x="16051" y="2849"/>
                    <a:pt x="16186" y="2781"/>
                  </a:cubicBezTo>
                  <a:cubicBezTo>
                    <a:pt x="16197" y="2776"/>
                    <a:pt x="16207" y="2770"/>
                    <a:pt x="16215" y="2763"/>
                  </a:cubicBezTo>
                  <a:lnTo>
                    <a:pt x="16215" y="2763"/>
                  </a:lnTo>
                  <a:cubicBezTo>
                    <a:pt x="16257" y="2735"/>
                    <a:pt x="16279" y="2686"/>
                    <a:pt x="16254" y="2623"/>
                  </a:cubicBezTo>
                  <a:cubicBezTo>
                    <a:pt x="16138" y="2352"/>
                    <a:pt x="15945" y="2124"/>
                    <a:pt x="15736" y="1923"/>
                  </a:cubicBezTo>
                  <a:lnTo>
                    <a:pt x="15736" y="1923"/>
                  </a:lnTo>
                  <a:cubicBezTo>
                    <a:pt x="15732" y="1919"/>
                    <a:pt x="15728" y="1915"/>
                    <a:pt x="15723" y="1911"/>
                  </a:cubicBezTo>
                  <a:lnTo>
                    <a:pt x="15723" y="1911"/>
                  </a:lnTo>
                  <a:cubicBezTo>
                    <a:pt x="15723" y="1911"/>
                    <a:pt x="15723" y="1911"/>
                    <a:pt x="15723" y="1911"/>
                  </a:cubicBezTo>
                  <a:cubicBezTo>
                    <a:pt x="15565" y="1782"/>
                    <a:pt x="15413" y="1646"/>
                    <a:pt x="15243" y="1527"/>
                  </a:cubicBezTo>
                  <a:cubicBezTo>
                    <a:pt x="15091" y="1420"/>
                    <a:pt x="14933" y="1324"/>
                    <a:pt x="14769" y="1234"/>
                  </a:cubicBezTo>
                  <a:cubicBezTo>
                    <a:pt x="14436" y="1053"/>
                    <a:pt x="14097" y="895"/>
                    <a:pt x="13741" y="765"/>
                  </a:cubicBezTo>
                  <a:cubicBezTo>
                    <a:pt x="13024" y="488"/>
                    <a:pt x="12267" y="308"/>
                    <a:pt x="11510" y="189"/>
                  </a:cubicBezTo>
                  <a:cubicBezTo>
                    <a:pt x="10690" y="62"/>
                    <a:pt x="9857" y="1"/>
                    <a:pt x="9024"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Background 1">
  <p:cSld name="CUSTOM_9_1">
    <p:spTree>
      <p:nvGrpSpPr>
        <p:cNvPr id="1" name="Shape 805"/>
        <p:cNvGrpSpPr/>
        <p:nvPr/>
      </p:nvGrpSpPr>
      <p:grpSpPr>
        <a:xfrm>
          <a:off x="0" y="0"/>
          <a:ext cx="0" cy="0"/>
          <a:chOff x="0" y="0"/>
          <a:chExt cx="0" cy="0"/>
        </a:xfrm>
      </p:grpSpPr>
      <p:grpSp>
        <p:nvGrpSpPr>
          <p:cNvPr id="806" name="Google Shape;806;p31"/>
          <p:cNvGrpSpPr/>
          <p:nvPr/>
        </p:nvGrpSpPr>
        <p:grpSpPr>
          <a:xfrm>
            <a:off x="-1046536" y="2253335"/>
            <a:ext cx="2684687" cy="2579149"/>
            <a:chOff x="-1046536" y="2253335"/>
            <a:chExt cx="2684687" cy="2579149"/>
          </a:xfrm>
        </p:grpSpPr>
        <p:grpSp>
          <p:nvGrpSpPr>
            <p:cNvPr id="807" name="Google Shape;807;p31"/>
            <p:cNvGrpSpPr/>
            <p:nvPr/>
          </p:nvGrpSpPr>
          <p:grpSpPr>
            <a:xfrm>
              <a:off x="-1046536" y="2253335"/>
              <a:ext cx="2025993" cy="2578975"/>
              <a:chOff x="511450" y="3191125"/>
              <a:chExt cx="999750" cy="1272625"/>
            </a:xfrm>
          </p:grpSpPr>
          <p:sp>
            <p:nvSpPr>
              <p:cNvPr id="808" name="Google Shape;808;p31"/>
              <p:cNvSpPr/>
              <p:nvPr/>
            </p:nvSpPr>
            <p:spPr>
              <a:xfrm>
                <a:off x="511450" y="3757725"/>
                <a:ext cx="999750" cy="706025"/>
              </a:xfrm>
              <a:custGeom>
                <a:avLst/>
                <a:gdLst/>
                <a:ahLst/>
                <a:cxnLst/>
                <a:rect l="l" t="t" r="r" b="b"/>
                <a:pathLst>
                  <a:path w="39990" h="28241" extrusionOk="0">
                    <a:moveTo>
                      <a:pt x="23761" y="286"/>
                    </a:moveTo>
                    <a:cubicBezTo>
                      <a:pt x="24470" y="880"/>
                      <a:pt x="25239" y="1409"/>
                      <a:pt x="26018" y="1912"/>
                    </a:cubicBezTo>
                    <a:cubicBezTo>
                      <a:pt x="26831" y="2432"/>
                      <a:pt x="27667" y="2912"/>
                      <a:pt x="28531" y="3347"/>
                    </a:cubicBezTo>
                    <a:cubicBezTo>
                      <a:pt x="29417" y="3787"/>
                      <a:pt x="30315" y="4188"/>
                      <a:pt x="31168" y="4696"/>
                    </a:cubicBezTo>
                    <a:cubicBezTo>
                      <a:pt x="33393" y="6024"/>
                      <a:pt x="35426" y="7842"/>
                      <a:pt x="36668" y="10140"/>
                    </a:cubicBezTo>
                    <a:cubicBezTo>
                      <a:pt x="36877" y="10529"/>
                      <a:pt x="37080" y="10919"/>
                      <a:pt x="37199" y="11336"/>
                    </a:cubicBezTo>
                    <a:lnTo>
                      <a:pt x="37199" y="11336"/>
                    </a:lnTo>
                    <a:cubicBezTo>
                      <a:pt x="37199" y="11336"/>
                      <a:pt x="37199" y="11337"/>
                      <a:pt x="37199" y="11338"/>
                    </a:cubicBezTo>
                    <a:cubicBezTo>
                      <a:pt x="37199" y="11338"/>
                      <a:pt x="37199" y="11338"/>
                      <a:pt x="37199" y="11338"/>
                    </a:cubicBezTo>
                    <a:lnTo>
                      <a:pt x="37199" y="11338"/>
                    </a:lnTo>
                    <a:cubicBezTo>
                      <a:pt x="37199" y="11338"/>
                      <a:pt x="37200" y="11339"/>
                      <a:pt x="37200" y="11339"/>
                    </a:cubicBezTo>
                    <a:lnTo>
                      <a:pt x="37200" y="11339"/>
                    </a:lnTo>
                    <a:cubicBezTo>
                      <a:pt x="37482" y="12293"/>
                      <a:pt x="37696" y="13264"/>
                      <a:pt x="37905" y="14229"/>
                    </a:cubicBezTo>
                    <a:cubicBezTo>
                      <a:pt x="38470" y="16816"/>
                      <a:pt x="38888" y="19436"/>
                      <a:pt x="39198" y="22062"/>
                    </a:cubicBezTo>
                    <a:cubicBezTo>
                      <a:pt x="39430" y="24020"/>
                      <a:pt x="39597" y="25989"/>
                      <a:pt x="39694" y="27958"/>
                    </a:cubicBezTo>
                    <a:lnTo>
                      <a:pt x="295" y="27958"/>
                    </a:lnTo>
                    <a:cubicBezTo>
                      <a:pt x="479" y="24419"/>
                      <a:pt x="861" y="20886"/>
                      <a:pt x="1469" y="17392"/>
                    </a:cubicBezTo>
                    <a:cubicBezTo>
                      <a:pt x="1790" y="15517"/>
                      <a:pt x="2174" y="13647"/>
                      <a:pt x="2660" y="11806"/>
                    </a:cubicBezTo>
                    <a:cubicBezTo>
                      <a:pt x="2835" y="11163"/>
                      <a:pt x="3061" y="10598"/>
                      <a:pt x="3389" y="10011"/>
                    </a:cubicBezTo>
                    <a:cubicBezTo>
                      <a:pt x="4563" y="7910"/>
                      <a:pt x="6399" y="6216"/>
                      <a:pt x="8420" y="4945"/>
                    </a:cubicBezTo>
                    <a:cubicBezTo>
                      <a:pt x="9183" y="4465"/>
                      <a:pt x="9979" y="4041"/>
                      <a:pt x="10798" y="3663"/>
                    </a:cubicBezTo>
                    <a:cubicBezTo>
                      <a:pt x="11656" y="3262"/>
                      <a:pt x="12492" y="2816"/>
                      <a:pt x="13305" y="2330"/>
                    </a:cubicBezTo>
                    <a:cubicBezTo>
                      <a:pt x="14288" y="1732"/>
                      <a:pt x="15248" y="1082"/>
                      <a:pt x="16146" y="359"/>
                    </a:cubicBezTo>
                    <a:cubicBezTo>
                      <a:pt x="16172" y="333"/>
                      <a:pt x="16200" y="310"/>
                      <a:pt x="16229" y="286"/>
                    </a:cubicBezTo>
                    <a:close/>
                    <a:moveTo>
                      <a:pt x="16541" y="1"/>
                    </a:moveTo>
                    <a:cubicBezTo>
                      <a:pt x="16440" y="1"/>
                      <a:pt x="16338" y="2"/>
                      <a:pt x="16236" y="3"/>
                    </a:cubicBezTo>
                    <a:cubicBezTo>
                      <a:pt x="16078" y="9"/>
                      <a:pt x="15977" y="133"/>
                      <a:pt x="15852" y="229"/>
                    </a:cubicBezTo>
                    <a:cubicBezTo>
                      <a:pt x="14937" y="958"/>
                      <a:pt x="13955" y="1619"/>
                      <a:pt x="12944" y="2217"/>
                    </a:cubicBezTo>
                    <a:cubicBezTo>
                      <a:pt x="11414" y="3121"/>
                      <a:pt x="9753" y="3765"/>
                      <a:pt x="8251" y="4719"/>
                    </a:cubicBezTo>
                    <a:cubicBezTo>
                      <a:pt x="6286" y="5961"/>
                      <a:pt x="4501" y="7588"/>
                      <a:pt x="3304" y="9598"/>
                    </a:cubicBezTo>
                    <a:cubicBezTo>
                      <a:pt x="2954" y="10186"/>
                      <a:pt x="2643" y="10801"/>
                      <a:pt x="2463" y="11462"/>
                    </a:cubicBezTo>
                    <a:cubicBezTo>
                      <a:pt x="2056" y="12936"/>
                      <a:pt x="1734" y="14444"/>
                      <a:pt x="1446" y="15946"/>
                    </a:cubicBezTo>
                    <a:cubicBezTo>
                      <a:pt x="859" y="19018"/>
                      <a:pt x="446" y="22124"/>
                      <a:pt x="192" y="25241"/>
                    </a:cubicBezTo>
                    <a:cubicBezTo>
                      <a:pt x="113" y="26196"/>
                      <a:pt x="51" y="27145"/>
                      <a:pt x="6" y="28099"/>
                    </a:cubicBezTo>
                    <a:cubicBezTo>
                      <a:pt x="0" y="28178"/>
                      <a:pt x="74" y="28240"/>
                      <a:pt x="147" y="28240"/>
                    </a:cubicBezTo>
                    <a:lnTo>
                      <a:pt x="39842" y="28240"/>
                    </a:lnTo>
                    <a:cubicBezTo>
                      <a:pt x="39921" y="28240"/>
                      <a:pt x="39989" y="28178"/>
                      <a:pt x="39983" y="28099"/>
                    </a:cubicBezTo>
                    <a:cubicBezTo>
                      <a:pt x="39820" y="24739"/>
                      <a:pt x="39464" y="21384"/>
                      <a:pt x="38922" y="18058"/>
                    </a:cubicBezTo>
                    <a:cubicBezTo>
                      <a:pt x="38600" y="16098"/>
                      <a:pt x="38216" y="14150"/>
                      <a:pt x="37730" y="12224"/>
                    </a:cubicBezTo>
                    <a:cubicBezTo>
                      <a:pt x="37645" y="11902"/>
                      <a:pt x="37566" y="11580"/>
                      <a:pt x="37470" y="11264"/>
                    </a:cubicBezTo>
                    <a:cubicBezTo>
                      <a:pt x="37391" y="10988"/>
                      <a:pt x="37273" y="10722"/>
                      <a:pt x="37148" y="10462"/>
                    </a:cubicBezTo>
                    <a:cubicBezTo>
                      <a:pt x="36832" y="9785"/>
                      <a:pt x="36426" y="9146"/>
                      <a:pt x="35974" y="8542"/>
                    </a:cubicBezTo>
                    <a:cubicBezTo>
                      <a:pt x="34308" y="6323"/>
                      <a:pt x="31992" y="4663"/>
                      <a:pt x="29496" y="3494"/>
                    </a:cubicBezTo>
                    <a:cubicBezTo>
                      <a:pt x="28011" y="2793"/>
                      <a:pt x="26582" y="1991"/>
                      <a:pt x="25238" y="1048"/>
                    </a:cubicBezTo>
                    <a:cubicBezTo>
                      <a:pt x="24866" y="788"/>
                      <a:pt x="24493" y="517"/>
                      <a:pt x="24137" y="229"/>
                    </a:cubicBezTo>
                    <a:cubicBezTo>
                      <a:pt x="24069" y="173"/>
                      <a:pt x="24001" y="111"/>
                      <a:pt x="23928" y="60"/>
                    </a:cubicBezTo>
                    <a:cubicBezTo>
                      <a:pt x="23862" y="10"/>
                      <a:pt x="23791" y="2"/>
                      <a:pt x="23715" y="2"/>
                    </a:cubicBezTo>
                    <a:cubicBezTo>
                      <a:pt x="23680" y="2"/>
                      <a:pt x="23644" y="3"/>
                      <a:pt x="23606" y="3"/>
                    </a:cubicBezTo>
                    <a:lnTo>
                      <a:pt x="17151" y="3"/>
                    </a:lnTo>
                    <a:cubicBezTo>
                      <a:pt x="16948" y="3"/>
                      <a:pt x="16745" y="1"/>
                      <a:pt x="16541"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9" name="Google Shape;809;p31"/>
              <p:cNvSpPr/>
              <p:nvPr/>
            </p:nvSpPr>
            <p:spPr>
              <a:xfrm>
                <a:off x="916775" y="3306225"/>
                <a:ext cx="335625" cy="458650"/>
              </a:xfrm>
              <a:custGeom>
                <a:avLst/>
                <a:gdLst/>
                <a:ahLst/>
                <a:cxnLst/>
                <a:rect l="l" t="t" r="r" b="b"/>
                <a:pathLst>
                  <a:path w="13425" h="18346" extrusionOk="0">
                    <a:moveTo>
                      <a:pt x="10560" y="355"/>
                    </a:moveTo>
                    <a:cubicBezTo>
                      <a:pt x="11145" y="1137"/>
                      <a:pt x="11448" y="2090"/>
                      <a:pt x="11448" y="3064"/>
                    </a:cubicBezTo>
                    <a:cubicBezTo>
                      <a:pt x="11448" y="3635"/>
                      <a:pt x="11448" y="4205"/>
                      <a:pt x="11448" y="4775"/>
                    </a:cubicBezTo>
                    <a:cubicBezTo>
                      <a:pt x="11448" y="4979"/>
                      <a:pt x="11437" y="5182"/>
                      <a:pt x="11448" y="5385"/>
                    </a:cubicBezTo>
                    <a:cubicBezTo>
                      <a:pt x="11454" y="5464"/>
                      <a:pt x="11487" y="5493"/>
                      <a:pt x="11544" y="5538"/>
                    </a:cubicBezTo>
                    <a:cubicBezTo>
                      <a:pt x="11634" y="5605"/>
                      <a:pt x="11725" y="5679"/>
                      <a:pt x="11809" y="5747"/>
                    </a:cubicBezTo>
                    <a:cubicBezTo>
                      <a:pt x="12075" y="5956"/>
                      <a:pt x="12335" y="6159"/>
                      <a:pt x="12594" y="6368"/>
                    </a:cubicBezTo>
                    <a:cubicBezTo>
                      <a:pt x="12758" y="6498"/>
                      <a:pt x="12984" y="6628"/>
                      <a:pt x="13046" y="6842"/>
                    </a:cubicBezTo>
                    <a:cubicBezTo>
                      <a:pt x="13097" y="7023"/>
                      <a:pt x="13024" y="7215"/>
                      <a:pt x="12888" y="7339"/>
                    </a:cubicBezTo>
                    <a:cubicBezTo>
                      <a:pt x="12764" y="7452"/>
                      <a:pt x="12600" y="7486"/>
                      <a:pt x="12436" y="7486"/>
                    </a:cubicBezTo>
                    <a:lnTo>
                      <a:pt x="11567" y="7486"/>
                    </a:lnTo>
                    <a:cubicBezTo>
                      <a:pt x="11487" y="7486"/>
                      <a:pt x="11431" y="7554"/>
                      <a:pt x="11425" y="7627"/>
                    </a:cubicBezTo>
                    <a:cubicBezTo>
                      <a:pt x="11267" y="9400"/>
                      <a:pt x="10302" y="11044"/>
                      <a:pt x="8833" y="12043"/>
                    </a:cubicBezTo>
                    <a:cubicBezTo>
                      <a:pt x="8421" y="12320"/>
                      <a:pt x="7975" y="12552"/>
                      <a:pt x="7506" y="12721"/>
                    </a:cubicBezTo>
                    <a:cubicBezTo>
                      <a:pt x="7450" y="12744"/>
                      <a:pt x="7404" y="12789"/>
                      <a:pt x="7404" y="12857"/>
                    </a:cubicBezTo>
                    <a:lnTo>
                      <a:pt x="7404" y="14664"/>
                    </a:lnTo>
                    <a:lnTo>
                      <a:pt x="7404" y="17550"/>
                    </a:lnTo>
                    <a:lnTo>
                      <a:pt x="7404" y="18063"/>
                    </a:lnTo>
                    <a:lnTo>
                      <a:pt x="283" y="18063"/>
                    </a:lnTo>
                    <a:lnTo>
                      <a:pt x="283" y="16522"/>
                    </a:lnTo>
                    <a:lnTo>
                      <a:pt x="283" y="13834"/>
                    </a:lnTo>
                    <a:lnTo>
                      <a:pt x="283" y="13218"/>
                    </a:lnTo>
                    <a:lnTo>
                      <a:pt x="283" y="11563"/>
                    </a:lnTo>
                    <a:lnTo>
                      <a:pt x="283" y="10643"/>
                    </a:lnTo>
                    <a:lnTo>
                      <a:pt x="283" y="8480"/>
                    </a:lnTo>
                    <a:lnTo>
                      <a:pt x="283" y="6221"/>
                    </a:lnTo>
                    <a:lnTo>
                      <a:pt x="283" y="5425"/>
                    </a:lnTo>
                    <a:cubicBezTo>
                      <a:pt x="283" y="5353"/>
                      <a:pt x="288" y="5278"/>
                      <a:pt x="290" y="5204"/>
                    </a:cubicBezTo>
                    <a:lnTo>
                      <a:pt x="290" y="5204"/>
                    </a:lnTo>
                    <a:cubicBezTo>
                      <a:pt x="583" y="5290"/>
                      <a:pt x="878" y="5370"/>
                      <a:pt x="1175" y="5430"/>
                    </a:cubicBezTo>
                    <a:cubicBezTo>
                      <a:pt x="1435" y="5487"/>
                      <a:pt x="1712" y="5543"/>
                      <a:pt x="1983" y="5543"/>
                    </a:cubicBezTo>
                    <a:cubicBezTo>
                      <a:pt x="2056" y="5543"/>
                      <a:pt x="2119" y="5476"/>
                      <a:pt x="2124" y="5402"/>
                    </a:cubicBezTo>
                    <a:cubicBezTo>
                      <a:pt x="2135" y="4933"/>
                      <a:pt x="2152" y="4465"/>
                      <a:pt x="2164" y="4002"/>
                    </a:cubicBezTo>
                    <a:cubicBezTo>
                      <a:pt x="2192" y="3262"/>
                      <a:pt x="2215" y="2516"/>
                      <a:pt x="2237" y="1777"/>
                    </a:cubicBezTo>
                    <a:cubicBezTo>
                      <a:pt x="2241" y="1658"/>
                      <a:pt x="2245" y="1536"/>
                      <a:pt x="2249" y="1416"/>
                    </a:cubicBezTo>
                    <a:lnTo>
                      <a:pt x="2249" y="1416"/>
                    </a:lnTo>
                    <a:cubicBezTo>
                      <a:pt x="3183" y="1496"/>
                      <a:pt x="4132" y="1554"/>
                      <a:pt x="5078" y="1554"/>
                    </a:cubicBezTo>
                    <a:cubicBezTo>
                      <a:pt x="6103" y="1554"/>
                      <a:pt x="7126" y="1486"/>
                      <a:pt x="8127" y="1302"/>
                    </a:cubicBezTo>
                    <a:cubicBezTo>
                      <a:pt x="8907" y="1161"/>
                      <a:pt x="9754" y="952"/>
                      <a:pt x="10403" y="478"/>
                    </a:cubicBezTo>
                    <a:cubicBezTo>
                      <a:pt x="10458" y="440"/>
                      <a:pt x="10509" y="399"/>
                      <a:pt x="10560" y="355"/>
                    </a:cubicBezTo>
                    <a:close/>
                    <a:moveTo>
                      <a:pt x="10570" y="1"/>
                    </a:moveTo>
                    <a:cubicBezTo>
                      <a:pt x="10532" y="1"/>
                      <a:pt x="10494" y="15"/>
                      <a:pt x="10471" y="43"/>
                    </a:cubicBezTo>
                    <a:cubicBezTo>
                      <a:pt x="10463" y="52"/>
                      <a:pt x="10457" y="59"/>
                      <a:pt x="10453" y="65"/>
                    </a:cubicBezTo>
                    <a:lnTo>
                      <a:pt x="10453" y="65"/>
                    </a:lnTo>
                    <a:cubicBezTo>
                      <a:pt x="10457" y="60"/>
                      <a:pt x="10460" y="55"/>
                      <a:pt x="10460" y="55"/>
                    </a:cubicBezTo>
                    <a:cubicBezTo>
                      <a:pt x="10459" y="55"/>
                      <a:pt x="10457" y="56"/>
                      <a:pt x="10454" y="60"/>
                    </a:cubicBezTo>
                    <a:cubicBezTo>
                      <a:pt x="10443" y="71"/>
                      <a:pt x="10431" y="82"/>
                      <a:pt x="10420" y="94"/>
                    </a:cubicBezTo>
                    <a:cubicBezTo>
                      <a:pt x="10381" y="138"/>
                      <a:pt x="10332" y="177"/>
                      <a:pt x="10287" y="216"/>
                    </a:cubicBezTo>
                    <a:lnTo>
                      <a:pt x="10287" y="216"/>
                    </a:lnTo>
                    <a:cubicBezTo>
                      <a:pt x="10276" y="224"/>
                      <a:pt x="10261" y="236"/>
                      <a:pt x="10256" y="241"/>
                    </a:cubicBezTo>
                    <a:cubicBezTo>
                      <a:pt x="10234" y="252"/>
                      <a:pt x="10217" y="263"/>
                      <a:pt x="10194" y="280"/>
                    </a:cubicBezTo>
                    <a:cubicBezTo>
                      <a:pt x="10149" y="314"/>
                      <a:pt x="10098" y="342"/>
                      <a:pt x="10047" y="376"/>
                    </a:cubicBezTo>
                    <a:cubicBezTo>
                      <a:pt x="9912" y="449"/>
                      <a:pt x="9771" y="517"/>
                      <a:pt x="9630" y="579"/>
                    </a:cubicBezTo>
                    <a:cubicBezTo>
                      <a:pt x="9596" y="596"/>
                      <a:pt x="9584" y="602"/>
                      <a:pt x="9528" y="625"/>
                    </a:cubicBezTo>
                    <a:cubicBezTo>
                      <a:pt x="9477" y="641"/>
                      <a:pt x="9426" y="664"/>
                      <a:pt x="9381" y="681"/>
                    </a:cubicBezTo>
                    <a:cubicBezTo>
                      <a:pt x="9274" y="721"/>
                      <a:pt x="9172" y="754"/>
                      <a:pt x="9065" y="788"/>
                    </a:cubicBezTo>
                    <a:cubicBezTo>
                      <a:pt x="8805" y="867"/>
                      <a:pt x="8540" y="930"/>
                      <a:pt x="8280" y="986"/>
                    </a:cubicBezTo>
                    <a:cubicBezTo>
                      <a:pt x="7534" y="1138"/>
                      <a:pt x="6772" y="1212"/>
                      <a:pt x="6015" y="1240"/>
                    </a:cubicBezTo>
                    <a:cubicBezTo>
                      <a:pt x="5681" y="1255"/>
                      <a:pt x="5347" y="1261"/>
                      <a:pt x="5012" y="1261"/>
                    </a:cubicBezTo>
                    <a:cubicBezTo>
                      <a:pt x="4044" y="1261"/>
                      <a:pt x="3074" y="1205"/>
                      <a:pt x="2113" y="1122"/>
                    </a:cubicBezTo>
                    <a:cubicBezTo>
                      <a:pt x="2108" y="1121"/>
                      <a:pt x="2103" y="1120"/>
                      <a:pt x="2098" y="1120"/>
                    </a:cubicBezTo>
                    <a:cubicBezTo>
                      <a:pt x="2026" y="1120"/>
                      <a:pt x="1972" y="1194"/>
                      <a:pt x="1972" y="1263"/>
                    </a:cubicBezTo>
                    <a:cubicBezTo>
                      <a:pt x="1955" y="1726"/>
                      <a:pt x="1943" y="2195"/>
                      <a:pt x="1927" y="2663"/>
                    </a:cubicBezTo>
                    <a:cubicBezTo>
                      <a:pt x="1904" y="3403"/>
                      <a:pt x="1881" y="4143"/>
                      <a:pt x="1859" y="4888"/>
                    </a:cubicBezTo>
                    <a:lnTo>
                      <a:pt x="1847" y="5256"/>
                    </a:lnTo>
                    <a:lnTo>
                      <a:pt x="1847" y="5256"/>
                    </a:lnTo>
                    <a:cubicBezTo>
                      <a:pt x="1632" y="5241"/>
                      <a:pt x="1419" y="5196"/>
                      <a:pt x="1209" y="5154"/>
                    </a:cubicBezTo>
                    <a:cubicBezTo>
                      <a:pt x="859" y="5075"/>
                      <a:pt x="520" y="4979"/>
                      <a:pt x="182" y="4871"/>
                    </a:cubicBezTo>
                    <a:cubicBezTo>
                      <a:pt x="169" y="4867"/>
                      <a:pt x="156" y="4866"/>
                      <a:pt x="144" y="4866"/>
                    </a:cubicBezTo>
                    <a:cubicBezTo>
                      <a:pt x="67" y="4866"/>
                      <a:pt x="1" y="4934"/>
                      <a:pt x="1" y="5007"/>
                    </a:cubicBezTo>
                    <a:lnTo>
                      <a:pt x="1" y="5995"/>
                    </a:lnTo>
                    <a:lnTo>
                      <a:pt x="1" y="8186"/>
                    </a:lnTo>
                    <a:lnTo>
                      <a:pt x="1" y="10423"/>
                    </a:lnTo>
                    <a:lnTo>
                      <a:pt x="1" y="11546"/>
                    </a:lnTo>
                    <a:lnTo>
                      <a:pt x="1" y="13150"/>
                    </a:lnTo>
                    <a:lnTo>
                      <a:pt x="1" y="13218"/>
                    </a:lnTo>
                    <a:lnTo>
                      <a:pt x="1" y="14907"/>
                    </a:lnTo>
                    <a:lnTo>
                      <a:pt x="1" y="17589"/>
                    </a:lnTo>
                    <a:lnTo>
                      <a:pt x="1" y="18205"/>
                    </a:lnTo>
                    <a:cubicBezTo>
                      <a:pt x="1" y="18284"/>
                      <a:pt x="63" y="18346"/>
                      <a:pt x="142" y="18346"/>
                    </a:cubicBezTo>
                    <a:lnTo>
                      <a:pt x="7546" y="18346"/>
                    </a:lnTo>
                    <a:cubicBezTo>
                      <a:pt x="7575" y="18346"/>
                      <a:pt x="7600" y="18338"/>
                      <a:pt x="7620" y="18326"/>
                    </a:cubicBezTo>
                    <a:lnTo>
                      <a:pt x="7620" y="18326"/>
                    </a:lnTo>
                    <a:cubicBezTo>
                      <a:pt x="7659" y="18304"/>
                      <a:pt x="7687" y="18264"/>
                      <a:pt x="7687" y="18205"/>
                    </a:cubicBezTo>
                    <a:lnTo>
                      <a:pt x="7687" y="16398"/>
                    </a:lnTo>
                    <a:lnTo>
                      <a:pt x="7687" y="13517"/>
                    </a:lnTo>
                    <a:lnTo>
                      <a:pt x="7687" y="12954"/>
                    </a:lnTo>
                    <a:lnTo>
                      <a:pt x="7687" y="12954"/>
                    </a:lnTo>
                    <a:cubicBezTo>
                      <a:pt x="9390" y="12299"/>
                      <a:pt x="10754" y="10919"/>
                      <a:pt x="11369" y="9197"/>
                    </a:cubicBezTo>
                    <a:cubicBezTo>
                      <a:pt x="11534" y="8734"/>
                      <a:pt x="11642" y="8256"/>
                      <a:pt x="11694" y="7768"/>
                    </a:cubicBezTo>
                    <a:lnTo>
                      <a:pt x="12402" y="7768"/>
                    </a:lnTo>
                    <a:cubicBezTo>
                      <a:pt x="12781" y="7768"/>
                      <a:pt x="13137" y="7616"/>
                      <a:pt x="13283" y="7249"/>
                    </a:cubicBezTo>
                    <a:cubicBezTo>
                      <a:pt x="13425" y="6916"/>
                      <a:pt x="13295" y="6566"/>
                      <a:pt x="13018" y="6345"/>
                    </a:cubicBezTo>
                    <a:cubicBezTo>
                      <a:pt x="12786" y="6165"/>
                      <a:pt x="12555" y="5984"/>
                      <a:pt x="12323" y="5797"/>
                    </a:cubicBezTo>
                    <a:cubicBezTo>
                      <a:pt x="12127" y="5639"/>
                      <a:pt x="11927" y="5485"/>
                      <a:pt x="11730" y="5327"/>
                    </a:cubicBezTo>
                    <a:lnTo>
                      <a:pt x="11730" y="5327"/>
                    </a:lnTo>
                    <a:lnTo>
                      <a:pt x="11730" y="3838"/>
                    </a:lnTo>
                    <a:cubicBezTo>
                      <a:pt x="11730" y="3143"/>
                      <a:pt x="11753" y="2460"/>
                      <a:pt x="11567" y="1777"/>
                    </a:cubicBezTo>
                    <a:cubicBezTo>
                      <a:pt x="11391" y="1144"/>
                      <a:pt x="11081" y="557"/>
                      <a:pt x="10669" y="43"/>
                    </a:cubicBezTo>
                    <a:cubicBezTo>
                      <a:pt x="10646" y="15"/>
                      <a:pt x="10608" y="1"/>
                      <a:pt x="10570"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0" name="Google Shape;810;p31"/>
              <p:cNvSpPr/>
              <p:nvPr/>
            </p:nvSpPr>
            <p:spPr>
              <a:xfrm>
                <a:off x="748200" y="3191125"/>
                <a:ext cx="458600" cy="407500"/>
              </a:xfrm>
              <a:custGeom>
                <a:avLst/>
                <a:gdLst/>
                <a:ahLst/>
                <a:cxnLst/>
                <a:rect l="l" t="t" r="r" b="b"/>
                <a:pathLst>
                  <a:path w="18344" h="16300" extrusionOk="0">
                    <a:moveTo>
                      <a:pt x="17197" y="4664"/>
                    </a:moveTo>
                    <a:cubicBezTo>
                      <a:pt x="17188" y="4677"/>
                      <a:pt x="17183" y="4681"/>
                      <a:pt x="17183" y="4681"/>
                    </a:cubicBezTo>
                    <a:cubicBezTo>
                      <a:pt x="17182" y="4681"/>
                      <a:pt x="17188" y="4673"/>
                      <a:pt x="17197" y="4664"/>
                    </a:cubicBezTo>
                    <a:close/>
                    <a:moveTo>
                      <a:pt x="17035" y="4812"/>
                    </a:moveTo>
                    <a:cubicBezTo>
                      <a:pt x="17033" y="4813"/>
                      <a:pt x="17031" y="4814"/>
                      <a:pt x="17028" y="4816"/>
                    </a:cubicBezTo>
                    <a:cubicBezTo>
                      <a:pt x="17030" y="4815"/>
                      <a:pt x="17033" y="4814"/>
                      <a:pt x="17035" y="4812"/>
                    </a:cubicBezTo>
                    <a:close/>
                    <a:moveTo>
                      <a:pt x="8794" y="286"/>
                    </a:moveTo>
                    <a:cubicBezTo>
                      <a:pt x="8833" y="286"/>
                      <a:pt x="8873" y="287"/>
                      <a:pt x="8912" y="287"/>
                    </a:cubicBezTo>
                    <a:cubicBezTo>
                      <a:pt x="9720" y="293"/>
                      <a:pt x="10544" y="394"/>
                      <a:pt x="11307" y="660"/>
                    </a:cubicBezTo>
                    <a:cubicBezTo>
                      <a:pt x="11561" y="750"/>
                      <a:pt x="11815" y="858"/>
                      <a:pt x="12030" y="1021"/>
                    </a:cubicBezTo>
                    <a:cubicBezTo>
                      <a:pt x="12346" y="1258"/>
                      <a:pt x="12685" y="1456"/>
                      <a:pt x="13063" y="1580"/>
                    </a:cubicBezTo>
                    <a:cubicBezTo>
                      <a:pt x="13442" y="1705"/>
                      <a:pt x="13843" y="1750"/>
                      <a:pt x="14238" y="1784"/>
                    </a:cubicBezTo>
                    <a:cubicBezTo>
                      <a:pt x="14769" y="1829"/>
                      <a:pt x="15300" y="1846"/>
                      <a:pt x="15830" y="1885"/>
                    </a:cubicBezTo>
                    <a:cubicBezTo>
                      <a:pt x="16175" y="1908"/>
                      <a:pt x="16519" y="1936"/>
                      <a:pt x="16857" y="1970"/>
                    </a:cubicBezTo>
                    <a:lnTo>
                      <a:pt x="16857" y="1970"/>
                    </a:lnTo>
                    <a:cubicBezTo>
                      <a:pt x="16857" y="1970"/>
                      <a:pt x="16858" y="1970"/>
                      <a:pt x="16858" y="1970"/>
                    </a:cubicBezTo>
                    <a:cubicBezTo>
                      <a:pt x="17304" y="2015"/>
                      <a:pt x="17863" y="2162"/>
                      <a:pt x="17988" y="2636"/>
                    </a:cubicBezTo>
                    <a:cubicBezTo>
                      <a:pt x="18089" y="2992"/>
                      <a:pt x="17942" y="3404"/>
                      <a:pt x="17784" y="3738"/>
                    </a:cubicBezTo>
                    <a:cubicBezTo>
                      <a:pt x="17638" y="4037"/>
                      <a:pt x="17457" y="4319"/>
                      <a:pt x="17259" y="4590"/>
                    </a:cubicBezTo>
                    <a:cubicBezTo>
                      <a:pt x="17253" y="4596"/>
                      <a:pt x="17242" y="4607"/>
                      <a:pt x="17237" y="4613"/>
                    </a:cubicBezTo>
                    <a:cubicBezTo>
                      <a:pt x="17235" y="4616"/>
                      <a:pt x="17234" y="4617"/>
                      <a:pt x="17234" y="4617"/>
                    </a:cubicBezTo>
                    <a:cubicBezTo>
                      <a:pt x="17235" y="4617"/>
                      <a:pt x="17245" y="4603"/>
                      <a:pt x="17247" y="4603"/>
                    </a:cubicBezTo>
                    <a:cubicBezTo>
                      <a:pt x="17247" y="4603"/>
                      <a:pt x="17246" y="4606"/>
                      <a:pt x="17242" y="4613"/>
                    </a:cubicBezTo>
                    <a:cubicBezTo>
                      <a:pt x="17231" y="4624"/>
                      <a:pt x="17225" y="4636"/>
                      <a:pt x="17214" y="4641"/>
                    </a:cubicBezTo>
                    <a:cubicBezTo>
                      <a:pt x="17207" y="4650"/>
                      <a:pt x="17202" y="4658"/>
                      <a:pt x="17197" y="4664"/>
                    </a:cubicBezTo>
                    <a:lnTo>
                      <a:pt x="17197" y="4664"/>
                    </a:lnTo>
                    <a:cubicBezTo>
                      <a:pt x="17183" y="4679"/>
                      <a:pt x="17173" y="4693"/>
                      <a:pt x="17157" y="4703"/>
                    </a:cubicBezTo>
                    <a:cubicBezTo>
                      <a:pt x="17129" y="4737"/>
                      <a:pt x="17095" y="4765"/>
                      <a:pt x="17061" y="4794"/>
                    </a:cubicBezTo>
                    <a:cubicBezTo>
                      <a:pt x="17053" y="4798"/>
                      <a:pt x="17044" y="4806"/>
                      <a:pt x="17035" y="4812"/>
                    </a:cubicBezTo>
                    <a:lnTo>
                      <a:pt x="17035" y="4812"/>
                    </a:lnTo>
                    <a:cubicBezTo>
                      <a:pt x="17040" y="4809"/>
                      <a:pt x="17042" y="4808"/>
                      <a:pt x="17042" y="4808"/>
                    </a:cubicBezTo>
                    <a:cubicBezTo>
                      <a:pt x="17043" y="4808"/>
                      <a:pt x="17031" y="4817"/>
                      <a:pt x="17016" y="4828"/>
                    </a:cubicBezTo>
                    <a:cubicBezTo>
                      <a:pt x="16988" y="4850"/>
                      <a:pt x="16960" y="4873"/>
                      <a:pt x="16926" y="4890"/>
                    </a:cubicBezTo>
                    <a:cubicBezTo>
                      <a:pt x="16751" y="5008"/>
                      <a:pt x="16565" y="5104"/>
                      <a:pt x="16373" y="5183"/>
                    </a:cubicBezTo>
                    <a:cubicBezTo>
                      <a:pt x="16339" y="5200"/>
                      <a:pt x="16350" y="5195"/>
                      <a:pt x="16299" y="5217"/>
                    </a:cubicBezTo>
                    <a:cubicBezTo>
                      <a:pt x="16265" y="5229"/>
                      <a:pt x="16231" y="5245"/>
                      <a:pt x="16197" y="5257"/>
                    </a:cubicBezTo>
                    <a:cubicBezTo>
                      <a:pt x="16124" y="5285"/>
                      <a:pt x="16051" y="5313"/>
                      <a:pt x="15972" y="5336"/>
                    </a:cubicBezTo>
                    <a:cubicBezTo>
                      <a:pt x="15802" y="5392"/>
                      <a:pt x="15627" y="5443"/>
                      <a:pt x="15452" y="5488"/>
                    </a:cubicBezTo>
                    <a:cubicBezTo>
                      <a:pt x="15000" y="5607"/>
                      <a:pt x="14537" y="5686"/>
                      <a:pt x="14074" y="5742"/>
                    </a:cubicBezTo>
                    <a:cubicBezTo>
                      <a:pt x="13324" y="5834"/>
                      <a:pt x="12567" y="5870"/>
                      <a:pt x="11809" y="5870"/>
                    </a:cubicBezTo>
                    <a:cubicBezTo>
                      <a:pt x="11066" y="5870"/>
                      <a:pt x="10323" y="5835"/>
                      <a:pt x="9584" y="5782"/>
                    </a:cubicBezTo>
                    <a:cubicBezTo>
                      <a:pt x="9342" y="5765"/>
                      <a:pt x="9099" y="5748"/>
                      <a:pt x="8856" y="5726"/>
                    </a:cubicBezTo>
                    <a:cubicBezTo>
                      <a:pt x="8851" y="5725"/>
                      <a:pt x="8846" y="5724"/>
                      <a:pt x="8841" y="5724"/>
                    </a:cubicBezTo>
                    <a:cubicBezTo>
                      <a:pt x="8769" y="5724"/>
                      <a:pt x="8715" y="5798"/>
                      <a:pt x="8715" y="5867"/>
                    </a:cubicBezTo>
                    <a:cubicBezTo>
                      <a:pt x="8698" y="6330"/>
                      <a:pt x="8686" y="6799"/>
                      <a:pt x="8670" y="7267"/>
                    </a:cubicBezTo>
                    <a:cubicBezTo>
                      <a:pt x="8647" y="8007"/>
                      <a:pt x="8624" y="8747"/>
                      <a:pt x="8602" y="9492"/>
                    </a:cubicBezTo>
                    <a:lnTo>
                      <a:pt x="8590" y="9860"/>
                    </a:lnTo>
                    <a:lnTo>
                      <a:pt x="8590" y="9860"/>
                    </a:lnTo>
                    <a:cubicBezTo>
                      <a:pt x="8375" y="9845"/>
                      <a:pt x="8162" y="9800"/>
                      <a:pt x="7952" y="9758"/>
                    </a:cubicBezTo>
                    <a:cubicBezTo>
                      <a:pt x="7602" y="9679"/>
                      <a:pt x="7263" y="9583"/>
                      <a:pt x="6925" y="9475"/>
                    </a:cubicBezTo>
                    <a:cubicBezTo>
                      <a:pt x="6912" y="9471"/>
                      <a:pt x="6899" y="9470"/>
                      <a:pt x="6887" y="9470"/>
                    </a:cubicBezTo>
                    <a:cubicBezTo>
                      <a:pt x="6810" y="9470"/>
                      <a:pt x="6744" y="9538"/>
                      <a:pt x="6744" y="9611"/>
                    </a:cubicBezTo>
                    <a:lnTo>
                      <a:pt x="6744" y="11825"/>
                    </a:lnTo>
                    <a:lnTo>
                      <a:pt x="6744" y="15343"/>
                    </a:lnTo>
                    <a:lnTo>
                      <a:pt x="6744" y="15939"/>
                    </a:lnTo>
                    <a:lnTo>
                      <a:pt x="6744" y="15939"/>
                    </a:lnTo>
                    <a:cubicBezTo>
                      <a:pt x="6623" y="15884"/>
                      <a:pt x="6505" y="15824"/>
                      <a:pt x="6388" y="15761"/>
                    </a:cubicBezTo>
                    <a:cubicBezTo>
                      <a:pt x="5936" y="15512"/>
                      <a:pt x="5501" y="15219"/>
                      <a:pt x="5100" y="14891"/>
                    </a:cubicBezTo>
                    <a:cubicBezTo>
                      <a:pt x="5090" y="14883"/>
                      <a:pt x="5079" y="14876"/>
                      <a:pt x="5067" y="14871"/>
                    </a:cubicBezTo>
                    <a:lnTo>
                      <a:pt x="5067" y="14871"/>
                    </a:lnTo>
                    <a:cubicBezTo>
                      <a:pt x="5069" y="14870"/>
                      <a:pt x="5071" y="14869"/>
                      <a:pt x="5072" y="14869"/>
                    </a:cubicBezTo>
                    <a:cubicBezTo>
                      <a:pt x="4767" y="14682"/>
                      <a:pt x="4479" y="14473"/>
                      <a:pt x="4214" y="14242"/>
                    </a:cubicBezTo>
                    <a:cubicBezTo>
                      <a:pt x="4084" y="14129"/>
                      <a:pt x="3954" y="14004"/>
                      <a:pt x="3830" y="13880"/>
                    </a:cubicBezTo>
                    <a:cubicBezTo>
                      <a:pt x="3773" y="13824"/>
                      <a:pt x="3722" y="13756"/>
                      <a:pt x="3660" y="13705"/>
                    </a:cubicBezTo>
                    <a:cubicBezTo>
                      <a:pt x="3615" y="13660"/>
                      <a:pt x="3553" y="13632"/>
                      <a:pt x="3502" y="13598"/>
                    </a:cubicBezTo>
                    <a:cubicBezTo>
                      <a:pt x="3096" y="13344"/>
                      <a:pt x="2740" y="13011"/>
                      <a:pt x="2429" y="12649"/>
                    </a:cubicBezTo>
                    <a:cubicBezTo>
                      <a:pt x="1723" y="11836"/>
                      <a:pt x="1204" y="10853"/>
                      <a:pt x="854" y="9842"/>
                    </a:cubicBezTo>
                    <a:cubicBezTo>
                      <a:pt x="526" y="8894"/>
                      <a:pt x="317" y="7860"/>
                      <a:pt x="436" y="6861"/>
                    </a:cubicBezTo>
                    <a:cubicBezTo>
                      <a:pt x="492" y="6381"/>
                      <a:pt x="650" y="5912"/>
                      <a:pt x="893" y="5500"/>
                    </a:cubicBezTo>
                    <a:cubicBezTo>
                      <a:pt x="1108" y="5133"/>
                      <a:pt x="1407" y="4839"/>
                      <a:pt x="1752" y="4590"/>
                    </a:cubicBezTo>
                    <a:cubicBezTo>
                      <a:pt x="2113" y="4336"/>
                      <a:pt x="2497" y="4116"/>
                      <a:pt x="2853" y="3851"/>
                    </a:cubicBezTo>
                    <a:cubicBezTo>
                      <a:pt x="3327" y="3495"/>
                      <a:pt x="3745" y="3077"/>
                      <a:pt x="4101" y="2603"/>
                    </a:cubicBezTo>
                    <a:cubicBezTo>
                      <a:pt x="4287" y="2360"/>
                      <a:pt x="4434" y="2094"/>
                      <a:pt x="4626" y="1857"/>
                    </a:cubicBezTo>
                    <a:cubicBezTo>
                      <a:pt x="4762" y="1688"/>
                      <a:pt x="4914" y="1530"/>
                      <a:pt x="5083" y="1388"/>
                    </a:cubicBezTo>
                    <a:cubicBezTo>
                      <a:pt x="5411" y="1112"/>
                      <a:pt x="5795" y="897"/>
                      <a:pt x="6196" y="733"/>
                    </a:cubicBezTo>
                    <a:cubicBezTo>
                      <a:pt x="7018" y="409"/>
                      <a:pt x="7912" y="286"/>
                      <a:pt x="8794" y="286"/>
                    </a:cubicBezTo>
                    <a:close/>
                    <a:moveTo>
                      <a:pt x="8785" y="0"/>
                    </a:moveTo>
                    <a:cubicBezTo>
                      <a:pt x="8056" y="0"/>
                      <a:pt x="7319" y="87"/>
                      <a:pt x="6620" y="293"/>
                    </a:cubicBezTo>
                    <a:cubicBezTo>
                      <a:pt x="5739" y="553"/>
                      <a:pt x="4908" y="1016"/>
                      <a:pt x="4349" y="1755"/>
                    </a:cubicBezTo>
                    <a:cubicBezTo>
                      <a:pt x="4152" y="2015"/>
                      <a:pt x="3988" y="2303"/>
                      <a:pt x="3779" y="2557"/>
                    </a:cubicBezTo>
                    <a:cubicBezTo>
                      <a:pt x="3581" y="2806"/>
                      <a:pt x="3367" y="3037"/>
                      <a:pt x="3135" y="3252"/>
                    </a:cubicBezTo>
                    <a:cubicBezTo>
                      <a:pt x="2774" y="3585"/>
                      <a:pt x="2367" y="3851"/>
                      <a:pt x="1955" y="4116"/>
                    </a:cubicBezTo>
                    <a:cubicBezTo>
                      <a:pt x="1599" y="4348"/>
                      <a:pt x="1243" y="4590"/>
                      <a:pt x="967" y="4912"/>
                    </a:cubicBezTo>
                    <a:cubicBezTo>
                      <a:pt x="628" y="5302"/>
                      <a:pt x="402" y="5776"/>
                      <a:pt x="266" y="6268"/>
                    </a:cubicBezTo>
                    <a:cubicBezTo>
                      <a:pt x="1" y="7222"/>
                      <a:pt x="125" y="8267"/>
                      <a:pt x="368" y="9210"/>
                    </a:cubicBezTo>
                    <a:cubicBezTo>
                      <a:pt x="645" y="10283"/>
                      <a:pt x="1108" y="11316"/>
                      <a:pt x="1746" y="12226"/>
                    </a:cubicBezTo>
                    <a:cubicBezTo>
                      <a:pt x="2040" y="12649"/>
                      <a:pt x="2378" y="13056"/>
                      <a:pt x="2768" y="13400"/>
                    </a:cubicBezTo>
                    <a:cubicBezTo>
                      <a:pt x="2949" y="13558"/>
                      <a:pt x="3141" y="13705"/>
                      <a:pt x="3344" y="13835"/>
                    </a:cubicBezTo>
                    <a:cubicBezTo>
                      <a:pt x="3395" y="13869"/>
                      <a:pt x="3446" y="13897"/>
                      <a:pt x="3491" y="13931"/>
                    </a:cubicBezTo>
                    <a:cubicBezTo>
                      <a:pt x="3559" y="13993"/>
                      <a:pt x="3621" y="14072"/>
                      <a:pt x="3689" y="14134"/>
                    </a:cubicBezTo>
                    <a:cubicBezTo>
                      <a:pt x="3813" y="14259"/>
                      <a:pt x="3943" y="14383"/>
                      <a:pt x="4078" y="14496"/>
                    </a:cubicBezTo>
                    <a:cubicBezTo>
                      <a:pt x="4343" y="14721"/>
                      <a:pt x="4630" y="14930"/>
                      <a:pt x="4929" y="15110"/>
                    </a:cubicBezTo>
                    <a:lnTo>
                      <a:pt x="4929" y="15110"/>
                    </a:lnTo>
                    <a:cubicBezTo>
                      <a:pt x="5509" y="15582"/>
                      <a:pt x="6150" y="16019"/>
                      <a:pt x="6845" y="16292"/>
                    </a:cubicBezTo>
                    <a:cubicBezTo>
                      <a:pt x="6859" y="16297"/>
                      <a:pt x="6873" y="16299"/>
                      <a:pt x="6887" y="16299"/>
                    </a:cubicBezTo>
                    <a:cubicBezTo>
                      <a:pt x="6962" y="16299"/>
                      <a:pt x="7026" y="16228"/>
                      <a:pt x="7026" y="16156"/>
                    </a:cubicBezTo>
                    <a:lnTo>
                      <a:pt x="7026" y="13948"/>
                    </a:lnTo>
                    <a:lnTo>
                      <a:pt x="7026" y="10424"/>
                    </a:lnTo>
                    <a:lnTo>
                      <a:pt x="7026" y="9806"/>
                    </a:lnTo>
                    <a:lnTo>
                      <a:pt x="7026" y="9806"/>
                    </a:lnTo>
                    <a:cubicBezTo>
                      <a:pt x="7322" y="9893"/>
                      <a:pt x="7618" y="9973"/>
                      <a:pt x="7918" y="10034"/>
                    </a:cubicBezTo>
                    <a:cubicBezTo>
                      <a:pt x="8178" y="10091"/>
                      <a:pt x="8455" y="10147"/>
                      <a:pt x="8726" y="10147"/>
                    </a:cubicBezTo>
                    <a:cubicBezTo>
                      <a:pt x="8799" y="10147"/>
                      <a:pt x="8862" y="10080"/>
                      <a:pt x="8867" y="10006"/>
                    </a:cubicBezTo>
                    <a:cubicBezTo>
                      <a:pt x="8878" y="9537"/>
                      <a:pt x="8895" y="9069"/>
                      <a:pt x="8907" y="8606"/>
                    </a:cubicBezTo>
                    <a:cubicBezTo>
                      <a:pt x="8935" y="7866"/>
                      <a:pt x="8958" y="7120"/>
                      <a:pt x="8980" y="6381"/>
                    </a:cubicBezTo>
                    <a:cubicBezTo>
                      <a:pt x="8984" y="6262"/>
                      <a:pt x="8988" y="6140"/>
                      <a:pt x="8992" y="6020"/>
                    </a:cubicBezTo>
                    <a:lnTo>
                      <a:pt x="8992" y="6020"/>
                    </a:lnTo>
                    <a:cubicBezTo>
                      <a:pt x="9912" y="6100"/>
                      <a:pt x="10840" y="6154"/>
                      <a:pt x="11767" y="6154"/>
                    </a:cubicBezTo>
                    <a:cubicBezTo>
                      <a:pt x="12439" y="6154"/>
                      <a:pt x="13111" y="6126"/>
                      <a:pt x="13780" y="6059"/>
                    </a:cubicBezTo>
                    <a:cubicBezTo>
                      <a:pt x="14656" y="5968"/>
                      <a:pt x="15548" y="5822"/>
                      <a:pt x="16367" y="5494"/>
                    </a:cubicBezTo>
                    <a:cubicBezTo>
                      <a:pt x="16711" y="5353"/>
                      <a:pt x="17073" y="5183"/>
                      <a:pt x="17338" y="4924"/>
                    </a:cubicBezTo>
                    <a:cubicBezTo>
                      <a:pt x="17361" y="4907"/>
                      <a:pt x="17378" y="4884"/>
                      <a:pt x="17395" y="4867"/>
                    </a:cubicBezTo>
                    <a:cubicBezTo>
                      <a:pt x="17404" y="4857"/>
                      <a:pt x="17414" y="4844"/>
                      <a:pt x="17424" y="4833"/>
                    </a:cubicBezTo>
                    <a:lnTo>
                      <a:pt x="17424" y="4833"/>
                    </a:lnTo>
                    <a:cubicBezTo>
                      <a:pt x="17419" y="4838"/>
                      <a:pt x="17416" y="4842"/>
                      <a:pt x="17416" y="4842"/>
                    </a:cubicBezTo>
                    <a:lnTo>
                      <a:pt x="17416" y="4842"/>
                    </a:lnTo>
                    <a:cubicBezTo>
                      <a:pt x="17416" y="4842"/>
                      <a:pt x="17419" y="4838"/>
                      <a:pt x="17429" y="4828"/>
                    </a:cubicBezTo>
                    <a:lnTo>
                      <a:pt x="17429" y="4828"/>
                    </a:lnTo>
                    <a:cubicBezTo>
                      <a:pt x="17427" y="4829"/>
                      <a:pt x="17425" y="4831"/>
                      <a:pt x="17424" y="4833"/>
                    </a:cubicBezTo>
                    <a:lnTo>
                      <a:pt x="17424" y="4833"/>
                    </a:lnTo>
                    <a:cubicBezTo>
                      <a:pt x="17431" y="4823"/>
                      <a:pt x="17443" y="4807"/>
                      <a:pt x="17446" y="4799"/>
                    </a:cubicBezTo>
                    <a:cubicBezTo>
                      <a:pt x="17649" y="4545"/>
                      <a:pt x="17830" y="4269"/>
                      <a:pt x="17976" y="3980"/>
                    </a:cubicBezTo>
                    <a:cubicBezTo>
                      <a:pt x="18168" y="3608"/>
                      <a:pt x="18343" y="3167"/>
                      <a:pt x="18293" y="2738"/>
                    </a:cubicBezTo>
                    <a:cubicBezTo>
                      <a:pt x="18236" y="2224"/>
                      <a:pt x="17846" y="1914"/>
                      <a:pt x="17372" y="1778"/>
                    </a:cubicBezTo>
                    <a:cubicBezTo>
                      <a:pt x="17203" y="1733"/>
                      <a:pt x="17034" y="1705"/>
                      <a:pt x="16859" y="1688"/>
                    </a:cubicBezTo>
                    <a:lnTo>
                      <a:pt x="16859" y="1688"/>
                    </a:lnTo>
                    <a:cubicBezTo>
                      <a:pt x="16859" y="1688"/>
                      <a:pt x="16859" y="1688"/>
                      <a:pt x="16858" y="1688"/>
                    </a:cubicBezTo>
                    <a:cubicBezTo>
                      <a:pt x="16214" y="1626"/>
                      <a:pt x="15565" y="1586"/>
                      <a:pt x="14915" y="1546"/>
                    </a:cubicBezTo>
                    <a:cubicBezTo>
                      <a:pt x="14469" y="1524"/>
                      <a:pt x="14023" y="1501"/>
                      <a:pt x="13583" y="1417"/>
                    </a:cubicBezTo>
                    <a:cubicBezTo>
                      <a:pt x="13210" y="1349"/>
                      <a:pt x="12860" y="1225"/>
                      <a:pt x="12538" y="1027"/>
                    </a:cubicBezTo>
                    <a:cubicBezTo>
                      <a:pt x="12261" y="863"/>
                      <a:pt x="12030" y="654"/>
                      <a:pt x="11730" y="524"/>
                    </a:cubicBezTo>
                    <a:cubicBezTo>
                      <a:pt x="11008" y="208"/>
                      <a:pt x="10206" y="78"/>
                      <a:pt x="9421" y="22"/>
                    </a:cubicBezTo>
                    <a:cubicBezTo>
                      <a:pt x="9210" y="8"/>
                      <a:pt x="8998" y="0"/>
                      <a:pt x="8785"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811" name="Google Shape;811;p31"/>
            <p:cNvGrpSpPr/>
            <p:nvPr/>
          </p:nvGrpSpPr>
          <p:grpSpPr>
            <a:xfrm flipH="1">
              <a:off x="484940" y="3455067"/>
              <a:ext cx="1153212" cy="1377164"/>
              <a:chOff x="4245050" y="1417375"/>
              <a:chExt cx="999750" cy="1193900"/>
            </a:xfrm>
          </p:grpSpPr>
          <p:sp>
            <p:nvSpPr>
              <p:cNvPr id="812" name="Google Shape;812;p31"/>
              <p:cNvSpPr/>
              <p:nvPr/>
            </p:nvSpPr>
            <p:spPr>
              <a:xfrm>
                <a:off x="4339925" y="1417375"/>
                <a:ext cx="597075" cy="489400"/>
              </a:xfrm>
              <a:custGeom>
                <a:avLst/>
                <a:gdLst/>
                <a:ahLst/>
                <a:cxnLst/>
                <a:rect l="l" t="t" r="r" b="b"/>
                <a:pathLst>
                  <a:path w="23883" h="19576" extrusionOk="0">
                    <a:moveTo>
                      <a:pt x="19457" y="283"/>
                    </a:moveTo>
                    <a:cubicBezTo>
                      <a:pt x="20001" y="283"/>
                      <a:pt x="20540" y="344"/>
                      <a:pt x="21059" y="516"/>
                    </a:cubicBezTo>
                    <a:cubicBezTo>
                      <a:pt x="21330" y="606"/>
                      <a:pt x="21584" y="719"/>
                      <a:pt x="21833" y="855"/>
                    </a:cubicBezTo>
                    <a:cubicBezTo>
                      <a:pt x="22347" y="1148"/>
                      <a:pt x="22804" y="1544"/>
                      <a:pt x="23121" y="2052"/>
                    </a:cubicBezTo>
                    <a:cubicBezTo>
                      <a:pt x="23363" y="2453"/>
                      <a:pt x="23516" y="2905"/>
                      <a:pt x="23567" y="3373"/>
                    </a:cubicBezTo>
                    <a:cubicBezTo>
                      <a:pt x="23612" y="3780"/>
                      <a:pt x="23595" y="4198"/>
                      <a:pt x="23522" y="4604"/>
                    </a:cubicBezTo>
                    <a:cubicBezTo>
                      <a:pt x="23482" y="4842"/>
                      <a:pt x="23431" y="5073"/>
                      <a:pt x="23290" y="5276"/>
                    </a:cubicBezTo>
                    <a:cubicBezTo>
                      <a:pt x="23109" y="5525"/>
                      <a:pt x="22816" y="5689"/>
                      <a:pt x="22511" y="5723"/>
                    </a:cubicBezTo>
                    <a:cubicBezTo>
                      <a:pt x="21568" y="5830"/>
                      <a:pt x="20602" y="5847"/>
                      <a:pt x="19647" y="5886"/>
                    </a:cubicBezTo>
                    <a:cubicBezTo>
                      <a:pt x="18597" y="5926"/>
                      <a:pt x="17541" y="5960"/>
                      <a:pt x="16491" y="6005"/>
                    </a:cubicBezTo>
                    <a:cubicBezTo>
                      <a:pt x="16135" y="6022"/>
                      <a:pt x="15779" y="6039"/>
                      <a:pt x="15423" y="6073"/>
                    </a:cubicBezTo>
                    <a:cubicBezTo>
                      <a:pt x="15039" y="6107"/>
                      <a:pt x="14683" y="6197"/>
                      <a:pt x="14401" y="6479"/>
                    </a:cubicBezTo>
                    <a:cubicBezTo>
                      <a:pt x="13921" y="6959"/>
                      <a:pt x="13797" y="7727"/>
                      <a:pt x="13802" y="8388"/>
                    </a:cubicBezTo>
                    <a:cubicBezTo>
                      <a:pt x="13802" y="8416"/>
                      <a:pt x="13802" y="8450"/>
                      <a:pt x="13802" y="8484"/>
                    </a:cubicBezTo>
                    <a:cubicBezTo>
                      <a:pt x="13803" y="8485"/>
                      <a:pt x="13803" y="8486"/>
                      <a:pt x="13803" y="8487"/>
                    </a:cubicBezTo>
                    <a:lnTo>
                      <a:pt x="13803" y="8487"/>
                    </a:lnTo>
                    <a:cubicBezTo>
                      <a:pt x="13772" y="8539"/>
                      <a:pt x="13756" y="8623"/>
                      <a:pt x="13735" y="8682"/>
                    </a:cubicBezTo>
                    <a:lnTo>
                      <a:pt x="13368" y="9681"/>
                    </a:lnTo>
                    <a:cubicBezTo>
                      <a:pt x="13243" y="10031"/>
                      <a:pt x="13113" y="10382"/>
                      <a:pt x="12989" y="10732"/>
                    </a:cubicBezTo>
                    <a:cubicBezTo>
                      <a:pt x="12938" y="10856"/>
                      <a:pt x="12871" y="10980"/>
                      <a:pt x="12871" y="11116"/>
                    </a:cubicBezTo>
                    <a:lnTo>
                      <a:pt x="12871" y="13104"/>
                    </a:lnTo>
                    <a:lnTo>
                      <a:pt x="12871" y="14617"/>
                    </a:lnTo>
                    <a:lnTo>
                      <a:pt x="12871" y="14881"/>
                    </a:lnTo>
                    <a:lnTo>
                      <a:pt x="12871" y="14881"/>
                    </a:lnTo>
                    <a:cubicBezTo>
                      <a:pt x="11283" y="14606"/>
                      <a:pt x="9793" y="13925"/>
                      <a:pt x="8618" y="12804"/>
                    </a:cubicBezTo>
                    <a:cubicBezTo>
                      <a:pt x="7669" y="11901"/>
                      <a:pt x="6952" y="10766"/>
                      <a:pt x="6455" y="9557"/>
                    </a:cubicBezTo>
                    <a:cubicBezTo>
                      <a:pt x="6218" y="8975"/>
                      <a:pt x="6026" y="8371"/>
                      <a:pt x="5890" y="7756"/>
                    </a:cubicBezTo>
                    <a:cubicBezTo>
                      <a:pt x="5877" y="7687"/>
                      <a:pt x="5822" y="7656"/>
                      <a:pt x="5763" y="7656"/>
                    </a:cubicBezTo>
                    <a:cubicBezTo>
                      <a:pt x="5724" y="7656"/>
                      <a:pt x="5684" y="7669"/>
                      <a:pt x="5653" y="7693"/>
                    </a:cubicBezTo>
                    <a:cubicBezTo>
                      <a:pt x="5156" y="8106"/>
                      <a:pt x="5422" y="8851"/>
                      <a:pt x="5580" y="9365"/>
                    </a:cubicBezTo>
                    <a:cubicBezTo>
                      <a:pt x="5761" y="9947"/>
                      <a:pt x="5958" y="10523"/>
                      <a:pt x="6139" y="11099"/>
                    </a:cubicBezTo>
                    <a:cubicBezTo>
                      <a:pt x="6647" y="12686"/>
                      <a:pt x="7110" y="14295"/>
                      <a:pt x="7381" y="15939"/>
                    </a:cubicBezTo>
                    <a:cubicBezTo>
                      <a:pt x="7522" y="16791"/>
                      <a:pt x="7610" y="17663"/>
                      <a:pt x="7564" y="18532"/>
                    </a:cubicBezTo>
                    <a:lnTo>
                      <a:pt x="7564" y="18532"/>
                    </a:lnTo>
                    <a:cubicBezTo>
                      <a:pt x="6953" y="18616"/>
                      <a:pt x="6337" y="18695"/>
                      <a:pt x="5727" y="18779"/>
                    </a:cubicBezTo>
                    <a:cubicBezTo>
                      <a:pt x="4682" y="18915"/>
                      <a:pt x="3643" y="19056"/>
                      <a:pt x="2598" y="19191"/>
                    </a:cubicBezTo>
                    <a:cubicBezTo>
                      <a:pt x="2407" y="19218"/>
                      <a:pt x="2219" y="19245"/>
                      <a:pt x="2030" y="19271"/>
                    </a:cubicBezTo>
                    <a:lnTo>
                      <a:pt x="2030" y="19271"/>
                    </a:lnTo>
                    <a:cubicBezTo>
                      <a:pt x="2070" y="18715"/>
                      <a:pt x="2053" y="18155"/>
                      <a:pt x="2028" y="17599"/>
                    </a:cubicBezTo>
                    <a:cubicBezTo>
                      <a:pt x="1954" y="16136"/>
                      <a:pt x="1717" y="14674"/>
                      <a:pt x="1311" y="13267"/>
                    </a:cubicBezTo>
                    <a:cubicBezTo>
                      <a:pt x="1079" y="12482"/>
                      <a:pt x="785" y="11720"/>
                      <a:pt x="622" y="10918"/>
                    </a:cubicBezTo>
                    <a:cubicBezTo>
                      <a:pt x="497" y="10331"/>
                      <a:pt x="430" y="9732"/>
                      <a:pt x="475" y="9139"/>
                    </a:cubicBezTo>
                    <a:cubicBezTo>
                      <a:pt x="531" y="8332"/>
                      <a:pt x="847" y="7558"/>
                      <a:pt x="1503" y="7055"/>
                    </a:cubicBezTo>
                    <a:cubicBezTo>
                      <a:pt x="2118" y="6578"/>
                      <a:pt x="2869" y="6404"/>
                      <a:pt x="3631" y="6404"/>
                    </a:cubicBezTo>
                    <a:cubicBezTo>
                      <a:pt x="4114" y="6404"/>
                      <a:pt x="4601" y="6474"/>
                      <a:pt x="5060" y="6581"/>
                    </a:cubicBezTo>
                    <a:cubicBezTo>
                      <a:pt x="5224" y="6620"/>
                      <a:pt x="5382" y="6660"/>
                      <a:pt x="5546" y="6711"/>
                    </a:cubicBezTo>
                    <a:cubicBezTo>
                      <a:pt x="5557" y="6714"/>
                      <a:pt x="5569" y="6715"/>
                      <a:pt x="5580" y="6715"/>
                    </a:cubicBezTo>
                    <a:cubicBezTo>
                      <a:pt x="5656" y="6715"/>
                      <a:pt x="5732" y="6654"/>
                      <a:pt x="5727" y="6575"/>
                    </a:cubicBezTo>
                    <a:cubicBezTo>
                      <a:pt x="5670" y="5491"/>
                      <a:pt x="5845" y="4378"/>
                      <a:pt x="6337" y="3407"/>
                    </a:cubicBezTo>
                    <a:cubicBezTo>
                      <a:pt x="6698" y="2690"/>
                      <a:pt x="7223" y="2063"/>
                      <a:pt x="7867" y="1589"/>
                    </a:cubicBezTo>
                    <a:cubicBezTo>
                      <a:pt x="8601" y="1047"/>
                      <a:pt x="9460" y="691"/>
                      <a:pt x="10358" y="521"/>
                    </a:cubicBezTo>
                    <a:cubicBezTo>
                      <a:pt x="10815" y="442"/>
                      <a:pt x="11272" y="420"/>
                      <a:pt x="11735" y="408"/>
                    </a:cubicBezTo>
                    <a:cubicBezTo>
                      <a:pt x="12712" y="397"/>
                      <a:pt x="13684" y="380"/>
                      <a:pt x="14661" y="363"/>
                    </a:cubicBezTo>
                    <a:cubicBezTo>
                      <a:pt x="15858" y="341"/>
                      <a:pt x="17055" y="324"/>
                      <a:pt x="18253" y="301"/>
                    </a:cubicBezTo>
                    <a:cubicBezTo>
                      <a:pt x="18608" y="295"/>
                      <a:pt x="18964" y="290"/>
                      <a:pt x="19314" y="284"/>
                    </a:cubicBezTo>
                    <a:cubicBezTo>
                      <a:pt x="19362" y="283"/>
                      <a:pt x="19410" y="283"/>
                      <a:pt x="19457" y="283"/>
                    </a:cubicBezTo>
                    <a:close/>
                    <a:moveTo>
                      <a:pt x="19551" y="1"/>
                    </a:moveTo>
                    <a:cubicBezTo>
                      <a:pt x="19515" y="1"/>
                      <a:pt x="19480" y="1"/>
                      <a:pt x="19444" y="2"/>
                    </a:cubicBezTo>
                    <a:cubicBezTo>
                      <a:pt x="19162" y="7"/>
                      <a:pt x="18879" y="13"/>
                      <a:pt x="18597" y="13"/>
                    </a:cubicBezTo>
                    <a:cubicBezTo>
                      <a:pt x="17422" y="36"/>
                      <a:pt x="16248" y="53"/>
                      <a:pt x="15067" y="75"/>
                    </a:cubicBezTo>
                    <a:cubicBezTo>
                      <a:pt x="14011" y="92"/>
                      <a:pt x="12950" y="109"/>
                      <a:pt x="11888" y="126"/>
                    </a:cubicBezTo>
                    <a:cubicBezTo>
                      <a:pt x="11566" y="132"/>
                      <a:pt x="11239" y="132"/>
                      <a:pt x="10911" y="166"/>
                    </a:cubicBezTo>
                    <a:cubicBezTo>
                      <a:pt x="9900" y="262"/>
                      <a:pt x="8906" y="578"/>
                      <a:pt x="8048" y="1126"/>
                    </a:cubicBezTo>
                    <a:cubicBezTo>
                      <a:pt x="7376" y="1549"/>
                      <a:pt x="6800" y="2114"/>
                      <a:pt x="6371" y="2780"/>
                    </a:cubicBezTo>
                    <a:cubicBezTo>
                      <a:pt x="5823" y="3627"/>
                      <a:pt x="5535" y="4627"/>
                      <a:pt x="5450" y="5627"/>
                    </a:cubicBezTo>
                    <a:cubicBezTo>
                      <a:pt x="5432" y="5879"/>
                      <a:pt x="5428" y="6131"/>
                      <a:pt x="5436" y="6383"/>
                    </a:cubicBezTo>
                    <a:lnTo>
                      <a:pt x="5436" y="6383"/>
                    </a:lnTo>
                    <a:cubicBezTo>
                      <a:pt x="4858" y="6227"/>
                      <a:pt x="4237" y="6120"/>
                      <a:pt x="3624" y="6120"/>
                    </a:cubicBezTo>
                    <a:cubicBezTo>
                      <a:pt x="2921" y="6120"/>
                      <a:pt x="2228" y="6261"/>
                      <a:pt x="1621" y="6632"/>
                    </a:cubicBezTo>
                    <a:cubicBezTo>
                      <a:pt x="915" y="7067"/>
                      <a:pt x="441" y="7756"/>
                      <a:pt x="271" y="8563"/>
                    </a:cubicBezTo>
                    <a:cubicBezTo>
                      <a:pt x="0" y="9834"/>
                      <a:pt x="328" y="11189"/>
                      <a:pt x="729" y="12398"/>
                    </a:cubicBezTo>
                    <a:cubicBezTo>
                      <a:pt x="1006" y="13217"/>
                      <a:pt x="1243" y="14041"/>
                      <a:pt x="1412" y="14888"/>
                    </a:cubicBezTo>
                    <a:cubicBezTo>
                      <a:pt x="1553" y="15605"/>
                      <a:pt x="1655" y="16328"/>
                      <a:pt x="1711" y="17057"/>
                    </a:cubicBezTo>
                    <a:cubicBezTo>
                      <a:pt x="1774" y="17842"/>
                      <a:pt x="1768" y="18615"/>
                      <a:pt x="1740" y="19400"/>
                    </a:cubicBezTo>
                    <a:cubicBezTo>
                      <a:pt x="1740" y="19412"/>
                      <a:pt x="1734" y="19423"/>
                      <a:pt x="1734" y="19434"/>
                    </a:cubicBezTo>
                    <a:cubicBezTo>
                      <a:pt x="1729" y="19500"/>
                      <a:pt x="1802" y="19576"/>
                      <a:pt x="1868" y="19576"/>
                    </a:cubicBezTo>
                    <a:cubicBezTo>
                      <a:pt x="1871" y="19576"/>
                      <a:pt x="1873" y="19576"/>
                      <a:pt x="1875" y="19575"/>
                    </a:cubicBezTo>
                    <a:cubicBezTo>
                      <a:pt x="2536" y="19485"/>
                      <a:pt x="3191" y="19395"/>
                      <a:pt x="3846" y="19310"/>
                    </a:cubicBezTo>
                    <a:cubicBezTo>
                      <a:pt x="4891" y="19169"/>
                      <a:pt x="5936" y="19033"/>
                      <a:pt x="6975" y="18892"/>
                    </a:cubicBezTo>
                    <a:cubicBezTo>
                      <a:pt x="7218" y="18858"/>
                      <a:pt x="7455" y="18830"/>
                      <a:pt x="7698" y="18796"/>
                    </a:cubicBezTo>
                    <a:cubicBezTo>
                      <a:pt x="7777" y="18785"/>
                      <a:pt x="7833" y="18740"/>
                      <a:pt x="7839" y="18655"/>
                    </a:cubicBezTo>
                    <a:cubicBezTo>
                      <a:pt x="7895" y="17864"/>
                      <a:pt x="7828" y="17074"/>
                      <a:pt x="7720" y="16294"/>
                    </a:cubicBezTo>
                    <a:cubicBezTo>
                      <a:pt x="7602" y="15447"/>
                      <a:pt x="7421" y="14611"/>
                      <a:pt x="7212" y="13787"/>
                    </a:cubicBezTo>
                    <a:cubicBezTo>
                      <a:pt x="6856" y="12364"/>
                      <a:pt x="6399" y="10980"/>
                      <a:pt x="5947" y="9585"/>
                    </a:cubicBezTo>
                    <a:cubicBezTo>
                      <a:pt x="5874" y="9359"/>
                      <a:pt x="5800" y="9128"/>
                      <a:pt x="5738" y="8896"/>
                    </a:cubicBezTo>
                    <a:cubicBezTo>
                      <a:pt x="5673" y="8663"/>
                      <a:pt x="5607" y="8371"/>
                      <a:pt x="5690" y="8135"/>
                    </a:cubicBezTo>
                    <a:lnTo>
                      <a:pt x="5690" y="8135"/>
                    </a:lnTo>
                    <a:cubicBezTo>
                      <a:pt x="5953" y="9194"/>
                      <a:pt x="6379" y="10227"/>
                      <a:pt x="6947" y="11161"/>
                    </a:cubicBezTo>
                    <a:cubicBezTo>
                      <a:pt x="7720" y="12432"/>
                      <a:pt x="8788" y="13522"/>
                      <a:pt x="10103" y="14233"/>
                    </a:cubicBezTo>
                    <a:cubicBezTo>
                      <a:pt x="10996" y="14724"/>
                      <a:pt x="11973" y="15029"/>
                      <a:pt x="12978" y="15182"/>
                    </a:cubicBezTo>
                    <a:cubicBezTo>
                      <a:pt x="12989" y="15184"/>
                      <a:pt x="13001" y="15185"/>
                      <a:pt x="13012" y="15185"/>
                    </a:cubicBezTo>
                    <a:cubicBezTo>
                      <a:pt x="13088" y="15185"/>
                      <a:pt x="13153" y="15135"/>
                      <a:pt x="13153" y="15046"/>
                    </a:cubicBezTo>
                    <a:lnTo>
                      <a:pt x="13153" y="13651"/>
                    </a:lnTo>
                    <a:lnTo>
                      <a:pt x="13153" y="11376"/>
                    </a:lnTo>
                    <a:cubicBezTo>
                      <a:pt x="13153" y="11287"/>
                      <a:pt x="13158" y="11198"/>
                      <a:pt x="13153" y="11104"/>
                    </a:cubicBezTo>
                    <a:lnTo>
                      <a:pt x="13153" y="11104"/>
                    </a:lnTo>
                    <a:cubicBezTo>
                      <a:pt x="13153" y="11104"/>
                      <a:pt x="13153" y="11104"/>
                      <a:pt x="13153" y="11104"/>
                    </a:cubicBezTo>
                    <a:cubicBezTo>
                      <a:pt x="13153" y="11104"/>
                      <a:pt x="13153" y="11104"/>
                      <a:pt x="13153" y="11104"/>
                    </a:cubicBezTo>
                    <a:lnTo>
                      <a:pt x="13153" y="11104"/>
                    </a:lnTo>
                    <a:cubicBezTo>
                      <a:pt x="13153" y="11104"/>
                      <a:pt x="13153" y="11104"/>
                      <a:pt x="13153" y="11104"/>
                    </a:cubicBezTo>
                    <a:lnTo>
                      <a:pt x="13153" y="11104"/>
                    </a:lnTo>
                    <a:cubicBezTo>
                      <a:pt x="13158" y="11094"/>
                      <a:pt x="13160" y="11086"/>
                      <a:pt x="13160" y="11080"/>
                    </a:cubicBezTo>
                    <a:lnTo>
                      <a:pt x="13160" y="11080"/>
                    </a:lnTo>
                    <a:cubicBezTo>
                      <a:pt x="13158" y="11088"/>
                      <a:pt x="13156" y="11096"/>
                      <a:pt x="13153" y="11104"/>
                    </a:cubicBezTo>
                    <a:lnTo>
                      <a:pt x="13153" y="11104"/>
                    </a:lnTo>
                    <a:cubicBezTo>
                      <a:pt x="13153" y="11102"/>
                      <a:pt x="13153" y="11100"/>
                      <a:pt x="13153" y="11099"/>
                    </a:cubicBezTo>
                    <a:cubicBezTo>
                      <a:pt x="13153" y="11079"/>
                      <a:pt x="13156" y="11071"/>
                      <a:pt x="13158" y="11071"/>
                    </a:cubicBezTo>
                    <a:lnTo>
                      <a:pt x="13158" y="11071"/>
                    </a:lnTo>
                    <a:cubicBezTo>
                      <a:pt x="13160" y="11071"/>
                      <a:pt x="13161" y="11075"/>
                      <a:pt x="13160" y="11080"/>
                    </a:cubicBezTo>
                    <a:lnTo>
                      <a:pt x="13160" y="11080"/>
                    </a:lnTo>
                    <a:cubicBezTo>
                      <a:pt x="13164" y="11070"/>
                      <a:pt x="13167" y="11060"/>
                      <a:pt x="13170" y="11054"/>
                    </a:cubicBezTo>
                    <a:cubicBezTo>
                      <a:pt x="13272" y="10777"/>
                      <a:pt x="13368" y="10500"/>
                      <a:pt x="13469" y="10223"/>
                    </a:cubicBezTo>
                    <a:lnTo>
                      <a:pt x="13881" y="9094"/>
                    </a:lnTo>
                    <a:cubicBezTo>
                      <a:pt x="13932" y="8958"/>
                      <a:pt x="13983" y="8823"/>
                      <a:pt x="14028" y="8693"/>
                    </a:cubicBezTo>
                    <a:cubicBezTo>
                      <a:pt x="14051" y="8631"/>
                      <a:pt x="14085" y="8569"/>
                      <a:pt x="14090" y="8507"/>
                    </a:cubicBezTo>
                    <a:cubicBezTo>
                      <a:pt x="14102" y="8326"/>
                      <a:pt x="14085" y="8140"/>
                      <a:pt x="14102" y="7953"/>
                    </a:cubicBezTo>
                    <a:cubicBezTo>
                      <a:pt x="14136" y="7603"/>
                      <a:pt x="14220" y="7242"/>
                      <a:pt x="14401" y="6937"/>
                    </a:cubicBezTo>
                    <a:cubicBezTo>
                      <a:pt x="14599" y="6609"/>
                      <a:pt x="14909" y="6406"/>
                      <a:pt x="15288" y="6366"/>
                    </a:cubicBezTo>
                    <a:cubicBezTo>
                      <a:pt x="15615" y="6332"/>
                      <a:pt x="15948" y="6316"/>
                      <a:pt x="16276" y="6299"/>
                    </a:cubicBezTo>
                    <a:cubicBezTo>
                      <a:pt x="17309" y="6248"/>
                      <a:pt x="18349" y="6220"/>
                      <a:pt x="19382" y="6174"/>
                    </a:cubicBezTo>
                    <a:cubicBezTo>
                      <a:pt x="20376" y="6140"/>
                      <a:pt x="21370" y="6107"/>
                      <a:pt x="22364" y="6016"/>
                    </a:cubicBezTo>
                    <a:cubicBezTo>
                      <a:pt x="22646" y="5994"/>
                      <a:pt x="22917" y="5937"/>
                      <a:pt x="23160" y="5779"/>
                    </a:cubicBezTo>
                    <a:cubicBezTo>
                      <a:pt x="23414" y="5610"/>
                      <a:pt x="23606" y="5361"/>
                      <a:pt x="23708" y="5067"/>
                    </a:cubicBezTo>
                    <a:cubicBezTo>
                      <a:pt x="23832" y="4689"/>
                      <a:pt x="23872" y="4249"/>
                      <a:pt x="23872" y="3853"/>
                    </a:cubicBezTo>
                    <a:cubicBezTo>
                      <a:pt x="23883" y="2837"/>
                      <a:pt x="23505" y="1860"/>
                      <a:pt x="22748" y="1171"/>
                    </a:cubicBezTo>
                    <a:cubicBezTo>
                      <a:pt x="22511" y="956"/>
                      <a:pt x="22251" y="770"/>
                      <a:pt x="21974" y="612"/>
                    </a:cubicBezTo>
                    <a:cubicBezTo>
                      <a:pt x="21973" y="611"/>
                      <a:pt x="21973" y="611"/>
                      <a:pt x="21972" y="610"/>
                    </a:cubicBezTo>
                    <a:lnTo>
                      <a:pt x="21972" y="610"/>
                    </a:lnTo>
                    <a:cubicBezTo>
                      <a:pt x="21230" y="194"/>
                      <a:pt x="20395" y="1"/>
                      <a:pt x="19551"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3" name="Google Shape;813;p31"/>
              <p:cNvSpPr/>
              <p:nvPr/>
            </p:nvSpPr>
            <p:spPr>
              <a:xfrm>
                <a:off x="4661250" y="1558750"/>
                <a:ext cx="292000" cy="353675"/>
              </a:xfrm>
              <a:custGeom>
                <a:avLst/>
                <a:gdLst/>
                <a:ahLst/>
                <a:cxnLst/>
                <a:rect l="l" t="t" r="r" b="b"/>
                <a:pathLst>
                  <a:path w="11680" h="14147" extrusionOk="0">
                    <a:moveTo>
                      <a:pt x="9845" y="317"/>
                    </a:moveTo>
                    <a:lnTo>
                      <a:pt x="9845" y="317"/>
                    </a:lnTo>
                    <a:cubicBezTo>
                      <a:pt x="9934" y="775"/>
                      <a:pt x="9934" y="1238"/>
                      <a:pt x="9934" y="1705"/>
                    </a:cubicBezTo>
                    <a:lnTo>
                      <a:pt x="9934" y="2366"/>
                    </a:lnTo>
                    <a:cubicBezTo>
                      <a:pt x="9934" y="2468"/>
                      <a:pt x="9900" y="2643"/>
                      <a:pt x="9974" y="2722"/>
                    </a:cubicBezTo>
                    <a:cubicBezTo>
                      <a:pt x="10064" y="2818"/>
                      <a:pt x="10188" y="2891"/>
                      <a:pt x="10284" y="2970"/>
                    </a:cubicBezTo>
                    <a:cubicBezTo>
                      <a:pt x="10465" y="3111"/>
                      <a:pt x="10646" y="3258"/>
                      <a:pt x="10827" y="3399"/>
                    </a:cubicBezTo>
                    <a:cubicBezTo>
                      <a:pt x="10934" y="3484"/>
                      <a:pt x="11041" y="3569"/>
                      <a:pt x="11149" y="3654"/>
                    </a:cubicBezTo>
                    <a:cubicBezTo>
                      <a:pt x="11318" y="3795"/>
                      <a:pt x="11386" y="4015"/>
                      <a:pt x="11256" y="4207"/>
                    </a:cubicBezTo>
                    <a:cubicBezTo>
                      <a:pt x="11120" y="4410"/>
                      <a:pt x="10894" y="4416"/>
                      <a:pt x="10680" y="4416"/>
                    </a:cubicBezTo>
                    <a:lnTo>
                      <a:pt x="10076" y="4416"/>
                    </a:lnTo>
                    <a:cubicBezTo>
                      <a:pt x="9996" y="4416"/>
                      <a:pt x="9934" y="4478"/>
                      <a:pt x="9934" y="4557"/>
                    </a:cubicBezTo>
                    <a:lnTo>
                      <a:pt x="9934" y="5404"/>
                    </a:lnTo>
                    <a:cubicBezTo>
                      <a:pt x="9934" y="5715"/>
                      <a:pt x="9946" y="6031"/>
                      <a:pt x="9917" y="6342"/>
                    </a:cubicBezTo>
                    <a:cubicBezTo>
                      <a:pt x="9810" y="7398"/>
                      <a:pt x="9155" y="8358"/>
                      <a:pt x="8218" y="8866"/>
                    </a:cubicBezTo>
                    <a:cubicBezTo>
                      <a:pt x="7709" y="9143"/>
                      <a:pt x="7150" y="9250"/>
                      <a:pt x="6569" y="9250"/>
                    </a:cubicBezTo>
                    <a:cubicBezTo>
                      <a:pt x="6495" y="9250"/>
                      <a:pt x="6427" y="9318"/>
                      <a:pt x="6427" y="9391"/>
                    </a:cubicBezTo>
                    <a:lnTo>
                      <a:pt x="6427" y="10944"/>
                    </a:lnTo>
                    <a:lnTo>
                      <a:pt x="6427" y="13435"/>
                    </a:lnTo>
                    <a:lnTo>
                      <a:pt x="6427" y="13864"/>
                    </a:lnTo>
                    <a:lnTo>
                      <a:pt x="300" y="13864"/>
                    </a:lnTo>
                    <a:lnTo>
                      <a:pt x="300" y="12463"/>
                    </a:lnTo>
                    <a:lnTo>
                      <a:pt x="300" y="9979"/>
                    </a:lnTo>
                    <a:lnTo>
                      <a:pt x="300" y="8691"/>
                    </a:lnTo>
                    <a:lnTo>
                      <a:pt x="300" y="6748"/>
                    </a:lnTo>
                    <a:lnTo>
                      <a:pt x="300" y="5653"/>
                    </a:lnTo>
                    <a:cubicBezTo>
                      <a:pt x="300" y="5588"/>
                      <a:pt x="320" y="5494"/>
                      <a:pt x="303" y="5431"/>
                    </a:cubicBezTo>
                    <a:lnTo>
                      <a:pt x="303" y="5431"/>
                    </a:lnTo>
                    <a:cubicBezTo>
                      <a:pt x="304" y="5430"/>
                      <a:pt x="305" y="5428"/>
                      <a:pt x="306" y="5427"/>
                    </a:cubicBezTo>
                    <a:cubicBezTo>
                      <a:pt x="323" y="5399"/>
                      <a:pt x="328" y="5359"/>
                      <a:pt x="340" y="5325"/>
                    </a:cubicBezTo>
                    <a:cubicBezTo>
                      <a:pt x="599" y="4614"/>
                      <a:pt x="859" y="3902"/>
                      <a:pt x="1119" y="3191"/>
                    </a:cubicBezTo>
                    <a:cubicBezTo>
                      <a:pt x="1175" y="3049"/>
                      <a:pt x="1237" y="2925"/>
                      <a:pt x="1232" y="2773"/>
                    </a:cubicBezTo>
                    <a:cubicBezTo>
                      <a:pt x="1226" y="2479"/>
                      <a:pt x="1249" y="2185"/>
                      <a:pt x="1317" y="1897"/>
                    </a:cubicBezTo>
                    <a:cubicBezTo>
                      <a:pt x="1401" y="1525"/>
                      <a:pt x="1565" y="1135"/>
                      <a:pt x="1887" y="903"/>
                    </a:cubicBezTo>
                    <a:cubicBezTo>
                      <a:pt x="2181" y="700"/>
                      <a:pt x="2542" y="694"/>
                      <a:pt x="2881" y="677"/>
                    </a:cubicBezTo>
                    <a:cubicBezTo>
                      <a:pt x="3903" y="610"/>
                      <a:pt x="4925" y="581"/>
                      <a:pt x="5947" y="542"/>
                    </a:cubicBezTo>
                    <a:cubicBezTo>
                      <a:pt x="7049" y="502"/>
                      <a:pt x="8150" y="469"/>
                      <a:pt x="9245" y="384"/>
                    </a:cubicBezTo>
                    <a:cubicBezTo>
                      <a:pt x="9444" y="370"/>
                      <a:pt x="9649" y="360"/>
                      <a:pt x="9845" y="317"/>
                    </a:cubicBezTo>
                    <a:close/>
                    <a:moveTo>
                      <a:pt x="9952" y="0"/>
                    </a:moveTo>
                    <a:cubicBezTo>
                      <a:pt x="9940" y="0"/>
                      <a:pt x="9929" y="2"/>
                      <a:pt x="9917" y="5"/>
                    </a:cubicBezTo>
                    <a:cubicBezTo>
                      <a:pt x="9680" y="85"/>
                      <a:pt x="9420" y="90"/>
                      <a:pt x="9172" y="107"/>
                    </a:cubicBezTo>
                    <a:cubicBezTo>
                      <a:pt x="8929" y="124"/>
                      <a:pt x="8686" y="141"/>
                      <a:pt x="8443" y="152"/>
                    </a:cubicBezTo>
                    <a:cubicBezTo>
                      <a:pt x="7873" y="186"/>
                      <a:pt x="7303" y="209"/>
                      <a:pt x="6732" y="231"/>
                    </a:cubicBezTo>
                    <a:cubicBezTo>
                      <a:pt x="5620" y="277"/>
                      <a:pt x="4502" y="310"/>
                      <a:pt x="3389" y="361"/>
                    </a:cubicBezTo>
                    <a:cubicBezTo>
                      <a:pt x="3050" y="378"/>
                      <a:pt x="2711" y="395"/>
                      <a:pt x="2378" y="435"/>
                    </a:cubicBezTo>
                    <a:cubicBezTo>
                      <a:pt x="1909" y="491"/>
                      <a:pt x="1531" y="751"/>
                      <a:pt x="1294" y="1157"/>
                    </a:cubicBezTo>
                    <a:cubicBezTo>
                      <a:pt x="1096" y="1508"/>
                      <a:pt x="1006" y="1909"/>
                      <a:pt x="966" y="2310"/>
                    </a:cubicBezTo>
                    <a:cubicBezTo>
                      <a:pt x="955" y="2445"/>
                      <a:pt x="949" y="2581"/>
                      <a:pt x="949" y="2722"/>
                    </a:cubicBezTo>
                    <a:cubicBezTo>
                      <a:pt x="949" y="2756"/>
                      <a:pt x="944" y="2795"/>
                      <a:pt x="949" y="2829"/>
                    </a:cubicBezTo>
                    <a:cubicBezTo>
                      <a:pt x="949" y="2829"/>
                      <a:pt x="950" y="2830"/>
                      <a:pt x="950" y="2830"/>
                    </a:cubicBezTo>
                    <a:lnTo>
                      <a:pt x="950" y="2830"/>
                    </a:lnTo>
                    <a:cubicBezTo>
                      <a:pt x="908" y="2885"/>
                      <a:pt x="892" y="3001"/>
                      <a:pt x="865" y="3066"/>
                    </a:cubicBezTo>
                    <a:cubicBezTo>
                      <a:pt x="808" y="3236"/>
                      <a:pt x="746" y="3399"/>
                      <a:pt x="684" y="3569"/>
                    </a:cubicBezTo>
                    <a:cubicBezTo>
                      <a:pt x="537" y="3976"/>
                      <a:pt x="385" y="4382"/>
                      <a:pt x="238" y="4789"/>
                    </a:cubicBezTo>
                    <a:cubicBezTo>
                      <a:pt x="187" y="4936"/>
                      <a:pt x="131" y="5082"/>
                      <a:pt x="80" y="5229"/>
                    </a:cubicBezTo>
                    <a:cubicBezTo>
                      <a:pt x="57" y="5286"/>
                      <a:pt x="23" y="5348"/>
                      <a:pt x="18" y="5410"/>
                    </a:cubicBezTo>
                    <a:cubicBezTo>
                      <a:pt x="1" y="5625"/>
                      <a:pt x="18" y="5845"/>
                      <a:pt x="18" y="6059"/>
                    </a:cubicBezTo>
                    <a:lnTo>
                      <a:pt x="18" y="8459"/>
                    </a:lnTo>
                    <a:lnTo>
                      <a:pt x="18" y="9578"/>
                    </a:lnTo>
                    <a:lnTo>
                      <a:pt x="18" y="11780"/>
                    </a:lnTo>
                    <a:lnTo>
                      <a:pt x="18" y="13887"/>
                    </a:lnTo>
                    <a:lnTo>
                      <a:pt x="18" y="14005"/>
                    </a:lnTo>
                    <a:cubicBezTo>
                      <a:pt x="18" y="14079"/>
                      <a:pt x="85" y="14146"/>
                      <a:pt x="159" y="14146"/>
                    </a:cubicBezTo>
                    <a:lnTo>
                      <a:pt x="6569" y="14146"/>
                    </a:lnTo>
                    <a:cubicBezTo>
                      <a:pt x="6627" y="14146"/>
                      <a:pt x="6668" y="14118"/>
                      <a:pt x="6689" y="14079"/>
                    </a:cubicBezTo>
                    <a:lnTo>
                      <a:pt x="6689" y="14079"/>
                    </a:lnTo>
                    <a:cubicBezTo>
                      <a:pt x="6702" y="14060"/>
                      <a:pt x="6710" y="14035"/>
                      <a:pt x="6710" y="14005"/>
                    </a:cubicBezTo>
                    <a:lnTo>
                      <a:pt x="6710" y="12452"/>
                    </a:lnTo>
                    <a:lnTo>
                      <a:pt x="6710" y="9962"/>
                    </a:lnTo>
                    <a:lnTo>
                      <a:pt x="6710" y="9530"/>
                    </a:lnTo>
                    <a:lnTo>
                      <a:pt x="6710" y="9530"/>
                    </a:lnTo>
                    <a:cubicBezTo>
                      <a:pt x="7201" y="9516"/>
                      <a:pt x="7674" y="9423"/>
                      <a:pt x="8127" y="9222"/>
                    </a:cubicBezTo>
                    <a:cubicBezTo>
                      <a:pt x="8630" y="9002"/>
                      <a:pt x="9082" y="8651"/>
                      <a:pt x="9426" y="8222"/>
                    </a:cubicBezTo>
                    <a:cubicBezTo>
                      <a:pt x="9776" y="7782"/>
                      <a:pt x="10030" y="7262"/>
                      <a:pt x="10143" y="6709"/>
                    </a:cubicBezTo>
                    <a:cubicBezTo>
                      <a:pt x="10217" y="6342"/>
                      <a:pt x="10217" y="5975"/>
                      <a:pt x="10217" y="5602"/>
                    </a:cubicBezTo>
                    <a:lnTo>
                      <a:pt x="10217" y="4698"/>
                    </a:lnTo>
                    <a:lnTo>
                      <a:pt x="10787" y="4698"/>
                    </a:lnTo>
                    <a:cubicBezTo>
                      <a:pt x="11120" y="4698"/>
                      <a:pt x="11437" y="4552"/>
                      <a:pt x="11561" y="4224"/>
                    </a:cubicBezTo>
                    <a:cubicBezTo>
                      <a:pt x="11679" y="3925"/>
                      <a:pt x="11561" y="3625"/>
                      <a:pt x="11324" y="3433"/>
                    </a:cubicBezTo>
                    <a:cubicBezTo>
                      <a:pt x="11120" y="3275"/>
                      <a:pt x="10923" y="3117"/>
                      <a:pt x="10725" y="2959"/>
                    </a:cubicBezTo>
                    <a:cubicBezTo>
                      <a:pt x="10554" y="2824"/>
                      <a:pt x="10387" y="2694"/>
                      <a:pt x="10217" y="2560"/>
                    </a:cubicBezTo>
                    <a:lnTo>
                      <a:pt x="10217" y="2560"/>
                    </a:lnTo>
                    <a:cubicBezTo>
                      <a:pt x="10219" y="1748"/>
                      <a:pt x="10269" y="906"/>
                      <a:pt x="10092" y="101"/>
                    </a:cubicBezTo>
                    <a:cubicBezTo>
                      <a:pt x="10078" y="45"/>
                      <a:pt x="10013" y="0"/>
                      <a:pt x="9952"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4" name="Google Shape;814;p31"/>
              <p:cNvSpPr/>
              <p:nvPr/>
            </p:nvSpPr>
            <p:spPr>
              <a:xfrm>
                <a:off x="4245050" y="1905325"/>
                <a:ext cx="999750" cy="705950"/>
              </a:xfrm>
              <a:custGeom>
                <a:avLst/>
                <a:gdLst/>
                <a:ahLst/>
                <a:cxnLst/>
                <a:rect l="l" t="t" r="r" b="b"/>
                <a:pathLst>
                  <a:path w="39990" h="28238" extrusionOk="0">
                    <a:moveTo>
                      <a:pt x="16098" y="390"/>
                    </a:moveTo>
                    <a:cubicBezTo>
                      <a:pt x="16349" y="1643"/>
                      <a:pt x="16601" y="2900"/>
                      <a:pt x="16852" y="4152"/>
                    </a:cubicBezTo>
                    <a:cubicBezTo>
                      <a:pt x="16886" y="4344"/>
                      <a:pt x="16925" y="4530"/>
                      <a:pt x="16959" y="4716"/>
                    </a:cubicBezTo>
                    <a:cubicBezTo>
                      <a:pt x="16973" y="4783"/>
                      <a:pt x="17036" y="4820"/>
                      <a:pt x="17097" y="4820"/>
                    </a:cubicBezTo>
                    <a:cubicBezTo>
                      <a:pt x="17134" y="4820"/>
                      <a:pt x="17171" y="4806"/>
                      <a:pt x="17196" y="4779"/>
                    </a:cubicBezTo>
                    <a:cubicBezTo>
                      <a:pt x="18044" y="3932"/>
                      <a:pt x="18891" y="3090"/>
                      <a:pt x="19738" y="2243"/>
                    </a:cubicBezTo>
                    <a:cubicBezTo>
                      <a:pt x="19823" y="2157"/>
                      <a:pt x="19909" y="2072"/>
                      <a:pt x="19995" y="1986"/>
                    </a:cubicBezTo>
                    <a:lnTo>
                      <a:pt x="19995" y="1986"/>
                    </a:lnTo>
                    <a:lnTo>
                      <a:pt x="22437" y="4423"/>
                    </a:lnTo>
                    <a:cubicBezTo>
                      <a:pt x="22556" y="4541"/>
                      <a:pt x="22674" y="4660"/>
                      <a:pt x="22799" y="4779"/>
                    </a:cubicBezTo>
                    <a:cubicBezTo>
                      <a:pt x="22824" y="4806"/>
                      <a:pt x="22861" y="4820"/>
                      <a:pt x="22898" y="4820"/>
                    </a:cubicBezTo>
                    <a:cubicBezTo>
                      <a:pt x="22959" y="4820"/>
                      <a:pt x="23020" y="4783"/>
                      <a:pt x="23030" y="4716"/>
                    </a:cubicBezTo>
                    <a:cubicBezTo>
                      <a:pt x="23296" y="3389"/>
                      <a:pt x="23561" y="2068"/>
                      <a:pt x="23826" y="741"/>
                    </a:cubicBezTo>
                    <a:cubicBezTo>
                      <a:pt x="23848" y="625"/>
                      <a:pt x="23871" y="509"/>
                      <a:pt x="23893" y="393"/>
                    </a:cubicBezTo>
                    <a:lnTo>
                      <a:pt x="23893" y="393"/>
                    </a:lnTo>
                    <a:cubicBezTo>
                      <a:pt x="24567" y="943"/>
                      <a:pt x="25292" y="1438"/>
                      <a:pt x="26018" y="1904"/>
                    </a:cubicBezTo>
                    <a:cubicBezTo>
                      <a:pt x="26831" y="2429"/>
                      <a:pt x="27667" y="2909"/>
                      <a:pt x="28531" y="3339"/>
                    </a:cubicBezTo>
                    <a:cubicBezTo>
                      <a:pt x="29417" y="3779"/>
                      <a:pt x="30315" y="4186"/>
                      <a:pt x="31168" y="4694"/>
                    </a:cubicBezTo>
                    <a:cubicBezTo>
                      <a:pt x="33393" y="6021"/>
                      <a:pt x="35426" y="7834"/>
                      <a:pt x="36669" y="10132"/>
                    </a:cubicBezTo>
                    <a:cubicBezTo>
                      <a:pt x="36883" y="10521"/>
                      <a:pt x="37080" y="10910"/>
                      <a:pt x="37198" y="11332"/>
                    </a:cubicBezTo>
                    <a:lnTo>
                      <a:pt x="37198" y="11332"/>
                    </a:lnTo>
                    <a:cubicBezTo>
                      <a:pt x="37199" y="11333"/>
                      <a:pt x="37199" y="11334"/>
                      <a:pt x="37199" y="11335"/>
                    </a:cubicBezTo>
                    <a:cubicBezTo>
                      <a:pt x="37199" y="11335"/>
                      <a:pt x="37199" y="11335"/>
                      <a:pt x="37199" y="11335"/>
                    </a:cubicBezTo>
                    <a:lnTo>
                      <a:pt x="37199" y="11335"/>
                    </a:lnTo>
                    <a:cubicBezTo>
                      <a:pt x="37200" y="11336"/>
                      <a:pt x="37200" y="11337"/>
                      <a:pt x="37200" y="11337"/>
                    </a:cubicBezTo>
                    <a:lnTo>
                      <a:pt x="37200" y="11337"/>
                    </a:lnTo>
                    <a:cubicBezTo>
                      <a:pt x="37482" y="12285"/>
                      <a:pt x="37696" y="13256"/>
                      <a:pt x="37911" y="14227"/>
                    </a:cubicBezTo>
                    <a:cubicBezTo>
                      <a:pt x="38470" y="16813"/>
                      <a:pt x="38894" y="19428"/>
                      <a:pt x="39199" y="22054"/>
                    </a:cubicBezTo>
                    <a:cubicBezTo>
                      <a:pt x="39430" y="24017"/>
                      <a:pt x="39597" y="25981"/>
                      <a:pt x="39700" y="27955"/>
                    </a:cubicBezTo>
                    <a:lnTo>
                      <a:pt x="296" y="27955"/>
                    </a:lnTo>
                    <a:cubicBezTo>
                      <a:pt x="479" y="24411"/>
                      <a:pt x="867" y="20878"/>
                      <a:pt x="1469" y="17389"/>
                    </a:cubicBezTo>
                    <a:cubicBezTo>
                      <a:pt x="1796" y="15514"/>
                      <a:pt x="2175" y="13639"/>
                      <a:pt x="2660" y="11804"/>
                    </a:cubicBezTo>
                    <a:cubicBezTo>
                      <a:pt x="2835" y="11160"/>
                      <a:pt x="3067" y="10590"/>
                      <a:pt x="3394" y="10008"/>
                    </a:cubicBezTo>
                    <a:cubicBezTo>
                      <a:pt x="4569" y="7907"/>
                      <a:pt x="6399" y="6213"/>
                      <a:pt x="8420" y="4937"/>
                    </a:cubicBezTo>
                    <a:cubicBezTo>
                      <a:pt x="9189" y="4457"/>
                      <a:pt x="9985" y="4033"/>
                      <a:pt x="10804" y="3655"/>
                    </a:cubicBezTo>
                    <a:cubicBezTo>
                      <a:pt x="11662" y="3259"/>
                      <a:pt x="12498" y="2813"/>
                      <a:pt x="13305" y="2322"/>
                    </a:cubicBezTo>
                    <a:cubicBezTo>
                      <a:pt x="14276" y="1740"/>
                      <a:pt x="15214" y="1098"/>
                      <a:pt x="16098" y="390"/>
                    </a:cubicBezTo>
                    <a:close/>
                    <a:moveTo>
                      <a:pt x="16191" y="1"/>
                    </a:moveTo>
                    <a:cubicBezTo>
                      <a:pt x="16112" y="1"/>
                      <a:pt x="16050" y="63"/>
                      <a:pt x="15994" y="114"/>
                    </a:cubicBezTo>
                    <a:cubicBezTo>
                      <a:pt x="15881" y="204"/>
                      <a:pt x="15762" y="295"/>
                      <a:pt x="15649" y="385"/>
                    </a:cubicBezTo>
                    <a:cubicBezTo>
                      <a:pt x="15180" y="746"/>
                      <a:pt x="14695" y="1091"/>
                      <a:pt x="14203" y="1418"/>
                    </a:cubicBezTo>
                    <a:cubicBezTo>
                      <a:pt x="13497" y="1893"/>
                      <a:pt x="12763" y="2333"/>
                      <a:pt x="12012" y="2734"/>
                    </a:cubicBezTo>
                    <a:cubicBezTo>
                      <a:pt x="11159" y="3197"/>
                      <a:pt x="10267" y="3570"/>
                      <a:pt x="9420" y="4033"/>
                    </a:cubicBezTo>
                    <a:cubicBezTo>
                      <a:pt x="7076" y="5298"/>
                      <a:pt x="4925" y="7049"/>
                      <a:pt x="3479" y="9308"/>
                    </a:cubicBezTo>
                    <a:cubicBezTo>
                      <a:pt x="3061" y="9968"/>
                      <a:pt x="2683" y="10674"/>
                      <a:pt x="2468" y="11437"/>
                    </a:cubicBezTo>
                    <a:cubicBezTo>
                      <a:pt x="2022" y="13041"/>
                      <a:pt x="1683" y="14678"/>
                      <a:pt x="1378" y="16316"/>
                    </a:cubicBezTo>
                    <a:cubicBezTo>
                      <a:pt x="746" y="19704"/>
                      <a:pt x="322" y="23132"/>
                      <a:pt x="96" y="26566"/>
                    </a:cubicBezTo>
                    <a:cubicBezTo>
                      <a:pt x="62" y="27074"/>
                      <a:pt x="29" y="27588"/>
                      <a:pt x="6" y="28096"/>
                    </a:cubicBezTo>
                    <a:cubicBezTo>
                      <a:pt x="0" y="28170"/>
                      <a:pt x="74" y="28238"/>
                      <a:pt x="147" y="28238"/>
                    </a:cubicBezTo>
                    <a:lnTo>
                      <a:pt x="39848" y="28238"/>
                    </a:lnTo>
                    <a:cubicBezTo>
                      <a:pt x="39921" y="28238"/>
                      <a:pt x="39989" y="28170"/>
                      <a:pt x="39989" y="28096"/>
                    </a:cubicBezTo>
                    <a:cubicBezTo>
                      <a:pt x="39820" y="24731"/>
                      <a:pt x="39464" y="21376"/>
                      <a:pt x="38922" y="18050"/>
                    </a:cubicBezTo>
                    <a:cubicBezTo>
                      <a:pt x="38600" y="16096"/>
                      <a:pt x="38216" y="14142"/>
                      <a:pt x="37730" y="12216"/>
                    </a:cubicBezTo>
                    <a:cubicBezTo>
                      <a:pt x="37651" y="11900"/>
                      <a:pt x="37566" y="11578"/>
                      <a:pt x="37470" y="11262"/>
                    </a:cubicBezTo>
                    <a:cubicBezTo>
                      <a:pt x="37369" y="10900"/>
                      <a:pt x="37205" y="10550"/>
                      <a:pt x="37036" y="10223"/>
                    </a:cubicBezTo>
                    <a:cubicBezTo>
                      <a:pt x="36589" y="9347"/>
                      <a:pt x="36019" y="8540"/>
                      <a:pt x="35381" y="7800"/>
                    </a:cubicBezTo>
                    <a:cubicBezTo>
                      <a:pt x="34387" y="6654"/>
                      <a:pt x="33212" y="5671"/>
                      <a:pt x="31947" y="4841"/>
                    </a:cubicBezTo>
                    <a:cubicBezTo>
                      <a:pt x="31112" y="4299"/>
                      <a:pt x="30236" y="3830"/>
                      <a:pt x="29333" y="3412"/>
                    </a:cubicBezTo>
                    <a:cubicBezTo>
                      <a:pt x="28412" y="2983"/>
                      <a:pt x="27514" y="2497"/>
                      <a:pt x="26644" y="1966"/>
                    </a:cubicBezTo>
                    <a:cubicBezTo>
                      <a:pt x="25933" y="1531"/>
                      <a:pt x="25244" y="1063"/>
                      <a:pt x="24578" y="566"/>
                    </a:cubicBezTo>
                    <a:cubicBezTo>
                      <a:pt x="24402" y="430"/>
                      <a:pt x="24227" y="295"/>
                      <a:pt x="24052" y="159"/>
                    </a:cubicBezTo>
                    <a:cubicBezTo>
                      <a:pt x="23985" y="103"/>
                      <a:pt x="23894" y="1"/>
                      <a:pt x="23798" y="1"/>
                    </a:cubicBezTo>
                    <a:cubicBezTo>
                      <a:pt x="23742" y="1"/>
                      <a:pt x="23674" y="46"/>
                      <a:pt x="23663" y="103"/>
                    </a:cubicBezTo>
                    <a:cubicBezTo>
                      <a:pt x="23403" y="1430"/>
                      <a:pt x="23137" y="2757"/>
                      <a:pt x="22872" y="4078"/>
                    </a:cubicBezTo>
                    <a:cubicBezTo>
                      <a:pt x="22850" y="4182"/>
                      <a:pt x="22830" y="4288"/>
                      <a:pt x="22809" y="4394"/>
                    </a:cubicBezTo>
                    <a:lnTo>
                      <a:pt x="22809" y="4394"/>
                    </a:lnTo>
                    <a:cubicBezTo>
                      <a:pt x="22024" y="3610"/>
                      <a:pt x="21240" y="2830"/>
                      <a:pt x="20455" y="2045"/>
                    </a:cubicBezTo>
                    <a:cubicBezTo>
                      <a:pt x="20336" y="1927"/>
                      <a:pt x="20218" y="1808"/>
                      <a:pt x="20094" y="1690"/>
                    </a:cubicBezTo>
                    <a:cubicBezTo>
                      <a:pt x="20068" y="1661"/>
                      <a:pt x="20033" y="1647"/>
                      <a:pt x="19997" y="1647"/>
                    </a:cubicBezTo>
                    <a:cubicBezTo>
                      <a:pt x="19961" y="1647"/>
                      <a:pt x="19924" y="1661"/>
                      <a:pt x="19896" y="1690"/>
                    </a:cubicBezTo>
                    <a:cubicBezTo>
                      <a:pt x="19049" y="2531"/>
                      <a:pt x="18202" y="3378"/>
                      <a:pt x="17355" y="4225"/>
                    </a:cubicBezTo>
                    <a:cubicBezTo>
                      <a:pt x="17298" y="4281"/>
                      <a:pt x="17242" y="4338"/>
                      <a:pt x="17186" y="4394"/>
                    </a:cubicBezTo>
                    <a:lnTo>
                      <a:pt x="17186" y="4394"/>
                    </a:lnTo>
                    <a:lnTo>
                      <a:pt x="16440" y="667"/>
                    </a:lnTo>
                    <a:cubicBezTo>
                      <a:pt x="16406" y="481"/>
                      <a:pt x="16366" y="289"/>
                      <a:pt x="16327" y="103"/>
                    </a:cubicBezTo>
                    <a:cubicBezTo>
                      <a:pt x="16315" y="46"/>
                      <a:pt x="16253" y="1"/>
                      <a:pt x="16191"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5" name="Google Shape;815;p31"/>
              <p:cNvSpPr/>
              <p:nvPr/>
            </p:nvSpPr>
            <p:spPr>
              <a:xfrm>
                <a:off x="4645925" y="1903625"/>
                <a:ext cx="198325" cy="122200"/>
              </a:xfrm>
              <a:custGeom>
                <a:avLst/>
                <a:gdLst/>
                <a:ahLst/>
                <a:cxnLst/>
                <a:rect l="l" t="t" r="r" b="b"/>
                <a:pathLst>
                  <a:path w="7933" h="4888" extrusionOk="0">
                    <a:moveTo>
                      <a:pt x="7609" y="284"/>
                    </a:moveTo>
                    <a:lnTo>
                      <a:pt x="7340" y="1639"/>
                    </a:lnTo>
                    <a:cubicBezTo>
                      <a:pt x="7170" y="2469"/>
                      <a:pt x="7006" y="3299"/>
                      <a:pt x="6843" y="4129"/>
                    </a:cubicBezTo>
                    <a:cubicBezTo>
                      <a:pt x="6820" y="4239"/>
                      <a:pt x="6797" y="4351"/>
                      <a:pt x="6775" y="4462"/>
                    </a:cubicBezTo>
                    <a:lnTo>
                      <a:pt x="6775" y="4462"/>
                    </a:lnTo>
                    <a:cubicBezTo>
                      <a:pt x="6509" y="4197"/>
                      <a:pt x="6244" y="3932"/>
                      <a:pt x="5979" y="3666"/>
                    </a:cubicBezTo>
                    <a:cubicBezTo>
                      <a:pt x="5459" y="3152"/>
                      <a:pt x="4940" y="2633"/>
                      <a:pt x="4420" y="2113"/>
                    </a:cubicBezTo>
                    <a:cubicBezTo>
                      <a:pt x="4301" y="1995"/>
                      <a:pt x="4183" y="1876"/>
                      <a:pt x="4059" y="1758"/>
                    </a:cubicBezTo>
                    <a:cubicBezTo>
                      <a:pt x="4033" y="1729"/>
                      <a:pt x="3998" y="1715"/>
                      <a:pt x="3962" y="1715"/>
                    </a:cubicBezTo>
                    <a:cubicBezTo>
                      <a:pt x="3926" y="1715"/>
                      <a:pt x="3889" y="1729"/>
                      <a:pt x="3861" y="1758"/>
                    </a:cubicBezTo>
                    <a:cubicBezTo>
                      <a:pt x="3533" y="2085"/>
                      <a:pt x="3206" y="2407"/>
                      <a:pt x="2878" y="2735"/>
                    </a:cubicBezTo>
                    <a:cubicBezTo>
                      <a:pt x="2359" y="3254"/>
                      <a:pt x="1839" y="3774"/>
                      <a:pt x="1325" y="4288"/>
                    </a:cubicBezTo>
                    <a:cubicBezTo>
                      <a:pt x="1266" y="4344"/>
                      <a:pt x="1208" y="4402"/>
                      <a:pt x="1150" y="4460"/>
                    </a:cubicBezTo>
                    <a:lnTo>
                      <a:pt x="1150" y="4460"/>
                    </a:lnTo>
                    <a:cubicBezTo>
                      <a:pt x="1061" y="4019"/>
                      <a:pt x="975" y="3577"/>
                      <a:pt x="885" y="3135"/>
                    </a:cubicBezTo>
                    <a:cubicBezTo>
                      <a:pt x="721" y="2317"/>
                      <a:pt x="557" y="1492"/>
                      <a:pt x="393" y="673"/>
                    </a:cubicBezTo>
                    <a:cubicBezTo>
                      <a:pt x="366" y="542"/>
                      <a:pt x="342" y="413"/>
                      <a:pt x="317" y="284"/>
                    </a:cubicBezTo>
                    <a:close/>
                    <a:moveTo>
                      <a:pt x="160" y="0"/>
                    </a:moveTo>
                    <a:cubicBezTo>
                      <a:pt x="154" y="0"/>
                      <a:pt x="148" y="1"/>
                      <a:pt x="143" y="1"/>
                    </a:cubicBezTo>
                    <a:lnTo>
                      <a:pt x="143" y="1"/>
                    </a:lnTo>
                    <a:cubicBezTo>
                      <a:pt x="84" y="2"/>
                      <a:pt x="44" y="33"/>
                      <a:pt x="24" y="74"/>
                    </a:cubicBezTo>
                    <a:lnTo>
                      <a:pt x="24" y="74"/>
                    </a:lnTo>
                    <a:cubicBezTo>
                      <a:pt x="8" y="102"/>
                      <a:pt x="0" y="137"/>
                      <a:pt x="9" y="176"/>
                    </a:cubicBezTo>
                    <a:cubicBezTo>
                      <a:pt x="111" y="690"/>
                      <a:pt x="213" y="1198"/>
                      <a:pt x="314" y="1712"/>
                    </a:cubicBezTo>
                    <a:lnTo>
                      <a:pt x="811" y="4203"/>
                    </a:lnTo>
                    <a:cubicBezTo>
                      <a:pt x="851" y="4400"/>
                      <a:pt x="890" y="4592"/>
                      <a:pt x="924" y="4784"/>
                    </a:cubicBezTo>
                    <a:cubicBezTo>
                      <a:pt x="938" y="4851"/>
                      <a:pt x="1001" y="4888"/>
                      <a:pt x="1062" y="4888"/>
                    </a:cubicBezTo>
                    <a:cubicBezTo>
                      <a:pt x="1099" y="4888"/>
                      <a:pt x="1136" y="4874"/>
                      <a:pt x="1161" y="4847"/>
                    </a:cubicBezTo>
                    <a:cubicBezTo>
                      <a:pt x="1489" y="4519"/>
                      <a:pt x="1817" y="4192"/>
                      <a:pt x="2144" y="3870"/>
                    </a:cubicBezTo>
                    <a:cubicBezTo>
                      <a:pt x="2664" y="3350"/>
                      <a:pt x="3183" y="2831"/>
                      <a:pt x="3703" y="2317"/>
                    </a:cubicBezTo>
                    <a:lnTo>
                      <a:pt x="3961" y="2055"/>
                    </a:lnTo>
                    <a:lnTo>
                      <a:pt x="3961" y="2055"/>
                    </a:lnTo>
                    <a:cubicBezTo>
                      <a:pt x="4255" y="2349"/>
                      <a:pt x="4549" y="2643"/>
                      <a:pt x="4844" y="2938"/>
                    </a:cubicBezTo>
                    <a:cubicBezTo>
                      <a:pt x="5363" y="3452"/>
                      <a:pt x="5883" y="3971"/>
                      <a:pt x="6402" y="4491"/>
                    </a:cubicBezTo>
                    <a:cubicBezTo>
                      <a:pt x="6521" y="4609"/>
                      <a:pt x="6639" y="4728"/>
                      <a:pt x="6764" y="4847"/>
                    </a:cubicBezTo>
                    <a:cubicBezTo>
                      <a:pt x="6789" y="4874"/>
                      <a:pt x="6826" y="4888"/>
                      <a:pt x="6863" y="4888"/>
                    </a:cubicBezTo>
                    <a:cubicBezTo>
                      <a:pt x="6924" y="4888"/>
                      <a:pt x="6985" y="4851"/>
                      <a:pt x="6995" y="4784"/>
                    </a:cubicBezTo>
                    <a:cubicBezTo>
                      <a:pt x="7102" y="4259"/>
                      <a:pt x="7204" y="3734"/>
                      <a:pt x="7311" y="3209"/>
                    </a:cubicBezTo>
                    <a:cubicBezTo>
                      <a:pt x="7475" y="2390"/>
                      <a:pt x="7639" y="1571"/>
                      <a:pt x="7803" y="747"/>
                    </a:cubicBezTo>
                    <a:cubicBezTo>
                      <a:pt x="7842" y="560"/>
                      <a:pt x="7876" y="368"/>
                      <a:pt x="7916" y="176"/>
                    </a:cubicBezTo>
                    <a:cubicBezTo>
                      <a:pt x="7933" y="86"/>
                      <a:pt x="7876" y="1"/>
                      <a:pt x="7780" y="1"/>
                    </a:cubicBezTo>
                    <a:lnTo>
                      <a:pt x="177" y="1"/>
                    </a:lnTo>
                    <a:cubicBezTo>
                      <a:pt x="171" y="1"/>
                      <a:pt x="166" y="0"/>
                      <a:pt x="160"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816" name="Google Shape;816;p31"/>
            <p:cNvGrpSpPr/>
            <p:nvPr/>
          </p:nvGrpSpPr>
          <p:grpSpPr>
            <a:xfrm flipH="1">
              <a:off x="-263503" y="2798122"/>
              <a:ext cx="1666683" cy="2034362"/>
              <a:chOff x="2530500" y="1412150"/>
              <a:chExt cx="999750" cy="1220300"/>
            </a:xfrm>
          </p:grpSpPr>
          <p:sp>
            <p:nvSpPr>
              <p:cNvPr id="817" name="Google Shape;817;p31"/>
              <p:cNvSpPr/>
              <p:nvPr/>
            </p:nvSpPr>
            <p:spPr>
              <a:xfrm>
                <a:off x="2932025" y="1470100"/>
                <a:ext cx="334350" cy="463500"/>
              </a:xfrm>
              <a:custGeom>
                <a:avLst/>
                <a:gdLst/>
                <a:ahLst/>
                <a:cxnLst/>
                <a:rect l="l" t="t" r="r" b="b"/>
                <a:pathLst>
                  <a:path w="13374" h="18540" extrusionOk="0">
                    <a:moveTo>
                      <a:pt x="2578" y="415"/>
                    </a:moveTo>
                    <a:lnTo>
                      <a:pt x="2578" y="415"/>
                    </a:lnTo>
                    <a:cubicBezTo>
                      <a:pt x="4084" y="774"/>
                      <a:pt x="5637" y="1007"/>
                      <a:pt x="7189" y="1007"/>
                    </a:cubicBezTo>
                    <a:cubicBezTo>
                      <a:pt x="7284" y="1007"/>
                      <a:pt x="7378" y="1006"/>
                      <a:pt x="7472" y="1004"/>
                    </a:cubicBezTo>
                    <a:cubicBezTo>
                      <a:pt x="8387" y="988"/>
                      <a:pt x="9330" y="897"/>
                      <a:pt x="10211" y="620"/>
                    </a:cubicBezTo>
                    <a:cubicBezTo>
                      <a:pt x="10318" y="586"/>
                      <a:pt x="10428" y="552"/>
                      <a:pt x="10534" y="508"/>
                    </a:cubicBezTo>
                    <a:lnTo>
                      <a:pt x="10534" y="508"/>
                    </a:lnTo>
                    <a:cubicBezTo>
                      <a:pt x="11027" y="1155"/>
                      <a:pt x="11345" y="1943"/>
                      <a:pt x="11426" y="2755"/>
                    </a:cubicBezTo>
                    <a:cubicBezTo>
                      <a:pt x="11465" y="3145"/>
                      <a:pt x="11454" y="3546"/>
                      <a:pt x="11454" y="3941"/>
                    </a:cubicBezTo>
                    <a:lnTo>
                      <a:pt x="11454" y="5359"/>
                    </a:lnTo>
                    <a:cubicBezTo>
                      <a:pt x="11454" y="5455"/>
                      <a:pt x="11426" y="5613"/>
                      <a:pt x="11493" y="5686"/>
                    </a:cubicBezTo>
                    <a:cubicBezTo>
                      <a:pt x="11584" y="5782"/>
                      <a:pt x="11714" y="5861"/>
                      <a:pt x="11815" y="5940"/>
                    </a:cubicBezTo>
                    <a:cubicBezTo>
                      <a:pt x="12160" y="6217"/>
                      <a:pt x="12504" y="6488"/>
                      <a:pt x="12854" y="6765"/>
                    </a:cubicBezTo>
                    <a:cubicBezTo>
                      <a:pt x="13029" y="6912"/>
                      <a:pt x="13120" y="7132"/>
                      <a:pt x="13018" y="7352"/>
                    </a:cubicBezTo>
                    <a:cubicBezTo>
                      <a:pt x="12922" y="7567"/>
                      <a:pt x="12702" y="7674"/>
                      <a:pt x="12476" y="7680"/>
                    </a:cubicBezTo>
                    <a:lnTo>
                      <a:pt x="11567" y="7680"/>
                    </a:lnTo>
                    <a:cubicBezTo>
                      <a:pt x="11488" y="7680"/>
                      <a:pt x="11431" y="7742"/>
                      <a:pt x="11426" y="7821"/>
                    </a:cubicBezTo>
                    <a:cubicBezTo>
                      <a:pt x="11267" y="9588"/>
                      <a:pt x="10307" y="11232"/>
                      <a:pt x="8833" y="12231"/>
                    </a:cubicBezTo>
                    <a:cubicBezTo>
                      <a:pt x="8421" y="12514"/>
                      <a:pt x="7975" y="12740"/>
                      <a:pt x="7512" y="12909"/>
                    </a:cubicBezTo>
                    <a:cubicBezTo>
                      <a:pt x="7450" y="12932"/>
                      <a:pt x="7405" y="12982"/>
                      <a:pt x="7405" y="13045"/>
                    </a:cubicBezTo>
                    <a:lnTo>
                      <a:pt x="7405" y="14857"/>
                    </a:lnTo>
                    <a:lnTo>
                      <a:pt x="7405" y="17738"/>
                    </a:lnTo>
                    <a:lnTo>
                      <a:pt x="7405" y="18257"/>
                    </a:lnTo>
                    <a:lnTo>
                      <a:pt x="283" y="18257"/>
                    </a:lnTo>
                    <a:lnTo>
                      <a:pt x="283" y="16710"/>
                    </a:lnTo>
                    <a:lnTo>
                      <a:pt x="283" y="14022"/>
                    </a:lnTo>
                    <a:lnTo>
                      <a:pt x="283" y="13406"/>
                    </a:lnTo>
                    <a:lnTo>
                      <a:pt x="283" y="11746"/>
                    </a:lnTo>
                    <a:lnTo>
                      <a:pt x="283" y="10808"/>
                    </a:lnTo>
                    <a:lnTo>
                      <a:pt x="283" y="8617"/>
                    </a:lnTo>
                    <a:lnTo>
                      <a:pt x="283" y="6347"/>
                    </a:lnTo>
                    <a:lnTo>
                      <a:pt x="283" y="5534"/>
                    </a:lnTo>
                    <a:cubicBezTo>
                      <a:pt x="283" y="5445"/>
                      <a:pt x="291" y="5351"/>
                      <a:pt x="291" y="5261"/>
                    </a:cubicBezTo>
                    <a:lnTo>
                      <a:pt x="291" y="5261"/>
                    </a:lnTo>
                    <a:cubicBezTo>
                      <a:pt x="1182" y="5259"/>
                      <a:pt x="2088" y="4818"/>
                      <a:pt x="2650" y="4144"/>
                    </a:cubicBezTo>
                    <a:cubicBezTo>
                      <a:pt x="3276" y="3393"/>
                      <a:pt x="3497" y="2360"/>
                      <a:pt x="3180" y="1428"/>
                    </a:cubicBezTo>
                    <a:cubicBezTo>
                      <a:pt x="3051" y="1049"/>
                      <a:pt x="2843" y="707"/>
                      <a:pt x="2578" y="415"/>
                    </a:cubicBezTo>
                    <a:close/>
                    <a:moveTo>
                      <a:pt x="2078" y="0"/>
                    </a:moveTo>
                    <a:cubicBezTo>
                      <a:pt x="1940" y="0"/>
                      <a:pt x="1898" y="182"/>
                      <a:pt x="2011" y="265"/>
                    </a:cubicBezTo>
                    <a:cubicBezTo>
                      <a:pt x="2763" y="846"/>
                      <a:pt x="3175" y="1806"/>
                      <a:pt x="3005" y="2750"/>
                    </a:cubicBezTo>
                    <a:cubicBezTo>
                      <a:pt x="2859" y="3574"/>
                      <a:pt x="2305" y="4269"/>
                      <a:pt x="1571" y="4653"/>
                    </a:cubicBezTo>
                    <a:cubicBezTo>
                      <a:pt x="1181" y="4853"/>
                      <a:pt x="721" y="4978"/>
                      <a:pt x="275" y="4978"/>
                    </a:cubicBezTo>
                    <a:cubicBezTo>
                      <a:pt x="231" y="4978"/>
                      <a:pt x="186" y="4977"/>
                      <a:pt x="142" y="4975"/>
                    </a:cubicBezTo>
                    <a:cubicBezTo>
                      <a:pt x="69" y="4975"/>
                      <a:pt x="1" y="5042"/>
                      <a:pt x="1" y="5116"/>
                    </a:cubicBezTo>
                    <a:lnTo>
                      <a:pt x="1" y="6115"/>
                    </a:lnTo>
                    <a:lnTo>
                      <a:pt x="1" y="8323"/>
                    </a:lnTo>
                    <a:lnTo>
                      <a:pt x="1" y="10588"/>
                    </a:lnTo>
                    <a:lnTo>
                      <a:pt x="1" y="11734"/>
                    </a:lnTo>
                    <a:lnTo>
                      <a:pt x="1" y="13338"/>
                    </a:lnTo>
                    <a:lnTo>
                      <a:pt x="1" y="13406"/>
                    </a:lnTo>
                    <a:lnTo>
                      <a:pt x="1" y="15095"/>
                    </a:lnTo>
                    <a:lnTo>
                      <a:pt x="1" y="17783"/>
                    </a:lnTo>
                    <a:lnTo>
                      <a:pt x="1" y="18398"/>
                    </a:lnTo>
                    <a:cubicBezTo>
                      <a:pt x="1" y="18472"/>
                      <a:pt x="69" y="18539"/>
                      <a:pt x="142" y="18539"/>
                    </a:cubicBezTo>
                    <a:lnTo>
                      <a:pt x="7546" y="18539"/>
                    </a:lnTo>
                    <a:cubicBezTo>
                      <a:pt x="7625" y="18539"/>
                      <a:pt x="7687" y="18472"/>
                      <a:pt x="7687" y="18398"/>
                    </a:cubicBezTo>
                    <a:lnTo>
                      <a:pt x="7687" y="16585"/>
                    </a:lnTo>
                    <a:lnTo>
                      <a:pt x="7687" y="13705"/>
                    </a:lnTo>
                    <a:lnTo>
                      <a:pt x="7687" y="13142"/>
                    </a:lnTo>
                    <a:lnTo>
                      <a:pt x="7687" y="13142"/>
                    </a:lnTo>
                    <a:cubicBezTo>
                      <a:pt x="9390" y="12493"/>
                      <a:pt x="10754" y="11113"/>
                      <a:pt x="11369" y="9385"/>
                    </a:cubicBezTo>
                    <a:cubicBezTo>
                      <a:pt x="11534" y="8927"/>
                      <a:pt x="11642" y="8446"/>
                      <a:pt x="11694" y="7962"/>
                    </a:cubicBezTo>
                    <a:lnTo>
                      <a:pt x="12448" y="7962"/>
                    </a:lnTo>
                    <a:cubicBezTo>
                      <a:pt x="12866" y="7956"/>
                      <a:pt x="13272" y="7702"/>
                      <a:pt x="13334" y="7262"/>
                    </a:cubicBezTo>
                    <a:cubicBezTo>
                      <a:pt x="13373" y="6994"/>
                      <a:pt x="13264" y="6742"/>
                      <a:pt x="13059" y="6568"/>
                    </a:cubicBezTo>
                    <a:lnTo>
                      <a:pt x="13059" y="6568"/>
                    </a:lnTo>
                    <a:cubicBezTo>
                      <a:pt x="13057" y="6566"/>
                      <a:pt x="13055" y="6563"/>
                      <a:pt x="13052" y="6561"/>
                    </a:cubicBezTo>
                    <a:lnTo>
                      <a:pt x="13052" y="6561"/>
                    </a:lnTo>
                    <a:cubicBezTo>
                      <a:pt x="13052" y="6561"/>
                      <a:pt x="13052" y="6561"/>
                      <a:pt x="13052" y="6561"/>
                    </a:cubicBezTo>
                    <a:cubicBezTo>
                      <a:pt x="13051" y="6561"/>
                      <a:pt x="13051" y="6560"/>
                      <a:pt x="13050" y="6560"/>
                    </a:cubicBezTo>
                    <a:lnTo>
                      <a:pt x="13050" y="6560"/>
                    </a:lnTo>
                    <a:cubicBezTo>
                      <a:pt x="12614" y="6216"/>
                      <a:pt x="12173" y="5868"/>
                      <a:pt x="11736" y="5524"/>
                    </a:cubicBezTo>
                    <a:lnTo>
                      <a:pt x="11736" y="5524"/>
                    </a:lnTo>
                    <a:lnTo>
                      <a:pt x="11736" y="4009"/>
                    </a:lnTo>
                    <a:cubicBezTo>
                      <a:pt x="11736" y="3309"/>
                      <a:pt x="11747" y="2614"/>
                      <a:pt x="11555" y="1931"/>
                    </a:cubicBezTo>
                    <a:cubicBezTo>
                      <a:pt x="11380" y="1298"/>
                      <a:pt x="11064" y="711"/>
                      <a:pt x="10646" y="203"/>
                    </a:cubicBezTo>
                    <a:cubicBezTo>
                      <a:pt x="10618" y="167"/>
                      <a:pt x="10586" y="153"/>
                      <a:pt x="10554" y="153"/>
                    </a:cubicBezTo>
                    <a:cubicBezTo>
                      <a:pt x="10501" y="153"/>
                      <a:pt x="10449" y="195"/>
                      <a:pt x="10426" y="250"/>
                    </a:cubicBezTo>
                    <a:lnTo>
                      <a:pt x="10426" y="250"/>
                    </a:lnTo>
                    <a:cubicBezTo>
                      <a:pt x="10354" y="276"/>
                      <a:pt x="10283" y="301"/>
                      <a:pt x="10211" y="327"/>
                    </a:cubicBezTo>
                    <a:cubicBezTo>
                      <a:pt x="9906" y="428"/>
                      <a:pt x="9590" y="502"/>
                      <a:pt x="9274" y="558"/>
                    </a:cubicBezTo>
                    <a:cubicBezTo>
                      <a:pt x="8602" y="679"/>
                      <a:pt x="7916" y="729"/>
                      <a:pt x="7230" y="729"/>
                    </a:cubicBezTo>
                    <a:cubicBezTo>
                      <a:pt x="6637" y="729"/>
                      <a:pt x="6043" y="692"/>
                      <a:pt x="5456" y="632"/>
                    </a:cubicBezTo>
                    <a:cubicBezTo>
                      <a:pt x="4333" y="513"/>
                      <a:pt x="3214" y="293"/>
                      <a:pt x="2119" y="5"/>
                    </a:cubicBezTo>
                    <a:cubicBezTo>
                      <a:pt x="2104" y="2"/>
                      <a:pt x="2091" y="0"/>
                      <a:pt x="2078"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8" name="Google Shape;818;p31"/>
              <p:cNvSpPr/>
              <p:nvPr/>
            </p:nvSpPr>
            <p:spPr>
              <a:xfrm>
                <a:off x="2793250" y="1412150"/>
                <a:ext cx="406800" cy="355175"/>
              </a:xfrm>
              <a:custGeom>
                <a:avLst/>
                <a:gdLst/>
                <a:ahLst/>
                <a:cxnLst/>
                <a:rect l="l" t="t" r="r" b="b"/>
                <a:pathLst>
                  <a:path w="16272" h="14207" extrusionOk="0">
                    <a:moveTo>
                      <a:pt x="9000" y="284"/>
                    </a:moveTo>
                    <a:cubicBezTo>
                      <a:pt x="10460" y="284"/>
                      <a:pt x="11941" y="445"/>
                      <a:pt x="13328" y="917"/>
                    </a:cubicBezTo>
                    <a:cubicBezTo>
                      <a:pt x="13712" y="1041"/>
                      <a:pt x="14085" y="1199"/>
                      <a:pt x="14447" y="1385"/>
                    </a:cubicBezTo>
                    <a:cubicBezTo>
                      <a:pt x="14627" y="1476"/>
                      <a:pt x="14808" y="1577"/>
                      <a:pt x="14977" y="1690"/>
                    </a:cubicBezTo>
                    <a:cubicBezTo>
                      <a:pt x="15175" y="1815"/>
                      <a:pt x="15344" y="1961"/>
                      <a:pt x="15525" y="2108"/>
                    </a:cubicBezTo>
                    <a:cubicBezTo>
                      <a:pt x="15667" y="2250"/>
                      <a:pt x="15824" y="2407"/>
                      <a:pt x="15925" y="2587"/>
                    </a:cubicBezTo>
                    <a:lnTo>
                      <a:pt x="15925" y="2587"/>
                    </a:lnTo>
                    <a:cubicBezTo>
                      <a:pt x="15871" y="2606"/>
                      <a:pt x="15816" y="2625"/>
                      <a:pt x="15762" y="2645"/>
                    </a:cubicBezTo>
                    <a:cubicBezTo>
                      <a:pt x="15457" y="2746"/>
                      <a:pt x="15141" y="2820"/>
                      <a:pt x="14825" y="2876"/>
                    </a:cubicBezTo>
                    <a:cubicBezTo>
                      <a:pt x="14153" y="2997"/>
                      <a:pt x="13467" y="3047"/>
                      <a:pt x="12781" y="3047"/>
                    </a:cubicBezTo>
                    <a:cubicBezTo>
                      <a:pt x="12188" y="3047"/>
                      <a:pt x="11594" y="3010"/>
                      <a:pt x="11007" y="2950"/>
                    </a:cubicBezTo>
                    <a:cubicBezTo>
                      <a:pt x="9884" y="2831"/>
                      <a:pt x="8765" y="2611"/>
                      <a:pt x="7670" y="2323"/>
                    </a:cubicBezTo>
                    <a:cubicBezTo>
                      <a:pt x="7655" y="2320"/>
                      <a:pt x="7642" y="2318"/>
                      <a:pt x="7629" y="2318"/>
                    </a:cubicBezTo>
                    <a:cubicBezTo>
                      <a:pt x="7491" y="2318"/>
                      <a:pt x="7449" y="2500"/>
                      <a:pt x="7562" y="2583"/>
                    </a:cubicBezTo>
                    <a:cubicBezTo>
                      <a:pt x="8314" y="3164"/>
                      <a:pt x="8726" y="4124"/>
                      <a:pt x="8556" y="5068"/>
                    </a:cubicBezTo>
                    <a:cubicBezTo>
                      <a:pt x="8410" y="5892"/>
                      <a:pt x="7856" y="6587"/>
                      <a:pt x="7122" y="6971"/>
                    </a:cubicBezTo>
                    <a:cubicBezTo>
                      <a:pt x="6732" y="7171"/>
                      <a:pt x="6272" y="7296"/>
                      <a:pt x="5826" y="7296"/>
                    </a:cubicBezTo>
                    <a:cubicBezTo>
                      <a:pt x="5782" y="7296"/>
                      <a:pt x="5737" y="7295"/>
                      <a:pt x="5693" y="7293"/>
                    </a:cubicBezTo>
                    <a:cubicBezTo>
                      <a:pt x="5620" y="7293"/>
                      <a:pt x="5552" y="7360"/>
                      <a:pt x="5552" y="7434"/>
                    </a:cubicBezTo>
                    <a:lnTo>
                      <a:pt x="5552" y="9676"/>
                    </a:lnTo>
                    <a:lnTo>
                      <a:pt x="5552" y="13239"/>
                    </a:lnTo>
                    <a:lnTo>
                      <a:pt x="5552" y="13844"/>
                    </a:lnTo>
                    <a:lnTo>
                      <a:pt x="5552" y="13844"/>
                    </a:lnTo>
                    <a:cubicBezTo>
                      <a:pt x="5431" y="13786"/>
                      <a:pt x="5314" y="13726"/>
                      <a:pt x="5202" y="13663"/>
                    </a:cubicBezTo>
                    <a:cubicBezTo>
                      <a:pt x="4744" y="13414"/>
                      <a:pt x="4315" y="13121"/>
                      <a:pt x="3909" y="12793"/>
                    </a:cubicBezTo>
                    <a:cubicBezTo>
                      <a:pt x="3899" y="12785"/>
                      <a:pt x="3888" y="12779"/>
                      <a:pt x="3876" y="12773"/>
                    </a:cubicBezTo>
                    <a:lnTo>
                      <a:pt x="3876" y="12773"/>
                    </a:lnTo>
                    <a:cubicBezTo>
                      <a:pt x="2190" y="11740"/>
                      <a:pt x="1073" y="9951"/>
                      <a:pt x="594" y="8055"/>
                    </a:cubicBezTo>
                    <a:cubicBezTo>
                      <a:pt x="164" y="6344"/>
                      <a:pt x="198" y="4305"/>
                      <a:pt x="1356" y="2876"/>
                    </a:cubicBezTo>
                    <a:cubicBezTo>
                      <a:pt x="2192" y="1849"/>
                      <a:pt x="3423" y="1244"/>
                      <a:pt x="4671" y="872"/>
                    </a:cubicBezTo>
                    <a:cubicBezTo>
                      <a:pt x="6049" y="471"/>
                      <a:pt x="7489" y="296"/>
                      <a:pt x="8923" y="284"/>
                    </a:cubicBezTo>
                    <a:cubicBezTo>
                      <a:pt x="8949" y="284"/>
                      <a:pt x="8974" y="284"/>
                      <a:pt x="9000" y="284"/>
                    </a:cubicBezTo>
                    <a:close/>
                    <a:moveTo>
                      <a:pt x="9022" y="0"/>
                    </a:moveTo>
                    <a:cubicBezTo>
                      <a:pt x="8410" y="0"/>
                      <a:pt x="7798" y="33"/>
                      <a:pt x="7190" y="98"/>
                    </a:cubicBezTo>
                    <a:cubicBezTo>
                      <a:pt x="6314" y="194"/>
                      <a:pt x="5439" y="352"/>
                      <a:pt x="4592" y="595"/>
                    </a:cubicBezTo>
                    <a:cubicBezTo>
                      <a:pt x="4584" y="597"/>
                      <a:pt x="4577" y="600"/>
                      <a:pt x="4570" y="603"/>
                    </a:cubicBezTo>
                    <a:lnTo>
                      <a:pt x="4570" y="603"/>
                    </a:lnTo>
                    <a:cubicBezTo>
                      <a:pt x="3427" y="948"/>
                      <a:pt x="2309" y="1477"/>
                      <a:pt x="1463" y="2334"/>
                    </a:cubicBezTo>
                    <a:cubicBezTo>
                      <a:pt x="769" y="3034"/>
                      <a:pt x="339" y="3921"/>
                      <a:pt x="164" y="4892"/>
                    </a:cubicBezTo>
                    <a:cubicBezTo>
                      <a:pt x="1" y="5830"/>
                      <a:pt x="40" y="6796"/>
                      <a:pt x="232" y="7727"/>
                    </a:cubicBezTo>
                    <a:cubicBezTo>
                      <a:pt x="430" y="8727"/>
                      <a:pt x="808" y="9698"/>
                      <a:pt x="1339" y="10568"/>
                    </a:cubicBezTo>
                    <a:cubicBezTo>
                      <a:pt x="1870" y="11443"/>
                      <a:pt x="2570" y="12223"/>
                      <a:pt x="3417" y="12810"/>
                    </a:cubicBezTo>
                    <a:cubicBezTo>
                      <a:pt x="3524" y="12883"/>
                      <a:pt x="3631" y="12951"/>
                      <a:pt x="3738" y="13018"/>
                    </a:cubicBezTo>
                    <a:lnTo>
                      <a:pt x="3738" y="13018"/>
                    </a:lnTo>
                    <a:cubicBezTo>
                      <a:pt x="4318" y="13485"/>
                      <a:pt x="4959" y="13921"/>
                      <a:pt x="5659" y="14199"/>
                    </a:cubicBezTo>
                    <a:cubicBezTo>
                      <a:pt x="5672" y="14204"/>
                      <a:pt x="5685" y="14207"/>
                      <a:pt x="5697" y="14207"/>
                    </a:cubicBezTo>
                    <a:cubicBezTo>
                      <a:pt x="5769" y="14207"/>
                      <a:pt x="5834" y="14131"/>
                      <a:pt x="5834" y="14064"/>
                    </a:cubicBezTo>
                    <a:lnTo>
                      <a:pt x="5834" y="11822"/>
                    </a:lnTo>
                    <a:lnTo>
                      <a:pt x="5834" y="8258"/>
                    </a:lnTo>
                    <a:lnTo>
                      <a:pt x="5834" y="7579"/>
                    </a:lnTo>
                    <a:lnTo>
                      <a:pt x="5834" y="7579"/>
                    </a:lnTo>
                    <a:cubicBezTo>
                      <a:pt x="5835" y="7579"/>
                      <a:pt x="5836" y="7579"/>
                      <a:pt x="5837" y="7579"/>
                    </a:cubicBezTo>
                    <a:cubicBezTo>
                      <a:pt x="6730" y="7579"/>
                      <a:pt x="7638" y="7138"/>
                      <a:pt x="8201" y="6462"/>
                    </a:cubicBezTo>
                    <a:cubicBezTo>
                      <a:pt x="8827" y="5711"/>
                      <a:pt x="9048" y="4678"/>
                      <a:pt x="8731" y="3746"/>
                    </a:cubicBezTo>
                    <a:cubicBezTo>
                      <a:pt x="8602" y="3367"/>
                      <a:pt x="8394" y="3025"/>
                      <a:pt x="8129" y="2733"/>
                    </a:cubicBezTo>
                    <a:lnTo>
                      <a:pt x="8129" y="2733"/>
                    </a:lnTo>
                    <a:cubicBezTo>
                      <a:pt x="9635" y="3092"/>
                      <a:pt x="11188" y="3325"/>
                      <a:pt x="12740" y="3325"/>
                    </a:cubicBezTo>
                    <a:cubicBezTo>
                      <a:pt x="12835" y="3325"/>
                      <a:pt x="12929" y="3324"/>
                      <a:pt x="13023" y="3322"/>
                    </a:cubicBezTo>
                    <a:cubicBezTo>
                      <a:pt x="13938" y="3306"/>
                      <a:pt x="14881" y="3215"/>
                      <a:pt x="15762" y="2938"/>
                    </a:cubicBezTo>
                    <a:cubicBezTo>
                      <a:pt x="15904" y="2893"/>
                      <a:pt x="16050" y="2848"/>
                      <a:pt x="16186" y="2780"/>
                    </a:cubicBezTo>
                    <a:cubicBezTo>
                      <a:pt x="16194" y="2777"/>
                      <a:pt x="16201" y="2772"/>
                      <a:pt x="16208" y="2768"/>
                    </a:cubicBezTo>
                    <a:lnTo>
                      <a:pt x="16208" y="2768"/>
                    </a:lnTo>
                    <a:cubicBezTo>
                      <a:pt x="16248" y="2742"/>
                      <a:pt x="16272" y="2698"/>
                      <a:pt x="16255" y="2641"/>
                    </a:cubicBezTo>
                    <a:lnTo>
                      <a:pt x="16255" y="2641"/>
                    </a:lnTo>
                    <a:cubicBezTo>
                      <a:pt x="16252" y="2628"/>
                      <a:pt x="16247" y="2615"/>
                      <a:pt x="16240" y="2603"/>
                    </a:cubicBezTo>
                    <a:lnTo>
                      <a:pt x="16240" y="2603"/>
                    </a:lnTo>
                    <a:cubicBezTo>
                      <a:pt x="16129" y="2343"/>
                      <a:pt x="15944" y="2123"/>
                      <a:pt x="15742" y="1929"/>
                    </a:cubicBezTo>
                    <a:lnTo>
                      <a:pt x="15742" y="1929"/>
                    </a:lnTo>
                    <a:cubicBezTo>
                      <a:pt x="15736" y="1922"/>
                      <a:pt x="15730" y="1916"/>
                      <a:pt x="15723" y="1911"/>
                    </a:cubicBezTo>
                    <a:lnTo>
                      <a:pt x="15723" y="1911"/>
                    </a:lnTo>
                    <a:cubicBezTo>
                      <a:pt x="15723" y="1911"/>
                      <a:pt x="15723" y="1911"/>
                      <a:pt x="15723" y="1911"/>
                    </a:cubicBezTo>
                    <a:cubicBezTo>
                      <a:pt x="15565" y="1781"/>
                      <a:pt x="15412" y="1645"/>
                      <a:pt x="15243" y="1527"/>
                    </a:cubicBezTo>
                    <a:cubicBezTo>
                      <a:pt x="15090" y="1419"/>
                      <a:pt x="14932" y="1323"/>
                      <a:pt x="14768" y="1233"/>
                    </a:cubicBezTo>
                    <a:cubicBezTo>
                      <a:pt x="14435" y="1052"/>
                      <a:pt x="14091" y="900"/>
                      <a:pt x="13741" y="764"/>
                    </a:cubicBezTo>
                    <a:cubicBezTo>
                      <a:pt x="13023" y="488"/>
                      <a:pt x="12267" y="307"/>
                      <a:pt x="11510" y="188"/>
                    </a:cubicBezTo>
                    <a:cubicBezTo>
                      <a:pt x="10687" y="61"/>
                      <a:pt x="9854" y="0"/>
                      <a:pt x="902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9" name="Google Shape;819;p31"/>
              <p:cNvSpPr/>
              <p:nvPr/>
            </p:nvSpPr>
            <p:spPr>
              <a:xfrm>
                <a:off x="3144650" y="1661975"/>
                <a:ext cx="80675" cy="37250"/>
              </a:xfrm>
              <a:custGeom>
                <a:avLst/>
                <a:gdLst/>
                <a:ahLst/>
                <a:cxnLst/>
                <a:rect l="l" t="t" r="r" b="b"/>
                <a:pathLst>
                  <a:path w="3227" h="1490" extrusionOk="0">
                    <a:moveTo>
                      <a:pt x="2922" y="287"/>
                    </a:moveTo>
                    <a:cubicBezTo>
                      <a:pt x="2887" y="597"/>
                      <a:pt x="2837" y="913"/>
                      <a:pt x="2737" y="1208"/>
                    </a:cubicBezTo>
                    <a:lnTo>
                      <a:pt x="298" y="1208"/>
                    </a:lnTo>
                    <a:cubicBezTo>
                      <a:pt x="334" y="918"/>
                      <a:pt x="480" y="643"/>
                      <a:pt x="718" y="468"/>
                    </a:cubicBezTo>
                    <a:cubicBezTo>
                      <a:pt x="904" y="332"/>
                      <a:pt x="1113" y="287"/>
                      <a:pt x="1339" y="287"/>
                    </a:cubicBezTo>
                    <a:close/>
                    <a:moveTo>
                      <a:pt x="1503" y="0"/>
                    </a:moveTo>
                    <a:cubicBezTo>
                      <a:pt x="1170" y="0"/>
                      <a:pt x="840" y="30"/>
                      <a:pt x="554" y="242"/>
                    </a:cubicBezTo>
                    <a:cubicBezTo>
                      <a:pt x="204" y="502"/>
                      <a:pt x="12" y="914"/>
                      <a:pt x="7" y="1349"/>
                    </a:cubicBezTo>
                    <a:cubicBezTo>
                      <a:pt x="1" y="1422"/>
                      <a:pt x="69" y="1490"/>
                      <a:pt x="148" y="1490"/>
                    </a:cubicBezTo>
                    <a:lnTo>
                      <a:pt x="2836" y="1490"/>
                    </a:lnTo>
                    <a:cubicBezTo>
                      <a:pt x="2904" y="1490"/>
                      <a:pt x="2954" y="1445"/>
                      <a:pt x="2971" y="1388"/>
                    </a:cubicBezTo>
                    <a:cubicBezTo>
                      <a:pt x="3118" y="993"/>
                      <a:pt x="3175" y="558"/>
                      <a:pt x="3220" y="146"/>
                    </a:cubicBezTo>
                    <a:cubicBezTo>
                      <a:pt x="3226" y="78"/>
                      <a:pt x="3190" y="35"/>
                      <a:pt x="3141" y="18"/>
                    </a:cubicBezTo>
                    <a:lnTo>
                      <a:pt x="3141" y="18"/>
                    </a:lnTo>
                    <a:cubicBezTo>
                      <a:pt x="3124" y="10"/>
                      <a:pt x="3103" y="5"/>
                      <a:pt x="3079" y="5"/>
                    </a:cubicBezTo>
                    <a:lnTo>
                      <a:pt x="1887" y="5"/>
                    </a:lnTo>
                    <a:cubicBezTo>
                      <a:pt x="1760" y="5"/>
                      <a:pt x="1631" y="0"/>
                      <a:pt x="150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0" name="Google Shape;820;p31"/>
              <p:cNvSpPr/>
              <p:nvPr/>
            </p:nvSpPr>
            <p:spPr>
              <a:xfrm>
                <a:off x="2530500" y="1926450"/>
                <a:ext cx="999750" cy="706000"/>
              </a:xfrm>
              <a:custGeom>
                <a:avLst/>
                <a:gdLst/>
                <a:ahLst/>
                <a:cxnLst/>
                <a:rect l="l" t="t" r="r" b="b"/>
                <a:pathLst>
                  <a:path w="39990" h="28240" extrusionOk="0">
                    <a:moveTo>
                      <a:pt x="23761" y="285"/>
                    </a:moveTo>
                    <a:cubicBezTo>
                      <a:pt x="24471" y="879"/>
                      <a:pt x="25245" y="1409"/>
                      <a:pt x="26018" y="1906"/>
                    </a:cubicBezTo>
                    <a:cubicBezTo>
                      <a:pt x="26831" y="2431"/>
                      <a:pt x="27667" y="2911"/>
                      <a:pt x="28531" y="3341"/>
                    </a:cubicBezTo>
                    <a:cubicBezTo>
                      <a:pt x="29418" y="3781"/>
                      <a:pt x="30316" y="4188"/>
                      <a:pt x="31169" y="4696"/>
                    </a:cubicBezTo>
                    <a:cubicBezTo>
                      <a:pt x="33394" y="6023"/>
                      <a:pt x="35427" y="7836"/>
                      <a:pt x="36669" y="10134"/>
                    </a:cubicBezTo>
                    <a:cubicBezTo>
                      <a:pt x="36883" y="10523"/>
                      <a:pt x="37080" y="10912"/>
                      <a:pt x="37199" y="11334"/>
                    </a:cubicBezTo>
                    <a:lnTo>
                      <a:pt x="37199" y="11334"/>
                    </a:lnTo>
                    <a:cubicBezTo>
                      <a:pt x="37199" y="11335"/>
                      <a:pt x="37200" y="11336"/>
                      <a:pt x="37200" y="11337"/>
                    </a:cubicBezTo>
                    <a:cubicBezTo>
                      <a:pt x="37200" y="11337"/>
                      <a:pt x="37200" y="11337"/>
                      <a:pt x="37200" y="11337"/>
                    </a:cubicBezTo>
                    <a:lnTo>
                      <a:pt x="37200" y="11337"/>
                    </a:lnTo>
                    <a:cubicBezTo>
                      <a:pt x="37200" y="11338"/>
                      <a:pt x="37200" y="11339"/>
                      <a:pt x="37201" y="11339"/>
                    </a:cubicBezTo>
                    <a:lnTo>
                      <a:pt x="37201" y="11339"/>
                    </a:lnTo>
                    <a:cubicBezTo>
                      <a:pt x="37483" y="12288"/>
                      <a:pt x="37697" y="13258"/>
                      <a:pt x="37912" y="14229"/>
                    </a:cubicBezTo>
                    <a:cubicBezTo>
                      <a:pt x="38471" y="16815"/>
                      <a:pt x="38894" y="19430"/>
                      <a:pt x="39199" y="22056"/>
                    </a:cubicBezTo>
                    <a:cubicBezTo>
                      <a:pt x="39431" y="24019"/>
                      <a:pt x="39598" y="25983"/>
                      <a:pt x="39700" y="27957"/>
                    </a:cubicBezTo>
                    <a:lnTo>
                      <a:pt x="296" y="27957"/>
                    </a:lnTo>
                    <a:cubicBezTo>
                      <a:pt x="480" y="24413"/>
                      <a:pt x="867" y="20880"/>
                      <a:pt x="1469" y="17386"/>
                    </a:cubicBezTo>
                    <a:cubicBezTo>
                      <a:pt x="1797" y="15516"/>
                      <a:pt x="2175" y="13641"/>
                      <a:pt x="2661" y="11806"/>
                    </a:cubicBezTo>
                    <a:cubicBezTo>
                      <a:pt x="2836" y="11162"/>
                      <a:pt x="3067" y="10592"/>
                      <a:pt x="3395" y="10010"/>
                    </a:cubicBezTo>
                    <a:cubicBezTo>
                      <a:pt x="4570" y="7909"/>
                      <a:pt x="6399" y="6215"/>
                      <a:pt x="8421" y="4939"/>
                    </a:cubicBezTo>
                    <a:cubicBezTo>
                      <a:pt x="9189" y="4459"/>
                      <a:pt x="9985" y="4035"/>
                      <a:pt x="10799" y="3657"/>
                    </a:cubicBezTo>
                    <a:cubicBezTo>
                      <a:pt x="11663" y="3262"/>
                      <a:pt x="12499" y="2815"/>
                      <a:pt x="13306" y="2324"/>
                    </a:cubicBezTo>
                    <a:cubicBezTo>
                      <a:pt x="14294" y="1731"/>
                      <a:pt x="15249" y="1076"/>
                      <a:pt x="16147" y="353"/>
                    </a:cubicBezTo>
                    <a:cubicBezTo>
                      <a:pt x="16175" y="332"/>
                      <a:pt x="16203" y="308"/>
                      <a:pt x="16230" y="285"/>
                    </a:cubicBezTo>
                    <a:close/>
                    <a:moveTo>
                      <a:pt x="16542" y="1"/>
                    </a:moveTo>
                    <a:cubicBezTo>
                      <a:pt x="16440" y="1"/>
                      <a:pt x="16339" y="1"/>
                      <a:pt x="16237" y="3"/>
                    </a:cubicBezTo>
                    <a:cubicBezTo>
                      <a:pt x="16079" y="3"/>
                      <a:pt x="15977" y="127"/>
                      <a:pt x="15853" y="223"/>
                    </a:cubicBezTo>
                    <a:cubicBezTo>
                      <a:pt x="14938" y="957"/>
                      <a:pt x="13956" y="1613"/>
                      <a:pt x="12945" y="2211"/>
                    </a:cubicBezTo>
                    <a:cubicBezTo>
                      <a:pt x="11414" y="3115"/>
                      <a:pt x="9760" y="3764"/>
                      <a:pt x="8257" y="4713"/>
                    </a:cubicBezTo>
                    <a:cubicBezTo>
                      <a:pt x="6286" y="5955"/>
                      <a:pt x="4508" y="7587"/>
                      <a:pt x="3305" y="9598"/>
                    </a:cubicBezTo>
                    <a:cubicBezTo>
                      <a:pt x="2955" y="10180"/>
                      <a:pt x="2650" y="10801"/>
                      <a:pt x="2463" y="11456"/>
                    </a:cubicBezTo>
                    <a:cubicBezTo>
                      <a:pt x="2057" y="12935"/>
                      <a:pt x="1735" y="14438"/>
                      <a:pt x="1447" y="15945"/>
                    </a:cubicBezTo>
                    <a:cubicBezTo>
                      <a:pt x="859" y="19018"/>
                      <a:pt x="447" y="22124"/>
                      <a:pt x="193" y="25241"/>
                    </a:cubicBezTo>
                    <a:cubicBezTo>
                      <a:pt x="114" y="26190"/>
                      <a:pt x="52" y="27144"/>
                      <a:pt x="7" y="28098"/>
                    </a:cubicBezTo>
                    <a:cubicBezTo>
                      <a:pt x="1" y="28172"/>
                      <a:pt x="74" y="28240"/>
                      <a:pt x="148" y="28240"/>
                    </a:cubicBezTo>
                    <a:lnTo>
                      <a:pt x="39849" y="28240"/>
                    </a:lnTo>
                    <a:cubicBezTo>
                      <a:pt x="39922" y="28240"/>
                      <a:pt x="39990" y="28172"/>
                      <a:pt x="39990" y="28098"/>
                    </a:cubicBezTo>
                    <a:cubicBezTo>
                      <a:pt x="39820" y="24733"/>
                      <a:pt x="39465" y="21378"/>
                      <a:pt x="38922" y="18052"/>
                    </a:cubicBezTo>
                    <a:cubicBezTo>
                      <a:pt x="38601" y="16098"/>
                      <a:pt x="38217" y="14144"/>
                      <a:pt x="37731" y="12218"/>
                    </a:cubicBezTo>
                    <a:cubicBezTo>
                      <a:pt x="37652" y="11902"/>
                      <a:pt x="37567" y="11580"/>
                      <a:pt x="37471" y="11264"/>
                    </a:cubicBezTo>
                    <a:cubicBezTo>
                      <a:pt x="37398" y="10987"/>
                      <a:pt x="37273" y="10716"/>
                      <a:pt x="37155" y="10462"/>
                    </a:cubicBezTo>
                    <a:cubicBezTo>
                      <a:pt x="36833" y="9779"/>
                      <a:pt x="36426" y="9140"/>
                      <a:pt x="35980" y="8542"/>
                    </a:cubicBezTo>
                    <a:cubicBezTo>
                      <a:pt x="34309" y="6322"/>
                      <a:pt x="31993" y="4662"/>
                      <a:pt x="29497" y="3487"/>
                    </a:cubicBezTo>
                    <a:cubicBezTo>
                      <a:pt x="28012" y="2793"/>
                      <a:pt x="26589" y="1991"/>
                      <a:pt x="25239" y="1048"/>
                    </a:cubicBezTo>
                    <a:cubicBezTo>
                      <a:pt x="24866" y="782"/>
                      <a:pt x="24499" y="511"/>
                      <a:pt x="24138" y="223"/>
                    </a:cubicBezTo>
                    <a:cubicBezTo>
                      <a:pt x="24070" y="172"/>
                      <a:pt x="24002" y="110"/>
                      <a:pt x="23929" y="60"/>
                    </a:cubicBezTo>
                    <a:cubicBezTo>
                      <a:pt x="23863" y="9"/>
                      <a:pt x="23792" y="1"/>
                      <a:pt x="23716" y="1"/>
                    </a:cubicBezTo>
                    <a:cubicBezTo>
                      <a:pt x="23681" y="1"/>
                      <a:pt x="23644" y="3"/>
                      <a:pt x="23607" y="3"/>
                    </a:cubicBezTo>
                    <a:lnTo>
                      <a:pt x="17152" y="3"/>
                    </a:lnTo>
                    <a:cubicBezTo>
                      <a:pt x="16949" y="3"/>
                      <a:pt x="16745" y="1"/>
                      <a:pt x="1654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821" name="Google Shape;821;p31"/>
          <p:cNvGrpSpPr/>
          <p:nvPr/>
        </p:nvGrpSpPr>
        <p:grpSpPr>
          <a:xfrm>
            <a:off x="7350078" y="2095401"/>
            <a:ext cx="2361418" cy="2737239"/>
            <a:chOff x="7350078" y="2095401"/>
            <a:chExt cx="2361418" cy="2737239"/>
          </a:xfrm>
        </p:grpSpPr>
        <p:grpSp>
          <p:nvGrpSpPr>
            <p:cNvPr id="822" name="Google Shape;822;p31"/>
            <p:cNvGrpSpPr/>
            <p:nvPr/>
          </p:nvGrpSpPr>
          <p:grpSpPr>
            <a:xfrm flipH="1">
              <a:off x="7450473" y="2095401"/>
              <a:ext cx="1960610" cy="2736715"/>
              <a:chOff x="2034250" y="3068250"/>
              <a:chExt cx="999750" cy="1395500"/>
            </a:xfrm>
          </p:grpSpPr>
          <p:sp>
            <p:nvSpPr>
              <p:cNvPr id="823" name="Google Shape;823;p31"/>
              <p:cNvSpPr/>
              <p:nvPr/>
            </p:nvSpPr>
            <p:spPr>
              <a:xfrm>
                <a:off x="2439725" y="3414150"/>
                <a:ext cx="310600" cy="350175"/>
              </a:xfrm>
              <a:custGeom>
                <a:avLst/>
                <a:gdLst/>
                <a:ahLst/>
                <a:cxnLst/>
                <a:rect l="l" t="t" r="r" b="b"/>
                <a:pathLst>
                  <a:path w="12424" h="14007" extrusionOk="0">
                    <a:moveTo>
                      <a:pt x="1001" y="2863"/>
                    </a:moveTo>
                    <a:lnTo>
                      <a:pt x="1001" y="2863"/>
                    </a:lnTo>
                    <a:cubicBezTo>
                      <a:pt x="1002" y="2874"/>
                      <a:pt x="1002" y="2878"/>
                      <a:pt x="1002" y="2878"/>
                    </a:cubicBezTo>
                    <a:cubicBezTo>
                      <a:pt x="1001" y="2878"/>
                      <a:pt x="1000" y="2871"/>
                      <a:pt x="1001" y="2863"/>
                    </a:cubicBezTo>
                    <a:close/>
                    <a:moveTo>
                      <a:pt x="9480" y="289"/>
                    </a:moveTo>
                    <a:cubicBezTo>
                      <a:pt x="9699" y="674"/>
                      <a:pt x="9887" y="1078"/>
                      <a:pt x="10036" y="1497"/>
                    </a:cubicBezTo>
                    <a:cubicBezTo>
                      <a:pt x="10115" y="1723"/>
                      <a:pt x="10183" y="1955"/>
                      <a:pt x="10239" y="2186"/>
                    </a:cubicBezTo>
                    <a:cubicBezTo>
                      <a:pt x="10268" y="2299"/>
                      <a:pt x="10290" y="2424"/>
                      <a:pt x="10318" y="2537"/>
                    </a:cubicBezTo>
                    <a:cubicBezTo>
                      <a:pt x="10330" y="2576"/>
                      <a:pt x="10341" y="2604"/>
                      <a:pt x="10369" y="2627"/>
                    </a:cubicBezTo>
                    <a:cubicBezTo>
                      <a:pt x="10488" y="2740"/>
                      <a:pt x="10629" y="2836"/>
                      <a:pt x="10759" y="2938"/>
                    </a:cubicBezTo>
                    <a:cubicBezTo>
                      <a:pt x="10962" y="3096"/>
                      <a:pt x="11171" y="3259"/>
                      <a:pt x="11374" y="3423"/>
                    </a:cubicBezTo>
                    <a:cubicBezTo>
                      <a:pt x="11499" y="3525"/>
                      <a:pt x="11623" y="3621"/>
                      <a:pt x="11747" y="3722"/>
                    </a:cubicBezTo>
                    <a:cubicBezTo>
                      <a:pt x="11911" y="3852"/>
                      <a:pt x="11990" y="4050"/>
                      <a:pt x="11900" y="4248"/>
                    </a:cubicBezTo>
                    <a:cubicBezTo>
                      <a:pt x="11809" y="4434"/>
                      <a:pt x="11617" y="4530"/>
                      <a:pt x="11414" y="4536"/>
                    </a:cubicBezTo>
                    <a:lnTo>
                      <a:pt x="10573" y="4536"/>
                    </a:lnTo>
                    <a:cubicBezTo>
                      <a:pt x="10488" y="4536"/>
                      <a:pt x="10437" y="4598"/>
                      <a:pt x="10431" y="4677"/>
                    </a:cubicBezTo>
                    <a:cubicBezTo>
                      <a:pt x="10245" y="6258"/>
                      <a:pt x="9370" y="7726"/>
                      <a:pt x="8054" y="8636"/>
                    </a:cubicBezTo>
                    <a:cubicBezTo>
                      <a:pt x="7687" y="8890"/>
                      <a:pt x="7291" y="9099"/>
                      <a:pt x="6879" y="9257"/>
                    </a:cubicBezTo>
                    <a:cubicBezTo>
                      <a:pt x="6817" y="9279"/>
                      <a:pt x="6772" y="9330"/>
                      <a:pt x="6772" y="9398"/>
                    </a:cubicBezTo>
                    <a:lnTo>
                      <a:pt x="6772" y="10900"/>
                    </a:lnTo>
                    <a:lnTo>
                      <a:pt x="6772" y="13312"/>
                    </a:lnTo>
                    <a:lnTo>
                      <a:pt x="6772" y="13724"/>
                    </a:lnTo>
                    <a:lnTo>
                      <a:pt x="300" y="13724"/>
                    </a:lnTo>
                    <a:lnTo>
                      <a:pt x="300" y="12301"/>
                    </a:lnTo>
                    <a:lnTo>
                      <a:pt x="300" y="10047"/>
                    </a:lnTo>
                    <a:lnTo>
                      <a:pt x="300" y="9076"/>
                    </a:lnTo>
                    <a:lnTo>
                      <a:pt x="300" y="6648"/>
                    </a:lnTo>
                    <a:lnTo>
                      <a:pt x="300" y="5756"/>
                    </a:lnTo>
                    <a:cubicBezTo>
                      <a:pt x="300" y="5702"/>
                      <a:pt x="310" y="5644"/>
                      <a:pt x="302" y="5589"/>
                    </a:cubicBezTo>
                    <a:lnTo>
                      <a:pt x="302" y="5589"/>
                    </a:lnTo>
                    <a:cubicBezTo>
                      <a:pt x="317" y="5567"/>
                      <a:pt x="323" y="5529"/>
                      <a:pt x="334" y="5501"/>
                    </a:cubicBezTo>
                    <a:cubicBezTo>
                      <a:pt x="588" y="4807"/>
                      <a:pt x="842" y="4112"/>
                      <a:pt x="1096" y="3423"/>
                    </a:cubicBezTo>
                    <a:cubicBezTo>
                      <a:pt x="1141" y="3293"/>
                      <a:pt x="1187" y="3163"/>
                      <a:pt x="1237" y="3039"/>
                    </a:cubicBezTo>
                    <a:cubicBezTo>
                      <a:pt x="1254" y="2988"/>
                      <a:pt x="1277" y="2932"/>
                      <a:pt x="1283" y="2881"/>
                    </a:cubicBezTo>
                    <a:cubicBezTo>
                      <a:pt x="1294" y="2678"/>
                      <a:pt x="1283" y="2474"/>
                      <a:pt x="1300" y="2271"/>
                    </a:cubicBezTo>
                    <a:cubicBezTo>
                      <a:pt x="1379" y="1537"/>
                      <a:pt x="1701" y="712"/>
                      <a:pt x="2531" y="616"/>
                    </a:cubicBezTo>
                    <a:cubicBezTo>
                      <a:pt x="2886" y="577"/>
                      <a:pt x="3242" y="560"/>
                      <a:pt x="3598" y="543"/>
                    </a:cubicBezTo>
                    <a:cubicBezTo>
                      <a:pt x="4135" y="520"/>
                      <a:pt x="4665" y="498"/>
                      <a:pt x="5196" y="475"/>
                    </a:cubicBezTo>
                    <a:cubicBezTo>
                      <a:pt x="6399" y="430"/>
                      <a:pt x="7602" y="396"/>
                      <a:pt x="8805" y="328"/>
                    </a:cubicBezTo>
                    <a:cubicBezTo>
                      <a:pt x="9027" y="318"/>
                      <a:pt x="9253" y="304"/>
                      <a:pt x="9480" y="289"/>
                    </a:cubicBezTo>
                    <a:close/>
                    <a:moveTo>
                      <a:pt x="9572" y="0"/>
                    </a:moveTo>
                    <a:cubicBezTo>
                      <a:pt x="9568" y="0"/>
                      <a:pt x="9565" y="0"/>
                      <a:pt x="9562" y="1"/>
                    </a:cubicBezTo>
                    <a:cubicBezTo>
                      <a:pt x="8387" y="80"/>
                      <a:pt x="7212" y="119"/>
                      <a:pt x="6038" y="165"/>
                    </a:cubicBezTo>
                    <a:cubicBezTo>
                      <a:pt x="4999" y="204"/>
                      <a:pt x="3959" y="227"/>
                      <a:pt x="2920" y="300"/>
                    </a:cubicBezTo>
                    <a:cubicBezTo>
                      <a:pt x="2548" y="328"/>
                      <a:pt x="2169" y="351"/>
                      <a:pt x="1847" y="566"/>
                    </a:cubicBezTo>
                    <a:cubicBezTo>
                      <a:pt x="1497" y="803"/>
                      <a:pt x="1283" y="1176"/>
                      <a:pt x="1158" y="1571"/>
                    </a:cubicBezTo>
                    <a:cubicBezTo>
                      <a:pt x="1051" y="1898"/>
                      <a:pt x="1006" y="2249"/>
                      <a:pt x="1000" y="2599"/>
                    </a:cubicBezTo>
                    <a:cubicBezTo>
                      <a:pt x="995" y="2682"/>
                      <a:pt x="989" y="2771"/>
                      <a:pt x="1000" y="2855"/>
                    </a:cubicBezTo>
                    <a:lnTo>
                      <a:pt x="1000" y="2855"/>
                    </a:lnTo>
                    <a:cubicBezTo>
                      <a:pt x="987" y="2873"/>
                      <a:pt x="983" y="2900"/>
                      <a:pt x="978" y="2915"/>
                    </a:cubicBezTo>
                    <a:cubicBezTo>
                      <a:pt x="729" y="3604"/>
                      <a:pt x="475" y="4293"/>
                      <a:pt x="227" y="4982"/>
                    </a:cubicBezTo>
                    <a:cubicBezTo>
                      <a:pt x="176" y="5117"/>
                      <a:pt x="125" y="5253"/>
                      <a:pt x="74" y="5388"/>
                    </a:cubicBezTo>
                    <a:cubicBezTo>
                      <a:pt x="57" y="5451"/>
                      <a:pt x="23" y="5513"/>
                      <a:pt x="18" y="5575"/>
                    </a:cubicBezTo>
                    <a:cubicBezTo>
                      <a:pt x="1" y="5733"/>
                      <a:pt x="18" y="5897"/>
                      <a:pt x="18" y="6055"/>
                    </a:cubicBezTo>
                    <a:lnTo>
                      <a:pt x="18" y="8455"/>
                    </a:lnTo>
                    <a:lnTo>
                      <a:pt x="18" y="9799"/>
                    </a:lnTo>
                    <a:lnTo>
                      <a:pt x="18" y="11634"/>
                    </a:lnTo>
                    <a:lnTo>
                      <a:pt x="18" y="13741"/>
                    </a:lnTo>
                    <a:lnTo>
                      <a:pt x="18" y="13865"/>
                    </a:lnTo>
                    <a:cubicBezTo>
                      <a:pt x="18" y="13938"/>
                      <a:pt x="80" y="14006"/>
                      <a:pt x="159" y="14006"/>
                    </a:cubicBezTo>
                    <a:lnTo>
                      <a:pt x="6913" y="14006"/>
                    </a:lnTo>
                    <a:cubicBezTo>
                      <a:pt x="6992" y="14006"/>
                      <a:pt x="7054" y="13944"/>
                      <a:pt x="7054" y="13865"/>
                    </a:cubicBezTo>
                    <a:lnTo>
                      <a:pt x="7054" y="12357"/>
                    </a:lnTo>
                    <a:lnTo>
                      <a:pt x="7054" y="9946"/>
                    </a:lnTo>
                    <a:lnTo>
                      <a:pt x="7054" y="9493"/>
                    </a:lnTo>
                    <a:lnTo>
                      <a:pt x="7054" y="9493"/>
                    </a:lnTo>
                    <a:cubicBezTo>
                      <a:pt x="8582" y="8869"/>
                      <a:pt x="9800" y="7625"/>
                      <a:pt x="10381" y="6077"/>
                    </a:cubicBezTo>
                    <a:cubicBezTo>
                      <a:pt x="10533" y="5670"/>
                      <a:pt x="10635" y="5245"/>
                      <a:pt x="10695" y="4818"/>
                    </a:cubicBezTo>
                    <a:lnTo>
                      <a:pt x="11086" y="4818"/>
                    </a:lnTo>
                    <a:cubicBezTo>
                      <a:pt x="11150" y="4818"/>
                      <a:pt x="11216" y="4820"/>
                      <a:pt x="11283" y="4820"/>
                    </a:cubicBezTo>
                    <a:cubicBezTo>
                      <a:pt x="11399" y="4820"/>
                      <a:pt x="11517" y="4815"/>
                      <a:pt x="11629" y="4790"/>
                    </a:cubicBezTo>
                    <a:cubicBezTo>
                      <a:pt x="12208" y="4649"/>
                      <a:pt x="12424" y="3913"/>
                      <a:pt x="11955" y="3523"/>
                    </a:cubicBezTo>
                    <a:lnTo>
                      <a:pt x="11955" y="3523"/>
                    </a:lnTo>
                    <a:cubicBezTo>
                      <a:pt x="11953" y="3522"/>
                      <a:pt x="11952" y="3520"/>
                      <a:pt x="11950" y="3519"/>
                    </a:cubicBezTo>
                    <a:lnTo>
                      <a:pt x="11950" y="3519"/>
                    </a:lnTo>
                    <a:cubicBezTo>
                      <a:pt x="11950" y="3519"/>
                      <a:pt x="11950" y="3519"/>
                      <a:pt x="11950" y="3519"/>
                    </a:cubicBezTo>
                    <a:cubicBezTo>
                      <a:pt x="11949" y="3518"/>
                      <a:pt x="11948" y="3517"/>
                      <a:pt x="11947" y="3516"/>
                    </a:cubicBezTo>
                    <a:lnTo>
                      <a:pt x="11947" y="3516"/>
                    </a:lnTo>
                    <a:cubicBezTo>
                      <a:pt x="11643" y="3280"/>
                      <a:pt x="11345" y="3044"/>
                      <a:pt x="11047" y="2802"/>
                    </a:cubicBezTo>
                    <a:cubicBezTo>
                      <a:pt x="10894" y="2689"/>
                      <a:pt x="10748" y="2570"/>
                      <a:pt x="10595" y="2452"/>
                    </a:cubicBezTo>
                    <a:cubicBezTo>
                      <a:pt x="10590" y="2447"/>
                      <a:pt x="10584" y="2442"/>
                      <a:pt x="10579" y="2438"/>
                    </a:cubicBezTo>
                    <a:lnTo>
                      <a:pt x="10579" y="2438"/>
                    </a:lnTo>
                    <a:cubicBezTo>
                      <a:pt x="10581" y="2434"/>
                      <a:pt x="10581" y="2423"/>
                      <a:pt x="10578" y="2401"/>
                    </a:cubicBezTo>
                    <a:cubicBezTo>
                      <a:pt x="10578" y="2339"/>
                      <a:pt x="10550" y="2271"/>
                      <a:pt x="10539" y="2215"/>
                    </a:cubicBezTo>
                    <a:cubicBezTo>
                      <a:pt x="10482" y="1977"/>
                      <a:pt x="10414" y="1752"/>
                      <a:pt x="10341" y="1520"/>
                    </a:cubicBezTo>
                    <a:cubicBezTo>
                      <a:pt x="10172" y="1017"/>
                      <a:pt x="9946" y="532"/>
                      <a:pt x="9680" y="69"/>
                    </a:cubicBezTo>
                    <a:cubicBezTo>
                      <a:pt x="9659" y="32"/>
                      <a:pt x="9614" y="0"/>
                      <a:pt x="957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4" name="Google Shape;824;p31"/>
              <p:cNvSpPr/>
              <p:nvPr/>
            </p:nvSpPr>
            <p:spPr>
              <a:xfrm>
                <a:off x="2238400" y="3068250"/>
                <a:ext cx="491350" cy="593850"/>
              </a:xfrm>
              <a:custGeom>
                <a:avLst/>
                <a:gdLst/>
                <a:ahLst/>
                <a:cxnLst/>
                <a:rect l="l" t="t" r="r" b="b"/>
                <a:pathLst>
                  <a:path w="19654" h="23754" extrusionOk="0">
                    <a:moveTo>
                      <a:pt x="9053" y="16696"/>
                    </a:moveTo>
                    <a:cubicBezTo>
                      <a:pt x="9052" y="16706"/>
                      <a:pt x="9051" y="16710"/>
                      <a:pt x="9050" y="16710"/>
                    </a:cubicBezTo>
                    <a:cubicBezTo>
                      <a:pt x="9049" y="16710"/>
                      <a:pt x="9049" y="16704"/>
                      <a:pt x="9053" y="16696"/>
                    </a:cubicBezTo>
                    <a:close/>
                    <a:moveTo>
                      <a:pt x="10377" y="281"/>
                    </a:moveTo>
                    <a:cubicBezTo>
                      <a:pt x="10954" y="281"/>
                      <a:pt x="11532" y="408"/>
                      <a:pt x="12063" y="667"/>
                    </a:cubicBezTo>
                    <a:cubicBezTo>
                      <a:pt x="13306" y="1272"/>
                      <a:pt x="14164" y="2525"/>
                      <a:pt x="14260" y="3909"/>
                    </a:cubicBezTo>
                    <a:cubicBezTo>
                      <a:pt x="14362" y="5388"/>
                      <a:pt x="13599" y="6829"/>
                      <a:pt x="12312" y="7574"/>
                    </a:cubicBezTo>
                    <a:cubicBezTo>
                      <a:pt x="12154" y="7664"/>
                      <a:pt x="11990" y="7743"/>
                      <a:pt x="11826" y="7811"/>
                    </a:cubicBezTo>
                    <a:cubicBezTo>
                      <a:pt x="11687" y="7867"/>
                      <a:pt x="11690" y="8088"/>
                      <a:pt x="11854" y="8088"/>
                    </a:cubicBezTo>
                    <a:cubicBezTo>
                      <a:pt x="11856" y="8088"/>
                      <a:pt x="11858" y="8088"/>
                      <a:pt x="11860" y="8088"/>
                    </a:cubicBezTo>
                    <a:lnTo>
                      <a:pt x="13492" y="8065"/>
                    </a:lnTo>
                    <a:cubicBezTo>
                      <a:pt x="13970" y="8056"/>
                      <a:pt x="14453" y="8034"/>
                      <a:pt x="14932" y="8034"/>
                    </a:cubicBezTo>
                    <a:cubicBezTo>
                      <a:pt x="15025" y="8034"/>
                      <a:pt x="15117" y="8035"/>
                      <a:pt x="15209" y="8037"/>
                    </a:cubicBezTo>
                    <a:cubicBezTo>
                      <a:pt x="16016" y="8054"/>
                      <a:pt x="16818" y="8252"/>
                      <a:pt x="17524" y="8647"/>
                    </a:cubicBezTo>
                    <a:cubicBezTo>
                      <a:pt x="18055" y="8958"/>
                      <a:pt x="18530" y="9364"/>
                      <a:pt x="18857" y="9889"/>
                    </a:cubicBezTo>
                    <a:cubicBezTo>
                      <a:pt x="19117" y="10302"/>
                      <a:pt x="19281" y="10770"/>
                      <a:pt x="19337" y="11256"/>
                    </a:cubicBezTo>
                    <a:cubicBezTo>
                      <a:pt x="19394" y="11680"/>
                      <a:pt x="19377" y="12109"/>
                      <a:pt x="19309" y="12532"/>
                    </a:cubicBezTo>
                    <a:cubicBezTo>
                      <a:pt x="19275" y="12753"/>
                      <a:pt x="19235" y="12984"/>
                      <a:pt x="19128" y="13176"/>
                    </a:cubicBezTo>
                    <a:cubicBezTo>
                      <a:pt x="18993" y="13436"/>
                      <a:pt x="18761" y="13639"/>
                      <a:pt x="18484" y="13730"/>
                    </a:cubicBezTo>
                    <a:cubicBezTo>
                      <a:pt x="18179" y="13831"/>
                      <a:pt x="17829" y="13820"/>
                      <a:pt x="17507" y="13843"/>
                    </a:cubicBezTo>
                    <a:cubicBezTo>
                      <a:pt x="17242" y="13859"/>
                      <a:pt x="16982" y="13876"/>
                      <a:pt x="16722" y="13888"/>
                    </a:cubicBezTo>
                    <a:cubicBezTo>
                      <a:pt x="16124" y="13922"/>
                      <a:pt x="15531" y="13944"/>
                      <a:pt x="14932" y="13967"/>
                    </a:cubicBezTo>
                    <a:cubicBezTo>
                      <a:pt x="13808" y="14012"/>
                      <a:pt x="12690" y="14046"/>
                      <a:pt x="11566" y="14102"/>
                    </a:cubicBezTo>
                    <a:cubicBezTo>
                      <a:pt x="11222" y="14119"/>
                      <a:pt x="10877" y="14136"/>
                      <a:pt x="10533" y="14176"/>
                    </a:cubicBezTo>
                    <a:cubicBezTo>
                      <a:pt x="10092" y="14232"/>
                      <a:pt x="9725" y="14464"/>
                      <a:pt x="9477" y="14831"/>
                    </a:cubicBezTo>
                    <a:cubicBezTo>
                      <a:pt x="9262" y="15153"/>
                      <a:pt x="9149" y="15542"/>
                      <a:pt x="9093" y="15921"/>
                    </a:cubicBezTo>
                    <a:cubicBezTo>
                      <a:pt x="9059" y="16169"/>
                      <a:pt x="9036" y="16429"/>
                      <a:pt x="9053" y="16677"/>
                    </a:cubicBezTo>
                    <a:cubicBezTo>
                      <a:pt x="9053" y="16683"/>
                      <a:pt x="9053" y="16688"/>
                      <a:pt x="9053" y="16692"/>
                    </a:cubicBezTo>
                    <a:lnTo>
                      <a:pt x="9053" y="16692"/>
                    </a:lnTo>
                    <a:cubicBezTo>
                      <a:pt x="9047" y="16704"/>
                      <a:pt x="9046" y="16721"/>
                      <a:pt x="9042" y="16734"/>
                    </a:cubicBezTo>
                    <a:cubicBezTo>
                      <a:pt x="9002" y="16836"/>
                      <a:pt x="8963" y="16937"/>
                      <a:pt x="8929" y="17039"/>
                    </a:cubicBezTo>
                    <a:lnTo>
                      <a:pt x="8522" y="18146"/>
                    </a:lnTo>
                    <a:cubicBezTo>
                      <a:pt x="8398" y="18485"/>
                      <a:pt x="8274" y="18823"/>
                      <a:pt x="8155" y="19162"/>
                    </a:cubicBezTo>
                    <a:cubicBezTo>
                      <a:pt x="8110" y="19281"/>
                      <a:pt x="8071" y="19371"/>
                      <a:pt x="8071" y="19496"/>
                    </a:cubicBezTo>
                    <a:lnTo>
                      <a:pt x="8071" y="21466"/>
                    </a:lnTo>
                    <a:lnTo>
                      <a:pt x="8071" y="23459"/>
                    </a:lnTo>
                    <a:lnTo>
                      <a:pt x="8071" y="23459"/>
                    </a:lnTo>
                    <a:cubicBezTo>
                      <a:pt x="7965" y="23442"/>
                      <a:pt x="7855" y="23412"/>
                      <a:pt x="7754" y="23392"/>
                    </a:cubicBezTo>
                    <a:cubicBezTo>
                      <a:pt x="7602" y="23364"/>
                      <a:pt x="7455" y="23336"/>
                      <a:pt x="7303" y="23302"/>
                    </a:cubicBezTo>
                    <a:cubicBezTo>
                      <a:pt x="7037" y="23245"/>
                      <a:pt x="6772" y="23178"/>
                      <a:pt x="6512" y="23099"/>
                    </a:cubicBezTo>
                    <a:cubicBezTo>
                      <a:pt x="6111" y="22974"/>
                      <a:pt x="5716" y="22822"/>
                      <a:pt x="5354" y="22602"/>
                    </a:cubicBezTo>
                    <a:cubicBezTo>
                      <a:pt x="4784" y="22251"/>
                      <a:pt x="4383" y="21749"/>
                      <a:pt x="4084" y="21156"/>
                    </a:cubicBezTo>
                    <a:cubicBezTo>
                      <a:pt x="3739" y="20461"/>
                      <a:pt x="3496" y="19727"/>
                      <a:pt x="3186" y="19021"/>
                    </a:cubicBezTo>
                    <a:cubicBezTo>
                      <a:pt x="2982" y="18558"/>
                      <a:pt x="2756" y="18106"/>
                      <a:pt x="2502" y="17666"/>
                    </a:cubicBezTo>
                    <a:cubicBezTo>
                      <a:pt x="2333" y="17366"/>
                      <a:pt x="2147" y="17078"/>
                      <a:pt x="1921" y="16819"/>
                    </a:cubicBezTo>
                    <a:cubicBezTo>
                      <a:pt x="1779" y="16649"/>
                      <a:pt x="1621" y="16502"/>
                      <a:pt x="1469" y="16344"/>
                    </a:cubicBezTo>
                    <a:cubicBezTo>
                      <a:pt x="899" y="15734"/>
                      <a:pt x="509" y="14972"/>
                      <a:pt x="362" y="14147"/>
                    </a:cubicBezTo>
                    <a:cubicBezTo>
                      <a:pt x="147" y="12928"/>
                      <a:pt x="498" y="11595"/>
                      <a:pt x="1153" y="10556"/>
                    </a:cubicBezTo>
                    <a:cubicBezTo>
                      <a:pt x="1667" y="9748"/>
                      <a:pt x="2418" y="9133"/>
                      <a:pt x="3282" y="8737"/>
                    </a:cubicBezTo>
                    <a:cubicBezTo>
                      <a:pt x="4021" y="8399"/>
                      <a:pt x="4835" y="8218"/>
                      <a:pt x="5642" y="8144"/>
                    </a:cubicBezTo>
                    <a:cubicBezTo>
                      <a:pt x="5930" y="8120"/>
                      <a:pt x="6218" y="8108"/>
                      <a:pt x="6506" y="8108"/>
                    </a:cubicBezTo>
                    <a:cubicBezTo>
                      <a:pt x="6760" y="8108"/>
                      <a:pt x="7015" y="8118"/>
                      <a:pt x="7269" y="8139"/>
                    </a:cubicBezTo>
                    <a:cubicBezTo>
                      <a:pt x="7453" y="8156"/>
                      <a:pt x="7638" y="8162"/>
                      <a:pt x="7824" y="8162"/>
                    </a:cubicBezTo>
                    <a:cubicBezTo>
                      <a:pt x="8118" y="8162"/>
                      <a:pt x="8413" y="8148"/>
                      <a:pt x="8703" y="8144"/>
                    </a:cubicBezTo>
                    <a:cubicBezTo>
                      <a:pt x="8799" y="8139"/>
                      <a:pt x="8890" y="8139"/>
                      <a:pt x="8980" y="8139"/>
                    </a:cubicBezTo>
                    <a:cubicBezTo>
                      <a:pt x="9149" y="8133"/>
                      <a:pt x="9166" y="7913"/>
                      <a:pt x="9019" y="7862"/>
                    </a:cubicBezTo>
                    <a:cubicBezTo>
                      <a:pt x="7653" y="7359"/>
                      <a:pt x="6636" y="6089"/>
                      <a:pt x="6478" y="4637"/>
                    </a:cubicBezTo>
                    <a:cubicBezTo>
                      <a:pt x="6320" y="3231"/>
                      <a:pt x="6941" y="1814"/>
                      <a:pt x="8099" y="1001"/>
                    </a:cubicBezTo>
                    <a:cubicBezTo>
                      <a:pt x="8770" y="527"/>
                      <a:pt x="9573" y="281"/>
                      <a:pt x="10377" y="281"/>
                    </a:cubicBezTo>
                    <a:close/>
                    <a:moveTo>
                      <a:pt x="10357" y="1"/>
                    </a:moveTo>
                    <a:cubicBezTo>
                      <a:pt x="9678" y="1"/>
                      <a:pt x="8998" y="162"/>
                      <a:pt x="8387" y="487"/>
                    </a:cubicBezTo>
                    <a:cubicBezTo>
                      <a:pt x="7065" y="1193"/>
                      <a:pt x="6207" y="2587"/>
                      <a:pt x="6167" y="4090"/>
                    </a:cubicBezTo>
                    <a:cubicBezTo>
                      <a:pt x="6134" y="5640"/>
                      <a:pt x="6987" y="7120"/>
                      <a:pt x="8349" y="7866"/>
                    </a:cubicBezTo>
                    <a:lnTo>
                      <a:pt x="8349" y="7866"/>
                    </a:lnTo>
                    <a:cubicBezTo>
                      <a:pt x="8259" y="7867"/>
                      <a:pt x="8168" y="7868"/>
                      <a:pt x="8076" y="7868"/>
                    </a:cubicBezTo>
                    <a:cubicBezTo>
                      <a:pt x="7931" y="7871"/>
                      <a:pt x="7783" y="7886"/>
                      <a:pt x="7636" y="7886"/>
                    </a:cubicBezTo>
                    <a:cubicBezTo>
                      <a:pt x="7566" y="7886"/>
                      <a:pt x="7496" y="7882"/>
                      <a:pt x="7427" y="7873"/>
                    </a:cubicBezTo>
                    <a:cubicBezTo>
                      <a:pt x="7121" y="7839"/>
                      <a:pt x="6810" y="7825"/>
                      <a:pt x="6501" y="7825"/>
                    </a:cubicBezTo>
                    <a:cubicBezTo>
                      <a:pt x="6353" y="7825"/>
                      <a:pt x="6206" y="7828"/>
                      <a:pt x="6060" y="7834"/>
                    </a:cubicBezTo>
                    <a:cubicBezTo>
                      <a:pt x="5253" y="7873"/>
                      <a:pt x="4445" y="8003"/>
                      <a:pt x="3683" y="8274"/>
                    </a:cubicBezTo>
                    <a:cubicBezTo>
                      <a:pt x="2790" y="8591"/>
                      <a:pt x="1960" y="9104"/>
                      <a:pt x="1339" y="9833"/>
                    </a:cubicBezTo>
                    <a:cubicBezTo>
                      <a:pt x="966" y="10268"/>
                      <a:pt x="684" y="10753"/>
                      <a:pt x="469" y="11279"/>
                    </a:cubicBezTo>
                    <a:cubicBezTo>
                      <a:pt x="204" y="11928"/>
                      <a:pt x="34" y="12623"/>
                      <a:pt x="18" y="13329"/>
                    </a:cubicBezTo>
                    <a:cubicBezTo>
                      <a:pt x="1" y="14323"/>
                      <a:pt x="311" y="15300"/>
                      <a:pt x="899" y="16096"/>
                    </a:cubicBezTo>
                    <a:cubicBezTo>
                      <a:pt x="1130" y="16412"/>
                      <a:pt x="1412" y="16661"/>
                      <a:pt x="1667" y="16954"/>
                    </a:cubicBezTo>
                    <a:cubicBezTo>
                      <a:pt x="2079" y="17417"/>
                      <a:pt x="2372" y="17982"/>
                      <a:pt x="2649" y="18535"/>
                    </a:cubicBezTo>
                    <a:cubicBezTo>
                      <a:pt x="3028" y="19304"/>
                      <a:pt x="3310" y="20105"/>
                      <a:pt x="3649" y="20890"/>
                    </a:cubicBezTo>
                    <a:cubicBezTo>
                      <a:pt x="3920" y="21512"/>
                      <a:pt x="4259" y="22110"/>
                      <a:pt x="4790" y="22545"/>
                    </a:cubicBezTo>
                    <a:cubicBezTo>
                      <a:pt x="5501" y="23127"/>
                      <a:pt x="6410" y="23403"/>
                      <a:pt x="7291" y="23590"/>
                    </a:cubicBezTo>
                    <a:cubicBezTo>
                      <a:pt x="7444" y="23624"/>
                      <a:pt x="7596" y="23652"/>
                      <a:pt x="7749" y="23680"/>
                    </a:cubicBezTo>
                    <a:cubicBezTo>
                      <a:pt x="7896" y="23703"/>
                      <a:pt x="8059" y="23754"/>
                      <a:pt x="8212" y="23754"/>
                    </a:cubicBezTo>
                    <a:cubicBezTo>
                      <a:pt x="8285" y="23754"/>
                      <a:pt x="8353" y="23686"/>
                      <a:pt x="8353" y="23612"/>
                    </a:cubicBezTo>
                    <a:lnTo>
                      <a:pt x="8353" y="22071"/>
                    </a:lnTo>
                    <a:lnTo>
                      <a:pt x="8353" y="19761"/>
                    </a:lnTo>
                    <a:lnTo>
                      <a:pt x="8353" y="19479"/>
                    </a:lnTo>
                    <a:cubicBezTo>
                      <a:pt x="8353" y="19465"/>
                      <a:pt x="8357" y="19448"/>
                      <a:pt x="8355" y="19430"/>
                    </a:cubicBezTo>
                    <a:lnTo>
                      <a:pt x="8355" y="19430"/>
                    </a:lnTo>
                    <a:cubicBezTo>
                      <a:pt x="8399" y="19357"/>
                      <a:pt x="8416" y="19257"/>
                      <a:pt x="8449" y="19179"/>
                    </a:cubicBezTo>
                    <a:cubicBezTo>
                      <a:pt x="8505" y="19021"/>
                      <a:pt x="8562" y="18857"/>
                      <a:pt x="8618" y="18699"/>
                    </a:cubicBezTo>
                    <a:cubicBezTo>
                      <a:pt x="8765" y="18304"/>
                      <a:pt x="8912" y="17909"/>
                      <a:pt x="9053" y="17513"/>
                    </a:cubicBezTo>
                    <a:cubicBezTo>
                      <a:pt x="9144" y="17270"/>
                      <a:pt x="9251" y="17022"/>
                      <a:pt x="9324" y="16774"/>
                    </a:cubicBezTo>
                    <a:cubicBezTo>
                      <a:pt x="9336" y="16734"/>
                      <a:pt x="9336" y="16694"/>
                      <a:pt x="9336" y="16655"/>
                    </a:cubicBezTo>
                    <a:cubicBezTo>
                      <a:pt x="9330" y="16548"/>
                      <a:pt x="9330" y="16446"/>
                      <a:pt x="9336" y="16339"/>
                    </a:cubicBezTo>
                    <a:cubicBezTo>
                      <a:pt x="9353" y="15994"/>
                      <a:pt x="9415" y="15644"/>
                      <a:pt x="9539" y="15322"/>
                    </a:cubicBezTo>
                    <a:cubicBezTo>
                      <a:pt x="9674" y="14972"/>
                      <a:pt x="9929" y="14644"/>
                      <a:pt x="10296" y="14520"/>
                    </a:cubicBezTo>
                    <a:cubicBezTo>
                      <a:pt x="10612" y="14407"/>
                      <a:pt x="10985" y="14419"/>
                      <a:pt x="11318" y="14396"/>
                    </a:cubicBezTo>
                    <a:cubicBezTo>
                      <a:pt x="12419" y="14334"/>
                      <a:pt x="13526" y="14306"/>
                      <a:pt x="14627" y="14260"/>
                    </a:cubicBezTo>
                    <a:cubicBezTo>
                      <a:pt x="15824" y="14215"/>
                      <a:pt x="17027" y="14187"/>
                      <a:pt x="18219" y="14068"/>
                    </a:cubicBezTo>
                    <a:cubicBezTo>
                      <a:pt x="18840" y="14006"/>
                      <a:pt x="19360" y="13583"/>
                      <a:pt x="19512" y="12967"/>
                    </a:cubicBezTo>
                    <a:cubicBezTo>
                      <a:pt x="19603" y="12566"/>
                      <a:pt x="19653" y="12154"/>
                      <a:pt x="19653" y="11742"/>
                    </a:cubicBezTo>
                    <a:cubicBezTo>
                      <a:pt x="19648" y="10691"/>
                      <a:pt x="19247" y="9686"/>
                      <a:pt x="18456" y="8975"/>
                    </a:cubicBezTo>
                    <a:cubicBezTo>
                      <a:pt x="18214" y="8760"/>
                      <a:pt x="17949" y="8569"/>
                      <a:pt x="17668" y="8405"/>
                    </a:cubicBezTo>
                    <a:lnTo>
                      <a:pt x="17668" y="8405"/>
                    </a:lnTo>
                    <a:cubicBezTo>
                      <a:pt x="17667" y="8405"/>
                      <a:pt x="17666" y="8405"/>
                      <a:pt x="17665" y="8404"/>
                    </a:cubicBezTo>
                    <a:lnTo>
                      <a:pt x="17665" y="8404"/>
                    </a:lnTo>
                    <a:cubicBezTo>
                      <a:pt x="17665" y="8404"/>
                      <a:pt x="17665" y="8404"/>
                      <a:pt x="17665" y="8404"/>
                    </a:cubicBezTo>
                    <a:cubicBezTo>
                      <a:pt x="17665" y="8404"/>
                      <a:pt x="17664" y="8403"/>
                      <a:pt x="17663" y="8403"/>
                    </a:cubicBezTo>
                    <a:lnTo>
                      <a:pt x="17663" y="8403"/>
                    </a:lnTo>
                    <a:cubicBezTo>
                      <a:pt x="17031" y="8048"/>
                      <a:pt x="16326" y="7845"/>
                      <a:pt x="15604" y="7777"/>
                    </a:cubicBezTo>
                    <a:cubicBezTo>
                      <a:pt x="15430" y="7761"/>
                      <a:pt x="15255" y="7756"/>
                      <a:pt x="15078" y="7756"/>
                    </a:cubicBezTo>
                    <a:cubicBezTo>
                      <a:pt x="14956" y="7756"/>
                      <a:pt x="14834" y="7758"/>
                      <a:pt x="14712" y="7760"/>
                    </a:cubicBezTo>
                    <a:cubicBezTo>
                      <a:pt x="13983" y="7772"/>
                      <a:pt x="13249" y="7783"/>
                      <a:pt x="12515" y="7794"/>
                    </a:cubicBezTo>
                    <a:cubicBezTo>
                      <a:pt x="12504" y="7795"/>
                      <a:pt x="12493" y="7795"/>
                      <a:pt x="12482" y="7795"/>
                    </a:cubicBezTo>
                    <a:lnTo>
                      <a:pt x="12482" y="7795"/>
                    </a:lnTo>
                    <a:cubicBezTo>
                      <a:pt x="13647" y="7105"/>
                      <a:pt x="14435" y="5881"/>
                      <a:pt x="14542" y="4502"/>
                    </a:cubicBezTo>
                    <a:cubicBezTo>
                      <a:pt x="14655" y="2994"/>
                      <a:pt x="13921" y="1514"/>
                      <a:pt x="12662" y="684"/>
                    </a:cubicBezTo>
                    <a:cubicBezTo>
                      <a:pt x="11974" y="230"/>
                      <a:pt x="11166" y="1"/>
                      <a:pt x="10357"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5" name="Google Shape;825;p31"/>
              <p:cNvSpPr/>
              <p:nvPr/>
            </p:nvSpPr>
            <p:spPr>
              <a:xfrm>
                <a:off x="2034250" y="3757575"/>
                <a:ext cx="999750" cy="706175"/>
              </a:xfrm>
              <a:custGeom>
                <a:avLst/>
                <a:gdLst/>
                <a:ahLst/>
                <a:cxnLst/>
                <a:rect l="l" t="t" r="r" b="b"/>
                <a:pathLst>
                  <a:path w="39990" h="28247" extrusionOk="0">
                    <a:moveTo>
                      <a:pt x="23761" y="292"/>
                    </a:moveTo>
                    <a:lnTo>
                      <a:pt x="23761" y="292"/>
                    </a:lnTo>
                    <a:cubicBezTo>
                      <a:pt x="24471" y="886"/>
                      <a:pt x="25244" y="1415"/>
                      <a:pt x="26018" y="1918"/>
                    </a:cubicBezTo>
                    <a:cubicBezTo>
                      <a:pt x="26831" y="2438"/>
                      <a:pt x="27667" y="2918"/>
                      <a:pt x="28531" y="3353"/>
                    </a:cubicBezTo>
                    <a:cubicBezTo>
                      <a:pt x="29418" y="3793"/>
                      <a:pt x="30315" y="4194"/>
                      <a:pt x="31168" y="4702"/>
                    </a:cubicBezTo>
                    <a:cubicBezTo>
                      <a:pt x="33393" y="6030"/>
                      <a:pt x="35426" y="7848"/>
                      <a:pt x="36674" y="10146"/>
                    </a:cubicBezTo>
                    <a:cubicBezTo>
                      <a:pt x="36883" y="10535"/>
                      <a:pt x="37080" y="10925"/>
                      <a:pt x="37199" y="11342"/>
                    </a:cubicBezTo>
                    <a:lnTo>
                      <a:pt x="37199" y="11342"/>
                    </a:lnTo>
                    <a:cubicBezTo>
                      <a:pt x="37199" y="11342"/>
                      <a:pt x="37199" y="11343"/>
                      <a:pt x="37200" y="11344"/>
                    </a:cubicBezTo>
                    <a:cubicBezTo>
                      <a:pt x="37200" y="11344"/>
                      <a:pt x="37200" y="11344"/>
                      <a:pt x="37200" y="11344"/>
                    </a:cubicBezTo>
                    <a:lnTo>
                      <a:pt x="37200" y="11344"/>
                    </a:lnTo>
                    <a:cubicBezTo>
                      <a:pt x="37200" y="11344"/>
                      <a:pt x="37200" y="11345"/>
                      <a:pt x="37200" y="11345"/>
                    </a:cubicBezTo>
                    <a:lnTo>
                      <a:pt x="37200" y="11345"/>
                    </a:lnTo>
                    <a:cubicBezTo>
                      <a:pt x="37482" y="12299"/>
                      <a:pt x="37697" y="13270"/>
                      <a:pt x="37911" y="14235"/>
                    </a:cubicBezTo>
                    <a:cubicBezTo>
                      <a:pt x="38470" y="16822"/>
                      <a:pt x="38894" y="19442"/>
                      <a:pt x="39199" y="22068"/>
                    </a:cubicBezTo>
                    <a:cubicBezTo>
                      <a:pt x="39430" y="24026"/>
                      <a:pt x="39597" y="25995"/>
                      <a:pt x="39700" y="27964"/>
                    </a:cubicBezTo>
                    <a:lnTo>
                      <a:pt x="296" y="27964"/>
                    </a:lnTo>
                    <a:cubicBezTo>
                      <a:pt x="480" y="24425"/>
                      <a:pt x="867" y="20892"/>
                      <a:pt x="1469" y="17398"/>
                    </a:cubicBezTo>
                    <a:cubicBezTo>
                      <a:pt x="1796" y="15523"/>
                      <a:pt x="2175" y="13653"/>
                      <a:pt x="2666" y="11812"/>
                    </a:cubicBezTo>
                    <a:cubicBezTo>
                      <a:pt x="2835" y="11169"/>
                      <a:pt x="3067" y="10604"/>
                      <a:pt x="3395" y="10017"/>
                    </a:cubicBezTo>
                    <a:cubicBezTo>
                      <a:pt x="4569" y="7916"/>
                      <a:pt x="6399" y="6222"/>
                      <a:pt x="8421" y="4951"/>
                    </a:cubicBezTo>
                    <a:cubicBezTo>
                      <a:pt x="9189" y="4471"/>
                      <a:pt x="9985" y="4047"/>
                      <a:pt x="10804" y="3669"/>
                    </a:cubicBezTo>
                    <a:cubicBezTo>
                      <a:pt x="11662" y="3268"/>
                      <a:pt x="12498" y="2822"/>
                      <a:pt x="13306" y="2336"/>
                    </a:cubicBezTo>
                    <a:cubicBezTo>
                      <a:pt x="14294" y="1738"/>
                      <a:pt x="15248" y="1088"/>
                      <a:pt x="16146" y="365"/>
                    </a:cubicBezTo>
                    <a:cubicBezTo>
                      <a:pt x="16176" y="339"/>
                      <a:pt x="16205" y="316"/>
                      <a:pt x="16233" y="292"/>
                    </a:cubicBezTo>
                    <a:lnTo>
                      <a:pt x="16254" y="292"/>
                    </a:lnTo>
                    <a:cubicBezTo>
                      <a:pt x="16316" y="684"/>
                      <a:pt x="16490" y="1065"/>
                      <a:pt x="16767" y="1348"/>
                    </a:cubicBezTo>
                    <a:cubicBezTo>
                      <a:pt x="17137" y="1727"/>
                      <a:pt x="17676" y="1907"/>
                      <a:pt x="18203" y="1907"/>
                    </a:cubicBezTo>
                    <a:cubicBezTo>
                      <a:pt x="18336" y="1907"/>
                      <a:pt x="18469" y="1896"/>
                      <a:pt x="18597" y="1873"/>
                    </a:cubicBezTo>
                    <a:cubicBezTo>
                      <a:pt x="19030" y="1802"/>
                      <a:pt x="19444" y="1611"/>
                      <a:pt x="19757" y="1306"/>
                    </a:cubicBezTo>
                    <a:lnTo>
                      <a:pt x="19757" y="1306"/>
                    </a:lnTo>
                    <a:cubicBezTo>
                      <a:pt x="20163" y="1705"/>
                      <a:pt x="20725" y="1905"/>
                      <a:pt x="21280" y="1905"/>
                    </a:cubicBezTo>
                    <a:cubicBezTo>
                      <a:pt x="22060" y="1905"/>
                      <a:pt x="22828" y="1511"/>
                      <a:pt x="23138" y="727"/>
                    </a:cubicBezTo>
                    <a:cubicBezTo>
                      <a:pt x="23194" y="585"/>
                      <a:pt x="23233" y="440"/>
                      <a:pt x="23256" y="292"/>
                    </a:cubicBezTo>
                    <a:close/>
                    <a:moveTo>
                      <a:pt x="23739" y="1"/>
                    </a:moveTo>
                    <a:cubicBezTo>
                      <a:pt x="23674" y="1"/>
                      <a:pt x="23606" y="9"/>
                      <a:pt x="23550" y="9"/>
                    </a:cubicBezTo>
                    <a:lnTo>
                      <a:pt x="23132" y="9"/>
                    </a:lnTo>
                    <a:cubicBezTo>
                      <a:pt x="23053" y="9"/>
                      <a:pt x="22997" y="77"/>
                      <a:pt x="22991" y="151"/>
                    </a:cubicBezTo>
                    <a:cubicBezTo>
                      <a:pt x="22951" y="642"/>
                      <a:pt x="22652" y="1173"/>
                      <a:pt x="22178" y="1421"/>
                    </a:cubicBezTo>
                    <a:cubicBezTo>
                      <a:pt x="21912" y="1562"/>
                      <a:pt x="21610" y="1630"/>
                      <a:pt x="21308" y="1630"/>
                    </a:cubicBezTo>
                    <a:cubicBezTo>
                      <a:pt x="20762" y="1630"/>
                      <a:pt x="20213" y="1410"/>
                      <a:pt x="19857" y="1003"/>
                    </a:cubicBezTo>
                    <a:cubicBezTo>
                      <a:pt x="19831" y="975"/>
                      <a:pt x="19793" y="961"/>
                      <a:pt x="19756" y="961"/>
                    </a:cubicBezTo>
                    <a:cubicBezTo>
                      <a:pt x="19718" y="961"/>
                      <a:pt x="19682" y="975"/>
                      <a:pt x="19659" y="1003"/>
                    </a:cubicBezTo>
                    <a:cubicBezTo>
                      <a:pt x="19299" y="1410"/>
                      <a:pt x="18751" y="1630"/>
                      <a:pt x="18206" y="1630"/>
                    </a:cubicBezTo>
                    <a:cubicBezTo>
                      <a:pt x="17904" y="1630"/>
                      <a:pt x="17604" y="1562"/>
                      <a:pt x="17338" y="1421"/>
                    </a:cubicBezTo>
                    <a:cubicBezTo>
                      <a:pt x="16863" y="1173"/>
                      <a:pt x="16559" y="642"/>
                      <a:pt x="16519" y="151"/>
                    </a:cubicBezTo>
                    <a:cubicBezTo>
                      <a:pt x="16513" y="77"/>
                      <a:pt x="16463" y="9"/>
                      <a:pt x="16378" y="9"/>
                    </a:cubicBezTo>
                    <a:cubicBezTo>
                      <a:pt x="16350" y="9"/>
                      <a:pt x="16324" y="9"/>
                      <a:pt x="16298" y="9"/>
                    </a:cubicBezTo>
                    <a:cubicBezTo>
                      <a:pt x="16208" y="9"/>
                      <a:pt x="16129" y="16"/>
                      <a:pt x="16050" y="77"/>
                    </a:cubicBezTo>
                    <a:cubicBezTo>
                      <a:pt x="15960" y="145"/>
                      <a:pt x="15875" y="224"/>
                      <a:pt x="15785" y="292"/>
                    </a:cubicBezTo>
                    <a:cubicBezTo>
                      <a:pt x="15373" y="619"/>
                      <a:pt x="14943" y="924"/>
                      <a:pt x="14509" y="1224"/>
                    </a:cubicBezTo>
                    <a:cubicBezTo>
                      <a:pt x="13820" y="1698"/>
                      <a:pt x="13102" y="2139"/>
                      <a:pt x="12374" y="2551"/>
                    </a:cubicBezTo>
                    <a:cubicBezTo>
                      <a:pt x="11527" y="3025"/>
                      <a:pt x="10640" y="3409"/>
                      <a:pt x="9776" y="3855"/>
                    </a:cubicBezTo>
                    <a:cubicBezTo>
                      <a:pt x="7336" y="5115"/>
                      <a:pt x="5083" y="6882"/>
                      <a:pt x="3558" y="9198"/>
                    </a:cubicBezTo>
                    <a:cubicBezTo>
                      <a:pt x="3112" y="9881"/>
                      <a:pt x="2700" y="10626"/>
                      <a:pt x="2474" y="11423"/>
                    </a:cubicBezTo>
                    <a:cubicBezTo>
                      <a:pt x="2034" y="13015"/>
                      <a:pt x="1695" y="14636"/>
                      <a:pt x="1390" y="16257"/>
                    </a:cubicBezTo>
                    <a:cubicBezTo>
                      <a:pt x="752" y="19657"/>
                      <a:pt x="328" y="23096"/>
                      <a:pt x="97" y="26541"/>
                    </a:cubicBezTo>
                    <a:cubicBezTo>
                      <a:pt x="63" y="27060"/>
                      <a:pt x="34" y="27585"/>
                      <a:pt x="6" y="28105"/>
                    </a:cubicBezTo>
                    <a:cubicBezTo>
                      <a:pt x="1" y="28184"/>
                      <a:pt x="74" y="28246"/>
                      <a:pt x="147" y="28246"/>
                    </a:cubicBezTo>
                    <a:lnTo>
                      <a:pt x="39848" y="28246"/>
                    </a:lnTo>
                    <a:cubicBezTo>
                      <a:pt x="39922" y="28246"/>
                      <a:pt x="39989" y="28184"/>
                      <a:pt x="39989" y="28105"/>
                    </a:cubicBezTo>
                    <a:cubicBezTo>
                      <a:pt x="39820" y="24745"/>
                      <a:pt x="39464" y="21390"/>
                      <a:pt x="38922" y="18064"/>
                    </a:cubicBezTo>
                    <a:cubicBezTo>
                      <a:pt x="38600" y="16104"/>
                      <a:pt x="38216" y="14156"/>
                      <a:pt x="37730" y="12230"/>
                    </a:cubicBezTo>
                    <a:cubicBezTo>
                      <a:pt x="37651" y="11908"/>
                      <a:pt x="37567" y="11586"/>
                      <a:pt x="37476" y="11270"/>
                    </a:cubicBezTo>
                    <a:cubicBezTo>
                      <a:pt x="37363" y="10881"/>
                      <a:pt x="37177" y="10502"/>
                      <a:pt x="36991" y="10146"/>
                    </a:cubicBezTo>
                    <a:cubicBezTo>
                      <a:pt x="36494" y="9192"/>
                      <a:pt x="35850" y="8311"/>
                      <a:pt x="35121" y="7520"/>
                    </a:cubicBezTo>
                    <a:cubicBezTo>
                      <a:pt x="33992" y="6284"/>
                      <a:pt x="32648" y="5245"/>
                      <a:pt x="31202" y="4397"/>
                    </a:cubicBezTo>
                    <a:cubicBezTo>
                      <a:pt x="30259" y="3844"/>
                      <a:pt x="29259" y="3415"/>
                      <a:pt x="28294" y="2912"/>
                    </a:cubicBezTo>
                    <a:cubicBezTo>
                      <a:pt x="27413" y="2455"/>
                      <a:pt x="26566" y="1947"/>
                      <a:pt x="25741" y="1399"/>
                    </a:cubicBezTo>
                    <a:cubicBezTo>
                      <a:pt x="25182" y="1026"/>
                      <a:pt x="24634" y="631"/>
                      <a:pt x="24103" y="207"/>
                    </a:cubicBezTo>
                    <a:cubicBezTo>
                      <a:pt x="24036" y="151"/>
                      <a:pt x="23945" y="49"/>
                      <a:pt x="23855" y="15"/>
                    </a:cubicBezTo>
                    <a:cubicBezTo>
                      <a:pt x="23820" y="4"/>
                      <a:pt x="23780" y="1"/>
                      <a:pt x="23739"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6" name="Google Shape;826;p31"/>
              <p:cNvSpPr/>
              <p:nvPr/>
            </p:nvSpPr>
            <p:spPr>
              <a:xfrm>
                <a:off x="2440000" y="3757225"/>
                <a:ext cx="176225" cy="7650"/>
              </a:xfrm>
              <a:custGeom>
                <a:avLst/>
                <a:gdLst/>
                <a:ahLst/>
                <a:cxnLst/>
                <a:rect l="l" t="t" r="r" b="b"/>
                <a:pathLst>
                  <a:path w="7049" h="306" extrusionOk="0">
                    <a:moveTo>
                      <a:pt x="148" y="1"/>
                    </a:moveTo>
                    <a:cubicBezTo>
                      <a:pt x="74" y="1"/>
                      <a:pt x="1" y="63"/>
                      <a:pt x="7" y="142"/>
                    </a:cubicBezTo>
                    <a:cubicBezTo>
                      <a:pt x="7" y="148"/>
                      <a:pt x="7" y="159"/>
                      <a:pt x="7" y="165"/>
                    </a:cubicBezTo>
                    <a:cubicBezTo>
                      <a:pt x="12" y="244"/>
                      <a:pt x="69" y="306"/>
                      <a:pt x="148" y="306"/>
                    </a:cubicBezTo>
                    <a:lnTo>
                      <a:pt x="6902" y="306"/>
                    </a:lnTo>
                    <a:cubicBezTo>
                      <a:pt x="6962" y="306"/>
                      <a:pt x="7003" y="274"/>
                      <a:pt x="7023" y="232"/>
                    </a:cubicBezTo>
                    <a:lnTo>
                      <a:pt x="7023" y="232"/>
                    </a:lnTo>
                    <a:cubicBezTo>
                      <a:pt x="7034" y="214"/>
                      <a:pt x="7042" y="191"/>
                      <a:pt x="7043" y="165"/>
                    </a:cubicBezTo>
                    <a:cubicBezTo>
                      <a:pt x="7043" y="159"/>
                      <a:pt x="7043" y="148"/>
                      <a:pt x="7043" y="142"/>
                    </a:cubicBezTo>
                    <a:cubicBezTo>
                      <a:pt x="7049" y="63"/>
                      <a:pt x="6975" y="1"/>
                      <a:pt x="690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7" name="Google Shape;827;p31"/>
              <p:cNvSpPr/>
              <p:nvPr/>
            </p:nvSpPr>
            <p:spPr>
              <a:xfrm>
                <a:off x="2440000" y="3757800"/>
                <a:ext cx="176225" cy="47450"/>
              </a:xfrm>
              <a:custGeom>
                <a:avLst/>
                <a:gdLst/>
                <a:ahLst/>
                <a:cxnLst/>
                <a:rect l="l" t="t" r="r" b="b"/>
                <a:pathLst>
                  <a:path w="7049" h="1898" extrusionOk="0">
                    <a:moveTo>
                      <a:pt x="6741" y="283"/>
                    </a:moveTo>
                    <a:cubicBezTo>
                      <a:pt x="6725" y="362"/>
                      <a:pt x="6708" y="441"/>
                      <a:pt x="6682" y="520"/>
                    </a:cubicBezTo>
                    <a:cubicBezTo>
                      <a:pt x="6608" y="735"/>
                      <a:pt x="6495" y="944"/>
                      <a:pt x="6337" y="1113"/>
                    </a:cubicBezTo>
                    <a:cubicBezTo>
                      <a:pt x="6020" y="1454"/>
                      <a:pt x="5533" y="1618"/>
                      <a:pt x="5070" y="1618"/>
                    </a:cubicBezTo>
                    <a:cubicBezTo>
                      <a:pt x="4965" y="1618"/>
                      <a:pt x="4862" y="1610"/>
                      <a:pt x="4762" y="1593"/>
                    </a:cubicBezTo>
                    <a:cubicBezTo>
                      <a:pt x="4327" y="1520"/>
                      <a:pt x="3920" y="1328"/>
                      <a:pt x="3627" y="994"/>
                    </a:cubicBezTo>
                    <a:cubicBezTo>
                      <a:pt x="3601" y="966"/>
                      <a:pt x="3563" y="952"/>
                      <a:pt x="3526" y="952"/>
                    </a:cubicBezTo>
                    <a:cubicBezTo>
                      <a:pt x="3488" y="952"/>
                      <a:pt x="3452" y="966"/>
                      <a:pt x="3429" y="994"/>
                    </a:cubicBezTo>
                    <a:cubicBezTo>
                      <a:pt x="3096" y="1378"/>
                      <a:pt x="2559" y="1616"/>
                      <a:pt x="2051" y="1616"/>
                    </a:cubicBezTo>
                    <a:cubicBezTo>
                      <a:pt x="1582" y="1616"/>
                      <a:pt x="1102" y="1503"/>
                      <a:pt x="758" y="1158"/>
                    </a:cubicBezTo>
                    <a:cubicBezTo>
                      <a:pt x="543" y="944"/>
                      <a:pt x="402" y="673"/>
                      <a:pt x="334" y="384"/>
                    </a:cubicBezTo>
                    <a:cubicBezTo>
                      <a:pt x="324" y="349"/>
                      <a:pt x="317" y="316"/>
                      <a:pt x="312" y="283"/>
                    </a:cubicBezTo>
                    <a:close/>
                    <a:moveTo>
                      <a:pt x="148" y="0"/>
                    </a:moveTo>
                    <a:cubicBezTo>
                      <a:pt x="80" y="0"/>
                      <a:pt x="1" y="68"/>
                      <a:pt x="7" y="142"/>
                    </a:cubicBezTo>
                    <a:cubicBezTo>
                      <a:pt x="63" y="802"/>
                      <a:pt x="453" y="1429"/>
                      <a:pt x="1063" y="1706"/>
                    </a:cubicBezTo>
                    <a:cubicBezTo>
                      <a:pt x="1379" y="1847"/>
                      <a:pt x="1712" y="1898"/>
                      <a:pt x="2051" y="1898"/>
                    </a:cubicBezTo>
                    <a:cubicBezTo>
                      <a:pt x="2584" y="1898"/>
                      <a:pt x="3146" y="1670"/>
                      <a:pt x="3527" y="1298"/>
                    </a:cubicBezTo>
                    <a:lnTo>
                      <a:pt x="3527" y="1298"/>
                    </a:lnTo>
                    <a:cubicBezTo>
                      <a:pt x="3929" y="1698"/>
                      <a:pt x="4498" y="1894"/>
                      <a:pt x="5064" y="1894"/>
                    </a:cubicBezTo>
                    <a:cubicBezTo>
                      <a:pt x="5178" y="1894"/>
                      <a:pt x="5293" y="1886"/>
                      <a:pt x="5406" y="1870"/>
                    </a:cubicBezTo>
                    <a:cubicBezTo>
                      <a:pt x="6100" y="1774"/>
                      <a:pt x="6659" y="1356"/>
                      <a:pt x="6913" y="701"/>
                    </a:cubicBezTo>
                    <a:cubicBezTo>
                      <a:pt x="6987" y="520"/>
                      <a:pt x="7026" y="334"/>
                      <a:pt x="7043" y="142"/>
                    </a:cubicBezTo>
                    <a:cubicBezTo>
                      <a:pt x="7049" y="68"/>
                      <a:pt x="6975" y="0"/>
                      <a:pt x="690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828" name="Google Shape;828;p31"/>
            <p:cNvGrpSpPr/>
            <p:nvPr/>
          </p:nvGrpSpPr>
          <p:grpSpPr>
            <a:xfrm>
              <a:off x="7350078" y="3118726"/>
              <a:ext cx="1403949" cy="1713667"/>
              <a:chOff x="2530500" y="1412150"/>
              <a:chExt cx="999750" cy="1220300"/>
            </a:xfrm>
          </p:grpSpPr>
          <p:sp>
            <p:nvSpPr>
              <p:cNvPr id="829" name="Google Shape;829;p31"/>
              <p:cNvSpPr/>
              <p:nvPr/>
            </p:nvSpPr>
            <p:spPr>
              <a:xfrm>
                <a:off x="2932025" y="1470100"/>
                <a:ext cx="334350" cy="463500"/>
              </a:xfrm>
              <a:custGeom>
                <a:avLst/>
                <a:gdLst/>
                <a:ahLst/>
                <a:cxnLst/>
                <a:rect l="l" t="t" r="r" b="b"/>
                <a:pathLst>
                  <a:path w="13374" h="18540" extrusionOk="0">
                    <a:moveTo>
                      <a:pt x="2578" y="415"/>
                    </a:moveTo>
                    <a:lnTo>
                      <a:pt x="2578" y="415"/>
                    </a:lnTo>
                    <a:cubicBezTo>
                      <a:pt x="4084" y="774"/>
                      <a:pt x="5637" y="1007"/>
                      <a:pt x="7189" y="1007"/>
                    </a:cubicBezTo>
                    <a:cubicBezTo>
                      <a:pt x="7284" y="1007"/>
                      <a:pt x="7378" y="1006"/>
                      <a:pt x="7472" y="1004"/>
                    </a:cubicBezTo>
                    <a:cubicBezTo>
                      <a:pt x="8387" y="988"/>
                      <a:pt x="9330" y="897"/>
                      <a:pt x="10211" y="620"/>
                    </a:cubicBezTo>
                    <a:cubicBezTo>
                      <a:pt x="10318" y="586"/>
                      <a:pt x="10428" y="552"/>
                      <a:pt x="10534" y="508"/>
                    </a:cubicBezTo>
                    <a:lnTo>
                      <a:pt x="10534" y="508"/>
                    </a:lnTo>
                    <a:cubicBezTo>
                      <a:pt x="11027" y="1155"/>
                      <a:pt x="11345" y="1943"/>
                      <a:pt x="11426" y="2755"/>
                    </a:cubicBezTo>
                    <a:cubicBezTo>
                      <a:pt x="11465" y="3145"/>
                      <a:pt x="11454" y="3546"/>
                      <a:pt x="11454" y="3941"/>
                    </a:cubicBezTo>
                    <a:lnTo>
                      <a:pt x="11454" y="5359"/>
                    </a:lnTo>
                    <a:cubicBezTo>
                      <a:pt x="11454" y="5455"/>
                      <a:pt x="11426" y="5613"/>
                      <a:pt x="11493" y="5686"/>
                    </a:cubicBezTo>
                    <a:cubicBezTo>
                      <a:pt x="11584" y="5782"/>
                      <a:pt x="11714" y="5861"/>
                      <a:pt x="11815" y="5940"/>
                    </a:cubicBezTo>
                    <a:cubicBezTo>
                      <a:pt x="12160" y="6217"/>
                      <a:pt x="12504" y="6488"/>
                      <a:pt x="12854" y="6765"/>
                    </a:cubicBezTo>
                    <a:cubicBezTo>
                      <a:pt x="13029" y="6912"/>
                      <a:pt x="13120" y="7132"/>
                      <a:pt x="13018" y="7352"/>
                    </a:cubicBezTo>
                    <a:cubicBezTo>
                      <a:pt x="12922" y="7567"/>
                      <a:pt x="12702" y="7674"/>
                      <a:pt x="12476" y="7680"/>
                    </a:cubicBezTo>
                    <a:lnTo>
                      <a:pt x="11567" y="7680"/>
                    </a:lnTo>
                    <a:cubicBezTo>
                      <a:pt x="11488" y="7680"/>
                      <a:pt x="11431" y="7742"/>
                      <a:pt x="11426" y="7821"/>
                    </a:cubicBezTo>
                    <a:cubicBezTo>
                      <a:pt x="11267" y="9588"/>
                      <a:pt x="10307" y="11232"/>
                      <a:pt x="8833" y="12231"/>
                    </a:cubicBezTo>
                    <a:cubicBezTo>
                      <a:pt x="8421" y="12514"/>
                      <a:pt x="7975" y="12740"/>
                      <a:pt x="7512" y="12909"/>
                    </a:cubicBezTo>
                    <a:cubicBezTo>
                      <a:pt x="7450" y="12932"/>
                      <a:pt x="7405" y="12982"/>
                      <a:pt x="7405" y="13045"/>
                    </a:cubicBezTo>
                    <a:lnTo>
                      <a:pt x="7405" y="14857"/>
                    </a:lnTo>
                    <a:lnTo>
                      <a:pt x="7405" y="17738"/>
                    </a:lnTo>
                    <a:lnTo>
                      <a:pt x="7405" y="18257"/>
                    </a:lnTo>
                    <a:lnTo>
                      <a:pt x="283" y="18257"/>
                    </a:lnTo>
                    <a:lnTo>
                      <a:pt x="283" y="16710"/>
                    </a:lnTo>
                    <a:lnTo>
                      <a:pt x="283" y="14022"/>
                    </a:lnTo>
                    <a:lnTo>
                      <a:pt x="283" y="13406"/>
                    </a:lnTo>
                    <a:lnTo>
                      <a:pt x="283" y="11746"/>
                    </a:lnTo>
                    <a:lnTo>
                      <a:pt x="283" y="10808"/>
                    </a:lnTo>
                    <a:lnTo>
                      <a:pt x="283" y="8617"/>
                    </a:lnTo>
                    <a:lnTo>
                      <a:pt x="283" y="6347"/>
                    </a:lnTo>
                    <a:lnTo>
                      <a:pt x="283" y="5534"/>
                    </a:lnTo>
                    <a:cubicBezTo>
                      <a:pt x="283" y="5445"/>
                      <a:pt x="291" y="5351"/>
                      <a:pt x="291" y="5261"/>
                    </a:cubicBezTo>
                    <a:lnTo>
                      <a:pt x="291" y="5261"/>
                    </a:lnTo>
                    <a:cubicBezTo>
                      <a:pt x="1182" y="5259"/>
                      <a:pt x="2088" y="4818"/>
                      <a:pt x="2650" y="4144"/>
                    </a:cubicBezTo>
                    <a:cubicBezTo>
                      <a:pt x="3276" y="3393"/>
                      <a:pt x="3497" y="2360"/>
                      <a:pt x="3180" y="1428"/>
                    </a:cubicBezTo>
                    <a:cubicBezTo>
                      <a:pt x="3051" y="1049"/>
                      <a:pt x="2843" y="707"/>
                      <a:pt x="2578" y="415"/>
                    </a:cubicBezTo>
                    <a:close/>
                    <a:moveTo>
                      <a:pt x="2078" y="0"/>
                    </a:moveTo>
                    <a:cubicBezTo>
                      <a:pt x="1940" y="0"/>
                      <a:pt x="1898" y="182"/>
                      <a:pt x="2011" y="265"/>
                    </a:cubicBezTo>
                    <a:cubicBezTo>
                      <a:pt x="2763" y="846"/>
                      <a:pt x="3175" y="1806"/>
                      <a:pt x="3005" y="2750"/>
                    </a:cubicBezTo>
                    <a:cubicBezTo>
                      <a:pt x="2859" y="3574"/>
                      <a:pt x="2305" y="4269"/>
                      <a:pt x="1571" y="4653"/>
                    </a:cubicBezTo>
                    <a:cubicBezTo>
                      <a:pt x="1181" y="4853"/>
                      <a:pt x="721" y="4978"/>
                      <a:pt x="275" y="4978"/>
                    </a:cubicBezTo>
                    <a:cubicBezTo>
                      <a:pt x="231" y="4978"/>
                      <a:pt x="186" y="4977"/>
                      <a:pt x="142" y="4975"/>
                    </a:cubicBezTo>
                    <a:cubicBezTo>
                      <a:pt x="69" y="4975"/>
                      <a:pt x="1" y="5042"/>
                      <a:pt x="1" y="5116"/>
                    </a:cubicBezTo>
                    <a:lnTo>
                      <a:pt x="1" y="6115"/>
                    </a:lnTo>
                    <a:lnTo>
                      <a:pt x="1" y="8323"/>
                    </a:lnTo>
                    <a:lnTo>
                      <a:pt x="1" y="10588"/>
                    </a:lnTo>
                    <a:lnTo>
                      <a:pt x="1" y="11734"/>
                    </a:lnTo>
                    <a:lnTo>
                      <a:pt x="1" y="13338"/>
                    </a:lnTo>
                    <a:lnTo>
                      <a:pt x="1" y="13406"/>
                    </a:lnTo>
                    <a:lnTo>
                      <a:pt x="1" y="15095"/>
                    </a:lnTo>
                    <a:lnTo>
                      <a:pt x="1" y="17783"/>
                    </a:lnTo>
                    <a:lnTo>
                      <a:pt x="1" y="18398"/>
                    </a:lnTo>
                    <a:cubicBezTo>
                      <a:pt x="1" y="18472"/>
                      <a:pt x="69" y="18539"/>
                      <a:pt x="142" y="18539"/>
                    </a:cubicBezTo>
                    <a:lnTo>
                      <a:pt x="7546" y="18539"/>
                    </a:lnTo>
                    <a:cubicBezTo>
                      <a:pt x="7625" y="18539"/>
                      <a:pt x="7687" y="18472"/>
                      <a:pt x="7687" y="18398"/>
                    </a:cubicBezTo>
                    <a:lnTo>
                      <a:pt x="7687" y="16585"/>
                    </a:lnTo>
                    <a:lnTo>
                      <a:pt x="7687" y="13705"/>
                    </a:lnTo>
                    <a:lnTo>
                      <a:pt x="7687" y="13142"/>
                    </a:lnTo>
                    <a:lnTo>
                      <a:pt x="7687" y="13142"/>
                    </a:lnTo>
                    <a:cubicBezTo>
                      <a:pt x="9390" y="12493"/>
                      <a:pt x="10754" y="11113"/>
                      <a:pt x="11369" y="9385"/>
                    </a:cubicBezTo>
                    <a:cubicBezTo>
                      <a:pt x="11534" y="8927"/>
                      <a:pt x="11642" y="8446"/>
                      <a:pt x="11694" y="7962"/>
                    </a:cubicBezTo>
                    <a:lnTo>
                      <a:pt x="12448" y="7962"/>
                    </a:lnTo>
                    <a:cubicBezTo>
                      <a:pt x="12866" y="7956"/>
                      <a:pt x="13272" y="7702"/>
                      <a:pt x="13334" y="7262"/>
                    </a:cubicBezTo>
                    <a:cubicBezTo>
                      <a:pt x="13373" y="6994"/>
                      <a:pt x="13264" y="6742"/>
                      <a:pt x="13059" y="6568"/>
                    </a:cubicBezTo>
                    <a:lnTo>
                      <a:pt x="13059" y="6568"/>
                    </a:lnTo>
                    <a:cubicBezTo>
                      <a:pt x="13057" y="6566"/>
                      <a:pt x="13055" y="6563"/>
                      <a:pt x="13052" y="6561"/>
                    </a:cubicBezTo>
                    <a:lnTo>
                      <a:pt x="13052" y="6561"/>
                    </a:lnTo>
                    <a:cubicBezTo>
                      <a:pt x="13052" y="6561"/>
                      <a:pt x="13052" y="6561"/>
                      <a:pt x="13052" y="6561"/>
                    </a:cubicBezTo>
                    <a:cubicBezTo>
                      <a:pt x="13051" y="6561"/>
                      <a:pt x="13051" y="6560"/>
                      <a:pt x="13050" y="6560"/>
                    </a:cubicBezTo>
                    <a:lnTo>
                      <a:pt x="13050" y="6560"/>
                    </a:lnTo>
                    <a:cubicBezTo>
                      <a:pt x="12614" y="6216"/>
                      <a:pt x="12173" y="5868"/>
                      <a:pt x="11736" y="5524"/>
                    </a:cubicBezTo>
                    <a:lnTo>
                      <a:pt x="11736" y="5524"/>
                    </a:lnTo>
                    <a:lnTo>
                      <a:pt x="11736" y="4009"/>
                    </a:lnTo>
                    <a:cubicBezTo>
                      <a:pt x="11736" y="3309"/>
                      <a:pt x="11747" y="2614"/>
                      <a:pt x="11555" y="1931"/>
                    </a:cubicBezTo>
                    <a:cubicBezTo>
                      <a:pt x="11380" y="1298"/>
                      <a:pt x="11064" y="711"/>
                      <a:pt x="10646" y="203"/>
                    </a:cubicBezTo>
                    <a:cubicBezTo>
                      <a:pt x="10618" y="167"/>
                      <a:pt x="10586" y="153"/>
                      <a:pt x="10554" y="153"/>
                    </a:cubicBezTo>
                    <a:cubicBezTo>
                      <a:pt x="10501" y="153"/>
                      <a:pt x="10449" y="195"/>
                      <a:pt x="10426" y="250"/>
                    </a:cubicBezTo>
                    <a:lnTo>
                      <a:pt x="10426" y="250"/>
                    </a:lnTo>
                    <a:cubicBezTo>
                      <a:pt x="10354" y="276"/>
                      <a:pt x="10283" y="301"/>
                      <a:pt x="10211" y="327"/>
                    </a:cubicBezTo>
                    <a:cubicBezTo>
                      <a:pt x="9906" y="428"/>
                      <a:pt x="9590" y="502"/>
                      <a:pt x="9274" y="558"/>
                    </a:cubicBezTo>
                    <a:cubicBezTo>
                      <a:pt x="8602" y="679"/>
                      <a:pt x="7916" y="729"/>
                      <a:pt x="7230" y="729"/>
                    </a:cubicBezTo>
                    <a:cubicBezTo>
                      <a:pt x="6637" y="729"/>
                      <a:pt x="6043" y="692"/>
                      <a:pt x="5456" y="632"/>
                    </a:cubicBezTo>
                    <a:cubicBezTo>
                      <a:pt x="4333" y="513"/>
                      <a:pt x="3214" y="293"/>
                      <a:pt x="2119" y="5"/>
                    </a:cubicBezTo>
                    <a:cubicBezTo>
                      <a:pt x="2104" y="2"/>
                      <a:pt x="2091" y="0"/>
                      <a:pt x="2078"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0" name="Google Shape;830;p31"/>
              <p:cNvSpPr/>
              <p:nvPr/>
            </p:nvSpPr>
            <p:spPr>
              <a:xfrm>
                <a:off x="2793250" y="1412150"/>
                <a:ext cx="406800" cy="355175"/>
              </a:xfrm>
              <a:custGeom>
                <a:avLst/>
                <a:gdLst/>
                <a:ahLst/>
                <a:cxnLst/>
                <a:rect l="l" t="t" r="r" b="b"/>
                <a:pathLst>
                  <a:path w="16272" h="14207" extrusionOk="0">
                    <a:moveTo>
                      <a:pt x="9000" y="284"/>
                    </a:moveTo>
                    <a:cubicBezTo>
                      <a:pt x="10460" y="284"/>
                      <a:pt x="11941" y="445"/>
                      <a:pt x="13328" y="917"/>
                    </a:cubicBezTo>
                    <a:cubicBezTo>
                      <a:pt x="13712" y="1041"/>
                      <a:pt x="14085" y="1199"/>
                      <a:pt x="14447" y="1385"/>
                    </a:cubicBezTo>
                    <a:cubicBezTo>
                      <a:pt x="14627" y="1476"/>
                      <a:pt x="14808" y="1577"/>
                      <a:pt x="14977" y="1690"/>
                    </a:cubicBezTo>
                    <a:cubicBezTo>
                      <a:pt x="15175" y="1815"/>
                      <a:pt x="15344" y="1961"/>
                      <a:pt x="15525" y="2108"/>
                    </a:cubicBezTo>
                    <a:cubicBezTo>
                      <a:pt x="15667" y="2250"/>
                      <a:pt x="15824" y="2407"/>
                      <a:pt x="15925" y="2587"/>
                    </a:cubicBezTo>
                    <a:lnTo>
                      <a:pt x="15925" y="2587"/>
                    </a:lnTo>
                    <a:cubicBezTo>
                      <a:pt x="15871" y="2606"/>
                      <a:pt x="15816" y="2625"/>
                      <a:pt x="15762" y="2645"/>
                    </a:cubicBezTo>
                    <a:cubicBezTo>
                      <a:pt x="15457" y="2746"/>
                      <a:pt x="15141" y="2820"/>
                      <a:pt x="14825" y="2876"/>
                    </a:cubicBezTo>
                    <a:cubicBezTo>
                      <a:pt x="14153" y="2997"/>
                      <a:pt x="13467" y="3047"/>
                      <a:pt x="12781" y="3047"/>
                    </a:cubicBezTo>
                    <a:cubicBezTo>
                      <a:pt x="12188" y="3047"/>
                      <a:pt x="11594" y="3010"/>
                      <a:pt x="11007" y="2950"/>
                    </a:cubicBezTo>
                    <a:cubicBezTo>
                      <a:pt x="9884" y="2831"/>
                      <a:pt x="8765" y="2611"/>
                      <a:pt x="7670" y="2323"/>
                    </a:cubicBezTo>
                    <a:cubicBezTo>
                      <a:pt x="7655" y="2320"/>
                      <a:pt x="7642" y="2318"/>
                      <a:pt x="7629" y="2318"/>
                    </a:cubicBezTo>
                    <a:cubicBezTo>
                      <a:pt x="7491" y="2318"/>
                      <a:pt x="7449" y="2500"/>
                      <a:pt x="7562" y="2583"/>
                    </a:cubicBezTo>
                    <a:cubicBezTo>
                      <a:pt x="8314" y="3164"/>
                      <a:pt x="8726" y="4124"/>
                      <a:pt x="8556" y="5068"/>
                    </a:cubicBezTo>
                    <a:cubicBezTo>
                      <a:pt x="8410" y="5892"/>
                      <a:pt x="7856" y="6587"/>
                      <a:pt x="7122" y="6971"/>
                    </a:cubicBezTo>
                    <a:cubicBezTo>
                      <a:pt x="6732" y="7171"/>
                      <a:pt x="6272" y="7296"/>
                      <a:pt x="5826" y="7296"/>
                    </a:cubicBezTo>
                    <a:cubicBezTo>
                      <a:pt x="5782" y="7296"/>
                      <a:pt x="5737" y="7295"/>
                      <a:pt x="5693" y="7293"/>
                    </a:cubicBezTo>
                    <a:cubicBezTo>
                      <a:pt x="5620" y="7293"/>
                      <a:pt x="5552" y="7360"/>
                      <a:pt x="5552" y="7434"/>
                    </a:cubicBezTo>
                    <a:lnTo>
                      <a:pt x="5552" y="9676"/>
                    </a:lnTo>
                    <a:lnTo>
                      <a:pt x="5552" y="13239"/>
                    </a:lnTo>
                    <a:lnTo>
                      <a:pt x="5552" y="13844"/>
                    </a:lnTo>
                    <a:lnTo>
                      <a:pt x="5552" y="13844"/>
                    </a:lnTo>
                    <a:cubicBezTo>
                      <a:pt x="5431" y="13786"/>
                      <a:pt x="5314" y="13726"/>
                      <a:pt x="5202" y="13663"/>
                    </a:cubicBezTo>
                    <a:cubicBezTo>
                      <a:pt x="4744" y="13414"/>
                      <a:pt x="4315" y="13121"/>
                      <a:pt x="3909" y="12793"/>
                    </a:cubicBezTo>
                    <a:cubicBezTo>
                      <a:pt x="3899" y="12785"/>
                      <a:pt x="3888" y="12779"/>
                      <a:pt x="3876" y="12773"/>
                    </a:cubicBezTo>
                    <a:lnTo>
                      <a:pt x="3876" y="12773"/>
                    </a:lnTo>
                    <a:cubicBezTo>
                      <a:pt x="2190" y="11740"/>
                      <a:pt x="1073" y="9951"/>
                      <a:pt x="594" y="8055"/>
                    </a:cubicBezTo>
                    <a:cubicBezTo>
                      <a:pt x="164" y="6344"/>
                      <a:pt x="198" y="4305"/>
                      <a:pt x="1356" y="2876"/>
                    </a:cubicBezTo>
                    <a:cubicBezTo>
                      <a:pt x="2192" y="1849"/>
                      <a:pt x="3423" y="1244"/>
                      <a:pt x="4671" y="872"/>
                    </a:cubicBezTo>
                    <a:cubicBezTo>
                      <a:pt x="6049" y="471"/>
                      <a:pt x="7489" y="296"/>
                      <a:pt x="8923" y="284"/>
                    </a:cubicBezTo>
                    <a:cubicBezTo>
                      <a:pt x="8949" y="284"/>
                      <a:pt x="8974" y="284"/>
                      <a:pt x="9000" y="284"/>
                    </a:cubicBezTo>
                    <a:close/>
                    <a:moveTo>
                      <a:pt x="9022" y="0"/>
                    </a:moveTo>
                    <a:cubicBezTo>
                      <a:pt x="8410" y="0"/>
                      <a:pt x="7798" y="33"/>
                      <a:pt x="7190" y="98"/>
                    </a:cubicBezTo>
                    <a:cubicBezTo>
                      <a:pt x="6314" y="194"/>
                      <a:pt x="5439" y="352"/>
                      <a:pt x="4592" y="595"/>
                    </a:cubicBezTo>
                    <a:cubicBezTo>
                      <a:pt x="4584" y="597"/>
                      <a:pt x="4577" y="600"/>
                      <a:pt x="4570" y="603"/>
                    </a:cubicBezTo>
                    <a:lnTo>
                      <a:pt x="4570" y="603"/>
                    </a:lnTo>
                    <a:cubicBezTo>
                      <a:pt x="3427" y="948"/>
                      <a:pt x="2309" y="1477"/>
                      <a:pt x="1463" y="2334"/>
                    </a:cubicBezTo>
                    <a:cubicBezTo>
                      <a:pt x="769" y="3034"/>
                      <a:pt x="339" y="3921"/>
                      <a:pt x="164" y="4892"/>
                    </a:cubicBezTo>
                    <a:cubicBezTo>
                      <a:pt x="1" y="5830"/>
                      <a:pt x="40" y="6796"/>
                      <a:pt x="232" y="7727"/>
                    </a:cubicBezTo>
                    <a:cubicBezTo>
                      <a:pt x="430" y="8727"/>
                      <a:pt x="808" y="9698"/>
                      <a:pt x="1339" y="10568"/>
                    </a:cubicBezTo>
                    <a:cubicBezTo>
                      <a:pt x="1870" y="11443"/>
                      <a:pt x="2570" y="12223"/>
                      <a:pt x="3417" y="12810"/>
                    </a:cubicBezTo>
                    <a:cubicBezTo>
                      <a:pt x="3524" y="12883"/>
                      <a:pt x="3631" y="12951"/>
                      <a:pt x="3738" y="13018"/>
                    </a:cubicBezTo>
                    <a:lnTo>
                      <a:pt x="3738" y="13018"/>
                    </a:lnTo>
                    <a:cubicBezTo>
                      <a:pt x="4318" y="13485"/>
                      <a:pt x="4959" y="13921"/>
                      <a:pt x="5659" y="14199"/>
                    </a:cubicBezTo>
                    <a:cubicBezTo>
                      <a:pt x="5672" y="14204"/>
                      <a:pt x="5685" y="14207"/>
                      <a:pt x="5697" y="14207"/>
                    </a:cubicBezTo>
                    <a:cubicBezTo>
                      <a:pt x="5769" y="14207"/>
                      <a:pt x="5834" y="14131"/>
                      <a:pt x="5834" y="14064"/>
                    </a:cubicBezTo>
                    <a:lnTo>
                      <a:pt x="5834" y="11822"/>
                    </a:lnTo>
                    <a:lnTo>
                      <a:pt x="5834" y="8258"/>
                    </a:lnTo>
                    <a:lnTo>
                      <a:pt x="5834" y="7579"/>
                    </a:lnTo>
                    <a:lnTo>
                      <a:pt x="5834" y="7579"/>
                    </a:lnTo>
                    <a:cubicBezTo>
                      <a:pt x="5835" y="7579"/>
                      <a:pt x="5836" y="7579"/>
                      <a:pt x="5837" y="7579"/>
                    </a:cubicBezTo>
                    <a:cubicBezTo>
                      <a:pt x="6730" y="7579"/>
                      <a:pt x="7638" y="7138"/>
                      <a:pt x="8201" y="6462"/>
                    </a:cubicBezTo>
                    <a:cubicBezTo>
                      <a:pt x="8827" y="5711"/>
                      <a:pt x="9048" y="4678"/>
                      <a:pt x="8731" y="3746"/>
                    </a:cubicBezTo>
                    <a:cubicBezTo>
                      <a:pt x="8602" y="3367"/>
                      <a:pt x="8394" y="3025"/>
                      <a:pt x="8129" y="2733"/>
                    </a:cubicBezTo>
                    <a:lnTo>
                      <a:pt x="8129" y="2733"/>
                    </a:lnTo>
                    <a:cubicBezTo>
                      <a:pt x="9635" y="3092"/>
                      <a:pt x="11188" y="3325"/>
                      <a:pt x="12740" y="3325"/>
                    </a:cubicBezTo>
                    <a:cubicBezTo>
                      <a:pt x="12835" y="3325"/>
                      <a:pt x="12929" y="3324"/>
                      <a:pt x="13023" y="3322"/>
                    </a:cubicBezTo>
                    <a:cubicBezTo>
                      <a:pt x="13938" y="3306"/>
                      <a:pt x="14881" y="3215"/>
                      <a:pt x="15762" y="2938"/>
                    </a:cubicBezTo>
                    <a:cubicBezTo>
                      <a:pt x="15904" y="2893"/>
                      <a:pt x="16050" y="2848"/>
                      <a:pt x="16186" y="2780"/>
                    </a:cubicBezTo>
                    <a:cubicBezTo>
                      <a:pt x="16194" y="2777"/>
                      <a:pt x="16201" y="2772"/>
                      <a:pt x="16208" y="2768"/>
                    </a:cubicBezTo>
                    <a:lnTo>
                      <a:pt x="16208" y="2768"/>
                    </a:lnTo>
                    <a:cubicBezTo>
                      <a:pt x="16248" y="2742"/>
                      <a:pt x="16272" y="2698"/>
                      <a:pt x="16255" y="2641"/>
                    </a:cubicBezTo>
                    <a:lnTo>
                      <a:pt x="16255" y="2641"/>
                    </a:lnTo>
                    <a:cubicBezTo>
                      <a:pt x="16252" y="2628"/>
                      <a:pt x="16247" y="2615"/>
                      <a:pt x="16240" y="2603"/>
                    </a:cubicBezTo>
                    <a:lnTo>
                      <a:pt x="16240" y="2603"/>
                    </a:lnTo>
                    <a:cubicBezTo>
                      <a:pt x="16129" y="2343"/>
                      <a:pt x="15944" y="2123"/>
                      <a:pt x="15742" y="1929"/>
                    </a:cubicBezTo>
                    <a:lnTo>
                      <a:pt x="15742" y="1929"/>
                    </a:lnTo>
                    <a:cubicBezTo>
                      <a:pt x="15736" y="1922"/>
                      <a:pt x="15730" y="1916"/>
                      <a:pt x="15723" y="1911"/>
                    </a:cubicBezTo>
                    <a:lnTo>
                      <a:pt x="15723" y="1911"/>
                    </a:lnTo>
                    <a:cubicBezTo>
                      <a:pt x="15723" y="1911"/>
                      <a:pt x="15723" y="1911"/>
                      <a:pt x="15723" y="1911"/>
                    </a:cubicBezTo>
                    <a:cubicBezTo>
                      <a:pt x="15565" y="1781"/>
                      <a:pt x="15412" y="1645"/>
                      <a:pt x="15243" y="1527"/>
                    </a:cubicBezTo>
                    <a:cubicBezTo>
                      <a:pt x="15090" y="1419"/>
                      <a:pt x="14932" y="1323"/>
                      <a:pt x="14768" y="1233"/>
                    </a:cubicBezTo>
                    <a:cubicBezTo>
                      <a:pt x="14435" y="1052"/>
                      <a:pt x="14091" y="900"/>
                      <a:pt x="13741" y="764"/>
                    </a:cubicBezTo>
                    <a:cubicBezTo>
                      <a:pt x="13023" y="488"/>
                      <a:pt x="12267" y="307"/>
                      <a:pt x="11510" y="188"/>
                    </a:cubicBezTo>
                    <a:cubicBezTo>
                      <a:pt x="10687" y="61"/>
                      <a:pt x="9854" y="0"/>
                      <a:pt x="9022"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1" name="Google Shape;831;p31"/>
              <p:cNvSpPr/>
              <p:nvPr/>
            </p:nvSpPr>
            <p:spPr>
              <a:xfrm>
                <a:off x="3144650" y="1661975"/>
                <a:ext cx="80675" cy="37250"/>
              </a:xfrm>
              <a:custGeom>
                <a:avLst/>
                <a:gdLst/>
                <a:ahLst/>
                <a:cxnLst/>
                <a:rect l="l" t="t" r="r" b="b"/>
                <a:pathLst>
                  <a:path w="3227" h="1490" extrusionOk="0">
                    <a:moveTo>
                      <a:pt x="2922" y="287"/>
                    </a:moveTo>
                    <a:cubicBezTo>
                      <a:pt x="2887" y="597"/>
                      <a:pt x="2837" y="913"/>
                      <a:pt x="2737" y="1208"/>
                    </a:cubicBezTo>
                    <a:lnTo>
                      <a:pt x="298" y="1208"/>
                    </a:lnTo>
                    <a:cubicBezTo>
                      <a:pt x="334" y="918"/>
                      <a:pt x="480" y="643"/>
                      <a:pt x="718" y="468"/>
                    </a:cubicBezTo>
                    <a:cubicBezTo>
                      <a:pt x="904" y="332"/>
                      <a:pt x="1113" y="287"/>
                      <a:pt x="1339" y="287"/>
                    </a:cubicBezTo>
                    <a:close/>
                    <a:moveTo>
                      <a:pt x="1503" y="0"/>
                    </a:moveTo>
                    <a:cubicBezTo>
                      <a:pt x="1170" y="0"/>
                      <a:pt x="840" y="30"/>
                      <a:pt x="554" y="242"/>
                    </a:cubicBezTo>
                    <a:cubicBezTo>
                      <a:pt x="204" y="502"/>
                      <a:pt x="12" y="914"/>
                      <a:pt x="7" y="1349"/>
                    </a:cubicBezTo>
                    <a:cubicBezTo>
                      <a:pt x="1" y="1422"/>
                      <a:pt x="69" y="1490"/>
                      <a:pt x="148" y="1490"/>
                    </a:cubicBezTo>
                    <a:lnTo>
                      <a:pt x="2836" y="1490"/>
                    </a:lnTo>
                    <a:cubicBezTo>
                      <a:pt x="2904" y="1490"/>
                      <a:pt x="2954" y="1445"/>
                      <a:pt x="2971" y="1388"/>
                    </a:cubicBezTo>
                    <a:cubicBezTo>
                      <a:pt x="3118" y="993"/>
                      <a:pt x="3175" y="558"/>
                      <a:pt x="3220" y="146"/>
                    </a:cubicBezTo>
                    <a:cubicBezTo>
                      <a:pt x="3226" y="78"/>
                      <a:pt x="3190" y="35"/>
                      <a:pt x="3141" y="18"/>
                    </a:cubicBezTo>
                    <a:lnTo>
                      <a:pt x="3141" y="18"/>
                    </a:lnTo>
                    <a:cubicBezTo>
                      <a:pt x="3124" y="10"/>
                      <a:pt x="3103" y="5"/>
                      <a:pt x="3079" y="5"/>
                    </a:cubicBezTo>
                    <a:lnTo>
                      <a:pt x="1887" y="5"/>
                    </a:lnTo>
                    <a:cubicBezTo>
                      <a:pt x="1760" y="5"/>
                      <a:pt x="1631" y="0"/>
                      <a:pt x="1503"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2" name="Google Shape;832;p31"/>
              <p:cNvSpPr/>
              <p:nvPr/>
            </p:nvSpPr>
            <p:spPr>
              <a:xfrm>
                <a:off x="2530500" y="1926450"/>
                <a:ext cx="999750" cy="706000"/>
              </a:xfrm>
              <a:custGeom>
                <a:avLst/>
                <a:gdLst/>
                <a:ahLst/>
                <a:cxnLst/>
                <a:rect l="l" t="t" r="r" b="b"/>
                <a:pathLst>
                  <a:path w="39990" h="28240" extrusionOk="0">
                    <a:moveTo>
                      <a:pt x="23761" y="285"/>
                    </a:moveTo>
                    <a:cubicBezTo>
                      <a:pt x="24471" y="879"/>
                      <a:pt x="25245" y="1409"/>
                      <a:pt x="26018" y="1906"/>
                    </a:cubicBezTo>
                    <a:cubicBezTo>
                      <a:pt x="26831" y="2431"/>
                      <a:pt x="27667" y="2911"/>
                      <a:pt x="28531" y="3341"/>
                    </a:cubicBezTo>
                    <a:cubicBezTo>
                      <a:pt x="29418" y="3781"/>
                      <a:pt x="30316" y="4188"/>
                      <a:pt x="31169" y="4696"/>
                    </a:cubicBezTo>
                    <a:cubicBezTo>
                      <a:pt x="33394" y="6023"/>
                      <a:pt x="35427" y="7836"/>
                      <a:pt x="36669" y="10134"/>
                    </a:cubicBezTo>
                    <a:cubicBezTo>
                      <a:pt x="36883" y="10523"/>
                      <a:pt x="37080" y="10912"/>
                      <a:pt x="37199" y="11334"/>
                    </a:cubicBezTo>
                    <a:lnTo>
                      <a:pt x="37199" y="11334"/>
                    </a:lnTo>
                    <a:cubicBezTo>
                      <a:pt x="37199" y="11335"/>
                      <a:pt x="37200" y="11336"/>
                      <a:pt x="37200" y="11337"/>
                    </a:cubicBezTo>
                    <a:cubicBezTo>
                      <a:pt x="37200" y="11337"/>
                      <a:pt x="37200" y="11337"/>
                      <a:pt x="37200" y="11337"/>
                    </a:cubicBezTo>
                    <a:lnTo>
                      <a:pt x="37200" y="11337"/>
                    </a:lnTo>
                    <a:cubicBezTo>
                      <a:pt x="37200" y="11338"/>
                      <a:pt x="37200" y="11339"/>
                      <a:pt x="37201" y="11339"/>
                    </a:cubicBezTo>
                    <a:lnTo>
                      <a:pt x="37201" y="11339"/>
                    </a:lnTo>
                    <a:cubicBezTo>
                      <a:pt x="37483" y="12288"/>
                      <a:pt x="37697" y="13258"/>
                      <a:pt x="37912" y="14229"/>
                    </a:cubicBezTo>
                    <a:cubicBezTo>
                      <a:pt x="38471" y="16815"/>
                      <a:pt x="38894" y="19430"/>
                      <a:pt x="39199" y="22056"/>
                    </a:cubicBezTo>
                    <a:cubicBezTo>
                      <a:pt x="39431" y="24019"/>
                      <a:pt x="39598" y="25983"/>
                      <a:pt x="39700" y="27957"/>
                    </a:cubicBezTo>
                    <a:lnTo>
                      <a:pt x="296" y="27957"/>
                    </a:lnTo>
                    <a:cubicBezTo>
                      <a:pt x="480" y="24413"/>
                      <a:pt x="867" y="20880"/>
                      <a:pt x="1469" y="17386"/>
                    </a:cubicBezTo>
                    <a:cubicBezTo>
                      <a:pt x="1797" y="15516"/>
                      <a:pt x="2175" y="13641"/>
                      <a:pt x="2661" y="11806"/>
                    </a:cubicBezTo>
                    <a:cubicBezTo>
                      <a:pt x="2836" y="11162"/>
                      <a:pt x="3067" y="10592"/>
                      <a:pt x="3395" y="10010"/>
                    </a:cubicBezTo>
                    <a:cubicBezTo>
                      <a:pt x="4570" y="7909"/>
                      <a:pt x="6399" y="6215"/>
                      <a:pt x="8421" y="4939"/>
                    </a:cubicBezTo>
                    <a:cubicBezTo>
                      <a:pt x="9189" y="4459"/>
                      <a:pt x="9985" y="4035"/>
                      <a:pt x="10799" y="3657"/>
                    </a:cubicBezTo>
                    <a:cubicBezTo>
                      <a:pt x="11663" y="3262"/>
                      <a:pt x="12499" y="2815"/>
                      <a:pt x="13306" y="2324"/>
                    </a:cubicBezTo>
                    <a:cubicBezTo>
                      <a:pt x="14294" y="1731"/>
                      <a:pt x="15249" y="1076"/>
                      <a:pt x="16147" y="353"/>
                    </a:cubicBezTo>
                    <a:cubicBezTo>
                      <a:pt x="16175" y="332"/>
                      <a:pt x="16203" y="308"/>
                      <a:pt x="16230" y="285"/>
                    </a:cubicBezTo>
                    <a:close/>
                    <a:moveTo>
                      <a:pt x="16542" y="1"/>
                    </a:moveTo>
                    <a:cubicBezTo>
                      <a:pt x="16440" y="1"/>
                      <a:pt x="16339" y="1"/>
                      <a:pt x="16237" y="3"/>
                    </a:cubicBezTo>
                    <a:cubicBezTo>
                      <a:pt x="16079" y="3"/>
                      <a:pt x="15977" y="127"/>
                      <a:pt x="15853" y="223"/>
                    </a:cubicBezTo>
                    <a:cubicBezTo>
                      <a:pt x="14938" y="957"/>
                      <a:pt x="13956" y="1613"/>
                      <a:pt x="12945" y="2211"/>
                    </a:cubicBezTo>
                    <a:cubicBezTo>
                      <a:pt x="11414" y="3115"/>
                      <a:pt x="9760" y="3764"/>
                      <a:pt x="8257" y="4713"/>
                    </a:cubicBezTo>
                    <a:cubicBezTo>
                      <a:pt x="6286" y="5955"/>
                      <a:pt x="4508" y="7587"/>
                      <a:pt x="3305" y="9598"/>
                    </a:cubicBezTo>
                    <a:cubicBezTo>
                      <a:pt x="2955" y="10180"/>
                      <a:pt x="2650" y="10801"/>
                      <a:pt x="2463" y="11456"/>
                    </a:cubicBezTo>
                    <a:cubicBezTo>
                      <a:pt x="2057" y="12935"/>
                      <a:pt x="1735" y="14438"/>
                      <a:pt x="1447" y="15945"/>
                    </a:cubicBezTo>
                    <a:cubicBezTo>
                      <a:pt x="859" y="19018"/>
                      <a:pt x="447" y="22124"/>
                      <a:pt x="193" y="25241"/>
                    </a:cubicBezTo>
                    <a:cubicBezTo>
                      <a:pt x="114" y="26190"/>
                      <a:pt x="52" y="27144"/>
                      <a:pt x="7" y="28098"/>
                    </a:cubicBezTo>
                    <a:cubicBezTo>
                      <a:pt x="1" y="28172"/>
                      <a:pt x="74" y="28240"/>
                      <a:pt x="148" y="28240"/>
                    </a:cubicBezTo>
                    <a:lnTo>
                      <a:pt x="39849" y="28240"/>
                    </a:lnTo>
                    <a:cubicBezTo>
                      <a:pt x="39922" y="28240"/>
                      <a:pt x="39990" y="28172"/>
                      <a:pt x="39990" y="28098"/>
                    </a:cubicBezTo>
                    <a:cubicBezTo>
                      <a:pt x="39820" y="24733"/>
                      <a:pt x="39465" y="21378"/>
                      <a:pt x="38922" y="18052"/>
                    </a:cubicBezTo>
                    <a:cubicBezTo>
                      <a:pt x="38601" y="16098"/>
                      <a:pt x="38217" y="14144"/>
                      <a:pt x="37731" y="12218"/>
                    </a:cubicBezTo>
                    <a:cubicBezTo>
                      <a:pt x="37652" y="11902"/>
                      <a:pt x="37567" y="11580"/>
                      <a:pt x="37471" y="11264"/>
                    </a:cubicBezTo>
                    <a:cubicBezTo>
                      <a:pt x="37398" y="10987"/>
                      <a:pt x="37273" y="10716"/>
                      <a:pt x="37155" y="10462"/>
                    </a:cubicBezTo>
                    <a:cubicBezTo>
                      <a:pt x="36833" y="9779"/>
                      <a:pt x="36426" y="9140"/>
                      <a:pt x="35980" y="8542"/>
                    </a:cubicBezTo>
                    <a:cubicBezTo>
                      <a:pt x="34309" y="6322"/>
                      <a:pt x="31993" y="4662"/>
                      <a:pt x="29497" y="3487"/>
                    </a:cubicBezTo>
                    <a:cubicBezTo>
                      <a:pt x="28012" y="2793"/>
                      <a:pt x="26589" y="1991"/>
                      <a:pt x="25239" y="1048"/>
                    </a:cubicBezTo>
                    <a:cubicBezTo>
                      <a:pt x="24866" y="782"/>
                      <a:pt x="24499" y="511"/>
                      <a:pt x="24138" y="223"/>
                    </a:cubicBezTo>
                    <a:cubicBezTo>
                      <a:pt x="24070" y="172"/>
                      <a:pt x="24002" y="110"/>
                      <a:pt x="23929" y="60"/>
                    </a:cubicBezTo>
                    <a:cubicBezTo>
                      <a:pt x="23863" y="9"/>
                      <a:pt x="23792" y="1"/>
                      <a:pt x="23716" y="1"/>
                    </a:cubicBezTo>
                    <a:cubicBezTo>
                      <a:pt x="23681" y="1"/>
                      <a:pt x="23644" y="3"/>
                      <a:pt x="23607" y="3"/>
                    </a:cubicBezTo>
                    <a:lnTo>
                      <a:pt x="17152" y="3"/>
                    </a:lnTo>
                    <a:cubicBezTo>
                      <a:pt x="16949" y="3"/>
                      <a:pt x="16745" y="1"/>
                      <a:pt x="16542"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833" name="Google Shape;833;p31"/>
            <p:cNvGrpSpPr/>
            <p:nvPr/>
          </p:nvGrpSpPr>
          <p:grpSpPr>
            <a:xfrm flipH="1">
              <a:off x="8252961" y="2976008"/>
              <a:ext cx="1458535" cy="1856633"/>
              <a:chOff x="511450" y="3191125"/>
              <a:chExt cx="999750" cy="1272625"/>
            </a:xfrm>
          </p:grpSpPr>
          <p:sp>
            <p:nvSpPr>
              <p:cNvPr id="834" name="Google Shape;834;p31"/>
              <p:cNvSpPr/>
              <p:nvPr/>
            </p:nvSpPr>
            <p:spPr>
              <a:xfrm>
                <a:off x="511450" y="3757725"/>
                <a:ext cx="999750" cy="706025"/>
              </a:xfrm>
              <a:custGeom>
                <a:avLst/>
                <a:gdLst/>
                <a:ahLst/>
                <a:cxnLst/>
                <a:rect l="l" t="t" r="r" b="b"/>
                <a:pathLst>
                  <a:path w="39990" h="28241" extrusionOk="0">
                    <a:moveTo>
                      <a:pt x="23761" y="286"/>
                    </a:moveTo>
                    <a:cubicBezTo>
                      <a:pt x="24470" y="880"/>
                      <a:pt x="25239" y="1409"/>
                      <a:pt x="26018" y="1912"/>
                    </a:cubicBezTo>
                    <a:cubicBezTo>
                      <a:pt x="26831" y="2432"/>
                      <a:pt x="27667" y="2912"/>
                      <a:pt x="28531" y="3347"/>
                    </a:cubicBezTo>
                    <a:cubicBezTo>
                      <a:pt x="29417" y="3787"/>
                      <a:pt x="30315" y="4188"/>
                      <a:pt x="31168" y="4696"/>
                    </a:cubicBezTo>
                    <a:cubicBezTo>
                      <a:pt x="33393" y="6024"/>
                      <a:pt x="35426" y="7842"/>
                      <a:pt x="36668" y="10140"/>
                    </a:cubicBezTo>
                    <a:cubicBezTo>
                      <a:pt x="36877" y="10529"/>
                      <a:pt x="37080" y="10919"/>
                      <a:pt x="37199" y="11336"/>
                    </a:cubicBezTo>
                    <a:lnTo>
                      <a:pt x="37199" y="11336"/>
                    </a:lnTo>
                    <a:cubicBezTo>
                      <a:pt x="37199" y="11336"/>
                      <a:pt x="37199" y="11337"/>
                      <a:pt x="37199" y="11338"/>
                    </a:cubicBezTo>
                    <a:cubicBezTo>
                      <a:pt x="37199" y="11338"/>
                      <a:pt x="37199" y="11338"/>
                      <a:pt x="37199" y="11338"/>
                    </a:cubicBezTo>
                    <a:lnTo>
                      <a:pt x="37199" y="11338"/>
                    </a:lnTo>
                    <a:cubicBezTo>
                      <a:pt x="37199" y="11338"/>
                      <a:pt x="37200" y="11339"/>
                      <a:pt x="37200" y="11339"/>
                    </a:cubicBezTo>
                    <a:lnTo>
                      <a:pt x="37200" y="11339"/>
                    </a:lnTo>
                    <a:cubicBezTo>
                      <a:pt x="37482" y="12293"/>
                      <a:pt x="37696" y="13264"/>
                      <a:pt x="37905" y="14229"/>
                    </a:cubicBezTo>
                    <a:cubicBezTo>
                      <a:pt x="38470" y="16816"/>
                      <a:pt x="38888" y="19436"/>
                      <a:pt x="39198" y="22062"/>
                    </a:cubicBezTo>
                    <a:cubicBezTo>
                      <a:pt x="39430" y="24020"/>
                      <a:pt x="39597" y="25989"/>
                      <a:pt x="39694" y="27958"/>
                    </a:cubicBezTo>
                    <a:lnTo>
                      <a:pt x="295" y="27958"/>
                    </a:lnTo>
                    <a:cubicBezTo>
                      <a:pt x="479" y="24419"/>
                      <a:pt x="861" y="20886"/>
                      <a:pt x="1469" y="17392"/>
                    </a:cubicBezTo>
                    <a:cubicBezTo>
                      <a:pt x="1790" y="15517"/>
                      <a:pt x="2174" y="13647"/>
                      <a:pt x="2660" y="11806"/>
                    </a:cubicBezTo>
                    <a:cubicBezTo>
                      <a:pt x="2835" y="11163"/>
                      <a:pt x="3061" y="10598"/>
                      <a:pt x="3389" y="10011"/>
                    </a:cubicBezTo>
                    <a:cubicBezTo>
                      <a:pt x="4563" y="7910"/>
                      <a:pt x="6399" y="6216"/>
                      <a:pt x="8420" y="4945"/>
                    </a:cubicBezTo>
                    <a:cubicBezTo>
                      <a:pt x="9183" y="4465"/>
                      <a:pt x="9979" y="4041"/>
                      <a:pt x="10798" y="3663"/>
                    </a:cubicBezTo>
                    <a:cubicBezTo>
                      <a:pt x="11656" y="3262"/>
                      <a:pt x="12492" y="2816"/>
                      <a:pt x="13305" y="2330"/>
                    </a:cubicBezTo>
                    <a:cubicBezTo>
                      <a:pt x="14288" y="1732"/>
                      <a:pt x="15248" y="1082"/>
                      <a:pt x="16146" y="359"/>
                    </a:cubicBezTo>
                    <a:cubicBezTo>
                      <a:pt x="16172" y="333"/>
                      <a:pt x="16200" y="310"/>
                      <a:pt x="16229" y="286"/>
                    </a:cubicBezTo>
                    <a:close/>
                    <a:moveTo>
                      <a:pt x="16541" y="1"/>
                    </a:moveTo>
                    <a:cubicBezTo>
                      <a:pt x="16440" y="1"/>
                      <a:pt x="16338" y="2"/>
                      <a:pt x="16236" y="3"/>
                    </a:cubicBezTo>
                    <a:cubicBezTo>
                      <a:pt x="16078" y="9"/>
                      <a:pt x="15977" y="133"/>
                      <a:pt x="15852" y="229"/>
                    </a:cubicBezTo>
                    <a:cubicBezTo>
                      <a:pt x="14937" y="958"/>
                      <a:pt x="13955" y="1619"/>
                      <a:pt x="12944" y="2217"/>
                    </a:cubicBezTo>
                    <a:cubicBezTo>
                      <a:pt x="11414" y="3121"/>
                      <a:pt x="9753" y="3765"/>
                      <a:pt x="8251" y="4719"/>
                    </a:cubicBezTo>
                    <a:cubicBezTo>
                      <a:pt x="6286" y="5961"/>
                      <a:pt x="4501" y="7588"/>
                      <a:pt x="3304" y="9598"/>
                    </a:cubicBezTo>
                    <a:cubicBezTo>
                      <a:pt x="2954" y="10186"/>
                      <a:pt x="2643" y="10801"/>
                      <a:pt x="2463" y="11462"/>
                    </a:cubicBezTo>
                    <a:cubicBezTo>
                      <a:pt x="2056" y="12936"/>
                      <a:pt x="1734" y="14444"/>
                      <a:pt x="1446" y="15946"/>
                    </a:cubicBezTo>
                    <a:cubicBezTo>
                      <a:pt x="859" y="19018"/>
                      <a:pt x="446" y="22124"/>
                      <a:pt x="192" y="25241"/>
                    </a:cubicBezTo>
                    <a:cubicBezTo>
                      <a:pt x="113" y="26196"/>
                      <a:pt x="51" y="27145"/>
                      <a:pt x="6" y="28099"/>
                    </a:cubicBezTo>
                    <a:cubicBezTo>
                      <a:pt x="0" y="28178"/>
                      <a:pt x="74" y="28240"/>
                      <a:pt x="147" y="28240"/>
                    </a:cubicBezTo>
                    <a:lnTo>
                      <a:pt x="39842" y="28240"/>
                    </a:lnTo>
                    <a:cubicBezTo>
                      <a:pt x="39921" y="28240"/>
                      <a:pt x="39989" y="28178"/>
                      <a:pt x="39983" y="28099"/>
                    </a:cubicBezTo>
                    <a:cubicBezTo>
                      <a:pt x="39820" y="24739"/>
                      <a:pt x="39464" y="21384"/>
                      <a:pt x="38922" y="18058"/>
                    </a:cubicBezTo>
                    <a:cubicBezTo>
                      <a:pt x="38600" y="16098"/>
                      <a:pt x="38216" y="14150"/>
                      <a:pt x="37730" y="12224"/>
                    </a:cubicBezTo>
                    <a:cubicBezTo>
                      <a:pt x="37645" y="11902"/>
                      <a:pt x="37566" y="11580"/>
                      <a:pt x="37470" y="11264"/>
                    </a:cubicBezTo>
                    <a:cubicBezTo>
                      <a:pt x="37391" y="10988"/>
                      <a:pt x="37273" y="10722"/>
                      <a:pt x="37148" y="10462"/>
                    </a:cubicBezTo>
                    <a:cubicBezTo>
                      <a:pt x="36832" y="9785"/>
                      <a:pt x="36426" y="9146"/>
                      <a:pt x="35974" y="8542"/>
                    </a:cubicBezTo>
                    <a:cubicBezTo>
                      <a:pt x="34308" y="6323"/>
                      <a:pt x="31992" y="4663"/>
                      <a:pt x="29496" y="3494"/>
                    </a:cubicBezTo>
                    <a:cubicBezTo>
                      <a:pt x="28011" y="2793"/>
                      <a:pt x="26582" y="1991"/>
                      <a:pt x="25238" y="1048"/>
                    </a:cubicBezTo>
                    <a:cubicBezTo>
                      <a:pt x="24866" y="788"/>
                      <a:pt x="24493" y="517"/>
                      <a:pt x="24137" y="229"/>
                    </a:cubicBezTo>
                    <a:cubicBezTo>
                      <a:pt x="24069" y="173"/>
                      <a:pt x="24001" y="111"/>
                      <a:pt x="23928" y="60"/>
                    </a:cubicBezTo>
                    <a:cubicBezTo>
                      <a:pt x="23862" y="10"/>
                      <a:pt x="23791" y="2"/>
                      <a:pt x="23715" y="2"/>
                    </a:cubicBezTo>
                    <a:cubicBezTo>
                      <a:pt x="23680" y="2"/>
                      <a:pt x="23644" y="3"/>
                      <a:pt x="23606" y="3"/>
                    </a:cubicBezTo>
                    <a:lnTo>
                      <a:pt x="17151" y="3"/>
                    </a:lnTo>
                    <a:cubicBezTo>
                      <a:pt x="16948" y="3"/>
                      <a:pt x="16745" y="1"/>
                      <a:pt x="16541"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5" name="Google Shape;835;p31"/>
              <p:cNvSpPr/>
              <p:nvPr/>
            </p:nvSpPr>
            <p:spPr>
              <a:xfrm>
                <a:off x="916775" y="3306225"/>
                <a:ext cx="335625" cy="458650"/>
              </a:xfrm>
              <a:custGeom>
                <a:avLst/>
                <a:gdLst/>
                <a:ahLst/>
                <a:cxnLst/>
                <a:rect l="l" t="t" r="r" b="b"/>
                <a:pathLst>
                  <a:path w="13425" h="18346" extrusionOk="0">
                    <a:moveTo>
                      <a:pt x="10560" y="355"/>
                    </a:moveTo>
                    <a:cubicBezTo>
                      <a:pt x="11145" y="1137"/>
                      <a:pt x="11448" y="2090"/>
                      <a:pt x="11448" y="3064"/>
                    </a:cubicBezTo>
                    <a:cubicBezTo>
                      <a:pt x="11448" y="3635"/>
                      <a:pt x="11448" y="4205"/>
                      <a:pt x="11448" y="4775"/>
                    </a:cubicBezTo>
                    <a:cubicBezTo>
                      <a:pt x="11448" y="4979"/>
                      <a:pt x="11437" y="5182"/>
                      <a:pt x="11448" y="5385"/>
                    </a:cubicBezTo>
                    <a:cubicBezTo>
                      <a:pt x="11454" y="5464"/>
                      <a:pt x="11487" y="5493"/>
                      <a:pt x="11544" y="5538"/>
                    </a:cubicBezTo>
                    <a:cubicBezTo>
                      <a:pt x="11634" y="5605"/>
                      <a:pt x="11725" y="5679"/>
                      <a:pt x="11809" y="5747"/>
                    </a:cubicBezTo>
                    <a:cubicBezTo>
                      <a:pt x="12075" y="5956"/>
                      <a:pt x="12335" y="6159"/>
                      <a:pt x="12594" y="6368"/>
                    </a:cubicBezTo>
                    <a:cubicBezTo>
                      <a:pt x="12758" y="6498"/>
                      <a:pt x="12984" y="6628"/>
                      <a:pt x="13046" y="6842"/>
                    </a:cubicBezTo>
                    <a:cubicBezTo>
                      <a:pt x="13097" y="7023"/>
                      <a:pt x="13024" y="7215"/>
                      <a:pt x="12888" y="7339"/>
                    </a:cubicBezTo>
                    <a:cubicBezTo>
                      <a:pt x="12764" y="7452"/>
                      <a:pt x="12600" y="7486"/>
                      <a:pt x="12436" y="7486"/>
                    </a:cubicBezTo>
                    <a:lnTo>
                      <a:pt x="11567" y="7486"/>
                    </a:lnTo>
                    <a:cubicBezTo>
                      <a:pt x="11487" y="7486"/>
                      <a:pt x="11431" y="7554"/>
                      <a:pt x="11425" y="7627"/>
                    </a:cubicBezTo>
                    <a:cubicBezTo>
                      <a:pt x="11267" y="9400"/>
                      <a:pt x="10302" y="11044"/>
                      <a:pt x="8833" y="12043"/>
                    </a:cubicBezTo>
                    <a:cubicBezTo>
                      <a:pt x="8421" y="12320"/>
                      <a:pt x="7975" y="12552"/>
                      <a:pt x="7506" y="12721"/>
                    </a:cubicBezTo>
                    <a:cubicBezTo>
                      <a:pt x="7450" y="12744"/>
                      <a:pt x="7404" y="12789"/>
                      <a:pt x="7404" y="12857"/>
                    </a:cubicBezTo>
                    <a:lnTo>
                      <a:pt x="7404" y="14664"/>
                    </a:lnTo>
                    <a:lnTo>
                      <a:pt x="7404" y="17550"/>
                    </a:lnTo>
                    <a:lnTo>
                      <a:pt x="7404" y="18063"/>
                    </a:lnTo>
                    <a:lnTo>
                      <a:pt x="283" y="18063"/>
                    </a:lnTo>
                    <a:lnTo>
                      <a:pt x="283" y="16522"/>
                    </a:lnTo>
                    <a:lnTo>
                      <a:pt x="283" y="13834"/>
                    </a:lnTo>
                    <a:lnTo>
                      <a:pt x="283" y="13218"/>
                    </a:lnTo>
                    <a:lnTo>
                      <a:pt x="283" y="11563"/>
                    </a:lnTo>
                    <a:lnTo>
                      <a:pt x="283" y="10643"/>
                    </a:lnTo>
                    <a:lnTo>
                      <a:pt x="283" y="8480"/>
                    </a:lnTo>
                    <a:lnTo>
                      <a:pt x="283" y="6221"/>
                    </a:lnTo>
                    <a:lnTo>
                      <a:pt x="283" y="5425"/>
                    </a:lnTo>
                    <a:cubicBezTo>
                      <a:pt x="283" y="5353"/>
                      <a:pt x="288" y="5278"/>
                      <a:pt x="290" y="5204"/>
                    </a:cubicBezTo>
                    <a:lnTo>
                      <a:pt x="290" y="5204"/>
                    </a:lnTo>
                    <a:cubicBezTo>
                      <a:pt x="583" y="5290"/>
                      <a:pt x="878" y="5370"/>
                      <a:pt x="1175" y="5430"/>
                    </a:cubicBezTo>
                    <a:cubicBezTo>
                      <a:pt x="1435" y="5487"/>
                      <a:pt x="1712" y="5543"/>
                      <a:pt x="1983" y="5543"/>
                    </a:cubicBezTo>
                    <a:cubicBezTo>
                      <a:pt x="2056" y="5543"/>
                      <a:pt x="2119" y="5476"/>
                      <a:pt x="2124" y="5402"/>
                    </a:cubicBezTo>
                    <a:cubicBezTo>
                      <a:pt x="2135" y="4933"/>
                      <a:pt x="2152" y="4465"/>
                      <a:pt x="2164" y="4002"/>
                    </a:cubicBezTo>
                    <a:cubicBezTo>
                      <a:pt x="2192" y="3262"/>
                      <a:pt x="2215" y="2516"/>
                      <a:pt x="2237" y="1777"/>
                    </a:cubicBezTo>
                    <a:cubicBezTo>
                      <a:pt x="2241" y="1658"/>
                      <a:pt x="2245" y="1536"/>
                      <a:pt x="2249" y="1416"/>
                    </a:cubicBezTo>
                    <a:lnTo>
                      <a:pt x="2249" y="1416"/>
                    </a:lnTo>
                    <a:cubicBezTo>
                      <a:pt x="3183" y="1496"/>
                      <a:pt x="4132" y="1554"/>
                      <a:pt x="5078" y="1554"/>
                    </a:cubicBezTo>
                    <a:cubicBezTo>
                      <a:pt x="6103" y="1554"/>
                      <a:pt x="7126" y="1486"/>
                      <a:pt x="8127" y="1302"/>
                    </a:cubicBezTo>
                    <a:cubicBezTo>
                      <a:pt x="8907" y="1161"/>
                      <a:pt x="9754" y="952"/>
                      <a:pt x="10403" y="478"/>
                    </a:cubicBezTo>
                    <a:cubicBezTo>
                      <a:pt x="10458" y="440"/>
                      <a:pt x="10509" y="399"/>
                      <a:pt x="10560" y="355"/>
                    </a:cubicBezTo>
                    <a:close/>
                    <a:moveTo>
                      <a:pt x="10570" y="1"/>
                    </a:moveTo>
                    <a:cubicBezTo>
                      <a:pt x="10532" y="1"/>
                      <a:pt x="10494" y="15"/>
                      <a:pt x="10471" y="43"/>
                    </a:cubicBezTo>
                    <a:cubicBezTo>
                      <a:pt x="10463" y="52"/>
                      <a:pt x="10457" y="59"/>
                      <a:pt x="10453" y="65"/>
                    </a:cubicBezTo>
                    <a:lnTo>
                      <a:pt x="10453" y="65"/>
                    </a:lnTo>
                    <a:cubicBezTo>
                      <a:pt x="10457" y="60"/>
                      <a:pt x="10460" y="55"/>
                      <a:pt x="10460" y="55"/>
                    </a:cubicBezTo>
                    <a:cubicBezTo>
                      <a:pt x="10459" y="55"/>
                      <a:pt x="10457" y="56"/>
                      <a:pt x="10454" y="60"/>
                    </a:cubicBezTo>
                    <a:cubicBezTo>
                      <a:pt x="10443" y="71"/>
                      <a:pt x="10431" y="82"/>
                      <a:pt x="10420" y="94"/>
                    </a:cubicBezTo>
                    <a:cubicBezTo>
                      <a:pt x="10381" y="138"/>
                      <a:pt x="10332" y="177"/>
                      <a:pt x="10287" y="216"/>
                    </a:cubicBezTo>
                    <a:lnTo>
                      <a:pt x="10287" y="216"/>
                    </a:lnTo>
                    <a:cubicBezTo>
                      <a:pt x="10276" y="224"/>
                      <a:pt x="10261" y="236"/>
                      <a:pt x="10256" y="241"/>
                    </a:cubicBezTo>
                    <a:cubicBezTo>
                      <a:pt x="10234" y="252"/>
                      <a:pt x="10217" y="263"/>
                      <a:pt x="10194" y="280"/>
                    </a:cubicBezTo>
                    <a:cubicBezTo>
                      <a:pt x="10149" y="314"/>
                      <a:pt x="10098" y="342"/>
                      <a:pt x="10047" y="376"/>
                    </a:cubicBezTo>
                    <a:cubicBezTo>
                      <a:pt x="9912" y="449"/>
                      <a:pt x="9771" y="517"/>
                      <a:pt x="9630" y="579"/>
                    </a:cubicBezTo>
                    <a:cubicBezTo>
                      <a:pt x="9596" y="596"/>
                      <a:pt x="9584" y="602"/>
                      <a:pt x="9528" y="625"/>
                    </a:cubicBezTo>
                    <a:cubicBezTo>
                      <a:pt x="9477" y="641"/>
                      <a:pt x="9426" y="664"/>
                      <a:pt x="9381" y="681"/>
                    </a:cubicBezTo>
                    <a:cubicBezTo>
                      <a:pt x="9274" y="721"/>
                      <a:pt x="9172" y="754"/>
                      <a:pt x="9065" y="788"/>
                    </a:cubicBezTo>
                    <a:cubicBezTo>
                      <a:pt x="8805" y="867"/>
                      <a:pt x="8540" y="930"/>
                      <a:pt x="8280" y="986"/>
                    </a:cubicBezTo>
                    <a:cubicBezTo>
                      <a:pt x="7534" y="1138"/>
                      <a:pt x="6772" y="1212"/>
                      <a:pt x="6015" y="1240"/>
                    </a:cubicBezTo>
                    <a:cubicBezTo>
                      <a:pt x="5681" y="1255"/>
                      <a:pt x="5347" y="1261"/>
                      <a:pt x="5012" y="1261"/>
                    </a:cubicBezTo>
                    <a:cubicBezTo>
                      <a:pt x="4044" y="1261"/>
                      <a:pt x="3074" y="1205"/>
                      <a:pt x="2113" y="1122"/>
                    </a:cubicBezTo>
                    <a:cubicBezTo>
                      <a:pt x="2108" y="1121"/>
                      <a:pt x="2103" y="1120"/>
                      <a:pt x="2098" y="1120"/>
                    </a:cubicBezTo>
                    <a:cubicBezTo>
                      <a:pt x="2026" y="1120"/>
                      <a:pt x="1972" y="1194"/>
                      <a:pt x="1972" y="1263"/>
                    </a:cubicBezTo>
                    <a:cubicBezTo>
                      <a:pt x="1955" y="1726"/>
                      <a:pt x="1943" y="2195"/>
                      <a:pt x="1927" y="2663"/>
                    </a:cubicBezTo>
                    <a:cubicBezTo>
                      <a:pt x="1904" y="3403"/>
                      <a:pt x="1881" y="4143"/>
                      <a:pt x="1859" y="4888"/>
                    </a:cubicBezTo>
                    <a:lnTo>
                      <a:pt x="1847" y="5256"/>
                    </a:lnTo>
                    <a:lnTo>
                      <a:pt x="1847" y="5256"/>
                    </a:lnTo>
                    <a:cubicBezTo>
                      <a:pt x="1632" y="5241"/>
                      <a:pt x="1419" y="5196"/>
                      <a:pt x="1209" y="5154"/>
                    </a:cubicBezTo>
                    <a:cubicBezTo>
                      <a:pt x="859" y="5075"/>
                      <a:pt x="520" y="4979"/>
                      <a:pt x="182" y="4871"/>
                    </a:cubicBezTo>
                    <a:cubicBezTo>
                      <a:pt x="169" y="4867"/>
                      <a:pt x="156" y="4866"/>
                      <a:pt x="144" y="4866"/>
                    </a:cubicBezTo>
                    <a:cubicBezTo>
                      <a:pt x="67" y="4866"/>
                      <a:pt x="1" y="4934"/>
                      <a:pt x="1" y="5007"/>
                    </a:cubicBezTo>
                    <a:lnTo>
                      <a:pt x="1" y="5995"/>
                    </a:lnTo>
                    <a:lnTo>
                      <a:pt x="1" y="8186"/>
                    </a:lnTo>
                    <a:lnTo>
                      <a:pt x="1" y="10423"/>
                    </a:lnTo>
                    <a:lnTo>
                      <a:pt x="1" y="11546"/>
                    </a:lnTo>
                    <a:lnTo>
                      <a:pt x="1" y="13150"/>
                    </a:lnTo>
                    <a:lnTo>
                      <a:pt x="1" y="13218"/>
                    </a:lnTo>
                    <a:lnTo>
                      <a:pt x="1" y="14907"/>
                    </a:lnTo>
                    <a:lnTo>
                      <a:pt x="1" y="17589"/>
                    </a:lnTo>
                    <a:lnTo>
                      <a:pt x="1" y="18205"/>
                    </a:lnTo>
                    <a:cubicBezTo>
                      <a:pt x="1" y="18284"/>
                      <a:pt x="63" y="18346"/>
                      <a:pt x="142" y="18346"/>
                    </a:cubicBezTo>
                    <a:lnTo>
                      <a:pt x="7546" y="18346"/>
                    </a:lnTo>
                    <a:cubicBezTo>
                      <a:pt x="7575" y="18346"/>
                      <a:pt x="7600" y="18338"/>
                      <a:pt x="7620" y="18326"/>
                    </a:cubicBezTo>
                    <a:lnTo>
                      <a:pt x="7620" y="18326"/>
                    </a:lnTo>
                    <a:cubicBezTo>
                      <a:pt x="7659" y="18304"/>
                      <a:pt x="7687" y="18264"/>
                      <a:pt x="7687" y="18205"/>
                    </a:cubicBezTo>
                    <a:lnTo>
                      <a:pt x="7687" y="16398"/>
                    </a:lnTo>
                    <a:lnTo>
                      <a:pt x="7687" y="13517"/>
                    </a:lnTo>
                    <a:lnTo>
                      <a:pt x="7687" y="12954"/>
                    </a:lnTo>
                    <a:lnTo>
                      <a:pt x="7687" y="12954"/>
                    </a:lnTo>
                    <a:cubicBezTo>
                      <a:pt x="9390" y="12299"/>
                      <a:pt x="10754" y="10919"/>
                      <a:pt x="11369" y="9197"/>
                    </a:cubicBezTo>
                    <a:cubicBezTo>
                      <a:pt x="11534" y="8734"/>
                      <a:pt x="11642" y="8256"/>
                      <a:pt x="11694" y="7768"/>
                    </a:cubicBezTo>
                    <a:lnTo>
                      <a:pt x="12402" y="7768"/>
                    </a:lnTo>
                    <a:cubicBezTo>
                      <a:pt x="12781" y="7768"/>
                      <a:pt x="13137" y="7616"/>
                      <a:pt x="13283" y="7249"/>
                    </a:cubicBezTo>
                    <a:cubicBezTo>
                      <a:pt x="13425" y="6916"/>
                      <a:pt x="13295" y="6566"/>
                      <a:pt x="13018" y="6345"/>
                    </a:cubicBezTo>
                    <a:cubicBezTo>
                      <a:pt x="12786" y="6165"/>
                      <a:pt x="12555" y="5984"/>
                      <a:pt x="12323" y="5797"/>
                    </a:cubicBezTo>
                    <a:cubicBezTo>
                      <a:pt x="12127" y="5639"/>
                      <a:pt x="11927" y="5485"/>
                      <a:pt x="11730" y="5327"/>
                    </a:cubicBezTo>
                    <a:lnTo>
                      <a:pt x="11730" y="5327"/>
                    </a:lnTo>
                    <a:lnTo>
                      <a:pt x="11730" y="3838"/>
                    </a:lnTo>
                    <a:cubicBezTo>
                      <a:pt x="11730" y="3143"/>
                      <a:pt x="11753" y="2460"/>
                      <a:pt x="11567" y="1777"/>
                    </a:cubicBezTo>
                    <a:cubicBezTo>
                      <a:pt x="11391" y="1144"/>
                      <a:pt x="11081" y="557"/>
                      <a:pt x="10669" y="43"/>
                    </a:cubicBezTo>
                    <a:cubicBezTo>
                      <a:pt x="10646" y="15"/>
                      <a:pt x="10608" y="1"/>
                      <a:pt x="10570"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6" name="Google Shape;836;p31"/>
              <p:cNvSpPr/>
              <p:nvPr/>
            </p:nvSpPr>
            <p:spPr>
              <a:xfrm>
                <a:off x="748200" y="3191125"/>
                <a:ext cx="458600" cy="407500"/>
              </a:xfrm>
              <a:custGeom>
                <a:avLst/>
                <a:gdLst/>
                <a:ahLst/>
                <a:cxnLst/>
                <a:rect l="l" t="t" r="r" b="b"/>
                <a:pathLst>
                  <a:path w="18344" h="16300" extrusionOk="0">
                    <a:moveTo>
                      <a:pt x="17197" y="4664"/>
                    </a:moveTo>
                    <a:cubicBezTo>
                      <a:pt x="17188" y="4677"/>
                      <a:pt x="17183" y="4681"/>
                      <a:pt x="17183" y="4681"/>
                    </a:cubicBezTo>
                    <a:cubicBezTo>
                      <a:pt x="17182" y="4681"/>
                      <a:pt x="17188" y="4673"/>
                      <a:pt x="17197" y="4664"/>
                    </a:cubicBezTo>
                    <a:close/>
                    <a:moveTo>
                      <a:pt x="17035" y="4812"/>
                    </a:moveTo>
                    <a:cubicBezTo>
                      <a:pt x="17033" y="4813"/>
                      <a:pt x="17031" y="4814"/>
                      <a:pt x="17028" y="4816"/>
                    </a:cubicBezTo>
                    <a:cubicBezTo>
                      <a:pt x="17030" y="4815"/>
                      <a:pt x="17033" y="4814"/>
                      <a:pt x="17035" y="4812"/>
                    </a:cubicBezTo>
                    <a:close/>
                    <a:moveTo>
                      <a:pt x="8794" y="286"/>
                    </a:moveTo>
                    <a:cubicBezTo>
                      <a:pt x="8833" y="286"/>
                      <a:pt x="8873" y="287"/>
                      <a:pt x="8912" y="287"/>
                    </a:cubicBezTo>
                    <a:cubicBezTo>
                      <a:pt x="9720" y="293"/>
                      <a:pt x="10544" y="394"/>
                      <a:pt x="11307" y="660"/>
                    </a:cubicBezTo>
                    <a:cubicBezTo>
                      <a:pt x="11561" y="750"/>
                      <a:pt x="11815" y="858"/>
                      <a:pt x="12030" y="1021"/>
                    </a:cubicBezTo>
                    <a:cubicBezTo>
                      <a:pt x="12346" y="1258"/>
                      <a:pt x="12685" y="1456"/>
                      <a:pt x="13063" y="1580"/>
                    </a:cubicBezTo>
                    <a:cubicBezTo>
                      <a:pt x="13442" y="1705"/>
                      <a:pt x="13843" y="1750"/>
                      <a:pt x="14238" y="1784"/>
                    </a:cubicBezTo>
                    <a:cubicBezTo>
                      <a:pt x="14769" y="1829"/>
                      <a:pt x="15300" y="1846"/>
                      <a:pt x="15830" y="1885"/>
                    </a:cubicBezTo>
                    <a:cubicBezTo>
                      <a:pt x="16175" y="1908"/>
                      <a:pt x="16519" y="1936"/>
                      <a:pt x="16857" y="1970"/>
                    </a:cubicBezTo>
                    <a:lnTo>
                      <a:pt x="16857" y="1970"/>
                    </a:lnTo>
                    <a:cubicBezTo>
                      <a:pt x="16857" y="1970"/>
                      <a:pt x="16858" y="1970"/>
                      <a:pt x="16858" y="1970"/>
                    </a:cubicBezTo>
                    <a:cubicBezTo>
                      <a:pt x="17304" y="2015"/>
                      <a:pt x="17863" y="2162"/>
                      <a:pt x="17988" y="2636"/>
                    </a:cubicBezTo>
                    <a:cubicBezTo>
                      <a:pt x="18089" y="2992"/>
                      <a:pt x="17942" y="3404"/>
                      <a:pt x="17784" y="3738"/>
                    </a:cubicBezTo>
                    <a:cubicBezTo>
                      <a:pt x="17638" y="4037"/>
                      <a:pt x="17457" y="4319"/>
                      <a:pt x="17259" y="4590"/>
                    </a:cubicBezTo>
                    <a:cubicBezTo>
                      <a:pt x="17253" y="4596"/>
                      <a:pt x="17242" y="4607"/>
                      <a:pt x="17237" y="4613"/>
                    </a:cubicBezTo>
                    <a:cubicBezTo>
                      <a:pt x="17235" y="4616"/>
                      <a:pt x="17234" y="4617"/>
                      <a:pt x="17234" y="4617"/>
                    </a:cubicBezTo>
                    <a:cubicBezTo>
                      <a:pt x="17235" y="4617"/>
                      <a:pt x="17245" y="4603"/>
                      <a:pt x="17247" y="4603"/>
                    </a:cubicBezTo>
                    <a:cubicBezTo>
                      <a:pt x="17247" y="4603"/>
                      <a:pt x="17246" y="4606"/>
                      <a:pt x="17242" y="4613"/>
                    </a:cubicBezTo>
                    <a:cubicBezTo>
                      <a:pt x="17231" y="4624"/>
                      <a:pt x="17225" y="4636"/>
                      <a:pt x="17214" y="4641"/>
                    </a:cubicBezTo>
                    <a:cubicBezTo>
                      <a:pt x="17207" y="4650"/>
                      <a:pt x="17202" y="4658"/>
                      <a:pt x="17197" y="4664"/>
                    </a:cubicBezTo>
                    <a:lnTo>
                      <a:pt x="17197" y="4664"/>
                    </a:lnTo>
                    <a:cubicBezTo>
                      <a:pt x="17183" y="4679"/>
                      <a:pt x="17173" y="4693"/>
                      <a:pt x="17157" y="4703"/>
                    </a:cubicBezTo>
                    <a:cubicBezTo>
                      <a:pt x="17129" y="4737"/>
                      <a:pt x="17095" y="4765"/>
                      <a:pt x="17061" y="4794"/>
                    </a:cubicBezTo>
                    <a:cubicBezTo>
                      <a:pt x="17053" y="4798"/>
                      <a:pt x="17044" y="4806"/>
                      <a:pt x="17035" y="4812"/>
                    </a:cubicBezTo>
                    <a:lnTo>
                      <a:pt x="17035" y="4812"/>
                    </a:lnTo>
                    <a:cubicBezTo>
                      <a:pt x="17040" y="4809"/>
                      <a:pt x="17042" y="4808"/>
                      <a:pt x="17042" y="4808"/>
                    </a:cubicBezTo>
                    <a:cubicBezTo>
                      <a:pt x="17043" y="4808"/>
                      <a:pt x="17031" y="4817"/>
                      <a:pt x="17016" y="4828"/>
                    </a:cubicBezTo>
                    <a:cubicBezTo>
                      <a:pt x="16988" y="4850"/>
                      <a:pt x="16960" y="4873"/>
                      <a:pt x="16926" y="4890"/>
                    </a:cubicBezTo>
                    <a:cubicBezTo>
                      <a:pt x="16751" y="5008"/>
                      <a:pt x="16565" y="5104"/>
                      <a:pt x="16373" y="5183"/>
                    </a:cubicBezTo>
                    <a:cubicBezTo>
                      <a:pt x="16339" y="5200"/>
                      <a:pt x="16350" y="5195"/>
                      <a:pt x="16299" y="5217"/>
                    </a:cubicBezTo>
                    <a:cubicBezTo>
                      <a:pt x="16265" y="5229"/>
                      <a:pt x="16231" y="5245"/>
                      <a:pt x="16197" y="5257"/>
                    </a:cubicBezTo>
                    <a:cubicBezTo>
                      <a:pt x="16124" y="5285"/>
                      <a:pt x="16051" y="5313"/>
                      <a:pt x="15972" y="5336"/>
                    </a:cubicBezTo>
                    <a:cubicBezTo>
                      <a:pt x="15802" y="5392"/>
                      <a:pt x="15627" y="5443"/>
                      <a:pt x="15452" y="5488"/>
                    </a:cubicBezTo>
                    <a:cubicBezTo>
                      <a:pt x="15000" y="5607"/>
                      <a:pt x="14537" y="5686"/>
                      <a:pt x="14074" y="5742"/>
                    </a:cubicBezTo>
                    <a:cubicBezTo>
                      <a:pt x="13324" y="5834"/>
                      <a:pt x="12567" y="5870"/>
                      <a:pt x="11809" y="5870"/>
                    </a:cubicBezTo>
                    <a:cubicBezTo>
                      <a:pt x="11066" y="5870"/>
                      <a:pt x="10323" y="5835"/>
                      <a:pt x="9584" y="5782"/>
                    </a:cubicBezTo>
                    <a:cubicBezTo>
                      <a:pt x="9342" y="5765"/>
                      <a:pt x="9099" y="5748"/>
                      <a:pt x="8856" y="5726"/>
                    </a:cubicBezTo>
                    <a:cubicBezTo>
                      <a:pt x="8851" y="5725"/>
                      <a:pt x="8846" y="5724"/>
                      <a:pt x="8841" y="5724"/>
                    </a:cubicBezTo>
                    <a:cubicBezTo>
                      <a:pt x="8769" y="5724"/>
                      <a:pt x="8715" y="5798"/>
                      <a:pt x="8715" y="5867"/>
                    </a:cubicBezTo>
                    <a:cubicBezTo>
                      <a:pt x="8698" y="6330"/>
                      <a:pt x="8686" y="6799"/>
                      <a:pt x="8670" y="7267"/>
                    </a:cubicBezTo>
                    <a:cubicBezTo>
                      <a:pt x="8647" y="8007"/>
                      <a:pt x="8624" y="8747"/>
                      <a:pt x="8602" y="9492"/>
                    </a:cubicBezTo>
                    <a:lnTo>
                      <a:pt x="8590" y="9860"/>
                    </a:lnTo>
                    <a:lnTo>
                      <a:pt x="8590" y="9860"/>
                    </a:lnTo>
                    <a:cubicBezTo>
                      <a:pt x="8375" y="9845"/>
                      <a:pt x="8162" y="9800"/>
                      <a:pt x="7952" y="9758"/>
                    </a:cubicBezTo>
                    <a:cubicBezTo>
                      <a:pt x="7602" y="9679"/>
                      <a:pt x="7263" y="9583"/>
                      <a:pt x="6925" y="9475"/>
                    </a:cubicBezTo>
                    <a:cubicBezTo>
                      <a:pt x="6912" y="9471"/>
                      <a:pt x="6899" y="9470"/>
                      <a:pt x="6887" y="9470"/>
                    </a:cubicBezTo>
                    <a:cubicBezTo>
                      <a:pt x="6810" y="9470"/>
                      <a:pt x="6744" y="9538"/>
                      <a:pt x="6744" y="9611"/>
                    </a:cubicBezTo>
                    <a:lnTo>
                      <a:pt x="6744" y="11825"/>
                    </a:lnTo>
                    <a:lnTo>
                      <a:pt x="6744" y="15343"/>
                    </a:lnTo>
                    <a:lnTo>
                      <a:pt x="6744" y="15939"/>
                    </a:lnTo>
                    <a:lnTo>
                      <a:pt x="6744" y="15939"/>
                    </a:lnTo>
                    <a:cubicBezTo>
                      <a:pt x="6623" y="15884"/>
                      <a:pt x="6505" y="15824"/>
                      <a:pt x="6388" y="15761"/>
                    </a:cubicBezTo>
                    <a:cubicBezTo>
                      <a:pt x="5936" y="15512"/>
                      <a:pt x="5501" y="15219"/>
                      <a:pt x="5100" y="14891"/>
                    </a:cubicBezTo>
                    <a:cubicBezTo>
                      <a:pt x="5090" y="14883"/>
                      <a:pt x="5079" y="14876"/>
                      <a:pt x="5067" y="14871"/>
                    </a:cubicBezTo>
                    <a:lnTo>
                      <a:pt x="5067" y="14871"/>
                    </a:lnTo>
                    <a:cubicBezTo>
                      <a:pt x="5069" y="14870"/>
                      <a:pt x="5071" y="14869"/>
                      <a:pt x="5072" y="14869"/>
                    </a:cubicBezTo>
                    <a:cubicBezTo>
                      <a:pt x="4767" y="14682"/>
                      <a:pt x="4479" y="14473"/>
                      <a:pt x="4214" y="14242"/>
                    </a:cubicBezTo>
                    <a:cubicBezTo>
                      <a:pt x="4084" y="14129"/>
                      <a:pt x="3954" y="14004"/>
                      <a:pt x="3830" y="13880"/>
                    </a:cubicBezTo>
                    <a:cubicBezTo>
                      <a:pt x="3773" y="13824"/>
                      <a:pt x="3722" y="13756"/>
                      <a:pt x="3660" y="13705"/>
                    </a:cubicBezTo>
                    <a:cubicBezTo>
                      <a:pt x="3615" y="13660"/>
                      <a:pt x="3553" y="13632"/>
                      <a:pt x="3502" y="13598"/>
                    </a:cubicBezTo>
                    <a:cubicBezTo>
                      <a:pt x="3096" y="13344"/>
                      <a:pt x="2740" y="13011"/>
                      <a:pt x="2429" y="12649"/>
                    </a:cubicBezTo>
                    <a:cubicBezTo>
                      <a:pt x="1723" y="11836"/>
                      <a:pt x="1204" y="10853"/>
                      <a:pt x="854" y="9842"/>
                    </a:cubicBezTo>
                    <a:cubicBezTo>
                      <a:pt x="526" y="8894"/>
                      <a:pt x="317" y="7860"/>
                      <a:pt x="436" y="6861"/>
                    </a:cubicBezTo>
                    <a:cubicBezTo>
                      <a:pt x="492" y="6381"/>
                      <a:pt x="650" y="5912"/>
                      <a:pt x="893" y="5500"/>
                    </a:cubicBezTo>
                    <a:cubicBezTo>
                      <a:pt x="1108" y="5133"/>
                      <a:pt x="1407" y="4839"/>
                      <a:pt x="1752" y="4590"/>
                    </a:cubicBezTo>
                    <a:cubicBezTo>
                      <a:pt x="2113" y="4336"/>
                      <a:pt x="2497" y="4116"/>
                      <a:pt x="2853" y="3851"/>
                    </a:cubicBezTo>
                    <a:cubicBezTo>
                      <a:pt x="3327" y="3495"/>
                      <a:pt x="3745" y="3077"/>
                      <a:pt x="4101" y="2603"/>
                    </a:cubicBezTo>
                    <a:cubicBezTo>
                      <a:pt x="4287" y="2360"/>
                      <a:pt x="4434" y="2094"/>
                      <a:pt x="4626" y="1857"/>
                    </a:cubicBezTo>
                    <a:cubicBezTo>
                      <a:pt x="4762" y="1688"/>
                      <a:pt x="4914" y="1530"/>
                      <a:pt x="5083" y="1388"/>
                    </a:cubicBezTo>
                    <a:cubicBezTo>
                      <a:pt x="5411" y="1112"/>
                      <a:pt x="5795" y="897"/>
                      <a:pt x="6196" y="733"/>
                    </a:cubicBezTo>
                    <a:cubicBezTo>
                      <a:pt x="7018" y="409"/>
                      <a:pt x="7912" y="286"/>
                      <a:pt x="8794" y="286"/>
                    </a:cubicBezTo>
                    <a:close/>
                    <a:moveTo>
                      <a:pt x="8785" y="0"/>
                    </a:moveTo>
                    <a:cubicBezTo>
                      <a:pt x="8056" y="0"/>
                      <a:pt x="7319" y="87"/>
                      <a:pt x="6620" y="293"/>
                    </a:cubicBezTo>
                    <a:cubicBezTo>
                      <a:pt x="5739" y="553"/>
                      <a:pt x="4908" y="1016"/>
                      <a:pt x="4349" y="1755"/>
                    </a:cubicBezTo>
                    <a:cubicBezTo>
                      <a:pt x="4152" y="2015"/>
                      <a:pt x="3988" y="2303"/>
                      <a:pt x="3779" y="2557"/>
                    </a:cubicBezTo>
                    <a:cubicBezTo>
                      <a:pt x="3581" y="2806"/>
                      <a:pt x="3367" y="3037"/>
                      <a:pt x="3135" y="3252"/>
                    </a:cubicBezTo>
                    <a:cubicBezTo>
                      <a:pt x="2774" y="3585"/>
                      <a:pt x="2367" y="3851"/>
                      <a:pt x="1955" y="4116"/>
                    </a:cubicBezTo>
                    <a:cubicBezTo>
                      <a:pt x="1599" y="4348"/>
                      <a:pt x="1243" y="4590"/>
                      <a:pt x="967" y="4912"/>
                    </a:cubicBezTo>
                    <a:cubicBezTo>
                      <a:pt x="628" y="5302"/>
                      <a:pt x="402" y="5776"/>
                      <a:pt x="266" y="6268"/>
                    </a:cubicBezTo>
                    <a:cubicBezTo>
                      <a:pt x="1" y="7222"/>
                      <a:pt x="125" y="8267"/>
                      <a:pt x="368" y="9210"/>
                    </a:cubicBezTo>
                    <a:cubicBezTo>
                      <a:pt x="645" y="10283"/>
                      <a:pt x="1108" y="11316"/>
                      <a:pt x="1746" y="12226"/>
                    </a:cubicBezTo>
                    <a:cubicBezTo>
                      <a:pt x="2040" y="12649"/>
                      <a:pt x="2378" y="13056"/>
                      <a:pt x="2768" y="13400"/>
                    </a:cubicBezTo>
                    <a:cubicBezTo>
                      <a:pt x="2949" y="13558"/>
                      <a:pt x="3141" y="13705"/>
                      <a:pt x="3344" y="13835"/>
                    </a:cubicBezTo>
                    <a:cubicBezTo>
                      <a:pt x="3395" y="13869"/>
                      <a:pt x="3446" y="13897"/>
                      <a:pt x="3491" y="13931"/>
                    </a:cubicBezTo>
                    <a:cubicBezTo>
                      <a:pt x="3559" y="13993"/>
                      <a:pt x="3621" y="14072"/>
                      <a:pt x="3689" y="14134"/>
                    </a:cubicBezTo>
                    <a:cubicBezTo>
                      <a:pt x="3813" y="14259"/>
                      <a:pt x="3943" y="14383"/>
                      <a:pt x="4078" y="14496"/>
                    </a:cubicBezTo>
                    <a:cubicBezTo>
                      <a:pt x="4343" y="14721"/>
                      <a:pt x="4630" y="14930"/>
                      <a:pt x="4929" y="15110"/>
                    </a:cubicBezTo>
                    <a:lnTo>
                      <a:pt x="4929" y="15110"/>
                    </a:lnTo>
                    <a:cubicBezTo>
                      <a:pt x="5509" y="15582"/>
                      <a:pt x="6150" y="16019"/>
                      <a:pt x="6845" y="16292"/>
                    </a:cubicBezTo>
                    <a:cubicBezTo>
                      <a:pt x="6859" y="16297"/>
                      <a:pt x="6873" y="16299"/>
                      <a:pt x="6887" y="16299"/>
                    </a:cubicBezTo>
                    <a:cubicBezTo>
                      <a:pt x="6962" y="16299"/>
                      <a:pt x="7026" y="16228"/>
                      <a:pt x="7026" y="16156"/>
                    </a:cubicBezTo>
                    <a:lnTo>
                      <a:pt x="7026" y="13948"/>
                    </a:lnTo>
                    <a:lnTo>
                      <a:pt x="7026" y="10424"/>
                    </a:lnTo>
                    <a:lnTo>
                      <a:pt x="7026" y="9806"/>
                    </a:lnTo>
                    <a:lnTo>
                      <a:pt x="7026" y="9806"/>
                    </a:lnTo>
                    <a:cubicBezTo>
                      <a:pt x="7322" y="9893"/>
                      <a:pt x="7618" y="9973"/>
                      <a:pt x="7918" y="10034"/>
                    </a:cubicBezTo>
                    <a:cubicBezTo>
                      <a:pt x="8178" y="10091"/>
                      <a:pt x="8455" y="10147"/>
                      <a:pt x="8726" y="10147"/>
                    </a:cubicBezTo>
                    <a:cubicBezTo>
                      <a:pt x="8799" y="10147"/>
                      <a:pt x="8862" y="10080"/>
                      <a:pt x="8867" y="10006"/>
                    </a:cubicBezTo>
                    <a:cubicBezTo>
                      <a:pt x="8878" y="9537"/>
                      <a:pt x="8895" y="9069"/>
                      <a:pt x="8907" y="8606"/>
                    </a:cubicBezTo>
                    <a:cubicBezTo>
                      <a:pt x="8935" y="7866"/>
                      <a:pt x="8958" y="7120"/>
                      <a:pt x="8980" y="6381"/>
                    </a:cubicBezTo>
                    <a:cubicBezTo>
                      <a:pt x="8984" y="6262"/>
                      <a:pt x="8988" y="6140"/>
                      <a:pt x="8992" y="6020"/>
                    </a:cubicBezTo>
                    <a:lnTo>
                      <a:pt x="8992" y="6020"/>
                    </a:lnTo>
                    <a:cubicBezTo>
                      <a:pt x="9912" y="6100"/>
                      <a:pt x="10840" y="6154"/>
                      <a:pt x="11767" y="6154"/>
                    </a:cubicBezTo>
                    <a:cubicBezTo>
                      <a:pt x="12439" y="6154"/>
                      <a:pt x="13111" y="6126"/>
                      <a:pt x="13780" y="6059"/>
                    </a:cubicBezTo>
                    <a:cubicBezTo>
                      <a:pt x="14656" y="5968"/>
                      <a:pt x="15548" y="5822"/>
                      <a:pt x="16367" y="5494"/>
                    </a:cubicBezTo>
                    <a:cubicBezTo>
                      <a:pt x="16711" y="5353"/>
                      <a:pt x="17073" y="5183"/>
                      <a:pt x="17338" y="4924"/>
                    </a:cubicBezTo>
                    <a:cubicBezTo>
                      <a:pt x="17361" y="4907"/>
                      <a:pt x="17378" y="4884"/>
                      <a:pt x="17395" y="4867"/>
                    </a:cubicBezTo>
                    <a:cubicBezTo>
                      <a:pt x="17404" y="4857"/>
                      <a:pt x="17414" y="4844"/>
                      <a:pt x="17424" y="4833"/>
                    </a:cubicBezTo>
                    <a:lnTo>
                      <a:pt x="17424" y="4833"/>
                    </a:lnTo>
                    <a:cubicBezTo>
                      <a:pt x="17419" y="4838"/>
                      <a:pt x="17416" y="4842"/>
                      <a:pt x="17416" y="4842"/>
                    </a:cubicBezTo>
                    <a:lnTo>
                      <a:pt x="17416" y="4842"/>
                    </a:lnTo>
                    <a:cubicBezTo>
                      <a:pt x="17416" y="4842"/>
                      <a:pt x="17419" y="4838"/>
                      <a:pt x="17429" y="4828"/>
                    </a:cubicBezTo>
                    <a:lnTo>
                      <a:pt x="17429" y="4828"/>
                    </a:lnTo>
                    <a:cubicBezTo>
                      <a:pt x="17427" y="4829"/>
                      <a:pt x="17425" y="4831"/>
                      <a:pt x="17424" y="4833"/>
                    </a:cubicBezTo>
                    <a:lnTo>
                      <a:pt x="17424" y="4833"/>
                    </a:lnTo>
                    <a:cubicBezTo>
                      <a:pt x="17431" y="4823"/>
                      <a:pt x="17443" y="4807"/>
                      <a:pt x="17446" y="4799"/>
                    </a:cubicBezTo>
                    <a:cubicBezTo>
                      <a:pt x="17649" y="4545"/>
                      <a:pt x="17830" y="4269"/>
                      <a:pt x="17976" y="3980"/>
                    </a:cubicBezTo>
                    <a:cubicBezTo>
                      <a:pt x="18168" y="3608"/>
                      <a:pt x="18343" y="3167"/>
                      <a:pt x="18293" y="2738"/>
                    </a:cubicBezTo>
                    <a:cubicBezTo>
                      <a:pt x="18236" y="2224"/>
                      <a:pt x="17846" y="1914"/>
                      <a:pt x="17372" y="1778"/>
                    </a:cubicBezTo>
                    <a:cubicBezTo>
                      <a:pt x="17203" y="1733"/>
                      <a:pt x="17034" y="1705"/>
                      <a:pt x="16859" y="1688"/>
                    </a:cubicBezTo>
                    <a:lnTo>
                      <a:pt x="16859" y="1688"/>
                    </a:lnTo>
                    <a:cubicBezTo>
                      <a:pt x="16859" y="1688"/>
                      <a:pt x="16859" y="1688"/>
                      <a:pt x="16858" y="1688"/>
                    </a:cubicBezTo>
                    <a:cubicBezTo>
                      <a:pt x="16214" y="1626"/>
                      <a:pt x="15565" y="1586"/>
                      <a:pt x="14915" y="1546"/>
                    </a:cubicBezTo>
                    <a:cubicBezTo>
                      <a:pt x="14469" y="1524"/>
                      <a:pt x="14023" y="1501"/>
                      <a:pt x="13583" y="1417"/>
                    </a:cubicBezTo>
                    <a:cubicBezTo>
                      <a:pt x="13210" y="1349"/>
                      <a:pt x="12860" y="1225"/>
                      <a:pt x="12538" y="1027"/>
                    </a:cubicBezTo>
                    <a:cubicBezTo>
                      <a:pt x="12261" y="863"/>
                      <a:pt x="12030" y="654"/>
                      <a:pt x="11730" y="524"/>
                    </a:cubicBezTo>
                    <a:cubicBezTo>
                      <a:pt x="11008" y="208"/>
                      <a:pt x="10206" y="78"/>
                      <a:pt x="9421" y="22"/>
                    </a:cubicBezTo>
                    <a:cubicBezTo>
                      <a:pt x="9210" y="8"/>
                      <a:pt x="8998" y="0"/>
                      <a:pt x="8785"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837" name="Google Shape;837;p31"/>
          <p:cNvGrpSpPr/>
          <p:nvPr/>
        </p:nvGrpSpPr>
        <p:grpSpPr>
          <a:xfrm>
            <a:off x="-26975" y="-12925"/>
            <a:ext cx="9197950" cy="5169325"/>
            <a:chOff x="-50" y="-12925"/>
            <a:chExt cx="9144000" cy="5169325"/>
          </a:xfrm>
        </p:grpSpPr>
        <p:sp>
          <p:nvSpPr>
            <p:cNvPr id="838" name="Google Shape;838;p31"/>
            <p:cNvSpPr/>
            <p:nvPr/>
          </p:nvSpPr>
          <p:spPr>
            <a:xfrm>
              <a:off x="-50" y="4832400"/>
              <a:ext cx="9144000" cy="324000"/>
            </a:xfrm>
            <a:prstGeom prst="rect">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2"/>
                </a:solidFill>
              </a:endParaRPr>
            </a:p>
          </p:txBody>
        </p:sp>
        <p:sp>
          <p:nvSpPr>
            <p:cNvPr id="839" name="Google Shape;839;p31"/>
            <p:cNvSpPr/>
            <p:nvPr/>
          </p:nvSpPr>
          <p:spPr>
            <a:xfrm>
              <a:off x="-50" y="-12925"/>
              <a:ext cx="9144000" cy="324000"/>
            </a:xfrm>
            <a:prstGeom prst="rect">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2"/>
                </a:solidFill>
              </a:endParaRPr>
            </a:p>
          </p:txBody>
        </p:sp>
      </p:gr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713225" y="445025"/>
            <a:ext cx="7717500" cy="572700"/>
          </a:xfrm>
          <a:prstGeom prst="rect">
            <a:avLst/>
          </a:prstGeom>
          <a:noFill/>
          <a:ln>
            <a:noFill/>
          </a:ln>
        </p:spPr>
        <p:txBody>
          <a:bodyPr spcFirstLastPara="1" wrap="square" lIns="91425" tIns="91425" rIns="91425" bIns="91425" anchor="t" anchorCtr="0">
            <a:noAutofit/>
          </a:bodyPr>
          <a:lstStyle>
            <a:lvl1pPr lvl="0" algn="ctr" rtl="0">
              <a:spcBef>
                <a:spcPts val="0"/>
              </a:spcBef>
              <a:spcAft>
                <a:spcPts val="0"/>
              </a:spcAft>
              <a:buClr>
                <a:schemeClr val="dk1"/>
              </a:buClr>
              <a:buSzPts val="3000"/>
              <a:buFont typeface="Be Vietnam Pro"/>
              <a:buNone/>
              <a:defRPr sz="3000" b="1">
                <a:solidFill>
                  <a:schemeClr val="dk1"/>
                </a:solidFill>
                <a:latin typeface="Be Vietnam Pro"/>
                <a:ea typeface="Be Vietnam Pro"/>
                <a:cs typeface="Be Vietnam Pro"/>
                <a:sym typeface="Be Vietnam Pro"/>
              </a:defRPr>
            </a:lvl1pPr>
            <a:lvl2pPr lvl="1" rtl="0">
              <a:spcBef>
                <a:spcPts val="0"/>
              </a:spcBef>
              <a:spcAft>
                <a:spcPts val="0"/>
              </a:spcAft>
              <a:buClr>
                <a:schemeClr val="dk1"/>
              </a:buClr>
              <a:buSzPts val="3300"/>
              <a:buFont typeface="DM Sans"/>
              <a:buNone/>
              <a:defRPr sz="3300" b="1">
                <a:solidFill>
                  <a:schemeClr val="dk1"/>
                </a:solidFill>
                <a:latin typeface="DM Sans"/>
                <a:ea typeface="DM Sans"/>
                <a:cs typeface="DM Sans"/>
                <a:sym typeface="DM Sans"/>
              </a:defRPr>
            </a:lvl2pPr>
            <a:lvl3pPr lvl="2" rtl="0">
              <a:spcBef>
                <a:spcPts val="0"/>
              </a:spcBef>
              <a:spcAft>
                <a:spcPts val="0"/>
              </a:spcAft>
              <a:buClr>
                <a:schemeClr val="dk1"/>
              </a:buClr>
              <a:buSzPts val="3300"/>
              <a:buFont typeface="DM Sans"/>
              <a:buNone/>
              <a:defRPr sz="3300" b="1">
                <a:solidFill>
                  <a:schemeClr val="dk1"/>
                </a:solidFill>
                <a:latin typeface="DM Sans"/>
                <a:ea typeface="DM Sans"/>
                <a:cs typeface="DM Sans"/>
                <a:sym typeface="DM Sans"/>
              </a:defRPr>
            </a:lvl3pPr>
            <a:lvl4pPr lvl="3" rtl="0">
              <a:spcBef>
                <a:spcPts val="0"/>
              </a:spcBef>
              <a:spcAft>
                <a:spcPts val="0"/>
              </a:spcAft>
              <a:buClr>
                <a:schemeClr val="dk1"/>
              </a:buClr>
              <a:buSzPts val="3300"/>
              <a:buFont typeface="DM Sans"/>
              <a:buNone/>
              <a:defRPr sz="3300" b="1">
                <a:solidFill>
                  <a:schemeClr val="dk1"/>
                </a:solidFill>
                <a:latin typeface="DM Sans"/>
                <a:ea typeface="DM Sans"/>
                <a:cs typeface="DM Sans"/>
                <a:sym typeface="DM Sans"/>
              </a:defRPr>
            </a:lvl4pPr>
            <a:lvl5pPr lvl="4" rtl="0">
              <a:spcBef>
                <a:spcPts val="0"/>
              </a:spcBef>
              <a:spcAft>
                <a:spcPts val="0"/>
              </a:spcAft>
              <a:buClr>
                <a:schemeClr val="dk1"/>
              </a:buClr>
              <a:buSzPts val="3300"/>
              <a:buFont typeface="DM Sans"/>
              <a:buNone/>
              <a:defRPr sz="3300" b="1">
                <a:solidFill>
                  <a:schemeClr val="dk1"/>
                </a:solidFill>
                <a:latin typeface="DM Sans"/>
                <a:ea typeface="DM Sans"/>
                <a:cs typeface="DM Sans"/>
                <a:sym typeface="DM Sans"/>
              </a:defRPr>
            </a:lvl5pPr>
            <a:lvl6pPr lvl="5" rtl="0">
              <a:spcBef>
                <a:spcPts val="0"/>
              </a:spcBef>
              <a:spcAft>
                <a:spcPts val="0"/>
              </a:spcAft>
              <a:buClr>
                <a:schemeClr val="dk1"/>
              </a:buClr>
              <a:buSzPts val="3300"/>
              <a:buFont typeface="DM Sans"/>
              <a:buNone/>
              <a:defRPr sz="3300" b="1">
                <a:solidFill>
                  <a:schemeClr val="dk1"/>
                </a:solidFill>
                <a:latin typeface="DM Sans"/>
                <a:ea typeface="DM Sans"/>
                <a:cs typeface="DM Sans"/>
                <a:sym typeface="DM Sans"/>
              </a:defRPr>
            </a:lvl6pPr>
            <a:lvl7pPr lvl="6" rtl="0">
              <a:spcBef>
                <a:spcPts val="0"/>
              </a:spcBef>
              <a:spcAft>
                <a:spcPts val="0"/>
              </a:spcAft>
              <a:buClr>
                <a:schemeClr val="dk1"/>
              </a:buClr>
              <a:buSzPts val="3300"/>
              <a:buFont typeface="DM Sans"/>
              <a:buNone/>
              <a:defRPr sz="3300" b="1">
                <a:solidFill>
                  <a:schemeClr val="dk1"/>
                </a:solidFill>
                <a:latin typeface="DM Sans"/>
                <a:ea typeface="DM Sans"/>
                <a:cs typeface="DM Sans"/>
                <a:sym typeface="DM Sans"/>
              </a:defRPr>
            </a:lvl7pPr>
            <a:lvl8pPr lvl="7" rtl="0">
              <a:spcBef>
                <a:spcPts val="0"/>
              </a:spcBef>
              <a:spcAft>
                <a:spcPts val="0"/>
              </a:spcAft>
              <a:buClr>
                <a:schemeClr val="dk1"/>
              </a:buClr>
              <a:buSzPts val="3300"/>
              <a:buFont typeface="DM Sans"/>
              <a:buNone/>
              <a:defRPr sz="3300" b="1">
                <a:solidFill>
                  <a:schemeClr val="dk1"/>
                </a:solidFill>
                <a:latin typeface="DM Sans"/>
                <a:ea typeface="DM Sans"/>
                <a:cs typeface="DM Sans"/>
                <a:sym typeface="DM Sans"/>
              </a:defRPr>
            </a:lvl8pPr>
            <a:lvl9pPr lvl="8" rtl="0">
              <a:spcBef>
                <a:spcPts val="0"/>
              </a:spcBef>
              <a:spcAft>
                <a:spcPts val="0"/>
              </a:spcAft>
              <a:buClr>
                <a:schemeClr val="dk1"/>
              </a:buClr>
              <a:buSzPts val="3300"/>
              <a:buFont typeface="DM Sans"/>
              <a:buNone/>
              <a:defRPr sz="3300" b="1">
                <a:solidFill>
                  <a:schemeClr val="dk1"/>
                </a:solidFill>
                <a:latin typeface="DM Sans"/>
                <a:ea typeface="DM Sans"/>
                <a:cs typeface="DM Sans"/>
                <a:sym typeface="DM Sans"/>
              </a:defRPr>
            </a:lvl9pPr>
          </a:lstStyle>
          <a:p>
            <a:endParaRPr/>
          </a:p>
        </p:txBody>
      </p:sp>
      <p:sp>
        <p:nvSpPr>
          <p:cNvPr id="7" name="Google Shape;7;p1"/>
          <p:cNvSpPr txBox="1">
            <a:spLocks noGrp="1"/>
          </p:cNvSpPr>
          <p:nvPr>
            <p:ph type="body" idx="1"/>
          </p:nvPr>
        </p:nvSpPr>
        <p:spPr>
          <a:xfrm>
            <a:off x="713225" y="1152475"/>
            <a:ext cx="7717500" cy="3416400"/>
          </a:xfrm>
          <a:prstGeom prst="rect">
            <a:avLst/>
          </a:prstGeom>
          <a:noFill/>
          <a:ln>
            <a:noFill/>
          </a:ln>
        </p:spPr>
        <p:txBody>
          <a:bodyPr spcFirstLastPara="1" wrap="square" lIns="91425" tIns="91425" rIns="91425" bIns="91425" anchor="t" anchorCtr="0">
            <a:noAutofit/>
          </a:bodyPr>
          <a:lstStyle>
            <a:lvl1pPr marL="457200" lvl="0" indent="-317500">
              <a:lnSpc>
                <a:spcPct val="115000"/>
              </a:lnSpc>
              <a:spcBef>
                <a:spcPts val="0"/>
              </a:spcBef>
              <a:spcAft>
                <a:spcPts val="0"/>
              </a:spcAft>
              <a:buClr>
                <a:schemeClr val="dk1"/>
              </a:buClr>
              <a:buSzPts val="1400"/>
              <a:buFont typeface="Barlow"/>
              <a:buChar char="●"/>
              <a:defRPr>
                <a:solidFill>
                  <a:schemeClr val="dk1"/>
                </a:solidFill>
                <a:latin typeface="Barlow"/>
                <a:ea typeface="Barlow"/>
                <a:cs typeface="Barlow"/>
                <a:sym typeface="Barlow"/>
              </a:defRPr>
            </a:lvl1pPr>
            <a:lvl2pPr marL="914400" lvl="1" indent="-317500">
              <a:lnSpc>
                <a:spcPct val="115000"/>
              </a:lnSpc>
              <a:spcBef>
                <a:spcPts val="0"/>
              </a:spcBef>
              <a:spcAft>
                <a:spcPts val="0"/>
              </a:spcAft>
              <a:buClr>
                <a:schemeClr val="dk1"/>
              </a:buClr>
              <a:buSzPts val="1400"/>
              <a:buFont typeface="Barlow"/>
              <a:buChar char="○"/>
              <a:defRPr>
                <a:solidFill>
                  <a:schemeClr val="dk1"/>
                </a:solidFill>
                <a:latin typeface="Barlow"/>
                <a:ea typeface="Barlow"/>
                <a:cs typeface="Barlow"/>
                <a:sym typeface="Barlow"/>
              </a:defRPr>
            </a:lvl2pPr>
            <a:lvl3pPr marL="1371600" lvl="2" indent="-317500">
              <a:lnSpc>
                <a:spcPct val="115000"/>
              </a:lnSpc>
              <a:spcBef>
                <a:spcPts val="0"/>
              </a:spcBef>
              <a:spcAft>
                <a:spcPts val="0"/>
              </a:spcAft>
              <a:buClr>
                <a:schemeClr val="dk1"/>
              </a:buClr>
              <a:buSzPts val="1400"/>
              <a:buFont typeface="Barlow"/>
              <a:buChar char="■"/>
              <a:defRPr>
                <a:solidFill>
                  <a:schemeClr val="dk1"/>
                </a:solidFill>
                <a:latin typeface="Barlow"/>
                <a:ea typeface="Barlow"/>
                <a:cs typeface="Barlow"/>
                <a:sym typeface="Barlow"/>
              </a:defRPr>
            </a:lvl3pPr>
            <a:lvl4pPr marL="1828800" lvl="3" indent="-317500">
              <a:lnSpc>
                <a:spcPct val="115000"/>
              </a:lnSpc>
              <a:spcBef>
                <a:spcPts val="0"/>
              </a:spcBef>
              <a:spcAft>
                <a:spcPts val="0"/>
              </a:spcAft>
              <a:buClr>
                <a:schemeClr val="dk1"/>
              </a:buClr>
              <a:buSzPts val="1400"/>
              <a:buFont typeface="Barlow"/>
              <a:buChar char="●"/>
              <a:defRPr>
                <a:solidFill>
                  <a:schemeClr val="dk1"/>
                </a:solidFill>
                <a:latin typeface="Barlow"/>
                <a:ea typeface="Barlow"/>
                <a:cs typeface="Barlow"/>
                <a:sym typeface="Barlow"/>
              </a:defRPr>
            </a:lvl4pPr>
            <a:lvl5pPr marL="2286000" lvl="4" indent="-317500">
              <a:lnSpc>
                <a:spcPct val="115000"/>
              </a:lnSpc>
              <a:spcBef>
                <a:spcPts val="0"/>
              </a:spcBef>
              <a:spcAft>
                <a:spcPts val="0"/>
              </a:spcAft>
              <a:buClr>
                <a:schemeClr val="dk1"/>
              </a:buClr>
              <a:buSzPts val="1400"/>
              <a:buFont typeface="Barlow"/>
              <a:buChar char="○"/>
              <a:defRPr>
                <a:solidFill>
                  <a:schemeClr val="dk1"/>
                </a:solidFill>
                <a:latin typeface="Barlow"/>
                <a:ea typeface="Barlow"/>
                <a:cs typeface="Barlow"/>
                <a:sym typeface="Barlow"/>
              </a:defRPr>
            </a:lvl5pPr>
            <a:lvl6pPr marL="2743200" lvl="5" indent="-317500">
              <a:lnSpc>
                <a:spcPct val="115000"/>
              </a:lnSpc>
              <a:spcBef>
                <a:spcPts val="0"/>
              </a:spcBef>
              <a:spcAft>
                <a:spcPts val="0"/>
              </a:spcAft>
              <a:buClr>
                <a:schemeClr val="dk1"/>
              </a:buClr>
              <a:buSzPts val="1400"/>
              <a:buFont typeface="Barlow"/>
              <a:buChar char="■"/>
              <a:defRPr>
                <a:solidFill>
                  <a:schemeClr val="dk1"/>
                </a:solidFill>
                <a:latin typeface="Barlow"/>
                <a:ea typeface="Barlow"/>
                <a:cs typeface="Barlow"/>
                <a:sym typeface="Barlow"/>
              </a:defRPr>
            </a:lvl6pPr>
            <a:lvl7pPr marL="3200400" lvl="6" indent="-317500">
              <a:lnSpc>
                <a:spcPct val="115000"/>
              </a:lnSpc>
              <a:spcBef>
                <a:spcPts val="0"/>
              </a:spcBef>
              <a:spcAft>
                <a:spcPts val="0"/>
              </a:spcAft>
              <a:buClr>
                <a:schemeClr val="dk1"/>
              </a:buClr>
              <a:buSzPts val="1400"/>
              <a:buFont typeface="Barlow"/>
              <a:buChar char="●"/>
              <a:defRPr>
                <a:solidFill>
                  <a:schemeClr val="dk1"/>
                </a:solidFill>
                <a:latin typeface="Barlow"/>
                <a:ea typeface="Barlow"/>
                <a:cs typeface="Barlow"/>
                <a:sym typeface="Barlow"/>
              </a:defRPr>
            </a:lvl7pPr>
            <a:lvl8pPr marL="3657600" lvl="7" indent="-317500">
              <a:lnSpc>
                <a:spcPct val="115000"/>
              </a:lnSpc>
              <a:spcBef>
                <a:spcPts val="0"/>
              </a:spcBef>
              <a:spcAft>
                <a:spcPts val="0"/>
              </a:spcAft>
              <a:buClr>
                <a:schemeClr val="dk1"/>
              </a:buClr>
              <a:buSzPts val="1400"/>
              <a:buFont typeface="Barlow"/>
              <a:buChar char="○"/>
              <a:defRPr>
                <a:solidFill>
                  <a:schemeClr val="dk1"/>
                </a:solidFill>
                <a:latin typeface="Barlow"/>
                <a:ea typeface="Barlow"/>
                <a:cs typeface="Barlow"/>
                <a:sym typeface="Barlow"/>
              </a:defRPr>
            </a:lvl8pPr>
            <a:lvl9pPr marL="4114800" lvl="8" indent="-317500">
              <a:lnSpc>
                <a:spcPct val="115000"/>
              </a:lnSpc>
              <a:spcBef>
                <a:spcPts val="0"/>
              </a:spcBef>
              <a:spcAft>
                <a:spcPts val="0"/>
              </a:spcAft>
              <a:buClr>
                <a:schemeClr val="dk1"/>
              </a:buClr>
              <a:buSzPts val="1400"/>
              <a:buFont typeface="Barlow"/>
              <a:buChar char="■"/>
              <a:defRPr>
                <a:solidFill>
                  <a:schemeClr val="dk1"/>
                </a:solidFill>
                <a:latin typeface="Barlow"/>
                <a:ea typeface="Barlow"/>
                <a:cs typeface="Barlow"/>
                <a:sym typeface="Barlow"/>
              </a:defRPr>
            </a:lvl9pPr>
          </a:lstStyle>
          <a:p>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8" r:id="rId4"/>
    <p:sldLayoutId id="2147483659" r:id="rId5"/>
    <p:sldLayoutId id="2147483660" r:id="rId6"/>
    <p:sldLayoutId id="2147483662" r:id="rId7"/>
    <p:sldLayoutId id="2147483664" r:id="rId8"/>
    <p:sldLayoutId id="2147483665" r:id="rId9"/>
    <p:sldLayoutId id="2147483670" r:id="rId10"/>
    <p:sldLayoutId id="2147483671" r:id="rId11"/>
    <p:sldLayoutId id="2147483672" r:id="rId12"/>
    <p:sldLayoutId id="2147483676" r:id="rId13"/>
    <p:sldLayoutId id="2147483677" r:id="rId14"/>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extLst>
    <p:ext uri="{27BBF7A9-308A-43DC-89C8-2F10F3537804}">
      <p15:sldGuideLst xmlns:p15="http://schemas.microsoft.com/office/powerpoint/2012/main">
        <p15:guide id="1" pos="449">
          <p15:clr>
            <a:srgbClr val="EA4335"/>
          </p15:clr>
        </p15:guide>
        <p15:guide id="2" pos="5311">
          <p15:clr>
            <a:srgbClr val="EA4335"/>
          </p15:clr>
        </p15:guide>
        <p15:guide id="3" orient="horz" pos="340">
          <p15:clr>
            <a:srgbClr val="EA4335"/>
          </p15:clr>
        </p15:guide>
        <p15:guide id="4" orient="horz" pos="2900">
          <p15:clr>
            <a:srgbClr val="EA4335"/>
          </p15:clr>
        </p15:guide>
        <p15:guide id="5" orient="horz" pos="1620">
          <p15:clr>
            <a:srgbClr val="E46962"/>
          </p15:clr>
        </p15:guide>
        <p15:guide id="6" pos="2880">
          <p15:clr>
            <a:srgbClr val="E46962"/>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5.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4.xml"/><Relationship Id="rId1" Type="http://schemas.openxmlformats.org/officeDocument/2006/relationships/slideLayout" Target="../slideLayouts/slideLayout9.xml"/><Relationship Id="rId4" Type="http://schemas.openxmlformats.org/officeDocument/2006/relationships/image" Target="../media/image2.jpeg"/></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0.xml"/></Relationships>
</file>

<file path=ppt/slides/_rels/slide10.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10.xml"/><Relationship Id="rId1" Type="http://schemas.openxmlformats.org/officeDocument/2006/relationships/slideLayout" Target="../slideLayouts/slideLayout1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9.xml"/></Relationships>
</file>

<file path=ppt/slides/_rels/slide1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4.xml"/><Relationship Id="rId1" Type="http://schemas.openxmlformats.org/officeDocument/2006/relationships/slideLayout" Target="../slideLayouts/slideLayout8.xml"/><Relationship Id="rId4" Type="http://schemas.openxmlformats.org/officeDocument/2006/relationships/image" Target="../media/image5.png"/></Relationships>
</file>

<file path=ppt/slides/_rels/slide1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5.xml"/><Relationship Id="rId1" Type="http://schemas.openxmlformats.org/officeDocument/2006/relationships/slideLayout" Target="../slideLayouts/slideLayout8.xml"/><Relationship Id="rId5" Type="http://schemas.openxmlformats.org/officeDocument/2006/relationships/image" Target="../media/image7.jpg"/><Relationship Id="rId4" Type="http://schemas.openxmlformats.org/officeDocument/2006/relationships/image" Target="../media/image6.jpg"/></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849"/>
        <p:cNvGrpSpPr/>
        <p:nvPr/>
      </p:nvGrpSpPr>
      <p:grpSpPr>
        <a:xfrm>
          <a:off x="0" y="0"/>
          <a:ext cx="0" cy="0"/>
          <a:chOff x="0" y="0"/>
          <a:chExt cx="0" cy="0"/>
        </a:xfrm>
      </p:grpSpPr>
      <p:sp>
        <p:nvSpPr>
          <p:cNvPr id="850" name="Google Shape;850;p35"/>
          <p:cNvSpPr/>
          <p:nvPr/>
        </p:nvSpPr>
        <p:spPr>
          <a:xfrm>
            <a:off x="0" y="-13751"/>
            <a:ext cx="9144000" cy="2584800"/>
          </a:xfrm>
          <a:prstGeom prst="rect">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2"/>
              </a:solidFill>
            </a:endParaRPr>
          </a:p>
        </p:txBody>
      </p:sp>
      <p:sp>
        <p:nvSpPr>
          <p:cNvPr id="851" name="Google Shape;851;p35"/>
          <p:cNvSpPr txBox="1">
            <a:spLocks noGrp="1"/>
          </p:cNvSpPr>
          <p:nvPr>
            <p:ph type="ctrTitle"/>
          </p:nvPr>
        </p:nvSpPr>
        <p:spPr>
          <a:xfrm>
            <a:off x="911150" y="387100"/>
            <a:ext cx="7321800" cy="1610100"/>
          </a:xfrm>
          <a:prstGeom prst="rect">
            <a:avLst/>
          </a:prstGeom>
        </p:spPr>
        <p:txBody>
          <a:bodyPr spcFirstLastPara="1" wrap="square" lIns="91425" tIns="91425" rIns="91425" bIns="91425" anchor="b" anchorCtr="0">
            <a:noAutofit/>
          </a:bodyPr>
          <a:lstStyle/>
          <a:p>
            <a:pPr lvl="0"/>
            <a:r>
              <a:rPr lang="en-US" b="0" dirty="0">
                <a:solidFill>
                  <a:schemeClr val="lt1"/>
                </a:solidFill>
              </a:rPr>
              <a:t>L’adaption et L’intégration Sociale</a:t>
            </a:r>
            <a:endParaRPr b="0" dirty="0">
              <a:solidFill>
                <a:schemeClr val="lt1"/>
              </a:solidFill>
            </a:endParaRPr>
          </a:p>
        </p:txBody>
      </p:sp>
      <p:sp>
        <p:nvSpPr>
          <p:cNvPr id="852" name="Google Shape;852;p35"/>
          <p:cNvSpPr txBox="1">
            <a:spLocks noGrp="1"/>
          </p:cNvSpPr>
          <p:nvPr>
            <p:ph type="subTitle" idx="1"/>
          </p:nvPr>
        </p:nvSpPr>
        <p:spPr>
          <a:xfrm>
            <a:off x="1817696" y="2031326"/>
            <a:ext cx="5507934" cy="4758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dirty="0"/>
              <a:t>Presentation Par Ahmad Boulad et Mohamad-Jamil Naous</a:t>
            </a:r>
            <a:endParaRPr dirty="0"/>
          </a:p>
        </p:txBody>
      </p:sp>
      <p:grpSp>
        <p:nvGrpSpPr>
          <p:cNvPr id="853" name="Google Shape;853;p35"/>
          <p:cNvGrpSpPr/>
          <p:nvPr/>
        </p:nvGrpSpPr>
        <p:grpSpPr>
          <a:xfrm>
            <a:off x="-206863" y="2660034"/>
            <a:ext cx="9287610" cy="2172498"/>
            <a:chOff x="-206863" y="2660034"/>
            <a:chExt cx="9287610" cy="2172498"/>
          </a:xfrm>
        </p:grpSpPr>
        <p:grpSp>
          <p:nvGrpSpPr>
            <p:cNvPr id="854" name="Google Shape;854;p35"/>
            <p:cNvGrpSpPr/>
            <p:nvPr/>
          </p:nvGrpSpPr>
          <p:grpSpPr>
            <a:xfrm>
              <a:off x="932729" y="3321103"/>
              <a:ext cx="1082629" cy="1511187"/>
              <a:chOff x="2034250" y="3068250"/>
              <a:chExt cx="999750" cy="1395500"/>
            </a:xfrm>
          </p:grpSpPr>
          <p:sp>
            <p:nvSpPr>
              <p:cNvPr id="855" name="Google Shape;855;p35"/>
              <p:cNvSpPr/>
              <p:nvPr/>
            </p:nvSpPr>
            <p:spPr>
              <a:xfrm>
                <a:off x="2439725" y="3414150"/>
                <a:ext cx="310600" cy="350175"/>
              </a:xfrm>
              <a:custGeom>
                <a:avLst/>
                <a:gdLst/>
                <a:ahLst/>
                <a:cxnLst/>
                <a:rect l="l" t="t" r="r" b="b"/>
                <a:pathLst>
                  <a:path w="12424" h="14007" extrusionOk="0">
                    <a:moveTo>
                      <a:pt x="1001" y="2863"/>
                    </a:moveTo>
                    <a:lnTo>
                      <a:pt x="1001" y="2863"/>
                    </a:lnTo>
                    <a:cubicBezTo>
                      <a:pt x="1002" y="2874"/>
                      <a:pt x="1002" y="2878"/>
                      <a:pt x="1002" y="2878"/>
                    </a:cubicBezTo>
                    <a:cubicBezTo>
                      <a:pt x="1001" y="2878"/>
                      <a:pt x="1000" y="2871"/>
                      <a:pt x="1001" y="2863"/>
                    </a:cubicBezTo>
                    <a:close/>
                    <a:moveTo>
                      <a:pt x="9480" y="289"/>
                    </a:moveTo>
                    <a:cubicBezTo>
                      <a:pt x="9699" y="674"/>
                      <a:pt x="9887" y="1078"/>
                      <a:pt x="10036" y="1497"/>
                    </a:cubicBezTo>
                    <a:cubicBezTo>
                      <a:pt x="10115" y="1723"/>
                      <a:pt x="10183" y="1955"/>
                      <a:pt x="10239" y="2186"/>
                    </a:cubicBezTo>
                    <a:cubicBezTo>
                      <a:pt x="10268" y="2299"/>
                      <a:pt x="10290" y="2424"/>
                      <a:pt x="10318" y="2537"/>
                    </a:cubicBezTo>
                    <a:cubicBezTo>
                      <a:pt x="10330" y="2576"/>
                      <a:pt x="10341" y="2604"/>
                      <a:pt x="10369" y="2627"/>
                    </a:cubicBezTo>
                    <a:cubicBezTo>
                      <a:pt x="10488" y="2740"/>
                      <a:pt x="10629" y="2836"/>
                      <a:pt x="10759" y="2938"/>
                    </a:cubicBezTo>
                    <a:cubicBezTo>
                      <a:pt x="10962" y="3096"/>
                      <a:pt x="11171" y="3259"/>
                      <a:pt x="11374" y="3423"/>
                    </a:cubicBezTo>
                    <a:cubicBezTo>
                      <a:pt x="11499" y="3525"/>
                      <a:pt x="11623" y="3621"/>
                      <a:pt x="11747" y="3722"/>
                    </a:cubicBezTo>
                    <a:cubicBezTo>
                      <a:pt x="11911" y="3852"/>
                      <a:pt x="11990" y="4050"/>
                      <a:pt x="11900" y="4248"/>
                    </a:cubicBezTo>
                    <a:cubicBezTo>
                      <a:pt x="11809" y="4434"/>
                      <a:pt x="11617" y="4530"/>
                      <a:pt x="11414" y="4536"/>
                    </a:cubicBezTo>
                    <a:lnTo>
                      <a:pt x="10573" y="4536"/>
                    </a:lnTo>
                    <a:cubicBezTo>
                      <a:pt x="10488" y="4536"/>
                      <a:pt x="10437" y="4598"/>
                      <a:pt x="10431" y="4677"/>
                    </a:cubicBezTo>
                    <a:cubicBezTo>
                      <a:pt x="10245" y="6258"/>
                      <a:pt x="9370" y="7726"/>
                      <a:pt x="8054" y="8636"/>
                    </a:cubicBezTo>
                    <a:cubicBezTo>
                      <a:pt x="7687" y="8890"/>
                      <a:pt x="7291" y="9099"/>
                      <a:pt x="6879" y="9257"/>
                    </a:cubicBezTo>
                    <a:cubicBezTo>
                      <a:pt x="6817" y="9279"/>
                      <a:pt x="6772" y="9330"/>
                      <a:pt x="6772" y="9398"/>
                    </a:cubicBezTo>
                    <a:lnTo>
                      <a:pt x="6772" y="10900"/>
                    </a:lnTo>
                    <a:lnTo>
                      <a:pt x="6772" y="13312"/>
                    </a:lnTo>
                    <a:lnTo>
                      <a:pt x="6772" y="13724"/>
                    </a:lnTo>
                    <a:lnTo>
                      <a:pt x="300" y="13724"/>
                    </a:lnTo>
                    <a:lnTo>
                      <a:pt x="300" y="12301"/>
                    </a:lnTo>
                    <a:lnTo>
                      <a:pt x="300" y="10047"/>
                    </a:lnTo>
                    <a:lnTo>
                      <a:pt x="300" y="9076"/>
                    </a:lnTo>
                    <a:lnTo>
                      <a:pt x="300" y="6648"/>
                    </a:lnTo>
                    <a:lnTo>
                      <a:pt x="300" y="5756"/>
                    </a:lnTo>
                    <a:cubicBezTo>
                      <a:pt x="300" y="5702"/>
                      <a:pt x="310" y="5644"/>
                      <a:pt x="302" y="5589"/>
                    </a:cubicBezTo>
                    <a:lnTo>
                      <a:pt x="302" y="5589"/>
                    </a:lnTo>
                    <a:cubicBezTo>
                      <a:pt x="317" y="5567"/>
                      <a:pt x="323" y="5529"/>
                      <a:pt x="334" y="5501"/>
                    </a:cubicBezTo>
                    <a:cubicBezTo>
                      <a:pt x="588" y="4807"/>
                      <a:pt x="842" y="4112"/>
                      <a:pt x="1096" y="3423"/>
                    </a:cubicBezTo>
                    <a:cubicBezTo>
                      <a:pt x="1141" y="3293"/>
                      <a:pt x="1187" y="3163"/>
                      <a:pt x="1237" y="3039"/>
                    </a:cubicBezTo>
                    <a:cubicBezTo>
                      <a:pt x="1254" y="2988"/>
                      <a:pt x="1277" y="2932"/>
                      <a:pt x="1283" y="2881"/>
                    </a:cubicBezTo>
                    <a:cubicBezTo>
                      <a:pt x="1294" y="2678"/>
                      <a:pt x="1283" y="2474"/>
                      <a:pt x="1300" y="2271"/>
                    </a:cubicBezTo>
                    <a:cubicBezTo>
                      <a:pt x="1379" y="1537"/>
                      <a:pt x="1701" y="712"/>
                      <a:pt x="2531" y="616"/>
                    </a:cubicBezTo>
                    <a:cubicBezTo>
                      <a:pt x="2886" y="577"/>
                      <a:pt x="3242" y="560"/>
                      <a:pt x="3598" y="543"/>
                    </a:cubicBezTo>
                    <a:cubicBezTo>
                      <a:pt x="4135" y="520"/>
                      <a:pt x="4665" y="498"/>
                      <a:pt x="5196" y="475"/>
                    </a:cubicBezTo>
                    <a:cubicBezTo>
                      <a:pt x="6399" y="430"/>
                      <a:pt x="7602" y="396"/>
                      <a:pt x="8805" y="328"/>
                    </a:cubicBezTo>
                    <a:cubicBezTo>
                      <a:pt x="9027" y="318"/>
                      <a:pt x="9253" y="304"/>
                      <a:pt x="9480" y="289"/>
                    </a:cubicBezTo>
                    <a:close/>
                    <a:moveTo>
                      <a:pt x="9572" y="0"/>
                    </a:moveTo>
                    <a:cubicBezTo>
                      <a:pt x="9568" y="0"/>
                      <a:pt x="9565" y="0"/>
                      <a:pt x="9562" y="1"/>
                    </a:cubicBezTo>
                    <a:cubicBezTo>
                      <a:pt x="8387" y="80"/>
                      <a:pt x="7212" y="119"/>
                      <a:pt x="6038" y="165"/>
                    </a:cubicBezTo>
                    <a:cubicBezTo>
                      <a:pt x="4999" y="204"/>
                      <a:pt x="3959" y="227"/>
                      <a:pt x="2920" y="300"/>
                    </a:cubicBezTo>
                    <a:cubicBezTo>
                      <a:pt x="2548" y="328"/>
                      <a:pt x="2169" y="351"/>
                      <a:pt x="1847" y="566"/>
                    </a:cubicBezTo>
                    <a:cubicBezTo>
                      <a:pt x="1497" y="803"/>
                      <a:pt x="1283" y="1176"/>
                      <a:pt x="1158" y="1571"/>
                    </a:cubicBezTo>
                    <a:cubicBezTo>
                      <a:pt x="1051" y="1898"/>
                      <a:pt x="1006" y="2249"/>
                      <a:pt x="1000" y="2599"/>
                    </a:cubicBezTo>
                    <a:cubicBezTo>
                      <a:pt x="995" y="2682"/>
                      <a:pt x="989" y="2771"/>
                      <a:pt x="1000" y="2855"/>
                    </a:cubicBezTo>
                    <a:lnTo>
                      <a:pt x="1000" y="2855"/>
                    </a:lnTo>
                    <a:cubicBezTo>
                      <a:pt x="987" y="2873"/>
                      <a:pt x="983" y="2900"/>
                      <a:pt x="978" y="2915"/>
                    </a:cubicBezTo>
                    <a:cubicBezTo>
                      <a:pt x="729" y="3604"/>
                      <a:pt x="475" y="4293"/>
                      <a:pt x="227" y="4982"/>
                    </a:cubicBezTo>
                    <a:cubicBezTo>
                      <a:pt x="176" y="5117"/>
                      <a:pt x="125" y="5253"/>
                      <a:pt x="74" y="5388"/>
                    </a:cubicBezTo>
                    <a:cubicBezTo>
                      <a:pt x="57" y="5451"/>
                      <a:pt x="23" y="5513"/>
                      <a:pt x="18" y="5575"/>
                    </a:cubicBezTo>
                    <a:cubicBezTo>
                      <a:pt x="1" y="5733"/>
                      <a:pt x="18" y="5897"/>
                      <a:pt x="18" y="6055"/>
                    </a:cubicBezTo>
                    <a:lnTo>
                      <a:pt x="18" y="8455"/>
                    </a:lnTo>
                    <a:lnTo>
                      <a:pt x="18" y="9799"/>
                    </a:lnTo>
                    <a:lnTo>
                      <a:pt x="18" y="11634"/>
                    </a:lnTo>
                    <a:lnTo>
                      <a:pt x="18" y="13741"/>
                    </a:lnTo>
                    <a:lnTo>
                      <a:pt x="18" y="13865"/>
                    </a:lnTo>
                    <a:cubicBezTo>
                      <a:pt x="18" y="13938"/>
                      <a:pt x="80" y="14006"/>
                      <a:pt x="159" y="14006"/>
                    </a:cubicBezTo>
                    <a:lnTo>
                      <a:pt x="6913" y="14006"/>
                    </a:lnTo>
                    <a:cubicBezTo>
                      <a:pt x="6992" y="14006"/>
                      <a:pt x="7054" y="13944"/>
                      <a:pt x="7054" y="13865"/>
                    </a:cubicBezTo>
                    <a:lnTo>
                      <a:pt x="7054" y="12357"/>
                    </a:lnTo>
                    <a:lnTo>
                      <a:pt x="7054" y="9946"/>
                    </a:lnTo>
                    <a:lnTo>
                      <a:pt x="7054" y="9493"/>
                    </a:lnTo>
                    <a:lnTo>
                      <a:pt x="7054" y="9493"/>
                    </a:lnTo>
                    <a:cubicBezTo>
                      <a:pt x="8582" y="8869"/>
                      <a:pt x="9800" y="7625"/>
                      <a:pt x="10381" y="6077"/>
                    </a:cubicBezTo>
                    <a:cubicBezTo>
                      <a:pt x="10533" y="5670"/>
                      <a:pt x="10635" y="5245"/>
                      <a:pt x="10695" y="4818"/>
                    </a:cubicBezTo>
                    <a:lnTo>
                      <a:pt x="11086" y="4818"/>
                    </a:lnTo>
                    <a:cubicBezTo>
                      <a:pt x="11150" y="4818"/>
                      <a:pt x="11216" y="4820"/>
                      <a:pt x="11283" y="4820"/>
                    </a:cubicBezTo>
                    <a:cubicBezTo>
                      <a:pt x="11399" y="4820"/>
                      <a:pt x="11517" y="4815"/>
                      <a:pt x="11629" y="4790"/>
                    </a:cubicBezTo>
                    <a:cubicBezTo>
                      <a:pt x="12208" y="4649"/>
                      <a:pt x="12424" y="3913"/>
                      <a:pt x="11955" y="3523"/>
                    </a:cubicBezTo>
                    <a:lnTo>
                      <a:pt x="11955" y="3523"/>
                    </a:lnTo>
                    <a:cubicBezTo>
                      <a:pt x="11953" y="3522"/>
                      <a:pt x="11952" y="3520"/>
                      <a:pt x="11950" y="3519"/>
                    </a:cubicBezTo>
                    <a:lnTo>
                      <a:pt x="11950" y="3519"/>
                    </a:lnTo>
                    <a:cubicBezTo>
                      <a:pt x="11950" y="3519"/>
                      <a:pt x="11950" y="3519"/>
                      <a:pt x="11950" y="3519"/>
                    </a:cubicBezTo>
                    <a:cubicBezTo>
                      <a:pt x="11949" y="3518"/>
                      <a:pt x="11948" y="3517"/>
                      <a:pt x="11947" y="3516"/>
                    </a:cubicBezTo>
                    <a:lnTo>
                      <a:pt x="11947" y="3516"/>
                    </a:lnTo>
                    <a:cubicBezTo>
                      <a:pt x="11643" y="3280"/>
                      <a:pt x="11345" y="3044"/>
                      <a:pt x="11047" y="2802"/>
                    </a:cubicBezTo>
                    <a:cubicBezTo>
                      <a:pt x="10894" y="2689"/>
                      <a:pt x="10748" y="2570"/>
                      <a:pt x="10595" y="2452"/>
                    </a:cubicBezTo>
                    <a:cubicBezTo>
                      <a:pt x="10590" y="2447"/>
                      <a:pt x="10584" y="2442"/>
                      <a:pt x="10579" y="2438"/>
                    </a:cubicBezTo>
                    <a:lnTo>
                      <a:pt x="10579" y="2438"/>
                    </a:lnTo>
                    <a:cubicBezTo>
                      <a:pt x="10581" y="2434"/>
                      <a:pt x="10581" y="2423"/>
                      <a:pt x="10578" y="2401"/>
                    </a:cubicBezTo>
                    <a:cubicBezTo>
                      <a:pt x="10578" y="2339"/>
                      <a:pt x="10550" y="2271"/>
                      <a:pt x="10539" y="2215"/>
                    </a:cubicBezTo>
                    <a:cubicBezTo>
                      <a:pt x="10482" y="1977"/>
                      <a:pt x="10414" y="1752"/>
                      <a:pt x="10341" y="1520"/>
                    </a:cubicBezTo>
                    <a:cubicBezTo>
                      <a:pt x="10172" y="1017"/>
                      <a:pt x="9946" y="532"/>
                      <a:pt x="9680" y="69"/>
                    </a:cubicBezTo>
                    <a:cubicBezTo>
                      <a:pt x="9659" y="32"/>
                      <a:pt x="9614" y="0"/>
                      <a:pt x="9572"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6" name="Google Shape;856;p35"/>
              <p:cNvSpPr/>
              <p:nvPr/>
            </p:nvSpPr>
            <p:spPr>
              <a:xfrm>
                <a:off x="2238400" y="3068250"/>
                <a:ext cx="491350" cy="593850"/>
              </a:xfrm>
              <a:custGeom>
                <a:avLst/>
                <a:gdLst/>
                <a:ahLst/>
                <a:cxnLst/>
                <a:rect l="l" t="t" r="r" b="b"/>
                <a:pathLst>
                  <a:path w="19654" h="23754" extrusionOk="0">
                    <a:moveTo>
                      <a:pt x="9053" y="16696"/>
                    </a:moveTo>
                    <a:cubicBezTo>
                      <a:pt x="9052" y="16706"/>
                      <a:pt x="9051" y="16710"/>
                      <a:pt x="9050" y="16710"/>
                    </a:cubicBezTo>
                    <a:cubicBezTo>
                      <a:pt x="9049" y="16710"/>
                      <a:pt x="9049" y="16704"/>
                      <a:pt x="9053" y="16696"/>
                    </a:cubicBezTo>
                    <a:close/>
                    <a:moveTo>
                      <a:pt x="10377" y="281"/>
                    </a:moveTo>
                    <a:cubicBezTo>
                      <a:pt x="10954" y="281"/>
                      <a:pt x="11532" y="408"/>
                      <a:pt x="12063" y="667"/>
                    </a:cubicBezTo>
                    <a:cubicBezTo>
                      <a:pt x="13306" y="1272"/>
                      <a:pt x="14164" y="2525"/>
                      <a:pt x="14260" y="3909"/>
                    </a:cubicBezTo>
                    <a:cubicBezTo>
                      <a:pt x="14362" y="5388"/>
                      <a:pt x="13599" y="6829"/>
                      <a:pt x="12312" y="7574"/>
                    </a:cubicBezTo>
                    <a:cubicBezTo>
                      <a:pt x="12154" y="7664"/>
                      <a:pt x="11990" y="7743"/>
                      <a:pt x="11826" y="7811"/>
                    </a:cubicBezTo>
                    <a:cubicBezTo>
                      <a:pt x="11687" y="7867"/>
                      <a:pt x="11690" y="8088"/>
                      <a:pt x="11854" y="8088"/>
                    </a:cubicBezTo>
                    <a:cubicBezTo>
                      <a:pt x="11856" y="8088"/>
                      <a:pt x="11858" y="8088"/>
                      <a:pt x="11860" y="8088"/>
                    </a:cubicBezTo>
                    <a:lnTo>
                      <a:pt x="13492" y="8065"/>
                    </a:lnTo>
                    <a:cubicBezTo>
                      <a:pt x="13970" y="8056"/>
                      <a:pt x="14453" y="8034"/>
                      <a:pt x="14932" y="8034"/>
                    </a:cubicBezTo>
                    <a:cubicBezTo>
                      <a:pt x="15025" y="8034"/>
                      <a:pt x="15117" y="8035"/>
                      <a:pt x="15209" y="8037"/>
                    </a:cubicBezTo>
                    <a:cubicBezTo>
                      <a:pt x="16016" y="8054"/>
                      <a:pt x="16818" y="8252"/>
                      <a:pt x="17524" y="8647"/>
                    </a:cubicBezTo>
                    <a:cubicBezTo>
                      <a:pt x="18055" y="8958"/>
                      <a:pt x="18530" y="9364"/>
                      <a:pt x="18857" y="9889"/>
                    </a:cubicBezTo>
                    <a:cubicBezTo>
                      <a:pt x="19117" y="10302"/>
                      <a:pt x="19281" y="10770"/>
                      <a:pt x="19337" y="11256"/>
                    </a:cubicBezTo>
                    <a:cubicBezTo>
                      <a:pt x="19394" y="11680"/>
                      <a:pt x="19377" y="12109"/>
                      <a:pt x="19309" y="12532"/>
                    </a:cubicBezTo>
                    <a:cubicBezTo>
                      <a:pt x="19275" y="12753"/>
                      <a:pt x="19235" y="12984"/>
                      <a:pt x="19128" y="13176"/>
                    </a:cubicBezTo>
                    <a:cubicBezTo>
                      <a:pt x="18993" y="13436"/>
                      <a:pt x="18761" y="13639"/>
                      <a:pt x="18484" y="13730"/>
                    </a:cubicBezTo>
                    <a:cubicBezTo>
                      <a:pt x="18179" y="13831"/>
                      <a:pt x="17829" y="13820"/>
                      <a:pt x="17507" y="13843"/>
                    </a:cubicBezTo>
                    <a:cubicBezTo>
                      <a:pt x="17242" y="13859"/>
                      <a:pt x="16982" y="13876"/>
                      <a:pt x="16722" y="13888"/>
                    </a:cubicBezTo>
                    <a:cubicBezTo>
                      <a:pt x="16124" y="13922"/>
                      <a:pt x="15531" y="13944"/>
                      <a:pt x="14932" y="13967"/>
                    </a:cubicBezTo>
                    <a:cubicBezTo>
                      <a:pt x="13808" y="14012"/>
                      <a:pt x="12690" y="14046"/>
                      <a:pt x="11566" y="14102"/>
                    </a:cubicBezTo>
                    <a:cubicBezTo>
                      <a:pt x="11222" y="14119"/>
                      <a:pt x="10877" y="14136"/>
                      <a:pt x="10533" y="14176"/>
                    </a:cubicBezTo>
                    <a:cubicBezTo>
                      <a:pt x="10092" y="14232"/>
                      <a:pt x="9725" y="14464"/>
                      <a:pt x="9477" y="14831"/>
                    </a:cubicBezTo>
                    <a:cubicBezTo>
                      <a:pt x="9262" y="15153"/>
                      <a:pt x="9149" y="15542"/>
                      <a:pt x="9093" y="15921"/>
                    </a:cubicBezTo>
                    <a:cubicBezTo>
                      <a:pt x="9059" y="16169"/>
                      <a:pt x="9036" y="16429"/>
                      <a:pt x="9053" y="16677"/>
                    </a:cubicBezTo>
                    <a:cubicBezTo>
                      <a:pt x="9053" y="16683"/>
                      <a:pt x="9053" y="16688"/>
                      <a:pt x="9053" y="16692"/>
                    </a:cubicBezTo>
                    <a:lnTo>
                      <a:pt x="9053" y="16692"/>
                    </a:lnTo>
                    <a:cubicBezTo>
                      <a:pt x="9047" y="16704"/>
                      <a:pt x="9046" y="16721"/>
                      <a:pt x="9042" y="16734"/>
                    </a:cubicBezTo>
                    <a:cubicBezTo>
                      <a:pt x="9002" y="16836"/>
                      <a:pt x="8963" y="16937"/>
                      <a:pt x="8929" y="17039"/>
                    </a:cubicBezTo>
                    <a:lnTo>
                      <a:pt x="8522" y="18146"/>
                    </a:lnTo>
                    <a:cubicBezTo>
                      <a:pt x="8398" y="18485"/>
                      <a:pt x="8274" y="18823"/>
                      <a:pt x="8155" y="19162"/>
                    </a:cubicBezTo>
                    <a:cubicBezTo>
                      <a:pt x="8110" y="19281"/>
                      <a:pt x="8071" y="19371"/>
                      <a:pt x="8071" y="19496"/>
                    </a:cubicBezTo>
                    <a:lnTo>
                      <a:pt x="8071" y="21466"/>
                    </a:lnTo>
                    <a:lnTo>
                      <a:pt x="8071" y="23459"/>
                    </a:lnTo>
                    <a:lnTo>
                      <a:pt x="8071" y="23459"/>
                    </a:lnTo>
                    <a:cubicBezTo>
                      <a:pt x="7965" y="23442"/>
                      <a:pt x="7855" y="23412"/>
                      <a:pt x="7754" y="23392"/>
                    </a:cubicBezTo>
                    <a:cubicBezTo>
                      <a:pt x="7602" y="23364"/>
                      <a:pt x="7455" y="23336"/>
                      <a:pt x="7303" y="23302"/>
                    </a:cubicBezTo>
                    <a:cubicBezTo>
                      <a:pt x="7037" y="23245"/>
                      <a:pt x="6772" y="23178"/>
                      <a:pt x="6512" y="23099"/>
                    </a:cubicBezTo>
                    <a:cubicBezTo>
                      <a:pt x="6111" y="22974"/>
                      <a:pt x="5716" y="22822"/>
                      <a:pt x="5354" y="22602"/>
                    </a:cubicBezTo>
                    <a:cubicBezTo>
                      <a:pt x="4784" y="22251"/>
                      <a:pt x="4383" y="21749"/>
                      <a:pt x="4084" y="21156"/>
                    </a:cubicBezTo>
                    <a:cubicBezTo>
                      <a:pt x="3739" y="20461"/>
                      <a:pt x="3496" y="19727"/>
                      <a:pt x="3186" y="19021"/>
                    </a:cubicBezTo>
                    <a:cubicBezTo>
                      <a:pt x="2982" y="18558"/>
                      <a:pt x="2756" y="18106"/>
                      <a:pt x="2502" y="17666"/>
                    </a:cubicBezTo>
                    <a:cubicBezTo>
                      <a:pt x="2333" y="17366"/>
                      <a:pt x="2147" y="17078"/>
                      <a:pt x="1921" y="16819"/>
                    </a:cubicBezTo>
                    <a:cubicBezTo>
                      <a:pt x="1779" y="16649"/>
                      <a:pt x="1621" y="16502"/>
                      <a:pt x="1469" y="16344"/>
                    </a:cubicBezTo>
                    <a:cubicBezTo>
                      <a:pt x="899" y="15734"/>
                      <a:pt x="509" y="14972"/>
                      <a:pt x="362" y="14147"/>
                    </a:cubicBezTo>
                    <a:cubicBezTo>
                      <a:pt x="147" y="12928"/>
                      <a:pt x="498" y="11595"/>
                      <a:pt x="1153" y="10556"/>
                    </a:cubicBezTo>
                    <a:cubicBezTo>
                      <a:pt x="1667" y="9748"/>
                      <a:pt x="2418" y="9133"/>
                      <a:pt x="3282" y="8737"/>
                    </a:cubicBezTo>
                    <a:cubicBezTo>
                      <a:pt x="4021" y="8399"/>
                      <a:pt x="4835" y="8218"/>
                      <a:pt x="5642" y="8144"/>
                    </a:cubicBezTo>
                    <a:cubicBezTo>
                      <a:pt x="5930" y="8120"/>
                      <a:pt x="6218" y="8108"/>
                      <a:pt x="6506" y="8108"/>
                    </a:cubicBezTo>
                    <a:cubicBezTo>
                      <a:pt x="6760" y="8108"/>
                      <a:pt x="7015" y="8118"/>
                      <a:pt x="7269" y="8139"/>
                    </a:cubicBezTo>
                    <a:cubicBezTo>
                      <a:pt x="7453" y="8156"/>
                      <a:pt x="7638" y="8162"/>
                      <a:pt x="7824" y="8162"/>
                    </a:cubicBezTo>
                    <a:cubicBezTo>
                      <a:pt x="8118" y="8162"/>
                      <a:pt x="8413" y="8148"/>
                      <a:pt x="8703" y="8144"/>
                    </a:cubicBezTo>
                    <a:cubicBezTo>
                      <a:pt x="8799" y="8139"/>
                      <a:pt x="8890" y="8139"/>
                      <a:pt x="8980" y="8139"/>
                    </a:cubicBezTo>
                    <a:cubicBezTo>
                      <a:pt x="9149" y="8133"/>
                      <a:pt x="9166" y="7913"/>
                      <a:pt x="9019" y="7862"/>
                    </a:cubicBezTo>
                    <a:cubicBezTo>
                      <a:pt x="7653" y="7359"/>
                      <a:pt x="6636" y="6089"/>
                      <a:pt x="6478" y="4637"/>
                    </a:cubicBezTo>
                    <a:cubicBezTo>
                      <a:pt x="6320" y="3231"/>
                      <a:pt x="6941" y="1814"/>
                      <a:pt x="8099" y="1001"/>
                    </a:cubicBezTo>
                    <a:cubicBezTo>
                      <a:pt x="8770" y="527"/>
                      <a:pt x="9573" y="281"/>
                      <a:pt x="10377" y="281"/>
                    </a:cubicBezTo>
                    <a:close/>
                    <a:moveTo>
                      <a:pt x="10357" y="1"/>
                    </a:moveTo>
                    <a:cubicBezTo>
                      <a:pt x="9678" y="1"/>
                      <a:pt x="8998" y="162"/>
                      <a:pt x="8387" y="487"/>
                    </a:cubicBezTo>
                    <a:cubicBezTo>
                      <a:pt x="7065" y="1193"/>
                      <a:pt x="6207" y="2587"/>
                      <a:pt x="6167" y="4090"/>
                    </a:cubicBezTo>
                    <a:cubicBezTo>
                      <a:pt x="6134" y="5640"/>
                      <a:pt x="6987" y="7120"/>
                      <a:pt x="8349" y="7866"/>
                    </a:cubicBezTo>
                    <a:lnTo>
                      <a:pt x="8349" y="7866"/>
                    </a:lnTo>
                    <a:cubicBezTo>
                      <a:pt x="8259" y="7867"/>
                      <a:pt x="8168" y="7868"/>
                      <a:pt x="8076" y="7868"/>
                    </a:cubicBezTo>
                    <a:cubicBezTo>
                      <a:pt x="7931" y="7871"/>
                      <a:pt x="7783" y="7886"/>
                      <a:pt x="7636" y="7886"/>
                    </a:cubicBezTo>
                    <a:cubicBezTo>
                      <a:pt x="7566" y="7886"/>
                      <a:pt x="7496" y="7882"/>
                      <a:pt x="7427" y="7873"/>
                    </a:cubicBezTo>
                    <a:cubicBezTo>
                      <a:pt x="7121" y="7839"/>
                      <a:pt x="6810" y="7825"/>
                      <a:pt x="6501" y="7825"/>
                    </a:cubicBezTo>
                    <a:cubicBezTo>
                      <a:pt x="6353" y="7825"/>
                      <a:pt x="6206" y="7828"/>
                      <a:pt x="6060" y="7834"/>
                    </a:cubicBezTo>
                    <a:cubicBezTo>
                      <a:pt x="5253" y="7873"/>
                      <a:pt x="4445" y="8003"/>
                      <a:pt x="3683" y="8274"/>
                    </a:cubicBezTo>
                    <a:cubicBezTo>
                      <a:pt x="2790" y="8591"/>
                      <a:pt x="1960" y="9104"/>
                      <a:pt x="1339" y="9833"/>
                    </a:cubicBezTo>
                    <a:cubicBezTo>
                      <a:pt x="966" y="10268"/>
                      <a:pt x="684" y="10753"/>
                      <a:pt x="469" y="11279"/>
                    </a:cubicBezTo>
                    <a:cubicBezTo>
                      <a:pt x="204" y="11928"/>
                      <a:pt x="34" y="12623"/>
                      <a:pt x="18" y="13329"/>
                    </a:cubicBezTo>
                    <a:cubicBezTo>
                      <a:pt x="1" y="14323"/>
                      <a:pt x="311" y="15300"/>
                      <a:pt x="899" y="16096"/>
                    </a:cubicBezTo>
                    <a:cubicBezTo>
                      <a:pt x="1130" y="16412"/>
                      <a:pt x="1412" y="16661"/>
                      <a:pt x="1667" y="16954"/>
                    </a:cubicBezTo>
                    <a:cubicBezTo>
                      <a:pt x="2079" y="17417"/>
                      <a:pt x="2372" y="17982"/>
                      <a:pt x="2649" y="18535"/>
                    </a:cubicBezTo>
                    <a:cubicBezTo>
                      <a:pt x="3028" y="19304"/>
                      <a:pt x="3310" y="20105"/>
                      <a:pt x="3649" y="20890"/>
                    </a:cubicBezTo>
                    <a:cubicBezTo>
                      <a:pt x="3920" y="21512"/>
                      <a:pt x="4259" y="22110"/>
                      <a:pt x="4790" y="22545"/>
                    </a:cubicBezTo>
                    <a:cubicBezTo>
                      <a:pt x="5501" y="23127"/>
                      <a:pt x="6410" y="23403"/>
                      <a:pt x="7291" y="23590"/>
                    </a:cubicBezTo>
                    <a:cubicBezTo>
                      <a:pt x="7444" y="23624"/>
                      <a:pt x="7596" y="23652"/>
                      <a:pt x="7749" y="23680"/>
                    </a:cubicBezTo>
                    <a:cubicBezTo>
                      <a:pt x="7896" y="23703"/>
                      <a:pt x="8059" y="23754"/>
                      <a:pt x="8212" y="23754"/>
                    </a:cubicBezTo>
                    <a:cubicBezTo>
                      <a:pt x="8285" y="23754"/>
                      <a:pt x="8353" y="23686"/>
                      <a:pt x="8353" y="23612"/>
                    </a:cubicBezTo>
                    <a:lnTo>
                      <a:pt x="8353" y="22071"/>
                    </a:lnTo>
                    <a:lnTo>
                      <a:pt x="8353" y="19761"/>
                    </a:lnTo>
                    <a:lnTo>
                      <a:pt x="8353" y="19479"/>
                    </a:lnTo>
                    <a:cubicBezTo>
                      <a:pt x="8353" y="19465"/>
                      <a:pt x="8357" y="19448"/>
                      <a:pt x="8355" y="19430"/>
                    </a:cubicBezTo>
                    <a:lnTo>
                      <a:pt x="8355" y="19430"/>
                    </a:lnTo>
                    <a:cubicBezTo>
                      <a:pt x="8399" y="19357"/>
                      <a:pt x="8416" y="19257"/>
                      <a:pt x="8449" y="19179"/>
                    </a:cubicBezTo>
                    <a:cubicBezTo>
                      <a:pt x="8505" y="19021"/>
                      <a:pt x="8562" y="18857"/>
                      <a:pt x="8618" y="18699"/>
                    </a:cubicBezTo>
                    <a:cubicBezTo>
                      <a:pt x="8765" y="18304"/>
                      <a:pt x="8912" y="17909"/>
                      <a:pt x="9053" y="17513"/>
                    </a:cubicBezTo>
                    <a:cubicBezTo>
                      <a:pt x="9144" y="17270"/>
                      <a:pt x="9251" y="17022"/>
                      <a:pt x="9324" y="16774"/>
                    </a:cubicBezTo>
                    <a:cubicBezTo>
                      <a:pt x="9336" y="16734"/>
                      <a:pt x="9336" y="16694"/>
                      <a:pt x="9336" y="16655"/>
                    </a:cubicBezTo>
                    <a:cubicBezTo>
                      <a:pt x="9330" y="16548"/>
                      <a:pt x="9330" y="16446"/>
                      <a:pt x="9336" y="16339"/>
                    </a:cubicBezTo>
                    <a:cubicBezTo>
                      <a:pt x="9353" y="15994"/>
                      <a:pt x="9415" y="15644"/>
                      <a:pt x="9539" y="15322"/>
                    </a:cubicBezTo>
                    <a:cubicBezTo>
                      <a:pt x="9674" y="14972"/>
                      <a:pt x="9929" y="14644"/>
                      <a:pt x="10296" y="14520"/>
                    </a:cubicBezTo>
                    <a:cubicBezTo>
                      <a:pt x="10612" y="14407"/>
                      <a:pt x="10985" y="14419"/>
                      <a:pt x="11318" y="14396"/>
                    </a:cubicBezTo>
                    <a:cubicBezTo>
                      <a:pt x="12419" y="14334"/>
                      <a:pt x="13526" y="14306"/>
                      <a:pt x="14627" y="14260"/>
                    </a:cubicBezTo>
                    <a:cubicBezTo>
                      <a:pt x="15824" y="14215"/>
                      <a:pt x="17027" y="14187"/>
                      <a:pt x="18219" y="14068"/>
                    </a:cubicBezTo>
                    <a:cubicBezTo>
                      <a:pt x="18840" y="14006"/>
                      <a:pt x="19360" y="13583"/>
                      <a:pt x="19512" y="12967"/>
                    </a:cubicBezTo>
                    <a:cubicBezTo>
                      <a:pt x="19603" y="12566"/>
                      <a:pt x="19653" y="12154"/>
                      <a:pt x="19653" y="11742"/>
                    </a:cubicBezTo>
                    <a:cubicBezTo>
                      <a:pt x="19648" y="10691"/>
                      <a:pt x="19247" y="9686"/>
                      <a:pt x="18456" y="8975"/>
                    </a:cubicBezTo>
                    <a:cubicBezTo>
                      <a:pt x="18214" y="8760"/>
                      <a:pt x="17949" y="8569"/>
                      <a:pt x="17668" y="8405"/>
                    </a:cubicBezTo>
                    <a:lnTo>
                      <a:pt x="17668" y="8405"/>
                    </a:lnTo>
                    <a:cubicBezTo>
                      <a:pt x="17667" y="8405"/>
                      <a:pt x="17666" y="8405"/>
                      <a:pt x="17665" y="8404"/>
                    </a:cubicBezTo>
                    <a:lnTo>
                      <a:pt x="17665" y="8404"/>
                    </a:lnTo>
                    <a:cubicBezTo>
                      <a:pt x="17665" y="8404"/>
                      <a:pt x="17665" y="8404"/>
                      <a:pt x="17665" y="8404"/>
                    </a:cubicBezTo>
                    <a:cubicBezTo>
                      <a:pt x="17665" y="8404"/>
                      <a:pt x="17664" y="8403"/>
                      <a:pt x="17663" y="8403"/>
                    </a:cubicBezTo>
                    <a:lnTo>
                      <a:pt x="17663" y="8403"/>
                    </a:lnTo>
                    <a:cubicBezTo>
                      <a:pt x="17031" y="8048"/>
                      <a:pt x="16326" y="7845"/>
                      <a:pt x="15604" y="7777"/>
                    </a:cubicBezTo>
                    <a:cubicBezTo>
                      <a:pt x="15430" y="7761"/>
                      <a:pt x="15255" y="7756"/>
                      <a:pt x="15078" y="7756"/>
                    </a:cubicBezTo>
                    <a:cubicBezTo>
                      <a:pt x="14956" y="7756"/>
                      <a:pt x="14834" y="7758"/>
                      <a:pt x="14712" y="7760"/>
                    </a:cubicBezTo>
                    <a:cubicBezTo>
                      <a:pt x="13983" y="7772"/>
                      <a:pt x="13249" y="7783"/>
                      <a:pt x="12515" y="7794"/>
                    </a:cubicBezTo>
                    <a:cubicBezTo>
                      <a:pt x="12504" y="7795"/>
                      <a:pt x="12493" y="7795"/>
                      <a:pt x="12482" y="7795"/>
                    </a:cubicBezTo>
                    <a:lnTo>
                      <a:pt x="12482" y="7795"/>
                    </a:lnTo>
                    <a:cubicBezTo>
                      <a:pt x="13647" y="7105"/>
                      <a:pt x="14435" y="5881"/>
                      <a:pt x="14542" y="4502"/>
                    </a:cubicBezTo>
                    <a:cubicBezTo>
                      <a:pt x="14655" y="2994"/>
                      <a:pt x="13921" y="1514"/>
                      <a:pt x="12662" y="684"/>
                    </a:cubicBezTo>
                    <a:cubicBezTo>
                      <a:pt x="11974" y="230"/>
                      <a:pt x="11166" y="1"/>
                      <a:pt x="10357"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7" name="Google Shape;857;p35"/>
              <p:cNvSpPr/>
              <p:nvPr/>
            </p:nvSpPr>
            <p:spPr>
              <a:xfrm>
                <a:off x="2034250" y="3757575"/>
                <a:ext cx="999750" cy="706175"/>
              </a:xfrm>
              <a:custGeom>
                <a:avLst/>
                <a:gdLst/>
                <a:ahLst/>
                <a:cxnLst/>
                <a:rect l="l" t="t" r="r" b="b"/>
                <a:pathLst>
                  <a:path w="39990" h="28247" extrusionOk="0">
                    <a:moveTo>
                      <a:pt x="23761" y="292"/>
                    </a:moveTo>
                    <a:lnTo>
                      <a:pt x="23761" y="292"/>
                    </a:lnTo>
                    <a:cubicBezTo>
                      <a:pt x="24471" y="886"/>
                      <a:pt x="25244" y="1415"/>
                      <a:pt x="26018" y="1918"/>
                    </a:cubicBezTo>
                    <a:cubicBezTo>
                      <a:pt x="26831" y="2438"/>
                      <a:pt x="27667" y="2918"/>
                      <a:pt x="28531" y="3353"/>
                    </a:cubicBezTo>
                    <a:cubicBezTo>
                      <a:pt x="29418" y="3793"/>
                      <a:pt x="30315" y="4194"/>
                      <a:pt x="31168" y="4702"/>
                    </a:cubicBezTo>
                    <a:cubicBezTo>
                      <a:pt x="33393" y="6030"/>
                      <a:pt x="35426" y="7848"/>
                      <a:pt x="36674" y="10146"/>
                    </a:cubicBezTo>
                    <a:cubicBezTo>
                      <a:pt x="36883" y="10535"/>
                      <a:pt x="37080" y="10925"/>
                      <a:pt x="37199" y="11342"/>
                    </a:cubicBezTo>
                    <a:lnTo>
                      <a:pt x="37199" y="11342"/>
                    </a:lnTo>
                    <a:cubicBezTo>
                      <a:pt x="37199" y="11342"/>
                      <a:pt x="37199" y="11343"/>
                      <a:pt x="37200" y="11344"/>
                    </a:cubicBezTo>
                    <a:cubicBezTo>
                      <a:pt x="37200" y="11344"/>
                      <a:pt x="37200" y="11344"/>
                      <a:pt x="37200" y="11344"/>
                    </a:cubicBezTo>
                    <a:lnTo>
                      <a:pt x="37200" y="11344"/>
                    </a:lnTo>
                    <a:cubicBezTo>
                      <a:pt x="37200" y="11344"/>
                      <a:pt x="37200" y="11345"/>
                      <a:pt x="37200" y="11345"/>
                    </a:cubicBezTo>
                    <a:lnTo>
                      <a:pt x="37200" y="11345"/>
                    </a:lnTo>
                    <a:cubicBezTo>
                      <a:pt x="37482" y="12299"/>
                      <a:pt x="37697" y="13270"/>
                      <a:pt x="37911" y="14235"/>
                    </a:cubicBezTo>
                    <a:cubicBezTo>
                      <a:pt x="38470" y="16822"/>
                      <a:pt x="38894" y="19442"/>
                      <a:pt x="39199" y="22068"/>
                    </a:cubicBezTo>
                    <a:cubicBezTo>
                      <a:pt x="39430" y="24026"/>
                      <a:pt x="39597" y="25995"/>
                      <a:pt x="39700" y="27964"/>
                    </a:cubicBezTo>
                    <a:lnTo>
                      <a:pt x="296" y="27964"/>
                    </a:lnTo>
                    <a:cubicBezTo>
                      <a:pt x="480" y="24425"/>
                      <a:pt x="867" y="20892"/>
                      <a:pt x="1469" y="17398"/>
                    </a:cubicBezTo>
                    <a:cubicBezTo>
                      <a:pt x="1796" y="15523"/>
                      <a:pt x="2175" y="13653"/>
                      <a:pt x="2666" y="11812"/>
                    </a:cubicBezTo>
                    <a:cubicBezTo>
                      <a:pt x="2835" y="11169"/>
                      <a:pt x="3067" y="10604"/>
                      <a:pt x="3395" y="10017"/>
                    </a:cubicBezTo>
                    <a:cubicBezTo>
                      <a:pt x="4569" y="7916"/>
                      <a:pt x="6399" y="6222"/>
                      <a:pt x="8421" y="4951"/>
                    </a:cubicBezTo>
                    <a:cubicBezTo>
                      <a:pt x="9189" y="4471"/>
                      <a:pt x="9985" y="4047"/>
                      <a:pt x="10804" y="3669"/>
                    </a:cubicBezTo>
                    <a:cubicBezTo>
                      <a:pt x="11662" y="3268"/>
                      <a:pt x="12498" y="2822"/>
                      <a:pt x="13306" y="2336"/>
                    </a:cubicBezTo>
                    <a:cubicBezTo>
                      <a:pt x="14294" y="1738"/>
                      <a:pt x="15248" y="1088"/>
                      <a:pt x="16146" y="365"/>
                    </a:cubicBezTo>
                    <a:cubicBezTo>
                      <a:pt x="16176" y="339"/>
                      <a:pt x="16205" y="316"/>
                      <a:pt x="16233" y="292"/>
                    </a:cubicBezTo>
                    <a:lnTo>
                      <a:pt x="16254" y="292"/>
                    </a:lnTo>
                    <a:cubicBezTo>
                      <a:pt x="16316" y="684"/>
                      <a:pt x="16490" y="1065"/>
                      <a:pt x="16767" y="1348"/>
                    </a:cubicBezTo>
                    <a:cubicBezTo>
                      <a:pt x="17137" y="1727"/>
                      <a:pt x="17676" y="1907"/>
                      <a:pt x="18203" y="1907"/>
                    </a:cubicBezTo>
                    <a:cubicBezTo>
                      <a:pt x="18336" y="1907"/>
                      <a:pt x="18469" y="1896"/>
                      <a:pt x="18597" y="1873"/>
                    </a:cubicBezTo>
                    <a:cubicBezTo>
                      <a:pt x="19030" y="1802"/>
                      <a:pt x="19444" y="1611"/>
                      <a:pt x="19757" y="1306"/>
                    </a:cubicBezTo>
                    <a:lnTo>
                      <a:pt x="19757" y="1306"/>
                    </a:lnTo>
                    <a:cubicBezTo>
                      <a:pt x="20163" y="1705"/>
                      <a:pt x="20725" y="1905"/>
                      <a:pt x="21280" y="1905"/>
                    </a:cubicBezTo>
                    <a:cubicBezTo>
                      <a:pt x="22060" y="1905"/>
                      <a:pt x="22828" y="1511"/>
                      <a:pt x="23138" y="727"/>
                    </a:cubicBezTo>
                    <a:cubicBezTo>
                      <a:pt x="23194" y="585"/>
                      <a:pt x="23233" y="440"/>
                      <a:pt x="23256" y="292"/>
                    </a:cubicBezTo>
                    <a:close/>
                    <a:moveTo>
                      <a:pt x="23739" y="1"/>
                    </a:moveTo>
                    <a:cubicBezTo>
                      <a:pt x="23674" y="1"/>
                      <a:pt x="23606" y="9"/>
                      <a:pt x="23550" y="9"/>
                    </a:cubicBezTo>
                    <a:lnTo>
                      <a:pt x="23132" y="9"/>
                    </a:lnTo>
                    <a:cubicBezTo>
                      <a:pt x="23053" y="9"/>
                      <a:pt x="22997" y="77"/>
                      <a:pt x="22991" y="151"/>
                    </a:cubicBezTo>
                    <a:cubicBezTo>
                      <a:pt x="22951" y="642"/>
                      <a:pt x="22652" y="1173"/>
                      <a:pt x="22178" y="1421"/>
                    </a:cubicBezTo>
                    <a:cubicBezTo>
                      <a:pt x="21912" y="1562"/>
                      <a:pt x="21610" y="1630"/>
                      <a:pt x="21308" y="1630"/>
                    </a:cubicBezTo>
                    <a:cubicBezTo>
                      <a:pt x="20762" y="1630"/>
                      <a:pt x="20213" y="1410"/>
                      <a:pt x="19857" y="1003"/>
                    </a:cubicBezTo>
                    <a:cubicBezTo>
                      <a:pt x="19831" y="975"/>
                      <a:pt x="19793" y="961"/>
                      <a:pt x="19756" y="961"/>
                    </a:cubicBezTo>
                    <a:cubicBezTo>
                      <a:pt x="19718" y="961"/>
                      <a:pt x="19682" y="975"/>
                      <a:pt x="19659" y="1003"/>
                    </a:cubicBezTo>
                    <a:cubicBezTo>
                      <a:pt x="19299" y="1410"/>
                      <a:pt x="18751" y="1630"/>
                      <a:pt x="18206" y="1630"/>
                    </a:cubicBezTo>
                    <a:cubicBezTo>
                      <a:pt x="17904" y="1630"/>
                      <a:pt x="17604" y="1562"/>
                      <a:pt x="17338" y="1421"/>
                    </a:cubicBezTo>
                    <a:cubicBezTo>
                      <a:pt x="16863" y="1173"/>
                      <a:pt x="16559" y="642"/>
                      <a:pt x="16519" y="151"/>
                    </a:cubicBezTo>
                    <a:cubicBezTo>
                      <a:pt x="16513" y="77"/>
                      <a:pt x="16463" y="9"/>
                      <a:pt x="16378" y="9"/>
                    </a:cubicBezTo>
                    <a:cubicBezTo>
                      <a:pt x="16350" y="9"/>
                      <a:pt x="16324" y="9"/>
                      <a:pt x="16298" y="9"/>
                    </a:cubicBezTo>
                    <a:cubicBezTo>
                      <a:pt x="16208" y="9"/>
                      <a:pt x="16129" y="16"/>
                      <a:pt x="16050" y="77"/>
                    </a:cubicBezTo>
                    <a:cubicBezTo>
                      <a:pt x="15960" y="145"/>
                      <a:pt x="15875" y="224"/>
                      <a:pt x="15785" y="292"/>
                    </a:cubicBezTo>
                    <a:cubicBezTo>
                      <a:pt x="15373" y="619"/>
                      <a:pt x="14943" y="924"/>
                      <a:pt x="14509" y="1224"/>
                    </a:cubicBezTo>
                    <a:cubicBezTo>
                      <a:pt x="13820" y="1698"/>
                      <a:pt x="13102" y="2139"/>
                      <a:pt x="12374" y="2551"/>
                    </a:cubicBezTo>
                    <a:cubicBezTo>
                      <a:pt x="11527" y="3025"/>
                      <a:pt x="10640" y="3409"/>
                      <a:pt x="9776" y="3855"/>
                    </a:cubicBezTo>
                    <a:cubicBezTo>
                      <a:pt x="7336" y="5115"/>
                      <a:pt x="5083" y="6882"/>
                      <a:pt x="3558" y="9198"/>
                    </a:cubicBezTo>
                    <a:cubicBezTo>
                      <a:pt x="3112" y="9881"/>
                      <a:pt x="2700" y="10626"/>
                      <a:pt x="2474" y="11423"/>
                    </a:cubicBezTo>
                    <a:cubicBezTo>
                      <a:pt x="2034" y="13015"/>
                      <a:pt x="1695" y="14636"/>
                      <a:pt x="1390" y="16257"/>
                    </a:cubicBezTo>
                    <a:cubicBezTo>
                      <a:pt x="752" y="19657"/>
                      <a:pt x="328" y="23096"/>
                      <a:pt x="97" y="26541"/>
                    </a:cubicBezTo>
                    <a:cubicBezTo>
                      <a:pt x="63" y="27060"/>
                      <a:pt x="34" y="27585"/>
                      <a:pt x="6" y="28105"/>
                    </a:cubicBezTo>
                    <a:cubicBezTo>
                      <a:pt x="1" y="28184"/>
                      <a:pt x="74" y="28246"/>
                      <a:pt x="147" y="28246"/>
                    </a:cubicBezTo>
                    <a:lnTo>
                      <a:pt x="39848" y="28246"/>
                    </a:lnTo>
                    <a:cubicBezTo>
                      <a:pt x="39922" y="28246"/>
                      <a:pt x="39989" y="28184"/>
                      <a:pt x="39989" y="28105"/>
                    </a:cubicBezTo>
                    <a:cubicBezTo>
                      <a:pt x="39820" y="24745"/>
                      <a:pt x="39464" y="21390"/>
                      <a:pt x="38922" y="18064"/>
                    </a:cubicBezTo>
                    <a:cubicBezTo>
                      <a:pt x="38600" y="16104"/>
                      <a:pt x="38216" y="14156"/>
                      <a:pt x="37730" y="12230"/>
                    </a:cubicBezTo>
                    <a:cubicBezTo>
                      <a:pt x="37651" y="11908"/>
                      <a:pt x="37567" y="11586"/>
                      <a:pt x="37476" y="11270"/>
                    </a:cubicBezTo>
                    <a:cubicBezTo>
                      <a:pt x="37363" y="10881"/>
                      <a:pt x="37177" y="10502"/>
                      <a:pt x="36991" y="10146"/>
                    </a:cubicBezTo>
                    <a:cubicBezTo>
                      <a:pt x="36494" y="9192"/>
                      <a:pt x="35850" y="8311"/>
                      <a:pt x="35121" y="7520"/>
                    </a:cubicBezTo>
                    <a:cubicBezTo>
                      <a:pt x="33992" y="6284"/>
                      <a:pt x="32648" y="5245"/>
                      <a:pt x="31202" y="4397"/>
                    </a:cubicBezTo>
                    <a:cubicBezTo>
                      <a:pt x="30259" y="3844"/>
                      <a:pt x="29259" y="3415"/>
                      <a:pt x="28294" y="2912"/>
                    </a:cubicBezTo>
                    <a:cubicBezTo>
                      <a:pt x="27413" y="2455"/>
                      <a:pt x="26566" y="1947"/>
                      <a:pt x="25741" y="1399"/>
                    </a:cubicBezTo>
                    <a:cubicBezTo>
                      <a:pt x="25182" y="1026"/>
                      <a:pt x="24634" y="631"/>
                      <a:pt x="24103" y="207"/>
                    </a:cubicBezTo>
                    <a:cubicBezTo>
                      <a:pt x="24036" y="151"/>
                      <a:pt x="23945" y="49"/>
                      <a:pt x="23855" y="15"/>
                    </a:cubicBezTo>
                    <a:cubicBezTo>
                      <a:pt x="23820" y="4"/>
                      <a:pt x="23780" y="1"/>
                      <a:pt x="23739"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8" name="Google Shape;858;p35"/>
              <p:cNvSpPr/>
              <p:nvPr/>
            </p:nvSpPr>
            <p:spPr>
              <a:xfrm>
                <a:off x="2440000" y="3757225"/>
                <a:ext cx="176225" cy="7650"/>
              </a:xfrm>
              <a:custGeom>
                <a:avLst/>
                <a:gdLst/>
                <a:ahLst/>
                <a:cxnLst/>
                <a:rect l="l" t="t" r="r" b="b"/>
                <a:pathLst>
                  <a:path w="7049" h="306" extrusionOk="0">
                    <a:moveTo>
                      <a:pt x="148" y="1"/>
                    </a:moveTo>
                    <a:cubicBezTo>
                      <a:pt x="74" y="1"/>
                      <a:pt x="1" y="63"/>
                      <a:pt x="7" y="142"/>
                    </a:cubicBezTo>
                    <a:cubicBezTo>
                      <a:pt x="7" y="148"/>
                      <a:pt x="7" y="159"/>
                      <a:pt x="7" y="165"/>
                    </a:cubicBezTo>
                    <a:cubicBezTo>
                      <a:pt x="12" y="244"/>
                      <a:pt x="69" y="306"/>
                      <a:pt x="148" y="306"/>
                    </a:cubicBezTo>
                    <a:lnTo>
                      <a:pt x="6902" y="306"/>
                    </a:lnTo>
                    <a:cubicBezTo>
                      <a:pt x="6962" y="306"/>
                      <a:pt x="7003" y="274"/>
                      <a:pt x="7023" y="232"/>
                    </a:cubicBezTo>
                    <a:lnTo>
                      <a:pt x="7023" y="232"/>
                    </a:lnTo>
                    <a:cubicBezTo>
                      <a:pt x="7034" y="214"/>
                      <a:pt x="7042" y="191"/>
                      <a:pt x="7043" y="165"/>
                    </a:cubicBezTo>
                    <a:cubicBezTo>
                      <a:pt x="7043" y="159"/>
                      <a:pt x="7043" y="148"/>
                      <a:pt x="7043" y="142"/>
                    </a:cubicBezTo>
                    <a:cubicBezTo>
                      <a:pt x="7049" y="63"/>
                      <a:pt x="6975" y="1"/>
                      <a:pt x="6902"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9" name="Google Shape;859;p35"/>
              <p:cNvSpPr/>
              <p:nvPr/>
            </p:nvSpPr>
            <p:spPr>
              <a:xfrm>
                <a:off x="2440000" y="3757800"/>
                <a:ext cx="176225" cy="47450"/>
              </a:xfrm>
              <a:custGeom>
                <a:avLst/>
                <a:gdLst/>
                <a:ahLst/>
                <a:cxnLst/>
                <a:rect l="l" t="t" r="r" b="b"/>
                <a:pathLst>
                  <a:path w="7049" h="1898" extrusionOk="0">
                    <a:moveTo>
                      <a:pt x="6741" y="283"/>
                    </a:moveTo>
                    <a:cubicBezTo>
                      <a:pt x="6725" y="362"/>
                      <a:pt x="6708" y="441"/>
                      <a:pt x="6682" y="520"/>
                    </a:cubicBezTo>
                    <a:cubicBezTo>
                      <a:pt x="6608" y="735"/>
                      <a:pt x="6495" y="944"/>
                      <a:pt x="6337" y="1113"/>
                    </a:cubicBezTo>
                    <a:cubicBezTo>
                      <a:pt x="6020" y="1454"/>
                      <a:pt x="5533" y="1618"/>
                      <a:pt x="5070" y="1618"/>
                    </a:cubicBezTo>
                    <a:cubicBezTo>
                      <a:pt x="4965" y="1618"/>
                      <a:pt x="4862" y="1610"/>
                      <a:pt x="4762" y="1593"/>
                    </a:cubicBezTo>
                    <a:cubicBezTo>
                      <a:pt x="4327" y="1520"/>
                      <a:pt x="3920" y="1328"/>
                      <a:pt x="3627" y="994"/>
                    </a:cubicBezTo>
                    <a:cubicBezTo>
                      <a:pt x="3601" y="966"/>
                      <a:pt x="3563" y="952"/>
                      <a:pt x="3526" y="952"/>
                    </a:cubicBezTo>
                    <a:cubicBezTo>
                      <a:pt x="3488" y="952"/>
                      <a:pt x="3452" y="966"/>
                      <a:pt x="3429" y="994"/>
                    </a:cubicBezTo>
                    <a:cubicBezTo>
                      <a:pt x="3096" y="1378"/>
                      <a:pt x="2559" y="1616"/>
                      <a:pt x="2051" y="1616"/>
                    </a:cubicBezTo>
                    <a:cubicBezTo>
                      <a:pt x="1582" y="1616"/>
                      <a:pt x="1102" y="1503"/>
                      <a:pt x="758" y="1158"/>
                    </a:cubicBezTo>
                    <a:cubicBezTo>
                      <a:pt x="543" y="944"/>
                      <a:pt x="402" y="673"/>
                      <a:pt x="334" y="384"/>
                    </a:cubicBezTo>
                    <a:cubicBezTo>
                      <a:pt x="324" y="349"/>
                      <a:pt x="317" y="316"/>
                      <a:pt x="312" y="283"/>
                    </a:cubicBezTo>
                    <a:close/>
                    <a:moveTo>
                      <a:pt x="148" y="0"/>
                    </a:moveTo>
                    <a:cubicBezTo>
                      <a:pt x="80" y="0"/>
                      <a:pt x="1" y="68"/>
                      <a:pt x="7" y="142"/>
                    </a:cubicBezTo>
                    <a:cubicBezTo>
                      <a:pt x="63" y="802"/>
                      <a:pt x="453" y="1429"/>
                      <a:pt x="1063" y="1706"/>
                    </a:cubicBezTo>
                    <a:cubicBezTo>
                      <a:pt x="1379" y="1847"/>
                      <a:pt x="1712" y="1898"/>
                      <a:pt x="2051" y="1898"/>
                    </a:cubicBezTo>
                    <a:cubicBezTo>
                      <a:pt x="2584" y="1898"/>
                      <a:pt x="3146" y="1670"/>
                      <a:pt x="3527" y="1298"/>
                    </a:cubicBezTo>
                    <a:lnTo>
                      <a:pt x="3527" y="1298"/>
                    </a:lnTo>
                    <a:cubicBezTo>
                      <a:pt x="3929" y="1698"/>
                      <a:pt x="4498" y="1894"/>
                      <a:pt x="5064" y="1894"/>
                    </a:cubicBezTo>
                    <a:cubicBezTo>
                      <a:pt x="5178" y="1894"/>
                      <a:pt x="5293" y="1886"/>
                      <a:pt x="5406" y="1870"/>
                    </a:cubicBezTo>
                    <a:cubicBezTo>
                      <a:pt x="6100" y="1774"/>
                      <a:pt x="6659" y="1356"/>
                      <a:pt x="6913" y="701"/>
                    </a:cubicBezTo>
                    <a:cubicBezTo>
                      <a:pt x="6987" y="520"/>
                      <a:pt x="7026" y="334"/>
                      <a:pt x="7043" y="142"/>
                    </a:cubicBezTo>
                    <a:cubicBezTo>
                      <a:pt x="7049" y="68"/>
                      <a:pt x="6975" y="0"/>
                      <a:pt x="6902"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860" name="Google Shape;860;p35"/>
            <p:cNvGrpSpPr/>
            <p:nvPr/>
          </p:nvGrpSpPr>
          <p:grpSpPr>
            <a:xfrm>
              <a:off x="2568503" y="2768403"/>
              <a:ext cx="1727168" cy="2064093"/>
              <a:chOff x="4081975" y="3119725"/>
              <a:chExt cx="999750" cy="1194775"/>
            </a:xfrm>
          </p:grpSpPr>
          <p:sp>
            <p:nvSpPr>
              <p:cNvPr id="861" name="Google Shape;861;p35"/>
              <p:cNvSpPr/>
              <p:nvPr/>
            </p:nvSpPr>
            <p:spPr>
              <a:xfrm>
                <a:off x="4757400" y="3180675"/>
                <a:ext cx="8225" cy="9275"/>
              </a:xfrm>
              <a:custGeom>
                <a:avLst/>
                <a:gdLst/>
                <a:ahLst/>
                <a:cxnLst/>
                <a:rect l="l" t="t" r="r" b="b"/>
                <a:pathLst>
                  <a:path w="329" h="371" extrusionOk="0">
                    <a:moveTo>
                      <a:pt x="151" y="1"/>
                    </a:moveTo>
                    <a:cubicBezTo>
                      <a:pt x="142" y="1"/>
                      <a:pt x="133" y="2"/>
                      <a:pt x="125" y="5"/>
                    </a:cubicBezTo>
                    <a:cubicBezTo>
                      <a:pt x="108" y="5"/>
                      <a:pt x="85" y="11"/>
                      <a:pt x="74" y="22"/>
                    </a:cubicBezTo>
                    <a:lnTo>
                      <a:pt x="40" y="44"/>
                    </a:lnTo>
                    <a:cubicBezTo>
                      <a:pt x="23" y="61"/>
                      <a:pt x="12" y="84"/>
                      <a:pt x="6" y="107"/>
                    </a:cubicBezTo>
                    <a:cubicBezTo>
                      <a:pt x="6" y="118"/>
                      <a:pt x="1" y="129"/>
                      <a:pt x="1" y="146"/>
                    </a:cubicBezTo>
                    <a:cubicBezTo>
                      <a:pt x="1" y="169"/>
                      <a:pt x="6" y="191"/>
                      <a:pt x="23" y="214"/>
                    </a:cubicBezTo>
                    <a:cubicBezTo>
                      <a:pt x="34" y="242"/>
                      <a:pt x="51" y="270"/>
                      <a:pt x="68" y="299"/>
                    </a:cubicBezTo>
                    <a:cubicBezTo>
                      <a:pt x="74" y="315"/>
                      <a:pt x="91" y="327"/>
                      <a:pt x="102" y="338"/>
                    </a:cubicBezTo>
                    <a:cubicBezTo>
                      <a:pt x="119" y="349"/>
                      <a:pt x="130" y="361"/>
                      <a:pt x="153" y="366"/>
                    </a:cubicBezTo>
                    <a:cubicBezTo>
                      <a:pt x="161" y="369"/>
                      <a:pt x="170" y="371"/>
                      <a:pt x="179" y="371"/>
                    </a:cubicBezTo>
                    <a:cubicBezTo>
                      <a:pt x="188" y="371"/>
                      <a:pt x="198" y="369"/>
                      <a:pt x="209" y="366"/>
                    </a:cubicBezTo>
                    <a:cubicBezTo>
                      <a:pt x="226" y="366"/>
                      <a:pt x="243" y="361"/>
                      <a:pt x="260" y="349"/>
                    </a:cubicBezTo>
                    <a:lnTo>
                      <a:pt x="289" y="327"/>
                    </a:lnTo>
                    <a:cubicBezTo>
                      <a:pt x="305" y="310"/>
                      <a:pt x="317" y="287"/>
                      <a:pt x="322" y="265"/>
                    </a:cubicBezTo>
                    <a:lnTo>
                      <a:pt x="328" y="225"/>
                    </a:lnTo>
                    <a:cubicBezTo>
                      <a:pt x="328" y="203"/>
                      <a:pt x="322" y="180"/>
                      <a:pt x="311" y="157"/>
                    </a:cubicBezTo>
                    <a:cubicBezTo>
                      <a:pt x="294" y="129"/>
                      <a:pt x="283" y="101"/>
                      <a:pt x="266" y="73"/>
                    </a:cubicBezTo>
                    <a:cubicBezTo>
                      <a:pt x="255" y="56"/>
                      <a:pt x="243" y="44"/>
                      <a:pt x="226" y="33"/>
                    </a:cubicBezTo>
                    <a:cubicBezTo>
                      <a:pt x="215" y="22"/>
                      <a:pt x="198" y="11"/>
                      <a:pt x="181" y="5"/>
                    </a:cubicBezTo>
                    <a:cubicBezTo>
                      <a:pt x="170" y="2"/>
                      <a:pt x="160" y="1"/>
                      <a:pt x="151"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2" name="Google Shape;862;p35"/>
              <p:cNvSpPr/>
              <p:nvPr/>
            </p:nvSpPr>
            <p:spPr>
              <a:xfrm>
                <a:off x="4765725" y="3198325"/>
                <a:ext cx="8925" cy="11375"/>
              </a:xfrm>
              <a:custGeom>
                <a:avLst/>
                <a:gdLst/>
                <a:ahLst/>
                <a:cxnLst/>
                <a:rect l="l" t="t" r="r" b="b"/>
                <a:pathLst>
                  <a:path w="357" h="455" extrusionOk="0">
                    <a:moveTo>
                      <a:pt x="136" y="1"/>
                    </a:moveTo>
                    <a:cubicBezTo>
                      <a:pt x="126" y="1"/>
                      <a:pt x="116" y="2"/>
                      <a:pt x="108" y="5"/>
                    </a:cubicBezTo>
                    <a:cubicBezTo>
                      <a:pt x="74" y="16"/>
                      <a:pt x="40" y="39"/>
                      <a:pt x="23" y="73"/>
                    </a:cubicBezTo>
                    <a:cubicBezTo>
                      <a:pt x="18" y="84"/>
                      <a:pt x="12" y="95"/>
                      <a:pt x="6" y="106"/>
                    </a:cubicBezTo>
                    <a:cubicBezTo>
                      <a:pt x="1" y="129"/>
                      <a:pt x="1" y="157"/>
                      <a:pt x="6" y="180"/>
                    </a:cubicBezTo>
                    <a:cubicBezTo>
                      <a:pt x="29" y="236"/>
                      <a:pt x="52" y="293"/>
                      <a:pt x="68" y="349"/>
                    </a:cubicBezTo>
                    <a:cubicBezTo>
                      <a:pt x="74" y="366"/>
                      <a:pt x="85" y="383"/>
                      <a:pt x="97" y="400"/>
                    </a:cubicBezTo>
                    <a:cubicBezTo>
                      <a:pt x="108" y="411"/>
                      <a:pt x="119" y="423"/>
                      <a:pt x="136" y="434"/>
                    </a:cubicBezTo>
                    <a:cubicBezTo>
                      <a:pt x="153" y="445"/>
                      <a:pt x="170" y="451"/>
                      <a:pt x="187" y="451"/>
                    </a:cubicBezTo>
                    <a:cubicBezTo>
                      <a:pt x="196" y="453"/>
                      <a:pt x="205" y="455"/>
                      <a:pt x="213" y="455"/>
                    </a:cubicBezTo>
                    <a:cubicBezTo>
                      <a:pt x="224" y="455"/>
                      <a:pt x="234" y="452"/>
                      <a:pt x="244" y="445"/>
                    </a:cubicBezTo>
                    <a:cubicBezTo>
                      <a:pt x="277" y="440"/>
                      <a:pt x="311" y="417"/>
                      <a:pt x="328" y="383"/>
                    </a:cubicBezTo>
                    <a:cubicBezTo>
                      <a:pt x="345" y="349"/>
                      <a:pt x="356" y="310"/>
                      <a:pt x="345" y="276"/>
                    </a:cubicBezTo>
                    <a:cubicBezTo>
                      <a:pt x="323" y="219"/>
                      <a:pt x="300" y="163"/>
                      <a:pt x="283" y="106"/>
                    </a:cubicBezTo>
                    <a:cubicBezTo>
                      <a:pt x="277" y="89"/>
                      <a:pt x="266" y="73"/>
                      <a:pt x="255" y="56"/>
                    </a:cubicBezTo>
                    <a:cubicBezTo>
                      <a:pt x="244" y="44"/>
                      <a:pt x="232" y="33"/>
                      <a:pt x="215" y="22"/>
                    </a:cubicBezTo>
                    <a:cubicBezTo>
                      <a:pt x="198" y="10"/>
                      <a:pt x="181" y="5"/>
                      <a:pt x="164" y="5"/>
                    </a:cubicBezTo>
                    <a:cubicBezTo>
                      <a:pt x="156" y="2"/>
                      <a:pt x="146" y="1"/>
                      <a:pt x="136"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3" name="Google Shape;863;p35"/>
              <p:cNvSpPr/>
              <p:nvPr/>
            </p:nvSpPr>
            <p:spPr>
              <a:xfrm>
                <a:off x="4762900" y="3191400"/>
                <a:ext cx="8650" cy="10400"/>
              </a:xfrm>
              <a:custGeom>
                <a:avLst/>
                <a:gdLst/>
                <a:ahLst/>
                <a:cxnLst/>
                <a:rect l="l" t="t" r="r" b="b"/>
                <a:pathLst>
                  <a:path w="346" h="416" extrusionOk="0">
                    <a:moveTo>
                      <a:pt x="151" y="1"/>
                    </a:moveTo>
                    <a:cubicBezTo>
                      <a:pt x="142" y="1"/>
                      <a:pt x="133" y="2"/>
                      <a:pt x="125" y="5"/>
                    </a:cubicBezTo>
                    <a:cubicBezTo>
                      <a:pt x="102" y="5"/>
                      <a:pt x="85" y="11"/>
                      <a:pt x="69" y="22"/>
                    </a:cubicBezTo>
                    <a:lnTo>
                      <a:pt x="40" y="45"/>
                    </a:lnTo>
                    <a:cubicBezTo>
                      <a:pt x="23" y="62"/>
                      <a:pt x="12" y="78"/>
                      <a:pt x="6" y="107"/>
                    </a:cubicBezTo>
                    <a:lnTo>
                      <a:pt x="1" y="141"/>
                    </a:lnTo>
                    <a:cubicBezTo>
                      <a:pt x="1" y="169"/>
                      <a:pt x="6" y="191"/>
                      <a:pt x="18" y="214"/>
                    </a:cubicBezTo>
                    <a:cubicBezTo>
                      <a:pt x="18" y="214"/>
                      <a:pt x="18" y="214"/>
                      <a:pt x="18" y="214"/>
                    </a:cubicBezTo>
                    <a:lnTo>
                      <a:pt x="18" y="214"/>
                    </a:lnTo>
                    <a:cubicBezTo>
                      <a:pt x="34" y="243"/>
                      <a:pt x="48" y="275"/>
                      <a:pt x="63" y="306"/>
                    </a:cubicBezTo>
                    <a:lnTo>
                      <a:pt x="63" y="306"/>
                    </a:lnTo>
                    <a:cubicBezTo>
                      <a:pt x="63" y="308"/>
                      <a:pt x="63" y="310"/>
                      <a:pt x="63" y="310"/>
                    </a:cubicBezTo>
                    <a:cubicBezTo>
                      <a:pt x="66" y="321"/>
                      <a:pt x="72" y="332"/>
                      <a:pt x="79" y="342"/>
                    </a:cubicBezTo>
                    <a:lnTo>
                      <a:pt x="79" y="342"/>
                    </a:lnTo>
                    <a:cubicBezTo>
                      <a:pt x="79" y="343"/>
                      <a:pt x="80" y="343"/>
                      <a:pt x="80" y="344"/>
                    </a:cubicBezTo>
                    <a:cubicBezTo>
                      <a:pt x="80" y="344"/>
                      <a:pt x="80" y="343"/>
                      <a:pt x="80" y="343"/>
                    </a:cubicBezTo>
                    <a:lnTo>
                      <a:pt x="80" y="343"/>
                    </a:lnTo>
                    <a:cubicBezTo>
                      <a:pt x="83" y="349"/>
                      <a:pt x="87" y="355"/>
                      <a:pt x="91" y="361"/>
                    </a:cubicBezTo>
                    <a:cubicBezTo>
                      <a:pt x="102" y="372"/>
                      <a:pt x="114" y="383"/>
                      <a:pt x="131" y="395"/>
                    </a:cubicBezTo>
                    <a:cubicBezTo>
                      <a:pt x="148" y="406"/>
                      <a:pt x="165" y="412"/>
                      <a:pt x="181" y="412"/>
                    </a:cubicBezTo>
                    <a:cubicBezTo>
                      <a:pt x="191" y="414"/>
                      <a:pt x="199" y="415"/>
                      <a:pt x="207" y="415"/>
                    </a:cubicBezTo>
                    <a:cubicBezTo>
                      <a:pt x="218" y="415"/>
                      <a:pt x="228" y="413"/>
                      <a:pt x="238" y="406"/>
                    </a:cubicBezTo>
                    <a:cubicBezTo>
                      <a:pt x="249" y="406"/>
                      <a:pt x="261" y="400"/>
                      <a:pt x="272" y="395"/>
                    </a:cubicBezTo>
                    <a:cubicBezTo>
                      <a:pt x="294" y="383"/>
                      <a:pt x="311" y="366"/>
                      <a:pt x="323" y="344"/>
                    </a:cubicBezTo>
                    <a:cubicBezTo>
                      <a:pt x="328" y="333"/>
                      <a:pt x="334" y="321"/>
                      <a:pt x="340" y="310"/>
                    </a:cubicBezTo>
                    <a:cubicBezTo>
                      <a:pt x="345" y="287"/>
                      <a:pt x="345" y="259"/>
                      <a:pt x="340" y="237"/>
                    </a:cubicBezTo>
                    <a:cubicBezTo>
                      <a:pt x="317" y="180"/>
                      <a:pt x="289" y="124"/>
                      <a:pt x="266" y="73"/>
                    </a:cubicBezTo>
                    <a:cubicBezTo>
                      <a:pt x="255" y="56"/>
                      <a:pt x="244" y="39"/>
                      <a:pt x="227" y="33"/>
                    </a:cubicBezTo>
                    <a:cubicBezTo>
                      <a:pt x="215" y="16"/>
                      <a:pt x="198" y="11"/>
                      <a:pt x="181" y="5"/>
                    </a:cubicBezTo>
                    <a:cubicBezTo>
                      <a:pt x="170" y="2"/>
                      <a:pt x="160" y="1"/>
                      <a:pt x="151"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4" name="Google Shape;864;p35"/>
              <p:cNvSpPr/>
              <p:nvPr/>
            </p:nvSpPr>
            <p:spPr>
              <a:xfrm>
                <a:off x="4772075" y="3222725"/>
                <a:ext cx="7950" cy="12875"/>
              </a:xfrm>
              <a:custGeom>
                <a:avLst/>
                <a:gdLst/>
                <a:ahLst/>
                <a:cxnLst/>
                <a:rect l="l" t="t" r="r" b="b"/>
                <a:pathLst>
                  <a:path w="318" h="515" extrusionOk="0">
                    <a:moveTo>
                      <a:pt x="145" y="0"/>
                    </a:moveTo>
                    <a:cubicBezTo>
                      <a:pt x="132" y="0"/>
                      <a:pt x="119" y="2"/>
                      <a:pt x="108" y="6"/>
                    </a:cubicBezTo>
                    <a:cubicBezTo>
                      <a:pt x="74" y="17"/>
                      <a:pt x="40" y="40"/>
                      <a:pt x="23" y="74"/>
                    </a:cubicBezTo>
                    <a:cubicBezTo>
                      <a:pt x="18" y="85"/>
                      <a:pt x="12" y="96"/>
                      <a:pt x="12" y="102"/>
                    </a:cubicBezTo>
                    <a:cubicBezTo>
                      <a:pt x="1" y="130"/>
                      <a:pt x="1" y="153"/>
                      <a:pt x="12" y="181"/>
                    </a:cubicBezTo>
                    <a:cubicBezTo>
                      <a:pt x="12" y="183"/>
                      <a:pt x="12" y="185"/>
                      <a:pt x="12" y="187"/>
                    </a:cubicBezTo>
                    <a:lnTo>
                      <a:pt x="12" y="187"/>
                    </a:lnTo>
                    <a:lnTo>
                      <a:pt x="12" y="186"/>
                    </a:lnTo>
                    <a:lnTo>
                      <a:pt x="12" y="186"/>
                    </a:lnTo>
                    <a:cubicBezTo>
                      <a:pt x="12" y="186"/>
                      <a:pt x="12" y="186"/>
                      <a:pt x="12" y="186"/>
                    </a:cubicBezTo>
                    <a:lnTo>
                      <a:pt x="12" y="186"/>
                    </a:lnTo>
                    <a:cubicBezTo>
                      <a:pt x="12" y="195"/>
                      <a:pt x="12" y="204"/>
                      <a:pt x="15" y="215"/>
                    </a:cubicBezTo>
                    <a:lnTo>
                      <a:pt x="15" y="215"/>
                    </a:lnTo>
                    <a:cubicBezTo>
                      <a:pt x="20" y="268"/>
                      <a:pt x="24" y="320"/>
                      <a:pt x="29" y="373"/>
                    </a:cubicBezTo>
                    <a:cubicBezTo>
                      <a:pt x="29" y="390"/>
                      <a:pt x="35" y="407"/>
                      <a:pt x="46" y="424"/>
                    </a:cubicBezTo>
                    <a:cubicBezTo>
                      <a:pt x="52" y="441"/>
                      <a:pt x="57" y="458"/>
                      <a:pt x="74" y="469"/>
                    </a:cubicBezTo>
                    <a:cubicBezTo>
                      <a:pt x="97" y="497"/>
                      <a:pt x="136" y="514"/>
                      <a:pt x="170" y="514"/>
                    </a:cubicBezTo>
                    <a:cubicBezTo>
                      <a:pt x="210" y="508"/>
                      <a:pt x="249" y="497"/>
                      <a:pt x="272" y="469"/>
                    </a:cubicBezTo>
                    <a:cubicBezTo>
                      <a:pt x="295" y="446"/>
                      <a:pt x="317" y="407"/>
                      <a:pt x="311" y="373"/>
                    </a:cubicBezTo>
                    <a:cubicBezTo>
                      <a:pt x="306" y="282"/>
                      <a:pt x="295" y="192"/>
                      <a:pt x="283" y="102"/>
                    </a:cubicBezTo>
                    <a:cubicBezTo>
                      <a:pt x="278" y="85"/>
                      <a:pt x="272" y="68"/>
                      <a:pt x="255" y="57"/>
                    </a:cubicBezTo>
                    <a:cubicBezTo>
                      <a:pt x="249" y="40"/>
                      <a:pt x="232" y="28"/>
                      <a:pt x="215" y="23"/>
                    </a:cubicBezTo>
                    <a:cubicBezTo>
                      <a:pt x="197" y="8"/>
                      <a:pt x="170" y="0"/>
                      <a:pt x="145"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5" name="Google Shape;865;p35"/>
              <p:cNvSpPr/>
              <p:nvPr/>
            </p:nvSpPr>
            <p:spPr>
              <a:xfrm>
                <a:off x="4753175" y="3174050"/>
                <a:ext cx="8350" cy="9025"/>
              </a:xfrm>
              <a:custGeom>
                <a:avLst/>
                <a:gdLst/>
                <a:ahLst/>
                <a:cxnLst/>
                <a:rect l="l" t="t" r="r" b="b"/>
                <a:pathLst>
                  <a:path w="334" h="361" extrusionOk="0">
                    <a:moveTo>
                      <a:pt x="150" y="0"/>
                    </a:moveTo>
                    <a:cubicBezTo>
                      <a:pt x="141" y="0"/>
                      <a:pt x="133" y="2"/>
                      <a:pt x="124" y="4"/>
                    </a:cubicBezTo>
                    <a:cubicBezTo>
                      <a:pt x="102" y="4"/>
                      <a:pt x="85" y="10"/>
                      <a:pt x="74" y="21"/>
                    </a:cubicBezTo>
                    <a:cubicBezTo>
                      <a:pt x="62" y="27"/>
                      <a:pt x="51" y="33"/>
                      <a:pt x="40" y="38"/>
                    </a:cubicBezTo>
                    <a:cubicBezTo>
                      <a:pt x="23" y="61"/>
                      <a:pt x="11" y="78"/>
                      <a:pt x="6" y="100"/>
                    </a:cubicBezTo>
                    <a:cubicBezTo>
                      <a:pt x="6" y="117"/>
                      <a:pt x="0" y="129"/>
                      <a:pt x="0" y="140"/>
                    </a:cubicBezTo>
                    <a:cubicBezTo>
                      <a:pt x="0" y="168"/>
                      <a:pt x="6" y="191"/>
                      <a:pt x="23" y="213"/>
                    </a:cubicBezTo>
                    <a:cubicBezTo>
                      <a:pt x="40" y="236"/>
                      <a:pt x="57" y="264"/>
                      <a:pt x="74" y="292"/>
                    </a:cubicBezTo>
                    <a:cubicBezTo>
                      <a:pt x="79" y="304"/>
                      <a:pt x="90" y="321"/>
                      <a:pt x="107" y="332"/>
                    </a:cubicBezTo>
                    <a:cubicBezTo>
                      <a:pt x="119" y="343"/>
                      <a:pt x="136" y="349"/>
                      <a:pt x="158" y="355"/>
                    </a:cubicBezTo>
                    <a:cubicBezTo>
                      <a:pt x="175" y="360"/>
                      <a:pt x="192" y="360"/>
                      <a:pt x="209" y="360"/>
                    </a:cubicBezTo>
                    <a:cubicBezTo>
                      <a:pt x="232" y="355"/>
                      <a:pt x="249" y="349"/>
                      <a:pt x="266" y="343"/>
                    </a:cubicBezTo>
                    <a:lnTo>
                      <a:pt x="294" y="321"/>
                    </a:lnTo>
                    <a:cubicBezTo>
                      <a:pt x="311" y="304"/>
                      <a:pt x="322" y="281"/>
                      <a:pt x="328" y="259"/>
                    </a:cubicBezTo>
                    <a:lnTo>
                      <a:pt x="333" y="219"/>
                    </a:lnTo>
                    <a:cubicBezTo>
                      <a:pt x="333" y="191"/>
                      <a:pt x="328" y="168"/>
                      <a:pt x="316" y="146"/>
                    </a:cubicBezTo>
                    <a:cubicBezTo>
                      <a:pt x="299" y="123"/>
                      <a:pt x="282" y="95"/>
                      <a:pt x="266" y="67"/>
                    </a:cubicBezTo>
                    <a:cubicBezTo>
                      <a:pt x="254" y="55"/>
                      <a:pt x="243" y="38"/>
                      <a:pt x="226" y="27"/>
                    </a:cubicBezTo>
                    <a:cubicBezTo>
                      <a:pt x="215" y="16"/>
                      <a:pt x="198" y="10"/>
                      <a:pt x="181" y="4"/>
                    </a:cubicBezTo>
                    <a:cubicBezTo>
                      <a:pt x="170" y="2"/>
                      <a:pt x="160" y="0"/>
                      <a:pt x="150"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6" name="Google Shape;866;p35"/>
              <p:cNvSpPr/>
              <p:nvPr/>
            </p:nvSpPr>
            <p:spPr>
              <a:xfrm>
                <a:off x="4773075" y="3231325"/>
                <a:ext cx="7500" cy="15850"/>
              </a:xfrm>
              <a:custGeom>
                <a:avLst/>
                <a:gdLst/>
                <a:ahLst/>
                <a:cxnLst/>
                <a:rect l="l" t="t" r="r" b="b"/>
                <a:pathLst>
                  <a:path w="300" h="634" extrusionOk="0">
                    <a:moveTo>
                      <a:pt x="147" y="1"/>
                    </a:moveTo>
                    <a:cubicBezTo>
                      <a:pt x="108" y="1"/>
                      <a:pt x="68" y="12"/>
                      <a:pt x="46" y="40"/>
                    </a:cubicBezTo>
                    <a:cubicBezTo>
                      <a:pt x="23" y="68"/>
                      <a:pt x="0" y="102"/>
                      <a:pt x="6" y="142"/>
                    </a:cubicBezTo>
                    <a:cubicBezTo>
                      <a:pt x="12" y="260"/>
                      <a:pt x="17" y="373"/>
                      <a:pt x="17" y="492"/>
                    </a:cubicBezTo>
                    <a:cubicBezTo>
                      <a:pt x="17" y="563"/>
                      <a:pt x="75" y="633"/>
                      <a:pt x="150" y="633"/>
                    </a:cubicBezTo>
                    <a:cubicBezTo>
                      <a:pt x="153" y="633"/>
                      <a:pt x="156" y="633"/>
                      <a:pt x="158" y="633"/>
                    </a:cubicBezTo>
                    <a:cubicBezTo>
                      <a:pt x="232" y="633"/>
                      <a:pt x="300" y="571"/>
                      <a:pt x="300" y="492"/>
                    </a:cubicBezTo>
                    <a:cubicBezTo>
                      <a:pt x="300" y="373"/>
                      <a:pt x="294" y="260"/>
                      <a:pt x="288" y="142"/>
                    </a:cubicBezTo>
                    <a:cubicBezTo>
                      <a:pt x="283" y="102"/>
                      <a:pt x="271" y="68"/>
                      <a:pt x="243" y="40"/>
                    </a:cubicBezTo>
                    <a:cubicBezTo>
                      <a:pt x="221" y="18"/>
                      <a:pt x="181" y="1"/>
                      <a:pt x="147"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7" name="Google Shape;867;p35"/>
              <p:cNvSpPr/>
              <p:nvPr/>
            </p:nvSpPr>
            <p:spPr>
              <a:xfrm>
                <a:off x="4770525" y="3214325"/>
                <a:ext cx="8225" cy="12075"/>
              </a:xfrm>
              <a:custGeom>
                <a:avLst/>
                <a:gdLst/>
                <a:ahLst/>
                <a:cxnLst/>
                <a:rect l="l" t="t" r="r" b="b"/>
                <a:pathLst>
                  <a:path w="329" h="483" extrusionOk="0">
                    <a:moveTo>
                      <a:pt x="148" y="1"/>
                    </a:moveTo>
                    <a:cubicBezTo>
                      <a:pt x="135" y="1"/>
                      <a:pt x="120" y="5"/>
                      <a:pt x="108" y="9"/>
                    </a:cubicBezTo>
                    <a:cubicBezTo>
                      <a:pt x="74" y="20"/>
                      <a:pt x="40" y="37"/>
                      <a:pt x="23" y="71"/>
                    </a:cubicBezTo>
                    <a:cubicBezTo>
                      <a:pt x="6" y="105"/>
                      <a:pt x="1" y="144"/>
                      <a:pt x="6" y="178"/>
                    </a:cubicBezTo>
                    <a:cubicBezTo>
                      <a:pt x="23" y="246"/>
                      <a:pt x="35" y="314"/>
                      <a:pt x="52" y="381"/>
                    </a:cubicBezTo>
                    <a:cubicBezTo>
                      <a:pt x="52" y="398"/>
                      <a:pt x="63" y="415"/>
                      <a:pt x="74" y="426"/>
                    </a:cubicBezTo>
                    <a:cubicBezTo>
                      <a:pt x="85" y="443"/>
                      <a:pt x="97" y="455"/>
                      <a:pt x="114" y="466"/>
                    </a:cubicBezTo>
                    <a:cubicBezTo>
                      <a:pt x="131" y="477"/>
                      <a:pt x="148" y="483"/>
                      <a:pt x="164" y="483"/>
                    </a:cubicBezTo>
                    <a:cubicBezTo>
                      <a:pt x="187" y="483"/>
                      <a:pt x="204" y="483"/>
                      <a:pt x="221" y="477"/>
                    </a:cubicBezTo>
                    <a:cubicBezTo>
                      <a:pt x="255" y="466"/>
                      <a:pt x="289" y="449"/>
                      <a:pt x="306" y="415"/>
                    </a:cubicBezTo>
                    <a:lnTo>
                      <a:pt x="323" y="381"/>
                    </a:lnTo>
                    <a:cubicBezTo>
                      <a:pt x="328" y="353"/>
                      <a:pt x="328" y="330"/>
                      <a:pt x="323" y="308"/>
                    </a:cubicBezTo>
                    <a:cubicBezTo>
                      <a:pt x="311" y="240"/>
                      <a:pt x="294" y="172"/>
                      <a:pt x="283" y="105"/>
                    </a:cubicBezTo>
                    <a:cubicBezTo>
                      <a:pt x="277" y="88"/>
                      <a:pt x="266" y="71"/>
                      <a:pt x="255" y="59"/>
                    </a:cubicBezTo>
                    <a:cubicBezTo>
                      <a:pt x="244" y="42"/>
                      <a:pt x="232" y="31"/>
                      <a:pt x="215" y="20"/>
                    </a:cubicBezTo>
                    <a:cubicBezTo>
                      <a:pt x="198" y="9"/>
                      <a:pt x="181" y="3"/>
                      <a:pt x="164" y="3"/>
                    </a:cubicBezTo>
                    <a:cubicBezTo>
                      <a:pt x="160" y="1"/>
                      <a:pt x="154" y="1"/>
                      <a:pt x="148"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8" name="Google Shape;868;p35"/>
              <p:cNvSpPr/>
              <p:nvPr/>
            </p:nvSpPr>
            <p:spPr>
              <a:xfrm>
                <a:off x="4768275" y="3206225"/>
                <a:ext cx="8625" cy="11675"/>
              </a:xfrm>
              <a:custGeom>
                <a:avLst/>
                <a:gdLst/>
                <a:ahLst/>
                <a:cxnLst/>
                <a:rect l="l" t="t" r="r" b="b"/>
                <a:pathLst>
                  <a:path w="345" h="467" extrusionOk="0">
                    <a:moveTo>
                      <a:pt x="139" y="1"/>
                    </a:moveTo>
                    <a:cubicBezTo>
                      <a:pt x="130" y="1"/>
                      <a:pt x="122" y="2"/>
                      <a:pt x="113" y="5"/>
                    </a:cubicBezTo>
                    <a:cubicBezTo>
                      <a:pt x="79" y="16"/>
                      <a:pt x="46" y="39"/>
                      <a:pt x="29" y="73"/>
                    </a:cubicBezTo>
                    <a:cubicBezTo>
                      <a:pt x="12" y="101"/>
                      <a:pt x="0" y="141"/>
                      <a:pt x="12" y="180"/>
                    </a:cubicBezTo>
                    <a:cubicBezTo>
                      <a:pt x="34" y="242"/>
                      <a:pt x="51" y="299"/>
                      <a:pt x="62" y="361"/>
                    </a:cubicBezTo>
                    <a:cubicBezTo>
                      <a:pt x="74" y="395"/>
                      <a:pt x="102" y="429"/>
                      <a:pt x="130" y="446"/>
                    </a:cubicBezTo>
                    <a:cubicBezTo>
                      <a:pt x="147" y="457"/>
                      <a:pt x="164" y="462"/>
                      <a:pt x="181" y="462"/>
                    </a:cubicBezTo>
                    <a:cubicBezTo>
                      <a:pt x="192" y="465"/>
                      <a:pt x="202" y="467"/>
                      <a:pt x="211" y="467"/>
                    </a:cubicBezTo>
                    <a:cubicBezTo>
                      <a:pt x="221" y="467"/>
                      <a:pt x="229" y="465"/>
                      <a:pt x="238" y="462"/>
                    </a:cubicBezTo>
                    <a:cubicBezTo>
                      <a:pt x="271" y="451"/>
                      <a:pt x="305" y="429"/>
                      <a:pt x="322" y="395"/>
                    </a:cubicBezTo>
                    <a:cubicBezTo>
                      <a:pt x="339" y="361"/>
                      <a:pt x="345" y="327"/>
                      <a:pt x="339" y="287"/>
                    </a:cubicBezTo>
                    <a:cubicBezTo>
                      <a:pt x="322" y="225"/>
                      <a:pt x="305" y="163"/>
                      <a:pt x="288" y="101"/>
                    </a:cubicBezTo>
                    <a:cubicBezTo>
                      <a:pt x="277" y="67"/>
                      <a:pt x="254" y="39"/>
                      <a:pt x="221" y="22"/>
                    </a:cubicBezTo>
                    <a:cubicBezTo>
                      <a:pt x="204" y="11"/>
                      <a:pt x="187" y="5"/>
                      <a:pt x="170" y="5"/>
                    </a:cubicBezTo>
                    <a:cubicBezTo>
                      <a:pt x="158" y="2"/>
                      <a:pt x="149" y="1"/>
                      <a:pt x="139"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9" name="Google Shape;869;p35"/>
              <p:cNvSpPr/>
              <p:nvPr/>
            </p:nvSpPr>
            <p:spPr>
              <a:xfrm>
                <a:off x="4744000" y="3162150"/>
                <a:ext cx="7775" cy="7925"/>
              </a:xfrm>
              <a:custGeom>
                <a:avLst/>
                <a:gdLst/>
                <a:ahLst/>
                <a:cxnLst/>
                <a:rect l="l" t="t" r="r" b="b"/>
                <a:pathLst>
                  <a:path w="311" h="317" extrusionOk="0">
                    <a:moveTo>
                      <a:pt x="141" y="0"/>
                    </a:moveTo>
                    <a:cubicBezTo>
                      <a:pt x="119" y="0"/>
                      <a:pt x="102" y="6"/>
                      <a:pt x="85" y="12"/>
                    </a:cubicBezTo>
                    <a:cubicBezTo>
                      <a:pt x="68" y="17"/>
                      <a:pt x="51" y="29"/>
                      <a:pt x="40" y="40"/>
                    </a:cubicBezTo>
                    <a:lnTo>
                      <a:pt x="17" y="68"/>
                    </a:lnTo>
                    <a:cubicBezTo>
                      <a:pt x="6" y="91"/>
                      <a:pt x="0" y="113"/>
                      <a:pt x="0" y="142"/>
                    </a:cubicBezTo>
                    <a:lnTo>
                      <a:pt x="6" y="181"/>
                    </a:lnTo>
                    <a:cubicBezTo>
                      <a:pt x="11" y="204"/>
                      <a:pt x="23" y="226"/>
                      <a:pt x="40" y="243"/>
                    </a:cubicBezTo>
                    <a:cubicBezTo>
                      <a:pt x="51" y="255"/>
                      <a:pt x="62" y="266"/>
                      <a:pt x="73" y="277"/>
                    </a:cubicBezTo>
                    <a:cubicBezTo>
                      <a:pt x="85" y="288"/>
                      <a:pt x="96" y="300"/>
                      <a:pt x="119" y="305"/>
                    </a:cubicBezTo>
                    <a:cubicBezTo>
                      <a:pt x="136" y="311"/>
                      <a:pt x="152" y="317"/>
                      <a:pt x="169" y="317"/>
                    </a:cubicBezTo>
                    <a:cubicBezTo>
                      <a:pt x="192" y="317"/>
                      <a:pt x="209" y="311"/>
                      <a:pt x="226" y="305"/>
                    </a:cubicBezTo>
                    <a:cubicBezTo>
                      <a:pt x="243" y="300"/>
                      <a:pt x="260" y="288"/>
                      <a:pt x="271" y="277"/>
                    </a:cubicBezTo>
                    <a:lnTo>
                      <a:pt x="294" y="249"/>
                    </a:lnTo>
                    <a:cubicBezTo>
                      <a:pt x="305" y="226"/>
                      <a:pt x="311" y="204"/>
                      <a:pt x="311" y="175"/>
                    </a:cubicBezTo>
                    <a:cubicBezTo>
                      <a:pt x="311" y="164"/>
                      <a:pt x="311" y="153"/>
                      <a:pt x="305" y="136"/>
                    </a:cubicBezTo>
                    <a:cubicBezTo>
                      <a:pt x="299" y="113"/>
                      <a:pt x="288" y="91"/>
                      <a:pt x="271" y="74"/>
                    </a:cubicBezTo>
                    <a:cubicBezTo>
                      <a:pt x="260" y="63"/>
                      <a:pt x="249" y="51"/>
                      <a:pt x="237" y="40"/>
                    </a:cubicBezTo>
                    <a:cubicBezTo>
                      <a:pt x="226" y="29"/>
                      <a:pt x="209" y="17"/>
                      <a:pt x="192" y="12"/>
                    </a:cubicBezTo>
                    <a:cubicBezTo>
                      <a:pt x="175" y="6"/>
                      <a:pt x="158" y="0"/>
                      <a:pt x="141"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0" name="Google Shape;870;p35"/>
              <p:cNvSpPr/>
              <p:nvPr/>
            </p:nvSpPr>
            <p:spPr>
              <a:xfrm>
                <a:off x="4748650" y="3167800"/>
                <a:ext cx="8200" cy="8600"/>
              </a:xfrm>
              <a:custGeom>
                <a:avLst/>
                <a:gdLst/>
                <a:ahLst/>
                <a:cxnLst/>
                <a:rect l="l" t="t" r="r" b="b"/>
                <a:pathLst>
                  <a:path w="328" h="344" extrusionOk="0">
                    <a:moveTo>
                      <a:pt x="142" y="0"/>
                    </a:moveTo>
                    <a:cubicBezTo>
                      <a:pt x="119" y="0"/>
                      <a:pt x="102" y="0"/>
                      <a:pt x="85" y="12"/>
                    </a:cubicBezTo>
                    <a:cubicBezTo>
                      <a:pt x="68" y="17"/>
                      <a:pt x="51" y="29"/>
                      <a:pt x="40" y="40"/>
                    </a:cubicBezTo>
                    <a:lnTo>
                      <a:pt x="17" y="68"/>
                    </a:lnTo>
                    <a:cubicBezTo>
                      <a:pt x="6" y="91"/>
                      <a:pt x="0" y="113"/>
                      <a:pt x="0" y="141"/>
                    </a:cubicBezTo>
                    <a:cubicBezTo>
                      <a:pt x="0" y="153"/>
                      <a:pt x="0" y="164"/>
                      <a:pt x="6" y="175"/>
                    </a:cubicBezTo>
                    <a:cubicBezTo>
                      <a:pt x="12" y="204"/>
                      <a:pt x="23" y="221"/>
                      <a:pt x="40" y="243"/>
                    </a:cubicBezTo>
                    <a:lnTo>
                      <a:pt x="41" y="245"/>
                    </a:lnTo>
                    <a:lnTo>
                      <a:pt x="41" y="245"/>
                    </a:lnTo>
                    <a:cubicBezTo>
                      <a:pt x="49" y="255"/>
                      <a:pt x="57" y="264"/>
                      <a:pt x="68" y="271"/>
                    </a:cubicBezTo>
                    <a:cubicBezTo>
                      <a:pt x="74" y="288"/>
                      <a:pt x="85" y="305"/>
                      <a:pt x="102" y="311"/>
                    </a:cubicBezTo>
                    <a:cubicBezTo>
                      <a:pt x="119" y="328"/>
                      <a:pt x="130" y="334"/>
                      <a:pt x="153" y="339"/>
                    </a:cubicBezTo>
                    <a:cubicBezTo>
                      <a:pt x="161" y="342"/>
                      <a:pt x="170" y="343"/>
                      <a:pt x="179" y="343"/>
                    </a:cubicBezTo>
                    <a:cubicBezTo>
                      <a:pt x="188" y="343"/>
                      <a:pt x="198" y="342"/>
                      <a:pt x="209" y="339"/>
                    </a:cubicBezTo>
                    <a:cubicBezTo>
                      <a:pt x="226" y="339"/>
                      <a:pt x="243" y="334"/>
                      <a:pt x="260" y="322"/>
                    </a:cubicBezTo>
                    <a:lnTo>
                      <a:pt x="288" y="305"/>
                    </a:lnTo>
                    <a:cubicBezTo>
                      <a:pt x="305" y="283"/>
                      <a:pt x="317" y="266"/>
                      <a:pt x="322" y="243"/>
                    </a:cubicBezTo>
                    <a:lnTo>
                      <a:pt x="328" y="204"/>
                    </a:lnTo>
                    <a:cubicBezTo>
                      <a:pt x="328" y="175"/>
                      <a:pt x="322" y="153"/>
                      <a:pt x="311" y="130"/>
                    </a:cubicBezTo>
                    <a:cubicBezTo>
                      <a:pt x="288" y="102"/>
                      <a:pt x="266" y="68"/>
                      <a:pt x="238" y="40"/>
                    </a:cubicBezTo>
                    <a:cubicBezTo>
                      <a:pt x="226" y="29"/>
                      <a:pt x="215" y="17"/>
                      <a:pt x="192" y="12"/>
                    </a:cubicBezTo>
                    <a:cubicBezTo>
                      <a:pt x="175" y="0"/>
                      <a:pt x="159" y="0"/>
                      <a:pt x="142"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1" name="Google Shape;871;p35"/>
              <p:cNvSpPr/>
              <p:nvPr/>
            </p:nvSpPr>
            <p:spPr>
              <a:xfrm>
                <a:off x="4484925" y="3138725"/>
                <a:ext cx="336850" cy="477075"/>
              </a:xfrm>
              <a:custGeom>
                <a:avLst/>
                <a:gdLst/>
                <a:ahLst/>
                <a:cxnLst/>
                <a:rect l="l" t="t" r="r" b="b"/>
                <a:pathLst>
                  <a:path w="13474" h="19083" extrusionOk="0">
                    <a:moveTo>
                      <a:pt x="9707" y="536"/>
                    </a:moveTo>
                    <a:lnTo>
                      <a:pt x="9707" y="536"/>
                    </a:lnTo>
                    <a:cubicBezTo>
                      <a:pt x="10371" y="1035"/>
                      <a:pt x="10918" y="1715"/>
                      <a:pt x="11216" y="2490"/>
                    </a:cubicBezTo>
                    <a:cubicBezTo>
                      <a:pt x="11396" y="2970"/>
                      <a:pt x="11509" y="3462"/>
                      <a:pt x="11538" y="3976"/>
                    </a:cubicBezTo>
                    <a:cubicBezTo>
                      <a:pt x="11549" y="4185"/>
                      <a:pt x="11543" y="4399"/>
                      <a:pt x="11543" y="4608"/>
                    </a:cubicBezTo>
                    <a:lnTo>
                      <a:pt x="11543" y="5755"/>
                    </a:lnTo>
                    <a:cubicBezTo>
                      <a:pt x="11543" y="5992"/>
                      <a:pt x="11532" y="6229"/>
                      <a:pt x="11543" y="6466"/>
                    </a:cubicBezTo>
                    <a:cubicBezTo>
                      <a:pt x="11549" y="6602"/>
                      <a:pt x="11713" y="6686"/>
                      <a:pt x="11814" y="6765"/>
                    </a:cubicBezTo>
                    <a:cubicBezTo>
                      <a:pt x="12193" y="7065"/>
                      <a:pt x="12577" y="7364"/>
                      <a:pt x="12955" y="7669"/>
                    </a:cubicBezTo>
                    <a:cubicBezTo>
                      <a:pt x="13136" y="7816"/>
                      <a:pt x="13221" y="8030"/>
                      <a:pt x="13130" y="8251"/>
                    </a:cubicBezTo>
                    <a:cubicBezTo>
                      <a:pt x="13034" y="8477"/>
                      <a:pt x="12808" y="8590"/>
                      <a:pt x="12577" y="8590"/>
                    </a:cubicBezTo>
                    <a:cubicBezTo>
                      <a:pt x="12477" y="8591"/>
                      <a:pt x="12378" y="8592"/>
                      <a:pt x="12279" y="8592"/>
                    </a:cubicBezTo>
                    <a:cubicBezTo>
                      <a:pt x="12081" y="8592"/>
                      <a:pt x="11884" y="8590"/>
                      <a:pt x="11684" y="8590"/>
                    </a:cubicBezTo>
                    <a:cubicBezTo>
                      <a:pt x="11605" y="8590"/>
                      <a:pt x="11543" y="8657"/>
                      <a:pt x="11543" y="8731"/>
                    </a:cubicBezTo>
                    <a:cubicBezTo>
                      <a:pt x="11543" y="9030"/>
                      <a:pt x="11549" y="9329"/>
                      <a:pt x="11538" y="9623"/>
                    </a:cubicBezTo>
                    <a:cubicBezTo>
                      <a:pt x="11515" y="10154"/>
                      <a:pt x="11408" y="10685"/>
                      <a:pt x="11210" y="11182"/>
                    </a:cubicBezTo>
                    <a:cubicBezTo>
                      <a:pt x="10832" y="12147"/>
                      <a:pt x="10126" y="12983"/>
                      <a:pt x="9239" y="13525"/>
                    </a:cubicBezTo>
                    <a:cubicBezTo>
                      <a:pt x="8748" y="13822"/>
                      <a:pt x="8210" y="14026"/>
                      <a:pt x="7645" y="14138"/>
                    </a:cubicBezTo>
                    <a:lnTo>
                      <a:pt x="7645" y="14138"/>
                    </a:lnTo>
                    <a:cubicBezTo>
                      <a:pt x="7652" y="14108"/>
                      <a:pt x="7659" y="14078"/>
                      <a:pt x="7664" y="14051"/>
                    </a:cubicBezTo>
                    <a:cubicBezTo>
                      <a:pt x="7703" y="13825"/>
                      <a:pt x="7720" y="13599"/>
                      <a:pt x="7709" y="13373"/>
                    </a:cubicBezTo>
                    <a:cubicBezTo>
                      <a:pt x="7675" y="12475"/>
                      <a:pt x="7285" y="11628"/>
                      <a:pt x="6783" y="10894"/>
                    </a:cubicBezTo>
                    <a:cubicBezTo>
                      <a:pt x="6382" y="10306"/>
                      <a:pt x="5896" y="9770"/>
                      <a:pt x="5371" y="9290"/>
                    </a:cubicBezTo>
                    <a:cubicBezTo>
                      <a:pt x="5128" y="9070"/>
                      <a:pt x="4874" y="8889"/>
                      <a:pt x="4687" y="8606"/>
                    </a:cubicBezTo>
                    <a:cubicBezTo>
                      <a:pt x="4416" y="8194"/>
                      <a:pt x="4320" y="7703"/>
                      <a:pt x="4462" y="7223"/>
                    </a:cubicBezTo>
                    <a:cubicBezTo>
                      <a:pt x="4563" y="6890"/>
                      <a:pt x="4795" y="6624"/>
                      <a:pt x="5134" y="6528"/>
                    </a:cubicBezTo>
                    <a:cubicBezTo>
                      <a:pt x="5184" y="6517"/>
                      <a:pt x="5235" y="6506"/>
                      <a:pt x="5286" y="6494"/>
                    </a:cubicBezTo>
                    <a:cubicBezTo>
                      <a:pt x="5294" y="6493"/>
                      <a:pt x="5298" y="6493"/>
                      <a:pt x="5299" y="6493"/>
                    </a:cubicBezTo>
                    <a:cubicBezTo>
                      <a:pt x="5301" y="6493"/>
                      <a:pt x="5282" y="6496"/>
                      <a:pt x="5282" y="6496"/>
                    </a:cubicBezTo>
                    <a:cubicBezTo>
                      <a:pt x="5282" y="6496"/>
                      <a:pt x="5285" y="6496"/>
                      <a:pt x="5292" y="6494"/>
                    </a:cubicBezTo>
                    <a:lnTo>
                      <a:pt x="5326" y="6494"/>
                    </a:lnTo>
                    <a:cubicBezTo>
                      <a:pt x="5354" y="6489"/>
                      <a:pt x="5382" y="6489"/>
                      <a:pt x="5410" y="6489"/>
                    </a:cubicBezTo>
                    <a:cubicBezTo>
                      <a:pt x="5414" y="6489"/>
                      <a:pt x="5417" y="6488"/>
                      <a:pt x="5420" y="6488"/>
                    </a:cubicBezTo>
                    <a:lnTo>
                      <a:pt x="5420" y="6488"/>
                    </a:lnTo>
                    <a:cubicBezTo>
                      <a:pt x="6703" y="6429"/>
                      <a:pt x="8006" y="6056"/>
                      <a:pt x="8912" y="5099"/>
                    </a:cubicBezTo>
                    <a:cubicBezTo>
                      <a:pt x="9392" y="4597"/>
                      <a:pt x="9759" y="3976"/>
                      <a:pt x="9939" y="3298"/>
                    </a:cubicBezTo>
                    <a:cubicBezTo>
                      <a:pt x="10086" y="2739"/>
                      <a:pt x="10098" y="2152"/>
                      <a:pt x="10007" y="1587"/>
                    </a:cubicBezTo>
                    <a:cubicBezTo>
                      <a:pt x="9946" y="1225"/>
                      <a:pt x="9842" y="873"/>
                      <a:pt x="9707" y="536"/>
                    </a:cubicBezTo>
                    <a:close/>
                    <a:moveTo>
                      <a:pt x="7466" y="14937"/>
                    </a:moveTo>
                    <a:lnTo>
                      <a:pt x="7466" y="15863"/>
                    </a:lnTo>
                    <a:lnTo>
                      <a:pt x="7466" y="18359"/>
                    </a:lnTo>
                    <a:lnTo>
                      <a:pt x="7466" y="18800"/>
                    </a:lnTo>
                    <a:lnTo>
                      <a:pt x="283" y="18800"/>
                    </a:lnTo>
                    <a:lnTo>
                      <a:pt x="283" y="17586"/>
                    </a:lnTo>
                    <a:lnTo>
                      <a:pt x="3383" y="17586"/>
                    </a:lnTo>
                    <a:cubicBezTo>
                      <a:pt x="4078" y="17586"/>
                      <a:pt x="4778" y="17518"/>
                      <a:pt x="5427" y="17253"/>
                    </a:cubicBezTo>
                    <a:cubicBezTo>
                      <a:pt x="6065" y="16987"/>
                      <a:pt x="6613" y="16552"/>
                      <a:pt x="6997" y="15976"/>
                    </a:cubicBezTo>
                    <a:cubicBezTo>
                      <a:pt x="7207" y="15657"/>
                      <a:pt x="7364" y="15302"/>
                      <a:pt x="7466" y="14937"/>
                    </a:cubicBezTo>
                    <a:close/>
                    <a:moveTo>
                      <a:pt x="9374" y="0"/>
                    </a:moveTo>
                    <a:cubicBezTo>
                      <a:pt x="9277" y="0"/>
                      <a:pt x="9206" y="115"/>
                      <a:pt x="9256" y="215"/>
                    </a:cubicBezTo>
                    <a:cubicBezTo>
                      <a:pt x="9680" y="1062"/>
                      <a:pt x="9906" y="2044"/>
                      <a:pt x="9719" y="2987"/>
                    </a:cubicBezTo>
                    <a:cubicBezTo>
                      <a:pt x="9476" y="4247"/>
                      <a:pt x="8562" y="5314"/>
                      <a:pt x="7387" y="5800"/>
                    </a:cubicBezTo>
                    <a:cubicBezTo>
                      <a:pt x="6760" y="6060"/>
                      <a:pt x="6082" y="6178"/>
                      <a:pt x="5405" y="6206"/>
                    </a:cubicBezTo>
                    <a:cubicBezTo>
                      <a:pt x="5403" y="6206"/>
                      <a:pt x="5402" y="6207"/>
                      <a:pt x="5400" y="6207"/>
                    </a:cubicBezTo>
                    <a:lnTo>
                      <a:pt x="5400" y="6207"/>
                    </a:lnTo>
                    <a:cubicBezTo>
                      <a:pt x="5138" y="6214"/>
                      <a:pt x="4882" y="6287"/>
                      <a:pt x="4676" y="6438"/>
                    </a:cubicBezTo>
                    <a:cubicBezTo>
                      <a:pt x="4292" y="6715"/>
                      <a:pt x="4128" y="7178"/>
                      <a:pt x="4111" y="7635"/>
                    </a:cubicBezTo>
                    <a:cubicBezTo>
                      <a:pt x="4094" y="8234"/>
                      <a:pt x="4394" y="8844"/>
                      <a:pt x="4857" y="9216"/>
                    </a:cubicBezTo>
                    <a:cubicBezTo>
                      <a:pt x="5241" y="9527"/>
                      <a:pt x="5591" y="9877"/>
                      <a:pt x="5919" y="10250"/>
                    </a:cubicBezTo>
                    <a:cubicBezTo>
                      <a:pt x="6478" y="10877"/>
                      <a:pt x="6975" y="11600"/>
                      <a:pt x="7246" y="12407"/>
                    </a:cubicBezTo>
                    <a:cubicBezTo>
                      <a:pt x="7381" y="12831"/>
                      <a:pt x="7455" y="13271"/>
                      <a:pt x="7421" y="13717"/>
                    </a:cubicBezTo>
                    <a:cubicBezTo>
                      <a:pt x="7404" y="13949"/>
                      <a:pt x="7336" y="14158"/>
                      <a:pt x="7291" y="14384"/>
                    </a:cubicBezTo>
                    <a:cubicBezTo>
                      <a:pt x="7285" y="14412"/>
                      <a:pt x="7285" y="14440"/>
                      <a:pt x="7280" y="14468"/>
                    </a:cubicBezTo>
                    <a:cubicBezTo>
                      <a:pt x="7281" y="14453"/>
                      <a:pt x="7282" y="14447"/>
                      <a:pt x="7282" y="14447"/>
                    </a:cubicBezTo>
                    <a:lnTo>
                      <a:pt x="7282" y="14447"/>
                    </a:lnTo>
                    <a:cubicBezTo>
                      <a:pt x="7282" y="14447"/>
                      <a:pt x="7278" y="14477"/>
                      <a:pt x="7274" y="14497"/>
                    </a:cubicBezTo>
                    <a:cubicBezTo>
                      <a:pt x="7274" y="14525"/>
                      <a:pt x="7268" y="14553"/>
                      <a:pt x="7263" y="14581"/>
                    </a:cubicBezTo>
                    <a:cubicBezTo>
                      <a:pt x="7246" y="14655"/>
                      <a:pt x="7229" y="14734"/>
                      <a:pt x="7212" y="14807"/>
                    </a:cubicBezTo>
                    <a:cubicBezTo>
                      <a:pt x="7155" y="15005"/>
                      <a:pt x="7088" y="15203"/>
                      <a:pt x="7008" y="15372"/>
                    </a:cubicBezTo>
                    <a:cubicBezTo>
                      <a:pt x="6754" y="15908"/>
                      <a:pt x="6370" y="16377"/>
                      <a:pt x="5873" y="16699"/>
                    </a:cubicBezTo>
                    <a:cubicBezTo>
                      <a:pt x="5184" y="17151"/>
                      <a:pt x="4354" y="17303"/>
                      <a:pt x="3547" y="17303"/>
                    </a:cubicBezTo>
                    <a:lnTo>
                      <a:pt x="141" y="17303"/>
                    </a:lnTo>
                    <a:cubicBezTo>
                      <a:pt x="62" y="17303"/>
                      <a:pt x="0" y="17365"/>
                      <a:pt x="0" y="17445"/>
                    </a:cubicBezTo>
                    <a:lnTo>
                      <a:pt x="0" y="18941"/>
                    </a:lnTo>
                    <a:cubicBezTo>
                      <a:pt x="0" y="19015"/>
                      <a:pt x="62" y="19082"/>
                      <a:pt x="141" y="19082"/>
                    </a:cubicBezTo>
                    <a:lnTo>
                      <a:pt x="7607" y="19082"/>
                    </a:lnTo>
                    <a:cubicBezTo>
                      <a:pt x="7681" y="19082"/>
                      <a:pt x="7748" y="19015"/>
                      <a:pt x="7748" y="18941"/>
                    </a:cubicBezTo>
                    <a:lnTo>
                      <a:pt x="7748" y="17365"/>
                    </a:lnTo>
                    <a:lnTo>
                      <a:pt x="7748" y="14869"/>
                    </a:lnTo>
                    <a:lnTo>
                      <a:pt x="7748" y="14403"/>
                    </a:lnTo>
                    <a:lnTo>
                      <a:pt x="7748" y="14403"/>
                    </a:lnTo>
                    <a:cubicBezTo>
                      <a:pt x="8791" y="14194"/>
                      <a:pt x="9755" y="13651"/>
                      <a:pt x="10476" y="12870"/>
                    </a:cubicBezTo>
                    <a:cubicBezTo>
                      <a:pt x="11233" y="12051"/>
                      <a:pt x="11701" y="10995"/>
                      <a:pt x="11803" y="9888"/>
                    </a:cubicBezTo>
                    <a:cubicBezTo>
                      <a:pt x="11833" y="9551"/>
                      <a:pt x="11828" y="9214"/>
                      <a:pt x="11826" y="8872"/>
                    </a:cubicBezTo>
                    <a:lnTo>
                      <a:pt x="11826" y="8872"/>
                    </a:lnTo>
                    <a:cubicBezTo>
                      <a:pt x="11971" y="8873"/>
                      <a:pt x="12116" y="8874"/>
                      <a:pt x="12261" y="8874"/>
                    </a:cubicBezTo>
                    <a:cubicBezTo>
                      <a:pt x="12357" y="8874"/>
                      <a:pt x="12453" y="8874"/>
                      <a:pt x="12549" y="8872"/>
                    </a:cubicBezTo>
                    <a:cubicBezTo>
                      <a:pt x="12983" y="8872"/>
                      <a:pt x="13384" y="8601"/>
                      <a:pt x="13441" y="8149"/>
                    </a:cubicBezTo>
                    <a:cubicBezTo>
                      <a:pt x="13474" y="7895"/>
                      <a:pt x="13361" y="7646"/>
                      <a:pt x="13166" y="7477"/>
                    </a:cubicBezTo>
                    <a:lnTo>
                      <a:pt x="13166" y="7477"/>
                    </a:lnTo>
                    <a:cubicBezTo>
                      <a:pt x="13162" y="7473"/>
                      <a:pt x="13157" y="7469"/>
                      <a:pt x="13153" y="7466"/>
                    </a:cubicBezTo>
                    <a:lnTo>
                      <a:pt x="13153" y="7466"/>
                    </a:lnTo>
                    <a:cubicBezTo>
                      <a:pt x="13153" y="7466"/>
                      <a:pt x="13153" y="7466"/>
                      <a:pt x="13153" y="7466"/>
                    </a:cubicBezTo>
                    <a:cubicBezTo>
                      <a:pt x="13151" y="7464"/>
                      <a:pt x="13149" y="7463"/>
                      <a:pt x="13148" y="7462"/>
                    </a:cubicBezTo>
                    <a:lnTo>
                      <a:pt x="13148" y="7462"/>
                    </a:lnTo>
                    <a:cubicBezTo>
                      <a:pt x="12711" y="7112"/>
                      <a:pt x="12268" y="6762"/>
                      <a:pt x="11826" y="6413"/>
                    </a:cubicBezTo>
                    <a:lnTo>
                      <a:pt x="11826" y="6413"/>
                    </a:lnTo>
                    <a:lnTo>
                      <a:pt x="11826" y="4840"/>
                    </a:lnTo>
                    <a:cubicBezTo>
                      <a:pt x="11826" y="4461"/>
                      <a:pt x="11837" y="4083"/>
                      <a:pt x="11797" y="3705"/>
                    </a:cubicBezTo>
                    <a:cubicBezTo>
                      <a:pt x="11724" y="2999"/>
                      <a:pt x="11504" y="2304"/>
                      <a:pt x="11131" y="1694"/>
                    </a:cubicBezTo>
                    <a:cubicBezTo>
                      <a:pt x="10708" y="1011"/>
                      <a:pt x="10137" y="435"/>
                      <a:pt x="9448" y="23"/>
                    </a:cubicBezTo>
                    <a:cubicBezTo>
                      <a:pt x="9423" y="7"/>
                      <a:pt x="9397" y="0"/>
                      <a:pt x="9374"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2" name="Google Shape;872;p35"/>
              <p:cNvSpPr/>
              <p:nvPr/>
            </p:nvSpPr>
            <p:spPr>
              <a:xfrm>
                <a:off x="4214400" y="3119725"/>
                <a:ext cx="583975" cy="458800"/>
              </a:xfrm>
              <a:custGeom>
                <a:avLst/>
                <a:gdLst/>
                <a:ahLst/>
                <a:cxnLst/>
                <a:rect l="l" t="t" r="r" b="b"/>
                <a:pathLst>
                  <a:path w="23359" h="18352" extrusionOk="0">
                    <a:moveTo>
                      <a:pt x="10827" y="285"/>
                    </a:moveTo>
                    <a:cubicBezTo>
                      <a:pt x="10889" y="285"/>
                      <a:pt x="10951" y="286"/>
                      <a:pt x="11013" y="286"/>
                    </a:cubicBezTo>
                    <a:lnTo>
                      <a:pt x="17683" y="286"/>
                    </a:lnTo>
                    <a:cubicBezTo>
                      <a:pt x="18029" y="286"/>
                      <a:pt x="18378" y="293"/>
                      <a:pt x="18728" y="293"/>
                    </a:cubicBezTo>
                    <a:cubicBezTo>
                      <a:pt x="18902" y="293"/>
                      <a:pt x="19078" y="291"/>
                      <a:pt x="19253" y="286"/>
                    </a:cubicBezTo>
                    <a:lnTo>
                      <a:pt x="19275" y="286"/>
                    </a:lnTo>
                    <a:cubicBezTo>
                      <a:pt x="19279" y="286"/>
                      <a:pt x="19282" y="286"/>
                      <a:pt x="19286" y="286"/>
                    </a:cubicBezTo>
                    <a:cubicBezTo>
                      <a:pt x="19288" y="286"/>
                      <a:pt x="19291" y="286"/>
                      <a:pt x="19293" y="286"/>
                    </a:cubicBezTo>
                    <a:lnTo>
                      <a:pt x="19293" y="286"/>
                    </a:lnTo>
                    <a:cubicBezTo>
                      <a:pt x="19350" y="287"/>
                      <a:pt x="19412" y="292"/>
                      <a:pt x="19473" y="297"/>
                    </a:cubicBezTo>
                    <a:cubicBezTo>
                      <a:pt x="19535" y="303"/>
                      <a:pt x="19597" y="314"/>
                      <a:pt x="19659" y="319"/>
                    </a:cubicBezTo>
                    <a:cubicBezTo>
                      <a:pt x="19669" y="319"/>
                      <a:pt x="19674" y="319"/>
                      <a:pt x="19682" y="323"/>
                    </a:cubicBezTo>
                    <a:lnTo>
                      <a:pt x="19682" y="323"/>
                    </a:lnTo>
                    <a:cubicBezTo>
                      <a:pt x="19681" y="323"/>
                      <a:pt x="19680" y="323"/>
                      <a:pt x="19679" y="323"/>
                    </a:cubicBezTo>
                    <a:cubicBezTo>
                      <a:pt x="19676" y="323"/>
                      <a:pt x="19676" y="323"/>
                      <a:pt x="19687" y="325"/>
                    </a:cubicBezTo>
                    <a:cubicBezTo>
                      <a:pt x="19704" y="325"/>
                      <a:pt x="19721" y="331"/>
                      <a:pt x="19738" y="331"/>
                    </a:cubicBezTo>
                    <a:cubicBezTo>
                      <a:pt x="19783" y="336"/>
                      <a:pt x="19829" y="342"/>
                      <a:pt x="19868" y="353"/>
                    </a:cubicBezTo>
                    <a:cubicBezTo>
                      <a:pt x="20286" y="421"/>
                      <a:pt x="20732" y="545"/>
                      <a:pt x="21099" y="698"/>
                    </a:cubicBezTo>
                    <a:cubicBezTo>
                      <a:pt x="21579" y="901"/>
                      <a:pt x="22020" y="1178"/>
                      <a:pt x="22364" y="1568"/>
                    </a:cubicBezTo>
                    <a:cubicBezTo>
                      <a:pt x="22754" y="2002"/>
                      <a:pt x="22986" y="2567"/>
                      <a:pt x="23042" y="3160"/>
                    </a:cubicBezTo>
                    <a:cubicBezTo>
                      <a:pt x="23117" y="3968"/>
                      <a:pt x="22932" y="4783"/>
                      <a:pt x="22647" y="5546"/>
                    </a:cubicBezTo>
                    <a:lnTo>
                      <a:pt x="22647" y="5546"/>
                    </a:lnTo>
                    <a:cubicBezTo>
                      <a:pt x="22647" y="5352"/>
                      <a:pt x="22647" y="5157"/>
                      <a:pt x="22647" y="4962"/>
                    </a:cubicBezTo>
                    <a:cubicBezTo>
                      <a:pt x="22641" y="3906"/>
                      <a:pt x="22297" y="2866"/>
                      <a:pt x="21658" y="2025"/>
                    </a:cubicBezTo>
                    <a:cubicBezTo>
                      <a:pt x="21280" y="1528"/>
                      <a:pt x="20806" y="1104"/>
                      <a:pt x="20269" y="783"/>
                    </a:cubicBezTo>
                    <a:cubicBezTo>
                      <a:pt x="20244" y="767"/>
                      <a:pt x="20218" y="760"/>
                      <a:pt x="20195" y="760"/>
                    </a:cubicBezTo>
                    <a:cubicBezTo>
                      <a:pt x="20098" y="760"/>
                      <a:pt x="20027" y="875"/>
                      <a:pt x="20077" y="975"/>
                    </a:cubicBezTo>
                    <a:cubicBezTo>
                      <a:pt x="20501" y="1822"/>
                      <a:pt x="20727" y="2804"/>
                      <a:pt x="20540" y="3747"/>
                    </a:cubicBezTo>
                    <a:cubicBezTo>
                      <a:pt x="20297" y="5007"/>
                      <a:pt x="19383" y="6074"/>
                      <a:pt x="18208" y="6565"/>
                    </a:cubicBezTo>
                    <a:cubicBezTo>
                      <a:pt x="17581" y="6820"/>
                      <a:pt x="16903" y="6938"/>
                      <a:pt x="16231" y="6966"/>
                    </a:cubicBezTo>
                    <a:cubicBezTo>
                      <a:pt x="15796" y="6978"/>
                      <a:pt x="15390" y="7181"/>
                      <a:pt x="15164" y="7559"/>
                    </a:cubicBezTo>
                    <a:cubicBezTo>
                      <a:pt x="14797" y="8158"/>
                      <a:pt x="14887" y="8943"/>
                      <a:pt x="15266" y="9513"/>
                    </a:cubicBezTo>
                    <a:cubicBezTo>
                      <a:pt x="15395" y="9711"/>
                      <a:pt x="15554" y="9875"/>
                      <a:pt x="15740" y="10027"/>
                    </a:cubicBezTo>
                    <a:cubicBezTo>
                      <a:pt x="16011" y="10259"/>
                      <a:pt x="16271" y="10502"/>
                      <a:pt x="16514" y="10761"/>
                    </a:cubicBezTo>
                    <a:cubicBezTo>
                      <a:pt x="17316" y="11603"/>
                      <a:pt x="18067" y="12659"/>
                      <a:pt x="18225" y="13839"/>
                    </a:cubicBezTo>
                    <a:cubicBezTo>
                      <a:pt x="18264" y="14155"/>
                      <a:pt x="18264" y="14477"/>
                      <a:pt x="18202" y="14794"/>
                    </a:cubicBezTo>
                    <a:cubicBezTo>
                      <a:pt x="18174" y="14935"/>
                      <a:pt x="18118" y="15076"/>
                      <a:pt x="18101" y="15217"/>
                    </a:cubicBezTo>
                    <a:cubicBezTo>
                      <a:pt x="18101" y="15219"/>
                      <a:pt x="18101" y="15221"/>
                      <a:pt x="18101" y="15223"/>
                    </a:cubicBezTo>
                    <a:lnTo>
                      <a:pt x="18101" y="15223"/>
                    </a:lnTo>
                    <a:cubicBezTo>
                      <a:pt x="18101" y="15223"/>
                      <a:pt x="18101" y="15223"/>
                      <a:pt x="18101" y="15223"/>
                    </a:cubicBezTo>
                    <a:cubicBezTo>
                      <a:pt x="18101" y="15240"/>
                      <a:pt x="18095" y="15257"/>
                      <a:pt x="18095" y="15274"/>
                    </a:cubicBezTo>
                    <a:cubicBezTo>
                      <a:pt x="18089" y="15319"/>
                      <a:pt x="18078" y="15358"/>
                      <a:pt x="18067" y="15403"/>
                    </a:cubicBezTo>
                    <a:cubicBezTo>
                      <a:pt x="18044" y="15528"/>
                      <a:pt x="18010" y="15646"/>
                      <a:pt x="17971" y="15765"/>
                    </a:cubicBezTo>
                    <a:cubicBezTo>
                      <a:pt x="17728" y="16516"/>
                      <a:pt x="17208" y="17188"/>
                      <a:pt x="16497" y="17583"/>
                    </a:cubicBezTo>
                    <a:cubicBezTo>
                      <a:pt x="15949" y="17883"/>
                      <a:pt x="15328" y="18018"/>
                      <a:pt x="14712" y="18052"/>
                    </a:cubicBezTo>
                    <a:cubicBezTo>
                      <a:pt x="14529" y="18062"/>
                      <a:pt x="14346" y="18064"/>
                      <a:pt x="14164" y="18064"/>
                    </a:cubicBezTo>
                    <a:cubicBezTo>
                      <a:pt x="14043" y="18064"/>
                      <a:pt x="13923" y="18063"/>
                      <a:pt x="13803" y="18063"/>
                    </a:cubicBezTo>
                    <a:lnTo>
                      <a:pt x="4720" y="18063"/>
                    </a:lnTo>
                    <a:cubicBezTo>
                      <a:pt x="4700" y="18046"/>
                      <a:pt x="4676" y="18034"/>
                      <a:pt x="4647" y="18034"/>
                    </a:cubicBezTo>
                    <a:cubicBezTo>
                      <a:pt x="4642" y="18034"/>
                      <a:pt x="4637" y="18034"/>
                      <a:pt x="4632" y="18035"/>
                    </a:cubicBezTo>
                    <a:cubicBezTo>
                      <a:pt x="4493" y="18051"/>
                      <a:pt x="4355" y="18060"/>
                      <a:pt x="4217" y="18060"/>
                    </a:cubicBezTo>
                    <a:cubicBezTo>
                      <a:pt x="3639" y="18060"/>
                      <a:pt x="3069" y="17917"/>
                      <a:pt x="2553" y="17634"/>
                    </a:cubicBezTo>
                    <a:cubicBezTo>
                      <a:pt x="1960" y="17301"/>
                      <a:pt x="1469" y="16810"/>
                      <a:pt x="1119" y="16228"/>
                    </a:cubicBezTo>
                    <a:cubicBezTo>
                      <a:pt x="334" y="14918"/>
                      <a:pt x="278" y="13212"/>
                      <a:pt x="983" y="11857"/>
                    </a:cubicBezTo>
                    <a:cubicBezTo>
                      <a:pt x="1317" y="11208"/>
                      <a:pt x="1825" y="10643"/>
                      <a:pt x="2452" y="10264"/>
                    </a:cubicBezTo>
                    <a:cubicBezTo>
                      <a:pt x="2632" y="10157"/>
                      <a:pt x="2808" y="10061"/>
                      <a:pt x="2977" y="9937"/>
                    </a:cubicBezTo>
                    <a:cubicBezTo>
                      <a:pt x="3649" y="9440"/>
                      <a:pt x="4208" y="8807"/>
                      <a:pt x="4694" y="8135"/>
                    </a:cubicBezTo>
                    <a:cubicBezTo>
                      <a:pt x="5095" y="7576"/>
                      <a:pt x="5445" y="6989"/>
                      <a:pt x="5755" y="6379"/>
                    </a:cubicBezTo>
                    <a:cubicBezTo>
                      <a:pt x="5942" y="6012"/>
                      <a:pt x="6117" y="5639"/>
                      <a:pt x="6275" y="5261"/>
                    </a:cubicBezTo>
                    <a:cubicBezTo>
                      <a:pt x="6456" y="4826"/>
                      <a:pt x="6653" y="4386"/>
                      <a:pt x="6772" y="3934"/>
                    </a:cubicBezTo>
                    <a:cubicBezTo>
                      <a:pt x="6829" y="3715"/>
                      <a:pt x="6911" y="3510"/>
                      <a:pt x="6981" y="3302"/>
                    </a:cubicBezTo>
                    <a:lnTo>
                      <a:pt x="6981" y="3302"/>
                    </a:lnTo>
                    <a:cubicBezTo>
                      <a:pt x="6983" y="3298"/>
                      <a:pt x="6985" y="3294"/>
                      <a:pt x="6987" y="3290"/>
                    </a:cubicBezTo>
                    <a:cubicBezTo>
                      <a:pt x="7308" y="2545"/>
                      <a:pt x="7783" y="1867"/>
                      <a:pt x="8376" y="1319"/>
                    </a:cubicBezTo>
                    <a:cubicBezTo>
                      <a:pt x="8952" y="799"/>
                      <a:pt x="9669" y="382"/>
                      <a:pt x="10454" y="303"/>
                    </a:cubicBezTo>
                    <a:cubicBezTo>
                      <a:pt x="10578" y="287"/>
                      <a:pt x="10703" y="285"/>
                      <a:pt x="10827" y="285"/>
                    </a:cubicBezTo>
                    <a:close/>
                    <a:moveTo>
                      <a:pt x="19155" y="1"/>
                    </a:moveTo>
                    <a:cubicBezTo>
                      <a:pt x="19074" y="1"/>
                      <a:pt x="18993" y="3"/>
                      <a:pt x="18914" y="3"/>
                    </a:cubicBezTo>
                    <a:lnTo>
                      <a:pt x="10742" y="3"/>
                    </a:lnTo>
                    <a:cubicBezTo>
                      <a:pt x="9127" y="9"/>
                      <a:pt x="7760" y="1263"/>
                      <a:pt x="7009" y="2601"/>
                    </a:cubicBezTo>
                    <a:cubicBezTo>
                      <a:pt x="6916" y="2776"/>
                      <a:pt x="6829" y="2951"/>
                      <a:pt x="6751" y="3131"/>
                    </a:cubicBezTo>
                    <a:lnTo>
                      <a:pt x="6751" y="3131"/>
                    </a:lnTo>
                    <a:cubicBezTo>
                      <a:pt x="6741" y="3144"/>
                      <a:pt x="6733" y="3159"/>
                      <a:pt x="6727" y="3177"/>
                    </a:cubicBezTo>
                    <a:cubicBezTo>
                      <a:pt x="6653" y="3409"/>
                      <a:pt x="6557" y="3640"/>
                      <a:pt x="6495" y="3877"/>
                    </a:cubicBezTo>
                    <a:cubicBezTo>
                      <a:pt x="6428" y="4114"/>
                      <a:pt x="6332" y="4346"/>
                      <a:pt x="6247" y="4578"/>
                    </a:cubicBezTo>
                    <a:cubicBezTo>
                      <a:pt x="6083" y="4995"/>
                      <a:pt x="5908" y="5408"/>
                      <a:pt x="5722" y="5814"/>
                    </a:cubicBezTo>
                    <a:cubicBezTo>
                      <a:pt x="5405" y="6475"/>
                      <a:pt x="5050" y="7119"/>
                      <a:pt x="4637" y="7723"/>
                    </a:cubicBezTo>
                    <a:cubicBezTo>
                      <a:pt x="4338" y="8164"/>
                      <a:pt x="4010" y="8582"/>
                      <a:pt x="3643" y="8966"/>
                    </a:cubicBezTo>
                    <a:cubicBezTo>
                      <a:pt x="3508" y="9107"/>
                      <a:pt x="3367" y="9248"/>
                      <a:pt x="3220" y="9378"/>
                    </a:cubicBezTo>
                    <a:cubicBezTo>
                      <a:pt x="3158" y="9434"/>
                      <a:pt x="3096" y="9485"/>
                      <a:pt x="3028" y="9542"/>
                    </a:cubicBezTo>
                    <a:cubicBezTo>
                      <a:pt x="3000" y="9564"/>
                      <a:pt x="2971" y="9587"/>
                      <a:pt x="2943" y="9609"/>
                    </a:cubicBezTo>
                    <a:cubicBezTo>
                      <a:pt x="2904" y="9643"/>
                      <a:pt x="2921" y="9626"/>
                      <a:pt x="2881" y="9660"/>
                    </a:cubicBezTo>
                    <a:cubicBezTo>
                      <a:pt x="2728" y="9773"/>
                      <a:pt x="2576" y="9875"/>
                      <a:pt x="2412" y="9965"/>
                    </a:cubicBezTo>
                    <a:cubicBezTo>
                      <a:pt x="1752" y="10327"/>
                      <a:pt x="1209" y="10886"/>
                      <a:pt x="837" y="11535"/>
                    </a:cubicBezTo>
                    <a:cubicBezTo>
                      <a:pt x="46" y="12896"/>
                      <a:pt x="1" y="14635"/>
                      <a:pt x="701" y="16047"/>
                    </a:cubicBezTo>
                    <a:cubicBezTo>
                      <a:pt x="1322" y="17312"/>
                      <a:pt x="2553" y="18250"/>
                      <a:pt x="3982" y="18340"/>
                    </a:cubicBezTo>
                    <a:cubicBezTo>
                      <a:pt x="4041" y="18343"/>
                      <a:pt x="4100" y="18345"/>
                      <a:pt x="4158" y="18345"/>
                    </a:cubicBezTo>
                    <a:cubicBezTo>
                      <a:pt x="4295" y="18345"/>
                      <a:pt x="4429" y="18337"/>
                      <a:pt x="4564" y="18324"/>
                    </a:cubicBezTo>
                    <a:lnTo>
                      <a:pt x="4564" y="18324"/>
                    </a:lnTo>
                    <a:cubicBezTo>
                      <a:pt x="4584" y="18338"/>
                      <a:pt x="4608" y="18346"/>
                      <a:pt x="4637" y="18346"/>
                    </a:cubicBezTo>
                    <a:lnTo>
                      <a:pt x="13137" y="18346"/>
                    </a:lnTo>
                    <a:cubicBezTo>
                      <a:pt x="13428" y="18346"/>
                      <a:pt x="13723" y="18352"/>
                      <a:pt x="14018" y="18352"/>
                    </a:cubicBezTo>
                    <a:cubicBezTo>
                      <a:pt x="14609" y="18352"/>
                      <a:pt x="15200" y="18327"/>
                      <a:pt x="15768" y="18176"/>
                    </a:cubicBezTo>
                    <a:cubicBezTo>
                      <a:pt x="16717" y="17917"/>
                      <a:pt x="17530" y="17312"/>
                      <a:pt x="17993" y="16437"/>
                    </a:cubicBezTo>
                    <a:cubicBezTo>
                      <a:pt x="18140" y="16160"/>
                      <a:pt x="18247" y="15867"/>
                      <a:pt x="18321" y="15562"/>
                    </a:cubicBezTo>
                    <a:cubicBezTo>
                      <a:pt x="18343" y="15477"/>
                      <a:pt x="18360" y="15392"/>
                      <a:pt x="18372" y="15302"/>
                    </a:cubicBezTo>
                    <a:cubicBezTo>
                      <a:pt x="18383" y="15228"/>
                      <a:pt x="18394" y="15183"/>
                      <a:pt x="18411" y="15132"/>
                    </a:cubicBezTo>
                    <a:cubicBezTo>
                      <a:pt x="18778" y="13867"/>
                      <a:pt x="18259" y="12569"/>
                      <a:pt x="17525" y="11546"/>
                    </a:cubicBezTo>
                    <a:cubicBezTo>
                      <a:pt x="17056" y="10880"/>
                      <a:pt x="16491" y="10287"/>
                      <a:pt x="15864" y="9767"/>
                    </a:cubicBezTo>
                    <a:cubicBezTo>
                      <a:pt x="15604" y="9553"/>
                      <a:pt x="15395" y="9254"/>
                      <a:pt x="15294" y="8932"/>
                    </a:cubicBezTo>
                    <a:cubicBezTo>
                      <a:pt x="15113" y="8378"/>
                      <a:pt x="15232" y="7605"/>
                      <a:pt x="15813" y="7339"/>
                    </a:cubicBezTo>
                    <a:cubicBezTo>
                      <a:pt x="15887" y="7305"/>
                      <a:pt x="15966" y="7283"/>
                      <a:pt x="16045" y="7266"/>
                    </a:cubicBezTo>
                    <a:cubicBezTo>
                      <a:pt x="16062" y="7260"/>
                      <a:pt x="16084" y="7260"/>
                      <a:pt x="16101" y="7254"/>
                    </a:cubicBezTo>
                    <a:cubicBezTo>
                      <a:pt x="16109" y="7253"/>
                      <a:pt x="16112" y="7253"/>
                      <a:pt x="16113" y="7253"/>
                    </a:cubicBezTo>
                    <a:cubicBezTo>
                      <a:pt x="16116" y="7253"/>
                      <a:pt x="16103" y="7256"/>
                      <a:pt x="16107" y="7256"/>
                    </a:cubicBezTo>
                    <a:cubicBezTo>
                      <a:pt x="16108" y="7256"/>
                      <a:pt x="16111" y="7256"/>
                      <a:pt x="16118" y="7254"/>
                    </a:cubicBezTo>
                    <a:cubicBezTo>
                      <a:pt x="16158" y="7249"/>
                      <a:pt x="16192" y="7249"/>
                      <a:pt x="16231" y="7249"/>
                    </a:cubicBezTo>
                    <a:cubicBezTo>
                      <a:pt x="16232" y="7249"/>
                      <a:pt x="16232" y="7249"/>
                      <a:pt x="16233" y="7249"/>
                    </a:cubicBezTo>
                    <a:lnTo>
                      <a:pt x="16233" y="7249"/>
                    </a:lnTo>
                    <a:cubicBezTo>
                      <a:pt x="17514" y="7192"/>
                      <a:pt x="18824" y="6819"/>
                      <a:pt x="19733" y="5859"/>
                    </a:cubicBezTo>
                    <a:cubicBezTo>
                      <a:pt x="20213" y="5357"/>
                      <a:pt x="20580" y="4736"/>
                      <a:pt x="20760" y="4058"/>
                    </a:cubicBezTo>
                    <a:cubicBezTo>
                      <a:pt x="20907" y="3499"/>
                      <a:pt x="20919" y="2917"/>
                      <a:pt x="20828" y="2347"/>
                    </a:cubicBezTo>
                    <a:cubicBezTo>
                      <a:pt x="20767" y="1986"/>
                      <a:pt x="20663" y="1635"/>
                      <a:pt x="20529" y="1298"/>
                    </a:cubicBezTo>
                    <a:lnTo>
                      <a:pt x="20529" y="1298"/>
                    </a:lnTo>
                    <a:cubicBezTo>
                      <a:pt x="21237" y="1835"/>
                      <a:pt x="21783" y="2567"/>
                      <a:pt x="22093" y="3409"/>
                    </a:cubicBezTo>
                    <a:cubicBezTo>
                      <a:pt x="22274" y="3900"/>
                      <a:pt x="22364" y="4431"/>
                      <a:pt x="22364" y="4956"/>
                    </a:cubicBezTo>
                    <a:cubicBezTo>
                      <a:pt x="22364" y="5159"/>
                      <a:pt x="22364" y="5363"/>
                      <a:pt x="22364" y="5560"/>
                    </a:cubicBezTo>
                    <a:lnTo>
                      <a:pt x="22364" y="6260"/>
                    </a:lnTo>
                    <a:cubicBezTo>
                      <a:pt x="22364" y="6342"/>
                      <a:pt x="22445" y="6402"/>
                      <a:pt x="22521" y="6402"/>
                    </a:cubicBezTo>
                    <a:cubicBezTo>
                      <a:pt x="22565" y="6402"/>
                      <a:pt x="22607" y="6382"/>
                      <a:pt x="22630" y="6334"/>
                    </a:cubicBezTo>
                    <a:cubicBezTo>
                      <a:pt x="23031" y="5425"/>
                      <a:pt x="23358" y="4442"/>
                      <a:pt x="23341" y="3442"/>
                    </a:cubicBezTo>
                    <a:cubicBezTo>
                      <a:pt x="23324" y="2782"/>
                      <a:pt x="23144" y="2121"/>
                      <a:pt x="22743" y="1584"/>
                    </a:cubicBezTo>
                    <a:cubicBezTo>
                      <a:pt x="22404" y="1138"/>
                      <a:pt x="21952" y="794"/>
                      <a:pt x="21449" y="545"/>
                    </a:cubicBezTo>
                    <a:cubicBezTo>
                      <a:pt x="21020" y="342"/>
                      <a:pt x="20563" y="195"/>
                      <a:pt x="20094" y="105"/>
                    </a:cubicBezTo>
                    <a:cubicBezTo>
                      <a:pt x="19840" y="54"/>
                      <a:pt x="19563" y="9"/>
                      <a:pt x="19298" y="3"/>
                    </a:cubicBezTo>
                    <a:lnTo>
                      <a:pt x="19275" y="3"/>
                    </a:lnTo>
                    <a:cubicBezTo>
                      <a:pt x="19236" y="1"/>
                      <a:pt x="19196" y="1"/>
                      <a:pt x="19155"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3" name="Google Shape;873;p35"/>
              <p:cNvSpPr/>
              <p:nvPr/>
            </p:nvSpPr>
            <p:spPr>
              <a:xfrm>
                <a:off x="4769675" y="3210750"/>
                <a:ext cx="8075" cy="10675"/>
              </a:xfrm>
              <a:custGeom>
                <a:avLst/>
                <a:gdLst/>
                <a:ahLst/>
                <a:cxnLst/>
                <a:rect l="l" t="t" r="r" b="b"/>
                <a:pathLst>
                  <a:path w="323" h="427" extrusionOk="0">
                    <a:moveTo>
                      <a:pt x="136" y="1"/>
                    </a:moveTo>
                    <a:cubicBezTo>
                      <a:pt x="126" y="1"/>
                      <a:pt x="117" y="2"/>
                      <a:pt x="108" y="5"/>
                    </a:cubicBezTo>
                    <a:cubicBezTo>
                      <a:pt x="97" y="10"/>
                      <a:pt x="86" y="16"/>
                      <a:pt x="74" y="22"/>
                    </a:cubicBezTo>
                    <a:cubicBezTo>
                      <a:pt x="52" y="33"/>
                      <a:pt x="35" y="50"/>
                      <a:pt x="23" y="73"/>
                    </a:cubicBezTo>
                    <a:lnTo>
                      <a:pt x="6" y="106"/>
                    </a:lnTo>
                    <a:cubicBezTo>
                      <a:pt x="1" y="129"/>
                      <a:pt x="1" y="157"/>
                      <a:pt x="6" y="180"/>
                    </a:cubicBezTo>
                    <a:cubicBezTo>
                      <a:pt x="23" y="231"/>
                      <a:pt x="35" y="276"/>
                      <a:pt x="40" y="321"/>
                    </a:cubicBezTo>
                    <a:cubicBezTo>
                      <a:pt x="46" y="344"/>
                      <a:pt x="57" y="361"/>
                      <a:pt x="69" y="372"/>
                    </a:cubicBezTo>
                    <a:cubicBezTo>
                      <a:pt x="80" y="389"/>
                      <a:pt x="91" y="400"/>
                      <a:pt x="108" y="406"/>
                    </a:cubicBezTo>
                    <a:cubicBezTo>
                      <a:pt x="125" y="417"/>
                      <a:pt x="142" y="423"/>
                      <a:pt x="159" y="423"/>
                    </a:cubicBezTo>
                    <a:cubicBezTo>
                      <a:pt x="170" y="425"/>
                      <a:pt x="180" y="427"/>
                      <a:pt x="189" y="427"/>
                    </a:cubicBezTo>
                    <a:cubicBezTo>
                      <a:pt x="198" y="427"/>
                      <a:pt x="207" y="425"/>
                      <a:pt x="215" y="423"/>
                    </a:cubicBezTo>
                    <a:cubicBezTo>
                      <a:pt x="227" y="417"/>
                      <a:pt x="238" y="411"/>
                      <a:pt x="249" y="406"/>
                    </a:cubicBezTo>
                    <a:cubicBezTo>
                      <a:pt x="272" y="394"/>
                      <a:pt x="289" y="377"/>
                      <a:pt x="300" y="355"/>
                    </a:cubicBezTo>
                    <a:lnTo>
                      <a:pt x="317" y="321"/>
                    </a:lnTo>
                    <a:cubicBezTo>
                      <a:pt x="323" y="298"/>
                      <a:pt x="323" y="276"/>
                      <a:pt x="317" y="248"/>
                    </a:cubicBezTo>
                    <a:cubicBezTo>
                      <a:pt x="306" y="202"/>
                      <a:pt x="294" y="152"/>
                      <a:pt x="283" y="106"/>
                    </a:cubicBezTo>
                    <a:cubicBezTo>
                      <a:pt x="278" y="89"/>
                      <a:pt x="266" y="73"/>
                      <a:pt x="255" y="56"/>
                    </a:cubicBezTo>
                    <a:cubicBezTo>
                      <a:pt x="244" y="44"/>
                      <a:pt x="232" y="33"/>
                      <a:pt x="215" y="22"/>
                    </a:cubicBezTo>
                    <a:cubicBezTo>
                      <a:pt x="198" y="10"/>
                      <a:pt x="182" y="5"/>
                      <a:pt x="165" y="5"/>
                    </a:cubicBezTo>
                    <a:cubicBezTo>
                      <a:pt x="156" y="2"/>
                      <a:pt x="146" y="1"/>
                      <a:pt x="136"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4" name="Google Shape;874;p35"/>
              <p:cNvSpPr/>
              <p:nvPr/>
            </p:nvSpPr>
            <p:spPr>
              <a:xfrm>
                <a:off x="4772800" y="3228450"/>
                <a:ext cx="7500" cy="9950"/>
              </a:xfrm>
              <a:custGeom>
                <a:avLst/>
                <a:gdLst/>
                <a:ahLst/>
                <a:cxnLst/>
                <a:rect l="l" t="t" r="r" b="b"/>
                <a:pathLst>
                  <a:path w="300" h="398" extrusionOk="0">
                    <a:moveTo>
                      <a:pt x="158" y="0"/>
                    </a:moveTo>
                    <a:cubicBezTo>
                      <a:pt x="153" y="0"/>
                      <a:pt x="147" y="1"/>
                      <a:pt x="141" y="3"/>
                    </a:cubicBezTo>
                    <a:lnTo>
                      <a:pt x="107" y="3"/>
                    </a:lnTo>
                    <a:cubicBezTo>
                      <a:pt x="85" y="14"/>
                      <a:pt x="62" y="25"/>
                      <a:pt x="45" y="42"/>
                    </a:cubicBezTo>
                    <a:cubicBezTo>
                      <a:pt x="34" y="53"/>
                      <a:pt x="28" y="59"/>
                      <a:pt x="23" y="70"/>
                    </a:cubicBezTo>
                    <a:cubicBezTo>
                      <a:pt x="11" y="93"/>
                      <a:pt x="0" y="116"/>
                      <a:pt x="0" y="144"/>
                    </a:cubicBezTo>
                    <a:cubicBezTo>
                      <a:pt x="6" y="178"/>
                      <a:pt x="11" y="217"/>
                      <a:pt x="17" y="257"/>
                    </a:cubicBezTo>
                    <a:cubicBezTo>
                      <a:pt x="11" y="274"/>
                      <a:pt x="17" y="296"/>
                      <a:pt x="28" y="313"/>
                    </a:cubicBezTo>
                    <a:cubicBezTo>
                      <a:pt x="34" y="330"/>
                      <a:pt x="40" y="342"/>
                      <a:pt x="57" y="358"/>
                    </a:cubicBezTo>
                    <a:cubicBezTo>
                      <a:pt x="68" y="370"/>
                      <a:pt x="85" y="381"/>
                      <a:pt x="102" y="387"/>
                    </a:cubicBezTo>
                    <a:cubicBezTo>
                      <a:pt x="119" y="392"/>
                      <a:pt x="136" y="398"/>
                      <a:pt x="158" y="398"/>
                    </a:cubicBezTo>
                    <a:lnTo>
                      <a:pt x="192" y="392"/>
                    </a:lnTo>
                    <a:cubicBezTo>
                      <a:pt x="215" y="387"/>
                      <a:pt x="237" y="375"/>
                      <a:pt x="254" y="358"/>
                    </a:cubicBezTo>
                    <a:cubicBezTo>
                      <a:pt x="266" y="347"/>
                      <a:pt x="271" y="336"/>
                      <a:pt x="277" y="330"/>
                    </a:cubicBezTo>
                    <a:cubicBezTo>
                      <a:pt x="288" y="308"/>
                      <a:pt x="299" y="285"/>
                      <a:pt x="299" y="257"/>
                    </a:cubicBezTo>
                    <a:cubicBezTo>
                      <a:pt x="294" y="217"/>
                      <a:pt x="288" y="178"/>
                      <a:pt x="282" y="144"/>
                    </a:cubicBezTo>
                    <a:cubicBezTo>
                      <a:pt x="288" y="121"/>
                      <a:pt x="282" y="104"/>
                      <a:pt x="271" y="87"/>
                    </a:cubicBezTo>
                    <a:cubicBezTo>
                      <a:pt x="266" y="70"/>
                      <a:pt x="260" y="53"/>
                      <a:pt x="243" y="42"/>
                    </a:cubicBezTo>
                    <a:cubicBezTo>
                      <a:pt x="232" y="25"/>
                      <a:pt x="215" y="20"/>
                      <a:pt x="198" y="14"/>
                    </a:cubicBezTo>
                    <a:cubicBezTo>
                      <a:pt x="185" y="6"/>
                      <a:pt x="173" y="0"/>
                      <a:pt x="158"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5" name="Google Shape;875;p35"/>
              <p:cNvSpPr/>
              <p:nvPr/>
            </p:nvSpPr>
            <p:spPr>
              <a:xfrm>
                <a:off x="4771525" y="3219375"/>
                <a:ext cx="7775" cy="10425"/>
              </a:xfrm>
              <a:custGeom>
                <a:avLst/>
                <a:gdLst/>
                <a:ahLst/>
                <a:cxnLst/>
                <a:rect l="l" t="t" r="r" b="b"/>
                <a:pathLst>
                  <a:path w="311" h="417" extrusionOk="0">
                    <a:moveTo>
                      <a:pt x="136" y="0"/>
                    </a:moveTo>
                    <a:cubicBezTo>
                      <a:pt x="126" y="0"/>
                      <a:pt x="116" y="1"/>
                      <a:pt x="108" y="4"/>
                    </a:cubicBezTo>
                    <a:cubicBezTo>
                      <a:pt x="96" y="10"/>
                      <a:pt x="85" y="16"/>
                      <a:pt x="74" y="21"/>
                    </a:cubicBezTo>
                    <a:cubicBezTo>
                      <a:pt x="51" y="32"/>
                      <a:pt x="34" y="49"/>
                      <a:pt x="23" y="72"/>
                    </a:cubicBezTo>
                    <a:lnTo>
                      <a:pt x="12" y="106"/>
                    </a:lnTo>
                    <a:cubicBezTo>
                      <a:pt x="0" y="128"/>
                      <a:pt x="0" y="151"/>
                      <a:pt x="12" y="179"/>
                    </a:cubicBezTo>
                    <a:cubicBezTo>
                      <a:pt x="17" y="224"/>
                      <a:pt x="23" y="270"/>
                      <a:pt x="34" y="315"/>
                    </a:cubicBezTo>
                    <a:cubicBezTo>
                      <a:pt x="34" y="332"/>
                      <a:pt x="45" y="349"/>
                      <a:pt x="57" y="360"/>
                    </a:cubicBezTo>
                    <a:cubicBezTo>
                      <a:pt x="68" y="377"/>
                      <a:pt x="79" y="388"/>
                      <a:pt x="96" y="400"/>
                    </a:cubicBezTo>
                    <a:cubicBezTo>
                      <a:pt x="113" y="411"/>
                      <a:pt x="130" y="416"/>
                      <a:pt x="147" y="416"/>
                    </a:cubicBezTo>
                    <a:cubicBezTo>
                      <a:pt x="170" y="416"/>
                      <a:pt x="187" y="416"/>
                      <a:pt x="204" y="411"/>
                    </a:cubicBezTo>
                    <a:cubicBezTo>
                      <a:pt x="215" y="405"/>
                      <a:pt x="226" y="405"/>
                      <a:pt x="237" y="400"/>
                    </a:cubicBezTo>
                    <a:cubicBezTo>
                      <a:pt x="260" y="388"/>
                      <a:pt x="277" y="371"/>
                      <a:pt x="288" y="349"/>
                    </a:cubicBezTo>
                    <a:lnTo>
                      <a:pt x="305" y="315"/>
                    </a:lnTo>
                    <a:cubicBezTo>
                      <a:pt x="311" y="287"/>
                      <a:pt x="311" y="264"/>
                      <a:pt x="305" y="236"/>
                    </a:cubicBezTo>
                    <a:cubicBezTo>
                      <a:pt x="300" y="191"/>
                      <a:pt x="288" y="145"/>
                      <a:pt x="283" y="106"/>
                    </a:cubicBezTo>
                    <a:cubicBezTo>
                      <a:pt x="277" y="83"/>
                      <a:pt x="266" y="66"/>
                      <a:pt x="254" y="55"/>
                    </a:cubicBezTo>
                    <a:cubicBezTo>
                      <a:pt x="243" y="38"/>
                      <a:pt x="232" y="27"/>
                      <a:pt x="215" y="21"/>
                    </a:cubicBezTo>
                    <a:cubicBezTo>
                      <a:pt x="198" y="10"/>
                      <a:pt x="181" y="4"/>
                      <a:pt x="164" y="4"/>
                    </a:cubicBezTo>
                    <a:cubicBezTo>
                      <a:pt x="156" y="1"/>
                      <a:pt x="146" y="0"/>
                      <a:pt x="136"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6" name="Google Shape;876;p35"/>
              <p:cNvSpPr/>
              <p:nvPr/>
            </p:nvSpPr>
            <p:spPr>
              <a:xfrm>
                <a:off x="4754425" y="3175975"/>
                <a:ext cx="10200" cy="11850"/>
              </a:xfrm>
              <a:custGeom>
                <a:avLst/>
                <a:gdLst/>
                <a:ahLst/>
                <a:cxnLst/>
                <a:rect l="l" t="t" r="r" b="b"/>
                <a:pathLst>
                  <a:path w="408" h="474" extrusionOk="0">
                    <a:moveTo>
                      <a:pt x="125" y="1"/>
                    </a:moveTo>
                    <a:cubicBezTo>
                      <a:pt x="108" y="7"/>
                      <a:pt x="86" y="12"/>
                      <a:pt x="74" y="18"/>
                    </a:cubicBezTo>
                    <a:cubicBezTo>
                      <a:pt x="40" y="40"/>
                      <a:pt x="18" y="69"/>
                      <a:pt x="7" y="103"/>
                    </a:cubicBezTo>
                    <a:cubicBezTo>
                      <a:pt x="1" y="142"/>
                      <a:pt x="1" y="182"/>
                      <a:pt x="24" y="215"/>
                    </a:cubicBezTo>
                    <a:cubicBezTo>
                      <a:pt x="63" y="278"/>
                      <a:pt x="103" y="340"/>
                      <a:pt x="142" y="402"/>
                    </a:cubicBezTo>
                    <a:cubicBezTo>
                      <a:pt x="159" y="436"/>
                      <a:pt x="187" y="458"/>
                      <a:pt x="227" y="470"/>
                    </a:cubicBezTo>
                    <a:cubicBezTo>
                      <a:pt x="235" y="472"/>
                      <a:pt x="244" y="474"/>
                      <a:pt x="252" y="474"/>
                    </a:cubicBezTo>
                    <a:cubicBezTo>
                      <a:pt x="261" y="474"/>
                      <a:pt x="269" y="472"/>
                      <a:pt x="278" y="470"/>
                    </a:cubicBezTo>
                    <a:cubicBezTo>
                      <a:pt x="300" y="470"/>
                      <a:pt x="317" y="464"/>
                      <a:pt x="334" y="453"/>
                    </a:cubicBezTo>
                    <a:cubicBezTo>
                      <a:pt x="362" y="436"/>
                      <a:pt x="391" y="407"/>
                      <a:pt x="396" y="368"/>
                    </a:cubicBezTo>
                    <a:cubicBezTo>
                      <a:pt x="408" y="334"/>
                      <a:pt x="402" y="295"/>
                      <a:pt x="385" y="261"/>
                    </a:cubicBezTo>
                    <a:cubicBezTo>
                      <a:pt x="345" y="199"/>
                      <a:pt x="306" y="131"/>
                      <a:pt x="266" y="69"/>
                    </a:cubicBezTo>
                    <a:cubicBezTo>
                      <a:pt x="244" y="40"/>
                      <a:pt x="216" y="18"/>
                      <a:pt x="182" y="7"/>
                    </a:cubicBezTo>
                    <a:cubicBezTo>
                      <a:pt x="159" y="1"/>
                      <a:pt x="142" y="1"/>
                      <a:pt x="125"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7" name="Google Shape;877;p35"/>
              <p:cNvSpPr/>
              <p:nvPr/>
            </p:nvSpPr>
            <p:spPr>
              <a:xfrm>
                <a:off x="4758100" y="3182850"/>
                <a:ext cx="11900" cy="15625"/>
              </a:xfrm>
              <a:custGeom>
                <a:avLst/>
                <a:gdLst/>
                <a:ahLst/>
                <a:cxnLst/>
                <a:rect l="l" t="t" r="r" b="b"/>
                <a:pathLst>
                  <a:path w="476" h="625" extrusionOk="0">
                    <a:moveTo>
                      <a:pt x="161" y="0"/>
                    </a:moveTo>
                    <a:cubicBezTo>
                      <a:pt x="136" y="0"/>
                      <a:pt x="112" y="6"/>
                      <a:pt x="91" y="20"/>
                    </a:cubicBezTo>
                    <a:cubicBezTo>
                      <a:pt x="23" y="59"/>
                      <a:pt x="1" y="144"/>
                      <a:pt x="40" y="212"/>
                    </a:cubicBezTo>
                    <a:cubicBezTo>
                      <a:pt x="102" y="324"/>
                      <a:pt x="159" y="437"/>
                      <a:pt x="210" y="556"/>
                    </a:cubicBezTo>
                    <a:cubicBezTo>
                      <a:pt x="227" y="584"/>
                      <a:pt x="266" y="612"/>
                      <a:pt x="294" y="618"/>
                    </a:cubicBezTo>
                    <a:cubicBezTo>
                      <a:pt x="306" y="622"/>
                      <a:pt x="320" y="624"/>
                      <a:pt x="334" y="624"/>
                    </a:cubicBezTo>
                    <a:cubicBezTo>
                      <a:pt x="359" y="624"/>
                      <a:pt x="385" y="618"/>
                      <a:pt x="407" y="607"/>
                    </a:cubicBezTo>
                    <a:cubicBezTo>
                      <a:pt x="436" y="584"/>
                      <a:pt x="464" y="556"/>
                      <a:pt x="469" y="522"/>
                    </a:cubicBezTo>
                    <a:lnTo>
                      <a:pt x="475" y="483"/>
                    </a:lnTo>
                    <a:cubicBezTo>
                      <a:pt x="475" y="460"/>
                      <a:pt x="469" y="437"/>
                      <a:pt x="458" y="415"/>
                    </a:cubicBezTo>
                    <a:cubicBezTo>
                      <a:pt x="402" y="296"/>
                      <a:pt x="345" y="183"/>
                      <a:pt x="283" y="70"/>
                    </a:cubicBezTo>
                    <a:cubicBezTo>
                      <a:pt x="261" y="25"/>
                      <a:pt x="210" y="0"/>
                      <a:pt x="161"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8" name="Google Shape;878;p35"/>
              <p:cNvSpPr/>
              <p:nvPr/>
            </p:nvSpPr>
            <p:spPr>
              <a:xfrm>
                <a:off x="4749775" y="3169350"/>
                <a:ext cx="10625" cy="11750"/>
              </a:xfrm>
              <a:custGeom>
                <a:avLst/>
                <a:gdLst/>
                <a:ahLst/>
                <a:cxnLst/>
                <a:rect l="l" t="t" r="r" b="b"/>
                <a:pathLst>
                  <a:path w="425" h="470" extrusionOk="0">
                    <a:moveTo>
                      <a:pt x="125" y="0"/>
                    </a:moveTo>
                    <a:cubicBezTo>
                      <a:pt x="108" y="0"/>
                      <a:pt x="91" y="6"/>
                      <a:pt x="74" y="17"/>
                    </a:cubicBezTo>
                    <a:cubicBezTo>
                      <a:pt x="40" y="40"/>
                      <a:pt x="18" y="68"/>
                      <a:pt x="6" y="102"/>
                    </a:cubicBezTo>
                    <a:cubicBezTo>
                      <a:pt x="6" y="113"/>
                      <a:pt x="6" y="130"/>
                      <a:pt x="1" y="142"/>
                    </a:cubicBezTo>
                    <a:cubicBezTo>
                      <a:pt x="1" y="164"/>
                      <a:pt x="6" y="192"/>
                      <a:pt x="23" y="209"/>
                    </a:cubicBezTo>
                    <a:cubicBezTo>
                      <a:pt x="68" y="272"/>
                      <a:pt x="114" y="334"/>
                      <a:pt x="159" y="401"/>
                    </a:cubicBezTo>
                    <a:cubicBezTo>
                      <a:pt x="164" y="418"/>
                      <a:pt x="176" y="430"/>
                      <a:pt x="193" y="441"/>
                    </a:cubicBezTo>
                    <a:cubicBezTo>
                      <a:pt x="204" y="452"/>
                      <a:pt x="221" y="458"/>
                      <a:pt x="238" y="464"/>
                    </a:cubicBezTo>
                    <a:cubicBezTo>
                      <a:pt x="260" y="469"/>
                      <a:pt x="277" y="469"/>
                      <a:pt x="294" y="469"/>
                    </a:cubicBezTo>
                    <a:cubicBezTo>
                      <a:pt x="317" y="464"/>
                      <a:pt x="334" y="464"/>
                      <a:pt x="351" y="452"/>
                    </a:cubicBezTo>
                    <a:cubicBezTo>
                      <a:pt x="379" y="430"/>
                      <a:pt x="407" y="401"/>
                      <a:pt x="413" y="368"/>
                    </a:cubicBezTo>
                    <a:cubicBezTo>
                      <a:pt x="424" y="328"/>
                      <a:pt x="418" y="288"/>
                      <a:pt x="402" y="255"/>
                    </a:cubicBezTo>
                    <a:cubicBezTo>
                      <a:pt x="356" y="192"/>
                      <a:pt x="311" y="130"/>
                      <a:pt x="266" y="68"/>
                    </a:cubicBezTo>
                    <a:cubicBezTo>
                      <a:pt x="255" y="51"/>
                      <a:pt x="243" y="40"/>
                      <a:pt x="226" y="29"/>
                    </a:cubicBezTo>
                    <a:cubicBezTo>
                      <a:pt x="215" y="17"/>
                      <a:pt x="198" y="12"/>
                      <a:pt x="181" y="6"/>
                    </a:cubicBezTo>
                    <a:cubicBezTo>
                      <a:pt x="164" y="0"/>
                      <a:pt x="142" y="0"/>
                      <a:pt x="125"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9" name="Google Shape;879;p35"/>
              <p:cNvSpPr/>
              <p:nvPr/>
            </p:nvSpPr>
            <p:spPr>
              <a:xfrm>
                <a:off x="4744700" y="3163000"/>
                <a:ext cx="11025" cy="11875"/>
              </a:xfrm>
              <a:custGeom>
                <a:avLst/>
                <a:gdLst/>
                <a:ahLst/>
                <a:cxnLst/>
                <a:rect l="l" t="t" r="r" b="b"/>
                <a:pathLst>
                  <a:path w="441" h="475" extrusionOk="0">
                    <a:moveTo>
                      <a:pt x="141" y="0"/>
                    </a:moveTo>
                    <a:cubicBezTo>
                      <a:pt x="124" y="0"/>
                      <a:pt x="108" y="6"/>
                      <a:pt x="91" y="12"/>
                    </a:cubicBezTo>
                    <a:cubicBezTo>
                      <a:pt x="68" y="17"/>
                      <a:pt x="57" y="29"/>
                      <a:pt x="45" y="40"/>
                    </a:cubicBezTo>
                    <a:cubicBezTo>
                      <a:pt x="17" y="68"/>
                      <a:pt x="0" y="102"/>
                      <a:pt x="0" y="141"/>
                    </a:cubicBezTo>
                    <a:cubicBezTo>
                      <a:pt x="0" y="153"/>
                      <a:pt x="6" y="164"/>
                      <a:pt x="6" y="181"/>
                    </a:cubicBezTo>
                    <a:cubicBezTo>
                      <a:pt x="12" y="204"/>
                      <a:pt x="23" y="226"/>
                      <a:pt x="45" y="243"/>
                    </a:cubicBezTo>
                    <a:cubicBezTo>
                      <a:pt x="96" y="305"/>
                      <a:pt x="147" y="367"/>
                      <a:pt x="198" y="430"/>
                    </a:cubicBezTo>
                    <a:cubicBezTo>
                      <a:pt x="209" y="446"/>
                      <a:pt x="226" y="458"/>
                      <a:pt x="243" y="463"/>
                    </a:cubicBezTo>
                    <a:cubicBezTo>
                      <a:pt x="260" y="469"/>
                      <a:pt x="277" y="475"/>
                      <a:pt x="300" y="475"/>
                    </a:cubicBezTo>
                    <a:cubicBezTo>
                      <a:pt x="317" y="475"/>
                      <a:pt x="333" y="469"/>
                      <a:pt x="350" y="463"/>
                    </a:cubicBezTo>
                    <a:cubicBezTo>
                      <a:pt x="373" y="458"/>
                      <a:pt x="384" y="446"/>
                      <a:pt x="401" y="430"/>
                    </a:cubicBezTo>
                    <a:cubicBezTo>
                      <a:pt x="424" y="407"/>
                      <a:pt x="441" y="367"/>
                      <a:pt x="441" y="333"/>
                    </a:cubicBezTo>
                    <a:cubicBezTo>
                      <a:pt x="441" y="322"/>
                      <a:pt x="435" y="305"/>
                      <a:pt x="435" y="294"/>
                    </a:cubicBezTo>
                    <a:cubicBezTo>
                      <a:pt x="429" y="271"/>
                      <a:pt x="418" y="249"/>
                      <a:pt x="401" y="232"/>
                    </a:cubicBezTo>
                    <a:cubicBezTo>
                      <a:pt x="350" y="170"/>
                      <a:pt x="294" y="102"/>
                      <a:pt x="243" y="40"/>
                    </a:cubicBezTo>
                    <a:cubicBezTo>
                      <a:pt x="232" y="29"/>
                      <a:pt x="215" y="17"/>
                      <a:pt x="198" y="12"/>
                    </a:cubicBezTo>
                    <a:cubicBezTo>
                      <a:pt x="181" y="6"/>
                      <a:pt x="164" y="0"/>
                      <a:pt x="141"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0" name="Google Shape;880;p35"/>
              <p:cNvSpPr/>
              <p:nvPr/>
            </p:nvSpPr>
            <p:spPr>
              <a:xfrm>
                <a:off x="4767150" y="3202550"/>
                <a:ext cx="8625" cy="10725"/>
              </a:xfrm>
              <a:custGeom>
                <a:avLst/>
                <a:gdLst/>
                <a:ahLst/>
                <a:cxnLst/>
                <a:rect l="l" t="t" r="r" b="b"/>
                <a:pathLst>
                  <a:path w="345" h="429" extrusionOk="0">
                    <a:moveTo>
                      <a:pt x="139" y="1"/>
                    </a:moveTo>
                    <a:cubicBezTo>
                      <a:pt x="130" y="1"/>
                      <a:pt x="122" y="2"/>
                      <a:pt x="113" y="5"/>
                    </a:cubicBezTo>
                    <a:cubicBezTo>
                      <a:pt x="102" y="11"/>
                      <a:pt x="91" y="16"/>
                      <a:pt x="79" y="22"/>
                    </a:cubicBezTo>
                    <a:cubicBezTo>
                      <a:pt x="57" y="33"/>
                      <a:pt x="40" y="50"/>
                      <a:pt x="28" y="73"/>
                    </a:cubicBezTo>
                    <a:cubicBezTo>
                      <a:pt x="11" y="107"/>
                      <a:pt x="0" y="146"/>
                      <a:pt x="11" y="180"/>
                    </a:cubicBezTo>
                    <a:cubicBezTo>
                      <a:pt x="28" y="231"/>
                      <a:pt x="45" y="276"/>
                      <a:pt x="57" y="327"/>
                    </a:cubicBezTo>
                    <a:cubicBezTo>
                      <a:pt x="62" y="344"/>
                      <a:pt x="74" y="361"/>
                      <a:pt x="85" y="372"/>
                    </a:cubicBezTo>
                    <a:cubicBezTo>
                      <a:pt x="96" y="389"/>
                      <a:pt x="107" y="401"/>
                      <a:pt x="124" y="412"/>
                    </a:cubicBezTo>
                    <a:cubicBezTo>
                      <a:pt x="141" y="423"/>
                      <a:pt x="158" y="429"/>
                      <a:pt x="175" y="429"/>
                    </a:cubicBezTo>
                    <a:cubicBezTo>
                      <a:pt x="192" y="429"/>
                      <a:pt x="215" y="429"/>
                      <a:pt x="232" y="423"/>
                    </a:cubicBezTo>
                    <a:cubicBezTo>
                      <a:pt x="243" y="417"/>
                      <a:pt x="254" y="417"/>
                      <a:pt x="266" y="412"/>
                    </a:cubicBezTo>
                    <a:cubicBezTo>
                      <a:pt x="288" y="401"/>
                      <a:pt x="305" y="384"/>
                      <a:pt x="316" y="361"/>
                    </a:cubicBezTo>
                    <a:cubicBezTo>
                      <a:pt x="333" y="327"/>
                      <a:pt x="345" y="288"/>
                      <a:pt x="333" y="248"/>
                    </a:cubicBezTo>
                    <a:cubicBezTo>
                      <a:pt x="316" y="203"/>
                      <a:pt x="299" y="152"/>
                      <a:pt x="288" y="107"/>
                    </a:cubicBezTo>
                    <a:cubicBezTo>
                      <a:pt x="283" y="84"/>
                      <a:pt x="271" y="73"/>
                      <a:pt x="260" y="56"/>
                    </a:cubicBezTo>
                    <a:cubicBezTo>
                      <a:pt x="249" y="39"/>
                      <a:pt x="237" y="28"/>
                      <a:pt x="220" y="22"/>
                    </a:cubicBezTo>
                    <a:cubicBezTo>
                      <a:pt x="203" y="11"/>
                      <a:pt x="187" y="5"/>
                      <a:pt x="170" y="5"/>
                    </a:cubicBezTo>
                    <a:cubicBezTo>
                      <a:pt x="158" y="2"/>
                      <a:pt x="148" y="1"/>
                      <a:pt x="139"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1" name="Google Shape;881;p35"/>
              <p:cNvSpPr/>
              <p:nvPr/>
            </p:nvSpPr>
            <p:spPr>
              <a:xfrm>
                <a:off x="4764325" y="3194650"/>
                <a:ext cx="8625" cy="10825"/>
              </a:xfrm>
              <a:custGeom>
                <a:avLst/>
                <a:gdLst/>
                <a:ahLst/>
                <a:cxnLst/>
                <a:rect l="l" t="t" r="r" b="b"/>
                <a:pathLst>
                  <a:path w="345" h="433" extrusionOk="0">
                    <a:moveTo>
                      <a:pt x="136" y="1"/>
                    </a:moveTo>
                    <a:cubicBezTo>
                      <a:pt x="126" y="1"/>
                      <a:pt x="116" y="2"/>
                      <a:pt x="108" y="5"/>
                    </a:cubicBezTo>
                    <a:cubicBezTo>
                      <a:pt x="96" y="11"/>
                      <a:pt x="85" y="16"/>
                      <a:pt x="74" y="22"/>
                    </a:cubicBezTo>
                    <a:cubicBezTo>
                      <a:pt x="51" y="33"/>
                      <a:pt x="34" y="50"/>
                      <a:pt x="23" y="73"/>
                    </a:cubicBezTo>
                    <a:lnTo>
                      <a:pt x="6" y="107"/>
                    </a:lnTo>
                    <a:cubicBezTo>
                      <a:pt x="0" y="129"/>
                      <a:pt x="0" y="157"/>
                      <a:pt x="6" y="180"/>
                    </a:cubicBezTo>
                    <a:cubicBezTo>
                      <a:pt x="28" y="231"/>
                      <a:pt x="45" y="276"/>
                      <a:pt x="62" y="327"/>
                    </a:cubicBezTo>
                    <a:cubicBezTo>
                      <a:pt x="68" y="344"/>
                      <a:pt x="79" y="361"/>
                      <a:pt x="91" y="378"/>
                    </a:cubicBezTo>
                    <a:cubicBezTo>
                      <a:pt x="102" y="389"/>
                      <a:pt x="113" y="406"/>
                      <a:pt x="130" y="412"/>
                    </a:cubicBezTo>
                    <a:cubicBezTo>
                      <a:pt x="147" y="423"/>
                      <a:pt x="164" y="429"/>
                      <a:pt x="181" y="429"/>
                    </a:cubicBezTo>
                    <a:cubicBezTo>
                      <a:pt x="192" y="431"/>
                      <a:pt x="202" y="433"/>
                      <a:pt x="211" y="433"/>
                    </a:cubicBezTo>
                    <a:cubicBezTo>
                      <a:pt x="220" y="433"/>
                      <a:pt x="229" y="431"/>
                      <a:pt x="237" y="429"/>
                    </a:cubicBezTo>
                    <a:cubicBezTo>
                      <a:pt x="249" y="423"/>
                      <a:pt x="260" y="417"/>
                      <a:pt x="271" y="412"/>
                    </a:cubicBezTo>
                    <a:cubicBezTo>
                      <a:pt x="294" y="400"/>
                      <a:pt x="311" y="383"/>
                      <a:pt x="322" y="361"/>
                    </a:cubicBezTo>
                    <a:lnTo>
                      <a:pt x="339" y="327"/>
                    </a:lnTo>
                    <a:cubicBezTo>
                      <a:pt x="345" y="304"/>
                      <a:pt x="345" y="276"/>
                      <a:pt x="339" y="253"/>
                    </a:cubicBezTo>
                    <a:cubicBezTo>
                      <a:pt x="316" y="203"/>
                      <a:pt x="300" y="152"/>
                      <a:pt x="283" y="107"/>
                    </a:cubicBezTo>
                    <a:cubicBezTo>
                      <a:pt x="277" y="84"/>
                      <a:pt x="266" y="73"/>
                      <a:pt x="254" y="56"/>
                    </a:cubicBezTo>
                    <a:cubicBezTo>
                      <a:pt x="243" y="44"/>
                      <a:pt x="232" y="28"/>
                      <a:pt x="215" y="22"/>
                    </a:cubicBezTo>
                    <a:cubicBezTo>
                      <a:pt x="198" y="11"/>
                      <a:pt x="181" y="5"/>
                      <a:pt x="164" y="5"/>
                    </a:cubicBezTo>
                    <a:cubicBezTo>
                      <a:pt x="156" y="2"/>
                      <a:pt x="146" y="1"/>
                      <a:pt x="136"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2" name="Google Shape;882;p35"/>
              <p:cNvSpPr/>
              <p:nvPr/>
            </p:nvSpPr>
            <p:spPr>
              <a:xfrm>
                <a:off x="4081975" y="3608550"/>
                <a:ext cx="999750" cy="705950"/>
              </a:xfrm>
              <a:custGeom>
                <a:avLst/>
                <a:gdLst/>
                <a:ahLst/>
                <a:cxnLst/>
                <a:rect l="l" t="t" r="r" b="b"/>
                <a:pathLst>
                  <a:path w="39990" h="28238" extrusionOk="0">
                    <a:moveTo>
                      <a:pt x="23780" y="300"/>
                    </a:moveTo>
                    <a:cubicBezTo>
                      <a:pt x="24485" y="893"/>
                      <a:pt x="25251" y="1417"/>
                      <a:pt x="26018" y="1910"/>
                    </a:cubicBezTo>
                    <a:cubicBezTo>
                      <a:pt x="26831" y="2430"/>
                      <a:pt x="27667" y="2915"/>
                      <a:pt x="28531" y="3344"/>
                    </a:cubicBezTo>
                    <a:cubicBezTo>
                      <a:pt x="29418" y="3785"/>
                      <a:pt x="30316" y="4186"/>
                      <a:pt x="31168" y="4694"/>
                    </a:cubicBezTo>
                    <a:cubicBezTo>
                      <a:pt x="33393" y="6021"/>
                      <a:pt x="35426" y="7840"/>
                      <a:pt x="36669" y="10138"/>
                    </a:cubicBezTo>
                    <a:cubicBezTo>
                      <a:pt x="36883" y="10527"/>
                      <a:pt x="37080" y="10916"/>
                      <a:pt x="37199" y="11338"/>
                    </a:cubicBezTo>
                    <a:lnTo>
                      <a:pt x="37199" y="11338"/>
                    </a:lnTo>
                    <a:cubicBezTo>
                      <a:pt x="37199" y="11339"/>
                      <a:pt x="37199" y="11340"/>
                      <a:pt x="37200" y="11341"/>
                    </a:cubicBezTo>
                    <a:cubicBezTo>
                      <a:pt x="37482" y="12290"/>
                      <a:pt x="37697" y="13261"/>
                      <a:pt x="37911" y="14227"/>
                    </a:cubicBezTo>
                    <a:cubicBezTo>
                      <a:pt x="38470" y="16813"/>
                      <a:pt x="38894" y="19434"/>
                      <a:pt x="39199" y="22060"/>
                    </a:cubicBezTo>
                    <a:cubicBezTo>
                      <a:pt x="39430" y="24018"/>
                      <a:pt x="39598" y="25986"/>
                      <a:pt x="39700" y="27955"/>
                    </a:cubicBezTo>
                    <a:lnTo>
                      <a:pt x="296" y="27955"/>
                    </a:lnTo>
                    <a:cubicBezTo>
                      <a:pt x="480" y="24417"/>
                      <a:pt x="867" y="20884"/>
                      <a:pt x="1469" y="17389"/>
                    </a:cubicBezTo>
                    <a:cubicBezTo>
                      <a:pt x="1796" y="15514"/>
                      <a:pt x="2175" y="13645"/>
                      <a:pt x="2661" y="11804"/>
                    </a:cubicBezTo>
                    <a:cubicBezTo>
                      <a:pt x="2836" y="11166"/>
                      <a:pt x="3067" y="10596"/>
                      <a:pt x="3395" y="10008"/>
                    </a:cubicBezTo>
                    <a:cubicBezTo>
                      <a:pt x="4569" y="7908"/>
                      <a:pt x="6399" y="6213"/>
                      <a:pt x="8421" y="4943"/>
                    </a:cubicBezTo>
                    <a:cubicBezTo>
                      <a:pt x="9189" y="4463"/>
                      <a:pt x="9985" y="4039"/>
                      <a:pt x="10804" y="3661"/>
                    </a:cubicBezTo>
                    <a:cubicBezTo>
                      <a:pt x="11662" y="3260"/>
                      <a:pt x="12498" y="2814"/>
                      <a:pt x="13306" y="2328"/>
                    </a:cubicBezTo>
                    <a:cubicBezTo>
                      <a:pt x="14294" y="1729"/>
                      <a:pt x="15248" y="1080"/>
                      <a:pt x="16146" y="357"/>
                    </a:cubicBezTo>
                    <a:cubicBezTo>
                      <a:pt x="16164" y="341"/>
                      <a:pt x="16182" y="327"/>
                      <a:pt x="16199" y="312"/>
                    </a:cubicBezTo>
                    <a:lnTo>
                      <a:pt x="16199" y="312"/>
                    </a:lnTo>
                    <a:cubicBezTo>
                      <a:pt x="16766" y="1161"/>
                      <a:pt x="17337" y="2004"/>
                      <a:pt x="17903" y="2853"/>
                    </a:cubicBezTo>
                    <a:cubicBezTo>
                      <a:pt x="17933" y="2900"/>
                      <a:pt x="17975" y="2921"/>
                      <a:pt x="18018" y="2921"/>
                    </a:cubicBezTo>
                    <a:cubicBezTo>
                      <a:pt x="18064" y="2921"/>
                      <a:pt x="18111" y="2897"/>
                      <a:pt x="18146" y="2853"/>
                    </a:cubicBezTo>
                    <a:lnTo>
                      <a:pt x="19981" y="437"/>
                    </a:lnTo>
                    <a:lnTo>
                      <a:pt x="19981" y="437"/>
                    </a:lnTo>
                    <a:cubicBezTo>
                      <a:pt x="20520" y="1244"/>
                      <a:pt x="21058" y="2046"/>
                      <a:pt x="21596" y="2853"/>
                    </a:cubicBezTo>
                    <a:cubicBezTo>
                      <a:pt x="21626" y="2900"/>
                      <a:pt x="21670" y="2921"/>
                      <a:pt x="21713" y="2921"/>
                    </a:cubicBezTo>
                    <a:cubicBezTo>
                      <a:pt x="21760" y="2921"/>
                      <a:pt x="21807" y="2897"/>
                      <a:pt x="21839" y="2853"/>
                    </a:cubicBezTo>
                    <a:cubicBezTo>
                      <a:pt x="22484" y="2000"/>
                      <a:pt x="23134" y="1153"/>
                      <a:pt x="23780" y="300"/>
                    </a:cubicBezTo>
                    <a:close/>
                    <a:moveTo>
                      <a:pt x="23761" y="0"/>
                    </a:moveTo>
                    <a:cubicBezTo>
                      <a:pt x="23742" y="0"/>
                      <a:pt x="23723" y="3"/>
                      <a:pt x="23703" y="7"/>
                    </a:cubicBezTo>
                    <a:cubicBezTo>
                      <a:pt x="23573" y="35"/>
                      <a:pt x="23460" y="255"/>
                      <a:pt x="23386" y="357"/>
                    </a:cubicBezTo>
                    <a:lnTo>
                      <a:pt x="22810" y="1114"/>
                    </a:lnTo>
                    <a:lnTo>
                      <a:pt x="21726" y="2542"/>
                    </a:lnTo>
                    <a:lnTo>
                      <a:pt x="21726" y="2542"/>
                    </a:lnTo>
                    <a:cubicBezTo>
                      <a:pt x="21187" y="1735"/>
                      <a:pt x="20649" y="928"/>
                      <a:pt x="20111" y="125"/>
                    </a:cubicBezTo>
                    <a:cubicBezTo>
                      <a:pt x="20081" y="79"/>
                      <a:pt x="20037" y="58"/>
                      <a:pt x="19994" y="58"/>
                    </a:cubicBezTo>
                    <a:cubicBezTo>
                      <a:pt x="19947" y="58"/>
                      <a:pt x="19900" y="82"/>
                      <a:pt x="19868" y="125"/>
                    </a:cubicBezTo>
                    <a:lnTo>
                      <a:pt x="18031" y="2543"/>
                    </a:lnTo>
                    <a:lnTo>
                      <a:pt x="18031" y="2543"/>
                    </a:lnTo>
                    <a:cubicBezTo>
                      <a:pt x="17545" y="1819"/>
                      <a:pt x="17063" y="1091"/>
                      <a:pt x="16581" y="368"/>
                    </a:cubicBezTo>
                    <a:cubicBezTo>
                      <a:pt x="16479" y="219"/>
                      <a:pt x="16373" y="5"/>
                      <a:pt x="16212" y="5"/>
                    </a:cubicBezTo>
                    <a:cubicBezTo>
                      <a:pt x="16161" y="5"/>
                      <a:pt x="16104" y="27"/>
                      <a:pt x="16039" y="80"/>
                    </a:cubicBezTo>
                    <a:cubicBezTo>
                      <a:pt x="15695" y="363"/>
                      <a:pt x="15339" y="628"/>
                      <a:pt x="14977" y="888"/>
                    </a:cubicBezTo>
                    <a:cubicBezTo>
                      <a:pt x="14266" y="1396"/>
                      <a:pt x="13532" y="1871"/>
                      <a:pt x="12775" y="2311"/>
                    </a:cubicBezTo>
                    <a:cubicBezTo>
                      <a:pt x="11821" y="2870"/>
                      <a:pt x="10821" y="3311"/>
                      <a:pt x="9838" y="3813"/>
                    </a:cubicBezTo>
                    <a:cubicBezTo>
                      <a:pt x="8223" y="4638"/>
                      <a:pt x="6704" y="5677"/>
                      <a:pt x="5411" y="6953"/>
                    </a:cubicBezTo>
                    <a:cubicBezTo>
                      <a:pt x="4558" y="7789"/>
                      <a:pt x="3796" y="8732"/>
                      <a:pt x="3203" y="9771"/>
                    </a:cubicBezTo>
                    <a:cubicBezTo>
                      <a:pt x="2937" y="10234"/>
                      <a:pt x="2689" y="10720"/>
                      <a:pt x="2531" y="11228"/>
                    </a:cubicBezTo>
                    <a:cubicBezTo>
                      <a:pt x="2135" y="12482"/>
                      <a:pt x="1876" y="13798"/>
                      <a:pt x="1616" y="15085"/>
                    </a:cubicBezTo>
                    <a:cubicBezTo>
                      <a:pt x="865" y="18801"/>
                      <a:pt x="373" y="22568"/>
                      <a:pt x="108" y="26346"/>
                    </a:cubicBezTo>
                    <a:cubicBezTo>
                      <a:pt x="68" y="26928"/>
                      <a:pt x="35" y="27515"/>
                      <a:pt x="6" y="28097"/>
                    </a:cubicBezTo>
                    <a:cubicBezTo>
                      <a:pt x="1" y="28176"/>
                      <a:pt x="74" y="28238"/>
                      <a:pt x="147" y="28238"/>
                    </a:cubicBezTo>
                    <a:lnTo>
                      <a:pt x="39848" y="28238"/>
                    </a:lnTo>
                    <a:cubicBezTo>
                      <a:pt x="39922" y="28238"/>
                      <a:pt x="39989" y="28176"/>
                      <a:pt x="39989" y="28097"/>
                    </a:cubicBezTo>
                    <a:cubicBezTo>
                      <a:pt x="39820" y="24737"/>
                      <a:pt x="39464" y="21382"/>
                      <a:pt x="38922" y="18056"/>
                    </a:cubicBezTo>
                    <a:cubicBezTo>
                      <a:pt x="38600" y="16096"/>
                      <a:pt x="38216" y="14148"/>
                      <a:pt x="37731" y="12222"/>
                    </a:cubicBezTo>
                    <a:cubicBezTo>
                      <a:pt x="37651" y="11900"/>
                      <a:pt x="37567" y="11578"/>
                      <a:pt x="37471" y="11262"/>
                    </a:cubicBezTo>
                    <a:cubicBezTo>
                      <a:pt x="37313" y="10697"/>
                      <a:pt x="37019" y="10149"/>
                      <a:pt x="36720" y="9647"/>
                    </a:cubicBezTo>
                    <a:cubicBezTo>
                      <a:pt x="35918" y="8292"/>
                      <a:pt x="34845" y="7106"/>
                      <a:pt x="33636" y="6095"/>
                    </a:cubicBezTo>
                    <a:cubicBezTo>
                      <a:pt x="32778" y="5378"/>
                      <a:pt x="31846" y="4745"/>
                      <a:pt x="30863" y="4192"/>
                    </a:cubicBezTo>
                    <a:cubicBezTo>
                      <a:pt x="29700" y="3542"/>
                      <a:pt x="28463" y="3028"/>
                      <a:pt x="27300" y="2362"/>
                    </a:cubicBezTo>
                    <a:cubicBezTo>
                      <a:pt x="26408" y="1848"/>
                      <a:pt x="25544" y="1283"/>
                      <a:pt x="24713" y="668"/>
                    </a:cubicBezTo>
                    <a:cubicBezTo>
                      <a:pt x="24493" y="504"/>
                      <a:pt x="24273" y="340"/>
                      <a:pt x="24064" y="165"/>
                    </a:cubicBezTo>
                    <a:cubicBezTo>
                      <a:pt x="23966" y="91"/>
                      <a:pt x="23884" y="0"/>
                      <a:pt x="23761"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3" name="Google Shape;883;p35"/>
              <p:cNvSpPr/>
              <p:nvPr/>
            </p:nvSpPr>
            <p:spPr>
              <a:xfrm>
                <a:off x="4577950" y="3608700"/>
                <a:ext cx="101825" cy="72875"/>
              </a:xfrm>
              <a:custGeom>
                <a:avLst/>
                <a:gdLst/>
                <a:ahLst/>
                <a:cxnLst/>
                <a:rect l="l" t="t" r="r" b="b"/>
                <a:pathLst>
                  <a:path w="4073" h="2915" extrusionOk="0">
                    <a:moveTo>
                      <a:pt x="3599" y="283"/>
                    </a:moveTo>
                    <a:lnTo>
                      <a:pt x="2011" y="2373"/>
                    </a:lnTo>
                    <a:lnTo>
                      <a:pt x="1887" y="2536"/>
                    </a:lnTo>
                    <a:lnTo>
                      <a:pt x="1887" y="2536"/>
                    </a:lnTo>
                    <a:cubicBezTo>
                      <a:pt x="1421" y="1837"/>
                      <a:pt x="951" y="1141"/>
                      <a:pt x="486" y="441"/>
                    </a:cubicBezTo>
                    <a:lnTo>
                      <a:pt x="381" y="283"/>
                    </a:lnTo>
                    <a:close/>
                    <a:moveTo>
                      <a:pt x="187" y="1"/>
                    </a:moveTo>
                    <a:cubicBezTo>
                      <a:pt x="141" y="1"/>
                      <a:pt x="107" y="19"/>
                      <a:pt x="84" y="46"/>
                    </a:cubicBezTo>
                    <a:lnTo>
                      <a:pt x="84" y="46"/>
                    </a:lnTo>
                    <a:cubicBezTo>
                      <a:pt x="77" y="53"/>
                      <a:pt x="70" y="60"/>
                      <a:pt x="63" y="69"/>
                    </a:cubicBezTo>
                    <a:cubicBezTo>
                      <a:pt x="52" y="86"/>
                      <a:pt x="40" y="103"/>
                      <a:pt x="29" y="119"/>
                    </a:cubicBezTo>
                    <a:cubicBezTo>
                      <a:pt x="1" y="153"/>
                      <a:pt x="1" y="221"/>
                      <a:pt x="29" y="261"/>
                    </a:cubicBezTo>
                    <a:cubicBezTo>
                      <a:pt x="532" y="1017"/>
                      <a:pt x="1034" y="1769"/>
                      <a:pt x="1542" y="2525"/>
                    </a:cubicBezTo>
                    <a:cubicBezTo>
                      <a:pt x="1610" y="2633"/>
                      <a:pt x="1684" y="2740"/>
                      <a:pt x="1757" y="2847"/>
                    </a:cubicBezTo>
                    <a:cubicBezTo>
                      <a:pt x="1787" y="2894"/>
                      <a:pt x="1831" y="2915"/>
                      <a:pt x="1874" y="2915"/>
                    </a:cubicBezTo>
                    <a:cubicBezTo>
                      <a:pt x="1921" y="2915"/>
                      <a:pt x="1968" y="2891"/>
                      <a:pt x="2000" y="2847"/>
                    </a:cubicBezTo>
                    <a:lnTo>
                      <a:pt x="3751" y="543"/>
                    </a:lnTo>
                    <a:cubicBezTo>
                      <a:pt x="3835" y="430"/>
                      <a:pt x="3920" y="323"/>
                      <a:pt x="4005" y="210"/>
                    </a:cubicBezTo>
                    <a:cubicBezTo>
                      <a:pt x="4072" y="119"/>
                      <a:pt x="3976" y="1"/>
                      <a:pt x="3880"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4" name="Google Shape;884;p35"/>
              <p:cNvSpPr/>
              <p:nvPr/>
            </p:nvSpPr>
            <p:spPr>
              <a:xfrm>
                <a:off x="4484175" y="3608700"/>
                <a:ext cx="101300" cy="72875"/>
              </a:xfrm>
              <a:custGeom>
                <a:avLst/>
                <a:gdLst/>
                <a:ahLst/>
                <a:cxnLst/>
                <a:rect l="l" t="t" r="r" b="b"/>
                <a:pathLst>
                  <a:path w="4052" h="2915" extrusionOk="0">
                    <a:moveTo>
                      <a:pt x="3655" y="283"/>
                    </a:moveTo>
                    <a:cubicBezTo>
                      <a:pt x="3121" y="981"/>
                      <a:pt x="2592" y="1682"/>
                      <a:pt x="2058" y="2378"/>
                    </a:cubicBezTo>
                    <a:cubicBezTo>
                      <a:pt x="2020" y="2432"/>
                      <a:pt x="1982" y="2484"/>
                      <a:pt x="1943" y="2535"/>
                    </a:cubicBezTo>
                    <a:lnTo>
                      <a:pt x="1943" y="2535"/>
                    </a:lnTo>
                    <a:cubicBezTo>
                      <a:pt x="1467" y="1824"/>
                      <a:pt x="992" y="1113"/>
                      <a:pt x="516" y="402"/>
                    </a:cubicBezTo>
                    <a:cubicBezTo>
                      <a:pt x="490" y="362"/>
                      <a:pt x="464" y="323"/>
                      <a:pt x="439" y="283"/>
                    </a:cubicBezTo>
                    <a:close/>
                    <a:moveTo>
                      <a:pt x="171" y="1"/>
                    </a:moveTo>
                    <a:cubicBezTo>
                      <a:pt x="132" y="1"/>
                      <a:pt x="101" y="14"/>
                      <a:pt x="79" y="36"/>
                    </a:cubicBezTo>
                    <a:lnTo>
                      <a:pt x="79" y="36"/>
                    </a:lnTo>
                    <a:cubicBezTo>
                      <a:pt x="27" y="74"/>
                      <a:pt x="1" y="141"/>
                      <a:pt x="47" y="210"/>
                    </a:cubicBezTo>
                    <a:lnTo>
                      <a:pt x="1589" y="2514"/>
                    </a:lnTo>
                    <a:cubicBezTo>
                      <a:pt x="1668" y="2627"/>
                      <a:pt x="1741" y="2734"/>
                      <a:pt x="1815" y="2847"/>
                    </a:cubicBezTo>
                    <a:cubicBezTo>
                      <a:pt x="1845" y="2894"/>
                      <a:pt x="1887" y="2915"/>
                      <a:pt x="1930" y="2915"/>
                    </a:cubicBezTo>
                    <a:cubicBezTo>
                      <a:pt x="1976" y="2915"/>
                      <a:pt x="2023" y="2891"/>
                      <a:pt x="2058" y="2847"/>
                    </a:cubicBezTo>
                    <a:cubicBezTo>
                      <a:pt x="2628" y="2090"/>
                      <a:pt x="3204" y="1339"/>
                      <a:pt x="3774" y="583"/>
                    </a:cubicBezTo>
                    <a:cubicBezTo>
                      <a:pt x="3859" y="475"/>
                      <a:pt x="3938" y="368"/>
                      <a:pt x="4023" y="261"/>
                    </a:cubicBezTo>
                    <a:cubicBezTo>
                      <a:pt x="4051" y="221"/>
                      <a:pt x="4045" y="153"/>
                      <a:pt x="4023" y="119"/>
                    </a:cubicBezTo>
                    <a:cubicBezTo>
                      <a:pt x="3966" y="35"/>
                      <a:pt x="3910" y="1"/>
                      <a:pt x="3820"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5" name="Google Shape;885;p35"/>
              <p:cNvSpPr/>
              <p:nvPr/>
            </p:nvSpPr>
            <p:spPr>
              <a:xfrm>
                <a:off x="4577250" y="3608600"/>
                <a:ext cx="8925" cy="8325"/>
              </a:xfrm>
              <a:custGeom>
                <a:avLst/>
                <a:gdLst/>
                <a:ahLst/>
                <a:cxnLst/>
                <a:rect l="l" t="t" r="r" b="b"/>
                <a:pathLst>
                  <a:path w="357" h="333" extrusionOk="0">
                    <a:moveTo>
                      <a:pt x="215" y="1"/>
                    </a:moveTo>
                    <a:cubicBezTo>
                      <a:pt x="202" y="1"/>
                      <a:pt x="190" y="2"/>
                      <a:pt x="176" y="5"/>
                    </a:cubicBezTo>
                    <a:lnTo>
                      <a:pt x="142" y="5"/>
                    </a:lnTo>
                    <a:cubicBezTo>
                      <a:pt x="91" y="5"/>
                      <a:pt x="46" y="27"/>
                      <a:pt x="23" y="73"/>
                    </a:cubicBezTo>
                    <a:cubicBezTo>
                      <a:pt x="6" y="95"/>
                      <a:pt x="1" y="118"/>
                      <a:pt x="1" y="146"/>
                    </a:cubicBezTo>
                    <a:cubicBezTo>
                      <a:pt x="1" y="169"/>
                      <a:pt x="6" y="191"/>
                      <a:pt x="23" y="214"/>
                    </a:cubicBezTo>
                    <a:cubicBezTo>
                      <a:pt x="34" y="231"/>
                      <a:pt x="46" y="248"/>
                      <a:pt x="57" y="265"/>
                    </a:cubicBezTo>
                    <a:cubicBezTo>
                      <a:pt x="68" y="287"/>
                      <a:pt x="85" y="304"/>
                      <a:pt x="108" y="316"/>
                    </a:cubicBezTo>
                    <a:cubicBezTo>
                      <a:pt x="125" y="327"/>
                      <a:pt x="153" y="332"/>
                      <a:pt x="176" y="332"/>
                    </a:cubicBezTo>
                    <a:cubicBezTo>
                      <a:pt x="204" y="332"/>
                      <a:pt x="226" y="327"/>
                      <a:pt x="249" y="316"/>
                    </a:cubicBezTo>
                    <a:cubicBezTo>
                      <a:pt x="272" y="304"/>
                      <a:pt x="289" y="287"/>
                      <a:pt x="300" y="265"/>
                    </a:cubicBezTo>
                    <a:cubicBezTo>
                      <a:pt x="305" y="256"/>
                      <a:pt x="311" y="249"/>
                      <a:pt x="317" y="242"/>
                    </a:cubicBezTo>
                    <a:lnTo>
                      <a:pt x="317" y="242"/>
                    </a:lnTo>
                    <a:cubicBezTo>
                      <a:pt x="317" y="242"/>
                      <a:pt x="317" y="242"/>
                      <a:pt x="317" y="242"/>
                    </a:cubicBezTo>
                    <a:cubicBezTo>
                      <a:pt x="323" y="236"/>
                      <a:pt x="330" y="227"/>
                      <a:pt x="335" y="218"/>
                    </a:cubicBezTo>
                    <a:lnTo>
                      <a:pt x="335" y="218"/>
                    </a:lnTo>
                    <a:cubicBezTo>
                      <a:pt x="336" y="217"/>
                      <a:pt x="337" y="216"/>
                      <a:pt x="339" y="214"/>
                    </a:cubicBezTo>
                    <a:cubicBezTo>
                      <a:pt x="345" y="197"/>
                      <a:pt x="351" y="180"/>
                      <a:pt x="356" y="163"/>
                    </a:cubicBezTo>
                    <a:cubicBezTo>
                      <a:pt x="356" y="159"/>
                      <a:pt x="356" y="154"/>
                      <a:pt x="356" y="150"/>
                    </a:cubicBezTo>
                    <a:lnTo>
                      <a:pt x="356" y="150"/>
                    </a:lnTo>
                    <a:cubicBezTo>
                      <a:pt x="356" y="148"/>
                      <a:pt x="356" y="147"/>
                      <a:pt x="356" y="146"/>
                    </a:cubicBezTo>
                    <a:lnTo>
                      <a:pt x="356" y="145"/>
                    </a:lnTo>
                    <a:lnTo>
                      <a:pt x="356" y="145"/>
                    </a:lnTo>
                    <a:cubicBezTo>
                      <a:pt x="356" y="132"/>
                      <a:pt x="354" y="118"/>
                      <a:pt x="351" y="107"/>
                    </a:cubicBezTo>
                    <a:cubicBezTo>
                      <a:pt x="348" y="96"/>
                      <a:pt x="344" y="85"/>
                      <a:pt x="339" y="75"/>
                    </a:cubicBezTo>
                    <a:lnTo>
                      <a:pt x="339" y="75"/>
                    </a:lnTo>
                    <a:cubicBezTo>
                      <a:pt x="336" y="68"/>
                      <a:pt x="332" y="62"/>
                      <a:pt x="328" y="56"/>
                    </a:cubicBezTo>
                    <a:cubicBezTo>
                      <a:pt x="317" y="44"/>
                      <a:pt x="305" y="27"/>
                      <a:pt x="289" y="22"/>
                    </a:cubicBezTo>
                    <a:cubicBezTo>
                      <a:pt x="277" y="16"/>
                      <a:pt x="266" y="11"/>
                      <a:pt x="255" y="5"/>
                    </a:cubicBezTo>
                    <a:cubicBezTo>
                      <a:pt x="241" y="2"/>
                      <a:pt x="228" y="1"/>
                      <a:pt x="215"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886" name="Google Shape;886;p35"/>
            <p:cNvGrpSpPr/>
            <p:nvPr/>
          </p:nvGrpSpPr>
          <p:grpSpPr>
            <a:xfrm flipH="1">
              <a:off x="1717459" y="3118726"/>
              <a:ext cx="1403949" cy="1713667"/>
              <a:chOff x="2530500" y="1412150"/>
              <a:chExt cx="999750" cy="1220300"/>
            </a:xfrm>
          </p:grpSpPr>
          <p:sp>
            <p:nvSpPr>
              <p:cNvPr id="887" name="Google Shape;887;p35"/>
              <p:cNvSpPr/>
              <p:nvPr/>
            </p:nvSpPr>
            <p:spPr>
              <a:xfrm>
                <a:off x="2932025" y="1470100"/>
                <a:ext cx="334350" cy="463500"/>
              </a:xfrm>
              <a:custGeom>
                <a:avLst/>
                <a:gdLst/>
                <a:ahLst/>
                <a:cxnLst/>
                <a:rect l="l" t="t" r="r" b="b"/>
                <a:pathLst>
                  <a:path w="13374" h="18540" extrusionOk="0">
                    <a:moveTo>
                      <a:pt x="2578" y="415"/>
                    </a:moveTo>
                    <a:lnTo>
                      <a:pt x="2578" y="415"/>
                    </a:lnTo>
                    <a:cubicBezTo>
                      <a:pt x="4084" y="774"/>
                      <a:pt x="5637" y="1007"/>
                      <a:pt x="7189" y="1007"/>
                    </a:cubicBezTo>
                    <a:cubicBezTo>
                      <a:pt x="7284" y="1007"/>
                      <a:pt x="7378" y="1006"/>
                      <a:pt x="7472" y="1004"/>
                    </a:cubicBezTo>
                    <a:cubicBezTo>
                      <a:pt x="8387" y="988"/>
                      <a:pt x="9330" y="897"/>
                      <a:pt x="10211" y="620"/>
                    </a:cubicBezTo>
                    <a:cubicBezTo>
                      <a:pt x="10318" y="586"/>
                      <a:pt x="10428" y="552"/>
                      <a:pt x="10534" y="508"/>
                    </a:cubicBezTo>
                    <a:lnTo>
                      <a:pt x="10534" y="508"/>
                    </a:lnTo>
                    <a:cubicBezTo>
                      <a:pt x="11027" y="1155"/>
                      <a:pt x="11345" y="1943"/>
                      <a:pt x="11426" y="2755"/>
                    </a:cubicBezTo>
                    <a:cubicBezTo>
                      <a:pt x="11465" y="3145"/>
                      <a:pt x="11454" y="3546"/>
                      <a:pt x="11454" y="3941"/>
                    </a:cubicBezTo>
                    <a:lnTo>
                      <a:pt x="11454" y="5359"/>
                    </a:lnTo>
                    <a:cubicBezTo>
                      <a:pt x="11454" y="5455"/>
                      <a:pt x="11426" y="5613"/>
                      <a:pt x="11493" y="5686"/>
                    </a:cubicBezTo>
                    <a:cubicBezTo>
                      <a:pt x="11584" y="5782"/>
                      <a:pt x="11714" y="5861"/>
                      <a:pt x="11815" y="5940"/>
                    </a:cubicBezTo>
                    <a:cubicBezTo>
                      <a:pt x="12160" y="6217"/>
                      <a:pt x="12504" y="6488"/>
                      <a:pt x="12854" y="6765"/>
                    </a:cubicBezTo>
                    <a:cubicBezTo>
                      <a:pt x="13029" y="6912"/>
                      <a:pt x="13120" y="7132"/>
                      <a:pt x="13018" y="7352"/>
                    </a:cubicBezTo>
                    <a:cubicBezTo>
                      <a:pt x="12922" y="7567"/>
                      <a:pt x="12702" y="7674"/>
                      <a:pt x="12476" y="7680"/>
                    </a:cubicBezTo>
                    <a:lnTo>
                      <a:pt x="11567" y="7680"/>
                    </a:lnTo>
                    <a:cubicBezTo>
                      <a:pt x="11488" y="7680"/>
                      <a:pt x="11431" y="7742"/>
                      <a:pt x="11426" y="7821"/>
                    </a:cubicBezTo>
                    <a:cubicBezTo>
                      <a:pt x="11267" y="9588"/>
                      <a:pt x="10307" y="11232"/>
                      <a:pt x="8833" y="12231"/>
                    </a:cubicBezTo>
                    <a:cubicBezTo>
                      <a:pt x="8421" y="12514"/>
                      <a:pt x="7975" y="12740"/>
                      <a:pt x="7512" y="12909"/>
                    </a:cubicBezTo>
                    <a:cubicBezTo>
                      <a:pt x="7450" y="12932"/>
                      <a:pt x="7405" y="12982"/>
                      <a:pt x="7405" y="13045"/>
                    </a:cubicBezTo>
                    <a:lnTo>
                      <a:pt x="7405" y="14857"/>
                    </a:lnTo>
                    <a:lnTo>
                      <a:pt x="7405" y="17738"/>
                    </a:lnTo>
                    <a:lnTo>
                      <a:pt x="7405" y="18257"/>
                    </a:lnTo>
                    <a:lnTo>
                      <a:pt x="283" y="18257"/>
                    </a:lnTo>
                    <a:lnTo>
                      <a:pt x="283" y="16710"/>
                    </a:lnTo>
                    <a:lnTo>
                      <a:pt x="283" y="14022"/>
                    </a:lnTo>
                    <a:lnTo>
                      <a:pt x="283" y="13406"/>
                    </a:lnTo>
                    <a:lnTo>
                      <a:pt x="283" y="11746"/>
                    </a:lnTo>
                    <a:lnTo>
                      <a:pt x="283" y="10808"/>
                    </a:lnTo>
                    <a:lnTo>
                      <a:pt x="283" y="8617"/>
                    </a:lnTo>
                    <a:lnTo>
                      <a:pt x="283" y="6347"/>
                    </a:lnTo>
                    <a:lnTo>
                      <a:pt x="283" y="5534"/>
                    </a:lnTo>
                    <a:cubicBezTo>
                      <a:pt x="283" y="5445"/>
                      <a:pt x="291" y="5351"/>
                      <a:pt x="291" y="5261"/>
                    </a:cubicBezTo>
                    <a:lnTo>
                      <a:pt x="291" y="5261"/>
                    </a:lnTo>
                    <a:cubicBezTo>
                      <a:pt x="1182" y="5259"/>
                      <a:pt x="2088" y="4818"/>
                      <a:pt x="2650" y="4144"/>
                    </a:cubicBezTo>
                    <a:cubicBezTo>
                      <a:pt x="3276" y="3393"/>
                      <a:pt x="3497" y="2360"/>
                      <a:pt x="3180" y="1428"/>
                    </a:cubicBezTo>
                    <a:cubicBezTo>
                      <a:pt x="3051" y="1049"/>
                      <a:pt x="2843" y="707"/>
                      <a:pt x="2578" y="415"/>
                    </a:cubicBezTo>
                    <a:close/>
                    <a:moveTo>
                      <a:pt x="2078" y="0"/>
                    </a:moveTo>
                    <a:cubicBezTo>
                      <a:pt x="1940" y="0"/>
                      <a:pt x="1898" y="182"/>
                      <a:pt x="2011" y="265"/>
                    </a:cubicBezTo>
                    <a:cubicBezTo>
                      <a:pt x="2763" y="846"/>
                      <a:pt x="3175" y="1806"/>
                      <a:pt x="3005" y="2750"/>
                    </a:cubicBezTo>
                    <a:cubicBezTo>
                      <a:pt x="2859" y="3574"/>
                      <a:pt x="2305" y="4269"/>
                      <a:pt x="1571" y="4653"/>
                    </a:cubicBezTo>
                    <a:cubicBezTo>
                      <a:pt x="1181" y="4853"/>
                      <a:pt x="721" y="4978"/>
                      <a:pt x="275" y="4978"/>
                    </a:cubicBezTo>
                    <a:cubicBezTo>
                      <a:pt x="231" y="4978"/>
                      <a:pt x="186" y="4977"/>
                      <a:pt x="142" y="4975"/>
                    </a:cubicBezTo>
                    <a:cubicBezTo>
                      <a:pt x="69" y="4975"/>
                      <a:pt x="1" y="5042"/>
                      <a:pt x="1" y="5116"/>
                    </a:cubicBezTo>
                    <a:lnTo>
                      <a:pt x="1" y="6115"/>
                    </a:lnTo>
                    <a:lnTo>
                      <a:pt x="1" y="8323"/>
                    </a:lnTo>
                    <a:lnTo>
                      <a:pt x="1" y="10588"/>
                    </a:lnTo>
                    <a:lnTo>
                      <a:pt x="1" y="11734"/>
                    </a:lnTo>
                    <a:lnTo>
                      <a:pt x="1" y="13338"/>
                    </a:lnTo>
                    <a:lnTo>
                      <a:pt x="1" y="13406"/>
                    </a:lnTo>
                    <a:lnTo>
                      <a:pt x="1" y="15095"/>
                    </a:lnTo>
                    <a:lnTo>
                      <a:pt x="1" y="17783"/>
                    </a:lnTo>
                    <a:lnTo>
                      <a:pt x="1" y="18398"/>
                    </a:lnTo>
                    <a:cubicBezTo>
                      <a:pt x="1" y="18472"/>
                      <a:pt x="69" y="18539"/>
                      <a:pt x="142" y="18539"/>
                    </a:cubicBezTo>
                    <a:lnTo>
                      <a:pt x="7546" y="18539"/>
                    </a:lnTo>
                    <a:cubicBezTo>
                      <a:pt x="7625" y="18539"/>
                      <a:pt x="7687" y="18472"/>
                      <a:pt x="7687" y="18398"/>
                    </a:cubicBezTo>
                    <a:lnTo>
                      <a:pt x="7687" y="16585"/>
                    </a:lnTo>
                    <a:lnTo>
                      <a:pt x="7687" y="13705"/>
                    </a:lnTo>
                    <a:lnTo>
                      <a:pt x="7687" y="13142"/>
                    </a:lnTo>
                    <a:lnTo>
                      <a:pt x="7687" y="13142"/>
                    </a:lnTo>
                    <a:cubicBezTo>
                      <a:pt x="9390" y="12493"/>
                      <a:pt x="10754" y="11113"/>
                      <a:pt x="11369" y="9385"/>
                    </a:cubicBezTo>
                    <a:cubicBezTo>
                      <a:pt x="11534" y="8927"/>
                      <a:pt x="11642" y="8446"/>
                      <a:pt x="11694" y="7962"/>
                    </a:cubicBezTo>
                    <a:lnTo>
                      <a:pt x="12448" y="7962"/>
                    </a:lnTo>
                    <a:cubicBezTo>
                      <a:pt x="12866" y="7956"/>
                      <a:pt x="13272" y="7702"/>
                      <a:pt x="13334" y="7262"/>
                    </a:cubicBezTo>
                    <a:cubicBezTo>
                      <a:pt x="13373" y="6994"/>
                      <a:pt x="13264" y="6742"/>
                      <a:pt x="13059" y="6568"/>
                    </a:cubicBezTo>
                    <a:lnTo>
                      <a:pt x="13059" y="6568"/>
                    </a:lnTo>
                    <a:cubicBezTo>
                      <a:pt x="13057" y="6566"/>
                      <a:pt x="13055" y="6563"/>
                      <a:pt x="13052" y="6561"/>
                    </a:cubicBezTo>
                    <a:lnTo>
                      <a:pt x="13052" y="6561"/>
                    </a:lnTo>
                    <a:cubicBezTo>
                      <a:pt x="13052" y="6561"/>
                      <a:pt x="13052" y="6561"/>
                      <a:pt x="13052" y="6561"/>
                    </a:cubicBezTo>
                    <a:cubicBezTo>
                      <a:pt x="13051" y="6561"/>
                      <a:pt x="13051" y="6560"/>
                      <a:pt x="13050" y="6560"/>
                    </a:cubicBezTo>
                    <a:lnTo>
                      <a:pt x="13050" y="6560"/>
                    </a:lnTo>
                    <a:cubicBezTo>
                      <a:pt x="12614" y="6216"/>
                      <a:pt x="12173" y="5868"/>
                      <a:pt x="11736" y="5524"/>
                    </a:cubicBezTo>
                    <a:lnTo>
                      <a:pt x="11736" y="5524"/>
                    </a:lnTo>
                    <a:lnTo>
                      <a:pt x="11736" y="4009"/>
                    </a:lnTo>
                    <a:cubicBezTo>
                      <a:pt x="11736" y="3309"/>
                      <a:pt x="11747" y="2614"/>
                      <a:pt x="11555" y="1931"/>
                    </a:cubicBezTo>
                    <a:cubicBezTo>
                      <a:pt x="11380" y="1298"/>
                      <a:pt x="11064" y="711"/>
                      <a:pt x="10646" y="203"/>
                    </a:cubicBezTo>
                    <a:cubicBezTo>
                      <a:pt x="10618" y="167"/>
                      <a:pt x="10586" y="153"/>
                      <a:pt x="10554" y="153"/>
                    </a:cubicBezTo>
                    <a:cubicBezTo>
                      <a:pt x="10501" y="153"/>
                      <a:pt x="10449" y="195"/>
                      <a:pt x="10426" y="250"/>
                    </a:cubicBezTo>
                    <a:lnTo>
                      <a:pt x="10426" y="250"/>
                    </a:lnTo>
                    <a:cubicBezTo>
                      <a:pt x="10354" y="276"/>
                      <a:pt x="10283" y="301"/>
                      <a:pt x="10211" y="327"/>
                    </a:cubicBezTo>
                    <a:cubicBezTo>
                      <a:pt x="9906" y="428"/>
                      <a:pt x="9590" y="502"/>
                      <a:pt x="9274" y="558"/>
                    </a:cubicBezTo>
                    <a:cubicBezTo>
                      <a:pt x="8602" y="679"/>
                      <a:pt x="7916" y="729"/>
                      <a:pt x="7230" y="729"/>
                    </a:cubicBezTo>
                    <a:cubicBezTo>
                      <a:pt x="6637" y="729"/>
                      <a:pt x="6043" y="692"/>
                      <a:pt x="5456" y="632"/>
                    </a:cubicBezTo>
                    <a:cubicBezTo>
                      <a:pt x="4333" y="513"/>
                      <a:pt x="3214" y="293"/>
                      <a:pt x="2119" y="5"/>
                    </a:cubicBezTo>
                    <a:cubicBezTo>
                      <a:pt x="2104" y="2"/>
                      <a:pt x="2091" y="0"/>
                      <a:pt x="2078"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8" name="Google Shape;888;p35"/>
              <p:cNvSpPr/>
              <p:nvPr/>
            </p:nvSpPr>
            <p:spPr>
              <a:xfrm>
                <a:off x="2793250" y="1412150"/>
                <a:ext cx="406800" cy="355175"/>
              </a:xfrm>
              <a:custGeom>
                <a:avLst/>
                <a:gdLst/>
                <a:ahLst/>
                <a:cxnLst/>
                <a:rect l="l" t="t" r="r" b="b"/>
                <a:pathLst>
                  <a:path w="16272" h="14207" extrusionOk="0">
                    <a:moveTo>
                      <a:pt x="9000" y="284"/>
                    </a:moveTo>
                    <a:cubicBezTo>
                      <a:pt x="10460" y="284"/>
                      <a:pt x="11941" y="445"/>
                      <a:pt x="13328" y="917"/>
                    </a:cubicBezTo>
                    <a:cubicBezTo>
                      <a:pt x="13712" y="1041"/>
                      <a:pt x="14085" y="1199"/>
                      <a:pt x="14447" y="1385"/>
                    </a:cubicBezTo>
                    <a:cubicBezTo>
                      <a:pt x="14627" y="1476"/>
                      <a:pt x="14808" y="1577"/>
                      <a:pt x="14977" y="1690"/>
                    </a:cubicBezTo>
                    <a:cubicBezTo>
                      <a:pt x="15175" y="1815"/>
                      <a:pt x="15344" y="1961"/>
                      <a:pt x="15525" y="2108"/>
                    </a:cubicBezTo>
                    <a:cubicBezTo>
                      <a:pt x="15667" y="2250"/>
                      <a:pt x="15824" y="2407"/>
                      <a:pt x="15925" y="2587"/>
                    </a:cubicBezTo>
                    <a:lnTo>
                      <a:pt x="15925" y="2587"/>
                    </a:lnTo>
                    <a:cubicBezTo>
                      <a:pt x="15871" y="2606"/>
                      <a:pt x="15816" y="2625"/>
                      <a:pt x="15762" y="2645"/>
                    </a:cubicBezTo>
                    <a:cubicBezTo>
                      <a:pt x="15457" y="2746"/>
                      <a:pt x="15141" y="2820"/>
                      <a:pt x="14825" y="2876"/>
                    </a:cubicBezTo>
                    <a:cubicBezTo>
                      <a:pt x="14153" y="2997"/>
                      <a:pt x="13467" y="3047"/>
                      <a:pt x="12781" y="3047"/>
                    </a:cubicBezTo>
                    <a:cubicBezTo>
                      <a:pt x="12188" y="3047"/>
                      <a:pt x="11594" y="3010"/>
                      <a:pt x="11007" y="2950"/>
                    </a:cubicBezTo>
                    <a:cubicBezTo>
                      <a:pt x="9884" y="2831"/>
                      <a:pt x="8765" y="2611"/>
                      <a:pt x="7670" y="2323"/>
                    </a:cubicBezTo>
                    <a:cubicBezTo>
                      <a:pt x="7655" y="2320"/>
                      <a:pt x="7642" y="2318"/>
                      <a:pt x="7629" y="2318"/>
                    </a:cubicBezTo>
                    <a:cubicBezTo>
                      <a:pt x="7491" y="2318"/>
                      <a:pt x="7449" y="2500"/>
                      <a:pt x="7562" y="2583"/>
                    </a:cubicBezTo>
                    <a:cubicBezTo>
                      <a:pt x="8314" y="3164"/>
                      <a:pt x="8726" y="4124"/>
                      <a:pt x="8556" y="5068"/>
                    </a:cubicBezTo>
                    <a:cubicBezTo>
                      <a:pt x="8410" y="5892"/>
                      <a:pt x="7856" y="6587"/>
                      <a:pt x="7122" y="6971"/>
                    </a:cubicBezTo>
                    <a:cubicBezTo>
                      <a:pt x="6732" y="7171"/>
                      <a:pt x="6272" y="7296"/>
                      <a:pt x="5826" y="7296"/>
                    </a:cubicBezTo>
                    <a:cubicBezTo>
                      <a:pt x="5782" y="7296"/>
                      <a:pt x="5737" y="7295"/>
                      <a:pt x="5693" y="7293"/>
                    </a:cubicBezTo>
                    <a:cubicBezTo>
                      <a:pt x="5620" y="7293"/>
                      <a:pt x="5552" y="7360"/>
                      <a:pt x="5552" y="7434"/>
                    </a:cubicBezTo>
                    <a:lnTo>
                      <a:pt x="5552" y="9676"/>
                    </a:lnTo>
                    <a:lnTo>
                      <a:pt x="5552" y="13239"/>
                    </a:lnTo>
                    <a:lnTo>
                      <a:pt x="5552" y="13844"/>
                    </a:lnTo>
                    <a:lnTo>
                      <a:pt x="5552" y="13844"/>
                    </a:lnTo>
                    <a:cubicBezTo>
                      <a:pt x="5431" y="13786"/>
                      <a:pt x="5314" y="13726"/>
                      <a:pt x="5202" y="13663"/>
                    </a:cubicBezTo>
                    <a:cubicBezTo>
                      <a:pt x="4744" y="13414"/>
                      <a:pt x="4315" y="13121"/>
                      <a:pt x="3909" y="12793"/>
                    </a:cubicBezTo>
                    <a:cubicBezTo>
                      <a:pt x="3899" y="12785"/>
                      <a:pt x="3888" y="12779"/>
                      <a:pt x="3876" y="12773"/>
                    </a:cubicBezTo>
                    <a:lnTo>
                      <a:pt x="3876" y="12773"/>
                    </a:lnTo>
                    <a:cubicBezTo>
                      <a:pt x="2190" y="11740"/>
                      <a:pt x="1073" y="9951"/>
                      <a:pt x="594" y="8055"/>
                    </a:cubicBezTo>
                    <a:cubicBezTo>
                      <a:pt x="164" y="6344"/>
                      <a:pt x="198" y="4305"/>
                      <a:pt x="1356" y="2876"/>
                    </a:cubicBezTo>
                    <a:cubicBezTo>
                      <a:pt x="2192" y="1849"/>
                      <a:pt x="3423" y="1244"/>
                      <a:pt x="4671" y="872"/>
                    </a:cubicBezTo>
                    <a:cubicBezTo>
                      <a:pt x="6049" y="471"/>
                      <a:pt x="7489" y="296"/>
                      <a:pt x="8923" y="284"/>
                    </a:cubicBezTo>
                    <a:cubicBezTo>
                      <a:pt x="8949" y="284"/>
                      <a:pt x="8974" y="284"/>
                      <a:pt x="9000" y="284"/>
                    </a:cubicBezTo>
                    <a:close/>
                    <a:moveTo>
                      <a:pt x="9022" y="0"/>
                    </a:moveTo>
                    <a:cubicBezTo>
                      <a:pt x="8410" y="0"/>
                      <a:pt x="7798" y="33"/>
                      <a:pt x="7190" y="98"/>
                    </a:cubicBezTo>
                    <a:cubicBezTo>
                      <a:pt x="6314" y="194"/>
                      <a:pt x="5439" y="352"/>
                      <a:pt x="4592" y="595"/>
                    </a:cubicBezTo>
                    <a:cubicBezTo>
                      <a:pt x="4584" y="597"/>
                      <a:pt x="4577" y="600"/>
                      <a:pt x="4570" y="603"/>
                    </a:cubicBezTo>
                    <a:lnTo>
                      <a:pt x="4570" y="603"/>
                    </a:lnTo>
                    <a:cubicBezTo>
                      <a:pt x="3427" y="948"/>
                      <a:pt x="2309" y="1477"/>
                      <a:pt x="1463" y="2334"/>
                    </a:cubicBezTo>
                    <a:cubicBezTo>
                      <a:pt x="769" y="3034"/>
                      <a:pt x="339" y="3921"/>
                      <a:pt x="164" y="4892"/>
                    </a:cubicBezTo>
                    <a:cubicBezTo>
                      <a:pt x="1" y="5830"/>
                      <a:pt x="40" y="6796"/>
                      <a:pt x="232" y="7727"/>
                    </a:cubicBezTo>
                    <a:cubicBezTo>
                      <a:pt x="430" y="8727"/>
                      <a:pt x="808" y="9698"/>
                      <a:pt x="1339" y="10568"/>
                    </a:cubicBezTo>
                    <a:cubicBezTo>
                      <a:pt x="1870" y="11443"/>
                      <a:pt x="2570" y="12223"/>
                      <a:pt x="3417" y="12810"/>
                    </a:cubicBezTo>
                    <a:cubicBezTo>
                      <a:pt x="3524" y="12883"/>
                      <a:pt x="3631" y="12951"/>
                      <a:pt x="3738" y="13018"/>
                    </a:cubicBezTo>
                    <a:lnTo>
                      <a:pt x="3738" y="13018"/>
                    </a:lnTo>
                    <a:cubicBezTo>
                      <a:pt x="4318" y="13485"/>
                      <a:pt x="4959" y="13921"/>
                      <a:pt x="5659" y="14199"/>
                    </a:cubicBezTo>
                    <a:cubicBezTo>
                      <a:pt x="5672" y="14204"/>
                      <a:pt x="5685" y="14207"/>
                      <a:pt x="5697" y="14207"/>
                    </a:cubicBezTo>
                    <a:cubicBezTo>
                      <a:pt x="5769" y="14207"/>
                      <a:pt x="5834" y="14131"/>
                      <a:pt x="5834" y="14064"/>
                    </a:cubicBezTo>
                    <a:lnTo>
                      <a:pt x="5834" y="11822"/>
                    </a:lnTo>
                    <a:lnTo>
                      <a:pt x="5834" y="8258"/>
                    </a:lnTo>
                    <a:lnTo>
                      <a:pt x="5834" y="7579"/>
                    </a:lnTo>
                    <a:lnTo>
                      <a:pt x="5834" y="7579"/>
                    </a:lnTo>
                    <a:cubicBezTo>
                      <a:pt x="5835" y="7579"/>
                      <a:pt x="5836" y="7579"/>
                      <a:pt x="5837" y="7579"/>
                    </a:cubicBezTo>
                    <a:cubicBezTo>
                      <a:pt x="6730" y="7579"/>
                      <a:pt x="7638" y="7138"/>
                      <a:pt x="8201" y="6462"/>
                    </a:cubicBezTo>
                    <a:cubicBezTo>
                      <a:pt x="8827" y="5711"/>
                      <a:pt x="9048" y="4678"/>
                      <a:pt x="8731" y="3746"/>
                    </a:cubicBezTo>
                    <a:cubicBezTo>
                      <a:pt x="8602" y="3367"/>
                      <a:pt x="8394" y="3025"/>
                      <a:pt x="8129" y="2733"/>
                    </a:cubicBezTo>
                    <a:lnTo>
                      <a:pt x="8129" y="2733"/>
                    </a:lnTo>
                    <a:cubicBezTo>
                      <a:pt x="9635" y="3092"/>
                      <a:pt x="11188" y="3325"/>
                      <a:pt x="12740" y="3325"/>
                    </a:cubicBezTo>
                    <a:cubicBezTo>
                      <a:pt x="12835" y="3325"/>
                      <a:pt x="12929" y="3324"/>
                      <a:pt x="13023" y="3322"/>
                    </a:cubicBezTo>
                    <a:cubicBezTo>
                      <a:pt x="13938" y="3306"/>
                      <a:pt x="14881" y="3215"/>
                      <a:pt x="15762" y="2938"/>
                    </a:cubicBezTo>
                    <a:cubicBezTo>
                      <a:pt x="15904" y="2893"/>
                      <a:pt x="16050" y="2848"/>
                      <a:pt x="16186" y="2780"/>
                    </a:cubicBezTo>
                    <a:cubicBezTo>
                      <a:pt x="16194" y="2777"/>
                      <a:pt x="16201" y="2772"/>
                      <a:pt x="16208" y="2768"/>
                    </a:cubicBezTo>
                    <a:lnTo>
                      <a:pt x="16208" y="2768"/>
                    </a:lnTo>
                    <a:cubicBezTo>
                      <a:pt x="16248" y="2742"/>
                      <a:pt x="16272" y="2698"/>
                      <a:pt x="16255" y="2641"/>
                    </a:cubicBezTo>
                    <a:lnTo>
                      <a:pt x="16255" y="2641"/>
                    </a:lnTo>
                    <a:cubicBezTo>
                      <a:pt x="16252" y="2628"/>
                      <a:pt x="16247" y="2615"/>
                      <a:pt x="16240" y="2603"/>
                    </a:cubicBezTo>
                    <a:lnTo>
                      <a:pt x="16240" y="2603"/>
                    </a:lnTo>
                    <a:cubicBezTo>
                      <a:pt x="16129" y="2343"/>
                      <a:pt x="15944" y="2123"/>
                      <a:pt x="15742" y="1929"/>
                    </a:cubicBezTo>
                    <a:lnTo>
                      <a:pt x="15742" y="1929"/>
                    </a:lnTo>
                    <a:cubicBezTo>
                      <a:pt x="15736" y="1922"/>
                      <a:pt x="15730" y="1916"/>
                      <a:pt x="15723" y="1911"/>
                    </a:cubicBezTo>
                    <a:lnTo>
                      <a:pt x="15723" y="1911"/>
                    </a:lnTo>
                    <a:cubicBezTo>
                      <a:pt x="15723" y="1911"/>
                      <a:pt x="15723" y="1911"/>
                      <a:pt x="15723" y="1911"/>
                    </a:cubicBezTo>
                    <a:cubicBezTo>
                      <a:pt x="15565" y="1781"/>
                      <a:pt x="15412" y="1645"/>
                      <a:pt x="15243" y="1527"/>
                    </a:cubicBezTo>
                    <a:cubicBezTo>
                      <a:pt x="15090" y="1419"/>
                      <a:pt x="14932" y="1323"/>
                      <a:pt x="14768" y="1233"/>
                    </a:cubicBezTo>
                    <a:cubicBezTo>
                      <a:pt x="14435" y="1052"/>
                      <a:pt x="14091" y="900"/>
                      <a:pt x="13741" y="764"/>
                    </a:cubicBezTo>
                    <a:cubicBezTo>
                      <a:pt x="13023" y="488"/>
                      <a:pt x="12267" y="307"/>
                      <a:pt x="11510" y="188"/>
                    </a:cubicBezTo>
                    <a:cubicBezTo>
                      <a:pt x="10687" y="61"/>
                      <a:pt x="9854" y="0"/>
                      <a:pt x="902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9" name="Google Shape;889;p35"/>
              <p:cNvSpPr/>
              <p:nvPr/>
            </p:nvSpPr>
            <p:spPr>
              <a:xfrm>
                <a:off x="3144650" y="1661975"/>
                <a:ext cx="80675" cy="37250"/>
              </a:xfrm>
              <a:custGeom>
                <a:avLst/>
                <a:gdLst/>
                <a:ahLst/>
                <a:cxnLst/>
                <a:rect l="l" t="t" r="r" b="b"/>
                <a:pathLst>
                  <a:path w="3227" h="1490" extrusionOk="0">
                    <a:moveTo>
                      <a:pt x="2922" y="287"/>
                    </a:moveTo>
                    <a:cubicBezTo>
                      <a:pt x="2887" y="597"/>
                      <a:pt x="2837" y="913"/>
                      <a:pt x="2737" y="1208"/>
                    </a:cubicBezTo>
                    <a:lnTo>
                      <a:pt x="298" y="1208"/>
                    </a:lnTo>
                    <a:cubicBezTo>
                      <a:pt x="334" y="918"/>
                      <a:pt x="480" y="643"/>
                      <a:pt x="718" y="468"/>
                    </a:cubicBezTo>
                    <a:cubicBezTo>
                      <a:pt x="904" y="332"/>
                      <a:pt x="1113" y="287"/>
                      <a:pt x="1339" y="287"/>
                    </a:cubicBezTo>
                    <a:close/>
                    <a:moveTo>
                      <a:pt x="1503" y="0"/>
                    </a:moveTo>
                    <a:cubicBezTo>
                      <a:pt x="1170" y="0"/>
                      <a:pt x="840" y="30"/>
                      <a:pt x="554" y="242"/>
                    </a:cubicBezTo>
                    <a:cubicBezTo>
                      <a:pt x="204" y="502"/>
                      <a:pt x="12" y="914"/>
                      <a:pt x="7" y="1349"/>
                    </a:cubicBezTo>
                    <a:cubicBezTo>
                      <a:pt x="1" y="1422"/>
                      <a:pt x="69" y="1490"/>
                      <a:pt x="148" y="1490"/>
                    </a:cubicBezTo>
                    <a:lnTo>
                      <a:pt x="2836" y="1490"/>
                    </a:lnTo>
                    <a:cubicBezTo>
                      <a:pt x="2904" y="1490"/>
                      <a:pt x="2954" y="1445"/>
                      <a:pt x="2971" y="1388"/>
                    </a:cubicBezTo>
                    <a:cubicBezTo>
                      <a:pt x="3118" y="993"/>
                      <a:pt x="3175" y="558"/>
                      <a:pt x="3220" y="146"/>
                    </a:cubicBezTo>
                    <a:cubicBezTo>
                      <a:pt x="3226" y="78"/>
                      <a:pt x="3190" y="35"/>
                      <a:pt x="3141" y="18"/>
                    </a:cubicBezTo>
                    <a:lnTo>
                      <a:pt x="3141" y="18"/>
                    </a:lnTo>
                    <a:cubicBezTo>
                      <a:pt x="3124" y="10"/>
                      <a:pt x="3103" y="5"/>
                      <a:pt x="3079" y="5"/>
                    </a:cubicBezTo>
                    <a:lnTo>
                      <a:pt x="1887" y="5"/>
                    </a:lnTo>
                    <a:cubicBezTo>
                      <a:pt x="1760" y="5"/>
                      <a:pt x="1631" y="0"/>
                      <a:pt x="150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0" name="Google Shape;890;p35"/>
              <p:cNvSpPr/>
              <p:nvPr/>
            </p:nvSpPr>
            <p:spPr>
              <a:xfrm>
                <a:off x="2530500" y="1926450"/>
                <a:ext cx="999750" cy="706000"/>
              </a:xfrm>
              <a:custGeom>
                <a:avLst/>
                <a:gdLst/>
                <a:ahLst/>
                <a:cxnLst/>
                <a:rect l="l" t="t" r="r" b="b"/>
                <a:pathLst>
                  <a:path w="39990" h="28240" extrusionOk="0">
                    <a:moveTo>
                      <a:pt x="23761" y="285"/>
                    </a:moveTo>
                    <a:cubicBezTo>
                      <a:pt x="24471" y="879"/>
                      <a:pt x="25245" y="1409"/>
                      <a:pt x="26018" y="1906"/>
                    </a:cubicBezTo>
                    <a:cubicBezTo>
                      <a:pt x="26831" y="2431"/>
                      <a:pt x="27667" y="2911"/>
                      <a:pt x="28531" y="3341"/>
                    </a:cubicBezTo>
                    <a:cubicBezTo>
                      <a:pt x="29418" y="3781"/>
                      <a:pt x="30316" y="4188"/>
                      <a:pt x="31169" y="4696"/>
                    </a:cubicBezTo>
                    <a:cubicBezTo>
                      <a:pt x="33394" y="6023"/>
                      <a:pt x="35427" y="7836"/>
                      <a:pt x="36669" y="10134"/>
                    </a:cubicBezTo>
                    <a:cubicBezTo>
                      <a:pt x="36883" y="10523"/>
                      <a:pt x="37080" y="10912"/>
                      <a:pt x="37199" y="11334"/>
                    </a:cubicBezTo>
                    <a:lnTo>
                      <a:pt x="37199" y="11334"/>
                    </a:lnTo>
                    <a:cubicBezTo>
                      <a:pt x="37199" y="11335"/>
                      <a:pt x="37200" y="11336"/>
                      <a:pt x="37200" y="11337"/>
                    </a:cubicBezTo>
                    <a:cubicBezTo>
                      <a:pt x="37200" y="11337"/>
                      <a:pt x="37200" y="11337"/>
                      <a:pt x="37200" y="11337"/>
                    </a:cubicBezTo>
                    <a:lnTo>
                      <a:pt x="37200" y="11337"/>
                    </a:lnTo>
                    <a:cubicBezTo>
                      <a:pt x="37200" y="11338"/>
                      <a:pt x="37200" y="11339"/>
                      <a:pt x="37201" y="11339"/>
                    </a:cubicBezTo>
                    <a:lnTo>
                      <a:pt x="37201" y="11339"/>
                    </a:lnTo>
                    <a:cubicBezTo>
                      <a:pt x="37483" y="12288"/>
                      <a:pt x="37697" y="13258"/>
                      <a:pt x="37912" y="14229"/>
                    </a:cubicBezTo>
                    <a:cubicBezTo>
                      <a:pt x="38471" y="16815"/>
                      <a:pt x="38894" y="19430"/>
                      <a:pt x="39199" y="22056"/>
                    </a:cubicBezTo>
                    <a:cubicBezTo>
                      <a:pt x="39431" y="24019"/>
                      <a:pt x="39598" y="25983"/>
                      <a:pt x="39700" y="27957"/>
                    </a:cubicBezTo>
                    <a:lnTo>
                      <a:pt x="296" y="27957"/>
                    </a:lnTo>
                    <a:cubicBezTo>
                      <a:pt x="480" y="24413"/>
                      <a:pt x="867" y="20880"/>
                      <a:pt x="1469" y="17386"/>
                    </a:cubicBezTo>
                    <a:cubicBezTo>
                      <a:pt x="1797" y="15516"/>
                      <a:pt x="2175" y="13641"/>
                      <a:pt x="2661" y="11806"/>
                    </a:cubicBezTo>
                    <a:cubicBezTo>
                      <a:pt x="2836" y="11162"/>
                      <a:pt x="3067" y="10592"/>
                      <a:pt x="3395" y="10010"/>
                    </a:cubicBezTo>
                    <a:cubicBezTo>
                      <a:pt x="4570" y="7909"/>
                      <a:pt x="6399" y="6215"/>
                      <a:pt x="8421" y="4939"/>
                    </a:cubicBezTo>
                    <a:cubicBezTo>
                      <a:pt x="9189" y="4459"/>
                      <a:pt x="9985" y="4035"/>
                      <a:pt x="10799" y="3657"/>
                    </a:cubicBezTo>
                    <a:cubicBezTo>
                      <a:pt x="11663" y="3262"/>
                      <a:pt x="12499" y="2815"/>
                      <a:pt x="13306" y="2324"/>
                    </a:cubicBezTo>
                    <a:cubicBezTo>
                      <a:pt x="14294" y="1731"/>
                      <a:pt x="15249" y="1076"/>
                      <a:pt x="16147" y="353"/>
                    </a:cubicBezTo>
                    <a:cubicBezTo>
                      <a:pt x="16175" y="332"/>
                      <a:pt x="16203" y="308"/>
                      <a:pt x="16230" y="285"/>
                    </a:cubicBezTo>
                    <a:close/>
                    <a:moveTo>
                      <a:pt x="16542" y="1"/>
                    </a:moveTo>
                    <a:cubicBezTo>
                      <a:pt x="16440" y="1"/>
                      <a:pt x="16339" y="1"/>
                      <a:pt x="16237" y="3"/>
                    </a:cubicBezTo>
                    <a:cubicBezTo>
                      <a:pt x="16079" y="3"/>
                      <a:pt x="15977" y="127"/>
                      <a:pt x="15853" y="223"/>
                    </a:cubicBezTo>
                    <a:cubicBezTo>
                      <a:pt x="14938" y="957"/>
                      <a:pt x="13956" y="1613"/>
                      <a:pt x="12945" y="2211"/>
                    </a:cubicBezTo>
                    <a:cubicBezTo>
                      <a:pt x="11414" y="3115"/>
                      <a:pt x="9760" y="3764"/>
                      <a:pt x="8257" y="4713"/>
                    </a:cubicBezTo>
                    <a:cubicBezTo>
                      <a:pt x="6286" y="5955"/>
                      <a:pt x="4508" y="7587"/>
                      <a:pt x="3305" y="9598"/>
                    </a:cubicBezTo>
                    <a:cubicBezTo>
                      <a:pt x="2955" y="10180"/>
                      <a:pt x="2650" y="10801"/>
                      <a:pt x="2463" y="11456"/>
                    </a:cubicBezTo>
                    <a:cubicBezTo>
                      <a:pt x="2057" y="12935"/>
                      <a:pt x="1735" y="14438"/>
                      <a:pt x="1447" y="15945"/>
                    </a:cubicBezTo>
                    <a:cubicBezTo>
                      <a:pt x="859" y="19018"/>
                      <a:pt x="447" y="22124"/>
                      <a:pt x="193" y="25241"/>
                    </a:cubicBezTo>
                    <a:cubicBezTo>
                      <a:pt x="114" y="26190"/>
                      <a:pt x="52" y="27144"/>
                      <a:pt x="7" y="28098"/>
                    </a:cubicBezTo>
                    <a:cubicBezTo>
                      <a:pt x="1" y="28172"/>
                      <a:pt x="74" y="28240"/>
                      <a:pt x="148" y="28240"/>
                    </a:cubicBezTo>
                    <a:lnTo>
                      <a:pt x="39849" y="28240"/>
                    </a:lnTo>
                    <a:cubicBezTo>
                      <a:pt x="39922" y="28240"/>
                      <a:pt x="39990" y="28172"/>
                      <a:pt x="39990" y="28098"/>
                    </a:cubicBezTo>
                    <a:cubicBezTo>
                      <a:pt x="39820" y="24733"/>
                      <a:pt x="39465" y="21378"/>
                      <a:pt x="38922" y="18052"/>
                    </a:cubicBezTo>
                    <a:cubicBezTo>
                      <a:pt x="38601" y="16098"/>
                      <a:pt x="38217" y="14144"/>
                      <a:pt x="37731" y="12218"/>
                    </a:cubicBezTo>
                    <a:cubicBezTo>
                      <a:pt x="37652" y="11902"/>
                      <a:pt x="37567" y="11580"/>
                      <a:pt x="37471" y="11264"/>
                    </a:cubicBezTo>
                    <a:cubicBezTo>
                      <a:pt x="37398" y="10987"/>
                      <a:pt x="37273" y="10716"/>
                      <a:pt x="37155" y="10462"/>
                    </a:cubicBezTo>
                    <a:cubicBezTo>
                      <a:pt x="36833" y="9779"/>
                      <a:pt x="36426" y="9140"/>
                      <a:pt x="35980" y="8542"/>
                    </a:cubicBezTo>
                    <a:cubicBezTo>
                      <a:pt x="34309" y="6322"/>
                      <a:pt x="31993" y="4662"/>
                      <a:pt x="29497" y="3487"/>
                    </a:cubicBezTo>
                    <a:cubicBezTo>
                      <a:pt x="28012" y="2793"/>
                      <a:pt x="26589" y="1991"/>
                      <a:pt x="25239" y="1048"/>
                    </a:cubicBezTo>
                    <a:cubicBezTo>
                      <a:pt x="24866" y="782"/>
                      <a:pt x="24499" y="511"/>
                      <a:pt x="24138" y="223"/>
                    </a:cubicBezTo>
                    <a:cubicBezTo>
                      <a:pt x="24070" y="172"/>
                      <a:pt x="24002" y="110"/>
                      <a:pt x="23929" y="60"/>
                    </a:cubicBezTo>
                    <a:cubicBezTo>
                      <a:pt x="23863" y="9"/>
                      <a:pt x="23792" y="1"/>
                      <a:pt x="23716" y="1"/>
                    </a:cubicBezTo>
                    <a:cubicBezTo>
                      <a:pt x="23681" y="1"/>
                      <a:pt x="23644" y="3"/>
                      <a:pt x="23607" y="3"/>
                    </a:cubicBezTo>
                    <a:lnTo>
                      <a:pt x="17152" y="3"/>
                    </a:lnTo>
                    <a:cubicBezTo>
                      <a:pt x="16949" y="3"/>
                      <a:pt x="16745" y="1"/>
                      <a:pt x="1654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891" name="Google Shape;891;p35"/>
            <p:cNvGrpSpPr/>
            <p:nvPr/>
          </p:nvGrpSpPr>
          <p:grpSpPr>
            <a:xfrm>
              <a:off x="-206863" y="2919174"/>
              <a:ext cx="1503024" cy="1913264"/>
              <a:chOff x="511450" y="3191125"/>
              <a:chExt cx="999750" cy="1272625"/>
            </a:xfrm>
          </p:grpSpPr>
          <p:sp>
            <p:nvSpPr>
              <p:cNvPr id="892" name="Google Shape;892;p35"/>
              <p:cNvSpPr/>
              <p:nvPr/>
            </p:nvSpPr>
            <p:spPr>
              <a:xfrm>
                <a:off x="511450" y="3757725"/>
                <a:ext cx="999750" cy="706025"/>
              </a:xfrm>
              <a:custGeom>
                <a:avLst/>
                <a:gdLst/>
                <a:ahLst/>
                <a:cxnLst/>
                <a:rect l="l" t="t" r="r" b="b"/>
                <a:pathLst>
                  <a:path w="39990" h="28241" extrusionOk="0">
                    <a:moveTo>
                      <a:pt x="23761" y="286"/>
                    </a:moveTo>
                    <a:cubicBezTo>
                      <a:pt x="24470" y="880"/>
                      <a:pt x="25239" y="1409"/>
                      <a:pt x="26018" y="1912"/>
                    </a:cubicBezTo>
                    <a:cubicBezTo>
                      <a:pt x="26831" y="2432"/>
                      <a:pt x="27667" y="2912"/>
                      <a:pt x="28531" y="3347"/>
                    </a:cubicBezTo>
                    <a:cubicBezTo>
                      <a:pt x="29417" y="3787"/>
                      <a:pt x="30315" y="4188"/>
                      <a:pt x="31168" y="4696"/>
                    </a:cubicBezTo>
                    <a:cubicBezTo>
                      <a:pt x="33393" y="6024"/>
                      <a:pt x="35426" y="7842"/>
                      <a:pt x="36668" y="10140"/>
                    </a:cubicBezTo>
                    <a:cubicBezTo>
                      <a:pt x="36877" y="10529"/>
                      <a:pt x="37080" y="10919"/>
                      <a:pt x="37199" y="11336"/>
                    </a:cubicBezTo>
                    <a:lnTo>
                      <a:pt x="37199" y="11336"/>
                    </a:lnTo>
                    <a:cubicBezTo>
                      <a:pt x="37199" y="11336"/>
                      <a:pt x="37199" y="11337"/>
                      <a:pt x="37199" y="11338"/>
                    </a:cubicBezTo>
                    <a:cubicBezTo>
                      <a:pt x="37199" y="11338"/>
                      <a:pt x="37199" y="11338"/>
                      <a:pt x="37199" y="11338"/>
                    </a:cubicBezTo>
                    <a:lnTo>
                      <a:pt x="37199" y="11338"/>
                    </a:lnTo>
                    <a:cubicBezTo>
                      <a:pt x="37199" y="11338"/>
                      <a:pt x="37200" y="11339"/>
                      <a:pt x="37200" y="11339"/>
                    </a:cubicBezTo>
                    <a:lnTo>
                      <a:pt x="37200" y="11339"/>
                    </a:lnTo>
                    <a:cubicBezTo>
                      <a:pt x="37482" y="12293"/>
                      <a:pt x="37696" y="13264"/>
                      <a:pt x="37905" y="14229"/>
                    </a:cubicBezTo>
                    <a:cubicBezTo>
                      <a:pt x="38470" y="16816"/>
                      <a:pt x="38888" y="19436"/>
                      <a:pt x="39198" y="22062"/>
                    </a:cubicBezTo>
                    <a:cubicBezTo>
                      <a:pt x="39430" y="24020"/>
                      <a:pt x="39597" y="25989"/>
                      <a:pt x="39694" y="27958"/>
                    </a:cubicBezTo>
                    <a:lnTo>
                      <a:pt x="295" y="27958"/>
                    </a:lnTo>
                    <a:cubicBezTo>
                      <a:pt x="479" y="24419"/>
                      <a:pt x="861" y="20886"/>
                      <a:pt x="1469" y="17392"/>
                    </a:cubicBezTo>
                    <a:cubicBezTo>
                      <a:pt x="1790" y="15517"/>
                      <a:pt x="2174" y="13647"/>
                      <a:pt x="2660" y="11806"/>
                    </a:cubicBezTo>
                    <a:cubicBezTo>
                      <a:pt x="2835" y="11163"/>
                      <a:pt x="3061" y="10598"/>
                      <a:pt x="3389" y="10011"/>
                    </a:cubicBezTo>
                    <a:cubicBezTo>
                      <a:pt x="4563" y="7910"/>
                      <a:pt x="6399" y="6216"/>
                      <a:pt x="8420" y="4945"/>
                    </a:cubicBezTo>
                    <a:cubicBezTo>
                      <a:pt x="9183" y="4465"/>
                      <a:pt x="9979" y="4041"/>
                      <a:pt x="10798" y="3663"/>
                    </a:cubicBezTo>
                    <a:cubicBezTo>
                      <a:pt x="11656" y="3262"/>
                      <a:pt x="12492" y="2816"/>
                      <a:pt x="13305" y="2330"/>
                    </a:cubicBezTo>
                    <a:cubicBezTo>
                      <a:pt x="14288" y="1732"/>
                      <a:pt x="15248" y="1082"/>
                      <a:pt x="16146" y="359"/>
                    </a:cubicBezTo>
                    <a:cubicBezTo>
                      <a:pt x="16172" y="333"/>
                      <a:pt x="16200" y="310"/>
                      <a:pt x="16229" y="286"/>
                    </a:cubicBezTo>
                    <a:close/>
                    <a:moveTo>
                      <a:pt x="16541" y="1"/>
                    </a:moveTo>
                    <a:cubicBezTo>
                      <a:pt x="16440" y="1"/>
                      <a:pt x="16338" y="2"/>
                      <a:pt x="16236" y="3"/>
                    </a:cubicBezTo>
                    <a:cubicBezTo>
                      <a:pt x="16078" y="9"/>
                      <a:pt x="15977" y="133"/>
                      <a:pt x="15852" y="229"/>
                    </a:cubicBezTo>
                    <a:cubicBezTo>
                      <a:pt x="14937" y="958"/>
                      <a:pt x="13955" y="1619"/>
                      <a:pt x="12944" y="2217"/>
                    </a:cubicBezTo>
                    <a:cubicBezTo>
                      <a:pt x="11414" y="3121"/>
                      <a:pt x="9753" y="3765"/>
                      <a:pt x="8251" y="4719"/>
                    </a:cubicBezTo>
                    <a:cubicBezTo>
                      <a:pt x="6286" y="5961"/>
                      <a:pt x="4501" y="7588"/>
                      <a:pt x="3304" y="9598"/>
                    </a:cubicBezTo>
                    <a:cubicBezTo>
                      <a:pt x="2954" y="10186"/>
                      <a:pt x="2643" y="10801"/>
                      <a:pt x="2463" y="11462"/>
                    </a:cubicBezTo>
                    <a:cubicBezTo>
                      <a:pt x="2056" y="12936"/>
                      <a:pt x="1734" y="14444"/>
                      <a:pt x="1446" y="15946"/>
                    </a:cubicBezTo>
                    <a:cubicBezTo>
                      <a:pt x="859" y="19018"/>
                      <a:pt x="446" y="22124"/>
                      <a:pt x="192" y="25241"/>
                    </a:cubicBezTo>
                    <a:cubicBezTo>
                      <a:pt x="113" y="26196"/>
                      <a:pt x="51" y="27145"/>
                      <a:pt x="6" y="28099"/>
                    </a:cubicBezTo>
                    <a:cubicBezTo>
                      <a:pt x="0" y="28178"/>
                      <a:pt x="74" y="28240"/>
                      <a:pt x="147" y="28240"/>
                    </a:cubicBezTo>
                    <a:lnTo>
                      <a:pt x="39842" y="28240"/>
                    </a:lnTo>
                    <a:cubicBezTo>
                      <a:pt x="39921" y="28240"/>
                      <a:pt x="39989" y="28178"/>
                      <a:pt x="39983" y="28099"/>
                    </a:cubicBezTo>
                    <a:cubicBezTo>
                      <a:pt x="39820" y="24739"/>
                      <a:pt x="39464" y="21384"/>
                      <a:pt x="38922" y="18058"/>
                    </a:cubicBezTo>
                    <a:cubicBezTo>
                      <a:pt x="38600" y="16098"/>
                      <a:pt x="38216" y="14150"/>
                      <a:pt x="37730" y="12224"/>
                    </a:cubicBezTo>
                    <a:cubicBezTo>
                      <a:pt x="37645" y="11902"/>
                      <a:pt x="37566" y="11580"/>
                      <a:pt x="37470" y="11264"/>
                    </a:cubicBezTo>
                    <a:cubicBezTo>
                      <a:pt x="37391" y="10988"/>
                      <a:pt x="37273" y="10722"/>
                      <a:pt x="37148" y="10462"/>
                    </a:cubicBezTo>
                    <a:cubicBezTo>
                      <a:pt x="36832" y="9785"/>
                      <a:pt x="36426" y="9146"/>
                      <a:pt x="35974" y="8542"/>
                    </a:cubicBezTo>
                    <a:cubicBezTo>
                      <a:pt x="34308" y="6323"/>
                      <a:pt x="31992" y="4663"/>
                      <a:pt x="29496" y="3494"/>
                    </a:cubicBezTo>
                    <a:cubicBezTo>
                      <a:pt x="28011" y="2793"/>
                      <a:pt x="26582" y="1991"/>
                      <a:pt x="25238" y="1048"/>
                    </a:cubicBezTo>
                    <a:cubicBezTo>
                      <a:pt x="24866" y="788"/>
                      <a:pt x="24493" y="517"/>
                      <a:pt x="24137" y="229"/>
                    </a:cubicBezTo>
                    <a:cubicBezTo>
                      <a:pt x="24069" y="173"/>
                      <a:pt x="24001" y="111"/>
                      <a:pt x="23928" y="60"/>
                    </a:cubicBezTo>
                    <a:cubicBezTo>
                      <a:pt x="23862" y="10"/>
                      <a:pt x="23791" y="2"/>
                      <a:pt x="23715" y="2"/>
                    </a:cubicBezTo>
                    <a:cubicBezTo>
                      <a:pt x="23680" y="2"/>
                      <a:pt x="23644" y="3"/>
                      <a:pt x="23606" y="3"/>
                    </a:cubicBezTo>
                    <a:lnTo>
                      <a:pt x="17151" y="3"/>
                    </a:lnTo>
                    <a:cubicBezTo>
                      <a:pt x="16948" y="3"/>
                      <a:pt x="16745" y="1"/>
                      <a:pt x="16541"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3" name="Google Shape;893;p35"/>
              <p:cNvSpPr/>
              <p:nvPr/>
            </p:nvSpPr>
            <p:spPr>
              <a:xfrm>
                <a:off x="916775" y="3306225"/>
                <a:ext cx="335625" cy="458650"/>
              </a:xfrm>
              <a:custGeom>
                <a:avLst/>
                <a:gdLst/>
                <a:ahLst/>
                <a:cxnLst/>
                <a:rect l="l" t="t" r="r" b="b"/>
                <a:pathLst>
                  <a:path w="13425" h="18346" extrusionOk="0">
                    <a:moveTo>
                      <a:pt x="10560" y="355"/>
                    </a:moveTo>
                    <a:cubicBezTo>
                      <a:pt x="11145" y="1137"/>
                      <a:pt x="11448" y="2090"/>
                      <a:pt x="11448" y="3064"/>
                    </a:cubicBezTo>
                    <a:cubicBezTo>
                      <a:pt x="11448" y="3635"/>
                      <a:pt x="11448" y="4205"/>
                      <a:pt x="11448" y="4775"/>
                    </a:cubicBezTo>
                    <a:cubicBezTo>
                      <a:pt x="11448" y="4979"/>
                      <a:pt x="11437" y="5182"/>
                      <a:pt x="11448" y="5385"/>
                    </a:cubicBezTo>
                    <a:cubicBezTo>
                      <a:pt x="11454" y="5464"/>
                      <a:pt x="11487" y="5493"/>
                      <a:pt x="11544" y="5538"/>
                    </a:cubicBezTo>
                    <a:cubicBezTo>
                      <a:pt x="11634" y="5605"/>
                      <a:pt x="11725" y="5679"/>
                      <a:pt x="11809" y="5747"/>
                    </a:cubicBezTo>
                    <a:cubicBezTo>
                      <a:pt x="12075" y="5956"/>
                      <a:pt x="12335" y="6159"/>
                      <a:pt x="12594" y="6368"/>
                    </a:cubicBezTo>
                    <a:cubicBezTo>
                      <a:pt x="12758" y="6498"/>
                      <a:pt x="12984" y="6628"/>
                      <a:pt x="13046" y="6842"/>
                    </a:cubicBezTo>
                    <a:cubicBezTo>
                      <a:pt x="13097" y="7023"/>
                      <a:pt x="13024" y="7215"/>
                      <a:pt x="12888" y="7339"/>
                    </a:cubicBezTo>
                    <a:cubicBezTo>
                      <a:pt x="12764" y="7452"/>
                      <a:pt x="12600" y="7486"/>
                      <a:pt x="12436" y="7486"/>
                    </a:cubicBezTo>
                    <a:lnTo>
                      <a:pt x="11567" y="7486"/>
                    </a:lnTo>
                    <a:cubicBezTo>
                      <a:pt x="11487" y="7486"/>
                      <a:pt x="11431" y="7554"/>
                      <a:pt x="11425" y="7627"/>
                    </a:cubicBezTo>
                    <a:cubicBezTo>
                      <a:pt x="11267" y="9400"/>
                      <a:pt x="10302" y="11044"/>
                      <a:pt x="8833" y="12043"/>
                    </a:cubicBezTo>
                    <a:cubicBezTo>
                      <a:pt x="8421" y="12320"/>
                      <a:pt x="7975" y="12552"/>
                      <a:pt x="7506" y="12721"/>
                    </a:cubicBezTo>
                    <a:cubicBezTo>
                      <a:pt x="7450" y="12744"/>
                      <a:pt x="7404" y="12789"/>
                      <a:pt x="7404" y="12857"/>
                    </a:cubicBezTo>
                    <a:lnTo>
                      <a:pt x="7404" y="14664"/>
                    </a:lnTo>
                    <a:lnTo>
                      <a:pt x="7404" y="17550"/>
                    </a:lnTo>
                    <a:lnTo>
                      <a:pt x="7404" y="18063"/>
                    </a:lnTo>
                    <a:lnTo>
                      <a:pt x="283" y="18063"/>
                    </a:lnTo>
                    <a:lnTo>
                      <a:pt x="283" y="16522"/>
                    </a:lnTo>
                    <a:lnTo>
                      <a:pt x="283" y="13834"/>
                    </a:lnTo>
                    <a:lnTo>
                      <a:pt x="283" y="13218"/>
                    </a:lnTo>
                    <a:lnTo>
                      <a:pt x="283" y="11563"/>
                    </a:lnTo>
                    <a:lnTo>
                      <a:pt x="283" y="10643"/>
                    </a:lnTo>
                    <a:lnTo>
                      <a:pt x="283" y="8480"/>
                    </a:lnTo>
                    <a:lnTo>
                      <a:pt x="283" y="6221"/>
                    </a:lnTo>
                    <a:lnTo>
                      <a:pt x="283" y="5425"/>
                    </a:lnTo>
                    <a:cubicBezTo>
                      <a:pt x="283" y="5353"/>
                      <a:pt x="288" y="5278"/>
                      <a:pt x="290" y="5204"/>
                    </a:cubicBezTo>
                    <a:lnTo>
                      <a:pt x="290" y="5204"/>
                    </a:lnTo>
                    <a:cubicBezTo>
                      <a:pt x="583" y="5290"/>
                      <a:pt x="878" y="5370"/>
                      <a:pt x="1175" y="5430"/>
                    </a:cubicBezTo>
                    <a:cubicBezTo>
                      <a:pt x="1435" y="5487"/>
                      <a:pt x="1712" y="5543"/>
                      <a:pt x="1983" y="5543"/>
                    </a:cubicBezTo>
                    <a:cubicBezTo>
                      <a:pt x="2056" y="5543"/>
                      <a:pt x="2119" y="5476"/>
                      <a:pt x="2124" y="5402"/>
                    </a:cubicBezTo>
                    <a:cubicBezTo>
                      <a:pt x="2135" y="4933"/>
                      <a:pt x="2152" y="4465"/>
                      <a:pt x="2164" y="4002"/>
                    </a:cubicBezTo>
                    <a:cubicBezTo>
                      <a:pt x="2192" y="3262"/>
                      <a:pt x="2215" y="2516"/>
                      <a:pt x="2237" y="1777"/>
                    </a:cubicBezTo>
                    <a:cubicBezTo>
                      <a:pt x="2241" y="1658"/>
                      <a:pt x="2245" y="1536"/>
                      <a:pt x="2249" y="1416"/>
                    </a:cubicBezTo>
                    <a:lnTo>
                      <a:pt x="2249" y="1416"/>
                    </a:lnTo>
                    <a:cubicBezTo>
                      <a:pt x="3183" y="1496"/>
                      <a:pt x="4132" y="1554"/>
                      <a:pt x="5078" y="1554"/>
                    </a:cubicBezTo>
                    <a:cubicBezTo>
                      <a:pt x="6103" y="1554"/>
                      <a:pt x="7126" y="1486"/>
                      <a:pt x="8127" y="1302"/>
                    </a:cubicBezTo>
                    <a:cubicBezTo>
                      <a:pt x="8907" y="1161"/>
                      <a:pt x="9754" y="952"/>
                      <a:pt x="10403" y="478"/>
                    </a:cubicBezTo>
                    <a:cubicBezTo>
                      <a:pt x="10458" y="440"/>
                      <a:pt x="10509" y="399"/>
                      <a:pt x="10560" y="355"/>
                    </a:cubicBezTo>
                    <a:close/>
                    <a:moveTo>
                      <a:pt x="10570" y="1"/>
                    </a:moveTo>
                    <a:cubicBezTo>
                      <a:pt x="10532" y="1"/>
                      <a:pt x="10494" y="15"/>
                      <a:pt x="10471" y="43"/>
                    </a:cubicBezTo>
                    <a:cubicBezTo>
                      <a:pt x="10463" y="52"/>
                      <a:pt x="10457" y="59"/>
                      <a:pt x="10453" y="65"/>
                    </a:cubicBezTo>
                    <a:lnTo>
                      <a:pt x="10453" y="65"/>
                    </a:lnTo>
                    <a:cubicBezTo>
                      <a:pt x="10457" y="60"/>
                      <a:pt x="10460" y="55"/>
                      <a:pt x="10460" y="55"/>
                    </a:cubicBezTo>
                    <a:cubicBezTo>
                      <a:pt x="10459" y="55"/>
                      <a:pt x="10457" y="56"/>
                      <a:pt x="10454" y="60"/>
                    </a:cubicBezTo>
                    <a:cubicBezTo>
                      <a:pt x="10443" y="71"/>
                      <a:pt x="10431" y="82"/>
                      <a:pt x="10420" y="94"/>
                    </a:cubicBezTo>
                    <a:cubicBezTo>
                      <a:pt x="10381" y="138"/>
                      <a:pt x="10332" y="177"/>
                      <a:pt x="10287" y="216"/>
                    </a:cubicBezTo>
                    <a:lnTo>
                      <a:pt x="10287" y="216"/>
                    </a:lnTo>
                    <a:cubicBezTo>
                      <a:pt x="10276" y="224"/>
                      <a:pt x="10261" y="236"/>
                      <a:pt x="10256" y="241"/>
                    </a:cubicBezTo>
                    <a:cubicBezTo>
                      <a:pt x="10234" y="252"/>
                      <a:pt x="10217" y="263"/>
                      <a:pt x="10194" y="280"/>
                    </a:cubicBezTo>
                    <a:cubicBezTo>
                      <a:pt x="10149" y="314"/>
                      <a:pt x="10098" y="342"/>
                      <a:pt x="10047" y="376"/>
                    </a:cubicBezTo>
                    <a:cubicBezTo>
                      <a:pt x="9912" y="449"/>
                      <a:pt x="9771" y="517"/>
                      <a:pt x="9630" y="579"/>
                    </a:cubicBezTo>
                    <a:cubicBezTo>
                      <a:pt x="9596" y="596"/>
                      <a:pt x="9584" y="602"/>
                      <a:pt x="9528" y="625"/>
                    </a:cubicBezTo>
                    <a:cubicBezTo>
                      <a:pt x="9477" y="641"/>
                      <a:pt x="9426" y="664"/>
                      <a:pt x="9381" y="681"/>
                    </a:cubicBezTo>
                    <a:cubicBezTo>
                      <a:pt x="9274" y="721"/>
                      <a:pt x="9172" y="754"/>
                      <a:pt x="9065" y="788"/>
                    </a:cubicBezTo>
                    <a:cubicBezTo>
                      <a:pt x="8805" y="867"/>
                      <a:pt x="8540" y="930"/>
                      <a:pt x="8280" y="986"/>
                    </a:cubicBezTo>
                    <a:cubicBezTo>
                      <a:pt x="7534" y="1138"/>
                      <a:pt x="6772" y="1212"/>
                      <a:pt x="6015" y="1240"/>
                    </a:cubicBezTo>
                    <a:cubicBezTo>
                      <a:pt x="5681" y="1255"/>
                      <a:pt x="5347" y="1261"/>
                      <a:pt x="5012" y="1261"/>
                    </a:cubicBezTo>
                    <a:cubicBezTo>
                      <a:pt x="4044" y="1261"/>
                      <a:pt x="3074" y="1205"/>
                      <a:pt x="2113" y="1122"/>
                    </a:cubicBezTo>
                    <a:cubicBezTo>
                      <a:pt x="2108" y="1121"/>
                      <a:pt x="2103" y="1120"/>
                      <a:pt x="2098" y="1120"/>
                    </a:cubicBezTo>
                    <a:cubicBezTo>
                      <a:pt x="2026" y="1120"/>
                      <a:pt x="1972" y="1194"/>
                      <a:pt x="1972" y="1263"/>
                    </a:cubicBezTo>
                    <a:cubicBezTo>
                      <a:pt x="1955" y="1726"/>
                      <a:pt x="1943" y="2195"/>
                      <a:pt x="1927" y="2663"/>
                    </a:cubicBezTo>
                    <a:cubicBezTo>
                      <a:pt x="1904" y="3403"/>
                      <a:pt x="1881" y="4143"/>
                      <a:pt x="1859" y="4888"/>
                    </a:cubicBezTo>
                    <a:lnTo>
                      <a:pt x="1847" y="5256"/>
                    </a:lnTo>
                    <a:lnTo>
                      <a:pt x="1847" y="5256"/>
                    </a:lnTo>
                    <a:cubicBezTo>
                      <a:pt x="1632" y="5241"/>
                      <a:pt x="1419" y="5196"/>
                      <a:pt x="1209" y="5154"/>
                    </a:cubicBezTo>
                    <a:cubicBezTo>
                      <a:pt x="859" y="5075"/>
                      <a:pt x="520" y="4979"/>
                      <a:pt x="182" y="4871"/>
                    </a:cubicBezTo>
                    <a:cubicBezTo>
                      <a:pt x="169" y="4867"/>
                      <a:pt x="156" y="4866"/>
                      <a:pt x="144" y="4866"/>
                    </a:cubicBezTo>
                    <a:cubicBezTo>
                      <a:pt x="67" y="4866"/>
                      <a:pt x="1" y="4934"/>
                      <a:pt x="1" y="5007"/>
                    </a:cubicBezTo>
                    <a:lnTo>
                      <a:pt x="1" y="5995"/>
                    </a:lnTo>
                    <a:lnTo>
                      <a:pt x="1" y="8186"/>
                    </a:lnTo>
                    <a:lnTo>
                      <a:pt x="1" y="10423"/>
                    </a:lnTo>
                    <a:lnTo>
                      <a:pt x="1" y="11546"/>
                    </a:lnTo>
                    <a:lnTo>
                      <a:pt x="1" y="13150"/>
                    </a:lnTo>
                    <a:lnTo>
                      <a:pt x="1" y="13218"/>
                    </a:lnTo>
                    <a:lnTo>
                      <a:pt x="1" y="14907"/>
                    </a:lnTo>
                    <a:lnTo>
                      <a:pt x="1" y="17589"/>
                    </a:lnTo>
                    <a:lnTo>
                      <a:pt x="1" y="18205"/>
                    </a:lnTo>
                    <a:cubicBezTo>
                      <a:pt x="1" y="18284"/>
                      <a:pt x="63" y="18346"/>
                      <a:pt x="142" y="18346"/>
                    </a:cubicBezTo>
                    <a:lnTo>
                      <a:pt x="7546" y="18346"/>
                    </a:lnTo>
                    <a:cubicBezTo>
                      <a:pt x="7575" y="18346"/>
                      <a:pt x="7600" y="18338"/>
                      <a:pt x="7620" y="18326"/>
                    </a:cubicBezTo>
                    <a:lnTo>
                      <a:pt x="7620" y="18326"/>
                    </a:lnTo>
                    <a:cubicBezTo>
                      <a:pt x="7659" y="18304"/>
                      <a:pt x="7687" y="18264"/>
                      <a:pt x="7687" y="18205"/>
                    </a:cubicBezTo>
                    <a:lnTo>
                      <a:pt x="7687" y="16398"/>
                    </a:lnTo>
                    <a:lnTo>
                      <a:pt x="7687" y="13517"/>
                    </a:lnTo>
                    <a:lnTo>
                      <a:pt x="7687" y="12954"/>
                    </a:lnTo>
                    <a:lnTo>
                      <a:pt x="7687" y="12954"/>
                    </a:lnTo>
                    <a:cubicBezTo>
                      <a:pt x="9390" y="12299"/>
                      <a:pt x="10754" y="10919"/>
                      <a:pt x="11369" y="9197"/>
                    </a:cubicBezTo>
                    <a:cubicBezTo>
                      <a:pt x="11534" y="8734"/>
                      <a:pt x="11642" y="8256"/>
                      <a:pt x="11694" y="7768"/>
                    </a:cubicBezTo>
                    <a:lnTo>
                      <a:pt x="12402" y="7768"/>
                    </a:lnTo>
                    <a:cubicBezTo>
                      <a:pt x="12781" y="7768"/>
                      <a:pt x="13137" y="7616"/>
                      <a:pt x="13283" y="7249"/>
                    </a:cubicBezTo>
                    <a:cubicBezTo>
                      <a:pt x="13425" y="6916"/>
                      <a:pt x="13295" y="6566"/>
                      <a:pt x="13018" y="6345"/>
                    </a:cubicBezTo>
                    <a:cubicBezTo>
                      <a:pt x="12786" y="6165"/>
                      <a:pt x="12555" y="5984"/>
                      <a:pt x="12323" y="5797"/>
                    </a:cubicBezTo>
                    <a:cubicBezTo>
                      <a:pt x="12127" y="5639"/>
                      <a:pt x="11927" y="5485"/>
                      <a:pt x="11730" y="5327"/>
                    </a:cubicBezTo>
                    <a:lnTo>
                      <a:pt x="11730" y="5327"/>
                    </a:lnTo>
                    <a:lnTo>
                      <a:pt x="11730" y="3838"/>
                    </a:lnTo>
                    <a:cubicBezTo>
                      <a:pt x="11730" y="3143"/>
                      <a:pt x="11753" y="2460"/>
                      <a:pt x="11567" y="1777"/>
                    </a:cubicBezTo>
                    <a:cubicBezTo>
                      <a:pt x="11391" y="1144"/>
                      <a:pt x="11081" y="557"/>
                      <a:pt x="10669" y="43"/>
                    </a:cubicBezTo>
                    <a:cubicBezTo>
                      <a:pt x="10646" y="15"/>
                      <a:pt x="10608" y="1"/>
                      <a:pt x="10570"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4" name="Google Shape;894;p35"/>
              <p:cNvSpPr/>
              <p:nvPr/>
            </p:nvSpPr>
            <p:spPr>
              <a:xfrm>
                <a:off x="748200" y="3191125"/>
                <a:ext cx="458600" cy="407500"/>
              </a:xfrm>
              <a:custGeom>
                <a:avLst/>
                <a:gdLst/>
                <a:ahLst/>
                <a:cxnLst/>
                <a:rect l="l" t="t" r="r" b="b"/>
                <a:pathLst>
                  <a:path w="18344" h="16300" extrusionOk="0">
                    <a:moveTo>
                      <a:pt x="17197" y="4664"/>
                    </a:moveTo>
                    <a:cubicBezTo>
                      <a:pt x="17188" y="4677"/>
                      <a:pt x="17183" y="4681"/>
                      <a:pt x="17183" y="4681"/>
                    </a:cubicBezTo>
                    <a:cubicBezTo>
                      <a:pt x="17182" y="4681"/>
                      <a:pt x="17188" y="4673"/>
                      <a:pt x="17197" y="4664"/>
                    </a:cubicBezTo>
                    <a:close/>
                    <a:moveTo>
                      <a:pt x="17035" y="4812"/>
                    </a:moveTo>
                    <a:cubicBezTo>
                      <a:pt x="17033" y="4813"/>
                      <a:pt x="17031" y="4814"/>
                      <a:pt x="17028" y="4816"/>
                    </a:cubicBezTo>
                    <a:cubicBezTo>
                      <a:pt x="17030" y="4815"/>
                      <a:pt x="17033" y="4814"/>
                      <a:pt x="17035" y="4812"/>
                    </a:cubicBezTo>
                    <a:close/>
                    <a:moveTo>
                      <a:pt x="8794" y="286"/>
                    </a:moveTo>
                    <a:cubicBezTo>
                      <a:pt x="8833" y="286"/>
                      <a:pt x="8873" y="287"/>
                      <a:pt x="8912" y="287"/>
                    </a:cubicBezTo>
                    <a:cubicBezTo>
                      <a:pt x="9720" y="293"/>
                      <a:pt x="10544" y="394"/>
                      <a:pt x="11307" y="660"/>
                    </a:cubicBezTo>
                    <a:cubicBezTo>
                      <a:pt x="11561" y="750"/>
                      <a:pt x="11815" y="858"/>
                      <a:pt x="12030" y="1021"/>
                    </a:cubicBezTo>
                    <a:cubicBezTo>
                      <a:pt x="12346" y="1258"/>
                      <a:pt x="12685" y="1456"/>
                      <a:pt x="13063" y="1580"/>
                    </a:cubicBezTo>
                    <a:cubicBezTo>
                      <a:pt x="13442" y="1705"/>
                      <a:pt x="13843" y="1750"/>
                      <a:pt x="14238" y="1784"/>
                    </a:cubicBezTo>
                    <a:cubicBezTo>
                      <a:pt x="14769" y="1829"/>
                      <a:pt x="15300" y="1846"/>
                      <a:pt x="15830" y="1885"/>
                    </a:cubicBezTo>
                    <a:cubicBezTo>
                      <a:pt x="16175" y="1908"/>
                      <a:pt x="16519" y="1936"/>
                      <a:pt x="16857" y="1970"/>
                    </a:cubicBezTo>
                    <a:lnTo>
                      <a:pt x="16857" y="1970"/>
                    </a:lnTo>
                    <a:cubicBezTo>
                      <a:pt x="16857" y="1970"/>
                      <a:pt x="16858" y="1970"/>
                      <a:pt x="16858" y="1970"/>
                    </a:cubicBezTo>
                    <a:cubicBezTo>
                      <a:pt x="17304" y="2015"/>
                      <a:pt x="17863" y="2162"/>
                      <a:pt x="17988" y="2636"/>
                    </a:cubicBezTo>
                    <a:cubicBezTo>
                      <a:pt x="18089" y="2992"/>
                      <a:pt x="17942" y="3404"/>
                      <a:pt x="17784" y="3738"/>
                    </a:cubicBezTo>
                    <a:cubicBezTo>
                      <a:pt x="17638" y="4037"/>
                      <a:pt x="17457" y="4319"/>
                      <a:pt x="17259" y="4590"/>
                    </a:cubicBezTo>
                    <a:cubicBezTo>
                      <a:pt x="17253" y="4596"/>
                      <a:pt x="17242" y="4607"/>
                      <a:pt x="17237" y="4613"/>
                    </a:cubicBezTo>
                    <a:cubicBezTo>
                      <a:pt x="17235" y="4616"/>
                      <a:pt x="17234" y="4617"/>
                      <a:pt x="17234" y="4617"/>
                    </a:cubicBezTo>
                    <a:cubicBezTo>
                      <a:pt x="17235" y="4617"/>
                      <a:pt x="17245" y="4603"/>
                      <a:pt x="17247" y="4603"/>
                    </a:cubicBezTo>
                    <a:cubicBezTo>
                      <a:pt x="17247" y="4603"/>
                      <a:pt x="17246" y="4606"/>
                      <a:pt x="17242" y="4613"/>
                    </a:cubicBezTo>
                    <a:cubicBezTo>
                      <a:pt x="17231" y="4624"/>
                      <a:pt x="17225" y="4636"/>
                      <a:pt x="17214" y="4641"/>
                    </a:cubicBezTo>
                    <a:cubicBezTo>
                      <a:pt x="17207" y="4650"/>
                      <a:pt x="17202" y="4658"/>
                      <a:pt x="17197" y="4664"/>
                    </a:cubicBezTo>
                    <a:lnTo>
                      <a:pt x="17197" y="4664"/>
                    </a:lnTo>
                    <a:cubicBezTo>
                      <a:pt x="17183" y="4679"/>
                      <a:pt x="17173" y="4693"/>
                      <a:pt x="17157" y="4703"/>
                    </a:cubicBezTo>
                    <a:cubicBezTo>
                      <a:pt x="17129" y="4737"/>
                      <a:pt x="17095" y="4765"/>
                      <a:pt x="17061" y="4794"/>
                    </a:cubicBezTo>
                    <a:cubicBezTo>
                      <a:pt x="17053" y="4798"/>
                      <a:pt x="17044" y="4806"/>
                      <a:pt x="17035" y="4812"/>
                    </a:cubicBezTo>
                    <a:lnTo>
                      <a:pt x="17035" y="4812"/>
                    </a:lnTo>
                    <a:cubicBezTo>
                      <a:pt x="17040" y="4809"/>
                      <a:pt x="17042" y="4808"/>
                      <a:pt x="17042" y="4808"/>
                    </a:cubicBezTo>
                    <a:cubicBezTo>
                      <a:pt x="17043" y="4808"/>
                      <a:pt x="17031" y="4817"/>
                      <a:pt x="17016" y="4828"/>
                    </a:cubicBezTo>
                    <a:cubicBezTo>
                      <a:pt x="16988" y="4850"/>
                      <a:pt x="16960" y="4873"/>
                      <a:pt x="16926" y="4890"/>
                    </a:cubicBezTo>
                    <a:cubicBezTo>
                      <a:pt x="16751" y="5008"/>
                      <a:pt x="16565" y="5104"/>
                      <a:pt x="16373" y="5183"/>
                    </a:cubicBezTo>
                    <a:cubicBezTo>
                      <a:pt x="16339" y="5200"/>
                      <a:pt x="16350" y="5195"/>
                      <a:pt x="16299" y="5217"/>
                    </a:cubicBezTo>
                    <a:cubicBezTo>
                      <a:pt x="16265" y="5229"/>
                      <a:pt x="16231" y="5245"/>
                      <a:pt x="16197" y="5257"/>
                    </a:cubicBezTo>
                    <a:cubicBezTo>
                      <a:pt x="16124" y="5285"/>
                      <a:pt x="16051" y="5313"/>
                      <a:pt x="15972" y="5336"/>
                    </a:cubicBezTo>
                    <a:cubicBezTo>
                      <a:pt x="15802" y="5392"/>
                      <a:pt x="15627" y="5443"/>
                      <a:pt x="15452" y="5488"/>
                    </a:cubicBezTo>
                    <a:cubicBezTo>
                      <a:pt x="15000" y="5607"/>
                      <a:pt x="14537" y="5686"/>
                      <a:pt x="14074" y="5742"/>
                    </a:cubicBezTo>
                    <a:cubicBezTo>
                      <a:pt x="13324" y="5834"/>
                      <a:pt x="12567" y="5870"/>
                      <a:pt x="11809" y="5870"/>
                    </a:cubicBezTo>
                    <a:cubicBezTo>
                      <a:pt x="11066" y="5870"/>
                      <a:pt x="10323" y="5835"/>
                      <a:pt x="9584" y="5782"/>
                    </a:cubicBezTo>
                    <a:cubicBezTo>
                      <a:pt x="9342" y="5765"/>
                      <a:pt x="9099" y="5748"/>
                      <a:pt x="8856" y="5726"/>
                    </a:cubicBezTo>
                    <a:cubicBezTo>
                      <a:pt x="8851" y="5725"/>
                      <a:pt x="8846" y="5724"/>
                      <a:pt x="8841" y="5724"/>
                    </a:cubicBezTo>
                    <a:cubicBezTo>
                      <a:pt x="8769" y="5724"/>
                      <a:pt x="8715" y="5798"/>
                      <a:pt x="8715" y="5867"/>
                    </a:cubicBezTo>
                    <a:cubicBezTo>
                      <a:pt x="8698" y="6330"/>
                      <a:pt x="8686" y="6799"/>
                      <a:pt x="8670" y="7267"/>
                    </a:cubicBezTo>
                    <a:cubicBezTo>
                      <a:pt x="8647" y="8007"/>
                      <a:pt x="8624" y="8747"/>
                      <a:pt x="8602" y="9492"/>
                    </a:cubicBezTo>
                    <a:lnTo>
                      <a:pt x="8590" y="9860"/>
                    </a:lnTo>
                    <a:lnTo>
                      <a:pt x="8590" y="9860"/>
                    </a:lnTo>
                    <a:cubicBezTo>
                      <a:pt x="8375" y="9845"/>
                      <a:pt x="8162" y="9800"/>
                      <a:pt x="7952" y="9758"/>
                    </a:cubicBezTo>
                    <a:cubicBezTo>
                      <a:pt x="7602" y="9679"/>
                      <a:pt x="7263" y="9583"/>
                      <a:pt x="6925" y="9475"/>
                    </a:cubicBezTo>
                    <a:cubicBezTo>
                      <a:pt x="6912" y="9471"/>
                      <a:pt x="6899" y="9470"/>
                      <a:pt x="6887" y="9470"/>
                    </a:cubicBezTo>
                    <a:cubicBezTo>
                      <a:pt x="6810" y="9470"/>
                      <a:pt x="6744" y="9538"/>
                      <a:pt x="6744" y="9611"/>
                    </a:cubicBezTo>
                    <a:lnTo>
                      <a:pt x="6744" y="11825"/>
                    </a:lnTo>
                    <a:lnTo>
                      <a:pt x="6744" y="15343"/>
                    </a:lnTo>
                    <a:lnTo>
                      <a:pt x="6744" y="15939"/>
                    </a:lnTo>
                    <a:lnTo>
                      <a:pt x="6744" y="15939"/>
                    </a:lnTo>
                    <a:cubicBezTo>
                      <a:pt x="6623" y="15884"/>
                      <a:pt x="6505" y="15824"/>
                      <a:pt x="6388" y="15761"/>
                    </a:cubicBezTo>
                    <a:cubicBezTo>
                      <a:pt x="5936" y="15512"/>
                      <a:pt x="5501" y="15219"/>
                      <a:pt x="5100" y="14891"/>
                    </a:cubicBezTo>
                    <a:cubicBezTo>
                      <a:pt x="5090" y="14883"/>
                      <a:pt x="5079" y="14876"/>
                      <a:pt x="5067" y="14871"/>
                    </a:cubicBezTo>
                    <a:lnTo>
                      <a:pt x="5067" y="14871"/>
                    </a:lnTo>
                    <a:cubicBezTo>
                      <a:pt x="5069" y="14870"/>
                      <a:pt x="5071" y="14869"/>
                      <a:pt x="5072" y="14869"/>
                    </a:cubicBezTo>
                    <a:cubicBezTo>
                      <a:pt x="4767" y="14682"/>
                      <a:pt x="4479" y="14473"/>
                      <a:pt x="4214" y="14242"/>
                    </a:cubicBezTo>
                    <a:cubicBezTo>
                      <a:pt x="4084" y="14129"/>
                      <a:pt x="3954" y="14004"/>
                      <a:pt x="3830" y="13880"/>
                    </a:cubicBezTo>
                    <a:cubicBezTo>
                      <a:pt x="3773" y="13824"/>
                      <a:pt x="3722" y="13756"/>
                      <a:pt x="3660" y="13705"/>
                    </a:cubicBezTo>
                    <a:cubicBezTo>
                      <a:pt x="3615" y="13660"/>
                      <a:pt x="3553" y="13632"/>
                      <a:pt x="3502" y="13598"/>
                    </a:cubicBezTo>
                    <a:cubicBezTo>
                      <a:pt x="3096" y="13344"/>
                      <a:pt x="2740" y="13011"/>
                      <a:pt x="2429" y="12649"/>
                    </a:cubicBezTo>
                    <a:cubicBezTo>
                      <a:pt x="1723" y="11836"/>
                      <a:pt x="1204" y="10853"/>
                      <a:pt x="854" y="9842"/>
                    </a:cubicBezTo>
                    <a:cubicBezTo>
                      <a:pt x="526" y="8894"/>
                      <a:pt x="317" y="7860"/>
                      <a:pt x="436" y="6861"/>
                    </a:cubicBezTo>
                    <a:cubicBezTo>
                      <a:pt x="492" y="6381"/>
                      <a:pt x="650" y="5912"/>
                      <a:pt x="893" y="5500"/>
                    </a:cubicBezTo>
                    <a:cubicBezTo>
                      <a:pt x="1108" y="5133"/>
                      <a:pt x="1407" y="4839"/>
                      <a:pt x="1752" y="4590"/>
                    </a:cubicBezTo>
                    <a:cubicBezTo>
                      <a:pt x="2113" y="4336"/>
                      <a:pt x="2497" y="4116"/>
                      <a:pt x="2853" y="3851"/>
                    </a:cubicBezTo>
                    <a:cubicBezTo>
                      <a:pt x="3327" y="3495"/>
                      <a:pt x="3745" y="3077"/>
                      <a:pt x="4101" y="2603"/>
                    </a:cubicBezTo>
                    <a:cubicBezTo>
                      <a:pt x="4287" y="2360"/>
                      <a:pt x="4434" y="2094"/>
                      <a:pt x="4626" y="1857"/>
                    </a:cubicBezTo>
                    <a:cubicBezTo>
                      <a:pt x="4762" y="1688"/>
                      <a:pt x="4914" y="1530"/>
                      <a:pt x="5083" y="1388"/>
                    </a:cubicBezTo>
                    <a:cubicBezTo>
                      <a:pt x="5411" y="1112"/>
                      <a:pt x="5795" y="897"/>
                      <a:pt x="6196" y="733"/>
                    </a:cubicBezTo>
                    <a:cubicBezTo>
                      <a:pt x="7018" y="409"/>
                      <a:pt x="7912" y="286"/>
                      <a:pt x="8794" y="286"/>
                    </a:cubicBezTo>
                    <a:close/>
                    <a:moveTo>
                      <a:pt x="8785" y="0"/>
                    </a:moveTo>
                    <a:cubicBezTo>
                      <a:pt x="8056" y="0"/>
                      <a:pt x="7319" y="87"/>
                      <a:pt x="6620" y="293"/>
                    </a:cubicBezTo>
                    <a:cubicBezTo>
                      <a:pt x="5739" y="553"/>
                      <a:pt x="4908" y="1016"/>
                      <a:pt x="4349" y="1755"/>
                    </a:cubicBezTo>
                    <a:cubicBezTo>
                      <a:pt x="4152" y="2015"/>
                      <a:pt x="3988" y="2303"/>
                      <a:pt x="3779" y="2557"/>
                    </a:cubicBezTo>
                    <a:cubicBezTo>
                      <a:pt x="3581" y="2806"/>
                      <a:pt x="3367" y="3037"/>
                      <a:pt x="3135" y="3252"/>
                    </a:cubicBezTo>
                    <a:cubicBezTo>
                      <a:pt x="2774" y="3585"/>
                      <a:pt x="2367" y="3851"/>
                      <a:pt x="1955" y="4116"/>
                    </a:cubicBezTo>
                    <a:cubicBezTo>
                      <a:pt x="1599" y="4348"/>
                      <a:pt x="1243" y="4590"/>
                      <a:pt x="967" y="4912"/>
                    </a:cubicBezTo>
                    <a:cubicBezTo>
                      <a:pt x="628" y="5302"/>
                      <a:pt x="402" y="5776"/>
                      <a:pt x="266" y="6268"/>
                    </a:cubicBezTo>
                    <a:cubicBezTo>
                      <a:pt x="1" y="7222"/>
                      <a:pt x="125" y="8267"/>
                      <a:pt x="368" y="9210"/>
                    </a:cubicBezTo>
                    <a:cubicBezTo>
                      <a:pt x="645" y="10283"/>
                      <a:pt x="1108" y="11316"/>
                      <a:pt x="1746" y="12226"/>
                    </a:cubicBezTo>
                    <a:cubicBezTo>
                      <a:pt x="2040" y="12649"/>
                      <a:pt x="2378" y="13056"/>
                      <a:pt x="2768" y="13400"/>
                    </a:cubicBezTo>
                    <a:cubicBezTo>
                      <a:pt x="2949" y="13558"/>
                      <a:pt x="3141" y="13705"/>
                      <a:pt x="3344" y="13835"/>
                    </a:cubicBezTo>
                    <a:cubicBezTo>
                      <a:pt x="3395" y="13869"/>
                      <a:pt x="3446" y="13897"/>
                      <a:pt x="3491" y="13931"/>
                    </a:cubicBezTo>
                    <a:cubicBezTo>
                      <a:pt x="3559" y="13993"/>
                      <a:pt x="3621" y="14072"/>
                      <a:pt x="3689" y="14134"/>
                    </a:cubicBezTo>
                    <a:cubicBezTo>
                      <a:pt x="3813" y="14259"/>
                      <a:pt x="3943" y="14383"/>
                      <a:pt x="4078" y="14496"/>
                    </a:cubicBezTo>
                    <a:cubicBezTo>
                      <a:pt x="4343" y="14721"/>
                      <a:pt x="4630" y="14930"/>
                      <a:pt x="4929" y="15110"/>
                    </a:cubicBezTo>
                    <a:lnTo>
                      <a:pt x="4929" y="15110"/>
                    </a:lnTo>
                    <a:cubicBezTo>
                      <a:pt x="5509" y="15582"/>
                      <a:pt x="6150" y="16019"/>
                      <a:pt x="6845" y="16292"/>
                    </a:cubicBezTo>
                    <a:cubicBezTo>
                      <a:pt x="6859" y="16297"/>
                      <a:pt x="6873" y="16299"/>
                      <a:pt x="6887" y="16299"/>
                    </a:cubicBezTo>
                    <a:cubicBezTo>
                      <a:pt x="6962" y="16299"/>
                      <a:pt x="7026" y="16228"/>
                      <a:pt x="7026" y="16156"/>
                    </a:cubicBezTo>
                    <a:lnTo>
                      <a:pt x="7026" y="13948"/>
                    </a:lnTo>
                    <a:lnTo>
                      <a:pt x="7026" y="10424"/>
                    </a:lnTo>
                    <a:lnTo>
                      <a:pt x="7026" y="9806"/>
                    </a:lnTo>
                    <a:lnTo>
                      <a:pt x="7026" y="9806"/>
                    </a:lnTo>
                    <a:cubicBezTo>
                      <a:pt x="7322" y="9893"/>
                      <a:pt x="7618" y="9973"/>
                      <a:pt x="7918" y="10034"/>
                    </a:cubicBezTo>
                    <a:cubicBezTo>
                      <a:pt x="8178" y="10091"/>
                      <a:pt x="8455" y="10147"/>
                      <a:pt x="8726" y="10147"/>
                    </a:cubicBezTo>
                    <a:cubicBezTo>
                      <a:pt x="8799" y="10147"/>
                      <a:pt x="8862" y="10080"/>
                      <a:pt x="8867" y="10006"/>
                    </a:cubicBezTo>
                    <a:cubicBezTo>
                      <a:pt x="8878" y="9537"/>
                      <a:pt x="8895" y="9069"/>
                      <a:pt x="8907" y="8606"/>
                    </a:cubicBezTo>
                    <a:cubicBezTo>
                      <a:pt x="8935" y="7866"/>
                      <a:pt x="8958" y="7120"/>
                      <a:pt x="8980" y="6381"/>
                    </a:cubicBezTo>
                    <a:cubicBezTo>
                      <a:pt x="8984" y="6262"/>
                      <a:pt x="8988" y="6140"/>
                      <a:pt x="8992" y="6020"/>
                    </a:cubicBezTo>
                    <a:lnTo>
                      <a:pt x="8992" y="6020"/>
                    </a:lnTo>
                    <a:cubicBezTo>
                      <a:pt x="9912" y="6100"/>
                      <a:pt x="10840" y="6154"/>
                      <a:pt x="11767" y="6154"/>
                    </a:cubicBezTo>
                    <a:cubicBezTo>
                      <a:pt x="12439" y="6154"/>
                      <a:pt x="13111" y="6126"/>
                      <a:pt x="13780" y="6059"/>
                    </a:cubicBezTo>
                    <a:cubicBezTo>
                      <a:pt x="14656" y="5968"/>
                      <a:pt x="15548" y="5822"/>
                      <a:pt x="16367" y="5494"/>
                    </a:cubicBezTo>
                    <a:cubicBezTo>
                      <a:pt x="16711" y="5353"/>
                      <a:pt x="17073" y="5183"/>
                      <a:pt x="17338" y="4924"/>
                    </a:cubicBezTo>
                    <a:cubicBezTo>
                      <a:pt x="17361" y="4907"/>
                      <a:pt x="17378" y="4884"/>
                      <a:pt x="17395" y="4867"/>
                    </a:cubicBezTo>
                    <a:cubicBezTo>
                      <a:pt x="17404" y="4857"/>
                      <a:pt x="17414" y="4844"/>
                      <a:pt x="17424" y="4833"/>
                    </a:cubicBezTo>
                    <a:lnTo>
                      <a:pt x="17424" y="4833"/>
                    </a:lnTo>
                    <a:cubicBezTo>
                      <a:pt x="17419" y="4838"/>
                      <a:pt x="17416" y="4842"/>
                      <a:pt x="17416" y="4842"/>
                    </a:cubicBezTo>
                    <a:lnTo>
                      <a:pt x="17416" y="4842"/>
                    </a:lnTo>
                    <a:cubicBezTo>
                      <a:pt x="17416" y="4842"/>
                      <a:pt x="17419" y="4838"/>
                      <a:pt x="17429" y="4828"/>
                    </a:cubicBezTo>
                    <a:lnTo>
                      <a:pt x="17429" y="4828"/>
                    </a:lnTo>
                    <a:cubicBezTo>
                      <a:pt x="17427" y="4829"/>
                      <a:pt x="17425" y="4831"/>
                      <a:pt x="17424" y="4833"/>
                    </a:cubicBezTo>
                    <a:lnTo>
                      <a:pt x="17424" y="4833"/>
                    </a:lnTo>
                    <a:cubicBezTo>
                      <a:pt x="17431" y="4823"/>
                      <a:pt x="17443" y="4807"/>
                      <a:pt x="17446" y="4799"/>
                    </a:cubicBezTo>
                    <a:cubicBezTo>
                      <a:pt x="17649" y="4545"/>
                      <a:pt x="17830" y="4269"/>
                      <a:pt x="17976" y="3980"/>
                    </a:cubicBezTo>
                    <a:cubicBezTo>
                      <a:pt x="18168" y="3608"/>
                      <a:pt x="18343" y="3167"/>
                      <a:pt x="18293" y="2738"/>
                    </a:cubicBezTo>
                    <a:cubicBezTo>
                      <a:pt x="18236" y="2224"/>
                      <a:pt x="17846" y="1914"/>
                      <a:pt x="17372" y="1778"/>
                    </a:cubicBezTo>
                    <a:cubicBezTo>
                      <a:pt x="17203" y="1733"/>
                      <a:pt x="17034" y="1705"/>
                      <a:pt x="16859" y="1688"/>
                    </a:cubicBezTo>
                    <a:lnTo>
                      <a:pt x="16859" y="1688"/>
                    </a:lnTo>
                    <a:cubicBezTo>
                      <a:pt x="16859" y="1688"/>
                      <a:pt x="16859" y="1688"/>
                      <a:pt x="16858" y="1688"/>
                    </a:cubicBezTo>
                    <a:cubicBezTo>
                      <a:pt x="16214" y="1626"/>
                      <a:pt x="15565" y="1586"/>
                      <a:pt x="14915" y="1546"/>
                    </a:cubicBezTo>
                    <a:cubicBezTo>
                      <a:pt x="14469" y="1524"/>
                      <a:pt x="14023" y="1501"/>
                      <a:pt x="13583" y="1417"/>
                    </a:cubicBezTo>
                    <a:cubicBezTo>
                      <a:pt x="13210" y="1349"/>
                      <a:pt x="12860" y="1225"/>
                      <a:pt x="12538" y="1027"/>
                    </a:cubicBezTo>
                    <a:cubicBezTo>
                      <a:pt x="12261" y="863"/>
                      <a:pt x="12030" y="654"/>
                      <a:pt x="11730" y="524"/>
                    </a:cubicBezTo>
                    <a:cubicBezTo>
                      <a:pt x="11008" y="208"/>
                      <a:pt x="10206" y="78"/>
                      <a:pt x="9421" y="22"/>
                    </a:cubicBezTo>
                    <a:cubicBezTo>
                      <a:pt x="9210" y="8"/>
                      <a:pt x="8998" y="0"/>
                      <a:pt x="8785"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895" name="Google Shape;895;p35"/>
            <p:cNvGrpSpPr/>
            <p:nvPr/>
          </p:nvGrpSpPr>
          <p:grpSpPr>
            <a:xfrm>
              <a:off x="4747000" y="2874936"/>
              <a:ext cx="1603800" cy="1957279"/>
              <a:chOff x="5687100" y="3067925"/>
              <a:chExt cx="999875" cy="1220325"/>
            </a:xfrm>
          </p:grpSpPr>
          <p:sp>
            <p:nvSpPr>
              <p:cNvPr id="896" name="Google Shape;896;p35"/>
              <p:cNvSpPr/>
              <p:nvPr/>
            </p:nvSpPr>
            <p:spPr>
              <a:xfrm>
                <a:off x="6088625" y="3125875"/>
                <a:ext cx="335625" cy="463525"/>
              </a:xfrm>
              <a:custGeom>
                <a:avLst/>
                <a:gdLst/>
                <a:ahLst/>
                <a:cxnLst/>
                <a:rect l="l" t="t" r="r" b="b"/>
                <a:pathLst>
                  <a:path w="13425" h="18541" extrusionOk="0">
                    <a:moveTo>
                      <a:pt x="2576" y="413"/>
                    </a:moveTo>
                    <a:cubicBezTo>
                      <a:pt x="4087" y="770"/>
                      <a:pt x="5639" y="1008"/>
                      <a:pt x="7193" y="1008"/>
                    </a:cubicBezTo>
                    <a:cubicBezTo>
                      <a:pt x="7286" y="1008"/>
                      <a:pt x="7379" y="1007"/>
                      <a:pt x="7472" y="1005"/>
                    </a:cubicBezTo>
                    <a:cubicBezTo>
                      <a:pt x="8387" y="988"/>
                      <a:pt x="9330" y="898"/>
                      <a:pt x="10211" y="621"/>
                    </a:cubicBezTo>
                    <a:cubicBezTo>
                      <a:pt x="10317" y="587"/>
                      <a:pt x="10427" y="553"/>
                      <a:pt x="10533" y="509"/>
                    </a:cubicBezTo>
                    <a:lnTo>
                      <a:pt x="10533" y="509"/>
                    </a:lnTo>
                    <a:cubicBezTo>
                      <a:pt x="11133" y="1297"/>
                      <a:pt x="11448" y="2259"/>
                      <a:pt x="11453" y="3247"/>
                    </a:cubicBezTo>
                    <a:cubicBezTo>
                      <a:pt x="11453" y="3812"/>
                      <a:pt x="11453" y="4377"/>
                      <a:pt x="11453" y="4941"/>
                    </a:cubicBezTo>
                    <a:cubicBezTo>
                      <a:pt x="11453" y="5150"/>
                      <a:pt x="11442" y="5365"/>
                      <a:pt x="11453" y="5574"/>
                    </a:cubicBezTo>
                    <a:cubicBezTo>
                      <a:pt x="11453" y="5647"/>
                      <a:pt x="11487" y="5681"/>
                      <a:pt x="11538" y="5726"/>
                    </a:cubicBezTo>
                    <a:lnTo>
                      <a:pt x="11815" y="5941"/>
                    </a:lnTo>
                    <a:lnTo>
                      <a:pt x="12594" y="6557"/>
                    </a:lnTo>
                    <a:cubicBezTo>
                      <a:pt x="12752" y="6686"/>
                      <a:pt x="12978" y="6816"/>
                      <a:pt x="13040" y="7020"/>
                    </a:cubicBezTo>
                    <a:cubicBezTo>
                      <a:pt x="13097" y="7200"/>
                      <a:pt x="13034" y="7392"/>
                      <a:pt x="12899" y="7522"/>
                    </a:cubicBezTo>
                    <a:cubicBezTo>
                      <a:pt x="12775" y="7641"/>
                      <a:pt x="12611" y="7675"/>
                      <a:pt x="12441" y="7675"/>
                    </a:cubicBezTo>
                    <a:cubicBezTo>
                      <a:pt x="12344" y="7677"/>
                      <a:pt x="12246" y="7677"/>
                      <a:pt x="12149" y="7677"/>
                    </a:cubicBezTo>
                    <a:cubicBezTo>
                      <a:pt x="11955" y="7677"/>
                      <a:pt x="11762" y="7675"/>
                      <a:pt x="11566" y="7675"/>
                    </a:cubicBezTo>
                    <a:cubicBezTo>
                      <a:pt x="11487" y="7675"/>
                      <a:pt x="11436" y="7743"/>
                      <a:pt x="11425" y="7816"/>
                    </a:cubicBezTo>
                    <a:cubicBezTo>
                      <a:pt x="11272" y="9589"/>
                      <a:pt x="10307" y="11233"/>
                      <a:pt x="8833" y="12232"/>
                    </a:cubicBezTo>
                    <a:cubicBezTo>
                      <a:pt x="8421" y="12515"/>
                      <a:pt x="7974" y="12740"/>
                      <a:pt x="7511" y="12910"/>
                    </a:cubicBezTo>
                    <a:cubicBezTo>
                      <a:pt x="7449" y="12932"/>
                      <a:pt x="7404" y="12983"/>
                      <a:pt x="7404" y="13045"/>
                    </a:cubicBezTo>
                    <a:lnTo>
                      <a:pt x="7404" y="14858"/>
                    </a:lnTo>
                    <a:lnTo>
                      <a:pt x="7404" y="17738"/>
                    </a:lnTo>
                    <a:lnTo>
                      <a:pt x="7404" y="18258"/>
                    </a:lnTo>
                    <a:lnTo>
                      <a:pt x="283" y="18258"/>
                    </a:lnTo>
                    <a:lnTo>
                      <a:pt x="283" y="16710"/>
                    </a:lnTo>
                    <a:lnTo>
                      <a:pt x="283" y="14022"/>
                    </a:lnTo>
                    <a:lnTo>
                      <a:pt x="283" y="13407"/>
                    </a:lnTo>
                    <a:lnTo>
                      <a:pt x="283" y="11746"/>
                    </a:lnTo>
                    <a:lnTo>
                      <a:pt x="283" y="10809"/>
                    </a:lnTo>
                    <a:lnTo>
                      <a:pt x="283" y="8618"/>
                    </a:lnTo>
                    <a:lnTo>
                      <a:pt x="283" y="6348"/>
                    </a:lnTo>
                    <a:lnTo>
                      <a:pt x="283" y="5534"/>
                    </a:lnTo>
                    <a:cubicBezTo>
                      <a:pt x="283" y="5446"/>
                      <a:pt x="290" y="5353"/>
                      <a:pt x="290" y="5262"/>
                    </a:cubicBezTo>
                    <a:lnTo>
                      <a:pt x="290" y="5262"/>
                    </a:lnTo>
                    <a:cubicBezTo>
                      <a:pt x="1181" y="5260"/>
                      <a:pt x="2087" y="4819"/>
                      <a:pt x="2649" y="4145"/>
                    </a:cubicBezTo>
                    <a:cubicBezTo>
                      <a:pt x="3276" y="3394"/>
                      <a:pt x="3496" y="2361"/>
                      <a:pt x="3180" y="1429"/>
                    </a:cubicBezTo>
                    <a:cubicBezTo>
                      <a:pt x="3050" y="1048"/>
                      <a:pt x="2842" y="706"/>
                      <a:pt x="2576" y="413"/>
                    </a:cubicBezTo>
                    <a:close/>
                    <a:moveTo>
                      <a:pt x="2079" y="1"/>
                    </a:moveTo>
                    <a:cubicBezTo>
                      <a:pt x="1944" y="1"/>
                      <a:pt x="1897" y="183"/>
                      <a:pt x="2011" y="265"/>
                    </a:cubicBezTo>
                    <a:cubicBezTo>
                      <a:pt x="2762" y="847"/>
                      <a:pt x="3180" y="1807"/>
                      <a:pt x="3005" y="2750"/>
                    </a:cubicBezTo>
                    <a:cubicBezTo>
                      <a:pt x="2858" y="3575"/>
                      <a:pt x="2310" y="4269"/>
                      <a:pt x="1570" y="4648"/>
                    </a:cubicBezTo>
                    <a:cubicBezTo>
                      <a:pt x="1180" y="4853"/>
                      <a:pt x="720" y="4979"/>
                      <a:pt x="275" y="4979"/>
                    </a:cubicBezTo>
                    <a:cubicBezTo>
                      <a:pt x="230" y="4979"/>
                      <a:pt x="186" y="4978"/>
                      <a:pt x="142" y="4975"/>
                    </a:cubicBezTo>
                    <a:cubicBezTo>
                      <a:pt x="139" y="4975"/>
                      <a:pt x="136" y="4975"/>
                      <a:pt x="134" y="4975"/>
                    </a:cubicBezTo>
                    <a:cubicBezTo>
                      <a:pt x="63" y="4975"/>
                      <a:pt x="0" y="5046"/>
                      <a:pt x="0" y="5117"/>
                    </a:cubicBezTo>
                    <a:lnTo>
                      <a:pt x="0" y="6116"/>
                    </a:lnTo>
                    <a:lnTo>
                      <a:pt x="0" y="8324"/>
                    </a:lnTo>
                    <a:lnTo>
                      <a:pt x="0" y="10589"/>
                    </a:lnTo>
                    <a:lnTo>
                      <a:pt x="0" y="11735"/>
                    </a:lnTo>
                    <a:lnTo>
                      <a:pt x="0" y="13339"/>
                    </a:lnTo>
                    <a:lnTo>
                      <a:pt x="0" y="13407"/>
                    </a:lnTo>
                    <a:lnTo>
                      <a:pt x="0" y="15095"/>
                    </a:lnTo>
                    <a:lnTo>
                      <a:pt x="0" y="17783"/>
                    </a:lnTo>
                    <a:lnTo>
                      <a:pt x="0" y="18399"/>
                    </a:lnTo>
                    <a:cubicBezTo>
                      <a:pt x="0" y="18472"/>
                      <a:pt x="68" y="18540"/>
                      <a:pt x="142" y="18540"/>
                    </a:cubicBezTo>
                    <a:lnTo>
                      <a:pt x="7545" y="18540"/>
                    </a:lnTo>
                    <a:cubicBezTo>
                      <a:pt x="7591" y="18540"/>
                      <a:pt x="7626" y="18522"/>
                      <a:pt x="7649" y="18494"/>
                    </a:cubicBezTo>
                    <a:lnTo>
                      <a:pt x="7649" y="18494"/>
                    </a:lnTo>
                    <a:cubicBezTo>
                      <a:pt x="7672" y="18472"/>
                      <a:pt x="7686" y="18440"/>
                      <a:pt x="7686" y="18399"/>
                    </a:cubicBezTo>
                    <a:lnTo>
                      <a:pt x="7686" y="16586"/>
                    </a:lnTo>
                    <a:lnTo>
                      <a:pt x="7686" y="13706"/>
                    </a:lnTo>
                    <a:lnTo>
                      <a:pt x="7686" y="13143"/>
                    </a:lnTo>
                    <a:lnTo>
                      <a:pt x="7686" y="13143"/>
                    </a:lnTo>
                    <a:cubicBezTo>
                      <a:pt x="9390" y="12494"/>
                      <a:pt x="10754" y="11114"/>
                      <a:pt x="11374" y="9386"/>
                    </a:cubicBezTo>
                    <a:cubicBezTo>
                      <a:pt x="11534" y="8922"/>
                      <a:pt x="11642" y="8445"/>
                      <a:pt x="11694" y="7957"/>
                    </a:cubicBezTo>
                    <a:lnTo>
                      <a:pt x="12408" y="7957"/>
                    </a:lnTo>
                    <a:cubicBezTo>
                      <a:pt x="12780" y="7957"/>
                      <a:pt x="13136" y="7805"/>
                      <a:pt x="13289" y="7438"/>
                    </a:cubicBezTo>
                    <a:cubicBezTo>
                      <a:pt x="13424" y="7104"/>
                      <a:pt x="13294" y="6760"/>
                      <a:pt x="13023" y="6540"/>
                    </a:cubicBezTo>
                    <a:cubicBezTo>
                      <a:pt x="12792" y="6353"/>
                      <a:pt x="12560" y="6173"/>
                      <a:pt x="12328" y="5986"/>
                    </a:cubicBezTo>
                    <a:cubicBezTo>
                      <a:pt x="12129" y="5834"/>
                      <a:pt x="11934" y="5677"/>
                      <a:pt x="11736" y="5524"/>
                    </a:cubicBezTo>
                    <a:lnTo>
                      <a:pt x="11736" y="5524"/>
                    </a:lnTo>
                    <a:lnTo>
                      <a:pt x="11736" y="4010"/>
                    </a:lnTo>
                    <a:cubicBezTo>
                      <a:pt x="11736" y="3309"/>
                      <a:pt x="11752" y="2615"/>
                      <a:pt x="11555" y="1931"/>
                    </a:cubicBezTo>
                    <a:cubicBezTo>
                      <a:pt x="11380" y="1299"/>
                      <a:pt x="11063" y="712"/>
                      <a:pt x="10646" y="203"/>
                    </a:cubicBezTo>
                    <a:cubicBezTo>
                      <a:pt x="10618" y="168"/>
                      <a:pt x="10585" y="154"/>
                      <a:pt x="10554" y="154"/>
                    </a:cubicBezTo>
                    <a:cubicBezTo>
                      <a:pt x="10500" y="154"/>
                      <a:pt x="10448" y="196"/>
                      <a:pt x="10425" y="251"/>
                    </a:cubicBezTo>
                    <a:lnTo>
                      <a:pt x="10425" y="251"/>
                    </a:lnTo>
                    <a:cubicBezTo>
                      <a:pt x="10354" y="277"/>
                      <a:pt x="10282" y="302"/>
                      <a:pt x="10211" y="328"/>
                    </a:cubicBezTo>
                    <a:cubicBezTo>
                      <a:pt x="9906" y="429"/>
                      <a:pt x="9590" y="503"/>
                      <a:pt x="9273" y="559"/>
                    </a:cubicBezTo>
                    <a:cubicBezTo>
                      <a:pt x="8601" y="680"/>
                      <a:pt x="7916" y="730"/>
                      <a:pt x="7231" y="730"/>
                    </a:cubicBezTo>
                    <a:cubicBezTo>
                      <a:pt x="6638" y="730"/>
                      <a:pt x="6045" y="693"/>
                      <a:pt x="5461" y="633"/>
                    </a:cubicBezTo>
                    <a:cubicBezTo>
                      <a:pt x="4332" y="514"/>
                      <a:pt x="3214" y="294"/>
                      <a:pt x="2118" y="6"/>
                    </a:cubicBezTo>
                    <a:cubicBezTo>
                      <a:pt x="2104" y="2"/>
                      <a:pt x="2091" y="1"/>
                      <a:pt x="2079"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7" name="Google Shape;897;p35"/>
              <p:cNvSpPr/>
              <p:nvPr/>
            </p:nvSpPr>
            <p:spPr>
              <a:xfrm>
                <a:off x="6301250" y="3317650"/>
                <a:ext cx="80700" cy="37375"/>
              </a:xfrm>
              <a:custGeom>
                <a:avLst/>
                <a:gdLst/>
                <a:ahLst/>
                <a:cxnLst/>
                <a:rect l="l" t="t" r="r" b="b"/>
                <a:pathLst>
                  <a:path w="3228" h="1495" extrusionOk="0">
                    <a:moveTo>
                      <a:pt x="2922" y="286"/>
                    </a:moveTo>
                    <a:cubicBezTo>
                      <a:pt x="2887" y="600"/>
                      <a:pt x="2836" y="917"/>
                      <a:pt x="2736" y="1212"/>
                    </a:cubicBezTo>
                    <a:lnTo>
                      <a:pt x="297" y="1212"/>
                    </a:lnTo>
                    <a:cubicBezTo>
                      <a:pt x="333" y="920"/>
                      <a:pt x="479" y="648"/>
                      <a:pt x="717" y="473"/>
                    </a:cubicBezTo>
                    <a:cubicBezTo>
                      <a:pt x="904" y="337"/>
                      <a:pt x="1113" y="286"/>
                      <a:pt x="1339" y="286"/>
                    </a:cubicBezTo>
                    <a:close/>
                    <a:moveTo>
                      <a:pt x="1531" y="0"/>
                    </a:moveTo>
                    <a:cubicBezTo>
                      <a:pt x="1188" y="0"/>
                      <a:pt x="847" y="28"/>
                      <a:pt x="554" y="247"/>
                    </a:cubicBezTo>
                    <a:cubicBezTo>
                      <a:pt x="204" y="506"/>
                      <a:pt x="12" y="919"/>
                      <a:pt x="6" y="1353"/>
                    </a:cubicBezTo>
                    <a:cubicBezTo>
                      <a:pt x="0" y="1427"/>
                      <a:pt x="68" y="1495"/>
                      <a:pt x="147" y="1495"/>
                    </a:cubicBezTo>
                    <a:lnTo>
                      <a:pt x="2835" y="1495"/>
                    </a:lnTo>
                    <a:cubicBezTo>
                      <a:pt x="2903" y="1495"/>
                      <a:pt x="2954" y="1449"/>
                      <a:pt x="2976" y="1387"/>
                    </a:cubicBezTo>
                    <a:cubicBezTo>
                      <a:pt x="3118" y="998"/>
                      <a:pt x="3174" y="563"/>
                      <a:pt x="3219" y="145"/>
                    </a:cubicBezTo>
                    <a:cubicBezTo>
                      <a:pt x="3227" y="83"/>
                      <a:pt x="3197" y="43"/>
                      <a:pt x="3154" y="25"/>
                    </a:cubicBezTo>
                    <a:lnTo>
                      <a:pt x="3154" y="25"/>
                    </a:lnTo>
                    <a:cubicBezTo>
                      <a:pt x="3133" y="12"/>
                      <a:pt x="3108" y="4"/>
                      <a:pt x="3078" y="4"/>
                    </a:cubicBezTo>
                    <a:lnTo>
                      <a:pt x="1886" y="4"/>
                    </a:lnTo>
                    <a:cubicBezTo>
                      <a:pt x="1769" y="4"/>
                      <a:pt x="1650" y="0"/>
                      <a:pt x="1531"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8" name="Google Shape;898;p35"/>
              <p:cNvSpPr/>
              <p:nvPr/>
            </p:nvSpPr>
            <p:spPr>
              <a:xfrm>
                <a:off x="5687100" y="3582250"/>
                <a:ext cx="999875" cy="706000"/>
              </a:xfrm>
              <a:custGeom>
                <a:avLst/>
                <a:gdLst/>
                <a:ahLst/>
                <a:cxnLst/>
                <a:rect l="l" t="t" r="r" b="b"/>
                <a:pathLst>
                  <a:path w="39995" h="28240" extrusionOk="0">
                    <a:moveTo>
                      <a:pt x="23767" y="285"/>
                    </a:moveTo>
                    <a:cubicBezTo>
                      <a:pt x="24475" y="882"/>
                      <a:pt x="25246" y="1410"/>
                      <a:pt x="26018" y="1906"/>
                    </a:cubicBezTo>
                    <a:cubicBezTo>
                      <a:pt x="26831" y="2431"/>
                      <a:pt x="27667" y="2911"/>
                      <a:pt x="28531" y="3340"/>
                    </a:cubicBezTo>
                    <a:cubicBezTo>
                      <a:pt x="29417" y="3781"/>
                      <a:pt x="30315" y="4188"/>
                      <a:pt x="31168" y="4696"/>
                    </a:cubicBezTo>
                    <a:cubicBezTo>
                      <a:pt x="33393" y="6017"/>
                      <a:pt x="35426" y="7836"/>
                      <a:pt x="36674" y="10134"/>
                    </a:cubicBezTo>
                    <a:cubicBezTo>
                      <a:pt x="36883" y="10523"/>
                      <a:pt x="37080" y="10912"/>
                      <a:pt x="37199" y="11334"/>
                    </a:cubicBezTo>
                    <a:lnTo>
                      <a:pt x="37199" y="11334"/>
                    </a:lnTo>
                    <a:cubicBezTo>
                      <a:pt x="37199" y="11335"/>
                      <a:pt x="37199" y="11336"/>
                      <a:pt x="37199" y="11337"/>
                    </a:cubicBezTo>
                    <a:cubicBezTo>
                      <a:pt x="37199" y="11337"/>
                      <a:pt x="37199" y="11337"/>
                      <a:pt x="37199" y="11337"/>
                    </a:cubicBezTo>
                    <a:lnTo>
                      <a:pt x="37199" y="11337"/>
                    </a:lnTo>
                    <a:cubicBezTo>
                      <a:pt x="37200" y="11338"/>
                      <a:pt x="37200" y="11339"/>
                      <a:pt x="37200" y="11339"/>
                    </a:cubicBezTo>
                    <a:lnTo>
                      <a:pt x="37200" y="11339"/>
                    </a:lnTo>
                    <a:cubicBezTo>
                      <a:pt x="37482" y="12287"/>
                      <a:pt x="37702" y="13258"/>
                      <a:pt x="37911" y="14228"/>
                    </a:cubicBezTo>
                    <a:cubicBezTo>
                      <a:pt x="38470" y="16815"/>
                      <a:pt x="38894" y="19430"/>
                      <a:pt x="39199" y="22056"/>
                    </a:cubicBezTo>
                    <a:cubicBezTo>
                      <a:pt x="39430" y="24019"/>
                      <a:pt x="39597" y="25983"/>
                      <a:pt x="39700" y="27957"/>
                    </a:cubicBezTo>
                    <a:lnTo>
                      <a:pt x="296" y="27957"/>
                    </a:lnTo>
                    <a:cubicBezTo>
                      <a:pt x="479" y="24413"/>
                      <a:pt x="867" y="20880"/>
                      <a:pt x="1469" y="17385"/>
                    </a:cubicBezTo>
                    <a:cubicBezTo>
                      <a:pt x="1796" y="15510"/>
                      <a:pt x="2175" y="13641"/>
                      <a:pt x="2666" y="11806"/>
                    </a:cubicBezTo>
                    <a:cubicBezTo>
                      <a:pt x="2835" y="11162"/>
                      <a:pt x="3067" y="10592"/>
                      <a:pt x="3394" y="10010"/>
                    </a:cubicBezTo>
                    <a:cubicBezTo>
                      <a:pt x="4569" y="7903"/>
                      <a:pt x="6404" y="6215"/>
                      <a:pt x="8426" y="4939"/>
                    </a:cubicBezTo>
                    <a:cubicBezTo>
                      <a:pt x="9189" y="4459"/>
                      <a:pt x="9985" y="4035"/>
                      <a:pt x="10804" y="3657"/>
                    </a:cubicBezTo>
                    <a:cubicBezTo>
                      <a:pt x="11662" y="3261"/>
                      <a:pt x="12498" y="2815"/>
                      <a:pt x="13305" y="2324"/>
                    </a:cubicBezTo>
                    <a:cubicBezTo>
                      <a:pt x="14294" y="1731"/>
                      <a:pt x="15248" y="1076"/>
                      <a:pt x="16146" y="353"/>
                    </a:cubicBezTo>
                    <a:cubicBezTo>
                      <a:pt x="16173" y="329"/>
                      <a:pt x="16200" y="307"/>
                      <a:pt x="16228" y="285"/>
                    </a:cubicBezTo>
                    <a:close/>
                    <a:moveTo>
                      <a:pt x="16541" y="0"/>
                    </a:moveTo>
                    <a:cubicBezTo>
                      <a:pt x="16440" y="0"/>
                      <a:pt x="16338" y="1"/>
                      <a:pt x="16236" y="3"/>
                    </a:cubicBezTo>
                    <a:cubicBezTo>
                      <a:pt x="16078" y="3"/>
                      <a:pt x="15977" y="127"/>
                      <a:pt x="15858" y="223"/>
                    </a:cubicBezTo>
                    <a:cubicBezTo>
                      <a:pt x="14938" y="957"/>
                      <a:pt x="13955" y="1612"/>
                      <a:pt x="12944" y="2211"/>
                    </a:cubicBezTo>
                    <a:cubicBezTo>
                      <a:pt x="11419" y="3115"/>
                      <a:pt x="9759" y="3764"/>
                      <a:pt x="8257" y="4713"/>
                    </a:cubicBezTo>
                    <a:cubicBezTo>
                      <a:pt x="6286" y="5955"/>
                      <a:pt x="4507" y="7587"/>
                      <a:pt x="3304" y="9598"/>
                    </a:cubicBezTo>
                    <a:cubicBezTo>
                      <a:pt x="2954" y="10179"/>
                      <a:pt x="2649" y="10801"/>
                      <a:pt x="2463" y="11456"/>
                    </a:cubicBezTo>
                    <a:cubicBezTo>
                      <a:pt x="2056" y="12935"/>
                      <a:pt x="1734" y="14437"/>
                      <a:pt x="1446" y="15945"/>
                    </a:cubicBezTo>
                    <a:cubicBezTo>
                      <a:pt x="859" y="19017"/>
                      <a:pt x="446" y="22123"/>
                      <a:pt x="192" y="25241"/>
                    </a:cubicBezTo>
                    <a:cubicBezTo>
                      <a:pt x="113" y="26189"/>
                      <a:pt x="51" y="27144"/>
                      <a:pt x="6" y="28098"/>
                    </a:cubicBezTo>
                    <a:cubicBezTo>
                      <a:pt x="0" y="28172"/>
                      <a:pt x="74" y="28239"/>
                      <a:pt x="147" y="28239"/>
                    </a:cubicBezTo>
                    <a:lnTo>
                      <a:pt x="39848" y="28239"/>
                    </a:lnTo>
                    <a:cubicBezTo>
                      <a:pt x="39921" y="28239"/>
                      <a:pt x="39995" y="28172"/>
                      <a:pt x="39989" y="28098"/>
                    </a:cubicBezTo>
                    <a:cubicBezTo>
                      <a:pt x="39820" y="24732"/>
                      <a:pt x="39464" y="21378"/>
                      <a:pt x="38922" y="18052"/>
                    </a:cubicBezTo>
                    <a:cubicBezTo>
                      <a:pt x="38600" y="16098"/>
                      <a:pt x="38216" y="14144"/>
                      <a:pt x="37730" y="12218"/>
                    </a:cubicBezTo>
                    <a:cubicBezTo>
                      <a:pt x="37651" y="11896"/>
                      <a:pt x="37566" y="11580"/>
                      <a:pt x="37476" y="11258"/>
                    </a:cubicBezTo>
                    <a:cubicBezTo>
                      <a:pt x="37397" y="10987"/>
                      <a:pt x="37273" y="10716"/>
                      <a:pt x="37154" y="10462"/>
                    </a:cubicBezTo>
                    <a:cubicBezTo>
                      <a:pt x="36832" y="9778"/>
                      <a:pt x="36431" y="9140"/>
                      <a:pt x="35980" y="8542"/>
                    </a:cubicBezTo>
                    <a:cubicBezTo>
                      <a:pt x="34308" y="6322"/>
                      <a:pt x="31992" y="4662"/>
                      <a:pt x="29496" y="3487"/>
                    </a:cubicBezTo>
                    <a:cubicBezTo>
                      <a:pt x="28011" y="2793"/>
                      <a:pt x="26588" y="1991"/>
                      <a:pt x="25244" y="1048"/>
                    </a:cubicBezTo>
                    <a:cubicBezTo>
                      <a:pt x="24866" y="782"/>
                      <a:pt x="24498" y="511"/>
                      <a:pt x="24137" y="223"/>
                    </a:cubicBezTo>
                    <a:cubicBezTo>
                      <a:pt x="24069" y="172"/>
                      <a:pt x="24001" y="110"/>
                      <a:pt x="23934" y="59"/>
                    </a:cubicBezTo>
                    <a:cubicBezTo>
                      <a:pt x="23864" y="9"/>
                      <a:pt x="23795" y="1"/>
                      <a:pt x="23718" y="1"/>
                    </a:cubicBezTo>
                    <a:cubicBezTo>
                      <a:pt x="23682" y="1"/>
                      <a:pt x="23645" y="3"/>
                      <a:pt x="23606" y="3"/>
                    </a:cubicBezTo>
                    <a:lnTo>
                      <a:pt x="17151" y="3"/>
                    </a:lnTo>
                    <a:cubicBezTo>
                      <a:pt x="16948" y="3"/>
                      <a:pt x="16745" y="0"/>
                      <a:pt x="16541"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9" name="Google Shape;899;p35"/>
              <p:cNvSpPr/>
              <p:nvPr/>
            </p:nvSpPr>
            <p:spPr>
              <a:xfrm>
                <a:off x="6258900" y="3189675"/>
                <a:ext cx="108150" cy="100700"/>
              </a:xfrm>
              <a:custGeom>
                <a:avLst/>
                <a:gdLst/>
                <a:ahLst/>
                <a:cxnLst/>
                <a:rect l="l" t="t" r="r" b="b"/>
                <a:pathLst>
                  <a:path w="4326" h="4028" extrusionOk="0">
                    <a:moveTo>
                      <a:pt x="2186" y="283"/>
                    </a:moveTo>
                    <a:cubicBezTo>
                      <a:pt x="2908" y="289"/>
                      <a:pt x="3575" y="746"/>
                      <a:pt x="3818" y="1429"/>
                    </a:cubicBezTo>
                    <a:cubicBezTo>
                      <a:pt x="4060" y="2113"/>
                      <a:pt x="3846" y="2886"/>
                      <a:pt x="3287" y="3355"/>
                    </a:cubicBezTo>
                    <a:cubicBezTo>
                      <a:pt x="2976" y="3615"/>
                      <a:pt x="2583" y="3747"/>
                      <a:pt x="2188" y="3747"/>
                    </a:cubicBezTo>
                    <a:cubicBezTo>
                      <a:pt x="1879" y="3747"/>
                      <a:pt x="1569" y="3666"/>
                      <a:pt x="1299" y="3502"/>
                    </a:cubicBezTo>
                    <a:cubicBezTo>
                      <a:pt x="683" y="3129"/>
                      <a:pt x="345" y="2389"/>
                      <a:pt x="486" y="1684"/>
                    </a:cubicBezTo>
                    <a:cubicBezTo>
                      <a:pt x="649" y="876"/>
                      <a:pt x="1367" y="294"/>
                      <a:pt x="2186" y="283"/>
                    </a:cubicBezTo>
                    <a:close/>
                    <a:moveTo>
                      <a:pt x="2186" y="1"/>
                    </a:moveTo>
                    <a:cubicBezTo>
                      <a:pt x="2184" y="1"/>
                      <a:pt x="2182" y="1"/>
                      <a:pt x="2180" y="1"/>
                    </a:cubicBezTo>
                    <a:lnTo>
                      <a:pt x="2180" y="1"/>
                    </a:lnTo>
                    <a:cubicBezTo>
                      <a:pt x="1347" y="14"/>
                      <a:pt x="592" y="539"/>
                      <a:pt x="299" y="1322"/>
                    </a:cubicBezTo>
                    <a:cubicBezTo>
                      <a:pt x="0" y="2107"/>
                      <a:pt x="254" y="3033"/>
                      <a:pt x="898" y="3564"/>
                    </a:cubicBezTo>
                    <a:cubicBezTo>
                      <a:pt x="1270" y="3869"/>
                      <a:pt x="1733" y="4028"/>
                      <a:pt x="2196" y="4028"/>
                    </a:cubicBezTo>
                    <a:cubicBezTo>
                      <a:pt x="2550" y="4028"/>
                      <a:pt x="2904" y="3935"/>
                      <a:pt x="3219" y="3745"/>
                    </a:cubicBezTo>
                    <a:cubicBezTo>
                      <a:pt x="3948" y="3310"/>
                      <a:pt x="4326" y="2452"/>
                      <a:pt x="4162" y="1627"/>
                    </a:cubicBezTo>
                    <a:cubicBezTo>
                      <a:pt x="3987" y="691"/>
                      <a:pt x="3137" y="14"/>
                      <a:pt x="2190" y="1"/>
                    </a:cubicBezTo>
                    <a:lnTo>
                      <a:pt x="2190" y="1"/>
                    </a:lnTo>
                    <a:cubicBezTo>
                      <a:pt x="2189" y="1"/>
                      <a:pt x="2187" y="1"/>
                      <a:pt x="2186"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0" name="Google Shape;900;p35"/>
              <p:cNvSpPr/>
              <p:nvPr/>
            </p:nvSpPr>
            <p:spPr>
              <a:xfrm>
                <a:off x="6139025" y="3179100"/>
                <a:ext cx="243275" cy="122000"/>
              </a:xfrm>
              <a:custGeom>
                <a:avLst/>
                <a:gdLst/>
                <a:ahLst/>
                <a:cxnLst/>
                <a:rect l="l" t="t" r="r" b="b"/>
                <a:pathLst>
                  <a:path w="9731" h="4880" extrusionOk="0">
                    <a:moveTo>
                      <a:pt x="6978" y="278"/>
                    </a:moveTo>
                    <a:cubicBezTo>
                      <a:pt x="7697" y="278"/>
                      <a:pt x="8391" y="648"/>
                      <a:pt x="8788" y="1254"/>
                    </a:cubicBezTo>
                    <a:cubicBezTo>
                      <a:pt x="9047" y="1649"/>
                      <a:pt x="9166" y="2112"/>
                      <a:pt x="9138" y="2587"/>
                    </a:cubicBezTo>
                    <a:cubicBezTo>
                      <a:pt x="9134" y="2648"/>
                      <a:pt x="9164" y="2688"/>
                      <a:pt x="9206" y="2708"/>
                    </a:cubicBezTo>
                    <a:lnTo>
                      <a:pt x="9206" y="2708"/>
                    </a:lnTo>
                    <a:cubicBezTo>
                      <a:pt x="9225" y="2720"/>
                      <a:pt x="9250" y="2728"/>
                      <a:pt x="9279" y="2728"/>
                    </a:cubicBezTo>
                    <a:lnTo>
                      <a:pt x="9448" y="2728"/>
                    </a:lnTo>
                    <a:lnTo>
                      <a:pt x="9448" y="2875"/>
                    </a:lnTo>
                    <a:lnTo>
                      <a:pt x="9211" y="2875"/>
                    </a:lnTo>
                    <a:cubicBezTo>
                      <a:pt x="9149" y="2875"/>
                      <a:pt x="9087" y="2920"/>
                      <a:pt x="9076" y="2976"/>
                    </a:cubicBezTo>
                    <a:cubicBezTo>
                      <a:pt x="8850" y="3812"/>
                      <a:pt x="8155" y="4450"/>
                      <a:pt x="7302" y="4580"/>
                    </a:cubicBezTo>
                    <a:cubicBezTo>
                      <a:pt x="7199" y="4596"/>
                      <a:pt x="7096" y="4603"/>
                      <a:pt x="6992" y="4603"/>
                    </a:cubicBezTo>
                    <a:cubicBezTo>
                      <a:pt x="6272" y="4603"/>
                      <a:pt x="5574" y="4233"/>
                      <a:pt x="5179" y="3626"/>
                    </a:cubicBezTo>
                    <a:cubicBezTo>
                      <a:pt x="4908" y="3219"/>
                      <a:pt x="4795" y="2739"/>
                      <a:pt x="4829" y="2253"/>
                    </a:cubicBezTo>
                    <a:cubicBezTo>
                      <a:pt x="4835" y="2180"/>
                      <a:pt x="4761" y="2112"/>
                      <a:pt x="4688" y="2112"/>
                    </a:cubicBezTo>
                    <a:lnTo>
                      <a:pt x="546" y="2112"/>
                    </a:lnTo>
                    <a:cubicBezTo>
                      <a:pt x="588" y="2067"/>
                      <a:pt x="628" y="2020"/>
                      <a:pt x="666" y="1971"/>
                    </a:cubicBezTo>
                    <a:lnTo>
                      <a:pt x="4767" y="1971"/>
                    </a:lnTo>
                    <a:cubicBezTo>
                      <a:pt x="4829" y="1971"/>
                      <a:pt x="4885" y="1926"/>
                      <a:pt x="4902" y="1864"/>
                    </a:cubicBezTo>
                    <a:cubicBezTo>
                      <a:pt x="5134" y="1045"/>
                      <a:pt x="5834" y="418"/>
                      <a:pt x="6681" y="299"/>
                    </a:cubicBezTo>
                    <a:cubicBezTo>
                      <a:pt x="6780" y="285"/>
                      <a:pt x="6879" y="278"/>
                      <a:pt x="6978" y="278"/>
                    </a:cubicBezTo>
                    <a:close/>
                    <a:moveTo>
                      <a:pt x="6987" y="1"/>
                    </a:moveTo>
                    <a:cubicBezTo>
                      <a:pt x="6461" y="1"/>
                      <a:pt x="5936" y="167"/>
                      <a:pt x="5507" y="497"/>
                    </a:cubicBezTo>
                    <a:cubicBezTo>
                      <a:pt x="5111" y="798"/>
                      <a:pt x="4819" y="1216"/>
                      <a:pt x="4663" y="1689"/>
                    </a:cubicBezTo>
                    <a:lnTo>
                      <a:pt x="927" y="1689"/>
                    </a:lnTo>
                    <a:cubicBezTo>
                      <a:pt x="863" y="1689"/>
                      <a:pt x="799" y="1686"/>
                      <a:pt x="735" y="1686"/>
                    </a:cubicBezTo>
                    <a:cubicBezTo>
                      <a:pt x="703" y="1686"/>
                      <a:pt x="671" y="1687"/>
                      <a:pt x="639" y="1689"/>
                    </a:cubicBezTo>
                    <a:cubicBezTo>
                      <a:pt x="624" y="1689"/>
                      <a:pt x="606" y="1686"/>
                      <a:pt x="589" y="1686"/>
                    </a:cubicBezTo>
                    <a:cubicBezTo>
                      <a:pt x="581" y="1686"/>
                      <a:pt x="573" y="1687"/>
                      <a:pt x="565" y="1689"/>
                    </a:cubicBezTo>
                    <a:cubicBezTo>
                      <a:pt x="475" y="1717"/>
                      <a:pt x="401" y="1852"/>
                      <a:pt x="339" y="1920"/>
                    </a:cubicBezTo>
                    <a:cubicBezTo>
                      <a:pt x="260" y="2005"/>
                      <a:pt x="181" y="2084"/>
                      <a:pt x="96" y="2157"/>
                    </a:cubicBezTo>
                    <a:cubicBezTo>
                      <a:pt x="0" y="2236"/>
                      <a:pt x="79" y="2395"/>
                      <a:pt x="192" y="2395"/>
                    </a:cubicBezTo>
                    <a:lnTo>
                      <a:pt x="4541" y="2395"/>
                    </a:lnTo>
                    <a:cubicBezTo>
                      <a:pt x="4529" y="3293"/>
                      <a:pt x="5017" y="4151"/>
                      <a:pt x="5812" y="4586"/>
                    </a:cubicBezTo>
                    <a:cubicBezTo>
                      <a:pt x="6175" y="4783"/>
                      <a:pt x="6576" y="4880"/>
                      <a:pt x="6975" y="4880"/>
                    </a:cubicBezTo>
                    <a:cubicBezTo>
                      <a:pt x="7514" y="4880"/>
                      <a:pt x="8051" y="4704"/>
                      <a:pt x="8488" y="4360"/>
                    </a:cubicBezTo>
                    <a:cubicBezTo>
                      <a:pt x="8879" y="4054"/>
                      <a:pt x="9165" y="3630"/>
                      <a:pt x="9317" y="3157"/>
                    </a:cubicBezTo>
                    <a:lnTo>
                      <a:pt x="9590" y="3157"/>
                    </a:lnTo>
                    <a:cubicBezTo>
                      <a:pt x="9663" y="3157"/>
                      <a:pt x="9731" y="3095"/>
                      <a:pt x="9731" y="3016"/>
                    </a:cubicBezTo>
                    <a:lnTo>
                      <a:pt x="9731" y="2587"/>
                    </a:lnTo>
                    <a:cubicBezTo>
                      <a:pt x="9731" y="2513"/>
                      <a:pt x="9663" y="2445"/>
                      <a:pt x="9590" y="2445"/>
                    </a:cubicBezTo>
                    <a:lnTo>
                      <a:pt x="9425" y="2445"/>
                    </a:lnTo>
                    <a:cubicBezTo>
                      <a:pt x="9430" y="1563"/>
                      <a:pt x="8933" y="717"/>
                      <a:pt x="8155" y="294"/>
                    </a:cubicBezTo>
                    <a:cubicBezTo>
                      <a:pt x="7793" y="98"/>
                      <a:pt x="7390" y="1"/>
                      <a:pt x="6987"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1" name="Google Shape;901;p35"/>
              <p:cNvSpPr/>
              <p:nvPr/>
            </p:nvSpPr>
            <p:spPr>
              <a:xfrm>
                <a:off x="6260150" y="3189800"/>
                <a:ext cx="108050" cy="100700"/>
              </a:xfrm>
              <a:custGeom>
                <a:avLst/>
                <a:gdLst/>
                <a:ahLst/>
                <a:cxnLst/>
                <a:rect l="l" t="t" r="r" b="b"/>
                <a:pathLst>
                  <a:path w="4322" h="4028" extrusionOk="0">
                    <a:moveTo>
                      <a:pt x="2139" y="282"/>
                    </a:moveTo>
                    <a:cubicBezTo>
                      <a:pt x="2448" y="282"/>
                      <a:pt x="2757" y="363"/>
                      <a:pt x="3028" y="526"/>
                    </a:cubicBezTo>
                    <a:cubicBezTo>
                      <a:pt x="3643" y="899"/>
                      <a:pt x="3982" y="1639"/>
                      <a:pt x="3841" y="2345"/>
                    </a:cubicBezTo>
                    <a:cubicBezTo>
                      <a:pt x="3677" y="3153"/>
                      <a:pt x="2960" y="3734"/>
                      <a:pt x="2136" y="3745"/>
                    </a:cubicBezTo>
                    <a:cubicBezTo>
                      <a:pt x="1418" y="3740"/>
                      <a:pt x="752" y="3282"/>
                      <a:pt x="509" y="2599"/>
                    </a:cubicBezTo>
                    <a:cubicBezTo>
                      <a:pt x="266" y="1916"/>
                      <a:pt x="475" y="1142"/>
                      <a:pt x="1040" y="673"/>
                    </a:cubicBezTo>
                    <a:cubicBezTo>
                      <a:pt x="1350" y="414"/>
                      <a:pt x="1744" y="282"/>
                      <a:pt x="2139" y="282"/>
                    </a:cubicBezTo>
                    <a:close/>
                    <a:moveTo>
                      <a:pt x="2126" y="1"/>
                    </a:moveTo>
                    <a:cubicBezTo>
                      <a:pt x="1772" y="1"/>
                      <a:pt x="1417" y="93"/>
                      <a:pt x="1102" y="284"/>
                    </a:cubicBezTo>
                    <a:cubicBezTo>
                      <a:pt x="379" y="719"/>
                      <a:pt x="1" y="1577"/>
                      <a:pt x="165" y="2401"/>
                    </a:cubicBezTo>
                    <a:cubicBezTo>
                      <a:pt x="339" y="3337"/>
                      <a:pt x="1190" y="4014"/>
                      <a:pt x="2131" y="4028"/>
                    </a:cubicBezTo>
                    <a:lnTo>
                      <a:pt x="2131" y="4028"/>
                    </a:lnTo>
                    <a:cubicBezTo>
                      <a:pt x="2133" y="4028"/>
                      <a:pt x="2134" y="4028"/>
                      <a:pt x="2136" y="4028"/>
                    </a:cubicBezTo>
                    <a:cubicBezTo>
                      <a:pt x="2137" y="4028"/>
                      <a:pt x="2139" y="4028"/>
                      <a:pt x="2141" y="4028"/>
                    </a:cubicBezTo>
                    <a:lnTo>
                      <a:pt x="2141" y="4028"/>
                    </a:lnTo>
                    <a:cubicBezTo>
                      <a:pt x="2980" y="4014"/>
                      <a:pt x="3734" y="3490"/>
                      <a:pt x="4027" y="2706"/>
                    </a:cubicBezTo>
                    <a:cubicBezTo>
                      <a:pt x="4321" y="1921"/>
                      <a:pt x="4073" y="995"/>
                      <a:pt x="3423" y="464"/>
                    </a:cubicBezTo>
                    <a:cubicBezTo>
                      <a:pt x="3055" y="160"/>
                      <a:pt x="2591" y="1"/>
                      <a:pt x="2126"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2" name="Google Shape;902;p35"/>
              <p:cNvSpPr/>
              <p:nvPr/>
            </p:nvSpPr>
            <p:spPr>
              <a:xfrm>
                <a:off x="5949825" y="3067925"/>
                <a:ext cx="407000" cy="355200"/>
              </a:xfrm>
              <a:custGeom>
                <a:avLst/>
                <a:gdLst/>
                <a:ahLst/>
                <a:cxnLst/>
                <a:rect l="l" t="t" r="r" b="b"/>
                <a:pathLst>
                  <a:path w="16280" h="14208" extrusionOk="0">
                    <a:moveTo>
                      <a:pt x="9000" y="285"/>
                    </a:moveTo>
                    <a:cubicBezTo>
                      <a:pt x="10461" y="285"/>
                      <a:pt x="11941" y="446"/>
                      <a:pt x="13329" y="912"/>
                    </a:cubicBezTo>
                    <a:cubicBezTo>
                      <a:pt x="13713" y="1042"/>
                      <a:pt x="14091" y="1200"/>
                      <a:pt x="14447" y="1386"/>
                    </a:cubicBezTo>
                    <a:cubicBezTo>
                      <a:pt x="14628" y="1477"/>
                      <a:pt x="14808" y="1578"/>
                      <a:pt x="14978" y="1691"/>
                    </a:cubicBezTo>
                    <a:cubicBezTo>
                      <a:pt x="15175" y="1815"/>
                      <a:pt x="15345" y="1962"/>
                      <a:pt x="15526" y="2109"/>
                    </a:cubicBezTo>
                    <a:cubicBezTo>
                      <a:pt x="15667" y="2250"/>
                      <a:pt x="15824" y="2407"/>
                      <a:pt x="15924" y="2586"/>
                    </a:cubicBezTo>
                    <a:lnTo>
                      <a:pt x="15924" y="2586"/>
                    </a:lnTo>
                    <a:cubicBezTo>
                      <a:pt x="15870" y="2607"/>
                      <a:pt x="15817" y="2626"/>
                      <a:pt x="15763" y="2646"/>
                    </a:cubicBezTo>
                    <a:cubicBezTo>
                      <a:pt x="15458" y="2747"/>
                      <a:pt x="15142" y="2821"/>
                      <a:pt x="14825" y="2877"/>
                    </a:cubicBezTo>
                    <a:cubicBezTo>
                      <a:pt x="14153" y="2998"/>
                      <a:pt x="13468" y="3048"/>
                      <a:pt x="12783" y="3048"/>
                    </a:cubicBezTo>
                    <a:cubicBezTo>
                      <a:pt x="12190" y="3048"/>
                      <a:pt x="11597" y="3011"/>
                      <a:pt x="11013" y="2951"/>
                    </a:cubicBezTo>
                    <a:cubicBezTo>
                      <a:pt x="9884" y="2832"/>
                      <a:pt x="8766" y="2612"/>
                      <a:pt x="7670" y="2324"/>
                    </a:cubicBezTo>
                    <a:cubicBezTo>
                      <a:pt x="7656" y="2320"/>
                      <a:pt x="7643" y="2319"/>
                      <a:pt x="7631" y="2319"/>
                    </a:cubicBezTo>
                    <a:cubicBezTo>
                      <a:pt x="7496" y="2319"/>
                      <a:pt x="7449" y="2501"/>
                      <a:pt x="7563" y="2583"/>
                    </a:cubicBezTo>
                    <a:cubicBezTo>
                      <a:pt x="8235" y="3103"/>
                      <a:pt x="8636" y="3922"/>
                      <a:pt x="8591" y="4775"/>
                    </a:cubicBezTo>
                    <a:cubicBezTo>
                      <a:pt x="8545" y="5701"/>
                      <a:pt x="7958" y="6520"/>
                      <a:pt x="7151" y="6949"/>
                    </a:cubicBezTo>
                    <a:cubicBezTo>
                      <a:pt x="6754" y="7165"/>
                      <a:pt x="6282" y="7297"/>
                      <a:pt x="5825" y="7297"/>
                    </a:cubicBezTo>
                    <a:cubicBezTo>
                      <a:pt x="5781" y="7297"/>
                      <a:pt x="5737" y="7296"/>
                      <a:pt x="5694" y="7293"/>
                    </a:cubicBezTo>
                    <a:cubicBezTo>
                      <a:pt x="5691" y="7293"/>
                      <a:pt x="5688" y="7293"/>
                      <a:pt x="5686" y="7293"/>
                    </a:cubicBezTo>
                    <a:cubicBezTo>
                      <a:pt x="5615" y="7293"/>
                      <a:pt x="5552" y="7364"/>
                      <a:pt x="5552" y="7435"/>
                    </a:cubicBezTo>
                    <a:lnTo>
                      <a:pt x="5552" y="9671"/>
                    </a:lnTo>
                    <a:lnTo>
                      <a:pt x="5552" y="13240"/>
                    </a:lnTo>
                    <a:lnTo>
                      <a:pt x="5552" y="13845"/>
                    </a:lnTo>
                    <a:lnTo>
                      <a:pt x="5552" y="13845"/>
                    </a:lnTo>
                    <a:cubicBezTo>
                      <a:pt x="5431" y="13786"/>
                      <a:pt x="5315" y="13727"/>
                      <a:pt x="5202" y="13664"/>
                    </a:cubicBezTo>
                    <a:cubicBezTo>
                      <a:pt x="4745" y="13415"/>
                      <a:pt x="4316" y="13121"/>
                      <a:pt x="3909" y="12794"/>
                    </a:cubicBezTo>
                    <a:cubicBezTo>
                      <a:pt x="3899" y="12786"/>
                      <a:pt x="3888" y="12779"/>
                      <a:pt x="3876" y="12774"/>
                    </a:cubicBezTo>
                    <a:lnTo>
                      <a:pt x="3876" y="12774"/>
                    </a:lnTo>
                    <a:cubicBezTo>
                      <a:pt x="2190" y="11740"/>
                      <a:pt x="1074" y="9946"/>
                      <a:pt x="594" y="8056"/>
                    </a:cubicBezTo>
                    <a:cubicBezTo>
                      <a:pt x="165" y="6345"/>
                      <a:pt x="199" y="4306"/>
                      <a:pt x="1356" y="2877"/>
                    </a:cubicBezTo>
                    <a:cubicBezTo>
                      <a:pt x="2192" y="1849"/>
                      <a:pt x="3423" y="1239"/>
                      <a:pt x="4671" y="872"/>
                    </a:cubicBezTo>
                    <a:cubicBezTo>
                      <a:pt x="4683" y="868"/>
                      <a:pt x="4694" y="863"/>
                      <a:pt x="4704" y="857"/>
                    </a:cubicBezTo>
                    <a:lnTo>
                      <a:pt x="4704" y="857"/>
                    </a:lnTo>
                    <a:cubicBezTo>
                      <a:pt x="6072" y="463"/>
                      <a:pt x="7506" y="291"/>
                      <a:pt x="8924" y="285"/>
                    </a:cubicBezTo>
                    <a:cubicBezTo>
                      <a:pt x="8949" y="285"/>
                      <a:pt x="8975" y="285"/>
                      <a:pt x="9000" y="285"/>
                    </a:cubicBezTo>
                    <a:close/>
                    <a:moveTo>
                      <a:pt x="9024" y="1"/>
                    </a:moveTo>
                    <a:cubicBezTo>
                      <a:pt x="8411" y="1"/>
                      <a:pt x="7798" y="34"/>
                      <a:pt x="7190" y="99"/>
                    </a:cubicBezTo>
                    <a:cubicBezTo>
                      <a:pt x="6315" y="195"/>
                      <a:pt x="5439" y="353"/>
                      <a:pt x="4592" y="596"/>
                    </a:cubicBezTo>
                    <a:cubicBezTo>
                      <a:pt x="4584" y="598"/>
                      <a:pt x="4577" y="601"/>
                      <a:pt x="4570" y="604"/>
                    </a:cubicBezTo>
                    <a:lnTo>
                      <a:pt x="4570" y="604"/>
                    </a:lnTo>
                    <a:cubicBezTo>
                      <a:pt x="3428" y="949"/>
                      <a:pt x="2310" y="1478"/>
                      <a:pt x="1464" y="2329"/>
                    </a:cubicBezTo>
                    <a:cubicBezTo>
                      <a:pt x="769" y="3035"/>
                      <a:pt x="340" y="3922"/>
                      <a:pt x="170" y="4893"/>
                    </a:cubicBezTo>
                    <a:cubicBezTo>
                      <a:pt x="1" y="5831"/>
                      <a:pt x="46" y="6796"/>
                      <a:pt x="233" y="7728"/>
                    </a:cubicBezTo>
                    <a:cubicBezTo>
                      <a:pt x="430" y="8728"/>
                      <a:pt x="809" y="9693"/>
                      <a:pt x="1339" y="10569"/>
                    </a:cubicBezTo>
                    <a:cubicBezTo>
                      <a:pt x="1876" y="11444"/>
                      <a:pt x="2571" y="12223"/>
                      <a:pt x="3418" y="12811"/>
                    </a:cubicBezTo>
                    <a:cubicBezTo>
                      <a:pt x="3525" y="12884"/>
                      <a:pt x="3632" y="12952"/>
                      <a:pt x="3739" y="13019"/>
                    </a:cubicBezTo>
                    <a:lnTo>
                      <a:pt x="3739" y="13019"/>
                    </a:lnTo>
                    <a:cubicBezTo>
                      <a:pt x="4319" y="13485"/>
                      <a:pt x="4965" y="13922"/>
                      <a:pt x="5660" y="14200"/>
                    </a:cubicBezTo>
                    <a:cubicBezTo>
                      <a:pt x="5672" y="14205"/>
                      <a:pt x="5685" y="14207"/>
                      <a:pt x="5697" y="14207"/>
                    </a:cubicBezTo>
                    <a:cubicBezTo>
                      <a:pt x="5769" y="14207"/>
                      <a:pt x="5835" y="14131"/>
                      <a:pt x="5835" y="14059"/>
                    </a:cubicBezTo>
                    <a:lnTo>
                      <a:pt x="5835" y="11823"/>
                    </a:lnTo>
                    <a:lnTo>
                      <a:pt x="5835" y="8253"/>
                    </a:lnTo>
                    <a:lnTo>
                      <a:pt x="5835" y="7580"/>
                    </a:lnTo>
                    <a:lnTo>
                      <a:pt x="5835" y="7580"/>
                    </a:lnTo>
                    <a:cubicBezTo>
                      <a:pt x="5838" y="7580"/>
                      <a:pt x="5841" y="7580"/>
                      <a:pt x="5844" y="7580"/>
                    </a:cubicBezTo>
                    <a:cubicBezTo>
                      <a:pt x="6794" y="7580"/>
                      <a:pt x="7739" y="7079"/>
                      <a:pt x="8303" y="6328"/>
                    </a:cubicBezTo>
                    <a:cubicBezTo>
                      <a:pt x="8907" y="5537"/>
                      <a:pt x="9042" y="4464"/>
                      <a:pt x="8658" y="3549"/>
                    </a:cubicBezTo>
                    <a:cubicBezTo>
                      <a:pt x="8527" y="3245"/>
                      <a:pt x="8347" y="2971"/>
                      <a:pt x="8130" y="2732"/>
                    </a:cubicBezTo>
                    <a:lnTo>
                      <a:pt x="8130" y="2732"/>
                    </a:lnTo>
                    <a:cubicBezTo>
                      <a:pt x="9641" y="3089"/>
                      <a:pt x="11192" y="3326"/>
                      <a:pt x="12745" y="3326"/>
                    </a:cubicBezTo>
                    <a:cubicBezTo>
                      <a:pt x="12838" y="3326"/>
                      <a:pt x="12931" y="3325"/>
                      <a:pt x="13024" y="3323"/>
                    </a:cubicBezTo>
                    <a:cubicBezTo>
                      <a:pt x="13939" y="3306"/>
                      <a:pt x="14882" y="3216"/>
                      <a:pt x="15763" y="2939"/>
                    </a:cubicBezTo>
                    <a:cubicBezTo>
                      <a:pt x="15904" y="2894"/>
                      <a:pt x="16051" y="2849"/>
                      <a:pt x="16186" y="2781"/>
                    </a:cubicBezTo>
                    <a:cubicBezTo>
                      <a:pt x="16197" y="2776"/>
                      <a:pt x="16207" y="2770"/>
                      <a:pt x="16215" y="2763"/>
                    </a:cubicBezTo>
                    <a:lnTo>
                      <a:pt x="16215" y="2763"/>
                    </a:lnTo>
                    <a:cubicBezTo>
                      <a:pt x="16257" y="2735"/>
                      <a:pt x="16279" y="2686"/>
                      <a:pt x="16254" y="2623"/>
                    </a:cubicBezTo>
                    <a:cubicBezTo>
                      <a:pt x="16138" y="2352"/>
                      <a:pt x="15945" y="2124"/>
                      <a:pt x="15736" y="1923"/>
                    </a:cubicBezTo>
                    <a:lnTo>
                      <a:pt x="15736" y="1923"/>
                    </a:lnTo>
                    <a:cubicBezTo>
                      <a:pt x="15732" y="1919"/>
                      <a:pt x="15728" y="1915"/>
                      <a:pt x="15723" y="1911"/>
                    </a:cubicBezTo>
                    <a:lnTo>
                      <a:pt x="15723" y="1911"/>
                    </a:lnTo>
                    <a:cubicBezTo>
                      <a:pt x="15723" y="1911"/>
                      <a:pt x="15723" y="1911"/>
                      <a:pt x="15723" y="1911"/>
                    </a:cubicBezTo>
                    <a:cubicBezTo>
                      <a:pt x="15565" y="1782"/>
                      <a:pt x="15413" y="1646"/>
                      <a:pt x="15243" y="1527"/>
                    </a:cubicBezTo>
                    <a:cubicBezTo>
                      <a:pt x="15091" y="1420"/>
                      <a:pt x="14933" y="1324"/>
                      <a:pt x="14769" y="1234"/>
                    </a:cubicBezTo>
                    <a:cubicBezTo>
                      <a:pt x="14436" y="1053"/>
                      <a:pt x="14097" y="895"/>
                      <a:pt x="13741" y="765"/>
                    </a:cubicBezTo>
                    <a:cubicBezTo>
                      <a:pt x="13024" y="488"/>
                      <a:pt x="12267" y="308"/>
                      <a:pt x="11510" y="189"/>
                    </a:cubicBezTo>
                    <a:cubicBezTo>
                      <a:pt x="10690" y="62"/>
                      <a:pt x="9857" y="1"/>
                      <a:pt x="9024"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903" name="Google Shape;903;p35"/>
            <p:cNvGrpSpPr/>
            <p:nvPr/>
          </p:nvGrpSpPr>
          <p:grpSpPr>
            <a:xfrm flipH="1">
              <a:off x="4086093" y="3672189"/>
              <a:ext cx="971457" cy="1160113"/>
              <a:chOff x="4245050" y="1417375"/>
              <a:chExt cx="999750" cy="1193900"/>
            </a:xfrm>
          </p:grpSpPr>
          <p:sp>
            <p:nvSpPr>
              <p:cNvPr id="904" name="Google Shape;904;p35"/>
              <p:cNvSpPr/>
              <p:nvPr/>
            </p:nvSpPr>
            <p:spPr>
              <a:xfrm>
                <a:off x="4339925" y="1417375"/>
                <a:ext cx="597075" cy="489400"/>
              </a:xfrm>
              <a:custGeom>
                <a:avLst/>
                <a:gdLst/>
                <a:ahLst/>
                <a:cxnLst/>
                <a:rect l="l" t="t" r="r" b="b"/>
                <a:pathLst>
                  <a:path w="23883" h="19576" extrusionOk="0">
                    <a:moveTo>
                      <a:pt x="19457" y="283"/>
                    </a:moveTo>
                    <a:cubicBezTo>
                      <a:pt x="20001" y="283"/>
                      <a:pt x="20540" y="344"/>
                      <a:pt x="21059" y="516"/>
                    </a:cubicBezTo>
                    <a:cubicBezTo>
                      <a:pt x="21330" y="606"/>
                      <a:pt x="21584" y="719"/>
                      <a:pt x="21833" y="855"/>
                    </a:cubicBezTo>
                    <a:cubicBezTo>
                      <a:pt x="22347" y="1148"/>
                      <a:pt x="22804" y="1544"/>
                      <a:pt x="23121" y="2052"/>
                    </a:cubicBezTo>
                    <a:cubicBezTo>
                      <a:pt x="23363" y="2453"/>
                      <a:pt x="23516" y="2905"/>
                      <a:pt x="23567" y="3373"/>
                    </a:cubicBezTo>
                    <a:cubicBezTo>
                      <a:pt x="23612" y="3780"/>
                      <a:pt x="23595" y="4198"/>
                      <a:pt x="23522" y="4604"/>
                    </a:cubicBezTo>
                    <a:cubicBezTo>
                      <a:pt x="23482" y="4842"/>
                      <a:pt x="23431" y="5073"/>
                      <a:pt x="23290" y="5276"/>
                    </a:cubicBezTo>
                    <a:cubicBezTo>
                      <a:pt x="23109" y="5525"/>
                      <a:pt x="22816" y="5689"/>
                      <a:pt x="22511" y="5723"/>
                    </a:cubicBezTo>
                    <a:cubicBezTo>
                      <a:pt x="21568" y="5830"/>
                      <a:pt x="20602" y="5847"/>
                      <a:pt x="19647" y="5886"/>
                    </a:cubicBezTo>
                    <a:cubicBezTo>
                      <a:pt x="18597" y="5926"/>
                      <a:pt x="17541" y="5960"/>
                      <a:pt x="16491" y="6005"/>
                    </a:cubicBezTo>
                    <a:cubicBezTo>
                      <a:pt x="16135" y="6022"/>
                      <a:pt x="15779" y="6039"/>
                      <a:pt x="15423" y="6073"/>
                    </a:cubicBezTo>
                    <a:cubicBezTo>
                      <a:pt x="15039" y="6107"/>
                      <a:pt x="14683" y="6197"/>
                      <a:pt x="14401" y="6479"/>
                    </a:cubicBezTo>
                    <a:cubicBezTo>
                      <a:pt x="13921" y="6959"/>
                      <a:pt x="13797" y="7727"/>
                      <a:pt x="13802" y="8388"/>
                    </a:cubicBezTo>
                    <a:cubicBezTo>
                      <a:pt x="13802" y="8416"/>
                      <a:pt x="13802" y="8450"/>
                      <a:pt x="13802" y="8484"/>
                    </a:cubicBezTo>
                    <a:cubicBezTo>
                      <a:pt x="13803" y="8485"/>
                      <a:pt x="13803" y="8486"/>
                      <a:pt x="13803" y="8487"/>
                    </a:cubicBezTo>
                    <a:lnTo>
                      <a:pt x="13803" y="8487"/>
                    </a:lnTo>
                    <a:cubicBezTo>
                      <a:pt x="13772" y="8539"/>
                      <a:pt x="13756" y="8623"/>
                      <a:pt x="13735" y="8682"/>
                    </a:cubicBezTo>
                    <a:lnTo>
                      <a:pt x="13368" y="9681"/>
                    </a:lnTo>
                    <a:cubicBezTo>
                      <a:pt x="13243" y="10031"/>
                      <a:pt x="13113" y="10382"/>
                      <a:pt x="12989" y="10732"/>
                    </a:cubicBezTo>
                    <a:cubicBezTo>
                      <a:pt x="12938" y="10856"/>
                      <a:pt x="12871" y="10980"/>
                      <a:pt x="12871" y="11116"/>
                    </a:cubicBezTo>
                    <a:lnTo>
                      <a:pt x="12871" y="13104"/>
                    </a:lnTo>
                    <a:lnTo>
                      <a:pt x="12871" y="14617"/>
                    </a:lnTo>
                    <a:lnTo>
                      <a:pt x="12871" y="14881"/>
                    </a:lnTo>
                    <a:lnTo>
                      <a:pt x="12871" y="14881"/>
                    </a:lnTo>
                    <a:cubicBezTo>
                      <a:pt x="11283" y="14606"/>
                      <a:pt x="9793" y="13925"/>
                      <a:pt x="8618" y="12804"/>
                    </a:cubicBezTo>
                    <a:cubicBezTo>
                      <a:pt x="7669" y="11901"/>
                      <a:pt x="6952" y="10766"/>
                      <a:pt x="6455" y="9557"/>
                    </a:cubicBezTo>
                    <a:cubicBezTo>
                      <a:pt x="6218" y="8975"/>
                      <a:pt x="6026" y="8371"/>
                      <a:pt x="5890" y="7756"/>
                    </a:cubicBezTo>
                    <a:cubicBezTo>
                      <a:pt x="5877" y="7687"/>
                      <a:pt x="5822" y="7656"/>
                      <a:pt x="5763" y="7656"/>
                    </a:cubicBezTo>
                    <a:cubicBezTo>
                      <a:pt x="5724" y="7656"/>
                      <a:pt x="5684" y="7669"/>
                      <a:pt x="5653" y="7693"/>
                    </a:cubicBezTo>
                    <a:cubicBezTo>
                      <a:pt x="5156" y="8106"/>
                      <a:pt x="5422" y="8851"/>
                      <a:pt x="5580" y="9365"/>
                    </a:cubicBezTo>
                    <a:cubicBezTo>
                      <a:pt x="5761" y="9947"/>
                      <a:pt x="5958" y="10523"/>
                      <a:pt x="6139" y="11099"/>
                    </a:cubicBezTo>
                    <a:cubicBezTo>
                      <a:pt x="6647" y="12686"/>
                      <a:pt x="7110" y="14295"/>
                      <a:pt x="7381" y="15939"/>
                    </a:cubicBezTo>
                    <a:cubicBezTo>
                      <a:pt x="7522" y="16791"/>
                      <a:pt x="7610" y="17663"/>
                      <a:pt x="7564" y="18532"/>
                    </a:cubicBezTo>
                    <a:lnTo>
                      <a:pt x="7564" y="18532"/>
                    </a:lnTo>
                    <a:cubicBezTo>
                      <a:pt x="6953" y="18616"/>
                      <a:pt x="6337" y="18695"/>
                      <a:pt x="5727" y="18779"/>
                    </a:cubicBezTo>
                    <a:cubicBezTo>
                      <a:pt x="4682" y="18915"/>
                      <a:pt x="3643" y="19056"/>
                      <a:pt x="2598" y="19191"/>
                    </a:cubicBezTo>
                    <a:cubicBezTo>
                      <a:pt x="2407" y="19218"/>
                      <a:pt x="2219" y="19245"/>
                      <a:pt x="2030" y="19271"/>
                    </a:cubicBezTo>
                    <a:lnTo>
                      <a:pt x="2030" y="19271"/>
                    </a:lnTo>
                    <a:cubicBezTo>
                      <a:pt x="2070" y="18715"/>
                      <a:pt x="2053" y="18155"/>
                      <a:pt x="2028" y="17599"/>
                    </a:cubicBezTo>
                    <a:cubicBezTo>
                      <a:pt x="1954" y="16136"/>
                      <a:pt x="1717" y="14674"/>
                      <a:pt x="1311" y="13267"/>
                    </a:cubicBezTo>
                    <a:cubicBezTo>
                      <a:pt x="1079" y="12482"/>
                      <a:pt x="785" y="11720"/>
                      <a:pt x="622" y="10918"/>
                    </a:cubicBezTo>
                    <a:cubicBezTo>
                      <a:pt x="497" y="10331"/>
                      <a:pt x="430" y="9732"/>
                      <a:pt x="475" y="9139"/>
                    </a:cubicBezTo>
                    <a:cubicBezTo>
                      <a:pt x="531" y="8332"/>
                      <a:pt x="847" y="7558"/>
                      <a:pt x="1503" y="7055"/>
                    </a:cubicBezTo>
                    <a:cubicBezTo>
                      <a:pt x="2118" y="6578"/>
                      <a:pt x="2869" y="6404"/>
                      <a:pt x="3631" y="6404"/>
                    </a:cubicBezTo>
                    <a:cubicBezTo>
                      <a:pt x="4114" y="6404"/>
                      <a:pt x="4601" y="6474"/>
                      <a:pt x="5060" y="6581"/>
                    </a:cubicBezTo>
                    <a:cubicBezTo>
                      <a:pt x="5224" y="6620"/>
                      <a:pt x="5382" y="6660"/>
                      <a:pt x="5546" y="6711"/>
                    </a:cubicBezTo>
                    <a:cubicBezTo>
                      <a:pt x="5557" y="6714"/>
                      <a:pt x="5569" y="6715"/>
                      <a:pt x="5580" y="6715"/>
                    </a:cubicBezTo>
                    <a:cubicBezTo>
                      <a:pt x="5656" y="6715"/>
                      <a:pt x="5732" y="6654"/>
                      <a:pt x="5727" y="6575"/>
                    </a:cubicBezTo>
                    <a:cubicBezTo>
                      <a:pt x="5670" y="5491"/>
                      <a:pt x="5845" y="4378"/>
                      <a:pt x="6337" y="3407"/>
                    </a:cubicBezTo>
                    <a:cubicBezTo>
                      <a:pt x="6698" y="2690"/>
                      <a:pt x="7223" y="2063"/>
                      <a:pt x="7867" y="1589"/>
                    </a:cubicBezTo>
                    <a:cubicBezTo>
                      <a:pt x="8601" y="1047"/>
                      <a:pt x="9460" y="691"/>
                      <a:pt x="10358" y="521"/>
                    </a:cubicBezTo>
                    <a:cubicBezTo>
                      <a:pt x="10815" y="442"/>
                      <a:pt x="11272" y="420"/>
                      <a:pt x="11735" y="408"/>
                    </a:cubicBezTo>
                    <a:cubicBezTo>
                      <a:pt x="12712" y="397"/>
                      <a:pt x="13684" y="380"/>
                      <a:pt x="14661" y="363"/>
                    </a:cubicBezTo>
                    <a:cubicBezTo>
                      <a:pt x="15858" y="341"/>
                      <a:pt x="17055" y="324"/>
                      <a:pt x="18253" y="301"/>
                    </a:cubicBezTo>
                    <a:cubicBezTo>
                      <a:pt x="18608" y="295"/>
                      <a:pt x="18964" y="290"/>
                      <a:pt x="19314" y="284"/>
                    </a:cubicBezTo>
                    <a:cubicBezTo>
                      <a:pt x="19362" y="283"/>
                      <a:pt x="19410" y="283"/>
                      <a:pt x="19457" y="283"/>
                    </a:cubicBezTo>
                    <a:close/>
                    <a:moveTo>
                      <a:pt x="19551" y="1"/>
                    </a:moveTo>
                    <a:cubicBezTo>
                      <a:pt x="19515" y="1"/>
                      <a:pt x="19480" y="1"/>
                      <a:pt x="19444" y="2"/>
                    </a:cubicBezTo>
                    <a:cubicBezTo>
                      <a:pt x="19162" y="7"/>
                      <a:pt x="18879" y="13"/>
                      <a:pt x="18597" y="13"/>
                    </a:cubicBezTo>
                    <a:cubicBezTo>
                      <a:pt x="17422" y="36"/>
                      <a:pt x="16248" y="53"/>
                      <a:pt x="15067" y="75"/>
                    </a:cubicBezTo>
                    <a:cubicBezTo>
                      <a:pt x="14011" y="92"/>
                      <a:pt x="12950" y="109"/>
                      <a:pt x="11888" y="126"/>
                    </a:cubicBezTo>
                    <a:cubicBezTo>
                      <a:pt x="11566" y="132"/>
                      <a:pt x="11239" y="132"/>
                      <a:pt x="10911" y="166"/>
                    </a:cubicBezTo>
                    <a:cubicBezTo>
                      <a:pt x="9900" y="262"/>
                      <a:pt x="8906" y="578"/>
                      <a:pt x="8048" y="1126"/>
                    </a:cubicBezTo>
                    <a:cubicBezTo>
                      <a:pt x="7376" y="1549"/>
                      <a:pt x="6800" y="2114"/>
                      <a:pt x="6371" y="2780"/>
                    </a:cubicBezTo>
                    <a:cubicBezTo>
                      <a:pt x="5823" y="3627"/>
                      <a:pt x="5535" y="4627"/>
                      <a:pt x="5450" y="5627"/>
                    </a:cubicBezTo>
                    <a:cubicBezTo>
                      <a:pt x="5432" y="5879"/>
                      <a:pt x="5428" y="6131"/>
                      <a:pt x="5436" y="6383"/>
                    </a:cubicBezTo>
                    <a:lnTo>
                      <a:pt x="5436" y="6383"/>
                    </a:lnTo>
                    <a:cubicBezTo>
                      <a:pt x="4858" y="6227"/>
                      <a:pt x="4237" y="6120"/>
                      <a:pt x="3624" y="6120"/>
                    </a:cubicBezTo>
                    <a:cubicBezTo>
                      <a:pt x="2921" y="6120"/>
                      <a:pt x="2228" y="6261"/>
                      <a:pt x="1621" y="6632"/>
                    </a:cubicBezTo>
                    <a:cubicBezTo>
                      <a:pt x="915" y="7067"/>
                      <a:pt x="441" y="7756"/>
                      <a:pt x="271" y="8563"/>
                    </a:cubicBezTo>
                    <a:cubicBezTo>
                      <a:pt x="0" y="9834"/>
                      <a:pt x="328" y="11189"/>
                      <a:pt x="729" y="12398"/>
                    </a:cubicBezTo>
                    <a:cubicBezTo>
                      <a:pt x="1006" y="13217"/>
                      <a:pt x="1243" y="14041"/>
                      <a:pt x="1412" y="14888"/>
                    </a:cubicBezTo>
                    <a:cubicBezTo>
                      <a:pt x="1553" y="15605"/>
                      <a:pt x="1655" y="16328"/>
                      <a:pt x="1711" y="17057"/>
                    </a:cubicBezTo>
                    <a:cubicBezTo>
                      <a:pt x="1774" y="17842"/>
                      <a:pt x="1768" y="18615"/>
                      <a:pt x="1740" y="19400"/>
                    </a:cubicBezTo>
                    <a:cubicBezTo>
                      <a:pt x="1740" y="19412"/>
                      <a:pt x="1734" y="19423"/>
                      <a:pt x="1734" y="19434"/>
                    </a:cubicBezTo>
                    <a:cubicBezTo>
                      <a:pt x="1729" y="19500"/>
                      <a:pt x="1802" y="19576"/>
                      <a:pt x="1868" y="19576"/>
                    </a:cubicBezTo>
                    <a:cubicBezTo>
                      <a:pt x="1871" y="19576"/>
                      <a:pt x="1873" y="19576"/>
                      <a:pt x="1875" y="19575"/>
                    </a:cubicBezTo>
                    <a:cubicBezTo>
                      <a:pt x="2536" y="19485"/>
                      <a:pt x="3191" y="19395"/>
                      <a:pt x="3846" y="19310"/>
                    </a:cubicBezTo>
                    <a:cubicBezTo>
                      <a:pt x="4891" y="19169"/>
                      <a:pt x="5936" y="19033"/>
                      <a:pt x="6975" y="18892"/>
                    </a:cubicBezTo>
                    <a:cubicBezTo>
                      <a:pt x="7218" y="18858"/>
                      <a:pt x="7455" y="18830"/>
                      <a:pt x="7698" y="18796"/>
                    </a:cubicBezTo>
                    <a:cubicBezTo>
                      <a:pt x="7777" y="18785"/>
                      <a:pt x="7833" y="18740"/>
                      <a:pt x="7839" y="18655"/>
                    </a:cubicBezTo>
                    <a:cubicBezTo>
                      <a:pt x="7895" y="17864"/>
                      <a:pt x="7828" y="17074"/>
                      <a:pt x="7720" y="16294"/>
                    </a:cubicBezTo>
                    <a:cubicBezTo>
                      <a:pt x="7602" y="15447"/>
                      <a:pt x="7421" y="14611"/>
                      <a:pt x="7212" y="13787"/>
                    </a:cubicBezTo>
                    <a:cubicBezTo>
                      <a:pt x="6856" y="12364"/>
                      <a:pt x="6399" y="10980"/>
                      <a:pt x="5947" y="9585"/>
                    </a:cubicBezTo>
                    <a:cubicBezTo>
                      <a:pt x="5874" y="9359"/>
                      <a:pt x="5800" y="9128"/>
                      <a:pt x="5738" y="8896"/>
                    </a:cubicBezTo>
                    <a:cubicBezTo>
                      <a:pt x="5673" y="8663"/>
                      <a:pt x="5607" y="8371"/>
                      <a:pt x="5690" y="8135"/>
                    </a:cubicBezTo>
                    <a:lnTo>
                      <a:pt x="5690" y="8135"/>
                    </a:lnTo>
                    <a:cubicBezTo>
                      <a:pt x="5953" y="9194"/>
                      <a:pt x="6379" y="10227"/>
                      <a:pt x="6947" y="11161"/>
                    </a:cubicBezTo>
                    <a:cubicBezTo>
                      <a:pt x="7720" y="12432"/>
                      <a:pt x="8788" y="13522"/>
                      <a:pt x="10103" y="14233"/>
                    </a:cubicBezTo>
                    <a:cubicBezTo>
                      <a:pt x="10996" y="14724"/>
                      <a:pt x="11973" y="15029"/>
                      <a:pt x="12978" y="15182"/>
                    </a:cubicBezTo>
                    <a:cubicBezTo>
                      <a:pt x="12989" y="15184"/>
                      <a:pt x="13001" y="15185"/>
                      <a:pt x="13012" y="15185"/>
                    </a:cubicBezTo>
                    <a:cubicBezTo>
                      <a:pt x="13088" y="15185"/>
                      <a:pt x="13153" y="15135"/>
                      <a:pt x="13153" y="15046"/>
                    </a:cubicBezTo>
                    <a:lnTo>
                      <a:pt x="13153" y="13651"/>
                    </a:lnTo>
                    <a:lnTo>
                      <a:pt x="13153" y="11376"/>
                    </a:lnTo>
                    <a:cubicBezTo>
                      <a:pt x="13153" y="11287"/>
                      <a:pt x="13158" y="11198"/>
                      <a:pt x="13153" y="11104"/>
                    </a:cubicBezTo>
                    <a:lnTo>
                      <a:pt x="13153" y="11104"/>
                    </a:lnTo>
                    <a:cubicBezTo>
                      <a:pt x="13153" y="11104"/>
                      <a:pt x="13153" y="11104"/>
                      <a:pt x="13153" y="11104"/>
                    </a:cubicBezTo>
                    <a:cubicBezTo>
                      <a:pt x="13153" y="11104"/>
                      <a:pt x="13153" y="11104"/>
                      <a:pt x="13153" y="11104"/>
                    </a:cubicBezTo>
                    <a:lnTo>
                      <a:pt x="13153" y="11104"/>
                    </a:lnTo>
                    <a:cubicBezTo>
                      <a:pt x="13153" y="11104"/>
                      <a:pt x="13153" y="11104"/>
                      <a:pt x="13153" y="11104"/>
                    </a:cubicBezTo>
                    <a:lnTo>
                      <a:pt x="13153" y="11104"/>
                    </a:lnTo>
                    <a:cubicBezTo>
                      <a:pt x="13158" y="11094"/>
                      <a:pt x="13160" y="11086"/>
                      <a:pt x="13160" y="11080"/>
                    </a:cubicBezTo>
                    <a:lnTo>
                      <a:pt x="13160" y="11080"/>
                    </a:lnTo>
                    <a:cubicBezTo>
                      <a:pt x="13158" y="11088"/>
                      <a:pt x="13156" y="11096"/>
                      <a:pt x="13153" y="11104"/>
                    </a:cubicBezTo>
                    <a:lnTo>
                      <a:pt x="13153" y="11104"/>
                    </a:lnTo>
                    <a:cubicBezTo>
                      <a:pt x="13153" y="11102"/>
                      <a:pt x="13153" y="11100"/>
                      <a:pt x="13153" y="11099"/>
                    </a:cubicBezTo>
                    <a:cubicBezTo>
                      <a:pt x="13153" y="11079"/>
                      <a:pt x="13156" y="11071"/>
                      <a:pt x="13158" y="11071"/>
                    </a:cubicBezTo>
                    <a:lnTo>
                      <a:pt x="13158" y="11071"/>
                    </a:lnTo>
                    <a:cubicBezTo>
                      <a:pt x="13160" y="11071"/>
                      <a:pt x="13161" y="11075"/>
                      <a:pt x="13160" y="11080"/>
                    </a:cubicBezTo>
                    <a:lnTo>
                      <a:pt x="13160" y="11080"/>
                    </a:lnTo>
                    <a:cubicBezTo>
                      <a:pt x="13164" y="11070"/>
                      <a:pt x="13167" y="11060"/>
                      <a:pt x="13170" y="11054"/>
                    </a:cubicBezTo>
                    <a:cubicBezTo>
                      <a:pt x="13272" y="10777"/>
                      <a:pt x="13368" y="10500"/>
                      <a:pt x="13469" y="10223"/>
                    </a:cubicBezTo>
                    <a:lnTo>
                      <a:pt x="13881" y="9094"/>
                    </a:lnTo>
                    <a:cubicBezTo>
                      <a:pt x="13932" y="8958"/>
                      <a:pt x="13983" y="8823"/>
                      <a:pt x="14028" y="8693"/>
                    </a:cubicBezTo>
                    <a:cubicBezTo>
                      <a:pt x="14051" y="8631"/>
                      <a:pt x="14085" y="8569"/>
                      <a:pt x="14090" y="8507"/>
                    </a:cubicBezTo>
                    <a:cubicBezTo>
                      <a:pt x="14102" y="8326"/>
                      <a:pt x="14085" y="8140"/>
                      <a:pt x="14102" y="7953"/>
                    </a:cubicBezTo>
                    <a:cubicBezTo>
                      <a:pt x="14136" y="7603"/>
                      <a:pt x="14220" y="7242"/>
                      <a:pt x="14401" y="6937"/>
                    </a:cubicBezTo>
                    <a:cubicBezTo>
                      <a:pt x="14599" y="6609"/>
                      <a:pt x="14909" y="6406"/>
                      <a:pt x="15288" y="6366"/>
                    </a:cubicBezTo>
                    <a:cubicBezTo>
                      <a:pt x="15615" y="6332"/>
                      <a:pt x="15948" y="6316"/>
                      <a:pt x="16276" y="6299"/>
                    </a:cubicBezTo>
                    <a:cubicBezTo>
                      <a:pt x="17309" y="6248"/>
                      <a:pt x="18349" y="6220"/>
                      <a:pt x="19382" y="6174"/>
                    </a:cubicBezTo>
                    <a:cubicBezTo>
                      <a:pt x="20376" y="6140"/>
                      <a:pt x="21370" y="6107"/>
                      <a:pt x="22364" y="6016"/>
                    </a:cubicBezTo>
                    <a:cubicBezTo>
                      <a:pt x="22646" y="5994"/>
                      <a:pt x="22917" y="5937"/>
                      <a:pt x="23160" y="5779"/>
                    </a:cubicBezTo>
                    <a:cubicBezTo>
                      <a:pt x="23414" y="5610"/>
                      <a:pt x="23606" y="5361"/>
                      <a:pt x="23708" y="5067"/>
                    </a:cubicBezTo>
                    <a:cubicBezTo>
                      <a:pt x="23832" y="4689"/>
                      <a:pt x="23872" y="4249"/>
                      <a:pt x="23872" y="3853"/>
                    </a:cubicBezTo>
                    <a:cubicBezTo>
                      <a:pt x="23883" y="2837"/>
                      <a:pt x="23505" y="1860"/>
                      <a:pt x="22748" y="1171"/>
                    </a:cubicBezTo>
                    <a:cubicBezTo>
                      <a:pt x="22511" y="956"/>
                      <a:pt x="22251" y="770"/>
                      <a:pt x="21974" y="612"/>
                    </a:cubicBezTo>
                    <a:cubicBezTo>
                      <a:pt x="21973" y="611"/>
                      <a:pt x="21973" y="611"/>
                      <a:pt x="21972" y="610"/>
                    </a:cubicBezTo>
                    <a:lnTo>
                      <a:pt x="21972" y="610"/>
                    </a:lnTo>
                    <a:cubicBezTo>
                      <a:pt x="21230" y="194"/>
                      <a:pt x="20395" y="1"/>
                      <a:pt x="19551"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5" name="Google Shape;905;p35"/>
              <p:cNvSpPr/>
              <p:nvPr/>
            </p:nvSpPr>
            <p:spPr>
              <a:xfrm>
                <a:off x="4661250" y="1558750"/>
                <a:ext cx="292000" cy="353675"/>
              </a:xfrm>
              <a:custGeom>
                <a:avLst/>
                <a:gdLst/>
                <a:ahLst/>
                <a:cxnLst/>
                <a:rect l="l" t="t" r="r" b="b"/>
                <a:pathLst>
                  <a:path w="11680" h="14147" extrusionOk="0">
                    <a:moveTo>
                      <a:pt x="9845" y="317"/>
                    </a:moveTo>
                    <a:lnTo>
                      <a:pt x="9845" y="317"/>
                    </a:lnTo>
                    <a:cubicBezTo>
                      <a:pt x="9934" y="775"/>
                      <a:pt x="9934" y="1238"/>
                      <a:pt x="9934" y="1705"/>
                    </a:cubicBezTo>
                    <a:lnTo>
                      <a:pt x="9934" y="2366"/>
                    </a:lnTo>
                    <a:cubicBezTo>
                      <a:pt x="9934" y="2468"/>
                      <a:pt x="9900" y="2643"/>
                      <a:pt x="9974" y="2722"/>
                    </a:cubicBezTo>
                    <a:cubicBezTo>
                      <a:pt x="10064" y="2818"/>
                      <a:pt x="10188" y="2891"/>
                      <a:pt x="10284" y="2970"/>
                    </a:cubicBezTo>
                    <a:cubicBezTo>
                      <a:pt x="10465" y="3111"/>
                      <a:pt x="10646" y="3258"/>
                      <a:pt x="10827" y="3399"/>
                    </a:cubicBezTo>
                    <a:cubicBezTo>
                      <a:pt x="10934" y="3484"/>
                      <a:pt x="11041" y="3569"/>
                      <a:pt x="11149" y="3654"/>
                    </a:cubicBezTo>
                    <a:cubicBezTo>
                      <a:pt x="11318" y="3795"/>
                      <a:pt x="11386" y="4015"/>
                      <a:pt x="11256" y="4207"/>
                    </a:cubicBezTo>
                    <a:cubicBezTo>
                      <a:pt x="11120" y="4410"/>
                      <a:pt x="10894" y="4416"/>
                      <a:pt x="10680" y="4416"/>
                    </a:cubicBezTo>
                    <a:lnTo>
                      <a:pt x="10076" y="4416"/>
                    </a:lnTo>
                    <a:cubicBezTo>
                      <a:pt x="9996" y="4416"/>
                      <a:pt x="9934" y="4478"/>
                      <a:pt x="9934" y="4557"/>
                    </a:cubicBezTo>
                    <a:lnTo>
                      <a:pt x="9934" y="5404"/>
                    </a:lnTo>
                    <a:cubicBezTo>
                      <a:pt x="9934" y="5715"/>
                      <a:pt x="9946" y="6031"/>
                      <a:pt x="9917" y="6342"/>
                    </a:cubicBezTo>
                    <a:cubicBezTo>
                      <a:pt x="9810" y="7398"/>
                      <a:pt x="9155" y="8358"/>
                      <a:pt x="8218" y="8866"/>
                    </a:cubicBezTo>
                    <a:cubicBezTo>
                      <a:pt x="7709" y="9143"/>
                      <a:pt x="7150" y="9250"/>
                      <a:pt x="6569" y="9250"/>
                    </a:cubicBezTo>
                    <a:cubicBezTo>
                      <a:pt x="6495" y="9250"/>
                      <a:pt x="6427" y="9318"/>
                      <a:pt x="6427" y="9391"/>
                    </a:cubicBezTo>
                    <a:lnTo>
                      <a:pt x="6427" y="10944"/>
                    </a:lnTo>
                    <a:lnTo>
                      <a:pt x="6427" y="13435"/>
                    </a:lnTo>
                    <a:lnTo>
                      <a:pt x="6427" y="13864"/>
                    </a:lnTo>
                    <a:lnTo>
                      <a:pt x="300" y="13864"/>
                    </a:lnTo>
                    <a:lnTo>
                      <a:pt x="300" y="12463"/>
                    </a:lnTo>
                    <a:lnTo>
                      <a:pt x="300" y="9979"/>
                    </a:lnTo>
                    <a:lnTo>
                      <a:pt x="300" y="8691"/>
                    </a:lnTo>
                    <a:lnTo>
                      <a:pt x="300" y="6748"/>
                    </a:lnTo>
                    <a:lnTo>
                      <a:pt x="300" y="5653"/>
                    </a:lnTo>
                    <a:cubicBezTo>
                      <a:pt x="300" y="5588"/>
                      <a:pt x="320" y="5494"/>
                      <a:pt x="303" y="5431"/>
                    </a:cubicBezTo>
                    <a:lnTo>
                      <a:pt x="303" y="5431"/>
                    </a:lnTo>
                    <a:cubicBezTo>
                      <a:pt x="304" y="5430"/>
                      <a:pt x="305" y="5428"/>
                      <a:pt x="306" y="5427"/>
                    </a:cubicBezTo>
                    <a:cubicBezTo>
                      <a:pt x="323" y="5399"/>
                      <a:pt x="328" y="5359"/>
                      <a:pt x="340" y="5325"/>
                    </a:cubicBezTo>
                    <a:cubicBezTo>
                      <a:pt x="599" y="4614"/>
                      <a:pt x="859" y="3902"/>
                      <a:pt x="1119" y="3191"/>
                    </a:cubicBezTo>
                    <a:cubicBezTo>
                      <a:pt x="1175" y="3049"/>
                      <a:pt x="1237" y="2925"/>
                      <a:pt x="1232" y="2773"/>
                    </a:cubicBezTo>
                    <a:cubicBezTo>
                      <a:pt x="1226" y="2479"/>
                      <a:pt x="1249" y="2185"/>
                      <a:pt x="1317" y="1897"/>
                    </a:cubicBezTo>
                    <a:cubicBezTo>
                      <a:pt x="1401" y="1525"/>
                      <a:pt x="1565" y="1135"/>
                      <a:pt x="1887" y="903"/>
                    </a:cubicBezTo>
                    <a:cubicBezTo>
                      <a:pt x="2181" y="700"/>
                      <a:pt x="2542" y="694"/>
                      <a:pt x="2881" y="677"/>
                    </a:cubicBezTo>
                    <a:cubicBezTo>
                      <a:pt x="3903" y="610"/>
                      <a:pt x="4925" y="581"/>
                      <a:pt x="5947" y="542"/>
                    </a:cubicBezTo>
                    <a:cubicBezTo>
                      <a:pt x="7049" y="502"/>
                      <a:pt x="8150" y="469"/>
                      <a:pt x="9245" y="384"/>
                    </a:cubicBezTo>
                    <a:cubicBezTo>
                      <a:pt x="9444" y="370"/>
                      <a:pt x="9649" y="360"/>
                      <a:pt x="9845" y="317"/>
                    </a:cubicBezTo>
                    <a:close/>
                    <a:moveTo>
                      <a:pt x="9952" y="0"/>
                    </a:moveTo>
                    <a:cubicBezTo>
                      <a:pt x="9940" y="0"/>
                      <a:pt x="9929" y="2"/>
                      <a:pt x="9917" y="5"/>
                    </a:cubicBezTo>
                    <a:cubicBezTo>
                      <a:pt x="9680" y="85"/>
                      <a:pt x="9420" y="90"/>
                      <a:pt x="9172" y="107"/>
                    </a:cubicBezTo>
                    <a:cubicBezTo>
                      <a:pt x="8929" y="124"/>
                      <a:pt x="8686" y="141"/>
                      <a:pt x="8443" y="152"/>
                    </a:cubicBezTo>
                    <a:cubicBezTo>
                      <a:pt x="7873" y="186"/>
                      <a:pt x="7303" y="209"/>
                      <a:pt x="6732" y="231"/>
                    </a:cubicBezTo>
                    <a:cubicBezTo>
                      <a:pt x="5620" y="277"/>
                      <a:pt x="4502" y="310"/>
                      <a:pt x="3389" y="361"/>
                    </a:cubicBezTo>
                    <a:cubicBezTo>
                      <a:pt x="3050" y="378"/>
                      <a:pt x="2711" y="395"/>
                      <a:pt x="2378" y="435"/>
                    </a:cubicBezTo>
                    <a:cubicBezTo>
                      <a:pt x="1909" y="491"/>
                      <a:pt x="1531" y="751"/>
                      <a:pt x="1294" y="1157"/>
                    </a:cubicBezTo>
                    <a:cubicBezTo>
                      <a:pt x="1096" y="1508"/>
                      <a:pt x="1006" y="1909"/>
                      <a:pt x="966" y="2310"/>
                    </a:cubicBezTo>
                    <a:cubicBezTo>
                      <a:pt x="955" y="2445"/>
                      <a:pt x="949" y="2581"/>
                      <a:pt x="949" y="2722"/>
                    </a:cubicBezTo>
                    <a:cubicBezTo>
                      <a:pt x="949" y="2756"/>
                      <a:pt x="944" y="2795"/>
                      <a:pt x="949" y="2829"/>
                    </a:cubicBezTo>
                    <a:cubicBezTo>
                      <a:pt x="949" y="2829"/>
                      <a:pt x="950" y="2830"/>
                      <a:pt x="950" y="2830"/>
                    </a:cubicBezTo>
                    <a:lnTo>
                      <a:pt x="950" y="2830"/>
                    </a:lnTo>
                    <a:cubicBezTo>
                      <a:pt x="908" y="2885"/>
                      <a:pt x="892" y="3001"/>
                      <a:pt x="865" y="3066"/>
                    </a:cubicBezTo>
                    <a:cubicBezTo>
                      <a:pt x="808" y="3236"/>
                      <a:pt x="746" y="3399"/>
                      <a:pt x="684" y="3569"/>
                    </a:cubicBezTo>
                    <a:cubicBezTo>
                      <a:pt x="537" y="3976"/>
                      <a:pt x="385" y="4382"/>
                      <a:pt x="238" y="4789"/>
                    </a:cubicBezTo>
                    <a:cubicBezTo>
                      <a:pt x="187" y="4936"/>
                      <a:pt x="131" y="5082"/>
                      <a:pt x="80" y="5229"/>
                    </a:cubicBezTo>
                    <a:cubicBezTo>
                      <a:pt x="57" y="5286"/>
                      <a:pt x="23" y="5348"/>
                      <a:pt x="18" y="5410"/>
                    </a:cubicBezTo>
                    <a:cubicBezTo>
                      <a:pt x="1" y="5625"/>
                      <a:pt x="18" y="5845"/>
                      <a:pt x="18" y="6059"/>
                    </a:cubicBezTo>
                    <a:lnTo>
                      <a:pt x="18" y="8459"/>
                    </a:lnTo>
                    <a:lnTo>
                      <a:pt x="18" y="9578"/>
                    </a:lnTo>
                    <a:lnTo>
                      <a:pt x="18" y="11780"/>
                    </a:lnTo>
                    <a:lnTo>
                      <a:pt x="18" y="13887"/>
                    </a:lnTo>
                    <a:lnTo>
                      <a:pt x="18" y="14005"/>
                    </a:lnTo>
                    <a:cubicBezTo>
                      <a:pt x="18" y="14079"/>
                      <a:pt x="85" y="14146"/>
                      <a:pt x="159" y="14146"/>
                    </a:cubicBezTo>
                    <a:lnTo>
                      <a:pt x="6569" y="14146"/>
                    </a:lnTo>
                    <a:cubicBezTo>
                      <a:pt x="6627" y="14146"/>
                      <a:pt x="6668" y="14118"/>
                      <a:pt x="6689" y="14079"/>
                    </a:cubicBezTo>
                    <a:lnTo>
                      <a:pt x="6689" y="14079"/>
                    </a:lnTo>
                    <a:cubicBezTo>
                      <a:pt x="6702" y="14060"/>
                      <a:pt x="6710" y="14035"/>
                      <a:pt x="6710" y="14005"/>
                    </a:cubicBezTo>
                    <a:lnTo>
                      <a:pt x="6710" y="12452"/>
                    </a:lnTo>
                    <a:lnTo>
                      <a:pt x="6710" y="9962"/>
                    </a:lnTo>
                    <a:lnTo>
                      <a:pt x="6710" y="9530"/>
                    </a:lnTo>
                    <a:lnTo>
                      <a:pt x="6710" y="9530"/>
                    </a:lnTo>
                    <a:cubicBezTo>
                      <a:pt x="7201" y="9516"/>
                      <a:pt x="7674" y="9423"/>
                      <a:pt x="8127" y="9222"/>
                    </a:cubicBezTo>
                    <a:cubicBezTo>
                      <a:pt x="8630" y="9002"/>
                      <a:pt x="9082" y="8651"/>
                      <a:pt x="9426" y="8222"/>
                    </a:cubicBezTo>
                    <a:cubicBezTo>
                      <a:pt x="9776" y="7782"/>
                      <a:pt x="10030" y="7262"/>
                      <a:pt x="10143" y="6709"/>
                    </a:cubicBezTo>
                    <a:cubicBezTo>
                      <a:pt x="10217" y="6342"/>
                      <a:pt x="10217" y="5975"/>
                      <a:pt x="10217" y="5602"/>
                    </a:cubicBezTo>
                    <a:lnTo>
                      <a:pt x="10217" y="4698"/>
                    </a:lnTo>
                    <a:lnTo>
                      <a:pt x="10787" y="4698"/>
                    </a:lnTo>
                    <a:cubicBezTo>
                      <a:pt x="11120" y="4698"/>
                      <a:pt x="11437" y="4552"/>
                      <a:pt x="11561" y="4224"/>
                    </a:cubicBezTo>
                    <a:cubicBezTo>
                      <a:pt x="11679" y="3925"/>
                      <a:pt x="11561" y="3625"/>
                      <a:pt x="11324" y="3433"/>
                    </a:cubicBezTo>
                    <a:cubicBezTo>
                      <a:pt x="11120" y="3275"/>
                      <a:pt x="10923" y="3117"/>
                      <a:pt x="10725" y="2959"/>
                    </a:cubicBezTo>
                    <a:cubicBezTo>
                      <a:pt x="10554" y="2824"/>
                      <a:pt x="10387" y="2694"/>
                      <a:pt x="10217" y="2560"/>
                    </a:cubicBezTo>
                    <a:lnTo>
                      <a:pt x="10217" y="2560"/>
                    </a:lnTo>
                    <a:cubicBezTo>
                      <a:pt x="10219" y="1748"/>
                      <a:pt x="10269" y="906"/>
                      <a:pt x="10092" y="101"/>
                    </a:cubicBezTo>
                    <a:cubicBezTo>
                      <a:pt x="10078" y="45"/>
                      <a:pt x="10013" y="0"/>
                      <a:pt x="995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6" name="Google Shape;906;p35"/>
              <p:cNvSpPr/>
              <p:nvPr/>
            </p:nvSpPr>
            <p:spPr>
              <a:xfrm>
                <a:off x="4245050" y="1905325"/>
                <a:ext cx="999750" cy="705950"/>
              </a:xfrm>
              <a:custGeom>
                <a:avLst/>
                <a:gdLst/>
                <a:ahLst/>
                <a:cxnLst/>
                <a:rect l="l" t="t" r="r" b="b"/>
                <a:pathLst>
                  <a:path w="39990" h="28238" extrusionOk="0">
                    <a:moveTo>
                      <a:pt x="16098" y="390"/>
                    </a:moveTo>
                    <a:cubicBezTo>
                      <a:pt x="16349" y="1643"/>
                      <a:pt x="16601" y="2900"/>
                      <a:pt x="16852" y="4152"/>
                    </a:cubicBezTo>
                    <a:cubicBezTo>
                      <a:pt x="16886" y="4344"/>
                      <a:pt x="16925" y="4530"/>
                      <a:pt x="16959" y="4716"/>
                    </a:cubicBezTo>
                    <a:cubicBezTo>
                      <a:pt x="16973" y="4783"/>
                      <a:pt x="17036" y="4820"/>
                      <a:pt x="17097" y="4820"/>
                    </a:cubicBezTo>
                    <a:cubicBezTo>
                      <a:pt x="17134" y="4820"/>
                      <a:pt x="17171" y="4806"/>
                      <a:pt x="17196" y="4779"/>
                    </a:cubicBezTo>
                    <a:cubicBezTo>
                      <a:pt x="18044" y="3932"/>
                      <a:pt x="18891" y="3090"/>
                      <a:pt x="19738" y="2243"/>
                    </a:cubicBezTo>
                    <a:cubicBezTo>
                      <a:pt x="19823" y="2157"/>
                      <a:pt x="19909" y="2072"/>
                      <a:pt x="19995" y="1986"/>
                    </a:cubicBezTo>
                    <a:lnTo>
                      <a:pt x="19995" y="1986"/>
                    </a:lnTo>
                    <a:lnTo>
                      <a:pt x="22437" y="4423"/>
                    </a:lnTo>
                    <a:cubicBezTo>
                      <a:pt x="22556" y="4541"/>
                      <a:pt x="22674" y="4660"/>
                      <a:pt x="22799" y="4779"/>
                    </a:cubicBezTo>
                    <a:cubicBezTo>
                      <a:pt x="22824" y="4806"/>
                      <a:pt x="22861" y="4820"/>
                      <a:pt x="22898" y="4820"/>
                    </a:cubicBezTo>
                    <a:cubicBezTo>
                      <a:pt x="22959" y="4820"/>
                      <a:pt x="23020" y="4783"/>
                      <a:pt x="23030" y="4716"/>
                    </a:cubicBezTo>
                    <a:cubicBezTo>
                      <a:pt x="23296" y="3389"/>
                      <a:pt x="23561" y="2068"/>
                      <a:pt x="23826" y="741"/>
                    </a:cubicBezTo>
                    <a:cubicBezTo>
                      <a:pt x="23848" y="625"/>
                      <a:pt x="23871" y="509"/>
                      <a:pt x="23893" y="393"/>
                    </a:cubicBezTo>
                    <a:lnTo>
                      <a:pt x="23893" y="393"/>
                    </a:lnTo>
                    <a:cubicBezTo>
                      <a:pt x="24567" y="943"/>
                      <a:pt x="25292" y="1438"/>
                      <a:pt x="26018" y="1904"/>
                    </a:cubicBezTo>
                    <a:cubicBezTo>
                      <a:pt x="26831" y="2429"/>
                      <a:pt x="27667" y="2909"/>
                      <a:pt x="28531" y="3339"/>
                    </a:cubicBezTo>
                    <a:cubicBezTo>
                      <a:pt x="29417" y="3779"/>
                      <a:pt x="30315" y="4186"/>
                      <a:pt x="31168" y="4694"/>
                    </a:cubicBezTo>
                    <a:cubicBezTo>
                      <a:pt x="33393" y="6021"/>
                      <a:pt x="35426" y="7834"/>
                      <a:pt x="36669" y="10132"/>
                    </a:cubicBezTo>
                    <a:cubicBezTo>
                      <a:pt x="36883" y="10521"/>
                      <a:pt x="37080" y="10910"/>
                      <a:pt x="37198" y="11332"/>
                    </a:cubicBezTo>
                    <a:lnTo>
                      <a:pt x="37198" y="11332"/>
                    </a:lnTo>
                    <a:cubicBezTo>
                      <a:pt x="37199" y="11333"/>
                      <a:pt x="37199" y="11334"/>
                      <a:pt x="37199" y="11335"/>
                    </a:cubicBezTo>
                    <a:cubicBezTo>
                      <a:pt x="37199" y="11335"/>
                      <a:pt x="37199" y="11335"/>
                      <a:pt x="37199" y="11335"/>
                    </a:cubicBezTo>
                    <a:lnTo>
                      <a:pt x="37199" y="11335"/>
                    </a:lnTo>
                    <a:cubicBezTo>
                      <a:pt x="37200" y="11336"/>
                      <a:pt x="37200" y="11337"/>
                      <a:pt x="37200" y="11337"/>
                    </a:cubicBezTo>
                    <a:lnTo>
                      <a:pt x="37200" y="11337"/>
                    </a:lnTo>
                    <a:cubicBezTo>
                      <a:pt x="37482" y="12285"/>
                      <a:pt x="37696" y="13256"/>
                      <a:pt x="37911" y="14227"/>
                    </a:cubicBezTo>
                    <a:cubicBezTo>
                      <a:pt x="38470" y="16813"/>
                      <a:pt x="38894" y="19428"/>
                      <a:pt x="39199" y="22054"/>
                    </a:cubicBezTo>
                    <a:cubicBezTo>
                      <a:pt x="39430" y="24017"/>
                      <a:pt x="39597" y="25981"/>
                      <a:pt x="39700" y="27955"/>
                    </a:cubicBezTo>
                    <a:lnTo>
                      <a:pt x="296" y="27955"/>
                    </a:lnTo>
                    <a:cubicBezTo>
                      <a:pt x="479" y="24411"/>
                      <a:pt x="867" y="20878"/>
                      <a:pt x="1469" y="17389"/>
                    </a:cubicBezTo>
                    <a:cubicBezTo>
                      <a:pt x="1796" y="15514"/>
                      <a:pt x="2175" y="13639"/>
                      <a:pt x="2660" y="11804"/>
                    </a:cubicBezTo>
                    <a:cubicBezTo>
                      <a:pt x="2835" y="11160"/>
                      <a:pt x="3067" y="10590"/>
                      <a:pt x="3394" y="10008"/>
                    </a:cubicBezTo>
                    <a:cubicBezTo>
                      <a:pt x="4569" y="7907"/>
                      <a:pt x="6399" y="6213"/>
                      <a:pt x="8420" y="4937"/>
                    </a:cubicBezTo>
                    <a:cubicBezTo>
                      <a:pt x="9189" y="4457"/>
                      <a:pt x="9985" y="4033"/>
                      <a:pt x="10804" y="3655"/>
                    </a:cubicBezTo>
                    <a:cubicBezTo>
                      <a:pt x="11662" y="3259"/>
                      <a:pt x="12498" y="2813"/>
                      <a:pt x="13305" y="2322"/>
                    </a:cubicBezTo>
                    <a:cubicBezTo>
                      <a:pt x="14276" y="1740"/>
                      <a:pt x="15214" y="1098"/>
                      <a:pt x="16098" y="390"/>
                    </a:cubicBezTo>
                    <a:close/>
                    <a:moveTo>
                      <a:pt x="16191" y="1"/>
                    </a:moveTo>
                    <a:cubicBezTo>
                      <a:pt x="16112" y="1"/>
                      <a:pt x="16050" y="63"/>
                      <a:pt x="15994" y="114"/>
                    </a:cubicBezTo>
                    <a:cubicBezTo>
                      <a:pt x="15881" y="204"/>
                      <a:pt x="15762" y="295"/>
                      <a:pt x="15649" y="385"/>
                    </a:cubicBezTo>
                    <a:cubicBezTo>
                      <a:pt x="15180" y="746"/>
                      <a:pt x="14695" y="1091"/>
                      <a:pt x="14203" y="1418"/>
                    </a:cubicBezTo>
                    <a:cubicBezTo>
                      <a:pt x="13497" y="1893"/>
                      <a:pt x="12763" y="2333"/>
                      <a:pt x="12012" y="2734"/>
                    </a:cubicBezTo>
                    <a:cubicBezTo>
                      <a:pt x="11159" y="3197"/>
                      <a:pt x="10267" y="3570"/>
                      <a:pt x="9420" y="4033"/>
                    </a:cubicBezTo>
                    <a:cubicBezTo>
                      <a:pt x="7076" y="5298"/>
                      <a:pt x="4925" y="7049"/>
                      <a:pt x="3479" y="9308"/>
                    </a:cubicBezTo>
                    <a:cubicBezTo>
                      <a:pt x="3061" y="9968"/>
                      <a:pt x="2683" y="10674"/>
                      <a:pt x="2468" y="11437"/>
                    </a:cubicBezTo>
                    <a:cubicBezTo>
                      <a:pt x="2022" y="13041"/>
                      <a:pt x="1683" y="14678"/>
                      <a:pt x="1378" y="16316"/>
                    </a:cubicBezTo>
                    <a:cubicBezTo>
                      <a:pt x="746" y="19704"/>
                      <a:pt x="322" y="23132"/>
                      <a:pt x="96" y="26566"/>
                    </a:cubicBezTo>
                    <a:cubicBezTo>
                      <a:pt x="62" y="27074"/>
                      <a:pt x="29" y="27588"/>
                      <a:pt x="6" y="28096"/>
                    </a:cubicBezTo>
                    <a:cubicBezTo>
                      <a:pt x="0" y="28170"/>
                      <a:pt x="74" y="28238"/>
                      <a:pt x="147" y="28238"/>
                    </a:cubicBezTo>
                    <a:lnTo>
                      <a:pt x="39848" y="28238"/>
                    </a:lnTo>
                    <a:cubicBezTo>
                      <a:pt x="39921" y="28238"/>
                      <a:pt x="39989" y="28170"/>
                      <a:pt x="39989" y="28096"/>
                    </a:cubicBezTo>
                    <a:cubicBezTo>
                      <a:pt x="39820" y="24731"/>
                      <a:pt x="39464" y="21376"/>
                      <a:pt x="38922" y="18050"/>
                    </a:cubicBezTo>
                    <a:cubicBezTo>
                      <a:pt x="38600" y="16096"/>
                      <a:pt x="38216" y="14142"/>
                      <a:pt x="37730" y="12216"/>
                    </a:cubicBezTo>
                    <a:cubicBezTo>
                      <a:pt x="37651" y="11900"/>
                      <a:pt x="37566" y="11578"/>
                      <a:pt x="37470" y="11262"/>
                    </a:cubicBezTo>
                    <a:cubicBezTo>
                      <a:pt x="37369" y="10900"/>
                      <a:pt x="37205" y="10550"/>
                      <a:pt x="37036" y="10223"/>
                    </a:cubicBezTo>
                    <a:cubicBezTo>
                      <a:pt x="36589" y="9347"/>
                      <a:pt x="36019" y="8540"/>
                      <a:pt x="35381" y="7800"/>
                    </a:cubicBezTo>
                    <a:cubicBezTo>
                      <a:pt x="34387" y="6654"/>
                      <a:pt x="33212" y="5671"/>
                      <a:pt x="31947" y="4841"/>
                    </a:cubicBezTo>
                    <a:cubicBezTo>
                      <a:pt x="31112" y="4299"/>
                      <a:pt x="30236" y="3830"/>
                      <a:pt x="29333" y="3412"/>
                    </a:cubicBezTo>
                    <a:cubicBezTo>
                      <a:pt x="28412" y="2983"/>
                      <a:pt x="27514" y="2497"/>
                      <a:pt x="26644" y="1966"/>
                    </a:cubicBezTo>
                    <a:cubicBezTo>
                      <a:pt x="25933" y="1531"/>
                      <a:pt x="25244" y="1063"/>
                      <a:pt x="24578" y="566"/>
                    </a:cubicBezTo>
                    <a:cubicBezTo>
                      <a:pt x="24402" y="430"/>
                      <a:pt x="24227" y="295"/>
                      <a:pt x="24052" y="159"/>
                    </a:cubicBezTo>
                    <a:cubicBezTo>
                      <a:pt x="23985" y="103"/>
                      <a:pt x="23894" y="1"/>
                      <a:pt x="23798" y="1"/>
                    </a:cubicBezTo>
                    <a:cubicBezTo>
                      <a:pt x="23742" y="1"/>
                      <a:pt x="23674" y="46"/>
                      <a:pt x="23663" y="103"/>
                    </a:cubicBezTo>
                    <a:cubicBezTo>
                      <a:pt x="23403" y="1430"/>
                      <a:pt x="23137" y="2757"/>
                      <a:pt x="22872" y="4078"/>
                    </a:cubicBezTo>
                    <a:cubicBezTo>
                      <a:pt x="22850" y="4182"/>
                      <a:pt x="22830" y="4288"/>
                      <a:pt x="22809" y="4394"/>
                    </a:cubicBezTo>
                    <a:lnTo>
                      <a:pt x="22809" y="4394"/>
                    </a:lnTo>
                    <a:cubicBezTo>
                      <a:pt x="22024" y="3610"/>
                      <a:pt x="21240" y="2830"/>
                      <a:pt x="20455" y="2045"/>
                    </a:cubicBezTo>
                    <a:cubicBezTo>
                      <a:pt x="20336" y="1927"/>
                      <a:pt x="20218" y="1808"/>
                      <a:pt x="20094" y="1690"/>
                    </a:cubicBezTo>
                    <a:cubicBezTo>
                      <a:pt x="20068" y="1661"/>
                      <a:pt x="20033" y="1647"/>
                      <a:pt x="19997" y="1647"/>
                    </a:cubicBezTo>
                    <a:cubicBezTo>
                      <a:pt x="19961" y="1647"/>
                      <a:pt x="19924" y="1661"/>
                      <a:pt x="19896" y="1690"/>
                    </a:cubicBezTo>
                    <a:cubicBezTo>
                      <a:pt x="19049" y="2531"/>
                      <a:pt x="18202" y="3378"/>
                      <a:pt x="17355" y="4225"/>
                    </a:cubicBezTo>
                    <a:cubicBezTo>
                      <a:pt x="17298" y="4281"/>
                      <a:pt x="17242" y="4338"/>
                      <a:pt x="17186" y="4394"/>
                    </a:cubicBezTo>
                    <a:lnTo>
                      <a:pt x="17186" y="4394"/>
                    </a:lnTo>
                    <a:lnTo>
                      <a:pt x="16440" y="667"/>
                    </a:lnTo>
                    <a:cubicBezTo>
                      <a:pt x="16406" y="481"/>
                      <a:pt x="16366" y="289"/>
                      <a:pt x="16327" y="103"/>
                    </a:cubicBezTo>
                    <a:cubicBezTo>
                      <a:pt x="16315" y="46"/>
                      <a:pt x="16253" y="1"/>
                      <a:pt x="16191"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7" name="Google Shape;907;p35"/>
              <p:cNvSpPr/>
              <p:nvPr/>
            </p:nvSpPr>
            <p:spPr>
              <a:xfrm>
                <a:off x="4645925" y="1903625"/>
                <a:ext cx="198325" cy="122200"/>
              </a:xfrm>
              <a:custGeom>
                <a:avLst/>
                <a:gdLst/>
                <a:ahLst/>
                <a:cxnLst/>
                <a:rect l="l" t="t" r="r" b="b"/>
                <a:pathLst>
                  <a:path w="7933" h="4888" extrusionOk="0">
                    <a:moveTo>
                      <a:pt x="7609" y="284"/>
                    </a:moveTo>
                    <a:lnTo>
                      <a:pt x="7340" y="1639"/>
                    </a:lnTo>
                    <a:cubicBezTo>
                      <a:pt x="7170" y="2469"/>
                      <a:pt x="7006" y="3299"/>
                      <a:pt x="6843" y="4129"/>
                    </a:cubicBezTo>
                    <a:cubicBezTo>
                      <a:pt x="6820" y="4239"/>
                      <a:pt x="6797" y="4351"/>
                      <a:pt x="6775" y="4462"/>
                    </a:cubicBezTo>
                    <a:lnTo>
                      <a:pt x="6775" y="4462"/>
                    </a:lnTo>
                    <a:cubicBezTo>
                      <a:pt x="6509" y="4197"/>
                      <a:pt x="6244" y="3932"/>
                      <a:pt x="5979" y="3666"/>
                    </a:cubicBezTo>
                    <a:cubicBezTo>
                      <a:pt x="5459" y="3152"/>
                      <a:pt x="4940" y="2633"/>
                      <a:pt x="4420" y="2113"/>
                    </a:cubicBezTo>
                    <a:cubicBezTo>
                      <a:pt x="4301" y="1995"/>
                      <a:pt x="4183" y="1876"/>
                      <a:pt x="4059" y="1758"/>
                    </a:cubicBezTo>
                    <a:cubicBezTo>
                      <a:pt x="4033" y="1729"/>
                      <a:pt x="3998" y="1715"/>
                      <a:pt x="3962" y="1715"/>
                    </a:cubicBezTo>
                    <a:cubicBezTo>
                      <a:pt x="3926" y="1715"/>
                      <a:pt x="3889" y="1729"/>
                      <a:pt x="3861" y="1758"/>
                    </a:cubicBezTo>
                    <a:cubicBezTo>
                      <a:pt x="3533" y="2085"/>
                      <a:pt x="3206" y="2407"/>
                      <a:pt x="2878" y="2735"/>
                    </a:cubicBezTo>
                    <a:cubicBezTo>
                      <a:pt x="2359" y="3254"/>
                      <a:pt x="1839" y="3774"/>
                      <a:pt x="1325" y="4288"/>
                    </a:cubicBezTo>
                    <a:cubicBezTo>
                      <a:pt x="1266" y="4344"/>
                      <a:pt x="1208" y="4402"/>
                      <a:pt x="1150" y="4460"/>
                    </a:cubicBezTo>
                    <a:lnTo>
                      <a:pt x="1150" y="4460"/>
                    </a:lnTo>
                    <a:cubicBezTo>
                      <a:pt x="1061" y="4019"/>
                      <a:pt x="975" y="3577"/>
                      <a:pt x="885" y="3135"/>
                    </a:cubicBezTo>
                    <a:cubicBezTo>
                      <a:pt x="721" y="2317"/>
                      <a:pt x="557" y="1492"/>
                      <a:pt x="393" y="673"/>
                    </a:cubicBezTo>
                    <a:cubicBezTo>
                      <a:pt x="366" y="542"/>
                      <a:pt x="342" y="413"/>
                      <a:pt x="317" y="284"/>
                    </a:cubicBezTo>
                    <a:close/>
                    <a:moveTo>
                      <a:pt x="160" y="0"/>
                    </a:moveTo>
                    <a:cubicBezTo>
                      <a:pt x="154" y="0"/>
                      <a:pt x="148" y="1"/>
                      <a:pt x="143" y="1"/>
                    </a:cubicBezTo>
                    <a:lnTo>
                      <a:pt x="143" y="1"/>
                    </a:lnTo>
                    <a:cubicBezTo>
                      <a:pt x="84" y="2"/>
                      <a:pt x="44" y="33"/>
                      <a:pt x="24" y="74"/>
                    </a:cubicBezTo>
                    <a:lnTo>
                      <a:pt x="24" y="74"/>
                    </a:lnTo>
                    <a:cubicBezTo>
                      <a:pt x="8" y="102"/>
                      <a:pt x="0" y="137"/>
                      <a:pt x="9" y="176"/>
                    </a:cubicBezTo>
                    <a:cubicBezTo>
                      <a:pt x="111" y="690"/>
                      <a:pt x="213" y="1198"/>
                      <a:pt x="314" y="1712"/>
                    </a:cubicBezTo>
                    <a:lnTo>
                      <a:pt x="811" y="4203"/>
                    </a:lnTo>
                    <a:cubicBezTo>
                      <a:pt x="851" y="4400"/>
                      <a:pt x="890" y="4592"/>
                      <a:pt x="924" y="4784"/>
                    </a:cubicBezTo>
                    <a:cubicBezTo>
                      <a:pt x="938" y="4851"/>
                      <a:pt x="1001" y="4888"/>
                      <a:pt x="1062" y="4888"/>
                    </a:cubicBezTo>
                    <a:cubicBezTo>
                      <a:pt x="1099" y="4888"/>
                      <a:pt x="1136" y="4874"/>
                      <a:pt x="1161" y="4847"/>
                    </a:cubicBezTo>
                    <a:cubicBezTo>
                      <a:pt x="1489" y="4519"/>
                      <a:pt x="1817" y="4192"/>
                      <a:pt x="2144" y="3870"/>
                    </a:cubicBezTo>
                    <a:cubicBezTo>
                      <a:pt x="2664" y="3350"/>
                      <a:pt x="3183" y="2831"/>
                      <a:pt x="3703" y="2317"/>
                    </a:cubicBezTo>
                    <a:lnTo>
                      <a:pt x="3961" y="2055"/>
                    </a:lnTo>
                    <a:lnTo>
                      <a:pt x="3961" y="2055"/>
                    </a:lnTo>
                    <a:cubicBezTo>
                      <a:pt x="4255" y="2349"/>
                      <a:pt x="4549" y="2643"/>
                      <a:pt x="4844" y="2938"/>
                    </a:cubicBezTo>
                    <a:cubicBezTo>
                      <a:pt x="5363" y="3452"/>
                      <a:pt x="5883" y="3971"/>
                      <a:pt x="6402" y="4491"/>
                    </a:cubicBezTo>
                    <a:cubicBezTo>
                      <a:pt x="6521" y="4609"/>
                      <a:pt x="6639" y="4728"/>
                      <a:pt x="6764" y="4847"/>
                    </a:cubicBezTo>
                    <a:cubicBezTo>
                      <a:pt x="6789" y="4874"/>
                      <a:pt x="6826" y="4888"/>
                      <a:pt x="6863" y="4888"/>
                    </a:cubicBezTo>
                    <a:cubicBezTo>
                      <a:pt x="6924" y="4888"/>
                      <a:pt x="6985" y="4851"/>
                      <a:pt x="6995" y="4784"/>
                    </a:cubicBezTo>
                    <a:cubicBezTo>
                      <a:pt x="7102" y="4259"/>
                      <a:pt x="7204" y="3734"/>
                      <a:pt x="7311" y="3209"/>
                    </a:cubicBezTo>
                    <a:cubicBezTo>
                      <a:pt x="7475" y="2390"/>
                      <a:pt x="7639" y="1571"/>
                      <a:pt x="7803" y="747"/>
                    </a:cubicBezTo>
                    <a:cubicBezTo>
                      <a:pt x="7842" y="560"/>
                      <a:pt x="7876" y="368"/>
                      <a:pt x="7916" y="176"/>
                    </a:cubicBezTo>
                    <a:cubicBezTo>
                      <a:pt x="7933" y="86"/>
                      <a:pt x="7876" y="1"/>
                      <a:pt x="7780" y="1"/>
                    </a:cubicBezTo>
                    <a:lnTo>
                      <a:pt x="177" y="1"/>
                    </a:lnTo>
                    <a:cubicBezTo>
                      <a:pt x="171" y="1"/>
                      <a:pt x="166" y="0"/>
                      <a:pt x="160"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908" name="Google Shape;908;p35"/>
            <p:cNvGrpSpPr/>
            <p:nvPr/>
          </p:nvGrpSpPr>
          <p:grpSpPr>
            <a:xfrm>
              <a:off x="5808493" y="2919076"/>
              <a:ext cx="1370657" cy="1913231"/>
              <a:chOff x="2034250" y="3068250"/>
              <a:chExt cx="999750" cy="1395500"/>
            </a:xfrm>
          </p:grpSpPr>
          <p:sp>
            <p:nvSpPr>
              <p:cNvPr id="909" name="Google Shape;909;p35"/>
              <p:cNvSpPr/>
              <p:nvPr/>
            </p:nvSpPr>
            <p:spPr>
              <a:xfrm>
                <a:off x="2439725" y="3414150"/>
                <a:ext cx="310600" cy="350175"/>
              </a:xfrm>
              <a:custGeom>
                <a:avLst/>
                <a:gdLst/>
                <a:ahLst/>
                <a:cxnLst/>
                <a:rect l="l" t="t" r="r" b="b"/>
                <a:pathLst>
                  <a:path w="12424" h="14007" extrusionOk="0">
                    <a:moveTo>
                      <a:pt x="1001" y="2863"/>
                    </a:moveTo>
                    <a:lnTo>
                      <a:pt x="1001" y="2863"/>
                    </a:lnTo>
                    <a:cubicBezTo>
                      <a:pt x="1002" y="2874"/>
                      <a:pt x="1002" y="2878"/>
                      <a:pt x="1002" y="2878"/>
                    </a:cubicBezTo>
                    <a:cubicBezTo>
                      <a:pt x="1001" y="2878"/>
                      <a:pt x="1000" y="2871"/>
                      <a:pt x="1001" y="2863"/>
                    </a:cubicBezTo>
                    <a:close/>
                    <a:moveTo>
                      <a:pt x="9480" y="289"/>
                    </a:moveTo>
                    <a:cubicBezTo>
                      <a:pt x="9699" y="674"/>
                      <a:pt x="9887" y="1078"/>
                      <a:pt x="10036" y="1497"/>
                    </a:cubicBezTo>
                    <a:cubicBezTo>
                      <a:pt x="10115" y="1723"/>
                      <a:pt x="10183" y="1955"/>
                      <a:pt x="10239" y="2186"/>
                    </a:cubicBezTo>
                    <a:cubicBezTo>
                      <a:pt x="10268" y="2299"/>
                      <a:pt x="10290" y="2424"/>
                      <a:pt x="10318" y="2537"/>
                    </a:cubicBezTo>
                    <a:cubicBezTo>
                      <a:pt x="10330" y="2576"/>
                      <a:pt x="10341" y="2604"/>
                      <a:pt x="10369" y="2627"/>
                    </a:cubicBezTo>
                    <a:cubicBezTo>
                      <a:pt x="10488" y="2740"/>
                      <a:pt x="10629" y="2836"/>
                      <a:pt x="10759" y="2938"/>
                    </a:cubicBezTo>
                    <a:cubicBezTo>
                      <a:pt x="10962" y="3096"/>
                      <a:pt x="11171" y="3259"/>
                      <a:pt x="11374" y="3423"/>
                    </a:cubicBezTo>
                    <a:cubicBezTo>
                      <a:pt x="11499" y="3525"/>
                      <a:pt x="11623" y="3621"/>
                      <a:pt x="11747" y="3722"/>
                    </a:cubicBezTo>
                    <a:cubicBezTo>
                      <a:pt x="11911" y="3852"/>
                      <a:pt x="11990" y="4050"/>
                      <a:pt x="11900" y="4248"/>
                    </a:cubicBezTo>
                    <a:cubicBezTo>
                      <a:pt x="11809" y="4434"/>
                      <a:pt x="11617" y="4530"/>
                      <a:pt x="11414" y="4536"/>
                    </a:cubicBezTo>
                    <a:lnTo>
                      <a:pt x="10573" y="4536"/>
                    </a:lnTo>
                    <a:cubicBezTo>
                      <a:pt x="10488" y="4536"/>
                      <a:pt x="10437" y="4598"/>
                      <a:pt x="10431" y="4677"/>
                    </a:cubicBezTo>
                    <a:cubicBezTo>
                      <a:pt x="10245" y="6258"/>
                      <a:pt x="9370" y="7726"/>
                      <a:pt x="8054" y="8636"/>
                    </a:cubicBezTo>
                    <a:cubicBezTo>
                      <a:pt x="7687" y="8890"/>
                      <a:pt x="7291" y="9099"/>
                      <a:pt x="6879" y="9257"/>
                    </a:cubicBezTo>
                    <a:cubicBezTo>
                      <a:pt x="6817" y="9279"/>
                      <a:pt x="6772" y="9330"/>
                      <a:pt x="6772" y="9398"/>
                    </a:cubicBezTo>
                    <a:lnTo>
                      <a:pt x="6772" y="10900"/>
                    </a:lnTo>
                    <a:lnTo>
                      <a:pt x="6772" y="13312"/>
                    </a:lnTo>
                    <a:lnTo>
                      <a:pt x="6772" y="13724"/>
                    </a:lnTo>
                    <a:lnTo>
                      <a:pt x="300" y="13724"/>
                    </a:lnTo>
                    <a:lnTo>
                      <a:pt x="300" y="12301"/>
                    </a:lnTo>
                    <a:lnTo>
                      <a:pt x="300" y="10047"/>
                    </a:lnTo>
                    <a:lnTo>
                      <a:pt x="300" y="9076"/>
                    </a:lnTo>
                    <a:lnTo>
                      <a:pt x="300" y="6648"/>
                    </a:lnTo>
                    <a:lnTo>
                      <a:pt x="300" y="5756"/>
                    </a:lnTo>
                    <a:cubicBezTo>
                      <a:pt x="300" y="5702"/>
                      <a:pt x="310" y="5644"/>
                      <a:pt x="302" y="5589"/>
                    </a:cubicBezTo>
                    <a:lnTo>
                      <a:pt x="302" y="5589"/>
                    </a:lnTo>
                    <a:cubicBezTo>
                      <a:pt x="317" y="5567"/>
                      <a:pt x="323" y="5529"/>
                      <a:pt x="334" y="5501"/>
                    </a:cubicBezTo>
                    <a:cubicBezTo>
                      <a:pt x="588" y="4807"/>
                      <a:pt x="842" y="4112"/>
                      <a:pt x="1096" y="3423"/>
                    </a:cubicBezTo>
                    <a:cubicBezTo>
                      <a:pt x="1141" y="3293"/>
                      <a:pt x="1187" y="3163"/>
                      <a:pt x="1237" y="3039"/>
                    </a:cubicBezTo>
                    <a:cubicBezTo>
                      <a:pt x="1254" y="2988"/>
                      <a:pt x="1277" y="2932"/>
                      <a:pt x="1283" y="2881"/>
                    </a:cubicBezTo>
                    <a:cubicBezTo>
                      <a:pt x="1294" y="2678"/>
                      <a:pt x="1283" y="2474"/>
                      <a:pt x="1300" y="2271"/>
                    </a:cubicBezTo>
                    <a:cubicBezTo>
                      <a:pt x="1379" y="1537"/>
                      <a:pt x="1701" y="712"/>
                      <a:pt x="2531" y="616"/>
                    </a:cubicBezTo>
                    <a:cubicBezTo>
                      <a:pt x="2886" y="577"/>
                      <a:pt x="3242" y="560"/>
                      <a:pt x="3598" y="543"/>
                    </a:cubicBezTo>
                    <a:cubicBezTo>
                      <a:pt x="4135" y="520"/>
                      <a:pt x="4665" y="498"/>
                      <a:pt x="5196" y="475"/>
                    </a:cubicBezTo>
                    <a:cubicBezTo>
                      <a:pt x="6399" y="430"/>
                      <a:pt x="7602" y="396"/>
                      <a:pt x="8805" y="328"/>
                    </a:cubicBezTo>
                    <a:cubicBezTo>
                      <a:pt x="9027" y="318"/>
                      <a:pt x="9253" y="304"/>
                      <a:pt x="9480" y="289"/>
                    </a:cubicBezTo>
                    <a:close/>
                    <a:moveTo>
                      <a:pt x="9572" y="0"/>
                    </a:moveTo>
                    <a:cubicBezTo>
                      <a:pt x="9568" y="0"/>
                      <a:pt x="9565" y="0"/>
                      <a:pt x="9562" y="1"/>
                    </a:cubicBezTo>
                    <a:cubicBezTo>
                      <a:pt x="8387" y="80"/>
                      <a:pt x="7212" y="119"/>
                      <a:pt x="6038" y="165"/>
                    </a:cubicBezTo>
                    <a:cubicBezTo>
                      <a:pt x="4999" y="204"/>
                      <a:pt x="3959" y="227"/>
                      <a:pt x="2920" y="300"/>
                    </a:cubicBezTo>
                    <a:cubicBezTo>
                      <a:pt x="2548" y="328"/>
                      <a:pt x="2169" y="351"/>
                      <a:pt x="1847" y="566"/>
                    </a:cubicBezTo>
                    <a:cubicBezTo>
                      <a:pt x="1497" y="803"/>
                      <a:pt x="1283" y="1176"/>
                      <a:pt x="1158" y="1571"/>
                    </a:cubicBezTo>
                    <a:cubicBezTo>
                      <a:pt x="1051" y="1898"/>
                      <a:pt x="1006" y="2249"/>
                      <a:pt x="1000" y="2599"/>
                    </a:cubicBezTo>
                    <a:cubicBezTo>
                      <a:pt x="995" y="2682"/>
                      <a:pt x="989" y="2771"/>
                      <a:pt x="1000" y="2855"/>
                    </a:cubicBezTo>
                    <a:lnTo>
                      <a:pt x="1000" y="2855"/>
                    </a:lnTo>
                    <a:cubicBezTo>
                      <a:pt x="987" y="2873"/>
                      <a:pt x="983" y="2900"/>
                      <a:pt x="978" y="2915"/>
                    </a:cubicBezTo>
                    <a:cubicBezTo>
                      <a:pt x="729" y="3604"/>
                      <a:pt x="475" y="4293"/>
                      <a:pt x="227" y="4982"/>
                    </a:cubicBezTo>
                    <a:cubicBezTo>
                      <a:pt x="176" y="5117"/>
                      <a:pt x="125" y="5253"/>
                      <a:pt x="74" y="5388"/>
                    </a:cubicBezTo>
                    <a:cubicBezTo>
                      <a:pt x="57" y="5451"/>
                      <a:pt x="23" y="5513"/>
                      <a:pt x="18" y="5575"/>
                    </a:cubicBezTo>
                    <a:cubicBezTo>
                      <a:pt x="1" y="5733"/>
                      <a:pt x="18" y="5897"/>
                      <a:pt x="18" y="6055"/>
                    </a:cubicBezTo>
                    <a:lnTo>
                      <a:pt x="18" y="8455"/>
                    </a:lnTo>
                    <a:lnTo>
                      <a:pt x="18" y="9799"/>
                    </a:lnTo>
                    <a:lnTo>
                      <a:pt x="18" y="11634"/>
                    </a:lnTo>
                    <a:lnTo>
                      <a:pt x="18" y="13741"/>
                    </a:lnTo>
                    <a:lnTo>
                      <a:pt x="18" y="13865"/>
                    </a:lnTo>
                    <a:cubicBezTo>
                      <a:pt x="18" y="13938"/>
                      <a:pt x="80" y="14006"/>
                      <a:pt x="159" y="14006"/>
                    </a:cubicBezTo>
                    <a:lnTo>
                      <a:pt x="6913" y="14006"/>
                    </a:lnTo>
                    <a:cubicBezTo>
                      <a:pt x="6992" y="14006"/>
                      <a:pt x="7054" y="13944"/>
                      <a:pt x="7054" y="13865"/>
                    </a:cubicBezTo>
                    <a:lnTo>
                      <a:pt x="7054" y="12357"/>
                    </a:lnTo>
                    <a:lnTo>
                      <a:pt x="7054" y="9946"/>
                    </a:lnTo>
                    <a:lnTo>
                      <a:pt x="7054" y="9493"/>
                    </a:lnTo>
                    <a:lnTo>
                      <a:pt x="7054" y="9493"/>
                    </a:lnTo>
                    <a:cubicBezTo>
                      <a:pt x="8582" y="8869"/>
                      <a:pt x="9800" y="7625"/>
                      <a:pt x="10381" y="6077"/>
                    </a:cubicBezTo>
                    <a:cubicBezTo>
                      <a:pt x="10533" y="5670"/>
                      <a:pt x="10635" y="5245"/>
                      <a:pt x="10695" y="4818"/>
                    </a:cubicBezTo>
                    <a:lnTo>
                      <a:pt x="11086" y="4818"/>
                    </a:lnTo>
                    <a:cubicBezTo>
                      <a:pt x="11150" y="4818"/>
                      <a:pt x="11216" y="4820"/>
                      <a:pt x="11283" y="4820"/>
                    </a:cubicBezTo>
                    <a:cubicBezTo>
                      <a:pt x="11399" y="4820"/>
                      <a:pt x="11517" y="4815"/>
                      <a:pt x="11629" y="4790"/>
                    </a:cubicBezTo>
                    <a:cubicBezTo>
                      <a:pt x="12208" y="4649"/>
                      <a:pt x="12424" y="3913"/>
                      <a:pt x="11955" y="3523"/>
                    </a:cubicBezTo>
                    <a:lnTo>
                      <a:pt x="11955" y="3523"/>
                    </a:lnTo>
                    <a:cubicBezTo>
                      <a:pt x="11953" y="3522"/>
                      <a:pt x="11952" y="3520"/>
                      <a:pt x="11950" y="3519"/>
                    </a:cubicBezTo>
                    <a:lnTo>
                      <a:pt x="11950" y="3519"/>
                    </a:lnTo>
                    <a:cubicBezTo>
                      <a:pt x="11950" y="3519"/>
                      <a:pt x="11950" y="3519"/>
                      <a:pt x="11950" y="3519"/>
                    </a:cubicBezTo>
                    <a:cubicBezTo>
                      <a:pt x="11949" y="3518"/>
                      <a:pt x="11948" y="3517"/>
                      <a:pt x="11947" y="3516"/>
                    </a:cubicBezTo>
                    <a:lnTo>
                      <a:pt x="11947" y="3516"/>
                    </a:lnTo>
                    <a:cubicBezTo>
                      <a:pt x="11643" y="3280"/>
                      <a:pt x="11345" y="3044"/>
                      <a:pt x="11047" y="2802"/>
                    </a:cubicBezTo>
                    <a:cubicBezTo>
                      <a:pt x="10894" y="2689"/>
                      <a:pt x="10748" y="2570"/>
                      <a:pt x="10595" y="2452"/>
                    </a:cubicBezTo>
                    <a:cubicBezTo>
                      <a:pt x="10590" y="2447"/>
                      <a:pt x="10584" y="2442"/>
                      <a:pt x="10579" y="2438"/>
                    </a:cubicBezTo>
                    <a:lnTo>
                      <a:pt x="10579" y="2438"/>
                    </a:lnTo>
                    <a:cubicBezTo>
                      <a:pt x="10581" y="2434"/>
                      <a:pt x="10581" y="2423"/>
                      <a:pt x="10578" y="2401"/>
                    </a:cubicBezTo>
                    <a:cubicBezTo>
                      <a:pt x="10578" y="2339"/>
                      <a:pt x="10550" y="2271"/>
                      <a:pt x="10539" y="2215"/>
                    </a:cubicBezTo>
                    <a:cubicBezTo>
                      <a:pt x="10482" y="1977"/>
                      <a:pt x="10414" y="1752"/>
                      <a:pt x="10341" y="1520"/>
                    </a:cubicBezTo>
                    <a:cubicBezTo>
                      <a:pt x="10172" y="1017"/>
                      <a:pt x="9946" y="532"/>
                      <a:pt x="9680" y="69"/>
                    </a:cubicBezTo>
                    <a:cubicBezTo>
                      <a:pt x="9659" y="32"/>
                      <a:pt x="9614" y="0"/>
                      <a:pt x="9572"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0" name="Google Shape;910;p35"/>
              <p:cNvSpPr/>
              <p:nvPr/>
            </p:nvSpPr>
            <p:spPr>
              <a:xfrm>
                <a:off x="2238400" y="3068250"/>
                <a:ext cx="491350" cy="593850"/>
              </a:xfrm>
              <a:custGeom>
                <a:avLst/>
                <a:gdLst/>
                <a:ahLst/>
                <a:cxnLst/>
                <a:rect l="l" t="t" r="r" b="b"/>
                <a:pathLst>
                  <a:path w="19654" h="23754" extrusionOk="0">
                    <a:moveTo>
                      <a:pt x="9053" y="16696"/>
                    </a:moveTo>
                    <a:cubicBezTo>
                      <a:pt x="9052" y="16706"/>
                      <a:pt x="9051" y="16710"/>
                      <a:pt x="9050" y="16710"/>
                    </a:cubicBezTo>
                    <a:cubicBezTo>
                      <a:pt x="9049" y="16710"/>
                      <a:pt x="9049" y="16704"/>
                      <a:pt x="9053" y="16696"/>
                    </a:cubicBezTo>
                    <a:close/>
                    <a:moveTo>
                      <a:pt x="10377" y="281"/>
                    </a:moveTo>
                    <a:cubicBezTo>
                      <a:pt x="10954" y="281"/>
                      <a:pt x="11532" y="408"/>
                      <a:pt x="12063" y="667"/>
                    </a:cubicBezTo>
                    <a:cubicBezTo>
                      <a:pt x="13306" y="1272"/>
                      <a:pt x="14164" y="2525"/>
                      <a:pt x="14260" y="3909"/>
                    </a:cubicBezTo>
                    <a:cubicBezTo>
                      <a:pt x="14362" y="5388"/>
                      <a:pt x="13599" y="6829"/>
                      <a:pt x="12312" y="7574"/>
                    </a:cubicBezTo>
                    <a:cubicBezTo>
                      <a:pt x="12154" y="7664"/>
                      <a:pt x="11990" y="7743"/>
                      <a:pt x="11826" y="7811"/>
                    </a:cubicBezTo>
                    <a:cubicBezTo>
                      <a:pt x="11687" y="7867"/>
                      <a:pt x="11690" y="8088"/>
                      <a:pt x="11854" y="8088"/>
                    </a:cubicBezTo>
                    <a:cubicBezTo>
                      <a:pt x="11856" y="8088"/>
                      <a:pt x="11858" y="8088"/>
                      <a:pt x="11860" y="8088"/>
                    </a:cubicBezTo>
                    <a:lnTo>
                      <a:pt x="13492" y="8065"/>
                    </a:lnTo>
                    <a:cubicBezTo>
                      <a:pt x="13970" y="8056"/>
                      <a:pt x="14453" y="8034"/>
                      <a:pt x="14932" y="8034"/>
                    </a:cubicBezTo>
                    <a:cubicBezTo>
                      <a:pt x="15025" y="8034"/>
                      <a:pt x="15117" y="8035"/>
                      <a:pt x="15209" y="8037"/>
                    </a:cubicBezTo>
                    <a:cubicBezTo>
                      <a:pt x="16016" y="8054"/>
                      <a:pt x="16818" y="8252"/>
                      <a:pt x="17524" y="8647"/>
                    </a:cubicBezTo>
                    <a:cubicBezTo>
                      <a:pt x="18055" y="8958"/>
                      <a:pt x="18530" y="9364"/>
                      <a:pt x="18857" y="9889"/>
                    </a:cubicBezTo>
                    <a:cubicBezTo>
                      <a:pt x="19117" y="10302"/>
                      <a:pt x="19281" y="10770"/>
                      <a:pt x="19337" y="11256"/>
                    </a:cubicBezTo>
                    <a:cubicBezTo>
                      <a:pt x="19394" y="11680"/>
                      <a:pt x="19377" y="12109"/>
                      <a:pt x="19309" y="12532"/>
                    </a:cubicBezTo>
                    <a:cubicBezTo>
                      <a:pt x="19275" y="12753"/>
                      <a:pt x="19235" y="12984"/>
                      <a:pt x="19128" y="13176"/>
                    </a:cubicBezTo>
                    <a:cubicBezTo>
                      <a:pt x="18993" y="13436"/>
                      <a:pt x="18761" y="13639"/>
                      <a:pt x="18484" y="13730"/>
                    </a:cubicBezTo>
                    <a:cubicBezTo>
                      <a:pt x="18179" y="13831"/>
                      <a:pt x="17829" y="13820"/>
                      <a:pt x="17507" y="13843"/>
                    </a:cubicBezTo>
                    <a:cubicBezTo>
                      <a:pt x="17242" y="13859"/>
                      <a:pt x="16982" y="13876"/>
                      <a:pt x="16722" y="13888"/>
                    </a:cubicBezTo>
                    <a:cubicBezTo>
                      <a:pt x="16124" y="13922"/>
                      <a:pt x="15531" y="13944"/>
                      <a:pt x="14932" y="13967"/>
                    </a:cubicBezTo>
                    <a:cubicBezTo>
                      <a:pt x="13808" y="14012"/>
                      <a:pt x="12690" y="14046"/>
                      <a:pt x="11566" y="14102"/>
                    </a:cubicBezTo>
                    <a:cubicBezTo>
                      <a:pt x="11222" y="14119"/>
                      <a:pt x="10877" y="14136"/>
                      <a:pt x="10533" y="14176"/>
                    </a:cubicBezTo>
                    <a:cubicBezTo>
                      <a:pt x="10092" y="14232"/>
                      <a:pt x="9725" y="14464"/>
                      <a:pt x="9477" y="14831"/>
                    </a:cubicBezTo>
                    <a:cubicBezTo>
                      <a:pt x="9262" y="15153"/>
                      <a:pt x="9149" y="15542"/>
                      <a:pt x="9093" y="15921"/>
                    </a:cubicBezTo>
                    <a:cubicBezTo>
                      <a:pt x="9059" y="16169"/>
                      <a:pt x="9036" y="16429"/>
                      <a:pt x="9053" y="16677"/>
                    </a:cubicBezTo>
                    <a:cubicBezTo>
                      <a:pt x="9053" y="16683"/>
                      <a:pt x="9053" y="16688"/>
                      <a:pt x="9053" y="16692"/>
                    </a:cubicBezTo>
                    <a:lnTo>
                      <a:pt x="9053" y="16692"/>
                    </a:lnTo>
                    <a:cubicBezTo>
                      <a:pt x="9047" y="16704"/>
                      <a:pt x="9046" y="16721"/>
                      <a:pt x="9042" y="16734"/>
                    </a:cubicBezTo>
                    <a:cubicBezTo>
                      <a:pt x="9002" y="16836"/>
                      <a:pt x="8963" y="16937"/>
                      <a:pt x="8929" y="17039"/>
                    </a:cubicBezTo>
                    <a:lnTo>
                      <a:pt x="8522" y="18146"/>
                    </a:lnTo>
                    <a:cubicBezTo>
                      <a:pt x="8398" y="18485"/>
                      <a:pt x="8274" y="18823"/>
                      <a:pt x="8155" y="19162"/>
                    </a:cubicBezTo>
                    <a:cubicBezTo>
                      <a:pt x="8110" y="19281"/>
                      <a:pt x="8071" y="19371"/>
                      <a:pt x="8071" y="19496"/>
                    </a:cubicBezTo>
                    <a:lnTo>
                      <a:pt x="8071" y="21466"/>
                    </a:lnTo>
                    <a:lnTo>
                      <a:pt x="8071" y="23459"/>
                    </a:lnTo>
                    <a:lnTo>
                      <a:pt x="8071" y="23459"/>
                    </a:lnTo>
                    <a:cubicBezTo>
                      <a:pt x="7965" y="23442"/>
                      <a:pt x="7855" y="23412"/>
                      <a:pt x="7754" y="23392"/>
                    </a:cubicBezTo>
                    <a:cubicBezTo>
                      <a:pt x="7602" y="23364"/>
                      <a:pt x="7455" y="23336"/>
                      <a:pt x="7303" y="23302"/>
                    </a:cubicBezTo>
                    <a:cubicBezTo>
                      <a:pt x="7037" y="23245"/>
                      <a:pt x="6772" y="23178"/>
                      <a:pt x="6512" y="23099"/>
                    </a:cubicBezTo>
                    <a:cubicBezTo>
                      <a:pt x="6111" y="22974"/>
                      <a:pt x="5716" y="22822"/>
                      <a:pt x="5354" y="22602"/>
                    </a:cubicBezTo>
                    <a:cubicBezTo>
                      <a:pt x="4784" y="22251"/>
                      <a:pt x="4383" y="21749"/>
                      <a:pt x="4084" y="21156"/>
                    </a:cubicBezTo>
                    <a:cubicBezTo>
                      <a:pt x="3739" y="20461"/>
                      <a:pt x="3496" y="19727"/>
                      <a:pt x="3186" y="19021"/>
                    </a:cubicBezTo>
                    <a:cubicBezTo>
                      <a:pt x="2982" y="18558"/>
                      <a:pt x="2756" y="18106"/>
                      <a:pt x="2502" y="17666"/>
                    </a:cubicBezTo>
                    <a:cubicBezTo>
                      <a:pt x="2333" y="17366"/>
                      <a:pt x="2147" y="17078"/>
                      <a:pt x="1921" y="16819"/>
                    </a:cubicBezTo>
                    <a:cubicBezTo>
                      <a:pt x="1779" y="16649"/>
                      <a:pt x="1621" y="16502"/>
                      <a:pt x="1469" y="16344"/>
                    </a:cubicBezTo>
                    <a:cubicBezTo>
                      <a:pt x="899" y="15734"/>
                      <a:pt x="509" y="14972"/>
                      <a:pt x="362" y="14147"/>
                    </a:cubicBezTo>
                    <a:cubicBezTo>
                      <a:pt x="147" y="12928"/>
                      <a:pt x="498" y="11595"/>
                      <a:pt x="1153" y="10556"/>
                    </a:cubicBezTo>
                    <a:cubicBezTo>
                      <a:pt x="1667" y="9748"/>
                      <a:pt x="2418" y="9133"/>
                      <a:pt x="3282" y="8737"/>
                    </a:cubicBezTo>
                    <a:cubicBezTo>
                      <a:pt x="4021" y="8399"/>
                      <a:pt x="4835" y="8218"/>
                      <a:pt x="5642" y="8144"/>
                    </a:cubicBezTo>
                    <a:cubicBezTo>
                      <a:pt x="5930" y="8120"/>
                      <a:pt x="6218" y="8108"/>
                      <a:pt x="6506" y="8108"/>
                    </a:cubicBezTo>
                    <a:cubicBezTo>
                      <a:pt x="6760" y="8108"/>
                      <a:pt x="7015" y="8118"/>
                      <a:pt x="7269" y="8139"/>
                    </a:cubicBezTo>
                    <a:cubicBezTo>
                      <a:pt x="7453" y="8156"/>
                      <a:pt x="7638" y="8162"/>
                      <a:pt x="7824" y="8162"/>
                    </a:cubicBezTo>
                    <a:cubicBezTo>
                      <a:pt x="8118" y="8162"/>
                      <a:pt x="8413" y="8148"/>
                      <a:pt x="8703" y="8144"/>
                    </a:cubicBezTo>
                    <a:cubicBezTo>
                      <a:pt x="8799" y="8139"/>
                      <a:pt x="8890" y="8139"/>
                      <a:pt x="8980" y="8139"/>
                    </a:cubicBezTo>
                    <a:cubicBezTo>
                      <a:pt x="9149" y="8133"/>
                      <a:pt x="9166" y="7913"/>
                      <a:pt x="9019" y="7862"/>
                    </a:cubicBezTo>
                    <a:cubicBezTo>
                      <a:pt x="7653" y="7359"/>
                      <a:pt x="6636" y="6089"/>
                      <a:pt x="6478" y="4637"/>
                    </a:cubicBezTo>
                    <a:cubicBezTo>
                      <a:pt x="6320" y="3231"/>
                      <a:pt x="6941" y="1814"/>
                      <a:pt x="8099" y="1001"/>
                    </a:cubicBezTo>
                    <a:cubicBezTo>
                      <a:pt x="8770" y="527"/>
                      <a:pt x="9573" y="281"/>
                      <a:pt x="10377" y="281"/>
                    </a:cubicBezTo>
                    <a:close/>
                    <a:moveTo>
                      <a:pt x="10357" y="1"/>
                    </a:moveTo>
                    <a:cubicBezTo>
                      <a:pt x="9678" y="1"/>
                      <a:pt x="8998" y="162"/>
                      <a:pt x="8387" y="487"/>
                    </a:cubicBezTo>
                    <a:cubicBezTo>
                      <a:pt x="7065" y="1193"/>
                      <a:pt x="6207" y="2587"/>
                      <a:pt x="6167" y="4090"/>
                    </a:cubicBezTo>
                    <a:cubicBezTo>
                      <a:pt x="6134" y="5640"/>
                      <a:pt x="6987" y="7120"/>
                      <a:pt x="8349" y="7866"/>
                    </a:cubicBezTo>
                    <a:lnTo>
                      <a:pt x="8349" y="7866"/>
                    </a:lnTo>
                    <a:cubicBezTo>
                      <a:pt x="8259" y="7867"/>
                      <a:pt x="8168" y="7868"/>
                      <a:pt x="8076" y="7868"/>
                    </a:cubicBezTo>
                    <a:cubicBezTo>
                      <a:pt x="7931" y="7871"/>
                      <a:pt x="7783" y="7886"/>
                      <a:pt x="7636" y="7886"/>
                    </a:cubicBezTo>
                    <a:cubicBezTo>
                      <a:pt x="7566" y="7886"/>
                      <a:pt x="7496" y="7882"/>
                      <a:pt x="7427" y="7873"/>
                    </a:cubicBezTo>
                    <a:cubicBezTo>
                      <a:pt x="7121" y="7839"/>
                      <a:pt x="6810" y="7825"/>
                      <a:pt x="6501" y="7825"/>
                    </a:cubicBezTo>
                    <a:cubicBezTo>
                      <a:pt x="6353" y="7825"/>
                      <a:pt x="6206" y="7828"/>
                      <a:pt x="6060" y="7834"/>
                    </a:cubicBezTo>
                    <a:cubicBezTo>
                      <a:pt x="5253" y="7873"/>
                      <a:pt x="4445" y="8003"/>
                      <a:pt x="3683" y="8274"/>
                    </a:cubicBezTo>
                    <a:cubicBezTo>
                      <a:pt x="2790" y="8591"/>
                      <a:pt x="1960" y="9104"/>
                      <a:pt x="1339" y="9833"/>
                    </a:cubicBezTo>
                    <a:cubicBezTo>
                      <a:pt x="966" y="10268"/>
                      <a:pt x="684" y="10753"/>
                      <a:pt x="469" y="11279"/>
                    </a:cubicBezTo>
                    <a:cubicBezTo>
                      <a:pt x="204" y="11928"/>
                      <a:pt x="34" y="12623"/>
                      <a:pt x="18" y="13329"/>
                    </a:cubicBezTo>
                    <a:cubicBezTo>
                      <a:pt x="1" y="14323"/>
                      <a:pt x="311" y="15300"/>
                      <a:pt x="899" y="16096"/>
                    </a:cubicBezTo>
                    <a:cubicBezTo>
                      <a:pt x="1130" y="16412"/>
                      <a:pt x="1412" y="16661"/>
                      <a:pt x="1667" y="16954"/>
                    </a:cubicBezTo>
                    <a:cubicBezTo>
                      <a:pt x="2079" y="17417"/>
                      <a:pt x="2372" y="17982"/>
                      <a:pt x="2649" y="18535"/>
                    </a:cubicBezTo>
                    <a:cubicBezTo>
                      <a:pt x="3028" y="19304"/>
                      <a:pt x="3310" y="20105"/>
                      <a:pt x="3649" y="20890"/>
                    </a:cubicBezTo>
                    <a:cubicBezTo>
                      <a:pt x="3920" y="21512"/>
                      <a:pt x="4259" y="22110"/>
                      <a:pt x="4790" y="22545"/>
                    </a:cubicBezTo>
                    <a:cubicBezTo>
                      <a:pt x="5501" y="23127"/>
                      <a:pt x="6410" y="23403"/>
                      <a:pt x="7291" y="23590"/>
                    </a:cubicBezTo>
                    <a:cubicBezTo>
                      <a:pt x="7444" y="23624"/>
                      <a:pt x="7596" y="23652"/>
                      <a:pt x="7749" y="23680"/>
                    </a:cubicBezTo>
                    <a:cubicBezTo>
                      <a:pt x="7896" y="23703"/>
                      <a:pt x="8059" y="23754"/>
                      <a:pt x="8212" y="23754"/>
                    </a:cubicBezTo>
                    <a:cubicBezTo>
                      <a:pt x="8285" y="23754"/>
                      <a:pt x="8353" y="23686"/>
                      <a:pt x="8353" y="23612"/>
                    </a:cubicBezTo>
                    <a:lnTo>
                      <a:pt x="8353" y="22071"/>
                    </a:lnTo>
                    <a:lnTo>
                      <a:pt x="8353" y="19761"/>
                    </a:lnTo>
                    <a:lnTo>
                      <a:pt x="8353" y="19479"/>
                    </a:lnTo>
                    <a:cubicBezTo>
                      <a:pt x="8353" y="19465"/>
                      <a:pt x="8357" y="19448"/>
                      <a:pt x="8355" y="19430"/>
                    </a:cubicBezTo>
                    <a:lnTo>
                      <a:pt x="8355" y="19430"/>
                    </a:lnTo>
                    <a:cubicBezTo>
                      <a:pt x="8399" y="19357"/>
                      <a:pt x="8416" y="19257"/>
                      <a:pt x="8449" y="19179"/>
                    </a:cubicBezTo>
                    <a:cubicBezTo>
                      <a:pt x="8505" y="19021"/>
                      <a:pt x="8562" y="18857"/>
                      <a:pt x="8618" y="18699"/>
                    </a:cubicBezTo>
                    <a:cubicBezTo>
                      <a:pt x="8765" y="18304"/>
                      <a:pt x="8912" y="17909"/>
                      <a:pt x="9053" y="17513"/>
                    </a:cubicBezTo>
                    <a:cubicBezTo>
                      <a:pt x="9144" y="17270"/>
                      <a:pt x="9251" y="17022"/>
                      <a:pt x="9324" y="16774"/>
                    </a:cubicBezTo>
                    <a:cubicBezTo>
                      <a:pt x="9336" y="16734"/>
                      <a:pt x="9336" y="16694"/>
                      <a:pt x="9336" y="16655"/>
                    </a:cubicBezTo>
                    <a:cubicBezTo>
                      <a:pt x="9330" y="16548"/>
                      <a:pt x="9330" y="16446"/>
                      <a:pt x="9336" y="16339"/>
                    </a:cubicBezTo>
                    <a:cubicBezTo>
                      <a:pt x="9353" y="15994"/>
                      <a:pt x="9415" y="15644"/>
                      <a:pt x="9539" y="15322"/>
                    </a:cubicBezTo>
                    <a:cubicBezTo>
                      <a:pt x="9674" y="14972"/>
                      <a:pt x="9929" y="14644"/>
                      <a:pt x="10296" y="14520"/>
                    </a:cubicBezTo>
                    <a:cubicBezTo>
                      <a:pt x="10612" y="14407"/>
                      <a:pt x="10985" y="14419"/>
                      <a:pt x="11318" y="14396"/>
                    </a:cubicBezTo>
                    <a:cubicBezTo>
                      <a:pt x="12419" y="14334"/>
                      <a:pt x="13526" y="14306"/>
                      <a:pt x="14627" y="14260"/>
                    </a:cubicBezTo>
                    <a:cubicBezTo>
                      <a:pt x="15824" y="14215"/>
                      <a:pt x="17027" y="14187"/>
                      <a:pt x="18219" y="14068"/>
                    </a:cubicBezTo>
                    <a:cubicBezTo>
                      <a:pt x="18840" y="14006"/>
                      <a:pt x="19360" y="13583"/>
                      <a:pt x="19512" y="12967"/>
                    </a:cubicBezTo>
                    <a:cubicBezTo>
                      <a:pt x="19603" y="12566"/>
                      <a:pt x="19653" y="12154"/>
                      <a:pt x="19653" y="11742"/>
                    </a:cubicBezTo>
                    <a:cubicBezTo>
                      <a:pt x="19648" y="10691"/>
                      <a:pt x="19247" y="9686"/>
                      <a:pt x="18456" y="8975"/>
                    </a:cubicBezTo>
                    <a:cubicBezTo>
                      <a:pt x="18214" y="8760"/>
                      <a:pt x="17949" y="8569"/>
                      <a:pt x="17668" y="8405"/>
                    </a:cubicBezTo>
                    <a:lnTo>
                      <a:pt x="17668" y="8405"/>
                    </a:lnTo>
                    <a:cubicBezTo>
                      <a:pt x="17667" y="8405"/>
                      <a:pt x="17666" y="8405"/>
                      <a:pt x="17665" y="8404"/>
                    </a:cubicBezTo>
                    <a:lnTo>
                      <a:pt x="17665" y="8404"/>
                    </a:lnTo>
                    <a:cubicBezTo>
                      <a:pt x="17665" y="8404"/>
                      <a:pt x="17665" y="8404"/>
                      <a:pt x="17665" y="8404"/>
                    </a:cubicBezTo>
                    <a:cubicBezTo>
                      <a:pt x="17665" y="8404"/>
                      <a:pt x="17664" y="8403"/>
                      <a:pt x="17663" y="8403"/>
                    </a:cubicBezTo>
                    <a:lnTo>
                      <a:pt x="17663" y="8403"/>
                    </a:lnTo>
                    <a:cubicBezTo>
                      <a:pt x="17031" y="8048"/>
                      <a:pt x="16326" y="7845"/>
                      <a:pt x="15604" y="7777"/>
                    </a:cubicBezTo>
                    <a:cubicBezTo>
                      <a:pt x="15430" y="7761"/>
                      <a:pt x="15255" y="7756"/>
                      <a:pt x="15078" y="7756"/>
                    </a:cubicBezTo>
                    <a:cubicBezTo>
                      <a:pt x="14956" y="7756"/>
                      <a:pt x="14834" y="7758"/>
                      <a:pt x="14712" y="7760"/>
                    </a:cubicBezTo>
                    <a:cubicBezTo>
                      <a:pt x="13983" y="7772"/>
                      <a:pt x="13249" y="7783"/>
                      <a:pt x="12515" y="7794"/>
                    </a:cubicBezTo>
                    <a:cubicBezTo>
                      <a:pt x="12504" y="7795"/>
                      <a:pt x="12493" y="7795"/>
                      <a:pt x="12482" y="7795"/>
                    </a:cubicBezTo>
                    <a:lnTo>
                      <a:pt x="12482" y="7795"/>
                    </a:lnTo>
                    <a:cubicBezTo>
                      <a:pt x="13647" y="7105"/>
                      <a:pt x="14435" y="5881"/>
                      <a:pt x="14542" y="4502"/>
                    </a:cubicBezTo>
                    <a:cubicBezTo>
                      <a:pt x="14655" y="2994"/>
                      <a:pt x="13921" y="1514"/>
                      <a:pt x="12662" y="684"/>
                    </a:cubicBezTo>
                    <a:cubicBezTo>
                      <a:pt x="11974" y="230"/>
                      <a:pt x="11166" y="1"/>
                      <a:pt x="1035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1" name="Google Shape;911;p35"/>
              <p:cNvSpPr/>
              <p:nvPr/>
            </p:nvSpPr>
            <p:spPr>
              <a:xfrm>
                <a:off x="2034250" y="3757575"/>
                <a:ext cx="999750" cy="706175"/>
              </a:xfrm>
              <a:custGeom>
                <a:avLst/>
                <a:gdLst/>
                <a:ahLst/>
                <a:cxnLst/>
                <a:rect l="l" t="t" r="r" b="b"/>
                <a:pathLst>
                  <a:path w="39990" h="28247" extrusionOk="0">
                    <a:moveTo>
                      <a:pt x="23761" y="292"/>
                    </a:moveTo>
                    <a:lnTo>
                      <a:pt x="23761" y="292"/>
                    </a:lnTo>
                    <a:cubicBezTo>
                      <a:pt x="24471" y="886"/>
                      <a:pt x="25244" y="1415"/>
                      <a:pt x="26018" y="1918"/>
                    </a:cubicBezTo>
                    <a:cubicBezTo>
                      <a:pt x="26831" y="2438"/>
                      <a:pt x="27667" y="2918"/>
                      <a:pt x="28531" y="3353"/>
                    </a:cubicBezTo>
                    <a:cubicBezTo>
                      <a:pt x="29418" y="3793"/>
                      <a:pt x="30315" y="4194"/>
                      <a:pt x="31168" y="4702"/>
                    </a:cubicBezTo>
                    <a:cubicBezTo>
                      <a:pt x="33393" y="6030"/>
                      <a:pt x="35426" y="7848"/>
                      <a:pt x="36674" y="10146"/>
                    </a:cubicBezTo>
                    <a:cubicBezTo>
                      <a:pt x="36883" y="10535"/>
                      <a:pt x="37080" y="10925"/>
                      <a:pt x="37199" y="11342"/>
                    </a:cubicBezTo>
                    <a:lnTo>
                      <a:pt x="37199" y="11342"/>
                    </a:lnTo>
                    <a:cubicBezTo>
                      <a:pt x="37199" y="11342"/>
                      <a:pt x="37199" y="11343"/>
                      <a:pt x="37200" y="11344"/>
                    </a:cubicBezTo>
                    <a:cubicBezTo>
                      <a:pt x="37200" y="11344"/>
                      <a:pt x="37200" y="11344"/>
                      <a:pt x="37200" y="11344"/>
                    </a:cubicBezTo>
                    <a:lnTo>
                      <a:pt x="37200" y="11344"/>
                    </a:lnTo>
                    <a:cubicBezTo>
                      <a:pt x="37200" y="11344"/>
                      <a:pt x="37200" y="11345"/>
                      <a:pt x="37200" y="11345"/>
                    </a:cubicBezTo>
                    <a:lnTo>
                      <a:pt x="37200" y="11345"/>
                    </a:lnTo>
                    <a:cubicBezTo>
                      <a:pt x="37482" y="12299"/>
                      <a:pt x="37697" y="13270"/>
                      <a:pt x="37911" y="14235"/>
                    </a:cubicBezTo>
                    <a:cubicBezTo>
                      <a:pt x="38470" y="16822"/>
                      <a:pt x="38894" y="19442"/>
                      <a:pt x="39199" y="22068"/>
                    </a:cubicBezTo>
                    <a:cubicBezTo>
                      <a:pt x="39430" y="24026"/>
                      <a:pt x="39597" y="25995"/>
                      <a:pt x="39700" y="27964"/>
                    </a:cubicBezTo>
                    <a:lnTo>
                      <a:pt x="296" y="27964"/>
                    </a:lnTo>
                    <a:cubicBezTo>
                      <a:pt x="480" y="24425"/>
                      <a:pt x="867" y="20892"/>
                      <a:pt x="1469" y="17398"/>
                    </a:cubicBezTo>
                    <a:cubicBezTo>
                      <a:pt x="1796" y="15523"/>
                      <a:pt x="2175" y="13653"/>
                      <a:pt x="2666" y="11812"/>
                    </a:cubicBezTo>
                    <a:cubicBezTo>
                      <a:pt x="2835" y="11169"/>
                      <a:pt x="3067" y="10604"/>
                      <a:pt x="3395" y="10017"/>
                    </a:cubicBezTo>
                    <a:cubicBezTo>
                      <a:pt x="4569" y="7916"/>
                      <a:pt x="6399" y="6222"/>
                      <a:pt x="8421" y="4951"/>
                    </a:cubicBezTo>
                    <a:cubicBezTo>
                      <a:pt x="9189" y="4471"/>
                      <a:pt x="9985" y="4047"/>
                      <a:pt x="10804" y="3669"/>
                    </a:cubicBezTo>
                    <a:cubicBezTo>
                      <a:pt x="11662" y="3268"/>
                      <a:pt x="12498" y="2822"/>
                      <a:pt x="13306" y="2336"/>
                    </a:cubicBezTo>
                    <a:cubicBezTo>
                      <a:pt x="14294" y="1738"/>
                      <a:pt x="15248" y="1088"/>
                      <a:pt x="16146" y="365"/>
                    </a:cubicBezTo>
                    <a:cubicBezTo>
                      <a:pt x="16176" y="339"/>
                      <a:pt x="16205" y="316"/>
                      <a:pt x="16233" y="292"/>
                    </a:cubicBezTo>
                    <a:lnTo>
                      <a:pt x="16254" y="292"/>
                    </a:lnTo>
                    <a:cubicBezTo>
                      <a:pt x="16316" y="684"/>
                      <a:pt x="16490" y="1065"/>
                      <a:pt x="16767" y="1348"/>
                    </a:cubicBezTo>
                    <a:cubicBezTo>
                      <a:pt x="17137" y="1727"/>
                      <a:pt x="17676" y="1907"/>
                      <a:pt x="18203" y="1907"/>
                    </a:cubicBezTo>
                    <a:cubicBezTo>
                      <a:pt x="18336" y="1907"/>
                      <a:pt x="18469" y="1896"/>
                      <a:pt x="18597" y="1873"/>
                    </a:cubicBezTo>
                    <a:cubicBezTo>
                      <a:pt x="19030" y="1802"/>
                      <a:pt x="19444" y="1611"/>
                      <a:pt x="19757" y="1306"/>
                    </a:cubicBezTo>
                    <a:lnTo>
                      <a:pt x="19757" y="1306"/>
                    </a:lnTo>
                    <a:cubicBezTo>
                      <a:pt x="20163" y="1705"/>
                      <a:pt x="20725" y="1905"/>
                      <a:pt x="21280" y="1905"/>
                    </a:cubicBezTo>
                    <a:cubicBezTo>
                      <a:pt x="22060" y="1905"/>
                      <a:pt x="22828" y="1511"/>
                      <a:pt x="23138" y="727"/>
                    </a:cubicBezTo>
                    <a:cubicBezTo>
                      <a:pt x="23194" y="585"/>
                      <a:pt x="23233" y="440"/>
                      <a:pt x="23256" y="292"/>
                    </a:cubicBezTo>
                    <a:close/>
                    <a:moveTo>
                      <a:pt x="23739" y="1"/>
                    </a:moveTo>
                    <a:cubicBezTo>
                      <a:pt x="23674" y="1"/>
                      <a:pt x="23606" y="9"/>
                      <a:pt x="23550" y="9"/>
                    </a:cubicBezTo>
                    <a:lnTo>
                      <a:pt x="23132" y="9"/>
                    </a:lnTo>
                    <a:cubicBezTo>
                      <a:pt x="23053" y="9"/>
                      <a:pt x="22997" y="77"/>
                      <a:pt x="22991" y="151"/>
                    </a:cubicBezTo>
                    <a:cubicBezTo>
                      <a:pt x="22951" y="642"/>
                      <a:pt x="22652" y="1173"/>
                      <a:pt x="22178" y="1421"/>
                    </a:cubicBezTo>
                    <a:cubicBezTo>
                      <a:pt x="21912" y="1562"/>
                      <a:pt x="21610" y="1630"/>
                      <a:pt x="21308" y="1630"/>
                    </a:cubicBezTo>
                    <a:cubicBezTo>
                      <a:pt x="20762" y="1630"/>
                      <a:pt x="20213" y="1410"/>
                      <a:pt x="19857" y="1003"/>
                    </a:cubicBezTo>
                    <a:cubicBezTo>
                      <a:pt x="19831" y="975"/>
                      <a:pt x="19793" y="961"/>
                      <a:pt x="19756" y="961"/>
                    </a:cubicBezTo>
                    <a:cubicBezTo>
                      <a:pt x="19718" y="961"/>
                      <a:pt x="19682" y="975"/>
                      <a:pt x="19659" y="1003"/>
                    </a:cubicBezTo>
                    <a:cubicBezTo>
                      <a:pt x="19299" y="1410"/>
                      <a:pt x="18751" y="1630"/>
                      <a:pt x="18206" y="1630"/>
                    </a:cubicBezTo>
                    <a:cubicBezTo>
                      <a:pt x="17904" y="1630"/>
                      <a:pt x="17604" y="1562"/>
                      <a:pt x="17338" y="1421"/>
                    </a:cubicBezTo>
                    <a:cubicBezTo>
                      <a:pt x="16863" y="1173"/>
                      <a:pt x="16559" y="642"/>
                      <a:pt x="16519" y="151"/>
                    </a:cubicBezTo>
                    <a:cubicBezTo>
                      <a:pt x="16513" y="77"/>
                      <a:pt x="16463" y="9"/>
                      <a:pt x="16378" y="9"/>
                    </a:cubicBezTo>
                    <a:cubicBezTo>
                      <a:pt x="16350" y="9"/>
                      <a:pt x="16324" y="9"/>
                      <a:pt x="16298" y="9"/>
                    </a:cubicBezTo>
                    <a:cubicBezTo>
                      <a:pt x="16208" y="9"/>
                      <a:pt x="16129" y="16"/>
                      <a:pt x="16050" y="77"/>
                    </a:cubicBezTo>
                    <a:cubicBezTo>
                      <a:pt x="15960" y="145"/>
                      <a:pt x="15875" y="224"/>
                      <a:pt x="15785" y="292"/>
                    </a:cubicBezTo>
                    <a:cubicBezTo>
                      <a:pt x="15373" y="619"/>
                      <a:pt x="14943" y="924"/>
                      <a:pt x="14509" y="1224"/>
                    </a:cubicBezTo>
                    <a:cubicBezTo>
                      <a:pt x="13820" y="1698"/>
                      <a:pt x="13102" y="2139"/>
                      <a:pt x="12374" y="2551"/>
                    </a:cubicBezTo>
                    <a:cubicBezTo>
                      <a:pt x="11527" y="3025"/>
                      <a:pt x="10640" y="3409"/>
                      <a:pt x="9776" y="3855"/>
                    </a:cubicBezTo>
                    <a:cubicBezTo>
                      <a:pt x="7336" y="5115"/>
                      <a:pt x="5083" y="6882"/>
                      <a:pt x="3558" y="9198"/>
                    </a:cubicBezTo>
                    <a:cubicBezTo>
                      <a:pt x="3112" y="9881"/>
                      <a:pt x="2700" y="10626"/>
                      <a:pt x="2474" y="11423"/>
                    </a:cubicBezTo>
                    <a:cubicBezTo>
                      <a:pt x="2034" y="13015"/>
                      <a:pt x="1695" y="14636"/>
                      <a:pt x="1390" y="16257"/>
                    </a:cubicBezTo>
                    <a:cubicBezTo>
                      <a:pt x="752" y="19657"/>
                      <a:pt x="328" y="23096"/>
                      <a:pt x="97" y="26541"/>
                    </a:cubicBezTo>
                    <a:cubicBezTo>
                      <a:pt x="63" y="27060"/>
                      <a:pt x="34" y="27585"/>
                      <a:pt x="6" y="28105"/>
                    </a:cubicBezTo>
                    <a:cubicBezTo>
                      <a:pt x="1" y="28184"/>
                      <a:pt x="74" y="28246"/>
                      <a:pt x="147" y="28246"/>
                    </a:cubicBezTo>
                    <a:lnTo>
                      <a:pt x="39848" y="28246"/>
                    </a:lnTo>
                    <a:cubicBezTo>
                      <a:pt x="39922" y="28246"/>
                      <a:pt x="39989" y="28184"/>
                      <a:pt x="39989" y="28105"/>
                    </a:cubicBezTo>
                    <a:cubicBezTo>
                      <a:pt x="39820" y="24745"/>
                      <a:pt x="39464" y="21390"/>
                      <a:pt x="38922" y="18064"/>
                    </a:cubicBezTo>
                    <a:cubicBezTo>
                      <a:pt x="38600" y="16104"/>
                      <a:pt x="38216" y="14156"/>
                      <a:pt x="37730" y="12230"/>
                    </a:cubicBezTo>
                    <a:cubicBezTo>
                      <a:pt x="37651" y="11908"/>
                      <a:pt x="37567" y="11586"/>
                      <a:pt x="37476" y="11270"/>
                    </a:cubicBezTo>
                    <a:cubicBezTo>
                      <a:pt x="37363" y="10881"/>
                      <a:pt x="37177" y="10502"/>
                      <a:pt x="36991" y="10146"/>
                    </a:cubicBezTo>
                    <a:cubicBezTo>
                      <a:pt x="36494" y="9192"/>
                      <a:pt x="35850" y="8311"/>
                      <a:pt x="35121" y="7520"/>
                    </a:cubicBezTo>
                    <a:cubicBezTo>
                      <a:pt x="33992" y="6284"/>
                      <a:pt x="32648" y="5245"/>
                      <a:pt x="31202" y="4397"/>
                    </a:cubicBezTo>
                    <a:cubicBezTo>
                      <a:pt x="30259" y="3844"/>
                      <a:pt x="29259" y="3415"/>
                      <a:pt x="28294" y="2912"/>
                    </a:cubicBezTo>
                    <a:cubicBezTo>
                      <a:pt x="27413" y="2455"/>
                      <a:pt x="26566" y="1947"/>
                      <a:pt x="25741" y="1399"/>
                    </a:cubicBezTo>
                    <a:cubicBezTo>
                      <a:pt x="25182" y="1026"/>
                      <a:pt x="24634" y="631"/>
                      <a:pt x="24103" y="207"/>
                    </a:cubicBezTo>
                    <a:cubicBezTo>
                      <a:pt x="24036" y="151"/>
                      <a:pt x="23945" y="49"/>
                      <a:pt x="23855" y="15"/>
                    </a:cubicBezTo>
                    <a:cubicBezTo>
                      <a:pt x="23820" y="4"/>
                      <a:pt x="23780" y="1"/>
                      <a:pt x="23739"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2" name="Google Shape;912;p35"/>
              <p:cNvSpPr/>
              <p:nvPr/>
            </p:nvSpPr>
            <p:spPr>
              <a:xfrm>
                <a:off x="2440000" y="3757225"/>
                <a:ext cx="176225" cy="7650"/>
              </a:xfrm>
              <a:custGeom>
                <a:avLst/>
                <a:gdLst/>
                <a:ahLst/>
                <a:cxnLst/>
                <a:rect l="l" t="t" r="r" b="b"/>
                <a:pathLst>
                  <a:path w="7049" h="306" extrusionOk="0">
                    <a:moveTo>
                      <a:pt x="148" y="1"/>
                    </a:moveTo>
                    <a:cubicBezTo>
                      <a:pt x="74" y="1"/>
                      <a:pt x="1" y="63"/>
                      <a:pt x="7" y="142"/>
                    </a:cubicBezTo>
                    <a:cubicBezTo>
                      <a:pt x="7" y="148"/>
                      <a:pt x="7" y="159"/>
                      <a:pt x="7" y="165"/>
                    </a:cubicBezTo>
                    <a:cubicBezTo>
                      <a:pt x="12" y="244"/>
                      <a:pt x="69" y="306"/>
                      <a:pt x="148" y="306"/>
                    </a:cubicBezTo>
                    <a:lnTo>
                      <a:pt x="6902" y="306"/>
                    </a:lnTo>
                    <a:cubicBezTo>
                      <a:pt x="6962" y="306"/>
                      <a:pt x="7003" y="274"/>
                      <a:pt x="7023" y="232"/>
                    </a:cubicBezTo>
                    <a:lnTo>
                      <a:pt x="7023" y="232"/>
                    </a:lnTo>
                    <a:cubicBezTo>
                      <a:pt x="7034" y="214"/>
                      <a:pt x="7042" y="191"/>
                      <a:pt x="7043" y="165"/>
                    </a:cubicBezTo>
                    <a:cubicBezTo>
                      <a:pt x="7043" y="159"/>
                      <a:pt x="7043" y="148"/>
                      <a:pt x="7043" y="142"/>
                    </a:cubicBezTo>
                    <a:cubicBezTo>
                      <a:pt x="7049" y="63"/>
                      <a:pt x="6975" y="1"/>
                      <a:pt x="6902"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3" name="Google Shape;913;p35"/>
              <p:cNvSpPr/>
              <p:nvPr/>
            </p:nvSpPr>
            <p:spPr>
              <a:xfrm>
                <a:off x="2440000" y="3757800"/>
                <a:ext cx="176225" cy="47450"/>
              </a:xfrm>
              <a:custGeom>
                <a:avLst/>
                <a:gdLst/>
                <a:ahLst/>
                <a:cxnLst/>
                <a:rect l="l" t="t" r="r" b="b"/>
                <a:pathLst>
                  <a:path w="7049" h="1898" extrusionOk="0">
                    <a:moveTo>
                      <a:pt x="6741" y="283"/>
                    </a:moveTo>
                    <a:cubicBezTo>
                      <a:pt x="6725" y="362"/>
                      <a:pt x="6708" y="441"/>
                      <a:pt x="6682" y="520"/>
                    </a:cubicBezTo>
                    <a:cubicBezTo>
                      <a:pt x="6608" y="735"/>
                      <a:pt x="6495" y="944"/>
                      <a:pt x="6337" y="1113"/>
                    </a:cubicBezTo>
                    <a:cubicBezTo>
                      <a:pt x="6020" y="1454"/>
                      <a:pt x="5533" y="1618"/>
                      <a:pt x="5070" y="1618"/>
                    </a:cubicBezTo>
                    <a:cubicBezTo>
                      <a:pt x="4965" y="1618"/>
                      <a:pt x="4862" y="1610"/>
                      <a:pt x="4762" y="1593"/>
                    </a:cubicBezTo>
                    <a:cubicBezTo>
                      <a:pt x="4327" y="1520"/>
                      <a:pt x="3920" y="1328"/>
                      <a:pt x="3627" y="994"/>
                    </a:cubicBezTo>
                    <a:cubicBezTo>
                      <a:pt x="3601" y="966"/>
                      <a:pt x="3563" y="952"/>
                      <a:pt x="3526" y="952"/>
                    </a:cubicBezTo>
                    <a:cubicBezTo>
                      <a:pt x="3488" y="952"/>
                      <a:pt x="3452" y="966"/>
                      <a:pt x="3429" y="994"/>
                    </a:cubicBezTo>
                    <a:cubicBezTo>
                      <a:pt x="3096" y="1378"/>
                      <a:pt x="2559" y="1616"/>
                      <a:pt x="2051" y="1616"/>
                    </a:cubicBezTo>
                    <a:cubicBezTo>
                      <a:pt x="1582" y="1616"/>
                      <a:pt x="1102" y="1503"/>
                      <a:pt x="758" y="1158"/>
                    </a:cubicBezTo>
                    <a:cubicBezTo>
                      <a:pt x="543" y="944"/>
                      <a:pt x="402" y="673"/>
                      <a:pt x="334" y="384"/>
                    </a:cubicBezTo>
                    <a:cubicBezTo>
                      <a:pt x="324" y="349"/>
                      <a:pt x="317" y="316"/>
                      <a:pt x="312" y="283"/>
                    </a:cubicBezTo>
                    <a:close/>
                    <a:moveTo>
                      <a:pt x="148" y="0"/>
                    </a:moveTo>
                    <a:cubicBezTo>
                      <a:pt x="80" y="0"/>
                      <a:pt x="1" y="68"/>
                      <a:pt x="7" y="142"/>
                    </a:cubicBezTo>
                    <a:cubicBezTo>
                      <a:pt x="63" y="802"/>
                      <a:pt x="453" y="1429"/>
                      <a:pt x="1063" y="1706"/>
                    </a:cubicBezTo>
                    <a:cubicBezTo>
                      <a:pt x="1379" y="1847"/>
                      <a:pt x="1712" y="1898"/>
                      <a:pt x="2051" y="1898"/>
                    </a:cubicBezTo>
                    <a:cubicBezTo>
                      <a:pt x="2584" y="1898"/>
                      <a:pt x="3146" y="1670"/>
                      <a:pt x="3527" y="1298"/>
                    </a:cubicBezTo>
                    <a:lnTo>
                      <a:pt x="3527" y="1298"/>
                    </a:lnTo>
                    <a:cubicBezTo>
                      <a:pt x="3929" y="1698"/>
                      <a:pt x="4498" y="1894"/>
                      <a:pt x="5064" y="1894"/>
                    </a:cubicBezTo>
                    <a:cubicBezTo>
                      <a:pt x="5178" y="1894"/>
                      <a:pt x="5293" y="1886"/>
                      <a:pt x="5406" y="1870"/>
                    </a:cubicBezTo>
                    <a:cubicBezTo>
                      <a:pt x="6100" y="1774"/>
                      <a:pt x="6659" y="1356"/>
                      <a:pt x="6913" y="701"/>
                    </a:cubicBezTo>
                    <a:cubicBezTo>
                      <a:pt x="6987" y="520"/>
                      <a:pt x="7026" y="334"/>
                      <a:pt x="7043" y="142"/>
                    </a:cubicBezTo>
                    <a:cubicBezTo>
                      <a:pt x="7049" y="68"/>
                      <a:pt x="6975" y="0"/>
                      <a:pt x="6902"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914" name="Google Shape;914;p35"/>
            <p:cNvGrpSpPr/>
            <p:nvPr/>
          </p:nvGrpSpPr>
          <p:grpSpPr>
            <a:xfrm flipH="1">
              <a:off x="6670530" y="3118726"/>
              <a:ext cx="1403949" cy="1713667"/>
              <a:chOff x="2530500" y="1412150"/>
              <a:chExt cx="999750" cy="1220300"/>
            </a:xfrm>
          </p:grpSpPr>
          <p:sp>
            <p:nvSpPr>
              <p:cNvPr id="915" name="Google Shape;915;p35"/>
              <p:cNvSpPr/>
              <p:nvPr/>
            </p:nvSpPr>
            <p:spPr>
              <a:xfrm>
                <a:off x="2932025" y="1470100"/>
                <a:ext cx="334350" cy="463500"/>
              </a:xfrm>
              <a:custGeom>
                <a:avLst/>
                <a:gdLst/>
                <a:ahLst/>
                <a:cxnLst/>
                <a:rect l="l" t="t" r="r" b="b"/>
                <a:pathLst>
                  <a:path w="13374" h="18540" extrusionOk="0">
                    <a:moveTo>
                      <a:pt x="2578" y="415"/>
                    </a:moveTo>
                    <a:lnTo>
                      <a:pt x="2578" y="415"/>
                    </a:lnTo>
                    <a:cubicBezTo>
                      <a:pt x="4084" y="774"/>
                      <a:pt x="5637" y="1007"/>
                      <a:pt x="7189" y="1007"/>
                    </a:cubicBezTo>
                    <a:cubicBezTo>
                      <a:pt x="7284" y="1007"/>
                      <a:pt x="7378" y="1006"/>
                      <a:pt x="7472" y="1004"/>
                    </a:cubicBezTo>
                    <a:cubicBezTo>
                      <a:pt x="8387" y="988"/>
                      <a:pt x="9330" y="897"/>
                      <a:pt x="10211" y="620"/>
                    </a:cubicBezTo>
                    <a:cubicBezTo>
                      <a:pt x="10318" y="586"/>
                      <a:pt x="10428" y="552"/>
                      <a:pt x="10534" y="508"/>
                    </a:cubicBezTo>
                    <a:lnTo>
                      <a:pt x="10534" y="508"/>
                    </a:lnTo>
                    <a:cubicBezTo>
                      <a:pt x="11027" y="1155"/>
                      <a:pt x="11345" y="1943"/>
                      <a:pt x="11426" y="2755"/>
                    </a:cubicBezTo>
                    <a:cubicBezTo>
                      <a:pt x="11465" y="3145"/>
                      <a:pt x="11454" y="3546"/>
                      <a:pt x="11454" y="3941"/>
                    </a:cubicBezTo>
                    <a:lnTo>
                      <a:pt x="11454" y="5359"/>
                    </a:lnTo>
                    <a:cubicBezTo>
                      <a:pt x="11454" y="5455"/>
                      <a:pt x="11426" y="5613"/>
                      <a:pt x="11493" y="5686"/>
                    </a:cubicBezTo>
                    <a:cubicBezTo>
                      <a:pt x="11584" y="5782"/>
                      <a:pt x="11714" y="5861"/>
                      <a:pt x="11815" y="5940"/>
                    </a:cubicBezTo>
                    <a:cubicBezTo>
                      <a:pt x="12160" y="6217"/>
                      <a:pt x="12504" y="6488"/>
                      <a:pt x="12854" y="6765"/>
                    </a:cubicBezTo>
                    <a:cubicBezTo>
                      <a:pt x="13029" y="6912"/>
                      <a:pt x="13120" y="7132"/>
                      <a:pt x="13018" y="7352"/>
                    </a:cubicBezTo>
                    <a:cubicBezTo>
                      <a:pt x="12922" y="7567"/>
                      <a:pt x="12702" y="7674"/>
                      <a:pt x="12476" y="7680"/>
                    </a:cubicBezTo>
                    <a:lnTo>
                      <a:pt x="11567" y="7680"/>
                    </a:lnTo>
                    <a:cubicBezTo>
                      <a:pt x="11488" y="7680"/>
                      <a:pt x="11431" y="7742"/>
                      <a:pt x="11426" y="7821"/>
                    </a:cubicBezTo>
                    <a:cubicBezTo>
                      <a:pt x="11267" y="9588"/>
                      <a:pt x="10307" y="11232"/>
                      <a:pt x="8833" y="12231"/>
                    </a:cubicBezTo>
                    <a:cubicBezTo>
                      <a:pt x="8421" y="12514"/>
                      <a:pt x="7975" y="12740"/>
                      <a:pt x="7512" y="12909"/>
                    </a:cubicBezTo>
                    <a:cubicBezTo>
                      <a:pt x="7450" y="12932"/>
                      <a:pt x="7405" y="12982"/>
                      <a:pt x="7405" y="13045"/>
                    </a:cubicBezTo>
                    <a:lnTo>
                      <a:pt x="7405" y="14857"/>
                    </a:lnTo>
                    <a:lnTo>
                      <a:pt x="7405" y="17738"/>
                    </a:lnTo>
                    <a:lnTo>
                      <a:pt x="7405" y="18257"/>
                    </a:lnTo>
                    <a:lnTo>
                      <a:pt x="283" y="18257"/>
                    </a:lnTo>
                    <a:lnTo>
                      <a:pt x="283" y="16710"/>
                    </a:lnTo>
                    <a:lnTo>
                      <a:pt x="283" y="14022"/>
                    </a:lnTo>
                    <a:lnTo>
                      <a:pt x="283" y="13406"/>
                    </a:lnTo>
                    <a:lnTo>
                      <a:pt x="283" y="11746"/>
                    </a:lnTo>
                    <a:lnTo>
                      <a:pt x="283" y="10808"/>
                    </a:lnTo>
                    <a:lnTo>
                      <a:pt x="283" y="8617"/>
                    </a:lnTo>
                    <a:lnTo>
                      <a:pt x="283" y="6347"/>
                    </a:lnTo>
                    <a:lnTo>
                      <a:pt x="283" y="5534"/>
                    </a:lnTo>
                    <a:cubicBezTo>
                      <a:pt x="283" y="5445"/>
                      <a:pt x="291" y="5351"/>
                      <a:pt x="291" y="5261"/>
                    </a:cubicBezTo>
                    <a:lnTo>
                      <a:pt x="291" y="5261"/>
                    </a:lnTo>
                    <a:cubicBezTo>
                      <a:pt x="1182" y="5259"/>
                      <a:pt x="2088" y="4818"/>
                      <a:pt x="2650" y="4144"/>
                    </a:cubicBezTo>
                    <a:cubicBezTo>
                      <a:pt x="3276" y="3393"/>
                      <a:pt x="3497" y="2360"/>
                      <a:pt x="3180" y="1428"/>
                    </a:cubicBezTo>
                    <a:cubicBezTo>
                      <a:pt x="3051" y="1049"/>
                      <a:pt x="2843" y="707"/>
                      <a:pt x="2578" y="415"/>
                    </a:cubicBezTo>
                    <a:close/>
                    <a:moveTo>
                      <a:pt x="2078" y="0"/>
                    </a:moveTo>
                    <a:cubicBezTo>
                      <a:pt x="1940" y="0"/>
                      <a:pt x="1898" y="182"/>
                      <a:pt x="2011" y="265"/>
                    </a:cubicBezTo>
                    <a:cubicBezTo>
                      <a:pt x="2763" y="846"/>
                      <a:pt x="3175" y="1806"/>
                      <a:pt x="3005" y="2750"/>
                    </a:cubicBezTo>
                    <a:cubicBezTo>
                      <a:pt x="2859" y="3574"/>
                      <a:pt x="2305" y="4269"/>
                      <a:pt x="1571" y="4653"/>
                    </a:cubicBezTo>
                    <a:cubicBezTo>
                      <a:pt x="1181" y="4853"/>
                      <a:pt x="721" y="4978"/>
                      <a:pt x="275" y="4978"/>
                    </a:cubicBezTo>
                    <a:cubicBezTo>
                      <a:pt x="231" y="4978"/>
                      <a:pt x="186" y="4977"/>
                      <a:pt x="142" y="4975"/>
                    </a:cubicBezTo>
                    <a:cubicBezTo>
                      <a:pt x="69" y="4975"/>
                      <a:pt x="1" y="5042"/>
                      <a:pt x="1" y="5116"/>
                    </a:cubicBezTo>
                    <a:lnTo>
                      <a:pt x="1" y="6115"/>
                    </a:lnTo>
                    <a:lnTo>
                      <a:pt x="1" y="8323"/>
                    </a:lnTo>
                    <a:lnTo>
                      <a:pt x="1" y="10588"/>
                    </a:lnTo>
                    <a:lnTo>
                      <a:pt x="1" y="11734"/>
                    </a:lnTo>
                    <a:lnTo>
                      <a:pt x="1" y="13338"/>
                    </a:lnTo>
                    <a:lnTo>
                      <a:pt x="1" y="13406"/>
                    </a:lnTo>
                    <a:lnTo>
                      <a:pt x="1" y="15095"/>
                    </a:lnTo>
                    <a:lnTo>
                      <a:pt x="1" y="17783"/>
                    </a:lnTo>
                    <a:lnTo>
                      <a:pt x="1" y="18398"/>
                    </a:lnTo>
                    <a:cubicBezTo>
                      <a:pt x="1" y="18472"/>
                      <a:pt x="69" y="18539"/>
                      <a:pt x="142" y="18539"/>
                    </a:cubicBezTo>
                    <a:lnTo>
                      <a:pt x="7546" y="18539"/>
                    </a:lnTo>
                    <a:cubicBezTo>
                      <a:pt x="7625" y="18539"/>
                      <a:pt x="7687" y="18472"/>
                      <a:pt x="7687" y="18398"/>
                    </a:cubicBezTo>
                    <a:lnTo>
                      <a:pt x="7687" y="16585"/>
                    </a:lnTo>
                    <a:lnTo>
                      <a:pt x="7687" y="13705"/>
                    </a:lnTo>
                    <a:lnTo>
                      <a:pt x="7687" y="13142"/>
                    </a:lnTo>
                    <a:lnTo>
                      <a:pt x="7687" y="13142"/>
                    </a:lnTo>
                    <a:cubicBezTo>
                      <a:pt x="9390" y="12493"/>
                      <a:pt x="10754" y="11113"/>
                      <a:pt x="11369" y="9385"/>
                    </a:cubicBezTo>
                    <a:cubicBezTo>
                      <a:pt x="11534" y="8927"/>
                      <a:pt x="11642" y="8446"/>
                      <a:pt x="11694" y="7962"/>
                    </a:cubicBezTo>
                    <a:lnTo>
                      <a:pt x="12448" y="7962"/>
                    </a:lnTo>
                    <a:cubicBezTo>
                      <a:pt x="12866" y="7956"/>
                      <a:pt x="13272" y="7702"/>
                      <a:pt x="13334" y="7262"/>
                    </a:cubicBezTo>
                    <a:cubicBezTo>
                      <a:pt x="13373" y="6994"/>
                      <a:pt x="13264" y="6742"/>
                      <a:pt x="13059" y="6568"/>
                    </a:cubicBezTo>
                    <a:lnTo>
                      <a:pt x="13059" y="6568"/>
                    </a:lnTo>
                    <a:cubicBezTo>
                      <a:pt x="13057" y="6566"/>
                      <a:pt x="13055" y="6563"/>
                      <a:pt x="13052" y="6561"/>
                    </a:cubicBezTo>
                    <a:lnTo>
                      <a:pt x="13052" y="6561"/>
                    </a:lnTo>
                    <a:cubicBezTo>
                      <a:pt x="13052" y="6561"/>
                      <a:pt x="13052" y="6561"/>
                      <a:pt x="13052" y="6561"/>
                    </a:cubicBezTo>
                    <a:cubicBezTo>
                      <a:pt x="13051" y="6561"/>
                      <a:pt x="13051" y="6560"/>
                      <a:pt x="13050" y="6560"/>
                    </a:cubicBezTo>
                    <a:lnTo>
                      <a:pt x="13050" y="6560"/>
                    </a:lnTo>
                    <a:cubicBezTo>
                      <a:pt x="12614" y="6216"/>
                      <a:pt x="12173" y="5868"/>
                      <a:pt x="11736" y="5524"/>
                    </a:cubicBezTo>
                    <a:lnTo>
                      <a:pt x="11736" y="5524"/>
                    </a:lnTo>
                    <a:lnTo>
                      <a:pt x="11736" y="4009"/>
                    </a:lnTo>
                    <a:cubicBezTo>
                      <a:pt x="11736" y="3309"/>
                      <a:pt x="11747" y="2614"/>
                      <a:pt x="11555" y="1931"/>
                    </a:cubicBezTo>
                    <a:cubicBezTo>
                      <a:pt x="11380" y="1298"/>
                      <a:pt x="11064" y="711"/>
                      <a:pt x="10646" y="203"/>
                    </a:cubicBezTo>
                    <a:cubicBezTo>
                      <a:pt x="10618" y="167"/>
                      <a:pt x="10586" y="153"/>
                      <a:pt x="10554" y="153"/>
                    </a:cubicBezTo>
                    <a:cubicBezTo>
                      <a:pt x="10501" y="153"/>
                      <a:pt x="10449" y="195"/>
                      <a:pt x="10426" y="250"/>
                    </a:cubicBezTo>
                    <a:lnTo>
                      <a:pt x="10426" y="250"/>
                    </a:lnTo>
                    <a:cubicBezTo>
                      <a:pt x="10354" y="276"/>
                      <a:pt x="10283" y="301"/>
                      <a:pt x="10211" y="327"/>
                    </a:cubicBezTo>
                    <a:cubicBezTo>
                      <a:pt x="9906" y="428"/>
                      <a:pt x="9590" y="502"/>
                      <a:pt x="9274" y="558"/>
                    </a:cubicBezTo>
                    <a:cubicBezTo>
                      <a:pt x="8602" y="679"/>
                      <a:pt x="7916" y="729"/>
                      <a:pt x="7230" y="729"/>
                    </a:cubicBezTo>
                    <a:cubicBezTo>
                      <a:pt x="6637" y="729"/>
                      <a:pt x="6043" y="692"/>
                      <a:pt x="5456" y="632"/>
                    </a:cubicBezTo>
                    <a:cubicBezTo>
                      <a:pt x="4333" y="513"/>
                      <a:pt x="3214" y="293"/>
                      <a:pt x="2119" y="5"/>
                    </a:cubicBezTo>
                    <a:cubicBezTo>
                      <a:pt x="2104" y="2"/>
                      <a:pt x="2091" y="0"/>
                      <a:pt x="2078"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6" name="Google Shape;916;p35"/>
              <p:cNvSpPr/>
              <p:nvPr/>
            </p:nvSpPr>
            <p:spPr>
              <a:xfrm>
                <a:off x="2793250" y="1412150"/>
                <a:ext cx="406800" cy="355175"/>
              </a:xfrm>
              <a:custGeom>
                <a:avLst/>
                <a:gdLst/>
                <a:ahLst/>
                <a:cxnLst/>
                <a:rect l="l" t="t" r="r" b="b"/>
                <a:pathLst>
                  <a:path w="16272" h="14207" extrusionOk="0">
                    <a:moveTo>
                      <a:pt x="9000" y="284"/>
                    </a:moveTo>
                    <a:cubicBezTo>
                      <a:pt x="10460" y="284"/>
                      <a:pt x="11941" y="445"/>
                      <a:pt x="13328" y="917"/>
                    </a:cubicBezTo>
                    <a:cubicBezTo>
                      <a:pt x="13712" y="1041"/>
                      <a:pt x="14085" y="1199"/>
                      <a:pt x="14447" y="1385"/>
                    </a:cubicBezTo>
                    <a:cubicBezTo>
                      <a:pt x="14627" y="1476"/>
                      <a:pt x="14808" y="1577"/>
                      <a:pt x="14977" y="1690"/>
                    </a:cubicBezTo>
                    <a:cubicBezTo>
                      <a:pt x="15175" y="1815"/>
                      <a:pt x="15344" y="1961"/>
                      <a:pt x="15525" y="2108"/>
                    </a:cubicBezTo>
                    <a:cubicBezTo>
                      <a:pt x="15667" y="2250"/>
                      <a:pt x="15824" y="2407"/>
                      <a:pt x="15925" y="2587"/>
                    </a:cubicBezTo>
                    <a:lnTo>
                      <a:pt x="15925" y="2587"/>
                    </a:lnTo>
                    <a:cubicBezTo>
                      <a:pt x="15871" y="2606"/>
                      <a:pt x="15816" y="2625"/>
                      <a:pt x="15762" y="2645"/>
                    </a:cubicBezTo>
                    <a:cubicBezTo>
                      <a:pt x="15457" y="2746"/>
                      <a:pt x="15141" y="2820"/>
                      <a:pt x="14825" y="2876"/>
                    </a:cubicBezTo>
                    <a:cubicBezTo>
                      <a:pt x="14153" y="2997"/>
                      <a:pt x="13467" y="3047"/>
                      <a:pt x="12781" y="3047"/>
                    </a:cubicBezTo>
                    <a:cubicBezTo>
                      <a:pt x="12188" y="3047"/>
                      <a:pt x="11594" y="3010"/>
                      <a:pt x="11007" y="2950"/>
                    </a:cubicBezTo>
                    <a:cubicBezTo>
                      <a:pt x="9884" y="2831"/>
                      <a:pt x="8765" y="2611"/>
                      <a:pt x="7670" y="2323"/>
                    </a:cubicBezTo>
                    <a:cubicBezTo>
                      <a:pt x="7655" y="2320"/>
                      <a:pt x="7642" y="2318"/>
                      <a:pt x="7629" y="2318"/>
                    </a:cubicBezTo>
                    <a:cubicBezTo>
                      <a:pt x="7491" y="2318"/>
                      <a:pt x="7449" y="2500"/>
                      <a:pt x="7562" y="2583"/>
                    </a:cubicBezTo>
                    <a:cubicBezTo>
                      <a:pt x="8314" y="3164"/>
                      <a:pt x="8726" y="4124"/>
                      <a:pt x="8556" y="5068"/>
                    </a:cubicBezTo>
                    <a:cubicBezTo>
                      <a:pt x="8410" y="5892"/>
                      <a:pt x="7856" y="6587"/>
                      <a:pt x="7122" y="6971"/>
                    </a:cubicBezTo>
                    <a:cubicBezTo>
                      <a:pt x="6732" y="7171"/>
                      <a:pt x="6272" y="7296"/>
                      <a:pt x="5826" y="7296"/>
                    </a:cubicBezTo>
                    <a:cubicBezTo>
                      <a:pt x="5782" y="7296"/>
                      <a:pt x="5737" y="7295"/>
                      <a:pt x="5693" y="7293"/>
                    </a:cubicBezTo>
                    <a:cubicBezTo>
                      <a:pt x="5620" y="7293"/>
                      <a:pt x="5552" y="7360"/>
                      <a:pt x="5552" y="7434"/>
                    </a:cubicBezTo>
                    <a:lnTo>
                      <a:pt x="5552" y="9676"/>
                    </a:lnTo>
                    <a:lnTo>
                      <a:pt x="5552" y="13239"/>
                    </a:lnTo>
                    <a:lnTo>
                      <a:pt x="5552" y="13844"/>
                    </a:lnTo>
                    <a:lnTo>
                      <a:pt x="5552" y="13844"/>
                    </a:lnTo>
                    <a:cubicBezTo>
                      <a:pt x="5431" y="13786"/>
                      <a:pt x="5314" y="13726"/>
                      <a:pt x="5202" y="13663"/>
                    </a:cubicBezTo>
                    <a:cubicBezTo>
                      <a:pt x="4744" y="13414"/>
                      <a:pt x="4315" y="13121"/>
                      <a:pt x="3909" y="12793"/>
                    </a:cubicBezTo>
                    <a:cubicBezTo>
                      <a:pt x="3899" y="12785"/>
                      <a:pt x="3888" y="12779"/>
                      <a:pt x="3876" y="12773"/>
                    </a:cubicBezTo>
                    <a:lnTo>
                      <a:pt x="3876" y="12773"/>
                    </a:lnTo>
                    <a:cubicBezTo>
                      <a:pt x="2190" y="11740"/>
                      <a:pt x="1073" y="9951"/>
                      <a:pt x="594" y="8055"/>
                    </a:cubicBezTo>
                    <a:cubicBezTo>
                      <a:pt x="164" y="6344"/>
                      <a:pt x="198" y="4305"/>
                      <a:pt x="1356" y="2876"/>
                    </a:cubicBezTo>
                    <a:cubicBezTo>
                      <a:pt x="2192" y="1849"/>
                      <a:pt x="3423" y="1244"/>
                      <a:pt x="4671" y="872"/>
                    </a:cubicBezTo>
                    <a:cubicBezTo>
                      <a:pt x="6049" y="471"/>
                      <a:pt x="7489" y="296"/>
                      <a:pt x="8923" y="284"/>
                    </a:cubicBezTo>
                    <a:cubicBezTo>
                      <a:pt x="8949" y="284"/>
                      <a:pt x="8974" y="284"/>
                      <a:pt x="9000" y="284"/>
                    </a:cubicBezTo>
                    <a:close/>
                    <a:moveTo>
                      <a:pt x="9022" y="0"/>
                    </a:moveTo>
                    <a:cubicBezTo>
                      <a:pt x="8410" y="0"/>
                      <a:pt x="7798" y="33"/>
                      <a:pt x="7190" y="98"/>
                    </a:cubicBezTo>
                    <a:cubicBezTo>
                      <a:pt x="6314" y="194"/>
                      <a:pt x="5439" y="352"/>
                      <a:pt x="4592" y="595"/>
                    </a:cubicBezTo>
                    <a:cubicBezTo>
                      <a:pt x="4584" y="597"/>
                      <a:pt x="4577" y="600"/>
                      <a:pt x="4570" y="603"/>
                    </a:cubicBezTo>
                    <a:lnTo>
                      <a:pt x="4570" y="603"/>
                    </a:lnTo>
                    <a:cubicBezTo>
                      <a:pt x="3427" y="948"/>
                      <a:pt x="2309" y="1477"/>
                      <a:pt x="1463" y="2334"/>
                    </a:cubicBezTo>
                    <a:cubicBezTo>
                      <a:pt x="769" y="3034"/>
                      <a:pt x="339" y="3921"/>
                      <a:pt x="164" y="4892"/>
                    </a:cubicBezTo>
                    <a:cubicBezTo>
                      <a:pt x="1" y="5830"/>
                      <a:pt x="40" y="6796"/>
                      <a:pt x="232" y="7727"/>
                    </a:cubicBezTo>
                    <a:cubicBezTo>
                      <a:pt x="430" y="8727"/>
                      <a:pt x="808" y="9698"/>
                      <a:pt x="1339" y="10568"/>
                    </a:cubicBezTo>
                    <a:cubicBezTo>
                      <a:pt x="1870" y="11443"/>
                      <a:pt x="2570" y="12223"/>
                      <a:pt x="3417" y="12810"/>
                    </a:cubicBezTo>
                    <a:cubicBezTo>
                      <a:pt x="3524" y="12883"/>
                      <a:pt x="3631" y="12951"/>
                      <a:pt x="3738" y="13018"/>
                    </a:cubicBezTo>
                    <a:lnTo>
                      <a:pt x="3738" y="13018"/>
                    </a:lnTo>
                    <a:cubicBezTo>
                      <a:pt x="4318" y="13485"/>
                      <a:pt x="4959" y="13921"/>
                      <a:pt x="5659" y="14199"/>
                    </a:cubicBezTo>
                    <a:cubicBezTo>
                      <a:pt x="5672" y="14204"/>
                      <a:pt x="5685" y="14207"/>
                      <a:pt x="5697" y="14207"/>
                    </a:cubicBezTo>
                    <a:cubicBezTo>
                      <a:pt x="5769" y="14207"/>
                      <a:pt x="5834" y="14131"/>
                      <a:pt x="5834" y="14064"/>
                    </a:cubicBezTo>
                    <a:lnTo>
                      <a:pt x="5834" y="11822"/>
                    </a:lnTo>
                    <a:lnTo>
                      <a:pt x="5834" y="8258"/>
                    </a:lnTo>
                    <a:lnTo>
                      <a:pt x="5834" y="7579"/>
                    </a:lnTo>
                    <a:lnTo>
                      <a:pt x="5834" y="7579"/>
                    </a:lnTo>
                    <a:cubicBezTo>
                      <a:pt x="5835" y="7579"/>
                      <a:pt x="5836" y="7579"/>
                      <a:pt x="5837" y="7579"/>
                    </a:cubicBezTo>
                    <a:cubicBezTo>
                      <a:pt x="6730" y="7579"/>
                      <a:pt x="7638" y="7138"/>
                      <a:pt x="8201" y="6462"/>
                    </a:cubicBezTo>
                    <a:cubicBezTo>
                      <a:pt x="8827" y="5711"/>
                      <a:pt x="9048" y="4678"/>
                      <a:pt x="8731" y="3746"/>
                    </a:cubicBezTo>
                    <a:cubicBezTo>
                      <a:pt x="8602" y="3367"/>
                      <a:pt x="8394" y="3025"/>
                      <a:pt x="8129" y="2733"/>
                    </a:cubicBezTo>
                    <a:lnTo>
                      <a:pt x="8129" y="2733"/>
                    </a:lnTo>
                    <a:cubicBezTo>
                      <a:pt x="9635" y="3092"/>
                      <a:pt x="11188" y="3325"/>
                      <a:pt x="12740" y="3325"/>
                    </a:cubicBezTo>
                    <a:cubicBezTo>
                      <a:pt x="12835" y="3325"/>
                      <a:pt x="12929" y="3324"/>
                      <a:pt x="13023" y="3322"/>
                    </a:cubicBezTo>
                    <a:cubicBezTo>
                      <a:pt x="13938" y="3306"/>
                      <a:pt x="14881" y="3215"/>
                      <a:pt x="15762" y="2938"/>
                    </a:cubicBezTo>
                    <a:cubicBezTo>
                      <a:pt x="15904" y="2893"/>
                      <a:pt x="16050" y="2848"/>
                      <a:pt x="16186" y="2780"/>
                    </a:cubicBezTo>
                    <a:cubicBezTo>
                      <a:pt x="16194" y="2777"/>
                      <a:pt x="16201" y="2772"/>
                      <a:pt x="16208" y="2768"/>
                    </a:cubicBezTo>
                    <a:lnTo>
                      <a:pt x="16208" y="2768"/>
                    </a:lnTo>
                    <a:cubicBezTo>
                      <a:pt x="16248" y="2742"/>
                      <a:pt x="16272" y="2698"/>
                      <a:pt x="16255" y="2641"/>
                    </a:cubicBezTo>
                    <a:lnTo>
                      <a:pt x="16255" y="2641"/>
                    </a:lnTo>
                    <a:cubicBezTo>
                      <a:pt x="16252" y="2628"/>
                      <a:pt x="16247" y="2615"/>
                      <a:pt x="16240" y="2603"/>
                    </a:cubicBezTo>
                    <a:lnTo>
                      <a:pt x="16240" y="2603"/>
                    </a:lnTo>
                    <a:cubicBezTo>
                      <a:pt x="16129" y="2343"/>
                      <a:pt x="15944" y="2123"/>
                      <a:pt x="15742" y="1929"/>
                    </a:cubicBezTo>
                    <a:lnTo>
                      <a:pt x="15742" y="1929"/>
                    </a:lnTo>
                    <a:cubicBezTo>
                      <a:pt x="15736" y="1922"/>
                      <a:pt x="15730" y="1916"/>
                      <a:pt x="15723" y="1911"/>
                    </a:cubicBezTo>
                    <a:lnTo>
                      <a:pt x="15723" y="1911"/>
                    </a:lnTo>
                    <a:cubicBezTo>
                      <a:pt x="15723" y="1911"/>
                      <a:pt x="15723" y="1911"/>
                      <a:pt x="15723" y="1911"/>
                    </a:cubicBezTo>
                    <a:cubicBezTo>
                      <a:pt x="15565" y="1781"/>
                      <a:pt x="15412" y="1645"/>
                      <a:pt x="15243" y="1527"/>
                    </a:cubicBezTo>
                    <a:cubicBezTo>
                      <a:pt x="15090" y="1419"/>
                      <a:pt x="14932" y="1323"/>
                      <a:pt x="14768" y="1233"/>
                    </a:cubicBezTo>
                    <a:cubicBezTo>
                      <a:pt x="14435" y="1052"/>
                      <a:pt x="14091" y="900"/>
                      <a:pt x="13741" y="764"/>
                    </a:cubicBezTo>
                    <a:cubicBezTo>
                      <a:pt x="13023" y="488"/>
                      <a:pt x="12267" y="307"/>
                      <a:pt x="11510" y="188"/>
                    </a:cubicBezTo>
                    <a:cubicBezTo>
                      <a:pt x="10687" y="61"/>
                      <a:pt x="9854" y="0"/>
                      <a:pt x="9022"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7" name="Google Shape;917;p35"/>
              <p:cNvSpPr/>
              <p:nvPr/>
            </p:nvSpPr>
            <p:spPr>
              <a:xfrm>
                <a:off x="3144650" y="1661975"/>
                <a:ext cx="80675" cy="37250"/>
              </a:xfrm>
              <a:custGeom>
                <a:avLst/>
                <a:gdLst/>
                <a:ahLst/>
                <a:cxnLst/>
                <a:rect l="l" t="t" r="r" b="b"/>
                <a:pathLst>
                  <a:path w="3227" h="1490" extrusionOk="0">
                    <a:moveTo>
                      <a:pt x="2922" y="287"/>
                    </a:moveTo>
                    <a:cubicBezTo>
                      <a:pt x="2887" y="597"/>
                      <a:pt x="2837" y="913"/>
                      <a:pt x="2737" y="1208"/>
                    </a:cubicBezTo>
                    <a:lnTo>
                      <a:pt x="298" y="1208"/>
                    </a:lnTo>
                    <a:cubicBezTo>
                      <a:pt x="334" y="918"/>
                      <a:pt x="480" y="643"/>
                      <a:pt x="718" y="468"/>
                    </a:cubicBezTo>
                    <a:cubicBezTo>
                      <a:pt x="904" y="332"/>
                      <a:pt x="1113" y="287"/>
                      <a:pt x="1339" y="287"/>
                    </a:cubicBezTo>
                    <a:close/>
                    <a:moveTo>
                      <a:pt x="1503" y="0"/>
                    </a:moveTo>
                    <a:cubicBezTo>
                      <a:pt x="1170" y="0"/>
                      <a:pt x="840" y="30"/>
                      <a:pt x="554" y="242"/>
                    </a:cubicBezTo>
                    <a:cubicBezTo>
                      <a:pt x="204" y="502"/>
                      <a:pt x="12" y="914"/>
                      <a:pt x="7" y="1349"/>
                    </a:cubicBezTo>
                    <a:cubicBezTo>
                      <a:pt x="1" y="1422"/>
                      <a:pt x="69" y="1490"/>
                      <a:pt x="148" y="1490"/>
                    </a:cubicBezTo>
                    <a:lnTo>
                      <a:pt x="2836" y="1490"/>
                    </a:lnTo>
                    <a:cubicBezTo>
                      <a:pt x="2904" y="1490"/>
                      <a:pt x="2954" y="1445"/>
                      <a:pt x="2971" y="1388"/>
                    </a:cubicBezTo>
                    <a:cubicBezTo>
                      <a:pt x="3118" y="993"/>
                      <a:pt x="3175" y="558"/>
                      <a:pt x="3220" y="146"/>
                    </a:cubicBezTo>
                    <a:cubicBezTo>
                      <a:pt x="3226" y="78"/>
                      <a:pt x="3190" y="35"/>
                      <a:pt x="3141" y="18"/>
                    </a:cubicBezTo>
                    <a:lnTo>
                      <a:pt x="3141" y="18"/>
                    </a:lnTo>
                    <a:cubicBezTo>
                      <a:pt x="3124" y="10"/>
                      <a:pt x="3103" y="5"/>
                      <a:pt x="3079" y="5"/>
                    </a:cubicBezTo>
                    <a:lnTo>
                      <a:pt x="1887" y="5"/>
                    </a:lnTo>
                    <a:cubicBezTo>
                      <a:pt x="1760" y="5"/>
                      <a:pt x="1631" y="0"/>
                      <a:pt x="1503"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8" name="Google Shape;918;p35"/>
              <p:cNvSpPr/>
              <p:nvPr/>
            </p:nvSpPr>
            <p:spPr>
              <a:xfrm>
                <a:off x="2530500" y="1926450"/>
                <a:ext cx="999750" cy="706000"/>
              </a:xfrm>
              <a:custGeom>
                <a:avLst/>
                <a:gdLst/>
                <a:ahLst/>
                <a:cxnLst/>
                <a:rect l="l" t="t" r="r" b="b"/>
                <a:pathLst>
                  <a:path w="39990" h="28240" extrusionOk="0">
                    <a:moveTo>
                      <a:pt x="23761" y="285"/>
                    </a:moveTo>
                    <a:cubicBezTo>
                      <a:pt x="24471" y="879"/>
                      <a:pt x="25245" y="1409"/>
                      <a:pt x="26018" y="1906"/>
                    </a:cubicBezTo>
                    <a:cubicBezTo>
                      <a:pt x="26831" y="2431"/>
                      <a:pt x="27667" y="2911"/>
                      <a:pt x="28531" y="3341"/>
                    </a:cubicBezTo>
                    <a:cubicBezTo>
                      <a:pt x="29418" y="3781"/>
                      <a:pt x="30316" y="4188"/>
                      <a:pt x="31169" y="4696"/>
                    </a:cubicBezTo>
                    <a:cubicBezTo>
                      <a:pt x="33394" y="6023"/>
                      <a:pt x="35427" y="7836"/>
                      <a:pt x="36669" y="10134"/>
                    </a:cubicBezTo>
                    <a:cubicBezTo>
                      <a:pt x="36883" y="10523"/>
                      <a:pt x="37080" y="10912"/>
                      <a:pt x="37199" y="11334"/>
                    </a:cubicBezTo>
                    <a:lnTo>
                      <a:pt x="37199" y="11334"/>
                    </a:lnTo>
                    <a:cubicBezTo>
                      <a:pt x="37199" y="11335"/>
                      <a:pt x="37200" y="11336"/>
                      <a:pt x="37200" y="11337"/>
                    </a:cubicBezTo>
                    <a:cubicBezTo>
                      <a:pt x="37200" y="11337"/>
                      <a:pt x="37200" y="11337"/>
                      <a:pt x="37200" y="11337"/>
                    </a:cubicBezTo>
                    <a:lnTo>
                      <a:pt x="37200" y="11337"/>
                    </a:lnTo>
                    <a:cubicBezTo>
                      <a:pt x="37200" y="11338"/>
                      <a:pt x="37200" y="11339"/>
                      <a:pt x="37201" y="11339"/>
                    </a:cubicBezTo>
                    <a:lnTo>
                      <a:pt x="37201" y="11339"/>
                    </a:lnTo>
                    <a:cubicBezTo>
                      <a:pt x="37483" y="12288"/>
                      <a:pt x="37697" y="13258"/>
                      <a:pt x="37912" y="14229"/>
                    </a:cubicBezTo>
                    <a:cubicBezTo>
                      <a:pt x="38471" y="16815"/>
                      <a:pt x="38894" y="19430"/>
                      <a:pt x="39199" y="22056"/>
                    </a:cubicBezTo>
                    <a:cubicBezTo>
                      <a:pt x="39431" y="24019"/>
                      <a:pt x="39598" y="25983"/>
                      <a:pt x="39700" y="27957"/>
                    </a:cubicBezTo>
                    <a:lnTo>
                      <a:pt x="296" y="27957"/>
                    </a:lnTo>
                    <a:cubicBezTo>
                      <a:pt x="480" y="24413"/>
                      <a:pt x="867" y="20880"/>
                      <a:pt x="1469" y="17386"/>
                    </a:cubicBezTo>
                    <a:cubicBezTo>
                      <a:pt x="1797" y="15516"/>
                      <a:pt x="2175" y="13641"/>
                      <a:pt x="2661" y="11806"/>
                    </a:cubicBezTo>
                    <a:cubicBezTo>
                      <a:pt x="2836" y="11162"/>
                      <a:pt x="3067" y="10592"/>
                      <a:pt x="3395" y="10010"/>
                    </a:cubicBezTo>
                    <a:cubicBezTo>
                      <a:pt x="4570" y="7909"/>
                      <a:pt x="6399" y="6215"/>
                      <a:pt x="8421" y="4939"/>
                    </a:cubicBezTo>
                    <a:cubicBezTo>
                      <a:pt x="9189" y="4459"/>
                      <a:pt x="9985" y="4035"/>
                      <a:pt x="10799" y="3657"/>
                    </a:cubicBezTo>
                    <a:cubicBezTo>
                      <a:pt x="11663" y="3262"/>
                      <a:pt x="12499" y="2815"/>
                      <a:pt x="13306" y="2324"/>
                    </a:cubicBezTo>
                    <a:cubicBezTo>
                      <a:pt x="14294" y="1731"/>
                      <a:pt x="15249" y="1076"/>
                      <a:pt x="16147" y="353"/>
                    </a:cubicBezTo>
                    <a:cubicBezTo>
                      <a:pt x="16175" y="332"/>
                      <a:pt x="16203" y="308"/>
                      <a:pt x="16230" y="285"/>
                    </a:cubicBezTo>
                    <a:close/>
                    <a:moveTo>
                      <a:pt x="16542" y="1"/>
                    </a:moveTo>
                    <a:cubicBezTo>
                      <a:pt x="16440" y="1"/>
                      <a:pt x="16339" y="1"/>
                      <a:pt x="16237" y="3"/>
                    </a:cubicBezTo>
                    <a:cubicBezTo>
                      <a:pt x="16079" y="3"/>
                      <a:pt x="15977" y="127"/>
                      <a:pt x="15853" y="223"/>
                    </a:cubicBezTo>
                    <a:cubicBezTo>
                      <a:pt x="14938" y="957"/>
                      <a:pt x="13956" y="1613"/>
                      <a:pt x="12945" y="2211"/>
                    </a:cubicBezTo>
                    <a:cubicBezTo>
                      <a:pt x="11414" y="3115"/>
                      <a:pt x="9760" y="3764"/>
                      <a:pt x="8257" y="4713"/>
                    </a:cubicBezTo>
                    <a:cubicBezTo>
                      <a:pt x="6286" y="5955"/>
                      <a:pt x="4508" y="7587"/>
                      <a:pt x="3305" y="9598"/>
                    </a:cubicBezTo>
                    <a:cubicBezTo>
                      <a:pt x="2955" y="10180"/>
                      <a:pt x="2650" y="10801"/>
                      <a:pt x="2463" y="11456"/>
                    </a:cubicBezTo>
                    <a:cubicBezTo>
                      <a:pt x="2057" y="12935"/>
                      <a:pt x="1735" y="14438"/>
                      <a:pt x="1447" y="15945"/>
                    </a:cubicBezTo>
                    <a:cubicBezTo>
                      <a:pt x="859" y="19018"/>
                      <a:pt x="447" y="22124"/>
                      <a:pt x="193" y="25241"/>
                    </a:cubicBezTo>
                    <a:cubicBezTo>
                      <a:pt x="114" y="26190"/>
                      <a:pt x="52" y="27144"/>
                      <a:pt x="7" y="28098"/>
                    </a:cubicBezTo>
                    <a:cubicBezTo>
                      <a:pt x="1" y="28172"/>
                      <a:pt x="74" y="28240"/>
                      <a:pt x="148" y="28240"/>
                    </a:cubicBezTo>
                    <a:lnTo>
                      <a:pt x="39849" y="28240"/>
                    </a:lnTo>
                    <a:cubicBezTo>
                      <a:pt x="39922" y="28240"/>
                      <a:pt x="39990" y="28172"/>
                      <a:pt x="39990" y="28098"/>
                    </a:cubicBezTo>
                    <a:cubicBezTo>
                      <a:pt x="39820" y="24733"/>
                      <a:pt x="39465" y="21378"/>
                      <a:pt x="38922" y="18052"/>
                    </a:cubicBezTo>
                    <a:cubicBezTo>
                      <a:pt x="38601" y="16098"/>
                      <a:pt x="38217" y="14144"/>
                      <a:pt x="37731" y="12218"/>
                    </a:cubicBezTo>
                    <a:cubicBezTo>
                      <a:pt x="37652" y="11902"/>
                      <a:pt x="37567" y="11580"/>
                      <a:pt x="37471" y="11264"/>
                    </a:cubicBezTo>
                    <a:cubicBezTo>
                      <a:pt x="37398" y="10987"/>
                      <a:pt x="37273" y="10716"/>
                      <a:pt x="37155" y="10462"/>
                    </a:cubicBezTo>
                    <a:cubicBezTo>
                      <a:pt x="36833" y="9779"/>
                      <a:pt x="36426" y="9140"/>
                      <a:pt x="35980" y="8542"/>
                    </a:cubicBezTo>
                    <a:cubicBezTo>
                      <a:pt x="34309" y="6322"/>
                      <a:pt x="31993" y="4662"/>
                      <a:pt x="29497" y="3487"/>
                    </a:cubicBezTo>
                    <a:cubicBezTo>
                      <a:pt x="28012" y="2793"/>
                      <a:pt x="26589" y="1991"/>
                      <a:pt x="25239" y="1048"/>
                    </a:cubicBezTo>
                    <a:cubicBezTo>
                      <a:pt x="24866" y="782"/>
                      <a:pt x="24499" y="511"/>
                      <a:pt x="24138" y="223"/>
                    </a:cubicBezTo>
                    <a:cubicBezTo>
                      <a:pt x="24070" y="172"/>
                      <a:pt x="24002" y="110"/>
                      <a:pt x="23929" y="60"/>
                    </a:cubicBezTo>
                    <a:cubicBezTo>
                      <a:pt x="23863" y="9"/>
                      <a:pt x="23792" y="1"/>
                      <a:pt x="23716" y="1"/>
                    </a:cubicBezTo>
                    <a:cubicBezTo>
                      <a:pt x="23681" y="1"/>
                      <a:pt x="23644" y="3"/>
                      <a:pt x="23607" y="3"/>
                    </a:cubicBezTo>
                    <a:lnTo>
                      <a:pt x="17152" y="3"/>
                    </a:lnTo>
                    <a:cubicBezTo>
                      <a:pt x="16949" y="3"/>
                      <a:pt x="16745" y="1"/>
                      <a:pt x="16542"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919" name="Google Shape;919;p35"/>
            <p:cNvGrpSpPr/>
            <p:nvPr/>
          </p:nvGrpSpPr>
          <p:grpSpPr>
            <a:xfrm>
              <a:off x="7374073" y="2660034"/>
              <a:ext cx="1706673" cy="2172498"/>
              <a:chOff x="511450" y="3191125"/>
              <a:chExt cx="999750" cy="1272625"/>
            </a:xfrm>
          </p:grpSpPr>
          <p:sp>
            <p:nvSpPr>
              <p:cNvPr id="920" name="Google Shape;920;p35"/>
              <p:cNvSpPr/>
              <p:nvPr/>
            </p:nvSpPr>
            <p:spPr>
              <a:xfrm>
                <a:off x="511450" y="3757725"/>
                <a:ext cx="999750" cy="706025"/>
              </a:xfrm>
              <a:custGeom>
                <a:avLst/>
                <a:gdLst/>
                <a:ahLst/>
                <a:cxnLst/>
                <a:rect l="l" t="t" r="r" b="b"/>
                <a:pathLst>
                  <a:path w="39990" h="28241" extrusionOk="0">
                    <a:moveTo>
                      <a:pt x="23761" y="286"/>
                    </a:moveTo>
                    <a:cubicBezTo>
                      <a:pt x="24470" y="880"/>
                      <a:pt x="25239" y="1409"/>
                      <a:pt x="26018" y="1912"/>
                    </a:cubicBezTo>
                    <a:cubicBezTo>
                      <a:pt x="26831" y="2432"/>
                      <a:pt x="27667" y="2912"/>
                      <a:pt x="28531" y="3347"/>
                    </a:cubicBezTo>
                    <a:cubicBezTo>
                      <a:pt x="29417" y="3787"/>
                      <a:pt x="30315" y="4188"/>
                      <a:pt x="31168" y="4696"/>
                    </a:cubicBezTo>
                    <a:cubicBezTo>
                      <a:pt x="33393" y="6024"/>
                      <a:pt x="35426" y="7842"/>
                      <a:pt x="36668" y="10140"/>
                    </a:cubicBezTo>
                    <a:cubicBezTo>
                      <a:pt x="36877" y="10529"/>
                      <a:pt x="37080" y="10919"/>
                      <a:pt x="37199" y="11336"/>
                    </a:cubicBezTo>
                    <a:lnTo>
                      <a:pt x="37199" y="11336"/>
                    </a:lnTo>
                    <a:cubicBezTo>
                      <a:pt x="37199" y="11336"/>
                      <a:pt x="37199" y="11337"/>
                      <a:pt x="37199" y="11338"/>
                    </a:cubicBezTo>
                    <a:cubicBezTo>
                      <a:pt x="37199" y="11338"/>
                      <a:pt x="37199" y="11338"/>
                      <a:pt x="37199" y="11338"/>
                    </a:cubicBezTo>
                    <a:lnTo>
                      <a:pt x="37199" y="11338"/>
                    </a:lnTo>
                    <a:cubicBezTo>
                      <a:pt x="37199" y="11338"/>
                      <a:pt x="37200" y="11339"/>
                      <a:pt x="37200" y="11339"/>
                    </a:cubicBezTo>
                    <a:lnTo>
                      <a:pt x="37200" y="11339"/>
                    </a:lnTo>
                    <a:cubicBezTo>
                      <a:pt x="37482" y="12293"/>
                      <a:pt x="37696" y="13264"/>
                      <a:pt x="37905" y="14229"/>
                    </a:cubicBezTo>
                    <a:cubicBezTo>
                      <a:pt x="38470" y="16816"/>
                      <a:pt x="38888" y="19436"/>
                      <a:pt x="39198" y="22062"/>
                    </a:cubicBezTo>
                    <a:cubicBezTo>
                      <a:pt x="39430" y="24020"/>
                      <a:pt x="39597" y="25989"/>
                      <a:pt x="39694" y="27958"/>
                    </a:cubicBezTo>
                    <a:lnTo>
                      <a:pt x="295" y="27958"/>
                    </a:lnTo>
                    <a:cubicBezTo>
                      <a:pt x="479" y="24419"/>
                      <a:pt x="861" y="20886"/>
                      <a:pt x="1469" y="17392"/>
                    </a:cubicBezTo>
                    <a:cubicBezTo>
                      <a:pt x="1790" y="15517"/>
                      <a:pt x="2174" y="13647"/>
                      <a:pt x="2660" y="11806"/>
                    </a:cubicBezTo>
                    <a:cubicBezTo>
                      <a:pt x="2835" y="11163"/>
                      <a:pt x="3061" y="10598"/>
                      <a:pt x="3389" y="10011"/>
                    </a:cubicBezTo>
                    <a:cubicBezTo>
                      <a:pt x="4563" y="7910"/>
                      <a:pt x="6399" y="6216"/>
                      <a:pt x="8420" y="4945"/>
                    </a:cubicBezTo>
                    <a:cubicBezTo>
                      <a:pt x="9183" y="4465"/>
                      <a:pt x="9979" y="4041"/>
                      <a:pt x="10798" y="3663"/>
                    </a:cubicBezTo>
                    <a:cubicBezTo>
                      <a:pt x="11656" y="3262"/>
                      <a:pt x="12492" y="2816"/>
                      <a:pt x="13305" y="2330"/>
                    </a:cubicBezTo>
                    <a:cubicBezTo>
                      <a:pt x="14288" y="1732"/>
                      <a:pt x="15248" y="1082"/>
                      <a:pt x="16146" y="359"/>
                    </a:cubicBezTo>
                    <a:cubicBezTo>
                      <a:pt x="16172" y="333"/>
                      <a:pt x="16200" y="310"/>
                      <a:pt x="16229" y="286"/>
                    </a:cubicBezTo>
                    <a:close/>
                    <a:moveTo>
                      <a:pt x="16541" y="1"/>
                    </a:moveTo>
                    <a:cubicBezTo>
                      <a:pt x="16440" y="1"/>
                      <a:pt x="16338" y="2"/>
                      <a:pt x="16236" y="3"/>
                    </a:cubicBezTo>
                    <a:cubicBezTo>
                      <a:pt x="16078" y="9"/>
                      <a:pt x="15977" y="133"/>
                      <a:pt x="15852" y="229"/>
                    </a:cubicBezTo>
                    <a:cubicBezTo>
                      <a:pt x="14937" y="958"/>
                      <a:pt x="13955" y="1619"/>
                      <a:pt x="12944" y="2217"/>
                    </a:cubicBezTo>
                    <a:cubicBezTo>
                      <a:pt x="11414" y="3121"/>
                      <a:pt x="9753" y="3765"/>
                      <a:pt x="8251" y="4719"/>
                    </a:cubicBezTo>
                    <a:cubicBezTo>
                      <a:pt x="6286" y="5961"/>
                      <a:pt x="4501" y="7588"/>
                      <a:pt x="3304" y="9598"/>
                    </a:cubicBezTo>
                    <a:cubicBezTo>
                      <a:pt x="2954" y="10186"/>
                      <a:pt x="2643" y="10801"/>
                      <a:pt x="2463" y="11462"/>
                    </a:cubicBezTo>
                    <a:cubicBezTo>
                      <a:pt x="2056" y="12936"/>
                      <a:pt x="1734" y="14444"/>
                      <a:pt x="1446" y="15946"/>
                    </a:cubicBezTo>
                    <a:cubicBezTo>
                      <a:pt x="859" y="19018"/>
                      <a:pt x="446" y="22124"/>
                      <a:pt x="192" y="25241"/>
                    </a:cubicBezTo>
                    <a:cubicBezTo>
                      <a:pt x="113" y="26196"/>
                      <a:pt x="51" y="27145"/>
                      <a:pt x="6" y="28099"/>
                    </a:cubicBezTo>
                    <a:cubicBezTo>
                      <a:pt x="0" y="28178"/>
                      <a:pt x="74" y="28240"/>
                      <a:pt x="147" y="28240"/>
                    </a:cubicBezTo>
                    <a:lnTo>
                      <a:pt x="39842" y="28240"/>
                    </a:lnTo>
                    <a:cubicBezTo>
                      <a:pt x="39921" y="28240"/>
                      <a:pt x="39989" y="28178"/>
                      <a:pt x="39983" y="28099"/>
                    </a:cubicBezTo>
                    <a:cubicBezTo>
                      <a:pt x="39820" y="24739"/>
                      <a:pt x="39464" y="21384"/>
                      <a:pt x="38922" y="18058"/>
                    </a:cubicBezTo>
                    <a:cubicBezTo>
                      <a:pt x="38600" y="16098"/>
                      <a:pt x="38216" y="14150"/>
                      <a:pt x="37730" y="12224"/>
                    </a:cubicBezTo>
                    <a:cubicBezTo>
                      <a:pt x="37645" y="11902"/>
                      <a:pt x="37566" y="11580"/>
                      <a:pt x="37470" y="11264"/>
                    </a:cubicBezTo>
                    <a:cubicBezTo>
                      <a:pt x="37391" y="10988"/>
                      <a:pt x="37273" y="10722"/>
                      <a:pt x="37148" y="10462"/>
                    </a:cubicBezTo>
                    <a:cubicBezTo>
                      <a:pt x="36832" y="9785"/>
                      <a:pt x="36426" y="9146"/>
                      <a:pt x="35974" y="8542"/>
                    </a:cubicBezTo>
                    <a:cubicBezTo>
                      <a:pt x="34308" y="6323"/>
                      <a:pt x="31992" y="4663"/>
                      <a:pt x="29496" y="3494"/>
                    </a:cubicBezTo>
                    <a:cubicBezTo>
                      <a:pt x="28011" y="2793"/>
                      <a:pt x="26582" y="1991"/>
                      <a:pt x="25238" y="1048"/>
                    </a:cubicBezTo>
                    <a:cubicBezTo>
                      <a:pt x="24866" y="788"/>
                      <a:pt x="24493" y="517"/>
                      <a:pt x="24137" y="229"/>
                    </a:cubicBezTo>
                    <a:cubicBezTo>
                      <a:pt x="24069" y="173"/>
                      <a:pt x="24001" y="111"/>
                      <a:pt x="23928" y="60"/>
                    </a:cubicBezTo>
                    <a:cubicBezTo>
                      <a:pt x="23862" y="10"/>
                      <a:pt x="23791" y="2"/>
                      <a:pt x="23715" y="2"/>
                    </a:cubicBezTo>
                    <a:cubicBezTo>
                      <a:pt x="23680" y="2"/>
                      <a:pt x="23644" y="3"/>
                      <a:pt x="23606" y="3"/>
                    </a:cubicBezTo>
                    <a:lnTo>
                      <a:pt x="17151" y="3"/>
                    </a:lnTo>
                    <a:cubicBezTo>
                      <a:pt x="16948" y="3"/>
                      <a:pt x="16745" y="1"/>
                      <a:pt x="16541"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1" name="Google Shape;921;p35"/>
              <p:cNvSpPr/>
              <p:nvPr/>
            </p:nvSpPr>
            <p:spPr>
              <a:xfrm>
                <a:off x="916775" y="3306225"/>
                <a:ext cx="335625" cy="458650"/>
              </a:xfrm>
              <a:custGeom>
                <a:avLst/>
                <a:gdLst/>
                <a:ahLst/>
                <a:cxnLst/>
                <a:rect l="l" t="t" r="r" b="b"/>
                <a:pathLst>
                  <a:path w="13425" h="18346" extrusionOk="0">
                    <a:moveTo>
                      <a:pt x="10560" y="355"/>
                    </a:moveTo>
                    <a:cubicBezTo>
                      <a:pt x="11145" y="1137"/>
                      <a:pt x="11448" y="2090"/>
                      <a:pt x="11448" y="3064"/>
                    </a:cubicBezTo>
                    <a:cubicBezTo>
                      <a:pt x="11448" y="3635"/>
                      <a:pt x="11448" y="4205"/>
                      <a:pt x="11448" y="4775"/>
                    </a:cubicBezTo>
                    <a:cubicBezTo>
                      <a:pt x="11448" y="4979"/>
                      <a:pt x="11437" y="5182"/>
                      <a:pt x="11448" y="5385"/>
                    </a:cubicBezTo>
                    <a:cubicBezTo>
                      <a:pt x="11454" y="5464"/>
                      <a:pt x="11487" y="5493"/>
                      <a:pt x="11544" y="5538"/>
                    </a:cubicBezTo>
                    <a:cubicBezTo>
                      <a:pt x="11634" y="5605"/>
                      <a:pt x="11725" y="5679"/>
                      <a:pt x="11809" y="5747"/>
                    </a:cubicBezTo>
                    <a:cubicBezTo>
                      <a:pt x="12075" y="5956"/>
                      <a:pt x="12335" y="6159"/>
                      <a:pt x="12594" y="6368"/>
                    </a:cubicBezTo>
                    <a:cubicBezTo>
                      <a:pt x="12758" y="6498"/>
                      <a:pt x="12984" y="6628"/>
                      <a:pt x="13046" y="6842"/>
                    </a:cubicBezTo>
                    <a:cubicBezTo>
                      <a:pt x="13097" y="7023"/>
                      <a:pt x="13024" y="7215"/>
                      <a:pt x="12888" y="7339"/>
                    </a:cubicBezTo>
                    <a:cubicBezTo>
                      <a:pt x="12764" y="7452"/>
                      <a:pt x="12600" y="7486"/>
                      <a:pt x="12436" y="7486"/>
                    </a:cubicBezTo>
                    <a:lnTo>
                      <a:pt x="11567" y="7486"/>
                    </a:lnTo>
                    <a:cubicBezTo>
                      <a:pt x="11487" y="7486"/>
                      <a:pt x="11431" y="7554"/>
                      <a:pt x="11425" y="7627"/>
                    </a:cubicBezTo>
                    <a:cubicBezTo>
                      <a:pt x="11267" y="9400"/>
                      <a:pt x="10302" y="11044"/>
                      <a:pt x="8833" y="12043"/>
                    </a:cubicBezTo>
                    <a:cubicBezTo>
                      <a:pt x="8421" y="12320"/>
                      <a:pt x="7975" y="12552"/>
                      <a:pt x="7506" y="12721"/>
                    </a:cubicBezTo>
                    <a:cubicBezTo>
                      <a:pt x="7450" y="12744"/>
                      <a:pt x="7404" y="12789"/>
                      <a:pt x="7404" y="12857"/>
                    </a:cubicBezTo>
                    <a:lnTo>
                      <a:pt x="7404" y="14664"/>
                    </a:lnTo>
                    <a:lnTo>
                      <a:pt x="7404" y="17550"/>
                    </a:lnTo>
                    <a:lnTo>
                      <a:pt x="7404" y="18063"/>
                    </a:lnTo>
                    <a:lnTo>
                      <a:pt x="283" y="18063"/>
                    </a:lnTo>
                    <a:lnTo>
                      <a:pt x="283" y="16522"/>
                    </a:lnTo>
                    <a:lnTo>
                      <a:pt x="283" y="13834"/>
                    </a:lnTo>
                    <a:lnTo>
                      <a:pt x="283" y="13218"/>
                    </a:lnTo>
                    <a:lnTo>
                      <a:pt x="283" y="11563"/>
                    </a:lnTo>
                    <a:lnTo>
                      <a:pt x="283" y="10643"/>
                    </a:lnTo>
                    <a:lnTo>
                      <a:pt x="283" y="8480"/>
                    </a:lnTo>
                    <a:lnTo>
                      <a:pt x="283" y="6221"/>
                    </a:lnTo>
                    <a:lnTo>
                      <a:pt x="283" y="5425"/>
                    </a:lnTo>
                    <a:cubicBezTo>
                      <a:pt x="283" y="5353"/>
                      <a:pt x="288" y="5278"/>
                      <a:pt x="290" y="5204"/>
                    </a:cubicBezTo>
                    <a:lnTo>
                      <a:pt x="290" y="5204"/>
                    </a:lnTo>
                    <a:cubicBezTo>
                      <a:pt x="583" y="5290"/>
                      <a:pt x="878" y="5370"/>
                      <a:pt x="1175" y="5430"/>
                    </a:cubicBezTo>
                    <a:cubicBezTo>
                      <a:pt x="1435" y="5487"/>
                      <a:pt x="1712" y="5543"/>
                      <a:pt x="1983" y="5543"/>
                    </a:cubicBezTo>
                    <a:cubicBezTo>
                      <a:pt x="2056" y="5543"/>
                      <a:pt x="2119" y="5476"/>
                      <a:pt x="2124" y="5402"/>
                    </a:cubicBezTo>
                    <a:cubicBezTo>
                      <a:pt x="2135" y="4933"/>
                      <a:pt x="2152" y="4465"/>
                      <a:pt x="2164" y="4002"/>
                    </a:cubicBezTo>
                    <a:cubicBezTo>
                      <a:pt x="2192" y="3262"/>
                      <a:pt x="2215" y="2516"/>
                      <a:pt x="2237" y="1777"/>
                    </a:cubicBezTo>
                    <a:cubicBezTo>
                      <a:pt x="2241" y="1658"/>
                      <a:pt x="2245" y="1536"/>
                      <a:pt x="2249" y="1416"/>
                    </a:cubicBezTo>
                    <a:lnTo>
                      <a:pt x="2249" y="1416"/>
                    </a:lnTo>
                    <a:cubicBezTo>
                      <a:pt x="3183" y="1496"/>
                      <a:pt x="4132" y="1554"/>
                      <a:pt x="5078" y="1554"/>
                    </a:cubicBezTo>
                    <a:cubicBezTo>
                      <a:pt x="6103" y="1554"/>
                      <a:pt x="7126" y="1486"/>
                      <a:pt x="8127" y="1302"/>
                    </a:cubicBezTo>
                    <a:cubicBezTo>
                      <a:pt x="8907" y="1161"/>
                      <a:pt x="9754" y="952"/>
                      <a:pt x="10403" y="478"/>
                    </a:cubicBezTo>
                    <a:cubicBezTo>
                      <a:pt x="10458" y="440"/>
                      <a:pt x="10509" y="399"/>
                      <a:pt x="10560" y="355"/>
                    </a:cubicBezTo>
                    <a:close/>
                    <a:moveTo>
                      <a:pt x="10570" y="1"/>
                    </a:moveTo>
                    <a:cubicBezTo>
                      <a:pt x="10532" y="1"/>
                      <a:pt x="10494" y="15"/>
                      <a:pt x="10471" y="43"/>
                    </a:cubicBezTo>
                    <a:cubicBezTo>
                      <a:pt x="10463" y="52"/>
                      <a:pt x="10457" y="59"/>
                      <a:pt x="10453" y="65"/>
                    </a:cubicBezTo>
                    <a:lnTo>
                      <a:pt x="10453" y="65"/>
                    </a:lnTo>
                    <a:cubicBezTo>
                      <a:pt x="10457" y="60"/>
                      <a:pt x="10460" y="55"/>
                      <a:pt x="10460" y="55"/>
                    </a:cubicBezTo>
                    <a:cubicBezTo>
                      <a:pt x="10459" y="55"/>
                      <a:pt x="10457" y="56"/>
                      <a:pt x="10454" y="60"/>
                    </a:cubicBezTo>
                    <a:cubicBezTo>
                      <a:pt x="10443" y="71"/>
                      <a:pt x="10431" y="82"/>
                      <a:pt x="10420" y="94"/>
                    </a:cubicBezTo>
                    <a:cubicBezTo>
                      <a:pt x="10381" y="138"/>
                      <a:pt x="10332" y="177"/>
                      <a:pt x="10287" y="216"/>
                    </a:cubicBezTo>
                    <a:lnTo>
                      <a:pt x="10287" y="216"/>
                    </a:lnTo>
                    <a:cubicBezTo>
                      <a:pt x="10276" y="224"/>
                      <a:pt x="10261" y="236"/>
                      <a:pt x="10256" y="241"/>
                    </a:cubicBezTo>
                    <a:cubicBezTo>
                      <a:pt x="10234" y="252"/>
                      <a:pt x="10217" y="263"/>
                      <a:pt x="10194" y="280"/>
                    </a:cubicBezTo>
                    <a:cubicBezTo>
                      <a:pt x="10149" y="314"/>
                      <a:pt x="10098" y="342"/>
                      <a:pt x="10047" y="376"/>
                    </a:cubicBezTo>
                    <a:cubicBezTo>
                      <a:pt x="9912" y="449"/>
                      <a:pt x="9771" y="517"/>
                      <a:pt x="9630" y="579"/>
                    </a:cubicBezTo>
                    <a:cubicBezTo>
                      <a:pt x="9596" y="596"/>
                      <a:pt x="9584" y="602"/>
                      <a:pt x="9528" y="625"/>
                    </a:cubicBezTo>
                    <a:cubicBezTo>
                      <a:pt x="9477" y="641"/>
                      <a:pt x="9426" y="664"/>
                      <a:pt x="9381" y="681"/>
                    </a:cubicBezTo>
                    <a:cubicBezTo>
                      <a:pt x="9274" y="721"/>
                      <a:pt x="9172" y="754"/>
                      <a:pt x="9065" y="788"/>
                    </a:cubicBezTo>
                    <a:cubicBezTo>
                      <a:pt x="8805" y="867"/>
                      <a:pt x="8540" y="930"/>
                      <a:pt x="8280" y="986"/>
                    </a:cubicBezTo>
                    <a:cubicBezTo>
                      <a:pt x="7534" y="1138"/>
                      <a:pt x="6772" y="1212"/>
                      <a:pt x="6015" y="1240"/>
                    </a:cubicBezTo>
                    <a:cubicBezTo>
                      <a:pt x="5681" y="1255"/>
                      <a:pt x="5347" y="1261"/>
                      <a:pt x="5012" y="1261"/>
                    </a:cubicBezTo>
                    <a:cubicBezTo>
                      <a:pt x="4044" y="1261"/>
                      <a:pt x="3074" y="1205"/>
                      <a:pt x="2113" y="1122"/>
                    </a:cubicBezTo>
                    <a:cubicBezTo>
                      <a:pt x="2108" y="1121"/>
                      <a:pt x="2103" y="1120"/>
                      <a:pt x="2098" y="1120"/>
                    </a:cubicBezTo>
                    <a:cubicBezTo>
                      <a:pt x="2026" y="1120"/>
                      <a:pt x="1972" y="1194"/>
                      <a:pt x="1972" y="1263"/>
                    </a:cubicBezTo>
                    <a:cubicBezTo>
                      <a:pt x="1955" y="1726"/>
                      <a:pt x="1943" y="2195"/>
                      <a:pt x="1927" y="2663"/>
                    </a:cubicBezTo>
                    <a:cubicBezTo>
                      <a:pt x="1904" y="3403"/>
                      <a:pt x="1881" y="4143"/>
                      <a:pt x="1859" y="4888"/>
                    </a:cubicBezTo>
                    <a:lnTo>
                      <a:pt x="1847" y="5256"/>
                    </a:lnTo>
                    <a:lnTo>
                      <a:pt x="1847" y="5256"/>
                    </a:lnTo>
                    <a:cubicBezTo>
                      <a:pt x="1632" y="5241"/>
                      <a:pt x="1419" y="5196"/>
                      <a:pt x="1209" y="5154"/>
                    </a:cubicBezTo>
                    <a:cubicBezTo>
                      <a:pt x="859" y="5075"/>
                      <a:pt x="520" y="4979"/>
                      <a:pt x="182" y="4871"/>
                    </a:cubicBezTo>
                    <a:cubicBezTo>
                      <a:pt x="169" y="4867"/>
                      <a:pt x="156" y="4866"/>
                      <a:pt x="144" y="4866"/>
                    </a:cubicBezTo>
                    <a:cubicBezTo>
                      <a:pt x="67" y="4866"/>
                      <a:pt x="1" y="4934"/>
                      <a:pt x="1" y="5007"/>
                    </a:cubicBezTo>
                    <a:lnTo>
                      <a:pt x="1" y="5995"/>
                    </a:lnTo>
                    <a:lnTo>
                      <a:pt x="1" y="8186"/>
                    </a:lnTo>
                    <a:lnTo>
                      <a:pt x="1" y="10423"/>
                    </a:lnTo>
                    <a:lnTo>
                      <a:pt x="1" y="11546"/>
                    </a:lnTo>
                    <a:lnTo>
                      <a:pt x="1" y="13150"/>
                    </a:lnTo>
                    <a:lnTo>
                      <a:pt x="1" y="13218"/>
                    </a:lnTo>
                    <a:lnTo>
                      <a:pt x="1" y="14907"/>
                    </a:lnTo>
                    <a:lnTo>
                      <a:pt x="1" y="17589"/>
                    </a:lnTo>
                    <a:lnTo>
                      <a:pt x="1" y="18205"/>
                    </a:lnTo>
                    <a:cubicBezTo>
                      <a:pt x="1" y="18284"/>
                      <a:pt x="63" y="18346"/>
                      <a:pt x="142" y="18346"/>
                    </a:cubicBezTo>
                    <a:lnTo>
                      <a:pt x="7546" y="18346"/>
                    </a:lnTo>
                    <a:cubicBezTo>
                      <a:pt x="7575" y="18346"/>
                      <a:pt x="7600" y="18338"/>
                      <a:pt x="7620" y="18326"/>
                    </a:cubicBezTo>
                    <a:lnTo>
                      <a:pt x="7620" y="18326"/>
                    </a:lnTo>
                    <a:cubicBezTo>
                      <a:pt x="7659" y="18304"/>
                      <a:pt x="7687" y="18264"/>
                      <a:pt x="7687" y="18205"/>
                    </a:cubicBezTo>
                    <a:lnTo>
                      <a:pt x="7687" y="16398"/>
                    </a:lnTo>
                    <a:lnTo>
                      <a:pt x="7687" y="13517"/>
                    </a:lnTo>
                    <a:lnTo>
                      <a:pt x="7687" y="12954"/>
                    </a:lnTo>
                    <a:lnTo>
                      <a:pt x="7687" y="12954"/>
                    </a:lnTo>
                    <a:cubicBezTo>
                      <a:pt x="9390" y="12299"/>
                      <a:pt x="10754" y="10919"/>
                      <a:pt x="11369" y="9197"/>
                    </a:cubicBezTo>
                    <a:cubicBezTo>
                      <a:pt x="11534" y="8734"/>
                      <a:pt x="11642" y="8256"/>
                      <a:pt x="11694" y="7768"/>
                    </a:cubicBezTo>
                    <a:lnTo>
                      <a:pt x="12402" y="7768"/>
                    </a:lnTo>
                    <a:cubicBezTo>
                      <a:pt x="12781" y="7768"/>
                      <a:pt x="13137" y="7616"/>
                      <a:pt x="13283" y="7249"/>
                    </a:cubicBezTo>
                    <a:cubicBezTo>
                      <a:pt x="13425" y="6916"/>
                      <a:pt x="13295" y="6566"/>
                      <a:pt x="13018" y="6345"/>
                    </a:cubicBezTo>
                    <a:cubicBezTo>
                      <a:pt x="12786" y="6165"/>
                      <a:pt x="12555" y="5984"/>
                      <a:pt x="12323" y="5797"/>
                    </a:cubicBezTo>
                    <a:cubicBezTo>
                      <a:pt x="12127" y="5639"/>
                      <a:pt x="11927" y="5485"/>
                      <a:pt x="11730" y="5327"/>
                    </a:cubicBezTo>
                    <a:lnTo>
                      <a:pt x="11730" y="5327"/>
                    </a:lnTo>
                    <a:lnTo>
                      <a:pt x="11730" y="3838"/>
                    </a:lnTo>
                    <a:cubicBezTo>
                      <a:pt x="11730" y="3143"/>
                      <a:pt x="11753" y="2460"/>
                      <a:pt x="11567" y="1777"/>
                    </a:cubicBezTo>
                    <a:cubicBezTo>
                      <a:pt x="11391" y="1144"/>
                      <a:pt x="11081" y="557"/>
                      <a:pt x="10669" y="43"/>
                    </a:cubicBezTo>
                    <a:cubicBezTo>
                      <a:pt x="10646" y="15"/>
                      <a:pt x="10608" y="1"/>
                      <a:pt x="10570"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2" name="Google Shape;922;p35"/>
              <p:cNvSpPr/>
              <p:nvPr/>
            </p:nvSpPr>
            <p:spPr>
              <a:xfrm>
                <a:off x="748200" y="3191125"/>
                <a:ext cx="458600" cy="407500"/>
              </a:xfrm>
              <a:custGeom>
                <a:avLst/>
                <a:gdLst/>
                <a:ahLst/>
                <a:cxnLst/>
                <a:rect l="l" t="t" r="r" b="b"/>
                <a:pathLst>
                  <a:path w="18344" h="16300" extrusionOk="0">
                    <a:moveTo>
                      <a:pt x="17197" y="4664"/>
                    </a:moveTo>
                    <a:cubicBezTo>
                      <a:pt x="17188" y="4677"/>
                      <a:pt x="17183" y="4681"/>
                      <a:pt x="17183" y="4681"/>
                    </a:cubicBezTo>
                    <a:cubicBezTo>
                      <a:pt x="17182" y="4681"/>
                      <a:pt x="17188" y="4673"/>
                      <a:pt x="17197" y="4664"/>
                    </a:cubicBezTo>
                    <a:close/>
                    <a:moveTo>
                      <a:pt x="17035" y="4812"/>
                    </a:moveTo>
                    <a:cubicBezTo>
                      <a:pt x="17033" y="4813"/>
                      <a:pt x="17031" y="4814"/>
                      <a:pt x="17028" y="4816"/>
                    </a:cubicBezTo>
                    <a:cubicBezTo>
                      <a:pt x="17030" y="4815"/>
                      <a:pt x="17033" y="4814"/>
                      <a:pt x="17035" y="4812"/>
                    </a:cubicBezTo>
                    <a:close/>
                    <a:moveTo>
                      <a:pt x="8794" y="286"/>
                    </a:moveTo>
                    <a:cubicBezTo>
                      <a:pt x="8833" y="286"/>
                      <a:pt x="8873" y="287"/>
                      <a:pt x="8912" y="287"/>
                    </a:cubicBezTo>
                    <a:cubicBezTo>
                      <a:pt x="9720" y="293"/>
                      <a:pt x="10544" y="394"/>
                      <a:pt x="11307" y="660"/>
                    </a:cubicBezTo>
                    <a:cubicBezTo>
                      <a:pt x="11561" y="750"/>
                      <a:pt x="11815" y="858"/>
                      <a:pt x="12030" y="1021"/>
                    </a:cubicBezTo>
                    <a:cubicBezTo>
                      <a:pt x="12346" y="1258"/>
                      <a:pt x="12685" y="1456"/>
                      <a:pt x="13063" y="1580"/>
                    </a:cubicBezTo>
                    <a:cubicBezTo>
                      <a:pt x="13442" y="1705"/>
                      <a:pt x="13843" y="1750"/>
                      <a:pt x="14238" y="1784"/>
                    </a:cubicBezTo>
                    <a:cubicBezTo>
                      <a:pt x="14769" y="1829"/>
                      <a:pt x="15300" y="1846"/>
                      <a:pt x="15830" y="1885"/>
                    </a:cubicBezTo>
                    <a:cubicBezTo>
                      <a:pt x="16175" y="1908"/>
                      <a:pt x="16519" y="1936"/>
                      <a:pt x="16857" y="1970"/>
                    </a:cubicBezTo>
                    <a:lnTo>
                      <a:pt x="16857" y="1970"/>
                    </a:lnTo>
                    <a:cubicBezTo>
                      <a:pt x="16857" y="1970"/>
                      <a:pt x="16858" y="1970"/>
                      <a:pt x="16858" y="1970"/>
                    </a:cubicBezTo>
                    <a:cubicBezTo>
                      <a:pt x="17304" y="2015"/>
                      <a:pt x="17863" y="2162"/>
                      <a:pt x="17988" y="2636"/>
                    </a:cubicBezTo>
                    <a:cubicBezTo>
                      <a:pt x="18089" y="2992"/>
                      <a:pt x="17942" y="3404"/>
                      <a:pt x="17784" y="3738"/>
                    </a:cubicBezTo>
                    <a:cubicBezTo>
                      <a:pt x="17638" y="4037"/>
                      <a:pt x="17457" y="4319"/>
                      <a:pt x="17259" y="4590"/>
                    </a:cubicBezTo>
                    <a:cubicBezTo>
                      <a:pt x="17253" y="4596"/>
                      <a:pt x="17242" y="4607"/>
                      <a:pt x="17237" y="4613"/>
                    </a:cubicBezTo>
                    <a:cubicBezTo>
                      <a:pt x="17235" y="4616"/>
                      <a:pt x="17234" y="4617"/>
                      <a:pt x="17234" y="4617"/>
                    </a:cubicBezTo>
                    <a:cubicBezTo>
                      <a:pt x="17235" y="4617"/>
                      <a:pt x="17245" y="4603"/>
                      <a:pt x="17247" y="4603"/>
                    </a:cubicBezTo>
                    <a:cubicBezTo>
                      <a:pt x="17247" y="4603"/>
                      <a:pt x="17246" y="4606"/>
                      <a:pt x="17242" y="4613"/>
                    </a:cubicBezTo>
                    <a:cubicBezTo>
                      <a:pt x="17231" y="4624"/>
                      <a:pt x="17225" y="4636"/>
                      <a:pt x="17214" y="4641"/>
                    </a:cubicBezTo>
                    <a:cubicBezTo>
                      <a:pt x="17207" y="4650"/>
                      <a:pt x="17202" y="4658"/>
                      <a:pt x="17197" y="4664"/>
                    </a:cubicBezTo>
                    <a:lnTo>
                      <a:pt x="17197" y="4664"/>
                    </a:lnTo>
                    <a:cubicBezTo>
                      <a:pt x="17183" y="4679"/>
                      <a:pt x="17173" y="4693"/>
                      <a:pt x="17157" y="4703"/>
                    </a:cubicBezTo>
                    <a:cubicBezTo>
                      <a:pt x="17129" y="4737"/>
                      <a:pt x="17095" y="4765"/>
                      <a:pt x="17061" y="4794"/>
                    </a:cubicBezTo>
                    <a:cubicBezTo>
                      <a:pt x="17053" y="4798"/>
                      <a:pt x="17044" y="4806"/>
                      <a:pt x="17035" y="4812"/>
                    </a:cubicBezTo>
                    <a:lnTo>
                      <a:pt x="17035" y="4812"/>
                    </a:lnTo>
                    <a:cubicBezTo>
                      <a:pt x="17040" y="4809"/>
                      <a:pt x="17042" y="4808"/>
                      <a:pt x="17042" y="4808"/>
                    </a:cubicBezTo>
                    <a:cubicBezTo>
                      <a:pt x="17043" y="4808"/>
                      <a:pt x="17031" y="4817"/>
                      <a:pt x="17016" y="4828"/>
                    </a:cubicBezTo>
                    <a:cubicBezTo>
                      <a:pt x="16988" y="4850"/>
                      <a:pt x="16960" y="4873"/>
                      <a:pt x="16926" y="4890"/>
                    </a:cubicBezTo>
                    <a:cubicBezTo>
                      <a:pt x="16751" y="5008"/>
                      <a:pt x="16565" y="5104"/>
                      <a:pt x="16373" y="5183"/>
                    </a:cubicBezTo>
                    <a:cubicBezTo>
                      <a:pt x="16339" y="5200"/>
                      <a:pt x="16350" y="5195"/>
                      <a:pt x="16299" y="5217"/>
                    </a:cubicBezTo>
                    <a:cubicBezTo>
                      <a:pt x="16265" y="5229"/>
                      <a:pt x="16231" y="5245"/>
                      <a:pt x="16197" y="5257"/>
                    </a:cubicBezTo>
                    <a:cubicBezTo>
                      <a:pt x="16124" y="5285"/>
                      <a:pt x="16051" y="5313"/>
                      <a:pt x="15972" y="5336"/>
                    </a:cubicBezTo>
                    <a:cubicBezTo>
                      <a:pt x="15802" y="5392"/>
                      <a:pt x="15627" y="5443"/>
                      <a:pt x="15452" y="5488"/>
                    </a:cubicBezTo>
                    <a:cubicBezTo>
                      <a:pt x="15000" y="5607"/>
                      <a:pt x="14537" y="5686"/>
                      <a:pt x="14074" y="5742"/>
                    </a:cubicBezTo>
                    <a:cubicBezTo>
                      <a:pt x="13324" y="5834"/>
                      <a:pt x="12567" y="5870"/>
                      <a:pt x="11809" y="5870"/>
                    </a:cubicBezTo>
                    <a:cubicBezTo>
                      <a:pt x="11066" y="5870"/>
                      <a:pt x="10323" y="5835"/>
                      <a:pt x="9584" y="5782"/>
                    </a:cubicBezTo>
                    <a:cubicBezTo>
                      <a:pt x="9342" y="5765"/>
                      <a:pt x="9099" y="5748"/>
                      <a:pt x="8856" y="5726"/>
                    </a:cubicBezTo>
                    <a:cubicBezTo>
                      <a:pt x="8851" y="5725"/>
                      <a:pt x="8846" y="5724"/>
                      <a:pt x="8841" y="5724"/>
                    </a:cubicBezTo>
                    <a:cubicBezTo>
                      <a:pt x="8769" y="5724"/>
                      <a:pt x="8715" y="5798"/>
                      <a:pt x="8715" y="5867"/>
                    </a:cubicBezTo>
                    <a:cubicBezTo>
                      <a:pt x="8698" y="6330"/>
                      <a:pt x="8686" y="6799"/>
                      <a:pt x="8670" y="7267"/>
                    </a:cubicBezTo>
                    <a:cubicBezTo>
                      <a:pt x="8647" y="8007"/>
                      <a:pt x="8624" y="8747"/>
                      <a:pt x="8602" y="9492"/>
                    </a:cubicBezTo>
                    <a:lnTo>
                      <a:pt x="8590" y="9860"/>
                    </a:lnTo>
                    <a:lnTo>
                      <a:pt x="8590" y="9860"/>
                    </a:lnTo>
                    <a:cubicBezTo>
                      <a:pt x="8375" y="9845"/>
                      <a:pt x="8162" y="9800"/>
                      <a:pt x="7952" y="9758"/>
                    </a:cubicBezTo>
                    <a:cubicBezTo>
                      <a:pt x="7602" y="9679"/>
                      <a:pt x="7263" y="9583"/>
                      <a:pt x="6925" y="9475"/>
                    </a:cubicBezTo>
                    <a:cubicBezTo>
                      <a:pt x="6912" y="9471"/>
                      <a:pt x="6899" y="9470"/>
                      <a:pt x="6887" y="9470"/>
                    </a:cubicBezTo>
                    <a:cubicBezTo>
                      <a:pt x="6810" y="9470"/>
                      <a:pt x="6744" y="9538"/>
                      <a:pt x="6744" y="9611"/>
                    </a:cubicBezTo>
                    <a:lnTo>
                      <a:pt x="6744" y="11825"/>
                    </a:lnTo>
                    <a:lnTo>
                      <a:pt x="6744" y="15343"/>
                    </a:lnTo>
                    <a:lnTo>
                      <a:pt x="6744" y="15939"/>
                    </a:lnTo>
                    <a:lnTo>
                      <a:pt x="6744" y="15939"/>
                    </a:lnTo>
                    <a:cubicBezTo>
                      <a:pt x="6623" y="15884"/>
                      <a:pt x="6505" y="15824"/>
                      <a:pt x="6388" y="15761"/>
                    </a:cubicBezTo>
                    <a:cubicBezTo>
                      <a:pt x="5936" y="15512"/>
                      <a:pt x="5501" y="15219"/>
                      <a:pt x="5100" y="14891"/>
                    </a:cubicBezTo>
                    <a:cubicBezTo>
                      <a:pt x="5090" y="14883"/>
                      <a:pt x="5079" y="14876"/>
                      <a:pt x="5067" y="14871"/>
                    </a:cubicBezTo>
                    <a:lnTo>
                      <a:pt x="5067" y="14871"/>
                    </a:lnTo>
                    <a:cubicBezTo>
                      <a:pt x="5069" y="14870"/>
                      <a:pt x="5071" y="14869"/>
                      <a:pt x="5072" y="14869"/>
                    </a:cubicBezTo>
                    <a:cubicBezTo>
                      <a:pt x="4767" y="14682"/>
                      <a:pt x="4479" y="14473"/>
                      <a:pt x="4214" y="14242"/>
                    </a:cubicBezTo>
                    <a:cubicBezTo>
                      <a:pt x="4084" y="14129"/>
                      <a:pt x="3954" y="14004"/>
                      <a:pt x="3830" y="13880"/>
                    </a:cubicBezTo>
                    <a:cubicBezTo>
                      <a:pt x="3773" y="13824"/>
                      <a:pt x="3722" y="13756"/>
                      <a:pt x="3660" y="13705"/>
                    </a:cubicBezTo>
                    <a:cubicBezTo>
                      <a:pt x="3615" y="13660"/>
                      <a:pt x="3553" y="13632"/>
                      <a:pt x="3502" y="13598"/>
                    </a:cubicBezTo>
                    <a:cubicBezTo>
                      <a:pt x="3096" y="13344"/>
                      <a:pt x="2740" y="13011"/>
                      <a:pt x="2429" y="12649"/>
                    </a:cubicBezTo>
                    <a:cubicBezTo>
                      <a:pt x="1723" y="11836"/>
                      <a:pt x="1204" y="10853"/>
                      <a:pt x="854" y="9842"/>
                    </a:cubicBezTo>
                    <a:cubicBezTo>
                      <a:pt x="526" y="8894"/>
                      <a:pt x="317" y="7860"/>
                      <a:pt x="436" y="6861"/>
                    </a:cubicBezTo>
                    <a:cubicBezTo>
                      <a:pt x="492" y="6381"/>
                      <a:pt x="650" y="5912"/>
                      <a:pt x="893" y="5500"/>
                    </a:cubicBezTo>
                    <a:cubicBezTo>
                      <a:pt x="1108" y="5133"/>
                      <a:pt x="1407" y="4839"/>
                      <a:pt x="1752" y="4590"/>
                    </a:cubicBezTo>
                    <a:cubicBezTo>
                      <a:pt x="2113" y="4336"/>
                      <a:pt x="2497" y="4116"/>
                      <a:pt x="2853" y="3851"/>
                    </a:cubicBezTo>
                    <a:cubicBezTo>
                      <a:pt x="3327" y="3495"/>
                      <a:pt x="3745" y="3077"/>
                      <a:pt x="4101" y="2603"/>
                    </a:cubicBezTo>
                    <a:cubicBezTo>
                      <a:pt x="4287" y="2360"/>
                      <a:pt x="4434" y="2094"/>
                      <a:pt x="4626" y="1857"/>
                    </a:cubicBezTo>
                    <a:cubicBezTo>
                      <a:pt x="4762" y="1688"/>
                      <a:pt x="4914" y="1530"/>
                      <a:pt x="5083" y="1388"/>
                    </a:cubicBezTo>
                    <a:cubicBezTo>
                      <a:pt x="5411" y="1112"/>
                      <a:pt x="5795" y="897"/>
                      <a:pt x="6196" y="733"/>
                    </a:cubicBezTo>
                    <a:cubicBezTo>
                      <a:pt x="7018" y="409"/>
                      <a:pt x="7912" y="286"/>
                      <a:pt x="8794" y="286"/>
                    </a:cubicBezTo>
                    <a:close/>
                    <a:moveTo>
                      <a:pt x="8785" y="0"/>
                    </a:moveTo>
                    <a:cubicBezTo>
                      <a:pt x="8056" y="0"/>
                      <a:pt x="7319" y="87"/>
                      <a:pt x="6620" y="293"/>
                    </a:cubicBezTo>
                    <a:cubicBezTo>
                      <a:pt x="5739" y="553"/>
                      <a:pt x="4908" y="1016"/>
                      <a:pt x="4349" y="1755"/>
                    </a:cubicBezTo>
                    <a:cubicBezTo>
                      <a:pt x="4152" y="2015"/>
                      <a:pt x="3988" y="2303"/>
                      <a:pt x="3779" y="2557"/>
                    </a:cubicBezTo>
                    <a:cubicBezTo>
                      <a:pt x="3581" y="2806"/>
                      <a:pt x="3367" y="3037"/>
                      <a:pt x="3135" y="3252"/>
                    </a:cubicBezTo>
                    <a:cubicBezTo>
                      <a:pt x="2774" y="3585"/>
                      <a:pt x="2367" y="3851"/>
                      <a:pt x="1955" y="4116"/>
                    </a:cubicBezTo>
                    <a:cubicBezTo>
                      <a:pt x="1599" y="4348"/>
                      <a:pt x="1243" y="4590"/>
                      <a:pt x="967" y="4912"/>
                    </a:cubicBezTo>
                    <a:cubicBezTo>
                      <a:pt x="628" y="5302"/>
                      <a:pt x="402" y="5776"/>
                      <a:pt x="266" y="6268"/>
                    </a:cubicBezTo>
                    <a:cubicBezTo>
                      <a:pt x="1" y="7222"/>
                      <a:pt x="125" y="8267"/>
                      <a:pt x="368" y="9210"/>
                    </a:cubicBezTo>
                    <a:cubicBezTo>
                      <a:pt x="645" y="10283"/>
                      <a:pt x="1108" y="11316"/>
                      <a:pt x="1746" y="12226"/>
                    </a:cubicBezTo>
                    <a:cubicBezTo>
                      <a:pt x="2040" y="12649"/>
                      <a:pt x="2378" y="13056"/>
                      <a:pt x="2768" y="13400"/>
                    </a:cubicBezTo>
                    <a:cubicBezTo>
                      <a:pt x="2949" y="13558"/>
                      <a:pt x="3141" y="13705"/>
                      <a:pt x="3344" y="13835"/>
                    </a:cubicBezTo>
                    <a:cubicBezTo>
                      <a:pt x="3395" y="13869"/>
                      <a:pt x="3446" y="13897"/>
                      <a:pt x="3491" y="13931"/>
                    </a:cubicBezTo>
                    <a:cubicBezTo>
                      <a:pt x="3559" y="13993"/>
                      <a:pt x="3621" y="14072"/>
                      <a:pt x="3689" y="14134"/>
                    </a:cubicBezTo>
                    <a:cubicBezTo>
                      <a:pt x="3813" y="14259"/>
                      <a:pt x="3943" y="14383"/>
                      <a:pt x="4078" y="14496"/>
                    </a:cubicBezTo>
                    <a:cubicBezTo>
                      <a:pt x="4343" y="14721"/>
                      <a:pt x="4630" y="14930"/>
                      <a:pt x="4929" y="15110"/>
                    </a:cubicBezTo>
                    <a:lnTo>
                      <a:pt x="4929" y="15110"/>
                    </a:lnTo>
                    <a:cubicBezTo>
                      <a:pt x="5509" y="15582"/>
                      <a:pt x="6150" y="16019"/>
                      <a:pt x="6845" y="16292"/>
                    </a:cubicBezTo>
                    <a:cubicBezTo>
                      <a:pt x="6859" y="16297"/>
                      <a:pt x="6873" y="16299"/>
                      <a:pt x="6887" y="16299"/>
                    </a:cubicBezTo>
                    <a:cubicBezTo>
                      <a:pt x="6962" y="16299"/>
                      <a:pt x="7026" y="16228"/>
                      <a:pt x="7026" y="16156"/>
                    </a:cubicBezTo>
                    <a:lnTo>
                      <a:pt x="7026" y="13948"/>
                    </a:lnTo>
                    <a:lnTo>
                      <a:pt x="7026" y="10424"/>
                    </a:lnTo>
                    <a:lnTo>
                      <a:pt x="7026" y="9806"/>
                    </a:lnTo>
                    <a:lnTo>
                      <a:pt x="7026" y="9806"/>
                    </a:lnTo>
                    <a:cubicBezTo>
                      <a:pt x="7322" y="9893"/>
                      <a:pt x="7618" y="9973"/>
                      <a:pt x="7918" y="10034"/>
                    </a:cubicBezTo>
                    <a:cubicBezTo>
                      <a:pt x="8178" y="10091"/>
                      <a:pt x="8455" y="10147"/>
                      <a:pt x="8726" y="10147"/>
                    </a:cubicBezTo>
                    <a:cubicBezTo>
                      <a:pt x="8799" y="10147"/>
                      <a:pt x="8862" y="10080"/>
                      <a:pt x="8867" y="10006"/>
                    </a:cubicBezTo>
                    <a:cubicBezTo>
                      <a:pt x="8878" y="9537"/>
                      <a:pt x="8895" y="9069"/>
                      <a:pt x="8907" y="8606"/>
                    </a:cubicBezTo>
                    <a:cubicBezTo>
                      <a:pt x="8935" y="7866"/>
                      <a:pt x="8958" y="7120"/>
                      <a:pt x="8980" y="6381"/>
                    </a:cubicBezTo>
                    <a:cubicBezTo>
                      <a:pt x="8984" y="6262"/>
                      <a:pt x="8988" y="6140"/>
                      <a:pt x="8992" y="6020"/>
                    </a:cubicBezTo>
                    <a:lnTo>
                      <a:pt x="8992" y="6020"/>
                    </a:lnTo>
                    <a:cubicBezTo>
                      <a:pt x="9912" y="6100"/>
                      <a:pt x="10840" y="6154"/>
                      <a:pt x="11767" y="6154"/>
                    </a:cubicBezTo>
                    <a:cubicBezTo>
                      <a:pt x="12439" y="6154"/>
                      <a:pt x="13111" y="6126"/>
                      <a:pt x="13780" y="6059"/>
                    </a:cubicBezTo>
                    <a:cubicBezTo>
                      <a:pt x="14656" y="5968"/>
                      <a:pt x="15548" y="5822"/>
                      <a:pt x="16367" y="5494"/>
                    </a:cubicBezTo>
                    <a:cubicBezTo>
                      <a:pt x="16711" y="5353"/>
                      <a:pt x="17073" y="5183"/>
                      <a:pt x="17338" y="4924"/>
                    </a:cubicBezTo>
                    <a:cubicBezTo>
                      <a:pt x="17361" y="4907"/>
                      <a:pt x="17378" y="4884"/>
                      <a:pt x="17395" y="4867"/>
                    </a:cubicBezTo>
                    <a:cubicBezTo>
                      <a:pt x="17404" y="4857"/>
                      <a:pt x="17414" y="4844"/>
                      <a:pt x="17424" y="4833"/>
                    </a:cubicBezTo>
                    <a:lnTo>
                      <a:pt x="17424" y="4833"/>
                    </a:lnTo>
                    <a:cubicBezTo>
                      <a:pt x="17419" y="4838"/>
                      <a:pt x="17416" y="4842"/>
                      <a:pt x="17416" y="4842"/>
                    </a:cubicBezTo>
                    <a:lnTo>
                      <a:pt x="17416" y="4842"/>
                    </a:lnTo>
                    <a:cubicBezTo>
                      <a:pt x="17416" y="4842"/>
                      <a:pt x="17419" y="4838"/>
                      <a:pt x="17429" y="4828"/>
                    </a:cubicBezTo>
                    <a:lnTo>
                      <a:pt x="17429" y="4828"/>
                    </a:lnTo>
                    <a:cubicBezTo>
                      <a:pt x="17427" y="4829"/>
                      <a:pt x="17425" y="4831"/>
                      <a:pt x="17424" y="4833"/>
                    </a:cubicBezTo>
                    <a:lnTo>
                      <a:pt x="17424" y="4833"/>
                    </a:lnTo>
                    <a:cubicBezTo>
                      <a:pt x="17431" y="4823"/>
                      <a:pt x="17443" y="4807"/>
                      <a:pt x="17446" y="4799"/>
                    </a:cubicBezTo>
                    <a:cubicBezTo>
                      <a:pt x="17649" y="4545"/>
                      <a:pt x="17830" y="4269"/>
                      <a:pt x="17976" y="3980"/>
                    </a:cubicBezTo>
                    <a:cubicBezTo>
                      <a:pt x="18168" y="3608"/>
                      <a:pt x="18343" y="3167"/>
                      <a:pt x="18293" y="2738"/>
                    </a:cubicBezTo>
                    <a:cubicBezTo>
                      <a:pt x="18236" y="2224"/>
                      <a:pt x="17846" y="1914"/>
                      <a:pt x="17372" y="1778"/>
                    </a:cubicBezTo>
                    <a:cubicBezTo>
                      <a:pt x="17203" y="1733"/>
                      <a:pt x="17034" y="1705"/>
                      <a:pt x="16859" y="1688"/>
                    </a:cubicBezTo>
                    <a:lnTo>
                      <a:pt x="16859" y="1688"/>
                    </a:lnTo>
                    <a:cubicBezTo>
                      <a:pt x="16859" y="1688"/>
                      <a:pt x="16859" y="1688"/>
                      <a:pt x="16858" y="1688"/>
                    </a:cubicBezTo>
                    <a:cubicBezTo>
                      <a:pt x="16214" y="1626"/>
                      <a:pt x="15565" y="1586"/>
                      <a:pt x="14915" y="1546"/>
                    </a:cubicBezTo>
                    <a:cubicBezTo>
                      <a:pt x="14469" y="1524"/>
                      <a:pt x="14023" y="1501"/>
                      <a:pt x="13583" y="1417"/>
                    </a:cubicBezTo>
                    <a:cubicBezTo>
                      <a:pt x="13210" y="1349"/>
                      <a:pt x="12860" y="1225"/>
                      <a:pt x="12538" y="1027"/>
                    </a:cubicBezTo>
                    <a:cubicBezTo>
                      <a:pt x="12261" y="863"/>
                      <a:pt x="12030" y="654"/>
                      <a:pt x="11730" y="524"/>
                    </a:cubicBezTo>
                    <a:cubicBezTo>
                      <a:pt x="11008" y="208"/>
                      <a:pt x="10206" y="78"/>
                      <a:pt x="9421" y="22"/>
                    </a:cubicBezTo>
                    <a:cubicBezTo>
                      <a:pt x="9210" y="8"/>
                      <a:pt x="8998" y="0"/>
                      <a:pt x="8785"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935"/>
        <p:cNvGrpSpPr/>
        <p:nvPr/>
      </p:nvGrpSpPr>
      <p:grpSpPr>
        <a:xfrm>
          <a:off x="0" y="0"/>
          <a:ext cx="0" cy="0"/>
          <a:chOff x="0" y="0"/>
          <a:chExt cx="0" cy="0"/>
        </a:xfrm>
      </p:grpSpPr>
      <p:sp>
        <p:nvSpPr>
          <p:cNvPr id="936" name="Google Shape;936;p37"/>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a:t>Table of contents</a:t>
            </a:r>
            <a:endParaRPr/>
          </a:p>
        </p:txBody>
      </p:sp>
      <p:sp>
        <p:nvSpPr>
          <p:cNvPr id="942" name="Google Shape;942;p37"/>
          <p:cNvSpPr txBox="1">
            <a:spLocks noGrp="1"/>
          </p:cNvSpPr>
          <p:nvPr>
            <p:ph type="title" idx="6"/>
          </p:nvPr>
        </p:nvSpPr>
        <p:spPr>
          <a:xfrm>
            <a:off x="1505400" y="1259120"/>
            <a:ext cx="734700" cy="4476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t>01</a:t>
            </a:r>
            <a:endParaRPr/>
          </a:p>
        </p:txBody>
      </p:sp>
      <p:sp>
        <p:nvSpPr>
          <p:cNvPr id="943" name="Google Shape;943;p37"/>
          <p:cNvSpPr txBox="1">
            <a:spLocks noGrp="1"/>
          </p:cNvSpPr>
          <p:nvPr>
            <p:ph type="title" idx="7"/>
          </p:nvPr>
        </p:nvSpPr>
        <p:spPr>
          <a:xfrm>
            <a:off x="2684571" y="2965530"/>
            <a:ext cx="734700" cy="4848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dirty="0"/>
              <a:t>04</a:t>
            </a:r>
            <a:endParaRPr dirty="0"/>
          </a:p>
        </p:txBody>
      </p:sp>
      <p:sp>
        <p:nvSpPr>
          <p:cNvPr id="944" name="Google Shape;944;p37"/>
          <p:cNvSpPr txBox="1">
            <a:spLocks noGrp="1"/>
          </p:cNvSpPr>
          <p:nvPr>
            <p:ph type="title" idx="8"/>
          </p:nvPr>
        </p:nvSpPr>
        <p:spPr>
          <a:xfrm>
            <a:off x="4204671" y="1259120"/>
            <a:ext cx="734700" cy="4476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t>02</a:t>
            </a:r>
            <a:endParaRPr/>
          </a:p>
        </p:txBody>
      </p:sp>
      <p:sp>
        <p:nvSpPr>
          <p:cNvPr id="945" name="Google Shape;945;p37"/>
          <p:cNvSpPr txBox="1">
            <a:spLocks noGrp="1"/>
          </p:cNvSpPr>
          <p:nvPr>
            <p:ph type="title" idx="9"/>
          </p:nvPr>
        </p:nvSpPr>
        <p:spPr>
          <a:xfrm>
            <a:off x="5798904" y="3002730"/>
            <a:ext cx="734700" cy="4476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dirty="0"/>
              <a:t>05</a:t>
            </a:r>
            <a:endParaRPr dirty="0"/>
          </a:p>
        </p:txBody>
      </p:sp>
      <p:sp>
        <p:nvSpPr>
          <p:cNvPr id="946" name="Google Shape;946;p37"/>
          <p:cNvSpPr txBox="1">
            <a:spLocks noGrp="1"/>
          </p:cNvSpPr>
          <p:nvPr>
            <p:ph type="title" idx="13"/>
          </p:nvPr>
        </p:nvSpPr>
        <p:spPr>
          <a:xfrm>
            <a:off x="6903949" y="1259120"/>
            <a:ext cx="734700" cy="4476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t>03</a:t>
            </a:r>
            <a:endParaRPr/>
          </a:p>
        </p:txBody>
      </p:sp>
      <p:sp>
        <p:nvSpPr>
          <p:cNvPr id="948" name="Google Shape;948;p37"/>
          <p:cNvSpPr txBox="1">
            <a:spLocks noGrp="1"/>
          </p:cNvSpPr>
          <p:nvPr>
            <p:ph type="subTitle" idx="15"/>
          </p:nvPr>
        </p:nvSpPr>
        <p:spPr>
          <a:xfrm>
            <a:off x="3419271" y="2132131"/>
            <a:ext cx="2305500" cy="484800"/>
          </a:xfrm>
          <a:prstGeom prst="rect">
            <a:avLst/>
          </a:prstGeom>
        </p:spPr>
        <p:txBody>
          <a:bodyPr spcFirstLastPara="1" wrap="square" lIns="91425" tIns="91425" rIns="91425" bIns="91425" anchor="b" anchorCtr="0">
            <a:noAutofit/>
          </a:bodyPr>
          <a:lstStyle/>
          <a:p>
            <a:pPr marL="0" lvl="0" indent="0"/>
            <a:r>
              <a:rPr lang="en-US" dirty="0"/>
              <a:t>Les Étapes Du Processus</a:t>
            </a:r>
            <a:endParaRPr dirty="0"/>
          </a:p>
        </p:txBody>
      </p:sp>
      <p:sp>
        <p:nvSpPr>
          <p:cNvPr id="949" name="Google Shape;949;p37"/>
          <p:cNvSpPr txBox="1">
            <a:spLocks noGrp="1"/>
          </p:cNvSpPr>
          <p:nvPr>
            <p:ph type="subTitle" idx="16"/>
          </p:nvPr>
        </p:nvSpPr>
        <p:spPr>
          <a:xfrm>
            <a:off x="5963225" y="1434812"/>
            <a:ext cx="2616148" cy="1586297"/>
          </a:xfrm>
          <a:prstGeom prst="rect">
            <a:avLst/>
          </a:prstGeom>
        </p:spPr>
        <p:txBody>
          <a:bodyPr spcFirstLastPara="1" wrap="square" lIns="91425" tIns="91425" rIns="91425" bIns="91425" anchor="b" anchorCtr="0">
            <a:noAutofit/>
          </a:bodyPr>
          <a:lstStyle/>
          <a:p>
            <a:pPr marL="0" lvl="0" indent="0"/>
            <a:r>
              <a:rPr lang="fr-FR" dirty="0"/>
              <a:t>Les Agents De l'intégration Sociale</a:t>
            </a:r>
            <a:endParaRPr dirty="0"/>
          </a:p>
        </p:txBody>
      </p:sp>
      <p:sp>
        <p:nvSpPr>
          <p:cNvPr id="950" name="Google Shape;950;p37"/>
          <p:cNvSpPr txBox="1">
            <a:spLocks noGrp="1"/>
          </p:cNvSpPr>
          <p:nvPr>
            <p:ph type="subTitle" idx="17"/>
          </p:nvPr>
        </p:nvSpPr>
        <p:spPr>
          <a:xfrm>
            <a:off x="1314179" y="3101223"/>
            <a:ext cx="3548572" cy="1609725"/>
          </a:xfrm>
          <a:prstGeom prst="rect">
            <a:avLst/>
          </a:prstGeom>
        </p:spPr>
        <p:txBody>
          <a:bodyPr spcFirstLastPara="1" wrap="square" lIns="91425" tIns="91425" rIns="91425" bIns="91425" anchor="b" anchorCtr="0">
            <a:noAutofit/>
          </a:bodyPr>
          <a:lstStyle/>
          <a:p>
            <a:pPr marL="0" lvl="0" indent="0"/>
            <a:r>
              <a:rPr lang="fr-FR" dirty="0"/>
              <a:t>Pourquoi l'intégration Sociale Est-elle Importante ?</a:t>
            </a:r>
            <a:endParaRPr dirty="0"/>
          </a:p>
        </p:txBody>
      </p:sp>
      <p:sp>
        <p:nvSpPr>
          <p:cNvPr id="951" name="Google Shape;951;p37"/>
          <p:cNvSpPr txBox="1">
            <a:spLocks noGrp="1"/>
          </p:cNvSpPr>
          <p:nvPr>
            <p:ph type="subTitle" idx="18"/>
          </p:nvPr>
        </p:nvSpPr>
        <p:spPr>
          <a:xfrm>
            <a:off x="5037621" y="3838284"/>
            <a:ext cx="2305500" cy="484800"/>
          </a:xfrm>
          <a:prstGeom prst="rect">
            <a:avLst/>
          </a:prstGeom>
        </p:spPr>
        <p:txBody>
          <a:bodyPr spcFirstLastPara="1" wrap="square" lIns="91425" tIns="91425" rIns="91425" bIns="91425" anchor="b" anchorCtr="0">
            <a:noAutofit/>
          </a:bodyPr>
          <a:lstStyle/>
          <a:p>
            <a:pPr marL="0" lvl="0" indent="0"/>
            <a:r>
              <a:rPr lang="en-US" dirty="0" err="1"/>
              <a:t>Exemples</a:t>
            </a:r>
            <a:r>
              <a:rPr lang="en-US" dirty="0"/>
              <a:t> Au Liban</a:t>
            </a:r>
            <a:endParaRPr dirty="0"/>
          </a:p>
        </p:txBody>
      </p:sp>
      <p:grpSp>
        <p:nvGrpSpPr>
          <p:cNvPr id="952" name="Google Shape;952;p37"/>
          <p:cNvGrpSpPr/>
          <p:nvPr/>
        </p:nvGrpSpPr>
        <p:grpSpPr>
          <a:xfrm>
            <a:off x="429106" y="3214956"/>
            <a:ext cx="8239083" cy="1617436"/>
            <a:chOff x="429106" y="3214956"/>
            <a:chExt cx="8239083" cy="1617436"/>
          </a:xfrm>
        </p:grpSpPr>
        <p:grpSp>
          <p:nvGrpSpPr>
            <p:cNvPr id="953" name="Google Shape;953;p37"/>
            <p:cNvGrpSpPr/>
            <p:nvPr/>
          </p:nvGrpSpPr>
          <p:grpSpPr>
            <a:xfrm>
              <a:off x="429106" y="3247801"/>
              <a:ext cx="1135216" cy="1584590"/>
              <a:chOff x="2034250" y="3068250"/>
              <a:chExt cx="999750" cy="1395500"/>
            </a:xfrm>
          </p:grpSpPr>
          <p:sp>
            <p:nvSpPr>
              <p:cNvPr id="954" name="Google Shape;954;p37"/>
              <p:cNvSpPr/>
              <p:nvPr/>
            </p:nvSpPr>
            <p:spPr>
              <a:xfrm>
                <a:off x="2439725" y="3414150"/>
                <a:ext cx="310600" cy="350175"/>
              </a:xfrm>
              <a:custGeom>
                <a:avLst/>
                <a:gdLst/>
                <a:ahLst/>
                <a:cxnLst/>
                <a:rect l="l" t="t" r="r" b="b"/>
                <a:pathLst>
                  <a:path w="12424" h="14007" extrusionOk="0">
                    <a:moveTo>
                      <a:pt x="1001" y="2863"/>
                    </a:moveTo>
                    <a:lnTo>
                      <a:pt x="1001" y="2863"/>
                    </a:lnTo>
                    <a:cubicBezTo>
                      <a:pt x="1002" y="2874"/>
                      <a:pt x="1002" y="2878"/>
                      <a:pt x="1002" y="2878"/>
                    </a:cubicBezTo>
                    <a:cubicBezTo>
                      <a:pt x="1001" y="2878"/>
                      <a:pt x="1000" y="2871"/>
                      <a:pt x="1001" y="2863"/>
                    </a:cubicBezTo>
                    <a:close/>
                    <a:moveTo>
                      <a:pt x="9480" y="289"/>
                    </a:moveTo>
                    <a:cubicBezTo>
                      <a:pt x="9699" y="674"/>
                      <a:pt x="9887" y="1078"/>
                      <a:pt x="10036" y="1497"/>
                    </a:cubicBezTo>
                    <a:cubicBezTo>
                      <a:pt x="10115" y="1723"/>
                      <a:pt x="10183" y="1955"/>
                      <a:pt x="10239" y="2186"/>
                    </a:cubicBezTo>
                    <a:cubicBezTo>
                      <a:pt x="10268" y="2299"/>
                      <a:pt x="10290" y="2424"/>
                      <a:pt x="10318" y="2537"/>
                    </a:cubicBezTo>
                    <a:cubicBezTo>
                      <a:pt x="10330" y="2576"/>
                      <a:pt x="10341" y="2604"/>
                      <a:pt x="10369" y="2627"/>
                    </a:cubicBezTo>
                    <a:cubicBezTo>
                      <a:pt x="10488" y="2740"/>
                      <a:pt x="10629" y="2836"/>
                      <a:pt x="10759" y="2938"/>
                    </a:cubicBezTo>
                    <a:cubicBezTo>
                      <a:pt x="10962" y="3096"/>
                      <a:pt x="11171" y="3259"/>
                      <a:pt x="11374" y="3423"/>
                    </a:cubicBezTo>
                    <a:cubicBezTo>
                      <a:pt x="11499" y="3525"/>
                      <a:pt x="11623" y="3621"/>
                      <a:pt x="11747" y="3722"/>
                    </a:cubicBezTo>
                    <a:cubicBezTo>
                      <a:pt x="11911" y="3852"/>
                      <a:pt x="11990" y="4050"/>
                      <a:pt x="11900" y="4248"/>
                    </a:cubicBezTo>
                    <a:cubicBezTo>
                      <a:pt x="11809" y="4434"/>
                      <a:pt x="11617" y="4530"/>
                      <a:pt x="11414" y="4536"/>
                    </a:cubicBezTo>
                    <a:lnTo>
                      <a:pt x="10573" y="4536"/>
                    </a:lnTo>
                    <a:cubicBezTo>
                      <a:pt x="10488" y="4536"/>
                      <a:pt x="10437" y="4598"/>
                      <a:pt x="10431" y="4677"/>
                    </a:cubicBezTo>
                    <a:cubicBezTo>
                      <a:pt x="10245" y="6258"/>
                      <a:pt x="9370" y="7726"/>
                      <a:pt x="8054" y="8636"/>
                    </a:cubicBezTo>
                    <a:cubicBezTo>
                      <a:pt x="7687" y="8890"/>
                      <a:pt x="7291" y="9099"/>
                      <a:pt x="6879" y="9257"/>
                    </a:cubicBezTo>
                    <a:cubicBezTo>
                      <a:pt x="6817" y="9279"/>
                      <a:pt x="6772" y="9330"/>
                      <a:pt x="6772" y="9398"/>
                    </a:cubicBezTo>
                    <a:lnTo>
                      <a:pt x="6772" y="10900"/>
                    </a:lnTo>
                    <a:lnTo>
                      <a:pt x="6772" y="13312"/>
                    </a:lnTo>
                    <a:lnTo>
                      <a:pt x="6772" y="13724"/>
                    </a:lnTo>
                    <a:lnTo>
                      <a:pt x="300" y="13724"/>
                    </a:lnTo>
                    <a:lnTo>
                      <a:pt x="300" y="12301"/>
                    </a:lnTo>
                    <a:lnTo>
                      <a:pt x="300" y="10047"/>
                    </a:lnTo>
                    <a:lnTo>
                      <a:pt x="300" y="9076"/>
                    </a:lnTo>
                    <a:lnTo>
                      <a:pt x="300" y="6648"/>
                    </a:lnTo>
                    <a:lnTo>
                      <a:pt x="300" y="5756"/>
                    </a:lnTo>
                    <a:cubicBezTo>
                      <a:pt x="300" y="5702"/>
                      <a:pt x="310" y="5644"/>
                      <a:pt x="302" y="5589"/>
                    </a:cubicBezTo>
                    <a:lnTo>
                      <a:pt x="302" y="5589"/>
                    </a:lnTo>
                    <a:cubicBezTo>
                      <a:pt x="317" y="5567"/>
                      <a:pt x="323" y="5529"/>
                      <a:pt x="334" y="5501"/>
                    </a:cubicBezTo>
                    <a:cubicBezTo>
                      <a:pt x="588" y="4807"/>
                      <a:pt x="842" y="4112"/>
                      <a:pt x="1096" y="3423"/>
                    </a:cubicBezTo>
                    <a:cubicBezTo>
                      <a:pt x="1141" y="3293"/>
                      <a:pt x="1187" y="3163"/>
                      <a:pt x="1237" y="3039"/>
                    </a:cubicBezTo>
                    <a:cubicBezTo>
                      <a:pt x="1254" y="2988"/>
                      <a:pt x="1277" y="2932"/>
                      <a:pt x="1283" y="2881"/>
                    </a:cubicBezTo>
                    <a:cubicBezTo>
                      <a:pt x="1294" y="2678"/>
                      <a:pt x="1283" y="2474"/>
                      <a:pt x="1300" y="2271"/>
                    </a:cubicBezTo>
                    <a:cubicBezTo>
                      <a:pt x="1379" y="1537"/>
                      <a:pt x="1701" y="712"/>
                      <a:pt x="2531" y="616"/>
                    </a:cubicBezTo>
                    <a:cubicBezTo>
                      <a:pt x="2886" y="577"/>
                      <a:pt x="3242" y="560"/>
                      <a:pt x="3598" y="543"/>
                    </a:cubicBezTo>
                    <a:cubicBezTo>
                      <a:pt x="4135" y="520"/>
                      <a:pt x="4665" y="498"/>
                      <a:pt x="5196" y="475"/>
                    </a:cubicBezTo>
                    <a:cubicBezTo>
                      <a:pt x="6399" y="430"/>
                      <a:pt x="7602" y="396"/>
                      <a:pt x="8805" y="328"/>
                    </a:cubicBezTo>
                    <a:cubicBezTo>
                      <a:pt x="9027" y="318"/>
                      <a:pt x="9253" y="304"/>
                      <a:pt x="9480" y="289"/>
                    </a:cubicBezTo>
                    <a:close/>
                    <a:moveTo>
                      <a:pt x="9572" y="0"/>
                    </a:moveTo>
                    <a:cubicBezTo>
                      <a:pt x="9568" y="0"/>
                      <a:pt x="9565" y="0"/>
                      <a:pt x="9562" y="1"/>
                    </a:cubicBezTo>
                    <a:cubicBezTo>
                      <a:pt x="8387" y="80"/>
                      <a:pt x="7212" y="119"/>
                      <a:pt x="6038" y="165"/>
                    </a:cubicBezTo>
                    <a:cubicBezTo>
                      <a:pt x="4999" y="204"/>
                      <a:pt x="3959" y="227"/>
                      <a:pt x="2920" y="300"/>
                    </a:cubicBezTo>
                    <a:cubicBezTo>
                      <a:pt x="2548" y="328"/>
                      <a:pt x="2169" y="351"/>
                      <a:pt x="1847" y="566"/>
                    </a:cubicBezTo>
                    <a:cubicBezTo>
                      <a:pt x="1497" y="803"/>
                      <a:pt x="1283" y="1176"/>
                      <a:pt x="1158" y="1571"/>
                    </a:cubicBezTo>
                    <a:cubicBezTo>
                      <a:pt x="1051" y="1898"/>
                      <a:pt x="1006" y="2249"/>
                      <a:pt x="1000" y="2599"/>
                    </a:cubicBezTo>
                    <a:cubicBezTo>
                      <a:pt x="995" y="2682"/>
                      <a:pt x="989" y="2771"/>
                      <a:pt x="1000" y="2855"/>
                    </a:cubicBezTo>
                    <a:lnTo>
                      <a:pt x="1000" y="2855"/>
                    </a:lnTo>
                    <a:cubicBezTo>
                      <a:pt x="987" y="2873"/>
                      <a:pt x="983" y="2900"/>
                      <a:pt x="978" y="2915"/>
                    </a:cubicBezTo>
                    <a:cubicBezTo>
                      <a:pt x="729" y="3604"/>
                      <a:pt x="475" y="4293"/>
                      <a:pt x="227" y="4982"/>
                    </a:cubicBezTo>
                    <a:cubicBezTo>
                      <a:pt x="176" y="5117"/>
                      <a:pt x="125" y="5253"/>
                      <a:pt x="74" y="5388"/>
                    </a:cubicBezTo>
                    <a:cubicBezTo>
                      <a:pt x="57" y="5451"/>
                      <a:pt x="23" y="5513"/>
                      <a:pt x="18" y="5575"/>
                    </a:cubicBezTo>
                    <a:cubicBezTo>
                      <a:pt x="1" y="5733"/>
                      <a:pt x="18" y="5897"/>
                      <a:pt x="18" y="6055"/>
                    </a:cubicBezTo>
                    <a:lnTo>
                      <a:pt x="18" y="8455"/>
                    </a:lnTo>
                    <a:lnTo>
                      <a:pt x="18" y="9799"/>
                    </a:lnTo>
                    <a:lnTo>
                      <a:pt x="18" y="11634"/>
                    </a:lnTo>
                    <a:lnTo>
                      <a:pt x="18" y="13741"/>
                    </a:lnTo>
                    <a:lnTo>
                      <a:pt x="18" y="13865"/>
                    </a:lnTo>
                    <a:cubicBezTo>
                      <a:pt x="18" y="13938"/>
                      <a:pt x="80" y="14006"/>
                      <a:pt x="159" y="14006"/>
                    </a:cubicBezTo>
                    <a:lnTo>
                      <a:pt x="6913" y="14006"/>
                    </a:lnTo>
                    <a:cubicBezTo>
                      <a:pt x="6992" y="14006"/>
                      <a:pt x="7054" y="13944"/>
                      <a:pt x="7054" y="13865"/>
                    </a:cubicBezTo>
                    <a:lnTo>
                      <a:pt x="7054" y="12357"/>
                    </a:lnTo>
                    <a:lnTo>
                      <a:pt x="7054" y="9946"/>
                    </a:lnTo>
                    <a:lnTo>
                      <a:pt x="7054" y="9493"/>
                    </a:lnTo>
                    <a:lnTo>
                      <a:pt x="7054" y="9493"/>
                    </a:lnTo>
                    <a:cubicBezTo>
                      <a:pt x="8582" y="8869"/>
                      <a:pt x="9800" y="7625"/>
                      <a:pt x="10381" y="6077"/>
                    </a:cubicBezTo>
                    <a:cubicBezTo>
                      <a:pt x="10533" y="5670"/>
                      <a:pt x="10635" y="5245"/>
                      <a:pt x="10695" y="4818"/>
                    </a:cubicBezTo>
                    <a:lnTo>
                      <a:pt x="11086" y="4818"/>
                    </a:lnTo>
                    <a:cubicBezTo>
                      <a:pt x="11150" y="4818"/>
                      <a:pt x="11216" y="4820"/>
                      <a:pt x="11283" y="4820"/>
                    </a:cubicBezTo>
                    <a:cubicBezTo>
                      <a:pt x="11399" y="4820"/>
                      <a:pt x="11517" y="4815"/>
                      <a:pt x="11629" y="4790"/>
                    </a:cubicBezTo>
                    <a:cubicBezTo>
                      <a:pt x="12208" y="4649"/>
                      <a:pt x="12424" y="3913"/>
                      <a:pt x="11955" y="3523"/>
                    </a:cubicBezTo>
                    <a:lnTo>
                      <a:pt x="11955" y="3523"/>
                    </a:lnTo>
                    <a:cubicBezTo>
                      <a:pt x="11953" y="3522"/>
                      <a:pt x="11952" y="3520"/>
                      <a:pt x="11950" y="3519"/>
                    </a:cubicBezTo>
                    <a:lnTo>
                      <a:pt x="11950" y="3519"/>
                    </a:lnTo>
                    <a:cubicBezTo>
                      <a:pt x="11950" y="3519"/>
                      <a:pt x="11950" y="3519"/>
                      <a:pt x="11950" y="3519"/>
                    </a:cubicBezTo>
                    <a:cubicBezTo>
                      <a:pt x="11949" y="3518"/>
                      <a:pt x="11948" y="3517"/>
                      <a:pt x="11947" y="3516"/>
                    </a:cubicBezTo>
                    <a:lnTo>
                      <a:pt x="11947" y="3516"/>
                    </a:lnTo>
                    <a:cubicBezTo>
                      <a:pt x="11643" y="3280"/>
                      <a:pt x="11345" y="3044"/>
                      <a:pt x="11047" y="2802"/>
                    </a:cubicBezTo>
                    <a:cubicBezTo>
                      <a:pt x="10894" y="2689"/>
                      <a:pt x="10748" y="2570"/>
                      <a:pt x="10595" y="2452"/>
                    </a:cubicBezTo>
                    <a:cubicBezTo>
                      <a:pt x="10590" y="2447"/>
                      <a:pt x="10584" y="2442"/>
                      <a:pt x="10579" y="2438"/>
                    </a:cubicBezTo>
                    <a:lnTo>
                      <a:pt x="10579" y="2438"/>
                    </a:lnTo>
                    <a:cubicBezTo>
                      <a:pt x="10581" y="2434"/>
                      <a:pt x="10581" y="2423"/>
                      <a:pt x="10578" y="2401"/>
                    </a:cubicBezTo>
                    <a:cubicBezTo>
                      <a:pt x="10578" y="2339"/>
                      <a:pt x="10550" y="2271"/>
                      <a:pt x="10539" y="2215"/>
                    </a:cubicBezTo>
                    <a:cubicBezTo>
                      <a:pt x="10482" y="1977"/>
                      <a:pt x="10414" y="1752"/>
                      <a:pt x="10341" y="1520"/>
                    </a:cubicBezTo>
                    <a:cubicBezTo>
                      <a:pt x="10172" y="1017"/>
                      <a:pt x="9946" y="532"/>
                      <a:pt x="9680" y="69"/>
                    </a:cubicBezTo>
                    <a:cubicBezTo>
                      <a:pt x="9659" y="32"/>
                      <a:pt x="9614" y="0"/>
                      <a:pt x="9572"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5" name="Google Shape;955;p37"/>
              <p:cNvSpPr/>
              <p:nvPr/>
            </p:nvSpPr>
            <p:spPr>
              <a:xfrm>
                <a:off x="2238400" y="3068250"/>
                <a:ext cx="491350" cy="593850"/>
              </a:xfrm>
              <a:custGeom>
                <a:avLst/>
                <a:gdLst/>
                <a:ahLst/>
                <a:cxnLst/>
                <a:rect l="l" t="t" r="r" b="b"/>
                <a:pathLst>
                  <a:path w="19654" h="23754" extrusionOk="0">
                    <a:moveTo>
                      <a:pt x="9053" y="16696"/>
                    </a:moveTo>
                    <a:cubicBezTo>
                      <a:pt x="9052" y="16706"/>
                      <a:pt x="9051" y="16710"/>
                      <a:pt x="9050" y="16710"/>
                    </a:cubicBezTo>
                    <a:cubicBezTo>
                      <a:pt x="9049" y="16710"/>
                      <a:pt x="9049" y="16704"/>
                      <a:pt x="9053" y="16696"/>
                    </a:cubicBezTo>
                    <a:close/>
                    <a:moveTo>
                      <a:pt x="10377" y="281"/>
                    </a:moveTo>
                    <a:cubicBezTo>
                      <a:pt x="10954" y="281"/>
                      <a:pt x="11532" y="408"/>
                      <a:pt x="12063" y="667"/>
                    </a:cubicBezTo>
                    <a:cubicBezTo>
                      <a:pt x="13306" y="1272"/>
                      <a:pt x="14164" y="2525"/>
                      <a:pt x="14260" y="3909"/>
                    </a:cubicBezTo>
                    <a:cubicBezTo>
                      <a:pt x="14362" y="5388"/>
                      <a:pt x="13599" y="6829"/>
                      <a:pt x="12312" y="7574"/>
                    </a:cubicBezTo>
                    <a:cubicBezTo>
                      <a:pt x="12154" y="7664"/>
                      <a:pt x="11990" y="7743"/>
                      <a:pt x="11826" y="7811"/>
                    </a:cubicBezTo>
                    <a:cubicBezTo>
                      <a:pt x="11687" y="7867"/>
                      <a:pt x="11690" y="8088"/>
                      <a:pt x="11854" y="8088"/>
                    </a:cubicBezTo>
                    <a:cubicBezTo>
                      <a:pt x="11856" y="8088"/>
                      <a:pt x="11858" y="8088"/>
                      <a:pt x="11860" y="8088"/>
                    </a:cubicBezTo>
                    <a:lnTo>
                      <a:pt x="13492" y="8065"/>
                    </a:lnTo>
                    <a:cubicBezTo>
                      <a:pt x="13970" y="8056"/>
                      <a:pt x="14453" y="8034"/>
                      <a:pt x="14932" y="8034"/>
                    </a:cubicBezTo>
                    <a:cubicBezTo>
                      <a:pt x="15025" y="8034"/>
                      <a:pt x="15117" y="8035"/>
                      <a:pt x="15209" y="8037"/>
                    </a:cubicBezTo>
                    <a:cubicBezTo>
                      <a:pt x="16016" y="8054"/>
                      <a:pt x="16818" y="8252"/>
                      <a:pt x="17524" y="8647"/>
                    </a:cubicBezTo>
                    <a:cubicBezTo>
                      <a:pt x="18055" y="8958"/>
                      <a:pt x="18530" y="9364"/>
                      <a:pt x="18857" y="9889"/>
                    </a:cubicBezTo>
                    <a:cubicBezTo>
                      <a:pt x="19117" y="10302"/>
                      <a:pt x="19281" y="10770"/>
                      <a:pt x="19337" y="11256"/>
                    </a:cubicBezTo>
                    <a:cubicBezTo>
                      <a:pt x="19394" y="11680"/>
                      <a:pt x="19377" y="12109"/>
                      <a:pt x="19309" y="12532"/>
                    </a:cubicBezTo>
                    <a:cubicBezTo>
                      <a:pt x="19275" y="12753"/>
                      <a:pt x="19235" y="12984"/>
                      <a:pt x="19128" y="13176"/>
                    </a:cubicBezTo>
                    <a:cubicBezTo>
                      <a:pt x="18993" y="13436"/>
                      <a:pt x="18761" y="13639"/>
                      <a:pt x="18484" y="13730"/>
                    </a:cubicBezTo>
                    <a:cubicBezTo>
                      <a:pt x="18179" y="13831"/>
                      <a:pt x="17829" y="13820"/>
                      <a:pt x="17507" y="13843"/>
                    </a:cubicBezTo>
                    <a:cubicBezTo>
                      <a:pt x="17242" y="13859"/>
                      <a:pt x="16982" y="13876"/>
                      <a:pt x="16722" y="13888"/>
                    </a:cubicBezTo>
                    <a:cubicBezTo>
                      <a:pt x="16124" y="13922"/>
                      <a:pt x="15531" y="13944"/>
                      <a:pt x="14932" y="13967"/>
                    </a:cubicBezTo>
                    <a:cubicBezTo>
                      <a:pt x="13808" y="14012"/>
                      <a:pt x="12690" y="14046"/>
                      <a:pt x="11566" y="14102"/>
                    </a:cubicBezTo>
                    <a:cubicBezTo>
                      <a:pt x="11222" y="14119"/>
                      <a:pt x="10877" y="14136"/>
                      <a:pt x="10533" y="14176"/>
                    </a:cubicBezTo>
                    <a:cubicBezTo>
                      <a:pt x="10092" y="14232"/>
                      <a:pt x="9725" y="14464"/>
                      <a:pt x="9477" y="14831"/>
                    </a:cubicBezTo>
                    <a:cubicBezTo>
                      <a:pt x="9262" y="15153"/>
                      <a:pt x="9149" y="15542"/>
                      <a:pt x="9093" y="15921"/>
                    </a:cubicBezTo>
                    <a:cubicBezTo>
                      <a:pt x="9059" y="16169"/>
                      <a:pt x="9036" y="16429"/>
                      <a:pt x="9053" y="16677"/>
                    </a:cubicBezTo>
                    <a:cubicBezTo>
                      <a:pt x="9053" y="16683"/>
                      <a:pt x="9053" y="16688"/>
                      <a:pt x="9053" y="16692"/>
                    </a:cubicBezTo>
                    <a:lnTo>
                      <a:pt x="9053" y="16692"/>
                    </a:lnTo>
                    <a:cubicBezTo>
                      <a:pt x="9047" y="16704"/>
                      <a:pt x="9046" y="16721"/>
                      <a:pt x="9042" y="16734"/>
                    </a:cubicBezTo>
                    <a:cubicBezTo>
                      <a:pt x="9002" y="16836"/>
                      <a:pt x="8963" y="16937"/>
                      <a:pt x="8929" y="17039"/>
                    </a:cubicBezTo>
                    <a:lnTo>
                      <a:pt x="8522" y="18146"/>
                    </a:lnTo>
                    <a:cubicBezTo>
                      <a:pt x="8398" y="18485"/>
                      <a:pt x="8274" y="18823"/>
                      <a:pt x="8155" y="19162"/>
                    </a:cubicBezTo>
                    <a:cubicBezTo>
                      <a:pt x="8110" y="19281"/>
                      <a:pt x="8071" y="19371"/>
                      <a:pt x="8071" y="19496"/>
                    </a:cubicBezTo>
                    <a:lnTo>
                      <a:pt x="8071" y="21466"/>
                    </a:lnTo>
                    <a:lnTo>
                      <a:pt x="8071" y="23459"/>
                    </a:lnTo>
                    <a:lnTo>
                      <a:pt x="8071" y="23459"/>
                    </a:lnTo>
                    <a:cubicBezTo>
                      <a:pt x="7965" y="23442"/>
                      <a:pt x="7855" y="23412"/>
                      <a:pt x="7754" y="23392"/>
                    </a:cubicBezTo>
                    <a:cubicBezTo>
                      <a:pt x="7602" y="23364"/>
                      <a:pt x="7455" y="23336"/>
                      <a:pt x="7303" y="23302"/>
                    </a:cubicBezTo>
                    <a:cubicBezTo>
                      <a:pt x="7037" y="23245"/>
                      <a:pt x="6772" y="23178"/>
                      <a:pt x="6512" y="23099"/>
                    </a:cubicBezTo>
                    <a:cubicBezTo>
                      <a:pt x="6111" y="22974"/>
                      <a:pt x="5716" y="22822"/>
                      <a:pt x="5354" y="22602"/>
                    </a:cubicBezTo>
                    <a:cubicBezTo>
                      <a:pt x="4784" y="22251"/>
                      <a:pt x="4383" y="21749"/>
                      <a:pt x="4084" y="21156"/>
                    </a:cubicBezTo>
                    <a:cubicBezTo>
                      <a:pt x="3739" y="20461"/>
                      <a:pt x="3496" y="19727"/>
                      <a:pt x="3186" y="19021"/>
                    </a:cubicBezTo>
                    <a:cubicBezTo>
                      <a:pt x="2982" y="18558"/>
                      <a:pt x="2756" y="18106"/>
                      <a:pt x="2502" y="17666"/>
                    </a:cubicBezTo>
                    <a:cubicBezTo>
                      <a:pt x="2333" y="17366"/>
                      <a:pt x="2147" y="17078"/>
                      <a:pt x="1921" y="16819"/>
                    </a:cubicBezTo>
                    <a:cubicBezTo>
                      <a:pt x="1779" y="16649"/>
                      <a:pt x="1621" y="16502"/>
                      <a:pt x="1469" y="16344"/>
                    </a:cubicBezTo>
                    <a:cubicBezTo>
                      <a:pt x="899" y="15734"/>
                      <a:pt x="509" y="14972"/>
                      <a:pt x="362" y="14147"/>
                    </a:cubicBezTo>
                    <a:cubicBezTo>
                      <a:pt x="147" y="12928"/>
                      <a:pt x="498" y="11595"/>
                      <a:pt x="1153" y="10556"/>
                    </a:cubicBezTo>
                    <a:cubicBezTo>
                      <a:pt x="1667" y="9748"/>
                      <a:pt x="2418" y="9133"/>
                      <a:pt x="3282" y="8737"/>
                    </a:cubicBezTo>
                    <a:cubicBezTo>
                      <a:pt x="4021" y="8399"/>
                      <a:pt x="4835" y="8218"/>
                      <a:pt x="5642" y="8144"/>
                    </a:cubicBezTo>
                    <a:cubicBezTo>
                      <a:pt x="5930" y="8120"/>
                      <a:pt x="6218" y="8108"/>
                      <a:pt x="6506" y="8108"/>
                    </a:cubicBezTo>
                    <a:cubicBezTo>
                      <a:pt x="6760" y="8108"/>
                      <a:pt x="7015" y="8118"/>
                      <a:pt x="7269" y="8139"/>
                    </a:cubicBezTo>
                    <a:cubicBezTo>
                      <a:pt x="7453" y="8156"/>
                      <a:pt x="7638" y="8162"/>
                      <a:pt x="7824" y="8162"/>
                    </a:cubicBezTo>
                    <a:cubicBezTo>
                      <a:pt x="8118" y="8162"/>
                      <a:pt x="8413" y="8148"/>
                      <a:pt x="8703" y="8144"/>
                    </a:cubicBezTo>
                    <a:cubicBezTo>
                      <a:pt x="8799" y="8139"/>
                      <a:pt x="8890" y="8139"/>
                      <a:pt x="8980" y="8139"/>
                    </a:cubicBezTo>
                    <a:cubicBezTo>
                      <a:pt x="9149" y="8133"/>
                      <a:pt x="9166" y="7913"/>
                      <a:pt x="9019" y="7862"/>
                    </a:cubicBezTo>
                    <a:cubicBezTo>
                      <a:pt x="7653" y="7359"/>
                      <a:pt x="6636" y="6089"/>
                      <a:pt x="6478" y="4637"/>
                    </a:cubicBezTo>
                    <a:cubicBezTo>
                      <a:pt x="6320" y="3231"/>
                      <a:pt x="6941" y="1814"/>
                      <a:pt x="8099" y="1001"/>
                    </a:cubicBezTo>
                    <a:cubicBezTo>
                      <a:pt x="8770" y="527"/>
                      <a:pt x="9573" y="281"/>
                      <a:pt x="10377" y="281"/>
                    </a:cubicBezTo>
                    <a:close/>
                    <a:moveTo>
                      <a:pt x="10357" y="1"/>
                    </a:moveTo>
                    <a:cubicBezTo>
                      <a:pt x="9678" y="1"/>
                      <a:pt x="8998" y="162"/>
                      <a:pt x="8387" y="487"/>
                    </a:cubicBezTo>
                    <a:cubicBezTo>
                      <a:pt x="7065" y="1193"/>
                      <a:pt x="6207" y="2587"/>
                      <a:pt x="6167" y="4090"/>
                    </a:cubicBezTo>
                    <a:cubicBezTo>
                      <a:pt x="6134" y="5640"/>
                      <a:pt x="6987" y="7120"/>
                      <a:pt x="8349" y="7866"/>
                    </a:cubicBezTo>
                    <a:lnTo>
                      <a:pt x="8349" y="7866"/>
                    </a:lnTo>
                    <a:cubicBezTo>
                      <a:pt x="8259" y="7867"/>
                      <a:pt x="8168" y="7868"/>
                      <a:pt x="8076" y="7868"/>
                    </a:cubicBezTo>
                    <a:cubicBezTo>
                      <a:pt x="7931" y="7871"/>
                      <a:pt x="7783" y="7886"/>
                      <a:pt x="7636" y="7886"/>
                    </a:cubicBezTo>
                    <a:cubicBezTo>
                      <a:pt x="7566" y="7886"/>
                      <a:pt x="7496" y="7882"/>
                      <a:pt x="7427" y="7873"/>
                    </a:cubicBezTo>
                    <a:cubicBezTo>
                      <a:pt x="7121" y="7839"/>
                      <a:pt x="6810" y="7825"/>
                      <a:pt x="6501" y="7825"/>
                    </a:cubicBezTo>
                    <a:cubicBezTo>
                      <a:pt x="6353" y="7825"/>
                      <a:pt x="6206" y="7828"/>
                      <a:pt x="6060" y="7834"/>
                    </a:cubicBezTo>
                    <a:cubicBezTo>
                      <a:pt x="5253" y="7873"/>
                      <a:pt x="4445" y="8003"/>
                      <a:pt x="3683" y="8274"/>
                    </a:cubicBezTo>
                    <a:cubicBezTo>
                      <a:pt x="2790" y="8591"/>
                      <a:pt x="1960" y="9104"/>
                      <a:pt x="1339" y="9833"/>
                    </a:cubicBezTo>
                    <a:cubicBezTo>
                      <a:pt x="966" y="10268"/>
                      <a:pt x="684" y="10753"/>
                      <a:pt x="469" y="11279"/>
                    </a:cubicBezTo>
                    <a:cubicBezTo>
                      <a:pt x="204" y="11928"/>
                      <a:pt x="34" y="12623"/>
                      <a:pt x="18" y="13329"/>
                    </a:cubicBezTo>
                    <a:cubicBezTo>
                      <a:pt x="1" y="14323"/>
                      <a:pt x="311" y="15300"/>
                      <a:pt x="899" y="16096"/>
                    </a:cubicBezTo>
                    <a:cubicBezTo>
                      <a:pt x="1130" y="16412"/>
                      <a:pt x="1412" y="16661"/>
                      <a:pt x="1667" y="16954"/>
                    </a:cubicBezTo>
                    <a:cubicBezTo>
                      <a:pt x="2079" y="17417"/>
                      <a:pt x="2372" y="17982"/>
                      <a:pt x="2649" y="18535"/>
                    </a:cubicBezTo>
                    <a:cubicBezTo>
                      <a:pt x="3028" y="19304"/>
                      <a:pt x="3310" y="20105"/>
                      <a:pt x="3649" y="20890"/>
                    </a:cubicBezTo>
                    <a:cubicBezTo>
                      <a:pt x="3920" y="21512"/>
                      <a:pt x="4259" y="22110"/>
                      <a:pt x="4790" y="22545"/>
                    </a:cubicBezTo>
                    <a:cubicBezTo>
                      <a:pt x="5501" y="23127"/>
                      <a:pt x="6410" y="23403"/>
                      <a:pt x="7291" y="23590"/>
                    </a:cubicBezTo>
                    <a:cubicBezTo>
                      <a:pt x="7444" y="23624"/>
                      <a:pt x="7596" y="23652"/>
                      <a:pt x="7749" y="23680"/>
                    </a:cubicBezTo>
                    <a:cubicBezTo>
                      <a:pt x="7896" y="23703"/>
                      <a:pt x="8059" y="23754"/>
                      <a:pt x="8212" y="23754"/>
                    </a:cubicBezTo>
                    <a:cubicBezTo>
                      <a:pt x="8285" y="23754"/>
                      <a:pt x="8353" y="23686"/>
                      <a:pt x="8353" y="23612"/>
                    </a:cubicBezTo>
                    <a:lnTo>
                      <a:pt x="8353" y="22071"/>
                    </a:lnTo>
                    <a:lnTo>
                      <a:pt x="8353" y="19761"/>
                    </a:lnTo>
                    <a:lnTo>
                      <a:pt x="8353" y="19479"/>
                    </a:lnTo>
                    <a:cubicBezTo>
                      <a:pt x="8353" y="19465"/>
                      <a:pt x="8357" y="19448"/>
                      <a:pt x="8355" y="19430"/>
                    </a:cubicBezTo>
                    <a:lnTo>
                      <a:pt x="8355" y="19430"/>
                    </a:lnTo>
                    <a:cubicBezTo>
                      <a:pt x="8399" y="19357"/>
                      <a:pt x="8416" y="19257"/>
                      <a:pt x="8449" y="19179"/>
                    </a:cubicBezTo>
                    <a:cubicBezTo>
                      <a:pt x="8505" y="19021"/>
                      <a:pt x="8562" y="18857"/>
                      <a:pt x="8618" y="18699"/>
                    </a:cubicBezTo>
                    <a:cubicBezTo>
                      <a:pt x="8765" y="18304"/>
                      <a:pt x="8912" y="17909"/>
                      <a:pt x="9053" y="17513"/>
                    </a:cubicBezTo>
                    <a:cubicBezTo>
                      <a:pt x="9144" y="17270"/>
                      <a:pt x="9251" y="17022"/>
                      <a:pt x="9324" y="16774"/>
                    </a:cubicBezTo>
                    <a:cubicBezTo>
                      <a:pt x="9336" y="16734"/>
                      <a:pt x="9336" y="16694"/>
                      <a:pt x="9336" y="16655"/>
                    </a:cubicBezTo>
                    <a:cubicBezTo>
                      <a:pt x="9330" y="16548"/>
                      <a:pt x="9330" y="16446"/>
                      <a:pt x="9336" y="16339"/>
                    </a:cubicBezTo>
                    <a:cubicBezTo>
                      <a:pt x="9353" y="15994"/>
                      <a:pt x="9415" y="15644"/>
                      <a:pt x="9539" y="15322"/>
                    </a:cubicBezTo>
                    <a:cubicBezTo>
                      <a:pt x="9674" y="14972"/>
                      <a:pt x="9929" y="14644"/>
                      <a:pt x="10296" y="14520"/>
                    </a:cubicBezTo>
                    <a:cubicBezTo>
                      <a:pt x="10612" y="14407"/>
                      <a:pt x="10985" y="14419"/>
                      <a:pt x="11318" y="14396"/>
                    </a:cubicBezTo>
                    <a:cubicBezTo>
                      <a:pt x="12419" y="14334"/>
                      <a:pt x="13526" y="14306"/>
                      <a:pt x="14627" y="14260"/>
                    </a:cubicBezTo>
                    <a:cubicBezTo>
                      <a:pt x="15824" y="14215"/>
                      <a:pt x="17027" y="14187"/>
                      <a:pt x="18219" y="14068"/>
                    </a:cubicBezTo>
                    <a:cubicBezTo>
                      <a:pt x="18840" y="14006"/>
                      <a:pt x="19360" y="13583"/>
                      <a:pt x="19512" y="12967"/>
                    </a:cubicBezTo>
                    <a:cubicBezTo>
                      <a:pt x="19603" y="12566"/>
                      <a:pt x="19653" y="12154"/>
                      <a:pt x="19653" y="11742"/>
                    </a:cubicBezTo>
                    <a:cubicBezTo>
                      <a:pt x="19648" y="10691"/>
                      <a:pt x="19247" y="9686"/>
                      <a:pt x="18456" y="8975"/>
                    </a:cubicBezTo>
                    <a:cubicBezTo>
                      <a:pt x="18214" y="8760"/>
                      <a:pt x="17949" y="8569"/>
                      <a:pt x="17668" y="8405"/>
                    </a:cubicBezTo>
                    <a:lnTo>
                      <a:pt x="17668" y="8405"/>
                    </a:lnTo>
                    <a:cubicBezTo>
                      <a:pt x="17667" y="8405"/>
                      <a:pt x="17666" y="8405"/>
                      <a:pt x="17665" y="8404"/>
                    </a:cubicBezTo>
                    <a:lnTo>
                      <a:pt x="17665" y="8404"/>
                    </a:lnTo>
                    <a:cubicBezTo>
                      <a:pt x="17665" y="8404"/>
                      <a:pt x="17665" y="8404"/>
                      <a:pt x="17665" y="8404"/>
                    </a:cubicBezTo>
                    <a:cubicBezTo>
                      <a:pt x="17665" y="8404"/>
                      <a:pt x="17664" y="8403"/>
                      <a:pt x="17663" y="8403"/>
                    </a:cubicBezTo>
                    <a:lnTo>
                      <a:pt x="17663" y="8403"/>
                    </a:lnTo>
                    <a:cubicBezTo>
                      <a:pt x="17031" y="8048"/>
                      <a:pt x="16326" y="7845"/>
                      <a:pt x="15604" y="7777"/>
                    </a:cubicBezTo>
                    <a:cubicBezTo>
                      <a:pt x="15430" y="7761"/>
                      <a:pt x="15255" y="7756"/>
                      <a:pt x="15078" y="7756"/>
                    </a:cubicBezTo>
                    <a:cubicBezTo>
                      <a:pt x="14956" y="7756"/>
                      <a:pt x="14834" y="7758"/>
                      <a:pt x="14712" y="7760"/>
                    </a:cubicBezTo>
                    <a:cubicBezTo>
                      <a:pt x="13983" y="7772"/>
                      <a:pt x="13249" y="7783"/>
                      <a:pt x="12515" y="7794"/>
                    </a:cubicBezTo>
                    <a:cubicBezTo>
                      <a:pt x="12504" y="7795"/>
                      <a:pt x="12493" y="7795"/>
                      <a:pt x="12482" y="7795"/>
                    </a:cubicBezTo>
                    <a:lnTo>
                      <a:pt x="12482" y="7795"/>
                    </a:lnTo>
                    <a:cubicBezTo>
                      <a:pt x="13647" y="7105"/>
                      <a:pt x="14435" y="5881"/>
                      <a:pt x="14542" y="4502"/>
                    </a:cubicBezTo>
                    <a:cubicBezTo>
                      <a:pt x="14655" y="2994"/>
                      <a:pt x="13921" y="1514"/>
                      <a:pt x="12662" y="684"/>
                    </a:cubicBezTo>
                    <a:cubicBezTo>
                      <a:pt x="11974" y="230"/>
                      <a:pt x="11166" y="1"/>
                      <a:pt x="10357"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6" name="Google Shape;956;p37"/>
              <p:cNvSpPr/>
              <p:nvPr/>
            </p:nvSpPr>
            <p:spPr>
              <a:xfrm>
                <a:off x="2034250" y="3757575"/>
                <a:ext cx="999750" cy="706175"/>
              </a:xfrm>
              <a:custGeom>
                <a:avLst/>
                <a:gdLst/>
                <a:ahLst/>
                <a:cxnLst/>
                <a:rect l="l" t="t" r="r" b="b"/>
                <a:pathLst>
                  <a:path w="39990" h="28247" extrusionOk="0">
                    <a:moveTo>
                      <a:pt x="23761" y="292"/>
                    </a:moveTo>
                    <a:lnTo>
                      <a:pt x="23761" y="292"/>
                    </a:lnTo>
                    <a:cubicBezTo>
                      <a:pt x="24471" y="886"/>
                      <a:pt x="25244" y="1415"/>
                      <a:pt x="26018" y="1918"/>
                    </a:cubicBezTo>
                    <a:cubicBezTo>
                      <a:pt x="26831" y="2438"/>
                      <a:pt x="27667" y="2918"/>
                      <a:pt x="28531" y="3353"/>
                    </a:cubicBezTo>
                    <a:cubicBezTo>
                      <a:pt x="29418" y="3793"/>
                      <a:pt x="30315" y="4194"/>
                      <a:pt x="31168" y="4702"/>
                    </a:cubicBezTo>
                    <a:cubicBezTo>
                      <a:pt x="33393" y="6030"/>
                      <a:pt x="35426" y="7848"/>
                      <a:pt x="36674" y="10146"/>
                    </a:cubicBezTo>
                    <a:cubicBezTo>
                      <a:pt x="36883" y="10535"/>
                      <a:pt x="37080" y="10925"/>
                      <a:pt x="37199" y="11342"/>
                    </a:cubicBezTo>
                    <a:lnTo>
                      <a:pt x="37199" y="11342"/>
                    </a:lnTo>
                    <a:cubicBezTo>
                      <a:pt x="37199" y="11342"/>
                      <a:pt x="37199" y="11343"/>
                      <a:pt x="37200" y="11344"/>
                    </a:cubicBezTo>
                    <a:cubicBezTo>
                      <a:pt x="37200" y="11344"/>
                      <a:pt x="37200" y="11344"/>
                      <a:pt x="37200" y="11344"/>
                    </a:cubicBezTo>
                    <a:lnTo>
                      <a:pt x="37200" y="11344"/>
                    </a:lnTo>
                    <a:cubicBezTo>
                      <a:pt x="37200" y="11344"/>
                      <a:pt x="37200" y="11345"/>
                      <a:pt x="37200" y="11345"/>
                    </a:cubicBezTo>
                    <a:lnTo>
                      <a:pt x="37200" y="11345"/>
                    </a:lnTo>
                    <a:cubicBezTo>
                      <a:pt x="37482" y="12299"/>
                      <a:pt x="37697" y="13270"/>
                      <a:pt x="37911" y="14235"/>
                    </a:cubicBezTo>
                    <a:cubicBezTo>
                      <a:pt x="38470" y="16822"/>
                      <a:pt x="38894" y="19442"/>
                      <a:pt x="39199" y="22068"/>
                    </a:cubicBezTo>
                    <a:cubicBezTo>
                      <a:pt x="39430" y="24026"/>
                      <a:pt x="39597" y="25995"/>
                      <a:pt x="39700" y="27964"/>
                    </a:cubicBezTo>
                    <a:lnTo>
                      <a:pt x="296" y="27964"/>
                    </a:lnTo>
                    <a:cubicBezTo>
                      <a:pt x="480" y="24425"/>
                      <a:pt x="867" y="20892"/>
                      <a:pt x="1469" y="17398"/>
                    </a:cubicBezTo>
                    <a:cubicBezTo>
                      <a:pt x="1796" y="15523"/>
                      <a:pt x="2175" y="13653"/>
                      <a:pt x="2666" y="11812"/>
                    </a:cubicBezTo>
                    <a:cubicBezTo>
                      <a:pt x="2835" y="11169"/>
                      <a:pt x="3067" y="10604"/>
                      <a:pt x="3395" y="10017"/>
                    </a:cubicBezTo>
                    <a:cubicBezTo>
                      <a:pt x="4569" y="7916"/>
                      <a:pt x="6399" y="6222"/>
                      <a:pt x="8421" y="4951"/>
                    </a:cubicBezTo>
                    <a:cubicBezTo>
                      <a:pt x="9189" y="4471"/>
                      <a:pt x="9985" y="4047"/>
                      <a:pt x="10804" y="3669"/>
                    </a:cubicBezTo>
                    <a:cubicBezTo>
                      <a:pt x="11662" y="3268"/>
                      <a:pt x="12498" y="2822"/>
                      <a:pt x="13306" y="2336"/>
                    </a:cubicBezTo>
                    <a:cubicBezTo>
                      <a:pt x="14294" y="1738"/>
                      <a:pt x="15248" y="1088"/>
                      <a:pt x="16146" y="365"/>
                    </a:cubicBezTo>
                    <a:cubicBezTo>
                      <a:pt x="16176" y="339"/>
                      <a:pt x="16205" y="316"/>
                      <a:pt x="16233" y="292"/>
                    </a:cubicBezTo>
                    <a:lnTo>
                      <a:pt x="16254" y="292"/>
                    </a:lnTo>
                    <a:cubicBezTo>
                      <a:pt x="16316" y="684"/>
                      <a:pt x="16490" y="1065"/>
                      <a:pt x="16767" y="1348"/>
                    </a:cubicBezTo>
                    <a:cubicBezTo>
                      <a:pt x="17137" y="1727"/>
                      <a:pt x="17676" y="1907"/>
                      <a:pt x="18203" y="1907"/>
                    </a:cubicBezTo>
                    <a:cubicBezTo>
                      <a:pt x="18336" y="1907"/>
                      <a:pt x="18469" y="1896"/>
                      <a:pt x="18597" y="1873"/>
                    </a:cubicBezTo>
                    <a:cubicBezTo>
                      <a:pt x="19030" y="1802"/>
                      <a:pt x="19444" y="1611"/>
                      <a:pt x="19757" y="1306"/>
                    </a:cubicBezTo>
                    <a:lnTo>
                      <a:pt x="19757" y="1306"/>
                    </a:lnTo>
                    <a:cubicBezTo>
                      <a:pt x="20163" y="1705"/>
                      <a:pt x="20725" y="1905"/>
                      <a:pt x="21280" y="1905"/>
                    </a:cubicBezTo>
                    <a:cubicBezTo>
                      <a:pt x="22060" y="1905"/>
                      <a:pt x="22828" y="1511"/>
                      <a:pt x="23138" y="727"/>
                    </a:cubicBezTo>
                    <a:cubicBezTo>
                      <a:pt x="23194" y="585"/>
                      <a:pt x="23233" y="440"/>
                      <a:pt x="23256" y="292"/>
                    </a:cubicBezTo>
                    <a:close/>
                    <a:moveTo>
                      <a:pt x="23739" y="1"/>
                    </a:moveTo>
                    <a:cubicBezTo>
                      <a:pt x="23674" y="1"/>
                      <a:pt x="23606" y="9"/>
                      <a:pt x="23550" y="9"/>
                    </a:cubicBezTo>
                    <a:lnTo>
                      <a:pt x="23132" y="9"/>
                    </a:lnTo>
                    <a:cubicBezTo>
                      <a:pt x="23053" y="9"/>
                      <a:pt x="22997" y="77"/>
                      <a:pt x="22991" y="151"/>
                    </a:cubicBezTo>
                    <a:cubicBezTo>
                      <a:pt x="22951" y="642"/>
                      <a:pt x="22652" y="1173"/>
                      <a:pt x="22178" y="1421"/>
                    </a:cubicBezTo>
                    <a:cubicBezTo>
                      <a:pt x="21912" y="1562"/>
                      <a:pt x="21610" y="1630"/>
                      <a:pt x="21308" y="1630"/>
                    </a:cubicBezTo>
                    <a:cubicBezTo>
                      <a:pt x="20762" y="1630"/>
                      <a:pt x="20213" y="1410"/>
                      <a:pt x="19857" y="1003"/>
                    </a:cubicBezTo>
                    <a:cubicBezTo>
                      <a:pt x="19831" y="975"/>
                      <a:pt x="19793" y="961"/>
                      <a:pt x="19756" y="961"/>
                    </a:cubicBezTo>
                    <a:cubicBezTo>
                      <a:pt x="19718" y="961"/>
                      <a:pt x="19682" y="975"/>
                      <a:pt x="19659" y="1003"/>
                    </a:cubicBezTo>
                    <a:cubicBezTo>
                      <a:pt x="19299" y="1410"/>
                      <a:pt x="18751" y="1630"/>
                      <a:pt x="18206" y="1630"/>
                    </a:cubicBezTo>
                    <a:cubicBezTo>
                      <a:pt x="17904" y="1630"/>
                      <a:pt x="17604" y="1562"/>
                      <a:pt x="17338" y="1421"/>
                    </a:cubicBezTo>
                    <a:cubicBezTo>
                      <a:pt x="16863" y="1173"/>
                      <a:pt x="16559" y="642"/>
                      <a:pt x="16519" y="151"/>
                    </a:cubicBezTo>
                    <a:cubicBezTo>
                      <a:pt x="16513" y="77"/>
                      <a:pt x="16463" y="9"/>
                      <a:pt x="16378" y="9"/>
                    </a:cubicBezTo>
                    <a:cubicBezTo>
                      <a:pt x="16350" y="9"/>
                      <a:pt x="16324" y="9"/>
                      <a:pt x="16298" y="9"/>
                    </a:cubicBezTo>
                    <a:cubicBezTo>
                      <a:pt x="16208" y="9"/>
                      <a:pt x="16129" y="16"/>
                      <a:pt x="16050" y="77"/>
                    </a:cubicBezTo>
                    <a:cubicBezTo>
                      <a:pt x="15960" y="145"/>
                      <a:pt x="15875" y="224"/>
                      <a:pt x="15785" y="292"/>
                    </a:cubicBezTo>
                    <a:cubicBezTo>
                      <a:pt x="15373" y="619"/>
                      <a:pt x="14943" y="924"/>
                      <a:pt x="14509" y="1224"/>
                    </a:cubicBezTo>
                    <a:cubicBezTo>
                      <a:pt x="13820" y="1698"/>
                      <a:pt x="13102" y="2139"/>
                      <a:pt x="12374" y="2551"/>
                    </a:cubicBezTo>
                    <a:cubicBezTo>
                      <a:pt x="11527" y="3025"/>
                      <a:pt x="10640" y="3409"/>
                      <a:pt x="9776" y="3855"/>
                    </a:cubicBezTo>
                    <a:cubicBezTo>
                      <a:pt x="7336" y="5115"/>
                      <a:pt x="5083" y="6882"/>
                      <a:pt x="3558" y="9198"/>
                    </a:cubicBezTo>
                    <a:cubicBezTo>
                      <a:pt x="3112" y="9881"/>
                      <a:pt x="2700" y="10626"/>
                      <a:pt x="2474" y="11423"/>
                    </a:cubicBezTo>
                    <a:cubicBezTo>
                      <a:pt x="2034" y="13015"/>
                      <a:pt x="1695" y="14636"/>
                      <a:pt x="1390" y="16257"/>
                    </a:cubicBezTo>
                    <a:cubicBezTo>
                      <a:pt x="752" y="19657"/>
                      <a:pt x="328" y="23096"/>
                      <a:pt x="97" y="26541"/>
                    </a:cubicBezTo>
                    <a:cubicBezTo>
                      <a:pt x="63" y="27060"/>
                      <a:pt x="34" y="27585"/>
                      <a:pt x="6" y="28105"/>
                    </a:cubicBezTo>
                    <a:cubicBezTo>
                      <a:pt x="1" y="28184"/>
                      <a:pt x="74" y="28246"/>
                      <a:pt x="147" y="28246"/>
                    </a:cubicBezTo>
                    <a:lnTo>
                      <a:pt x="39848" y="28246"/>
                    </a:lnTo>
                    <a:cubicBezTo>
                      <a:pt x="39922" y="28246"/>
                      <a:pt x="39989" y="28184"/>
                      <a:pt x="39989" y="28105"/>
                    </a:cubicBezTo>
                    <a:cubicBezTo>
                      <a:pt x="39820" y="24745"/>
                      <a:pt x="39464" y="21390"/>
                      <a:pt x="38922" y="18064"/>
                    </a:cubicBezTo>
                    <a:cubicBezTo>
                      <a:pt x="38600" y="16104"/>
                      <a:pt x="38216" y="14156"/>
                      <a:pt x="37730" y="12230"/>
                    </a:cubicBezTo>
                    <a:cubicBezTo>
                      <a:pt x="37651" y="11908"/>
                      <a:pt x="37567" y="11586"/>
                      <a:pt x="37476" y="11270"/>
                    </a:cubicBezTo>
                    <a:cubicBezTo>
                      <a:pt x="37363" y="10881"/>
                      <a:pt x="37177" y="10502"/>
                      <a:pt x="36991" y="10146"/>
                    </a:cubicBezTo>
                    <a:cubicBezTo>
                      <a:pt x="36494" y="9192"/>
                      <a:pt x="35850" y="8311"/>
                      <a:pt x="35121" y="7520"/>
                    </a:cubicBezTo>
                    <a:cubicBezTo>
                      <a:pt x="33992" y="6284"/>
                      <a:pt x="32648" y="5245"/>
                      <a:pt x="31202" y="4397"/>
                    </a:cubicBezTo>
                    <a:cubicBezTo>
                      <a:pt x="30259" y="3844"/>
                      <a:pt x="29259" y="3415"/>
                      <a:pt x="28294" y="2912"/>
                    </a:cubicBezTo>
                    <a:cubicBezTo>
                      <a:pt x="27413" y="2455"/>
                      <a:pt x="26566" y="1947"/>
                      <a:pt x="25741" y="1399"/>
                    </a:cubicBezTo>
                    <a:cubicBezTo>
                      <a:pt x="25182" y="1026"/>
                      <a:pt x="24634" y="631"/>
                      <a:pt x="24103" y="207"/>
                    </a:cubicBezTo>
                    <a:cubicBezTo>
                      <a:pt x="24036" y="151"/>
                      <a:pt x="23945" y="49"/>
                      <a:pt x="23855" y="15"/>
                    </a:cubicBezTo>
                    <a:cubicBezTo>
                      <a:pt x="23820" y="4"/>
                      <a:pt x="23780" y="1"/>
                      <a:pt x="23739"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7" name="Google Shape;957;p37"/>
              <p:cNvSpPr/>
              <p:nvPr/>
            </p:nvSpPr>
            <p:spPr>
              <a:xfrm>
                <a:off x="2440000" y="3757225"/>
                <a:ext cx="176225" cy="7650"/>
              </a:xfrm>
              <a:custGeom>
                <a:avLst/>
                <a:gdLst/>
                <a:ahLst/>
                <a:cxnLst/>
                <a:rect l="l" t="t" r="r" b="b"/>
                <a:pathLst>
                  <a:path w="7049" h="306" extrusionOk="0">
                    <a:moveTo>
                      <a:pt x="148" y="1"/>
                    </a:moveTo>
                    <a:cubicBezTo>
                      <a:pt x="74" y="1"/>
                      <a:pt x="1" y="63"/>
                      <a:pt x="7" y="142"/>
                    </a:cubicBezTo>
                    <a:cubicBezTo>
                      <a:pt x="7" y="148"/>
                      <a:pt x="7" y="159"/>
                      <a:pt x="7" y="165"/>
                    </a:cubicBezTo>
                    <a:cubicBezTo>
                      <a:pt x="12" y="244"/>
                      <a:pt x="69" y="306"/>
                      <a:pt x="148" y="306"/>
                    </a:cubicBezTo>
                    <a:lnTo>
                      <a:pt x="6902" y="306"/>
                    </a:lnTo>
                    <a:cubicBezTo>
                      <a:pt x="6962" y="306"/>
                      <a:pt x="7003" y="274"/>
                      <a:pt x="7023" y="232"/>
                    </a:cubicBezTo>
                    <a:lnTo>
                      <a:pt x="7023" y="232"/>
                    </a:lnTo>
                    <a:cubicBezTo>
                      <a:pt x="7034" y="214"/>
                      <a:pt x="7042" y="191"/>
                      <a:pt x="7043" y="165"/>
                    </a:cubicBezTo>
                    <a:cubicBezTo>
                      <a:pt x="7043" y="159"/>
                      <a:pt x="7043" y="148"/>
                      <a:pt x="7043" y="142"/>
                    </a:cubicBezTo>
                    <a:cubicBezTo>
                      <a:pt x="7049" y="63"/>
                      <a:pt x="6975" y="1"/>
                      <a:pt x="6902"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8" name="Google Shape;958;p37"/>
              <p:cNvSpPr/>
              <p:nvPr/>
            </p:nvSpPr>
            <p:spPr>
              <a:xfrm>
                <a:off x="2440000" y="3757800"/>
                <a:ext cx="176225" cy="47450"/>
              </a:xfrm>
              <a:custGeom>
                <a:avLst/>
                <a:gdLst/>
                <a:ahLst/>
                <a:cxnLst/>
                <a:rect l="l" t="t" r="r" b="b"/>
                <a:pathLst>
                  <a:path w="7049" h="1898" extrusionOk="0">
                    <a:moveTo>
                      <a:pt x="6741" y="283"/>
                    </a:moveTo>
                    <a:cubicBezTo>
                      <a:pt x="6725" y="362"/>
                      <a:pt x="6708" y="441"/>
                      <a:pt x="6682" y="520"/>
                    </a:cubicBezTo>
                    <a:cubicBezTo>
                      <a:pt x="6608" y="735"/>
                      <a:pt x="6495" y="944"/>
                      <a:pt x="6337" y="1113"/>
                    </a:cubicBezTo>
                    <a:cubicBezTo>
                      <a:pt x="6020" y="1454"/>
                      <a:pt x="5533" y="1618"/>
                      <a:pt x="5070" y="1618"/>
                    </a:cubicBezTo>
                    <a:cubicBezTo>
                      <a:pt x="4965" y="1618"/>
                      <a:pt x="4862" y="1610"/>
                      <a:pt x="4762" y="1593"/>
                    </a:cubicBezTo>
                    <a:cubicBezTo>
                      <a:pt x="4327" y="1520"/>
                      <a:pt x="3920" y="1328"/>
                      <a:pt x="3627" y="994"/>
                    </a:cubicBezTo>
                    <a:cubicBezTo>
                      <a:pt x="3601" y="966"/>
                      <a:pt x="3563" y="952"/>
                      <a:pt x="3526" y="952"/>
                    </a:cubicBezTo>
                    <a:cubicBezTo>
                      <a:pt x="3488" y="952"/>
                      <a:pt x="3452" y="966"/>
                      <a:pt x="3429" y="994"/>
                    </a:cubicBezTo>
                    <a:cubicBezTo>
                      <a:pt x="3096" y="1378"/>
                      <a:pt x="2559" y="1616"/>
                      <a:pt x="2051" y="1616"/>
                    </a:cubicBezTo>
                    <a:cubicBezTo>
                      <a:pt x="1582" y="1616"/>
                      <a:pt x="1102" y="1503"/>
                      <a:pt x="758" y="1158"/>
                    </a:cubicBezTo>
                    <a:cubicBezTo>
                      <a:pt x="543" y="944"/>
                      <a:pt x="402" y="673"/>
                      <a:pt x="334" y="384"/>
                    </a:cubicBezTo>
                    <a:cubicBezTo>
                      <a:pt x="324" y="349"/>
                      <a:pt x="317" y="316"/>
                      <a:pt x="312" y="283"/>
                    </a:cubicBezTo>
                    <a:close/>
                    <a:moveTo>
                      <a:pt x="148" y="0"/>
                    </a:moveTo>
                    <a:cubicBezTo>
                      <a:pt x="80" y="0"/>
                      <a:pt x="1" y="68"/>
                      <a:pt x="7" y="142"/>
                    </a:cubicBezTo>
                    <a:cubicBezTo>
                      <a:pt x="63" y="802"/>
                      <a:pt x="453" y="1429"/>
                      <a:pt x="1063" y="1706"/>
                    </a:cubicBezTo>
                    <a:cubicBezTo>
                      <a:pt x="1379" y="1847"/>
                      <a:pt x="1712" y="1898"/>
                      <a:pt x="2051" y="1898"/>
                    </a:cubicBezTo>
                    <a:cubicBezTo>
                      <a:pt x="2584" y="1898"/>
                      <a:pt x="3146" y="1670"/>
                      <a:pt x="3527" y="1298"/>
                    </a:cubicBezTo>
                    <a:lnTo>
                      <a:pt x="3527" y="1298"/>
                    </a:lnTo>
                    <a:cubicBezTo>
                      <a:pt x="3929" y="1698"/>
                      <a:pt x="4498" y="1894"/>
                      <a:pt x="5064" y="1894"/>
                    </a:cubicBezTo>
                    <a:cubicBezTo>
                      <a:pt x="5178" y="1894"/>
                      <a:pt x="5293" y="1886"/>
                      <a:pt x="5406" y="1870"/>
                    </a:cubicBezTo>
                    <a:cubicBezTo>
                      <a:pt x="6100" y="1774"/>
                      <a:pt x="6659" y="1356"/>
                      <a:pt x="6913" y="701"/>
                    </a:cubicBezTo>
                    <a:cubicBezTo>
                      <a:pt x="6987" y="520"/>
                      <a:pt x="7026" y="334"/>
                      <a:pt x="7043" y="142"/>
                    </a:cubicBezTo>
                    <a:cubicBezTo>
                      <a:pt x="7049" y="68"/>
                      <a:pt x="6975" y="0"/>
                      <a:pt x="6902"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959" name="Google Shape;959;p37"/>
            <p:cNvGrpSpPr/>
            <p:nvPr/>
          </p:nvGrpSpPr>
          <p:grpSpPr>
            <a:xfrm flipH="1">
              <a:off x="7343121" y="3214956"/>
              <a:ext cx="1325069" cy="1617386"/>
              <a:chOff x="2530500" y="1412150"/>
              <a:chExt cx="999750" cy="1220300"/>
            </a:xfrm>
          </p:grpSpPr>
          <p:sp>
            <p:nvSpPr>
              <p:cNvPr id="960" name="Google Shape;960;p37"/>
              <p:cNvSpPr/>
              <p:nvPr/>
            </p:nvSpPr>
            <p:spPr>
              <a:xfrm>
                <a:off x="2932025" y="1470100"/>
                <a:ext cx="334350" cy="463500"/>
              </a:xfrm>
              <a:custGeom>
                <a:avLst/>
                <a:gdLst/>
                <a:ahLst/>
                <a:cxnLst/>
                <a:rect l="l" t="t" r="r" b="b"/>
                <a:pathLst>
                  <a:path w="13374" h="18540" extrusionOk="0">
                    <a:moveTo>
                      <a:pt x="2578" y="415"/>
                    </a:moveTo>
                    <a:lnTo>
                      <a:pt x="2578" y="415"/>
                    </a:lnTo>
                    <a:cubicBezTo>
                      <a:pt x="4084" y="774"/>
                      <a:pt x="5637" y="1007"/>
                      <a:pt x="7189" y="1007"/>
                    </a:cubicBezTo>
                    <a:cubicBezTo>
                      <a:pt x="7284" y="1007"/>
                      <a:pt x="7378" y="1006"/>
                      <a:pt x="7472" y="1004"/>
                    </a:cubicBezTo>
                    <a:cubicBezTo>
                      <a:pt x="8387" y="988"/>
                      <a:pt x="9330" y="897"/>
                      <a:pt x="10211" y="620"/>
                    </a:cubicBezTo>
                    <a:cubicBezTo>
                      <a:pt x="10318" y="586"/>
                      <a:pt x="10428" y="552"/>
                      <a:pt x="10534" y="508"/>
                    </a:cubicBezTo>
                    <a:lnTo>
                      <a:pt x="10534" y="508"/>
                    </a:lnTo>
                    <a:cubicBezTo>
                      <a:pt x="11027" y="1155"/>
                      <a:pt x="11345" y="1943"/>
                      <a:pt x="11426" y="2755"/>
                    </a:cubicBezTo>
                    <a:cubicBezTo>
                      <a:pt x="11465" y="3145"/>
                      <a:pt x="11454" y="3546"/>
                      <a:pt x="11454" y="3941"/>
                    </a:cubicBezTo>
                    <a:lnTo>
                      <a:pt x="11454" y="5359"/>
                    </a:lnTo>
                    <a:cubicBezTo>
                      <a:pt x="11454" y="5455"/>
                      <a:pt x="11426" y="5613"/>
                      <a:pt x="11493" y="5686"/>
                    </a:cubicBezTo>
                    <a:cubicBezTo>
                      <a:pt x="11584" y="5782"/>
                      <a:pt x="11714" y="5861"/>
                      <a:pt x="11815" y="5940"/>
                    </a:cubicBezTo>
                    <a:cubicBezTo>
                      <a:pt x="12160" y="6217"/>
                      <a:pt x="12504" y="6488"/>
                      <a:pt x="12854" y="6765"/>
                    </a:cubicBezTo>
                    <a:cubicBezTo>
                      <a:pt x="13029" y="6912"/>
                      <a:pt x="13120" y="7132"/>
                      <a:pt x="13018" y="7352"/>
                    </a:cubicBezTo>
                    <a:cubicBezTo>
                      <a:pt x="12922" y="7567"/>
                      <a:pt x="12702" y="7674"/>
                      <a:pt x="12476" y="7680"/>
                    </a:cubicBezTo>
                    <a:lnTo>
                      <a:pt x="11567" y="7680"/>
                    </a:lnTo>
                    <a:cubicBezTo>
                      <a:pt x="11488" y="7680"/>
                      <a:pt x="11431" y="7742"/>
                      <a:pt x="11426" y="7821"/>
                    </a:cubicBezTo>
                    <a:cubicBezTo>
                      <a:pt x="11267" y="9588"/>
                      <a:pt x="10307" y="11232"/>
                      <a:pt x="8833" y="12231"/>
                    </a:cubicBezTo>
                    <a:cubicBezTo>
                      <a:pt x="8421" y="12514"/>
                      <a:pt x="7975" y="12740"/>
                      <a:pt x="7512" y="12909"/>
                    </a:cubicBezTo>
                    <a:cubicBezTo>
                      <a:pt x="7450" y="12932"/>
                      <a:pt x="7405" y="12982"/>
                      <a:pt x="7405" y="13045"/>
                    </a:cubicBezTo>
                    <a:lnTo>
                      <a:pt x="7405" y="14857"/>
                    </a:lnTo>
                    <a:lnTo>
                      <a:pt x="7405" y="17738"/>
                    </a:lnTo>
                    <a:lnTo>
                      <a:pt x="7405" y="18257"/>
                    </a:lnTo>
                    <a:lnTo>
                      <a:pt x="283" y="18257"/>
                    </a:lnTo>
                    <a:lnTo>
                      <a:pt x="283" y="16710"/>
                    </a:lnTo>
                    <a:lnTo>
                      <a:pt x="283" y="14022"/>
                    </a:lnTo>
                    <a:lnTo>
                      <a:pt x="283" y="13406"/>
                    </a:lnTo>
                    <a:lnTo>
                      <a:pt x="283" y="11746"/>
                    </a:lnTo>
                    <a:lnTo>
                      <a:pt x="283" y="10808"/>
                    </a:lnTo>
                    <a:lnTo>
                      <a:pt x="283" y="8617"/>
                    </a:lnTo>
                    <a:lnTo>
                      <a:pt x="283" y="6347"/>
                    </a:lnTo>
                    <a:lnTo>
                      <a:pt x="283" y="5534"/>
                    </a:lnTo>
                    <a:cubicBezTo>
                      <a:pt x="283" y="5445"/>
                      <a:pt x="291" y="5351"/>
                      <a:pt x="291" y="5261"/>
                    </a:cubicBezTo>
                    <a:lnTo>
                      <a:pt x="291" y="5261"/>
                    </a:lnTo>
                    <a:cubicBezTo>
                      <a:pt x="1182" y="5259"/>
                      <a:pt x="2088" y="4818"/>
                      <a:pt x="2650" y="4144"/>
                    </a:cubicBezTo>
                    <a:cubicBezTo>
                      <a:pt x="3276" y="3393"/>
                      <a:pt x="3497" y="2360"/>
                      <a:pt x="3180" y="1428"/>
                    </a:cubicBezTo>
                    <a:cubicBezTo>
                      <a:pt x="3051" y="1049"/>
                      <a:pt x="2843" y="707"/>
                      <a:pt x="2578" y="415"/>
                    </a:cubicBezTo>
                    <a:close/>
                    <a:moveTo>
                      <a:pt x="2078" y="0"/>
                    </a:moveTo>
                    <a:cubicBezTo>
                      <a:pt x="1940" y="0"/>
                      <a:pt x="1898" y="182"/>
                      <a:pt x="2011" y="265"/>
                    </a:cubicBezTo>
                    <a:cubicBezTo>
                      <a:pt x="2763" y="846"/>
                      <a:pt x="3175" y="1806"/>
                      <a:pt x="3005" y="2750"/>
                    </a:cubicBezTo>
                    <a:cubicBezTo>
                      <a:pt x="2859" y="3574"/>
                      <a:pt x="2305" y="4269"/>
                      <a:pt x="1571" y="4653"/>
                    </a:cubicBezTo>
                    <a:cubicBezTo>
                      <a:pt x="1181" y="4853"/>
                      <a:pt x="721" y="4978"/>
                      <a:pt x="275" y="4978"/>
                    </a:cubicBezTo>
                    <a:cubicBezTo>
                      <a:pt x="231" y="4978"/>
                      <a:pt x="186" y="4977"/>
                      <a:pt x="142" y="4975"/>
                    </a:cubicBezTo>
                    <a:cubicBezTo>
                      <a:pt x="69" y="4975"/>
                      <a:pt x="1" y="5042"/>
                      <a:pt x="1" y="5116"/>
                    </a:cubicBezTo>
                    <a:lnTo>
                      <a:pt x="1" y="6115"/>
                    </a:lnTo>
                    <a:lnTo>
                      <a:pt x="1" y="8323"/>
                    </a:lnTo>
                    <a:lnTo>
                      <a:pt x="1" y="10588"/>
                    </a:lnTo>
                    <a:lnTo>
                      <a:pt x="1" y="11734"/>
                    </a:lnTo>
                    <a:lnTo>
                      <a:pt x="1" y="13338"/>
                    </a:lnTo>
                    <a:lnTo>
                      <a:pt x="1" y="13406"/>
                    </a:lnTo>
                    <a:lnTo>
                      <a:pt x="1" y="15095"/>
                    </a:lnTo>
                    <a:lnTo>
                      <a:pt x="1" y="17783"/>
                    </a:lnTo>
                    <a:lnTo>
                      <a:pt x="1" y="18398"/>
                    </a:lnTo>
                    <a:cubicBezTo>
                      <a:pt x="1" y="18472"/>
                      <a:pt x="69" y="18539"/>
                      <a:pt x="142" y="18539"/>
                    </a:cubicBezTo>
                    <a:lnTo>
                      <a:pt x="7546" y="18539"/>
                    </a:lnTo>
                    <a:cubicBezTo>
                      <a:pt x="7625" y="18539"/>
                      <a:pt x="7687" y="18472"/>
                      <a:pt x="7687" y="18398"/>
                    </a:cubicBezTo>
                    <a:lnTo>
                      <a:pt x="7687" y="16585"/>
                    </a:lnTo>
                    <a:lnTo>
                      <a:pt x="7687" y="13705"/>
                    </a:lnTo>
                    <a:lnTo>
                      <a:pt x="7687" y="13142"/>
                    </a:lnTo>
                    <a:lnTo>
                      <a:pt x="7687" y="13142"/>
                    </a:lnTo>
                    <a:cubicBezTo>
                      <a:pt x="9390" y="12493"/>
                      <a:pt x="10754" y="11113"/>
                      <a:pt x="11369" y="9385"/>
                    </a:cubicBezTo>
                    <a:cubicBezTo>
                      <a:pt x="11534" y="8927"/>
                      <a:pt x="11642" y="8446"/>
                      <a:pt x="11694" y="7962"/>
                    </a:cubicBezTo>
                    <a:lnTo>
                      <a:pt x="12448" y="7962"/>
                    </a:lnTo>
                    <a:cubicBezTo>
                      <a:pt x="12866" y="7956"/>
                      <a:pt x="13272" y="7702"/>
                      <a:pt x="13334" y="7262"/>
                    </a:cubicBezTo>
                    <a:cubicBezTo>
                      <a:pt x="13373" y="6994"/>
                      <a:pt x="13264" y="6742"/>
                      <a:pt x="13059" y="6568"/>
                    </a:cubicBezTo>
                    <a:lnTo>
                      <a:pt x="13059" y="6568"/>
                    </a:lnTo>
                    <a:cubicBezTo>
                      <a:pt x="13057" y="6566"/>
                      <a:pt x="13055" y="6563"/>
                      <a:pt x="13052" y="6561"/>
                    </a:cubicBezTo>
                    <a:lnTo>
                      <a:pt x="13052" y="6561"/>
                    </a:lnTo>
                    <a:cubicBezTo>
                      <a:pt x="13052" y="6561"/>
                      <a:pt x="13052" y="6561"/>
                      <a:pt x="13052" y="6561"/>
                    </a:cubicBezTo>
                    <a:cubicBezTo>
                      <a:pt x="13051" y="6561"/>
                      <a:pt x="13051" y="6560"/>
                      <a:pt x="13050" y="6560"/>
                    </a:cubicBezTo>
                    <a:lnTo>
                      <a:pt x="13050" y="6560"/>
                    </a:lnTo>
                    <a:cubicBezTo>
                      <a:pt x="12614" y="6216"/>
                      <a:pt x="12173" y="5868"/>
                      <a:pt x="11736" y="5524"/>
                    </a:cubicBezTo>
                    <a:lnTo>
                      <a:pt x="11736" y="5524"/>
                    </a:lnTo>
                    <a:lnTo>
                      <a:pt x="11736" y="4009"/>
                    </a:lnTo>
                    <a:cubicBezTo>
                      <a:pt x="11736" y="3309"/>
                      <a:pt x="11747" y="2614"/>
                      <a:pt x="11555" y="1931"/>
                    </a:cubicBezTo>
                    <a:cubicBezTo>
                      <a:pt x="11380" y="1298"/>
                      <a:pt x="11064" y="711"/>
                      <a:pt x="10646" y="203"/>
                    </a:cubicBezTo>
                    <a:cubicBezTo>
                      <a:pt x="10618" y="167"/>
                      <a:pt x="10586" y="153"/>
                      <a:pt x="10554" y="153"/>
                    </a:cubicBezTo>
                    <a:cubicBezTo>
                      <a:pt x="10501" y="153"/>
                      <a:pt x="10449" y="195"/>
                      <a:pt x="10426" y="250"/>
                    </a:cubicBezTo>
                    <a:lnTo>
                      <a:pt x="10426" y="250"/>
                    </a:lnTo>
                    <a:cubicBezTo>
                      <a:pt x="10354" y="276"/>
                      <a:pt x="10283" y="301"/>
                      <a:pt x="10211" y="327"/>
                    </a:cubicBezTo>
                    <a:cubicBezTo>
                      <a:pt x="9906" y="428"/>
                      <a:pt x="9590" y="502"/>
                      <a:pt x="9274" y="558"/>
                    </a:cubicBezTo>
                    <a:cubicBezTo>
                      <a:pt x="8602" y="679"/>
                      <a:pt x="7916" y="729"/>
                      <a:pt x="7230" y="729"/>
                    </a:cubicBezTo>
                    <a:cubicBezTo>
                      <a:pt x="6637" y="729"/>
                      <a:pt x="6043" y="692"/>
                      <a:pt x="5456" y="632"/>
                    </a:cubicBezTo>
                    <a:cubicBezTo>
                      <a:pt x="4333" y="513"/>
                      <a:pt x="3214" y="293"/>
                      <a:pt x="2119" y="5"/>
                    </a:cubicBezTo>
                    <a:cubicBezTo>
                      <a:pt x="2104" y="2"/>
                      <a:pt x="2091" y="0"/>
                      <a:pt x="2078"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1" name="Google Shape;961;p37"/>
              <p:cNvSpPr/>
              <p:nvPr/>
            </p:nvSpPr>
            <p:spPr>
              <a:xfrm>
                <a:off x="2793250" y="1412150"/>
                <a:ext cx="406800" cy="355175"/>
              </a:xfrm>
              <a:custGeom>
                <a:avLst/>
                <a:gdLst/>
                <a:ahLst/>
                <a:cxnLst/>
                <a:rect l="l" t="t" r="r" b="b"/>
                <a:pathLst>
                  <a:path w="16272" h="14207" extrusionOk="0">
                    <a:moveTo>
                      <a:pt x="9000" y="284"/>
                    </a:moveTo>
                    <a:cubicBezTo>
                      <a:pt x="10460" y="284"/>
                      <a:pt x="11941" y="445"/>
                      <a:pt x="13328" y="917"/>
                    </a:cubicBezTo>
                    <a:cubicBezTo>
                      <a:pt x="13712" y="1041"/>
                      <a:pt x="14085" y="1199"/>
                      <a:pt x="14447" y="1385"/>
                    </a:cubicBezTo>
                    <a:cubicBezTo>
                      <a:pt x="14627" y="1476"/>
                      <a:pt x="14808" y="1577"/>
                      <a:pt x="14977" y="1690"/>
                    </a:cubicBezTo>
                    <a:cubicBezTo>
                      <a:pt x="15175" y="1815"/>
                      <a:pt x="15344" y="1961"/>
                      <a:pt x="15525" y="2108"/>
                    </a:cubicBezTo>
                    <a:cubicBezTo>
                      <a:pt x="15667" y="2250"/>
                      <a:pt x="15824" y="2407"/>
                      <a:pt x="15925" y="2587"/>
                    </a:cubicBezTo>
                    <a:lnTo>
                      <a:pt x="15925" y="2587"/>
                    </a:lnTo>
                    <a:cubicBezTo>
                      <a:pt x="15871" y="2606"/>
                      <a:pt x="15816" y="2625"/>
                      <a:pt x="15762" y="2645"/>
                    </a:cubicBezTo>
                    <a:cubicBezTo>
                      <a:pt x="15457" y="2746"/>
                      <a:pt x="15141" y="2820"/>
                      <a:pt x="14825" y="2876"/>
                    </a:cubicBezTo>
                    <a:cubicBezTo>
                      <a:pt x="14153" y="2997"/>
                      <a:pt x="13467" y="3047"/>
                      <a:pt x="12781" y="3047"/>
                    </a:cubicBezTo>
                    <a:cubicBezTo>
                      <a:pt x="12188" y="3047"/>
                      <a:pt x="11594" y="3010"/>
                      <a:pt x="11007" y="2950"/>
                    </a:cubicBezTo>
                    <a:cubicBezTo>
                      <a:pt x="9884" y="2831"/>
                      <a:pt x="8765" y="2611"/>
                      <a:pt x="7670" y="2323"/>
                    </a:cubicBezTo>
                    <a:cubicBezTo>
                      <a:pt x="7655" y="2320"/>
                      <a:pt x="7642" y="2318"/>
                      <a:pt x="7629" y="2318"/>
                    </a:cubicBezTo>
                    <a:cubicBezTo>
                      <a:pt x="7491" y="2318"/>
                      <a:pt x="7449" y="2500"/>
                      <a:pt x="7562" y="2583"/>
                    </a:cubicBezTo>
                    <a:cubicBezTo>
                      <a:pt x="8314" y="3164"/>
                      <a:pt x="8726" y="4124"/>
                      <a:pt x="8556" y="5068"/>
                    </a:cubicBezTo>
                    <a:cubicBezTo>
                      <a:pt x="8410" y="5892"/>
                      <a:pt x="7856" y="6587"/>
                      <a:pt x="7122" y="6971"/>
                    </a:cubicBezTo>
                    <a:cubicBezTo>
                      <a:pt x="6732" y="7171"/>
                      <a:pt x="6272" y="7296"/>
                      <a:pt x="5826" y="7296"/>
                    </a:cubicBezTo>
                    <a:cubicBezTo>
                      <a:pt x="5782" y="7296"/>
                      <a:pt x="5737" y="7295"/>
                      <a:pt x="5693" y="7293"/>
                    </a:cubicBezTo>
                    <a:cubicBezTo>
                      <a:pt x="5620" y="7293"/>
                      <a:pt x="5552" y="7360"/>
                      <a:pt x="5552" y="7434"/>
                    </a:cubicBezTo>
                    <a:lnTo>
                      <a:pt x="5552" y="9676"/>
                    </a:lnTo>
                    <a:lnTo>
                      <a:pt x="5552" y="13239"/>
                    </a:lnTo>
                    <a:lnTo>
                      <a:pt x="5552" y="13844"/>
                    </a:lnTo>
                    <a:lnTo>
                      <a:pt x="5552" y="13844"/>
                    </a:lnTo>
                    <a:cubicBezTo>
                      <a:pt x="5431" y="13786"/>
                      <a:pt x="5314" y="13726"/>
                      <a:pt x="5202" y="13663"/>
                    </a:cubicBezTo>
                    <a:cubicBezTo>
                      <a:pt x="4744" y="13414"/>
                      <a:pt x="4315" y="13121"/>
                      <a:pt x="3909" y="12793"/>
                    </a:cubicBezTo>
                    <a:cubicBezTo>
                      <a:pt x="3899" y="12785"/>
                      <a:pt x="3888" y="12779"/>
                      <a:pt x="3876" y="12773"/>
                    </a:cubicBezTo>
                    <a:lnTo>
                      <a:pt x="3876" y="12773"/>
                    </a:lnTo>
                    <a:cubicBezTo>
                      <a:pt x="2190" y="11740"/>
                      <a:pt x="1073" y="9951"/>
                      <a:pt x="594" y="8055"/>
                    </a:cubicBezTo>
                    <a:cubicBezTo>
                      <a:pt x="164" y="6344"/>
                      <a:pt x="198" y="4305"/>
                      <a:pt x="1356" y="2876"/>
                    </a:cubicBezTo>
                    <a:cubicBezTo>
                      <a:pt x="2192" y="1849"/>
                      <a:pt x="3423" y="1244"/>
                      <a:pt x="4671" y="872"/>
                    </a:cubicBezTo>
                    <a:cubicBezTo>
                      <a:pt x="6049" y="471"/>
                      <a:pt x="7489" y="296"/>
                      <a:pt x="8923" y="284"/>
                    </a:cubicBezTo>
                    <a:cubicBezTo>
                      <a:pt x="8949" y="284"/>
                      <a:pt x="8974" y="284"/>
                      <a:pt x="9000" y="284"/>
                    </a:cubicBezTo>
                    <a:close/>
                    <a:moveTo>
                      <a:pt x="9022" y="0"/>
                    </a:moveTo>
                    <a:cubicBezTo>
                      <a:pt x="8410" y="0"/>
                      <a:pt x="7798" y="33"/>
                      <a:pt x="7190" y="98"/>
                    </a:cubicBezTo>
                    <a:cubicBezTo>
                      <a:pt x="6314" y="194"/>
                      <a:pt x="5439" y="352"/>
                      <a:pt x="4592" y="595"/>
                    </a:cubicBezTo>
                    <a:cubicBezTo>
                      <a:pt x="4584" y="597"/>
                      <a:pt x="4577" y="600"/>
                      <a:pt x="4570" y="603"/>
                    </a:cubicBezTo>
                    <a:lnTo>
                      <a:pt x="4570" y="603"/>
                    </a:lnTo>
                    <a:cubicBezTo>
                      <a:pt x="3427" y="948"/>
                      <a:pt x="2309" y="1477"/>
                      <a:pt x="1463" y="2334"/>
                    </a:cubicBezTo>
                    <a:cubicBezTo>
                      <a:pt x="769" y="3034"/>
                      <a:pt x="339" y="3921"/>
                      <a:pt x="164" y="4892"/>
                    </a:cubicBezTo>
                    <a:cubicBezTo>
                      <a:pt x="1" y="5830"/>
                      <a:pt x="40" y="6796"/>
                      <a:pt x="232" y="7727"/>
                    </a:cubicBezTo>
                    <a:cubicBezTo>
                      <a:pt x="430" y="8727"/>
                      <a:pt x="808" y="9698"/>
                      <a:pt x="1339" y="10568"/>
                    </a:cubicBezTo>
                    <a:cubicBezTo>
                      <a:pt x="1870" y="11443"/>
                      <a:pt x="2570" y="12223"/>
                      <a:pt x="3417" y="12810"/>
                    </a:cubicBezTo>
                    <a:cubicBezTo>
                      <a:pt x="3524" y="12883"/>
                      <a:pt x="3631" y="12951"/>
                      <a:pt x="3738" y="13018"/>
                    </a:cubicBezTo>
                    <a:lnTo>
                      <a:pt x="3738" y="13018"/>
                    </a:lnTo>
                    <a:cubicBezTo>
                      <a:pt x="4318" y="13485"/>
                      <a:pt x="4959" y="13921"/>
                      <a:pt x="5659" y="14199"/>
                    </a:cubicBezTo>
                    <a:cubicBezTo>
                      <a:pt x="5672" y="14204"/>
                      <a:pt x="5685" y="14207"/>
                      <a:pt x="5697" y="14207"/>
                    </a:cubicBezTo>
                    <a:cubicBezTo>
                      <a:pt x="5769" y="14207"/>
                      <a:pt x="5834" y="14131"/>
                      <a:pt x="5834" y="14064"/>
                    </a:cubicBezTo>
                    <a:lnTo>
                      <a:pt x="5834" y="11822"/>
                    </a:lnTo>
                    <a:lnTo>
                      <a:pt x="5834" y="8258"/>
                    </a:lnTo>
                    <a:lnTo>
                      <a:pt x="5834" y="7579"/>
                    </a:lnTo>
                    <a:lnTo>
                      <a:pt x="5834" y="7579"/>
                    </a:lnTo>
                    <a:cubicBezTo>
                      <a:pt x="5835" y="7579"/>
                      <a:pt x="5836" y="7579"/>
                      <a:pt x="5837" y="7579"/>
                    </a:cubicBezTo>
                    <a:cubicBezTo>
                      <a:pt x="6730" y="7579"/>
                      <a:pt x="7638" y="7138"/>
                      <a:pt x="8201" y="6462"/>
                    </a:cubicBezTo>
                    <a:cubicBezTo>
                      <a:pt x="8827" y="5711"/>
                      <a:pt x="9048" y="4678"/>
                      <a:pt x="8731" y="3746"/>
                    </a:cubicBezTo>
                    <a:cubicBezTo>
                      <a:pt x="8602" y="3367"/>
                      <a:pt x="8394" y="3025"/>
                      <a:pt x="8129" y="2733"/>
                    </a:cubicBezTo>
                    <a:lnTo>
                      <a:pt x="8129" y="2733"/>
                    </a:lnTo>
                    <a:cubicBezTo>
                      <a:pt x="9635" y="3092"/>
                      <a:pt x="11188" y="3325"/>
                      <a:pt x="12740" y="3325"/>
                    </a:cubicBezTo>
                    <a:cubicBezTo>
                      <a:pt x="12835" y="3325"/>
                      <a:pt x="12929" y="3324"/>
                      <a:pt x="13023" y="3322"/>
                    </a:cubicBezTo>
                    <a:cubicBezTo>
                      <a:pt x="13938" y="3306"/>
                      <a:pt x="14881" y="3215"/>
                      <a:pt x="15762" y="2938"/>
                    </a:cubicBezTo>
                    <a:cubicBezTo>
                      <a:pt x="15904" y="2893"/>
                      <a:pt x="16050" y="2848"/>
                      <a:pt x="16186" y="2780"/>
                    </a:cubicBezTo>
                    <a:cubicBezTo>
                      <a:pt x="16194" y="2777"/>
                      <a:pt x="16201" y="2772"/>
                      <a:pt x="16208" y="2768"/>
                    </a:cubicBezTo>
                    <a:lnTo>
                      <a:pt x="16208" y="2768"/>
                    </a:lnTo>
                    <a:cubicBezTo>
                      <a:pt x="16248" y="2742"/>
                      <a:pt x="16272" y="2698"/>
                      <a:pt x="16255" y="2641"/>
                    </a:cubicBezTo>
                    <a:lnTo>
                      <a:pt x="16255" y="2641"/>
                    </a:lnTo>
                    <a:cubicBezTo>
                      <a:pt x="16252" y="2628"/>
                      <a:pt x="16247" y="2615"/>
                      <a:pt x="16240" y="2603"/>
                    </a:cubicBezTo>
                    <a:lnTo>
                      <a:pt x="16240" y="2603"/>
                    </a:lnTo>
                    <a:cubicBezTo>
                      <a:pt x="16129" y="2343"/>
                      <a:pt x="15944" y="2123"/>
                      <a:pt x="15742" y="1929"/>
                    </a:cubicBezTo>
                    <a:lnTo>
                      <a:pt x="15742" y="1929"/>
                    </a:lnTo>
                    <a:cubicBezTo>
                      <a:pt x="15736" y="1922"/>
                      <a:pt x="15730" y="1916"/>
                      <a:pt x="15723" y="1911"/>
                    </a:cubicBezTo>
                    <a:lnTo>
                      <a:pt x="15723" y="1911"/>
                    </a:lnTo>
                    <a:cubicBezTo>
                      <a:pt x="15723" y="1911"/>
                      <a:pt x="15723" y="1911"/>
                      <a:pt x="15723" y="1911"/>
                    </a:cubicBezTo>
                    <a:cubicBezTo>
                      <a:pt x="15565" y="1781"/>
                      <a:pt x="15412" y="1645"/>
                      <a:pt x="15243" y="1527"/>
                    </a:cubicBezTo>
                    <a:cubicBezTo>
                      <a:pt x="15090" y="1419"/>
                      <a:pt x="14932" y="1323"/>
                      <a:pt x="14768" y="1233"/>
                    </a:cubicBezTo>
                    <a:cubicBezTo>
                      <a:pt x="14435" y="1052"/>
                      <a:pt x="14091" y="900"/>
                      <a:pt x="13741" y="764"/>
                    </a:cubicBezTo>
                    <a:cubicBezTo>
                      <a:pt x="13023" y="488"/>
                      <a:pt x="12267" y="307"/>
                      <a:pt x="11510" y="188"/>
                    </a:cubicBezTo>
                    <a:cubicBezTo>
                      <a:pt x="10687" y="61"/>
                      <a:pt x="9854" y="0"/>
                      <a:pt x="9022"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2" name="Google Shape;962;p37"/>
              <p:cNvSpPr/>
              <p:nvPr/>
            </p:nvSpPr>
            <p:spPr>
              <a:xfrm>
                <a:off x="3144650" y="1661975"/>
                <a:ext cx="80675" cy="37250"/>
              </a:xfrm>
              <a:custGeom>
                <a:avLst/>
                <a:gdLst/>
                <a:ahLst/>
                <a:cxnLst/>
                <a:rect l="l" t="t" r="r" b="b"/>
                <a:pathLst>
                  <a:path w="3227" h="1490" extrusionOk="0">
                    <a:moveTo>
                      <a:pt x="2922" y="287"/>
                    </a:moveTo>
                    <a:cubicBezTo>
                      <a:pt x="2887" y="597"/>
                      <a:pt x="2837" y="913"/>
                      <a:pt x="2737" y="1208"/>
                    </a:cubicBezTo>
                    <a:lnTo>
                      <a:pt x="298" y="1208"/>
                    </a:lnTo>
                    <a:cubicBezTo>
                      <a:pt x="334" y="918"/>
                      <a:pt x="480" y="643"/>
                      <a:pt x="718" y="468"/>
                    </a:cubicBezTo>
                    <a:cubicBezTo>
                      <a:pt x="904" y="332"/>
                      <a:pt x="1113" y="287"/>
                      <a:pt x="1339" y="287"/>
                    </a:cubicBezTo>
                    <a:close/>
                    <a:moveTo>
                      <a:pt x="1503" y="0"/>
                    </a:moveTo>
                    <a:cubicBezTo>
                      <a:pt x="1170" y="0"/>
                      <a:pt x="840" y="30"/>
                      <a:pt x="554" y="242"/>
                    </a:cubicBezTo>
                    <a:cubicBezTo>
                      <a:pt x="204" y="502"/>
                      <a:pt x="12" y="914"/>
                      <a:pt x="7" y="1349"/>
                    </a:cubicBezTo>
                    <a:cubicBezTo>
                      <a:pt x="1" y="1422"/>
                      <a:pt x="69" y="1490"/>
                      <a:pt x="148" y="1490"/>
                    </a:cubicBezTo>
                    <a:lnTo>
                      <a:pt x="2836" y="1490"/>
                    </a:lnTo>
                    <a:cubicBezTo>
                      <a:pt x="2904" y="1490"/>
                      <a:pt x="2954" y="1445"/>
                      <a:pt x="2971" y="1388"/>
                    </a:cubicBezTo>
                    <a:cubicBezTo>
                      <a:pt x="3118" y="993"/>
                      <a:pt x="3175" y="558"/>
                      <a:pt x="3220" y="146"/>
                    </a:cubicBezTo>
                    <a:cubicBezTo>
                      <a:pt x="3226" y="78"/>
                      <a:pt x="3190" y="35"/>
                      <a:pt x="3141" y="18"/>
                    </a:cubicBezTo>
                    <a:lnTo>
                      <a:pt x="3141" y="18"/>
                    </a:lnTo>
                    <a:cubicBezTo>
                      <a:pt x="3124" y="10"/>
                      <a:pt x="3103" y="5"/>
                      <a:pt x="3079" y="5"/>
                    </a:cubicBezTo>
                    <a:lnTo>
                      <a:pt x="1887" y="5"/>
                    </a:lnTo>
                    <a:cubicBezTo>
                      <a:pt x="1760" y="5"/>
                      <a:pt x="1631" y="0"/>
                      <a:pt x="1503"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3" name="Google Shape;963;p37"/>
              <p:cNvSpPr/>
              <p:nvPr/>
            </p:nvSpPr>
            <p:spPr>
              <a:xfrm>
                <a:off x="2530500" y="1926450"/>
                <a:ext cx="999750" cy="706000"/>
              </a:xfrm>
              <a:custGeom>
                <a:avLst/>
                <a:gdLst/>
                <a:ahLst/>
                <a:cxnLst/>
                <a:rect l="l" t="t" r="r" b="b"/>
                <a:pathLst>
                  <a:path w="39990" h="28240" extrusionOk="0">
                    <a:moveTo>
                      <a:pt x="23761" y="285"/>
                    </a:moveTo>
                    <a:cubicBezTo>
                      <a:pt x="24471" y="879"/>
                      <a:pt x="25245" y="1409"/>
                      <a:pt x="26018" y="1906"/>
                    </a:cubicBezTo>
                    <a:cubicBezTo>
                      <a:pt x="26831" y="2431"/>
                      <a:pt x="27667" y="2911"/>
                      <a:pt x="28531" y="3341"/>
                    </a:cubicBezTo>
                    <a:cubicBezTo>
                      <a:pt x="29418" y="3781"/>
                      <a:pt x="30316" y="4188"/>
                      <a:pt x="31169" y="4696"/>
                    </a:cubicBezTo>
                    <a:cubicBezTo>
                      <a:pt x="33394" y="6023"/>
                      <a:pt x="35427" y="7836"/>
                      <a:pt x="36669" y="10134"/>
                    </a:cubicBezTo>
                    <a:cubicBezTo>
                      <a:pt x="36883" y="10523"/>
                      <a:pt x="37080" y="10912"/>
                      <a:pt x="37199" y="11334"/>
                    </a:cubicBezTo>
                    <a:lnTo>
                      <a:pt x="37199" y="11334"/>
                    </a:lnTo>
                    <a:cubicBezTo>
                      <a:pt x="37199" y="11335"/>
                      <a:pt x="37200" y="11336"/>
                      <a:pt x="37200" y="11337"/>
                    </a:cubicBezTo>
                    <a:cubicBezTo>
                      <a:pt x="37200" y="11337"/>
                      <a:pt x="37200" y="11337"/>
                      <a:pt x="37200" y="11337"/>
                    </a:cubicBezTo>
                    <a:lnTo>
                      <a:pt x="37200" y="11337"/>
                    </a:lnTo>
                    <a:cubicBezTo>
                      <a:pt x="37200" y="11338"/>
                      <a:pt x="37200" y="11339"/>
                      <a:pt x="37201" y="11339"/>
                    </a:cubicBezTo>
                    <a:lnTo>
                      <a:pt x="37201" y="11339"/>
                    </a:lnTo>
                    <a:cubicBezTo>
                      <a:pt x="37483" y="12288"/>
                      <a:pt x="37697" y="13258"/>
                      <a:pt x="37912" y="14229"/>
                    </a:cubicBezTo>
                    <a:cubicBezTo>
                      <a:pt x="38471" y="16815"/>
                      <a:pt x="38894" y="19430"/>
                      <a:pt x="39199" y="22056"/>
                    </a:cubicBezTo>
                    <a:cubicBezTo>
                      <a:pt x="39431" y="24019"/>
                      <a:pt x="39598" y="25983"/>
                      <a:pt x="39700" y="27957"/>
                    </a:cubicBezTo>
                    <a:lnTo>
                      <a:pt x="296" y="27957"/>
                    </a:lnTo>
                    <a:cubicBezTo>
                      <a:pt x="480" y="24413"/>
                      <a:pt x="867" y="20880"/>
                      <a:pt x="1469" y="17386"/>
                    </a:cubicBezTo>
                    <a:cubicBezTo>
                      <a:pt x="1797" y="15516"/>
                      <a:pt x="2175" y="13641"/>
                      <a:pt x="2661" y="11806"/>
                    </a:cubicBezTo>
                    <a:cubicBezTo>
                      <a:pt x="2836" y="11162"/>
                      <a:pt x="3067" y="10592"/>
                      <a:pt x="3395" y="10010"/>
                    </a:cubicBezTo>
                    <a:cubicBezTo>
                      <a:pt x="4570" y="7909"/>
                      <a:pt x="6399" y="6215"/>
                      <a:pt x="8421" y="4939"/>
                    </a:cubicBezTo>
                    <a:cubicBezTo>
                      <a:pt x="9189" y="4459"/>
                      <a:pt x="9985" y="4035"/>
                      <a:pt x="10799" y="3657"/>
                    </a:cubicBezTo>
                    <a:cubicBezTo>
                      <a:pt x="11663" y="3262"/>
                      <a:pt x="12499" y="2815"/>
                      <a:pt x="13306" y="2324"/>
                    </a:cubicBezTo>
                    <a:cubicBezTo>
                      <a:pt x="14294" y="1731"/>
                      <a:pt x="15249" y="1076"/>
                      <a:pt x="16147" y="353"/>
                    </a:cubicBezTo>
                    <a:cubicBezTo>
                      <a:pt x="16175" y="332"/>
                      <a:pt x="16203" y="308"/>
                      <a:pt x="16230" y="285"/>
                    </a:cubicBezTo>
                    <a:close/>
                    <a:moveTo>
                      <a:pt x="16542" y="1"/>
                    </a:moveTo>
                    <a:cubicBezTo>
                      <a:pt x="16440" y="1"/>
                      <a:pt x="16339" y="1"/>
                      <a:pt x="16237" y="3"/>
                    </a:cubicBezTo>
                    <a:cubicBezTo>
                      <a:pt x="16079" y="3"/>
                      <a:pt x="15977" y="127"/>
                      <a:pt x="15853" y="223"/>
                    </a:cubicBezTo>
                    <a:cubicBezTo>
                      <a:pt x="14938" y="957"/>
                      <a:pt x="13956" y="1613"/>
                      <a:pt x="12945" y="2211"/>
                    </a:cubicBezTo>
                    <a:cubicBezTo>
                      <a:pt x="11414" y="3115"/>
                      <a:pt x="9760" y="3764"/>
                      <a:pt x="8257" y="4713"/>
                    </a:cubicBezTo>
                    <a:cubicBezTo>
                      <a:pt x="6286" y="5955"/>
                      <a:pt x="4508" y="7587"/>
                      <a:pt x="3305" y="9598"/>
                    </a:cubicBezTo>
                    <a:cubicBezTo>
                      <a:pt x="2955" y="10180"/>
                      <a:pt x="2650" y="10801"/>
                      <a:pt x="2463" y="11456"/>
                    </a:cubicBezTo>
                    <a:cubicBezTo>
                      <a:pt x="2057" y="12935"/>
                      <a:pt x="1735" y="14438"/>
                      <a:pt x="1447" y="15945"/>
                    </a:cubicBezTo>
                    <a:cubicBezTo>
                      <a:pt x="859" y="19018"/>
                      <a:pt x="447" y="22124"/>
                      <a:pt x="193" y="25241"/>
                    </a:cubicBezTo>
                    <a:cubicBezTo>
                      <a:pt x="114" y="26190"/>
                      <a:pt x="52" y="27144"/>
                      <a:pt x="7" y="28098"/>
                    </a:cubicBezTo>
                    <a:cubicBezTo>
                      <a:pt x="1" y="28172"/>
                      <a:pt x="74" y="28240"/>
                      <a:pt x="148" y="28240"/>
                    </a:cubicBezTo>
                    <a:lnTo>
                      <a:pt x="39849" y="28240"/>
                    </a:lnTo>
                    <a:cubicBezTo>
                      <a:pt x="39922" y="28240"/>
                      <a:pt x="39990" y="28172"/>
                      <a:pt x="39990" y="28098"/>
                    </a:cubicBezTo>
                    <a:cubicBezTo>
                      <a:pt x="39820" y="24733"/>
                      <a:pt x="39465" y="21378"/>
                      <a:pt x="38922" y="18052"/>
                    </a:cubicBezTo>
                    <a:cubicBezTo>
                      <a:pt x="38601" y="16098"/>
                      <a:pt x="38217" y="14144"/>
                      <a:pt x="37731" y="12218"/>
                    </a:cubicBezTo>
                    <a:cubicBezTo>
                      <a:pt x="37652" y="11902"/>
                      <a:pt x="37567" y="11580"/>
                      <a:pt x="37471" y="11264"/>
                    </a:cubicBezTo>
                    <a:cubicBezTo>
                      <a:pt x="37398" y="10987"/>
                      <a:pt x="37273" y="10716"/>
                      <a:pt x="37155" y="10462"/>
                    </a:cubicBezTo>
                    <a:cubicBezTo>
                      <a:pt x="36833" y="9779"/>
                      <a:pt x="36426" y="9140"/>
                      <a:pt x="35980" y="8542"/>
                    </a:cubicBezTo>
                    <a:cubicBezTo>
                      <a:pt x="34309" y="6322"/>
                      <a:pt x="31993" y="4662"/>
                      <a:pt x="29497" y="3487"/>
                    </a:cubicBezTo>
                    <a:cubicBezTo>
                      <a:pt x="28012" y="2793"/>
                      <a:pt x="26589" y="1991"/>
                      <a:pt x="25239" y="1048"/>
                    </a:cubicBezTo>
                    <a:cubicBezTo>
                      <a:pt x="24866" y="782"/>
                      <a:pt x="24499" y="511"/>
                      <a:pt x="24138" y="223"/>
                    </a:cubicBezTo>
                    <a:cubicBezTo>
                      <a:pt x="24070" y="172"/>
                      <a:pt x="24002" y="110"/>
                      <a:pt x="23929" y="60"/>
                    </a:cubicBezTo>
                    <a:cubicBezTo>
                      <a:pt x="23863" y="9"/>
                      <a:pt x="23792" y="1"/>
                      <a:pt x="23716" y="1"/>
                    </a:cubicBezTo>
                    <a:cubicBezTo>
                      <a:pt x="23681" y="1"/>
                      <a:pt x="23644" y="3"/>
                      <a:pt x="23607" y="3"/>
                    </a:cubicBezTo>
                    <a:lnTo>
                      <a:pt x="17152" y="3"/>
                    </a:lnTo>
                    <a:cubicBezTo>
                      <a:pt x="16949" y="3"/>
                      <a:pt x="16745" y="1"/>
                      <a:pt x="16542"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
        <p:nvSpPr>
          <p:cNvPr id="6" name="Google Shape;938;p37">
            <a:extLst>
              <a:ext uri="{FF2B5EF4-FFF2-40B4-BE49-F238E27FC236}">
                <a16:creationId xmlns:a16="http://schemas.microsoft.com/office/drawing/2014/main" id="{249F2386-6B8F-F809-A67E-C3D3A165215B}"/>
              </a:ext>
            </a:extLst>
          </p:cNvPr>
          <p:cNvSpPr txBox="1">
            <a:spLocks noGrp="1"/>
          </p:cNvSpPr>
          <p:nvPr>
            <p:ph type="subTitle" idx="1"/>
          </p:nvPr>
        </p:nvSpPr>
        <p:spPr>
          <a:xfrm>
            <a:off x="719951" y="1559431"/>
            <a:ext cx="2305500" cy="572700"/>
          </a:xfrm>
          <a:prstGeom prst="rect">
            <a:avLst/>
          </a:prstGeom>
        </p:spPr>
        <p:txBody>
          <a:bodyPr spcFirstLastPara="1" wrap="square" lIns="91425" tIns="91425" rIns="91425" bIns="91425" anchor="t" anchorCtr="0">
            <a:noAutofit/>
          </a:bodyPr>
          <a:lstStyle/>
          <a:p>
            <a:pPr marL="0" lvl="0" indent="0"/>
            <a:r>
              <a:rPr lang="en-US" sz="2400" b="1" dirty="0"/>
              <a:t>Définition Générale</a:t>
            </a:r>
            <a:endParaRPr sz="2400" b="1"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043"/>
        <p:cNvGrpSpPr/>
        <p:nvPr/>
      </p:nvGrpSpPr>
      <p:grpSpPr>
        <a:xfrm>
          <a:off x="0" y="0"/>
          <a:ext cx="0" cy="0"/>
          <a:chOff x="0" y="0"/>
          <a:chExt cx="0" cy="0"/>
        </a:xfrm>
      </p:grpSpPr>
      <p:sp>
        <p:nvSpPr>
          <p:cNvPr id="1044" name="Google Shape;1044;p39"/>
          <p:cNvSpPr/>
          <p:nvPr/>
        </p:nvSpPr>
        <p:spPr>
          <a:xfrm>
            <a:off x="-50" y="-12925"/>
            <a:ext cx="9144000" cy="2584800"/>
          </a:xfrm>
          <a:prstGeom prst="rect">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2"/>
              </a:solidFill>
            </a:endParaRPr>
          </a:p>
        </p:txBody>
      </p:sp>
      <p:sp>
        <p:nvSpPr>
          <p:cNvPr id="1045" name="Google Shape;1045;p39"/>
          <p:cNvSpPr txBox="1">
            <a:spLocks noGrp="1"/>
          </p:cNvSpPr>
          <p:nvPr>
            <p:ph type="title"/>
          </p:nvPr>
        </p:nvSpPr>
        <p:spPr>
          <a:xfrm>
            <a:off x="3437650" y="539500"/>
            <a:ext cx="3920700" cy="1511400"/>
          </a:xfrm>
          <a:prstGeom prst="rect">
            <a:avLst/>
          </a:prstGeom>
        </p:spPr>
        <p:txBody>
          <a:bodyPr spcFirstLastPara="1" wrap="square" lIns="91425" tIns="91425" rIns="91425" bIns="91425" anchor="b" anchorCtr="0">
            <a:noAutofit/>
          </a:bodyPr>
          <a:lstStyle/>
          <a:p>
            <a:pPr lvl="0"/>
            <a:r>
              <a:rPr lang="en-US" dirty="0"/>
              <a:t>Définition Générale</a:t>
            </a:r>
            <a:endParaRPr dirty="0"/>
          </a:p>
        </p:txBody>
      </p:sp>
      <p:sp>
        <p:nvSpPr>
          <p:cNvPr id="1046" name="Google Shape;1046;p39"/>
          <p:cNvSpPr txBox="1">
            <a:spLocks noGrp="1"/>
          </p:cNvSpPr>
          <p:nvPr>
            <p:ph type="title" idx="2"/>
          </p:nvPr>
        </p:nvSpPr>
        <p:spPr>
          <a:xfrm>
            <a:off x="1785550" y="986650"/>
            <a:ext cx="1652100" cy="9159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solidFill>
                  <a:schemeClr val="lt1"/>
                </a:solidFill>
              </a:rPr>
              <a:t>01</a:t>
            </a:r>
            <a:endParaRPr>
              <a:solidFill>
                <a:schemeClr val="lt1"/>
              </a:solidFill>
            </a:endParaRPr>
          </a:p>
        </p:txBody>
      </p:sp>
      <p:grpSp>
        <p:nvGrpSpPr>
          <p:cNvPr id="1048" name="Google Shape;1048;p39"/>
          <p:cNvGrpSpPr/>
          <p:nvPr/>
        </p:nvGrpSpPr>
        <p:grpSpPr>
          <a:xfrm flipH="1">
            <a:off x="-100813" y="2660034"/>
            <a:ext cx="9287610" cy="2172498"/>
            <a:chOff x="-206863" y="2660034"/>
            <a:chExt cx="9287610" cy="2172498"/>
          </a:xfrm>
        </p:grpSpPr>
        <p:grpSp>
          <p:nvGrpSpPr>
            <p:cNvPr id="1049" name="Google Shape;1049;p39"/>
            <p:cNvGrpSpPr/>
            <p:nvPr/>
          </p:nvGrpSpPr>
          <p:grpSpPr>
            <a:xfrm>
              <a:off x="932729" y="3321103"/>
              <a:ext cx="1082629" cy="1511187"/>
              <a:chOff x="2034250" y="3068250"/>
              <a:chExt cx="999750" cy="1395500"/>
            </a:xfrm>
          </p:grpSpPr>
          <p:sp>
            <p:nvSpPr>
              <p:cNvPr id="1050" name="Google Shape;1050;p39"/>
              <p:cNvSpPr/>
              <p:nvPr/>
            </p:nvSpPr>
            <p:spPr>
              <a:xfrm>
                <a:off x="2439725" y="3414150"/>
                <a:ext cx="310600" cy="350175"/>
              </a:xfrm>
              <a:custGeom>
                <a:avLst/>
                <a:gdLst/>
                <a:ahLst/>
                <a:cxnLst/>
                <a:rect l="l" t="t" r="r" b="b"/>
                <a:pathLst>
                  <a:path w="12424" h="14007" extrusionOk="0">
                    <a:moveTo>
                      <a:pt x="1001" y="2863"/>
                    </a:moveTo>
                    <a:lnTo>
                      <a:pt x="1001" y="2863"/>
                    </a:lnTo>
                    <a:cubicBezTo>
                      <a:pt x="1002" y="2874"/>
                      <a:pt x="1002" y="2878"/>
                      <a:pt x="1002" y="2878"/>
                    </a:cubicBezTo>
                    <a:cubicBezTo>
                      <a:pt x="1001" y="2878"/>
                      <a:pt x="1000" y="2871"/>
                      <a:pt x="1001" y="2863"/>
                    </a:cubicBezTo>
                    <a:close/>
                    <a:moveTo>
                      <a:pt x="9480" y="289"/>
                    </a:moveTo>
                    <a:cubicBezTo>
                      <a:pt x="9699" y="674"/>
                      <a:pt x="9887" y="1078"/>
                      <a:pt x="10036" y="1497"/>
                    </a:cubicBezTo>
                    <a:cubicBezTo>
                      <a:pt x="10115" y="1723"/>
                      <a:pt x="10183" y="1955"/>
                      <a:pt x="10239" y="2186"/>
                    </a:cubicBezTo>
                    <a:cubicBezTo>
                      <a:pt x="10268" y="2299"/>
                      <a:pt x="10290" y="2424"/>
                      <a:pt x="10318" y="2537"/>
                    </a:cubicBezTo>
                    <a:cubicBezTo>
                      <a:pt x="10330" y="2576"/>
                      <a:pt x="10341" y="2604"/>
                      <a:pt x="10369" y="2627"/>
                    </a:cubicBezTo>
                    <a:cubicBezTo>
                      <a:pt x="10488" y="2740"/>
                      <a:pt x="10629" y="2836"/>
                      <a:pt x="10759" y="2938"/>
                    </a:cubicBezTo>
                    <a:cubicBezTo>
                      <a:pt x="10962" y="3096"/>
                      <a:pt x="11171" y="3259"/>
                      <a:pt x="11374" y="3423"/>
                    </a:cubicBezTo>
                    <a:cubicBezTo>
                      <a:pt x="11499" y="3525"/>
                      <a:pt x="11623" y="3621"/>
                      <a:pt x="11747" y="3722"/>
                    </a:cubicBezTo>
                    <a:cubicBezTo>
                      <a:pt x="11911" y="3852"/>
                      <a:pt x="11990" y="4050"/>
                      <a:pt x="11900" y="4248"/>
                    </a:cubicBezTo>
                    <a:cubicBezTo>
                      <a:pt x="11809" y="4434"/>
                      <a:pt x="11617" y="4530"/>
                      <a:pt x="11414" y="4536"/>
                    </a:cubicBezTo>
                    <a:lnTo>
                      <a:pt x="10573" y="4536"/>
                    </a:lnTo>
                    <a:cubicBezTo>
                      <a:pt x="10488" y="4536"/>
                      <a:pt x="10437" y="4598"/>
                      <a:pt x="10431" y="4677"/>
                    </a:cubicBezTo>
                    <a:cubicBezTo>
                      <a:pt x="10245" y="6258"/>
                      <a:pt x="9370" y="7726"/>
                      <a:pt x="8054" y="8636"/>
                    </a:cubicBezTo>
                    <a:cubicBezTo>
                      <a:pt x="7687" y="8890"/>
                      <a:pt x="7291" y="9099"/>
                      <a:pt x="6879" y="9257"/>
                    </a:cubicBezTo>
                    <a:cubicBezTo>
                      <a:pt x="6817" y="9279"/>
                      <a:pt x="6772" y="9330"/>
                      <a:pt x="6772" y="9398"/>
                    </a:cubicBezTo>
                    <a:lnTo>
                      <a:pt x="6772" y="10900"/>
                    </a:lnTo>
                    <a:lnTo>
                      <a:pt x="6772" y="13312"/>
                    </a:lnTo>
                    <a:lnTo>
                      <a:pt x="6772" y="13724"/>
                    </a:lnTo>
                    <a:lnTo>
                      <a:pt x="300" y="13724"/>
                    </a:lnTo>
                    <a:lnTo>
                      <a:pt x="300" y="12301"/>
                    </a:lnTo>
                    <a:lnTo>
                      <a:pt x="300" y="10047"/>
                    </a:lnTo>
                    <a:lnTo>
                      <a:pt x="300" y="9076"/>
                    </a:lnTo>
                    <a:lnTo>
                      <a:pt x="300" y="6648"/>
                    </a:lnTo>
                    <a:lnTo>
                      <a:pt x="300" y="5756"/>
                    </a:lnTo>
                    <a:cubicBezTo>
                      <a:pt x="300" y="5702"/>
                      <a:pt x="310" y="5644"/>
                      <a:pt x="302" y="5589"/>
                    </a:cubicBezTo>
                    <a:lnTo>
                      <a:pt x="302" y="5589"/>
                    </a:lnTo>
                    <a:cubicBezTo>
                      <a:pt x="317" y="5567"/>
                      <a:pt x="323" y="5529"/>
                      <a:pt x="334" y="5501"/>
                    </a:cubicBezTo>
                    <a:cubicBezTo>
                      <a:pt x="588" y="4807"/>
                      <a:pt x="842" y="4112"/>
                      <a:pt x="1096" y="3423"/>
                    </a:cubicBezTo>
                    <a:cubicBezTo>
                      <a:pt x="1141" y="3293"/>
                      <a:pt x="1187" y="3163"/>
                      <a:pt x="1237" y="3039"/>
                    </a:cubicBezTo>
                    <a:cubicBezTo>
                      <a:pt x="1254" y="2988"/>
                      <a:pt x="1277" y="2932"/>
                      <a:pt x="1283" y="2881"/>
                    </a:cubicBezTo>
                    <a:cubicBezTo>
                      <a:pt x="1294" y="2678"/>
                      <a:pt x="1283" y="2474"/>
                      <a:pt x="1300" y="2271"/>
                    </a:cubicBezTo>
                    <a:cubicBezTo>
                      <a:pt x="1379" y="1537"/>
                      <a:pt x="1701" y="712"/>
                      <a:pt x="2531" y="616"/>
                    </a:cubicBezTo>
                    <a:cubicBezTo>
                      <a:pt x="2886" y="577"/>
                      <a:pt x="3242" y="560"/>
                      <a:pt x="3598" y="543"/>
                    </a:cubicBezTo>
                    <a:cubicBezTo>
                      <a:pt x="4135" y="520"/>
                      <a:pt x="4665" y="498"/>
                      <a:pt x="5196" y="475"/>
                    </a:cubicBezTo>
                    <a:cubicBezTo>
                      <a:pt x="6399" y="430"/>
                      <a:pt x="7602" y="396"/>
                      <a:pt x="8805" y="328"/>
                    </a:cubicBezTo>
                    <a:cubicBezTo>
                      <a:pt x="9027" y="318"/>
                      <a:pt x="9253" y="304"/>
                      <a:pt x="9480" y="289"/>
                    </a:cubicBezTo>
                    <a:close/>
                    <a:moveTo>
                      <a:pt x="9572" y="0"/>
                    </a:moveTo>
                    <a:cubicBezTo>
                      <a:pt x="9568" y="0"/>
                      <a:pt x="9565" y="0"/>
                      <a:pt x="9562" y="1"/>
                    </a:cubicBezTo>
                    <a:cubicBezTo>
                      <a:pt x="8387" y="80"/>
                      <a:pt x="7212" y="119"/>
                      <a:pt x="6038" y="165"/>
                    </a:cubicBezTo>
                    <a:cubicBezTo>
                      <a:pt x="4999" y="204"/>
                      <a:pt x="3959" y="227"/>
                      <a:pt x="2920" y="300"/>
                    </a:cubicBezTo>
                    <a:cubicBezTo>
                      <a:pt x="2548" y="328"/>
                      <a:pt x="2169" y="351"/>
                      <a:pt x="1847" y="566"/>
                    </a:cubicBezTo>
                    <a:cubicBezTo>
                      <a:pt x="1497" y="803"/>
                      <a:pt x="1283" y="1176"/>
                      <a:pt x="1158" y="1571"/>
                    </a:cubicBezTo>
                    <a:cubicBezTo>
                      <a:pt x="1051" y="1898"/>
                      <a:pt x="1006" y="2249"/>
                      <a:pt x="1000" y="2599"/>
                    </a:cubicBezTo>
                    <a:cubicBezTo>
                      <a:pt x="995" y="2682"/>
                      <a:pt x="989" y="2771"/>
                      <a:pt x="1000" y="2855"/>
                    </a:cubicBezTo>
                    <a:lnTo>
                      <a:pt x="1000" y="2855"/>
                    </a:lnTo>
                    <a:cubicBezTo>
                      <a:pt x="987" y="2873"/>
                      <a:pt x="983" y="2900"/>
                      <a:pt x="978" y="2915"/>
                    </a:cubicBezTo>
                    <a:cubicBezTo>
                      <a:pt x="729" y="3604"/>
                      <a:pt x="475" y="4293"/>
                      <a:pt x="227" y="4982"/>
                    </a:cubicBezTo>
                    <a:cubicBezTo>
                      <a:pt x="176" y="5117"/>
                      <a:pt x="125" y="5253"/>
                      <a:pt x="74" y="5388"/>
                    </a:cubicBezTo>
                    <a:cubicBezTo>
                      <a:pt x="57" y="5451"/>
                      <a:pt x="23" y="5513"/>
                      <a:pt x="18" y="5575"/>
                    </a:cubicBezTo>
                    <a:cubicBezTo>
                      <a:pt x="1" y="5733"/>
                      <a:pt x="18" y="5897"/>
                      <a:pt x="18" y="6055"/>
                    </a:cubicBezTo>
                    <a:lnTo>
                      <a:pt x="18" y="8455"/>
                    </a:lnTo>
                    <a:lnTo>
                      <a:pt x="18" y="9799"/>
                    </a:lnTo>
                    <a:lnTo>
                      <a:pt x="18" y="11634"/>
                    </a:lnTo>
                    <a:lnTo>
                      <a:pt x="18" y="13741"/>
                    </a:lnTo>
                    <a:lnTo>
                      <a:pt x="18" y="13865"/>
                    </a:lnTo>
                    <a:cubicBezTo>
                      <a:pt x="18" y="13938"/>
                      <a:pt x="80" y="14006"/>
                      <a:pt x="159" y="14006"/>
                    </a:cubicBezTo>
                    <a:lnTo>
                      <a:pt x="6913" y="14006"/>
                    </a:lnTo>
                    <a:cubicBezTo>
                      <a:pt x="6992" y="14006"/>
                      <a:pt x="7054" y="13944"/>
                      <a:pt x="7054" y="13865"/>
                    </a:cubicBezTo>
                    <a:lnTo>
                      <a:pt x="7054" y="12357"/>
                    </a:lnTo>
                    <a:lnTo>
                      <a:pt x="7054" y="9946"/>
                    </a:lnTo>
                    <a:lnTo>
                      <a:pt x="7054" y="9493"/>
                    </a:lnTo>
                    <a:lnTo>
                      <a:pt x="7054" y="9493"/>
                    </a:lnTo>
                    <a:cubicBezTo>
                      <a:pt x="8582" y="8869"/>
                      <a:pt x="9800" y="7625"/>
                      <a:pt x="10381" y="6077"/>
                    </a:cubicBezTo>
                    <a:cubicBezTo>
                      <a:pt x="10533" y="5670"/>
                      <a:pt x="10635" y="5245"/>
                      <a:pt x="10695" y="4818"/>
                    </a:cubicBezTo>
                    <a:lnTo>
                      <a:pt x="11086" y="4818"/>
                    </a:lnTo>
                    <a:cubicBezTo>
                      <a:pt x="11150" y="4818"/>
                      <a:pt x="11216" y="4820"/>
                      <a:pt x="11283" y="4820"/>
                    </a:cubicBezTo>
                    <a:cubicBezTo>
                      <a:pt x="11399" y="4820"/>
                      <a:pt x="11517" y="4815"/>
                      <a:pt x="11629" y="4790"/>
                    </a:cubicBezTo>
                    <a:cubicBezTo>
                      <a:pt x="12208" y="4649"/>
                      <a:pt x="12424" y="3913"/>
                      <a:pt x="11955" y="3523"/>
                    </a:cubicBezTo>
                    <a:lnTo>
                      <a:pt x="11955" y="3523"/>
                    </a:lnTo>
                    <a:cubicBezTo>
                      <a:pt x="11953" y="3522"/>
                      <a:pt x="11952" y="3520"/>
                      <a:pt x="11950" y="3519"/>
                    </a:cubicBezTo>
                    <a:lnTo>
                      <a:pt x="11950" y="3519"/>
                    </a:lnTo>
                    <a:cubicBezTo>
                      <a:pt x="11950" y="3519"/>
                      <a:pt x="11950" y="3519"/>
                      <a:pt x="11950" y="3519"/>
                    </a:cubicBezTo>
                    <a:cubicBezTo>
                      <a:pt x="11949" y="3518"/>
                      <a:pt x="11948" y="3517"/>
                      <a:pt x="11947" y="3516"/>
                    </a:cubicBezTo>
                    <a:lnTo>
                      <a:pt x="11947" y="3516"/>
                    </a:lnTo>
                    <a:cubicBezTo>
                      <a:pt x="11643" y="3280"/>
                      <a:pt x="11345" y="3044"/>
                      <a:pt x="11047" y="2802"/>
                    </a:cubicBezTo>
                    <a:cubicBezTo>
                      <a:pt x="10894" y="2689"/>
                      <a:pt x="10748" y="2570"/>
                      <a:pt x="10595" y="2452"/>
                    </a:cubicBezTo>
                    <a:cubicBezTo>
                      <a:pt x="10590" y="2447"/>
                      <a:pt x="10584" y="2442"/>
                      <a:pt x="10579" y="2438"/>
                    </a:cubicBezTo>
                    <a:lnTo>
                      <a:pt x="10579" y="2438"/>
                    </a:lnTo>
                    <a:cubicBezTo>
                      <a:pt x="10581" y="2434"/>
                      <a:pt x="10581" y="2423"/>
                      <a:pt x="10578" y="2401"/>
                    </a:cubicBezTo>
                    <a:cubicBezTo>
                      <a:pt x="10578" y="2339"/>
                      <a:pt x="10550" y="2271"/>
                      <a:pt x="10539" y="2215"/>
                    </a:cubicBezTo>
                    <a:cubicBezTo>
                      <a:pt x="10482" y="1977"/>
                      <a:pt x="10414" y="1752"/>
                      <a:pt x="10341" y="1520"/>
                    </a:cubicBezTo>
                    <a:cubicBezTo>
                      <a:pt x="10172" y="1017"/>
                      <a:pt x="9946" y="532"/>
                      <a:pt x="9680" y="69"/>
                    </a:cubicBezTo>
                    <a:cubicBezTo>
                      <a:pt x="9659" y="32"/>
                      <a:pt x="9614" y="0"/>
                      <a:pt x="9572"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1" name="Google Shape;1051;p39"/>
              <p:cNvSpPr/>
              <p:nvPr/>
            </p:nvSpPr>
            <p:spPr>
              <a:xfrm>
                <a:off x="2238400" y="3068250"/>
                <a:ext cx="491350" cy="593850"/>
              </a:xfrm>
              <a:custGeom>
                <a:avLst/>
                <a:gdLst/>
                <a:ahLst/>
                <a:cxnLst/>
                <a:rect l="l" t="t" r="r" b="b"/>
                <a:pathLst>
                  <a:path w="19654" h="23754" extrusionOk="0">
                    <a:moveTo>
                      <a:pt x="9053" y="16696"/>
                    </a:moveTo>
                    <a:cubicBezTo>
                      <a:pt x="9052" y="16706"/>
                      <a:pt x="9051" y="16710"/>
                      <a:pt x="9050" y="16710"/>
                    </a:cubicBezTo>
                    <a:cubicBezTo>
                      <a:pt x="9049" y="16710"/>
                      <a:pt x="9049" y="16704"/>
                      <a:pt x="9053" y="16696"/>
                    </a:cubicBezTo>
                    <a:close/>
                    <a:moveTo>
                      <a:pt x="10377" y="281"/>
                    </a:moveTo>
                    <a:cubicBezTo>
                      <a:pt x="10954" y="281"/>
                      <a:pt x="11532" y="408"/>
                      <a:pt x="12063" y="667"/>
                    </a:cubicBezTo>
                    <a:cubicBezTo>
                      <a:pt x="13306" y="1272"/>
                      <a:pt x="14164" y="2525"/>
                      <a:pt x="14260" y="3909"/>
                    </a:cubicBezTo>
                    <a:cubicBezTo>
                      <a:pt x="14362" y="5388"/>
                      <a:pt x="13599" y="6829"/>
                      <a:pt x="12312" y="7574"/>
                    </a:cubicBezTo>
                    <a:cubicBezTo>
                      <a:pt x="12154" y="7664"/>
                      <a:pt x="11990" y="7743"/>
                      <a:pt x="11826" y="7811"/>
                    </a:cubicBezTo>
                    <a:cubicBezTo>
                      <a:pt x="11687" y="7867"/>
                      <a:pt x="11690" y="8088"/>
                      <a:pt x="11854" y="8088"/>
                    </a:cubicBezTo>
                    <a:cubicBezTo>
                      <a:pt x="11856" y="8088"/>
                      <a:pt x="11858" y="8088"/>
                      <a:pt x="11860" y="8088"/>
                    </a:cubicBezTo>
                    <a:lnTo>
                      <a:pt x="13492" y="8065"/>
                    </a:lnTo>
                    <a:cubicBezTo>
                      <a:pt x="13970" y="8056"/>
                      <a:pt x="14453" y="8034"/>
                      <a:pt x="14932" y="8034"/>
                    </a:cubicBezTo>
                    <a:cubicBezTo>
                      <a:pt x="15025" y="8034"/>
                      <a:pt x="15117" y="8035"/>
                      <a:pt x="15209" y="8037"/>
                    </a:cubicBezTo>
                    <a:cubicBezTo>
                      <a:pt x="16016" y="8054"/>
                      <a:pt x="16818" y="8252"/>
                      <a:pt x="17524" y="8647"/>
                    </a:cubicBezTo>
                    <a:cubicBezTo>
                      <a:pt x="18055" y="8958"/>
                      <a:pt x="18530" y="9364"/>
                      <a:pt x="18857" y="9889"/>
                    </a:cubicBezTo>
                    <a:cubicBezTo>
                      <a:pt x="19117" y="10302"/>
                      <a:pt x="19281" y="10770"/>
                      <a:pt x="19337" y="11256"/>
                    </a:cubicBezTo>
                    <a:cubicBezTo>
                      <a:pt x="19394" y="11680"/>
                      <a:pt x="19377" y="12109"/>
                      <a:pt x="19309" y="12532"/>
                    </a:cubicBezTo>
                    <a:cubicBezTo>
                      <a:pt x="19275" y="12753"/>
                      <a:pt x="19235" y="12984"/>
                      <a:pt x="19128" y="13176"/>
                    </a:cubicBezTo>
                    <a:cubicBezTo>
                      <a:pt x="18993" y="13436"/>
                      <a:pt x="18761" y="13639"/>
                      <a:pt x="18484" y="13730"/>
                    </a:cubicBezTo>
                    <a:cubicBezTo>
                      <a:pt x="18179" y="13831"/>
                      <a:pt x="17829" y="13820"/>
                      <a:pt x="17507" y="13843"/>
                    </a:cubicBezTo>
                    <a:cubicBezTo>
                      <a:pt x="17242" y="13859"/>
                      <a:pt x="16982" y="13876"/>
                      <a:pt x="16722" y="13888"/>
                    </a:cubicBezTo>
                    <a:cubicBezTo>
                      <a:pt x="16124" y="13922"/>
                      <a:pt x="15531" y="13944"/>
                      <a:pt x="14932" y="13967"/>
                    </a:cubicBezTo>
                    <a:cubicBezTo>
                      <a:pt x="13808" y="14012"/>
                      <a:pt x="12690" y="14046"/>
                      <a:pt x="11566" y="14102"/>
                    </a:cubicBezTo>
                    <a:cubicBezTo>
                      <a:pt x="11222" y="14119"/>
                      <a:pt x="10877" y="14136"/>
                      <a:pt x="10533" y="14176"/>
                    </a:cubicBezTo>
                    <a:cubicBezTo>
                      <a:pt x="10092" y="14232"/>
                      <a:pt x="9725" y="14464"/>
                      <a:pt x="9477" y="14831"/>
                    </a:cubicBezTo>
                    <a:cubicBezTo>
                      <a:pt x="9262" y="15153"/>
                      <a:pt x="9149" y="15542"/>
                      <a:pt x="9093" y="15921"/>
                    </a:cubicBezTo>
                    <a:cubicBezTo>
                      <a:pt x="9059" y="16169"/>
                      <a:pt x="9036" y="16429"/>
                      <a:pt x="9053" y="16677"/>
                    </a:cubicBezTo>
                    <a:cubicBezTo>
                      <a:pt x="9053" y="16683"/>
                      <a:pt x="9053" y="16688"/>
                      <a:pt x="9053" y="16692"/>
                    </a:cubicBezTo>
                    <a:lnTo>
                      <a:pt x="9053" y="16692"/>
                    </a:lnTo>
                    <a:cubicBezTo>
                      <a:pt x="9047" y="16704"/>
                      <a:pt x="9046" y="16721"/>
                      <a:pt x="9042" y="16734"/>
                    </a:cubicBezTo>
                    <a:cubicBezTo>
                      <a:pt x="9002" y="16836"/>
                      <a:pt x="8963" y="16937"/>
                      <a:pt x="8929" y="17039"/>
                    </a:cubicBezTo>
                    <a:lnTo>
                      <a:pt x="8522" y="18146"/>
                    </a:lnTo>
                    <a:cubicBezTo>
                      <a:pt x="8398" y="18485"/>
                      <a:pt x="8274" y="18823"/>
                      <a:pt x="8155" y="19162"/>
                    </a:cubicBezTo>
                    <a:cubicBezTo>
                      <a:pt x="8110" y="19281"/>
                      <a:pt x="8071" y="19371"/>
                      <a:pt x="8071" y="19496"/>
                    </a:cubicBezTo>
                    <a:lnTo>
                      <a:pt x="8071" y="21466"/>
                    </a:lnTo>
                    <a:lnTo>
                      <a:pt x="8071" y="23459"/>
                    </a:lnTo>
                    <a:lnTo>
                      <a:pt x="8071" y="23459"/>
                    </a:lnTo>
                    <a:cubicBezTo>
                      <a:pt x="7965" y="23442"/>
                      <a:pt x="7855" y="23412"/>
                      <a:pt x="7754" y="23392"/>
                    </a:cubicBezTo>
                    <a:cubicBezTo>
                      <a:pt x="7602" y="23364"/>
                      <a:pt x="7455" y="23336"/>
                      <a:pt x="7303" y="23302"/>
                    </a:cubicBezTo>
                    <a:cubicBezTo>
                      <a:pt x="7037" y="23245"/>
                      <a:pt x="6772" y="23178"/>
                      <a:pt x="6512" y="23099"/>
                    </a:cubicBezTo>
                    <a:cubicBezTo>
                      <a:pt x="6111" y="22974"/>
                      <a:pt x="5716" y="22822"/>
                      <a:pt x="5354" y="22602"/>
                    </a:cubicBezTo>
                    <a:cubicBezTo>
                      <a:pt x="4784" y="22251"/>
                      <a:pt x="4383" y="21749"/>
                      <a:pt x="4084" y="21156"/>
                    </a:cubicBezTo>
                    <a:cubicBezTo>
                      <a:pt x="3739" y="20461"/>
                      <a:pt x="3496" y="19727"/>
                      <a:pt x="3186" y="19021"/>
                    </a:cubicBezTo>
                    <a:cubicBezTo>
                      <a:pt x="2982" y="18558"/>
                      <a:pt x="2756" y="18106"/>
                      <a:pt x="2502" y="17666"/>
                    </a:cubicBezTo>
                    <a:cubicBezTo>
                      <a:pt x="2333" y="17366"/>
                      <a:pt x="2147" y="17078"/>
                      <a:pt x="1921" y="16819"/>
                    </a:cubicBezTo>
                    <a:cubicBezTo>
                      <a:pt x="1779" y="16649"/>
                      <a:pt x="1621" y="16502"/>
                      <a:pt x="1469" y="16344"/>
                    </a:cubicBezTo>
                    <a:cubicBezTo>
                      <a:pt x="899" y="15734"/>
                      <a:pt x="509" y="14972"/>
                      <a:pt x="362" y="14147"/>
                    </a:cubicBezTo>
                    <a:cubicBezTo>
                      <a:pt x="147" y="12928"/>
                      <a:pt x="498" y="11595"/>
                      <a:pt x="1153" y="10556"/>
                    </a:cubicBezTo>
                    <a:cubicBezTo>
                      <a:pt x="1667" y="9748"/>
                      <a:pt x="2418" y="9133"/>
                      <a:pt x="3282" y="8737"/>
                    </a:cubicBezTo>
                    <a:cubicBezTo>
                      <a:pt x="4021" y="8399"/>
                      <a:pt x="4835" y="8218"/>
                      <a:pt x="5642" y="8144"/>
                    </a:cubicBezTo>
                    <a:cubicBezTo>
                      <a:pt x="5930" y="8120"/>
                      <a:pt x="6218" y="8108"/>
                      <a:pt x="6506" y="8108"/>
                    </a:cubicBezTo>
                    <a:cubicBezTo>
                      <a:pt x="6760" y="8108"/>
                      <a:pt x="7015" y="8118"/>
                      <a:pt x="7269" y="8139"/>
                    </a:cubicBezTo>
                    <a:cubicBezTo>
                      <a:pt x="7453" y="8156"/>
                      <a:pt x="7638" y="8162"/>
                      <a:pt x="7824" y="8162"/>
                    </a:cubicBezTo>
                    <a:cubicBezTo>
                      <a:pt x="8118" y="8162"/>
                      <a:pt x="8413" y="8148"/>
                      <a:pt x="8703" y="8144"/>
                    </a:cubicBezTo>
                    <a:cubicBezTo>
                      <a:pt x="8799" y="8139"/>
                      <a:pt x="8890" y="8139"/>
                      <a:pt x="8980" y="8139"/>
                    </a:cubicBezTo>
                    <a:cubicBezTo>
                      <a:pt x="9149" y="8133"/>
                      <a:pt x="9166" y="7913"/>
                      <a:pt x="9019" y="7862"/>
                    </a:cubicBezTo>
                    <a:cubicBezTo>
                      <a:pt x="7653" y="7359"/>
                      <a:pt x="6636" y="6089"/>
                      <a:pt x="6478" y="4637"/>
                    </a:cubicBezTo>
                    <a:cubicBezTo>
                      <a:pt x="6320" y="3231"/>
                      <a:pt x="6941" y="1814"/>
                      <a:pt x="8099" y="1001"/>
                    </a:cubicBezTo>
                    <a:cubicBezTo>
                      <a:pt x="8770" y="527"/>
                      <a:pt x="9573" y="281"/>
                      <a:pt x="10377" y="281"/>
                    </a:cubicBezTo>
                    <a:close/>
                    <a:moveTo>
                      <a:pt x="10357" y="1"/>
                    </a:moveTo>
                    <a:cubicBezTo>
                      <a:pt x="9678" y="1"/>
                      <a:pt x="8998" y="162"/>
                      <a:pt x="8387" y="487"/>
                    </a:cubicBezTo>
                    <a:cubicBezTo>
                      <a:pt x="7065" y="1193"/>
                      <a:pt x="6207" y="2587"/>
                      <a:pt x="6167" y="4090"/>
                    </a:cubicBezTo>
                    <a:cubicBezTo>
                      <a:pt x="6134" y="5640"/>
                      <a:pt x="6987" y="7120"/>
                      <a:pt x="8349" y="7866"/>
                    </a:cubicBezTo>
                    <a:lnTo>
                      <a:pt x="8349" y="7866"/>
                    </a:lnTo>
                    <a:cubicBezTo>
                      <a:pt x="8259" y="7867"/>
                      <a:pt x="8168" y="7868"/>
                      <a:pt x="8076" y="7868"/>
                    </a:cubicBezTo>
                    <a:cubicBezTo>
                      <a:pt x="7931" y="7871"/>
                      <a:pt x="7783" y="7886"/>
                      <a:pt x="7636" y="7886"/>
                    </a:cubicBezTo>
                    <a:cubicBezTo>
                      <a:pt x="7566" y="7886"/>
                      <a:pt x="7496" y="7882"/>
                      <a:pt x="7427" y="7873"/>
                    </a:cubicBezTo>
                    <a:cubicBezTo>
                      <a:pt x="7121" y="7839"/>
                      <a:pt x="6810" y="7825"/>
                      <a:pt x="6501" y="7825"/>
                    </a:cubicBezTo>
                    <a:cubicBezTo>
                      <a:pt x="6353" y="7825"/>
                      <a:pt x="6206" y="7828"/>
                      <a:pt x="6060" y="7834"/>
                    </a:cubicBezTo>
                    <a:cubicBezTo>
                      <a:pt x="5253" y="7873"/>
                      <a:pt x="4445" y="8003"/>
                      <a:pt x="3683" y="8274"/>
                    </a:cubicBezTo>
                    <a:cubicBezTo>
                      <a:pt x="2790" y="8591"/>
                      <a:pt x="1960" y="9104"/>
                      <a:pt x="1339" y="9833"/>
                    </a:cubicBezTo>
                    <a:cubicBezTo>
                      <a:pt x="966" y="10268"/>
                      <a:pt x="684" y="10753"/>
                      <a:pt x="469" y="11279"/>
                    </a:cubicBezTo>
                    <a:cubicBezTo>
                      <a:pt x="204" y="11928"/>
                      <a:pt x="34" y="12623"/>
                      <a:pt x="18" y="13329"/>
                    </a:cubicBezTo>
                    <a:cubicBezTo>
                      <a:pt x="1" y="14323"/>
                      <a:pt x="311" y="15300"/>
                      <a:pt x="899" y="16096"/>
                    </a:cubicBezTo>
                    <a:cubicBezTo>
                      <a:pt x="1130" y="16412"/>
                      <a:pt x="1412" y="16661"/>
                      <a:pt x="1667" y="16954"/>
                    </a:cubicBezTo>
                    <a:cubicBezTo>
                      <a:pt x="2079" y="17417"/>
                      <a:pt x="2372" y="17982"/>
                      <a:pt x="2649" y="18535"/>
                    </a:cubicBezTo>
                    <a:cubicBezTo>
                      <a:pt x="3028" y="19304"/>
                      <a:pt x="3310" y="20105"/>
                      <a:pt x="3649" y="20890"/>
                    </a:cubicBezTo>
                    <a:cubicBezTo>
                      <a:pt x="3920" y="21512"/>
                      <a:pt x="4259" y="22110"/>
                      <a:pt x="4790" y="22545"/>
                    </a:cubicBezTo>
                    <a:cubicBezTo>
                      <a:pt x="5501" y="23127"/>
                      <a:pt x="6410" y="23403"/>
                      <a:pt x="7291" y="23590"/>
                    </a:cubicBezTo>
                    <a:cubicBezTo>
                      <a:pt x="7444" y="23624"/>
                      <a:pt x="7596" y="23652"/>
                      <a:pt x="7749" y="23680"/>
                    </a:cubicBezTo>
                    <a:cubicBezTo>
                      <a:pt x="7896" y="23703"/>
                      <a:pt x="8059" y="23754"/>
                      <a:pt x="8212" y="23754"/>
                    </a:cubicBezTo>
                    <a:cubicBezTo>
                      <a:pt x="8285" y="23754"/>
                      <a:pt x="8353" y="23686"/>
                      <a:pt x="8353" y="23612"/>
                    </a:cubicBezTo>
                    <a:lnTo>
                      <a:pt x="8353" y="22071"/>
                    </a:lnTo>
                    <a:lnTo>
                      <a:pt x="8353" y="19761"/>
                    </a:lnTo>
                    <a:lnTo>
                      <a:pt x="8353" y="19479"/>
                    </a:lnTo>
                    <a:cubicBezTo>
                      <a:pt x="8353" y="19465"/>
                      <a:pt x="8357" y="19448"/>
                      <a:pt x="8355" y="19430"/>
                    </a:cubicBezTo>
                    <a:lnTo>
                      <a:pt x="8355" y="19430"/>
                    </a:lnTo>
                    <a:cubicBezTo>
                      <a:pt x="8399" y="19357"/>
                      <a:pt x="8416" y="19257"/>
                      <a:pt x="8449" y="19179"/>
                    </a:cubicBezTo>
                    <a:cubicBezTo>
                      <a:pt x="8505" y="19021"/>
                      <a:pt x="8562" y="18857"/>
                      <a:pt x="8618" y="18699"/>
                    </a:cubicBezTo>
                    <a:cubicBezTo>
                      <a:pt x="8765" y="18304"/>
                      <a:pt x="8912" y="17909"/>
                      <a:pt x="9053" y="17513"/>
                    </a:cubicBezTo>
                    <a:cubicBezTo>
                      <a:pt x="9144" y="17270"/>
                      <a:pt x="9251" y="17022"/>
                      <a:pt x="9324" y="16774"/>
                    </a:cubicBezTo>
                    <a:cubicBezTo>
                      <a:pt x="9336" y="16734"/>
                      <a:pt x="9336" y="16694"/>
                      <a:pt x="9336" y="16655"/>
                    </a:cubicBezTo>
                    <a:cubicBezTo>
                      <a:pt x="9330" y="16548"/>
                      <a:pt x="9330" y="16446"/>
                      <a:pt x="9336" y="16339"/>
                    </a:cubicBezTo>
                    <a:cubicBezTo>
                      <a:pt x="9353" y="15994"/>
                      <a:pt x="9415" y="15644"/>
                      <a:pt x="9539" y="15322"/>
                    </a:cubicBezTo>
                    <a:cubicBezTo>
                      <a:pt x="9674" y="14972"/>
                      <a:pt x="9929" y="14644"/>
                      <a:pt x="10296" y="14520"/>
                    </a:cubicBezTo>
                    <a:cubicBezTo>
                      <a:pt x="10612" y="14407"/>
                      <a:pt x="10985" y="14419"/>
                      <a:pt x="11318" y="14396"/>
                    </a:cubicBezTo>
                    <a:cubicBezTo>
                      <a:pt x="12419" y="14334"/>
                      <a:pt x="13526" y="14306"/>
                      <a:pt x="14627" y="14260"/>
                    </a:cubicBezTo>
                    <a:cubicBezTo>
                      <a:pt x="15824" y="14215"/>
                      <a:pt x="17027" y="14187"/>
                      <a:pt x="18219" y="14068"/>
                    </a:cubicBezTo>
                    <a:cubicBezTo>
                      <a:pt x="18840" y="14006"/>
                      <a:pt x="19360" y="13583"/>
                      <a:pt x="19512" y="12967"/>
                    </a:cubicBezTo>
                    <a:cubicBezTo>
                      <a:pt x="19603" y="12566"/>
                      <a:pt x="19653" y="12154"/>
                      <a:pt x="19653" y="11742"/>
                    </a:cubicBezTo>
                    <a:cubicBezTo>
                      <a:pt x="19648" y="10691"/>
                      <a:pt x="19247" y="9686"/>
                      <a:pt x="18456" y="8975"/>
                    </a:cubicBezTo>
                    <a:cubicBezTo>
                      <a:pt x="18214" y="8760"/>
                      <a:pt x="17949" y="8569"/>
                      <a:pt x="17668" y="8405"/>
                    </a:cubicBezTo>
                    <a:lnTo>
                      <a:pt x="17668" y="8405"/>
                    </a:lnTo>
                    <a:cubicBezTo>
                      <a:pt x="17667" y="8405"/>
                      <a:pt x="17666" y="8405"/>
                      <a:pt x="17665" y="8404"/>
                    </a:cubicBezTo>
                    <a:lnTo>
                      <a:pt x="17665" y="8404"/>
                    </a:lnTo>
                    <a:cubicBezTo>
                      <a:pt x="17665" y="8404"/>
                      <a:pt x="17665" y="8404"/>
                      <a:pt x="17665" y="8404"/>
                    </a:cubicBezTo>
                    <a:cubicBezTo>
                      <a:pt x="17665" y="8404"/>
                      <a:pt x="17664" y="8403"/>
                      <a:pt x="17663" y="8403"/>
                    </a:cubicBezTo>
                    <a:lnTo>
                      <a:pt x="17663" y="8403"/>
                    </a:lnTo>
                    <a:cubicBezTo>
                      <a:pt x="17031" y="8048"/>
                      <a:pt x="16326" y="7845"/>
                      <a:pt x="15604" y="7777"/>
                    </a:cubicBezTo>
                    <a:cubicBezTo>
                      <a:pt x="15430" y="7761"/>
                      <a:pt x="15255" y="7756"/>
                      <a:pt x="15078" y="7756"/>
                    </a:cubicBezTo>
                    <a:cubicBezTo>
                      <a:pt x="14956" y="7756"/>
                      <a:pt x="14834" y="7758"/>
                      <a:pt x="14712" y="7760"/>
                    </a:cubicBezTo>
                    <a:cubicBezTo>
                      <a:pt x="13983" y="7772"/>
                      <a:pt x="13249" y="7783"/>
                      <a:pt x="12515" y="7794"/>
                    </a:cubicBezTo>
                    <a:cubicBezTo>
                      <a:pt x="12504" y="7795"/>
                      <a:pt x="12493" y="7795"/>
                      <a:pt x="12482" y="7795"/>
                    </a:cubicBezTo>
                    <a:lnTo>
                      <a:pt x="12482" y="7795"/>
                    </a:lnTo>
                    <a:cubicBezTo>
                      <a:pt x="13647" y="7105"/>
                      <a:pt x="14435" y="5881"/>
                      <a:pt x="14542" y="4502"/>
                    </a:cubicBezTo>
                    <a:cubicBezTo>
                      <a:pt x="14655" y="2994"/>
                      <a:pt x="13921" y="1514"/>
                      <a:pt x="12662" y="684"/>
                    </a:cubicBezTo>
                    <a:cubicBezTo>
                      <a:pt x="11974" y="230"/>
                      <a:pt x="11166" y="1"/>
                      <a:pt x="10357"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2" name="Google Shape;1052;p39"/>
              <p:cNvSpPr/>
              <p:nvPr/>
            </p:nvSpPr>
            <p:spPr>
              <a:xfrm>
                <a:off x="2034250" y="3757575"/>
                <a:ext cx="999750" cy="706175"/>
              </a:xfrm>
              <a:custGeom>
                <a:avLst/>
                <a:gdLst/>
                <a:ahLst/>
                <a:cxnLst/>
                <a:rect l="l" t="t" r="r" b="b"/>
                <a:pathLst>
                  <a:path w="39990" h="28247" extrusionOk="0">
                    <a:moveTo>
                      <a:pt x="23761" y="292"/>
                    </a:moveTo>
                    <a:lnTo>
                      <a:pt x="23761" y="292"/>
                    </a:lnTo>
                    <a:cubicBezTo>
                      <a:pt x="24471" y="886"/>
                      <a:pt x="25244" y="1415"/>
                      <a:pt x="26018" y="1918"/>
                    </a:cubicBezTo>
                    <a:cubicBezTo>
                      <a:pt x="26831" y="2438"/>
                      <a:pt x="27667" y="2918"/>
                      <a:pt x="28531" y="3353"/>
                    </a:cubicBezTo>
                    <a:cubicBezTo>
                      <a:pt x="29418" y="3793"/>
                      <a:pt x="30315" y="4194"/>
                      <a:pt x="31168" y="4702"/>
                    </a:cubicBezTo>
                    <a:cubicBezTo>
                      <a:pt x="33393" y="6030"/>
                      <a:pt x="35426" y="7848"/>
                      <a:pt x="36674" y="10146"/>
                    </a:cubicBezTo>
                    <a:cubicBezTo>
                      <a:pt x="36883" y="10535"/>
                      <a:pt x="37080" y="10925"/>
                      <a:pt x="37199" y="11342"/>
                    </a:cubicBezTo>
                    <a:lnTo>
                      <a:pt x="37199" y="11342"/>
                    </a:lnTo>
                    <a:cubicBezTo>
                      <a:pt x="37199" y="11342"/>
                      <a:pt x="37199" y="11343"/>
                      <a:pt x="37200" y="11344"/>
                    </a:cubicBezTo>
                    <a:cubicBezTo>
                      <a:pt x="37200" y="11344"/>
                      <a:pt x="37200" y="11344"/>
                      <a:pt x="37200" y="11344"/>
                    </a:cubicBezTo>
                    <a:lnTo>
                      <a:pt x="37200" y="11344"/>
                    </a:lnTo>
                    <a:cubicBezTo>
                      <a:pt x="37200" y="11344"/>
                      <a:pt x="37200" y="11345"/>
                      <a:pt x="37200" y="11345"/>
                    </a:cubicBezTo>
                    <a:lnTo>
                      <a:pt x="37200" y="11345"/>
                    </a:lnTo>
                    <a:cubicBezTo>
                      <a:pt x="37482" y="12299"/>
                      <a:pt x="37697" y="13270"/>
                      <a:pt x="37911" y="14235"/>
                    </a:cubicBezTo>
                    <a:cubicBezTo>
                      <a:pt x="38470" y="16822"/>
                      <a:pt x="38894" y="19442"/>
                      <a:pt x="39199" y="22068"/>
                    </a:cubicBezTo>
                    <a:cubicBezTo>
                      <a:pt x="39430" y="24026"/>
                      <a:pt x="39597" y="25995"/>
                      <a:pt x="39700" y="27964"/>
                    </a:cubicBezTo>
                    <a:lnTo>
                      <a:pt x="296" y="27964"/>
                    </a:lnTo>
                    <a:cubicBezTo>
                      <a:pt x="480" y="24425"/>
                      <a:pt x="867" y="20892"/>
                      <a:pt x="1469" y="17398"/>
                    </a:cubicBezTo>
                    <a:cubicBezTo>
                      <a:pt x="1796" y="15523"/>
                      <a:pt x="2175" y="13653"/>
                      <a:pt x="2666" y="11812"/>
                    </a:cubicBezTo>
                    <a:cubicBezTo>
                      <a:pt x="2835" y="11169"/>
                      <a:pt x="3067" y="10604"/>
                      <a:pt x="3395" y="10017"/>
                    </a:cubicBezTo>
                    <a:cubicBezTo>
                      <a:pt x="4569" y="7916"/>
                      <a:pt x="6399" y="6222"/>
                      <a:pt x="8421" y="4951"/>
                    </a:cubicBezTo>
                    <a:cubicBezTo>
                      <a:pt x="9189" y="4471"/>
                      <a:pt x="9985" y="4047"/>
                      <a:pt x="10804" y="3669"/>
                    </a:cubicBezTo>
                    <a:cubicBezTo>
                      <a:pt x="11662" y="3268"/>
                      <a:pt x="12498" y="2822"/>
                      <a:pt x="13306" y="2336"/>
                    </a:cubicBezTo>
                    <a:cubicBezTo>
                      <a:pt x="14294" y="1738"/>
                      <a:pt x="15248" y="1088"/>
                      <a:pt x="16146" y="365"/>
                    </a:cubicBezTo>
                    <a:cubicBezTo>
                      <a:pt x="16176" y="339"/>
                      <a:pt x="16205" y="316"/>
                      <a:pt x="16233" y="292"/>
                    </a:cubicBezTo>
                    <a:lnTo>
                      <a:pt x="16254" y="292"/>
                    </a:lnTo>
                    <a:cubicBezTo>
                      <a:pt x="16316" y="684"/>
                      <a:pt x="16490" y="1065"/>
                      <a:pt x="16767" y="1348"/>
                    </a:cubicBezTo>
                    <a:cubicBezTo>
                      <a:pt x="17137" y="1727"/>
                      <a:pt x="17676" y="1907"/>
                      <a:pt x="18203" y="1907"/>
                    </a:cubicBezTo>
                    <a:cubicBezTo>
                      <a:pt x="18336" y="1907"/>
                      <a:pt x="18469" y="1896"/>
                      <a:pt x="18597" y="1873"/>
                    </a:cubicBezTo>
                    <a:cubicBezTo>
                      <a:pt x="19030" y="1802"/>
                      <a:pt x="19444" y="1611"/>
                      <a:pt x="19757" y="1306"/>
                    </a:cubicBezTo>
                    <a:lnTo>
                      <a:pt x="19757" y="1306"/>
                    </a:lnTo>
                    <a:cubicBezTo>
                      <a:pt x="20163" y="1705"/>
                      <a:pt x="20725" y="1905"/>
                      <a:pt x="21280" y="1905"/>
                    </a:cubicBezTo>
                    <a:cubicBezTo>
                      <a:pt x="22060" y="1905"/>
                      <a:pt x="22828" y="1511"/>
                      <a:pt x="23138" y="727"/>
                    </a:cubicBezTo>
                    <a:cubicBezTo>
                      <a:pt x="23194" y="585"/>
                      <a:pt x="23233" y="440"/>
                      <a:pt x="23256" y="292"/>
                    </a:cubicBezTo>
                    <a:close/>
                    <a:moveTo>
                      <a:pt x="23739" y="1"/>
                    </a:moveTo>
                    <a:cubicBezTo>
                      <a:pt x="23674" y="1"/>
                      <a:pt x="23606" y="9"/>
                      <a:pt x="23550" y="9"/>
                    </a:cubicBezTo>
                    <a:lnTo>
                      <a:pt x="23132" y="9"/>
                    </a:lnTo>
                    <a:cubicBezTo>
                      <a:pt x="23053" y="9"/>
                      <a:pt x="22997" y="77"/>
                      <a:pt x="22991" y="151"/>
                    </a:cubicBezTo>
                    <a:cubicBezTo>
                      <a:pt x="22951" y="642"/>
                      <a:pt x="22652" y="1173"/>
                      <a:pt x="22178" y="1421"/>
                    </a:cubicBezTo>
                    <a:cubicBezTo>
                      <a:pt x="21912" y="1562"/>
                      <a:pt x="21610" y="1630"/>
                      <a:pt x="21308" y="1630"/>
                    </a:cubicBezTo>
                    <a:cubicBezTo>
                      <a:pt x="20762" y="1630"/>
                      <a:pt x="20213" y="1410"/>
                      <a:pt x="19857" y="1003"/>
                    </a:cubicBezTo>
                    <a:cubicBezTo>
                      <a:pt x="19831" y="975"/>
                      <a:pt x="19793" y="961"/>
                      <a:pt x="19756" y="961"/>
                    </a:cubicBezTo>
                    <a:cubicBezTo>
                      <a:pt x="19718" y="961"/>
                      <a:pt x="19682" y="975"/>
                      <a:pt x="19659" y="1003"/>
                    </a:cubicBezTo>
                    <a:cubicBezTo>
                      <a:pt x="19299" y="1410"/>
                      <a:pt x="18751" y="1630"/>
                      <a:pt x="18206" y="1630"/>
                    </a:cubicBezTo>
                    <a:cubicBezTo>
                      <a:pt x="17904" y="1630"/>
                      <a:pt x="17604" y="1562"/>
                      <a:pt x="17338" y="1421"/>
                    </a:cubicBezTo>
                    <a:cubicBezTo>
                      <a:pt x="16863" y="1173"/>
                      <a:pt x="16559" y="642"/>
                      <a:pt x="16519" y="151"/>
                    </a:cubicBezTo>
                    <a:cubicBezTo>
                      <a:pt x="16513" y="77"/>
                      <a:pt x="16463" y="9"/>
                      <a:pt x="16378" y="9"/>
                    </a:cubicBezTo>
                    <a:cubicBezTo>
                      <a:pt x="16350" y="9"/>
                      <a:pt x="16324" y="9"/>
                      <a:pt x="16298" y="9"/>
                    </a:cubicBezTo>
                    <a:cubicBezTo>
                      <a:pt x="16208" y="9"/>
                      <a:pt x="16129" y="16"/>
                      <a:pt x="16050" y="77"/>
                    </a:cubicBezTo>
                    <a:cubicBezTo>
                      <a:pt x="15960" y="145"/>
                      <a:pt x="15875" y="224"/>
                      <a:pt x="15785" y="292"/>
                    </a:cubicBezTo>
                    <a:cubicBezTo>
                      <a:pt x="15373" y="619"/>
                      <a:pt x="14943" y="924"/>
                      <a:pt x="14509" y="1224"/>
                    </a:cubicBezTo>
                    <a:cubicBezTo>
                      <a:pt x="13820" y="1698"/>
                      <a:pt x="13102" y="2139"/>
                      <a:pt x="12374" y="2551"/>
                    </a:cubicBezTo>
                    <a:cubicBezTo>
                      <a:pt x="11527" y="3025"/>
                      <a:pt x="10640" y="3409"/>
                      <a:pt x="9776" y="3855"/>
                    </a:cubicBezTo>
                    <a:cubicBezTo>
                      <a:pt x="7336" y="5115"/>
                      <a:pt x="5083" y="6882"/>
                      <a:pt x="3558" y="9198"/>
                    </a:cubicBezTo>
                    <a:cubicBezTo>
                      <a:pt x="3112" y="9881"/>
                      <a:pt x="2700" y="10626"/>
                      <a:pt x="2474" y="11423"/>
                    </a:cubicBezTo>
                    <a:cubicBezTo>
                      <a:pt x="2034" y="13015"/>
                      <a:pt x="1695" y="14636"/>
                      <a:pt x="1390" y="16257"/>
                    </a:cubicBezTo>
                    <a:cubicBezTo>
                      <a:pt x="752" y="19657"/>
                      <a:pt x="328" y="23096"/>
                      <a:pt x="97" y="26541"/>
                    </a:cubicBezTo>
                    <a:cubicBezTo>
                      <a:pt x="63" y="27060"/>
                      <a:pt x="34" y="27585"/>
                      <a:pt x="6" y="28105"/>
                    </a:cubicBezTo>
                    <a:cubicBezTo>
                      <a:pt x="1" y="28184"/>
                      <a:pt x="74" y="28246"/>
                      <a:pt x="147" y="28246"/>
                    </a:cubicBezTo>
                    <a:lnTo>
                      <a:pt x="39848" y="28246"/>
                    </a:lnTo>
                    <a:cubicBezTo>
                      <a:pt x="39922" y="28246"/>
                      <a:pt x="39989" y="28184"/>
                      <a:pt x="39989" y="28105"/>
                    </a:cubicBezTo>
                    <a:cubicBezTo>
                      <a:pt x="39820" y="24745"/>
                      <a:pt x="39464" y="21390"/>
                      <a:pt x="38922" y="18064"/>
                    </a:cubicBezTo>
                    <a:cubicBezTo>
                      <a:pt x="38600" y="16104"/>
                      <a:pt x="38216" y="14156"/>
                      <a:pt x="37730" y="12230"/>
                    </a:cubicBezTo>
                    <a:cubicBezTo>
                      <a:pt x="37651" y="11908"/>
                      <a:pt x="37567" y="11586"/>
                      <a:pt x="37476" y="11270"/>
                    </a:cubicBezTo>
                    <a:cubicBezTo>
                      <a:pt x="37363" y="10881"/>
                      <a:pt x="37177" y="10502"/>
                      <a:pt x="36991" y="10146"/>
                    </a:cubicBezTo>
                    <a:cubicBezTo>
                      <a:pt x="36494" y="9192"/>
                      <a:pt x="35850" y="8311"/>
                      <a:pt x="35121" y="7520"/>
                    </a:cubicBezTo>
                    <a:cubicBezTo>
                      <a:pt x="33992" y="6284"/>
                      <a:pt x="32648" y="5245"/>
                      <a:pt x="31202" y="4397"/>
                    </a:cubicBezTo>
                    <a:cubicBezTo>
                      <a:pt x="30259" y="3844"/>
                      <a:pt x="29259" y="3415"/>
                      <a:pt x="28294" y="2912"/>
                    </a:cubicBezTo>
                    <a:cubicBezTo>
                      <a:pt x="27413" y="2455"/>
                      <a:pt x="26566" y="1947"/>
                      <a:pt x="25741" y="1399"/>
                    </a:cubicBezTo>
                    <a:cubicBezTo>
                      <a:pt x="25182" y="1026"/>
                      <a:pt x="24634" y="631"/>
                      <a:pt x="24103" y="207"/>
                    </a:cubicBezTo>
                    <a:cubicBezTo>
                      <a:pt x="24036" y="151"/>
                      <a:pt x="23945" y="49"/>
                      <a:pt x="23855" y="15"/>
                    </a:cubicBezTo>
                    <a:cubicBezTo>
                      <a:pt x="23820" y="4"/>
                      <a:pt x="23780" y="1"/>
                      <a:pt x="23739"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3" name="Google Shape;1053;p39"/>
              <p:cNvSpPr/>
              <p:nvPr/>
            </p:nvSpPr>
            <p:spPr>
              <a:xfrm>
                <a:off x="2440000" y="3757225"/>
                <a:ext cx="176225" cy="7650"/>
              </a:xfrm>
              <a:custGeom>
                <a:avLst/>
                <a:gdLst/>
                <a:ahLst/>
                <a:cxnLst/>
                <a:rect l="l" t="t" r="r" b="b"/>
                <a:pathLst>
                  <a:path w="7049" h="306" extrusionOk="0">
                    <a:moveTo>
                      <a:pt x="148" y="1"/>
                    </a:moveTo>
                    <a:cubicBezTo>
                      <a:pt x="74" y="1"/>
                      <a:pt x="1" y="63"/>
                      <a:pt x="7" y="142"/>
                    </a:cubicBezTo>
                    <a:cubicBezTo>
                      <a:pt x="7" y="148"/>
                      <a:pt x="7" y="159"/>
                      <a:pt x="7" y="165"/>
                    </a:cubicBezTo>
                    <a:cubicBezTo>
                      <a:pt x="12" y="244"/>
                      <a:pt x="69" y="306"/>
                      <a:pt x="148" y="306"/>
                    </a:cubicBezTo>
                    <a:lnTo>
                      <a:pt x="6902" y="306"/>
                    </a:lnTo>
                    <a:cubicBezTo>
                      <a:pt x="6962" y="306"/>
                      <a:pt x="7003" y="274"/>
                      <a:pt x="7023" y="232"/>
                    </a:cubicBezTo>
                    <a:lnTo>
                      <a:pt x="7023" y="232"/>
                    </a:lnTo>
                    <a:cubicBezTo>
                      <a:pt x="7034" y="214"/>
                      <a:pt x="7042" y="191"/>
                      <a:pt x="7043" y="165"/>
                    </a:cubicBezTo>
                    <a:cubicBezTo>
                      <a:pt x="7043" y="159"/>
                      <a:pt x="7043" y="148"/>
                      <a:pt x="7043" y="142"/>
                    </a:cubicBezTo>
                    <a:cubicBezTo>
                      <a:pt x="7049" y="63"/>
                      <a:pt x="6975" y="1"/>
                      <a:pt x="6902"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4" name="Google Shape;1054;p39"/>
              <p:cNvSpPr/>
              <p:nvPr/>
            </p:nvSpPr>
            <p:spPr>
              <a:xfrm>
                <a:off x="2440000" y="3757800"/>
                <a:ext cx="176225" cy="47450"/>
              </a:xfrm>
              <a:custGeom>
                <a:avLst/>
                <a:gdLst/>
                <a:ahLst/>
                <a:cxnLst/>
                <a:rect l="l" t="t" r="r" b="b"/>
                <a:pathLst>
                  <a:path w="7049" h="1898" extrusionOk="0">
                    <a:moveTo>
                      <a:pt x="6741" y="283"/>
                    </a:moveTo>
                    <a:cubicBezTo>
                      <a:pt x="6725" y="362"/>
                      <a:pt x="6708" y="441"/>
                      <a:pt x="6682" y="520"/>
                    </a:cubicBezTo>
                    <a:cubicBezTo>
                      <a:pt x="6608" y="735"/>
                      <a:pt x="6495" y="944"/>
                      <a:pt x="6337" y="1113"/>
                    </a:cubicBezTo>
                    <a:cubicBezTo>
                      <a:pt x="6020" y="1454"/>
                      <a:pt x="5533" y="1618"/>
                      <a:pt x="5070" y="1618"/>
                    </a:cubicBezTo>
                    <a:cubicBezTo>
                      <a:pt x="4965" y="1618"/>
                      <a:pt x="4862" y="1610"/>
                      <a:pt x="4762" y="1593"/>
                    </a:cubicBezTo>
                    <a:cubicBezTo>
                      <a:pt x="4327" y="1520"/>
                      <a:pt x="3920" y="1328"/>
                      <a:pt x="3627" y="994"/>
                    </a:cubicBezTo>
                    <a:cubicBezTo>
                      <a:pt x="3601" y="966"/>
                      <a:pt x="3563" y="952"/>
                      <a:pt x="3526" y="952"/>
                    </a:cubicBezTo>
                    <a:cubicBezTo>
                      <a:pt x="3488" y="952"/>
                      <a:pt x="3452" y="966"/>
                      <a:pt x="3429" y="994"/>
                    </a:cubicBezTo>
                    <a:cubicBezTo>
                      <a:pt x="3096" y="1378"/>
                      <a:pt x="2559" y="1616"/>
                      <a:pt x="2051" y="1616"/>
                    </a:cubicBezTo>
                    <a:cubicBezTo>
                      <a:pt x="1582" y="1616"/>
                      <a:pt x="1102" y="1503"/>
                      <a:pt x="758" y="1158"/>
                    </a:cubicBezTo>
                    <a:cubicBezTo>
                      <a:pt x="543" y="944"/>
                      <a:pt x="402" y="673"/>
                      <a:pt x="334" y="384"/>
                    </a:cubicBezTo>
                    <a:cubicBezTo>
                      <a:pt x="324" y="349"/>
                      <a:pt x="317" y="316"/>
                      <a:pt x="312" y="283"/>
                    </a:cubicBezTo>
                    <a:close/>
                    <a:moveTo>
                      <a:pt x="148" y="0"/>
                    </a:moveTo>
                    <a:cubicBezTo>
                      <a:pt x="80" y="0"/>
                      <a:pt x="1" y="68"/>
                      <a:pt x="7" y="142"/>
                    </a:cubicBezTo>
                    <a:cubicBezTo>
                      <a:pt x="63" y="802"/>
                      <a:pt x="453" y="1429"/>
                      <a:pt x="1063" y="1706"/>
                    </a:cubicBezTo>
                    <a:cubicBezTo>
                      <a:pt x="1379" y="1847"/>
                      <a:pt x="1712" y="1898"/>
                      <a:pt x="2051" y="1898"/>
                    </a:cubicBezTo>
                    <a:cubicBezTo>
                      <a:pt x="2584" y="1898"/>
                      <a:pt x="3146" y="1670"/>
                      <a:pt x="3527" y="1298"/>
                    </a:cubicBezTo>
                    <a:lnTo>
                      <a:pt x="3527" y="1298"/>
                    </a:lnTo>
                    <a:cubicBezTo>
                      <a:pt x="3929" y="1698"/>
                      <a:pt x="4498" y="1894"/>
                      <a:pt x="5064" y="1894"/>
                    </a:cubicBezTo>
                    <a:cubicBezTo>
                      <a:pt x="5178" y="1894"/>
                      <a:pt x="5293" y="1886"/>
                      <a:pt x="5406" y="1870"/>
                    </a:cubicBezTo>
                    <a:cubicBezTo>
                      <a:pt x="6100" y="1774"/>
                      <a:pt x="6659" y="1356"/>
                      <a:pt x="6913" y="701"/>
                    </a:cubicBezTo>
                    <a:cubicBezTo>
                      <a:pt x="6987" y="520"/>
                      <a:pt x="7026" y="334"/>
                      <a:pt x="7043" y="142"/>
                    </a:cubicBezTo>
                    <a:cubicBezTo>
                      <a:pt x="7049" y="68"/>
                      <a:pt x="6975" y="0"/>
                      <a:pt x="6902"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055" name="Google Shape;1055;p39"/>
            <p:cNvGrpSpPr/>
            <p:nvPr/>
          </p:nvGrpSpPr>
          <p:grpSpPr>
            <a:xfrm>
              <a:off x="2568503" y="2768403"/>
              <a:ext cx="1727168" cy="2064093"/>
              <a:chOff x="4081975" y="3119725"/>
              <a:chExt cx="999750" cy="1194775"/>
            </a:xfrm>
          </p:grpSpPr>
          <p:sp>
            <p:nvSpPr>
              <p:cNvPr id="1056" name="Google Shape;1056;p39"/>
              <p:cNvSpPr/>
              <p:nvPr/>
            </p:nvSpPr>
            <p:spPr>
              <a:xfrm>
                <a:off x="4757400" y="3180675"/>
                <a:ext cx="8225" cy="9275"/>
              </a:xfrm>
              <a:custGeom>
                <a:avLst/>
                <a:gdLst/>
                <a:ahLst/>
                <a:cxnLst/>
                <a:rect l="l" t="t" r="r" b="b"/>
                <a:pathLst>
                  <a:path w="329" h="371" extrusionOk="0">
                    <a:moveTo>
                      <a:pt x="151" y="1"/>
                    </a:moveTo>
                    <a:cubicBezTo>
                      <a:pt x="142" y="1"/>
                      <a:pt x="133" y="2"/>
                      <a:pt x="125" y="5"/>
                    </a:cubicBezTo>
                    <a:cubicBezTo>
                      <a:pt x="108" y="5"/>
                      <a:pt x="85" y="11"/>
                      <a:pt x="74" y="22"/>
                    </a:cubicBezTo>
                    <a:lnTo>
                      <a:pt x="40" y="44"/>
                    </a:lnTo>
                    <a:cubicBezTo>
                      <a:pt x="23" y="61"/>
                      <a:pt x="12" y="84"/>
                      <a:pt x="6" y="107"/>
                    </a:cubicBezTo>
                    <a:cubicBezTo>
                      <a:pt x="6" y="118"/>
                      <a:pt x="1" y="129"/>
                      <a:pt x="1" y="146"/>
                    </a:cubicBezTo>
                    <a:cubicBezTo>
                      <a:pt x="1" y="169"/>
                      <a:pt x="6" y="191"/>
                      <a:pt x="23" y="214"/>
                    </a:cubicBezTo>
                    <a:cubicBezTo>
                      <a:pt x="34" y="242"/>
                      <a:pt x="51" y="270"/>
                      <a:pt x="68" y="299"/>
                    </a:cubicBezTo>
                    <a:cubicBezTo>
                      <a:pt x="74" y="315"/>
                      <a:pt x="91" y="327"/>
                      <a:pt x="102" y="338"/>
                    </a:cubicBezTo>
                    <a:cubicBezTo>
                      <a:pt x="119" y="349"/>
                      <a:pt x="130" y="361"/>
                      <a:pt x="153" y="366"/>
                    </a:cubicBezTo>
                    <a:cubicBezTo>
                      <a:pt x="161" y="369"/>
                      <a:pt x="170" y="371"/>
                      <a:pt x="179" y="371"/>
                    </a:cubicBezTo>
                    <a:cubicBezTo>
                      <a:pt x="188" y="371"/>
                      <a:pt x="198" y="369"/>
                      <a:pt x="209" y="366"/>
                    </a:cubicBezTo>
                    <a:cubicBezTo>
                      <a:pt x="226" y="366"/>
                      <a:pt x="243" y="361"/>
                      <a:pt x="260" y="349"/>
                    </a:cubicBezTo>
                    <a:lnTo>
                      <a:pt x="289" y="327"/>
                    </a:lnTo>
                    <a:cubicBezTo>
                      <a:pt x="305" y="310"/>
                      <a:pt x="317" y="287"/>
                      <a:pt x="322" y="265"/>
                    </a:cubicBezTo>
                    <a:lnTo>
                      <a:pt x="328" y="225"/>
                    </a:lnTo>
                    <a:cubicBezTo>
                      <a:pt x="328" y="203"/>
                      <a:pt x="322" y="180"/>
                      <a:pt x="311" y="157"/>
                    </a:cubicBezTo>
                    <a:cubicBezTo>
                      <a:pt x="294" y="129"/>
                      <a:pt x="283" y="101"/>
                      <a:pt x="266" y="73"/>
                    </a:cubicBezTo>
                    <a:cubicBezTo>
                      <a:pt x="255" y="56"/>
                      <a:pt x="243" y="44"/>
                      <a:pt x="226" y="33"/>
                    </a:cubicBezTo>
                    <a:cubicBezTo>
                      <a:pt x="215" y="22"/>
                      <a:pt x="198" y="11"/>
                      <a:pt x="181" y="5"/>
                    </a:cubicBezTo>
                    <a:cubicBezTo>
                      <a:pt x="170" y="2"/>
                      <a:pt x="160" y="1"/>
                      <a:pt x="151"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7" name="Google Shape;1057;p39"/>
              <p:cNvSpPr/>
              <p:nvPr/>
            </p:nvSpPr>
            <p:spPr>
              <a:xfrm>
                <a:off x="4765725" y="3198325"/>
                <a:ext cx="8925" cy="11375"/>
              </a:xfrm>
              <a:custGeom>
                <a:avLst/>
                <a:gdLst/>
                <a:ahLst/>
                <a:cxnLst/>
                <a:rect l="l" t="t" r="r" b="b"/>
                <a:pathLst>
                  <a:path w="357" h="455" extrusionOk="0">
                    <a:moveTo>
                      <a:pt x="136" y="1"/>
                    </a:moveTo>
                    <a:cubicBezTo>
                      <a:pt x="126" y="1"/>
                      <a:pt x="116" y="2"/>
                      <a:pt x="108" y="5"/>
                    </a:cubicBezTo>
                    <a:cubicBezTo>
                      <a:pt x="74" y="16"/>
                      <a:pt x="40" y="39"/>
                      <a:pt x="23" y="73"/>
                    </a:cubicBezTo>
                    <a:cubicBezTo>
                      <a:pt x="18" y="84"/>
                      <a:pt x="12" y="95"/>
                      <a:pt x="6" y="106"/>
                    </a:cubicBezTo>
                    <a:cubicBezTo>
                      <a:pt x="1" y="129"/>
                      <a:pt x="1" y="157"/>
                      <a:pt x="6" y="180"/>
                    </a:cubicBezTo>
                    <a:cubicBezTo>
                      <a:pt x="29" y="236"/>
                      <a:pt x="52" y="293"/>
                      <a:pt x="68" y="349"/>
                    </a:cubicBezTo>
                    <a:cubicBezTo>
                      <a:pt x="74" y="366"/>
                      <a:pt x="85" y="383"/>
                      <a:pt x="97" y="400"/>
                    </a:cubicBezTo>
                    <a:cubicBezTo>
                      <a:pt x="108" y="411"/>
                      <a:pt x="119" y="423"/>
                      <a:pt x="136" y="434"/>
                    </a:cubicBezTo>
                    <a:cubicBezTo>
                      <a:pt x="153" y="445"/>
                      <a:pt x="170" y="451"/>
                      <a:pt x="187" y="451"/>
                    </a:cubicBezTo>
                    <a:cubicBezTo>
                      <a:pt x="196" y="453"/>
                      <a:pt x="205" y="455"/>
                      <a:pt x="213" y="455"/>
                    </a:cubicBezTo>
                    <a:cubicBezTo>
                      <a:pt x="224" y="455"/>
                      <a:pt x="234" y="452"/>
                      <a:pt x="244" y="445"/>
                    </a:cubicBezTo>
                    <a:cubicBezTo>
                      <a:pt x="277" y="440"/>
                      <a:pt x="311" y="417"/>
                      <a:pt x="328" y="383"/>
                    </a:cubicBezTo>
                    <a:cubicBezTo>
                      <a:pt x="345" y="349"/>
                      <a:pt x="356" y="310"/>
                      <a:pt x="345" y="276"/>
                    </a:cubicBezTo>
                    <a:cubicBezTo>
                      <a:pt x="323" y="219"/>
                      <a:pt x="300" y="163"/>
                      <a:pt x="283" y="106"/>
                    </a:cubicBezTo>
                    <a:cubicBezTo>
                      <a:pt x="277" y="89"/>
                      <a:pt x="266" y="73"/>
                      <a:pt x="255" y="56"/>
                    </a:cubicBezTo>
                    <a:cubicBezTo>
                      <a:pt x="244" y="44"/>
                      <a:pt x="232" y="33"/>
                      <a:pt x="215" y="22"/>
                    </a:cubicBezTo>
                    <a:cubicBezTo>
                      <a:pt x="198" y="10"/>
                      <a:pt x="181" y="5"/>
                      <a:pt x="164" y="5"/>
                    </a:cubicBezTo>
                    <a:cubicBezTo>
                      <a:pt x="156" y="2"/>
                      <a:pt x="146" y="1"/>
                      <a:pt x="136"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8" name="Google Shape;1058;p39"/>
              <p:cNvSpPr/>
              <p:nvPr/>
            </p:nvSpPr>
            <p:spPr>
              <a:xfrm>
                <a:off x="4762900" y="3191400"/>
                <a:ext cx="8650" cy="10400"/>
              </a:xfrm>
              <a:custGeom>
                <a:avLst/>
                <a:gdLst/>
                <a:ahLst/>
                <a:cxnLst/>
                <a:rect l="l" t="t" r="r" b="b"/>
                <a:pathLst>
                  <a:path w="346" h="416" extrusionOk="0">
                    <a:moveTo>
                      <a:pt x="151" y="1"/>
                    </a:moveTo>
                    <a:cubicBezTo>
                      <a:pt x="142" y="1"/>
                      <a:pt x="133" y="2"/>
                      <a:pt x="125" y="5"/>
                    </a:cubicBezTo>
                    <a:cubicBezTo>
                      <a:pt x="102" y="5"/>
                      <a:pt x="85" y="11"/>
                      <a:pt x="69" y="22"/>
                    </a:cubicBezTo>
                    <a:lnTo>
                      <a:pt x="40" y="45"/>
                    </a:lnTo>
                    <a:cubicBezTo>
                      <a:pt x="23" y="62"/>
                      <a:pt x="12" y="78"/>
                      <a:pt x="6" y="107"/>
                    </a:cubicBezTo>
                    <a:lnTo>
                      <a:pt x="1" y="141"/>
                    </a:lnTo>
                    <a:cubicBezTo>
                      <a:pt x="1" y="169"/>
                      <a:pt x="6" y="191"/>
                      <a:pt x="18" y="214"/>
                    </a:cubicBezTo>
                    <a:cubicBezTo>
                      <a:pt x="18" y="214"/>
                      <a:pt x="18" y="214"/>
                      <a:pt x="18" y="214"/>
                    </a:cubicBezTo>
                    <a:lnTo>
                      <a:pt x="18" y="214"/>
                    </a:lnTo>
                    <a:cubicBezTo>
                      <a:pt x="34" y="243"/>
                      <a:pt x="48" y="275"/>
                      <a:pt x="63" y="306"/>
                    </a:cubicBezTo>
                    <a:lnTo>
                      <a:pt x="63" y="306"/>
                    </a:lnTo>
                    <a:cubicBezTo>
                      <a:pt x="63" y="308"/>
                      <a:pt x="63" y="310"/>
                      <a:pt x="63" y="310"/>
                    </a:cubicBezTo>
                    <a:cubicBezTo>
                      <a:pt x="66" y="321"/>
                      <a:pt x="72" y="332"/>
                      <a:pt x="79" y="342"/>
                    </a:cubicBezTo>
                    <a:lnTo>
                      <a:pt x="79" y="342"/>
                    </a:lnTo>
                    <a:cubicBezTo>
                      <a:pt x="79" y="343"/>
                      <a:pt x="80" y="343"/>
                      <a:pt x="80" y="344"/>
                    </a:cubicBezTo>
                    <a:cubicBezTo>
                      <a:pt x="80" y="344"/>
                      <a:pt x="80" y="343"/>
                      <a:pt x="80" y="343"/>
                    </a:cubicBezTo>
                    <a:lnTo>
                      <a:pt x="80" y="343"/>
                    </a:lnTo>
                    <a:cubicBezTo>
                      <a:pt x="83" y="349"/>
                      <a:pt x="87" y="355"/>
                      <a:pt x="91" y="361"/>
                    </a:cubicBezTo>
                    <a:cubicBezTo>
                      <a:pt x="102" y="372"/>
                      <a:pt x="114" y="383"/>
                      <a:pt x="131" y="395"/>
                    </a:cubicBezTo>
                    <a:cubicBezTo>
                      <a:pt x="148" y="406"/>
                      <a:pt x="165" y="412"/>
                      <a:pt x="181" y="412"/>
                    </a:cubicBezTo>
                    <a:cubicBezTo>
                      <a:pt x="191" y="414"/>
                      <a:pt x="199" y="415"/>
                      <a:pt x="207" y="415"/>
                    </a:cubicBezTo>
                    <a:cubicBezTo>
                      <a:pt x="218" y="415"/>
                      <a:pt x="228" y="413"/>
                      <a:pt x="238" y="406"/>
                    </a:cubicBezTo>
                    <a:cubicBezTo>
                      <a:pt x="249" y="406"/>
                      <a:pt x="261" y="400"/>
                      <a:pt x="272" y="395"/>
                    </a:cubicBezTo>
                    <a:cubicBezTo>
                      <a:pt x="294" y="383"/>
                      <a:pt x="311" y="366"/>
                      <a:pt x="323" y="344"/>
                    </a:cubicBezTo>
                    <a:cubicBezTo>
                      <a:pt x="328" y="333"/>
                      <a:pt x="334" y="321"/>
                      <a:pt x="340" y="310"/>
                    </a:cubicBezTo>
                    <a:cubicBezTo>
                      <a:pt x="345" y="287"/>
                      <a:pt x="345" y="259"/>
                      <a:pt x="340" y="237"/>
                    </a:cubicBezTo>
                    <a:cubicBezTo>
                      <a:pt x="317" y="180"/>
                      <a:pt x="289" y="124"/>
                      <a:pt x="266" y="73"/>
                    </a:cubicBezTo>
                    <a:cubicBezTo>
                      <a:pt x="255" y="56"/>
                      <a:pt x="244" y="39"/>
                      <a:pt x="227" y="33"/>
                    </a:cubicBezTo>
                    <a:cubicBezTo>
                      <a:pt x="215" y="16"/>
                      <a:pt x="198" y="11"/>
                      <a:pt x="181" y="5"/>
                    </a:cubicBezTo>
                    <a:cubicBezTo>
                      <a:pt x="170" y="2"/>
                      <a:pt x="160" y="1"/>
                      <a:pt x="151"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9" name="Google Shape;1059;p39"/>
              <p:cNvSpPr/>
              <p:nvPr/>
            </p:nvSpPr>
            <p:spPr>
              <a:xfrm>
                <a:off x="4772075" y="3222725"/>
                <a:ext cx="7950" cy="12875"/>
              </a:xfrm>
              <a:custGeom>
                <a:avLst/>
                <a:gdLst/>
                <a:ahLst/>
                <a:cxnLst/>
                <a:rect l="l" t="t" r="r" b="b"/>
                <a:pathLst>
                  <a:path w="318" h="515" extrusionOk="0">
                    <a:moveTo>
                      <a:pt x="145" y="0"/>
                    </a:moveTo>
                    <a:cubicBezTo>
                      <a:pt x="132" y="0"/>
                      <a:pt x="119" y="2"/>
                      <a:pt x="108" y="6"/>
                    </a:cubicBezTo>
                    <a:cubicBezTo>
                      <a:pt x="74" y="17"/>
                      <a:pt x="40" y="40"/>
                      <a:pt x="23" y="74"/>
                    </a:cubicBezTo>
                    <a:cubicBezTo>
                      <a:pt x="18" y="85"/>
                      <a:pt x="12" y="96"/>
                      <a:pt x="12" y="102"/>
                    </a:cubicBezTo>
                    <a:cubicBezTo>
                      <a:pt x="1" y="130"/>
                      <a:pt x="1" y="153"/>
                      <a:pt x="12" y="181"/>
                    </a:cubicBezTo>
                    <a:cubicBezTo>
                      <a:pt x="12" y="183"/>
                      <a:pt x="12" y="185"/>
                      <a:pt x="12" y="187"/>
                    </a:cubicBezTo>
                    <a:lnTo>
                      <a:pt x="12" y="187"/>
                    </a:lnTo>
                    <a:lnTo>
                      <a:pt x="12" y="186"/>
                    </a:lnTo>
                    <a:lnTo>
                      <a:pt x="12" y="186"/>
                    </a:lnTo>
                    <a:cubicBezTo>
                      <a:pt x="12" y="186"/>
                      <a:pt x="12" y="186"/>
                      <a:pt x="12" y="186"/>
                    </a:cubicBezTo>
                    <a:lnTo>
                      <a:pt x="12" y="186"/>
                    </a:lnTo>
                    <a:cubicBezTo>
                      <a:pt x="12" y="195"/>
                      <a:pt x="12" y="204"/>
                      <a:pt x="15" y="215"/>
                    </a:cubicBezTo>
                    <a:lnTo>
                      <a:pt x="15" y="215"/>
                    </a:lnTo>
                    <a:cubicBezTo>
                      <a:pt x="20" y="268"/>
                      <a:pt x="24" y="320"/>
                      <a:pt x="29" y="373"/>
                    </a:cubicBezTo>
                    <a:cubicBezTo>
                      <a:pt x="29" y="390"/>
                      <a:pt x="35" y="407"/>
                      <a:pt x="46" y="424"/>
                    </a:cubicBezTo>
                    <a:cubicBezTo>
                      <a:pt x="52" y="441"/>
                      <a:pt x="57" y="458"/>
                      <a:pt x="74" y="469"/>
                    </a:cubicBezTo>
                    <a:cubicBezTo>
                      <a:pt x="97" y="497"/>
                      <a:pt x="136" y="514"/>
                      <a:pt x="170" y="514"/>
                    </a:cubicBezTo>
                    <a:cubicBezTo>
                      <a:pt x="210" y="508"/>
                      <a:pt x="249" y="497"/>
                      <a:pt x="272" y="469"/>
                    </a:cubicBezTo>
                    <a:cubicBezTo>
                      <a:pt x="295" y="446"/>
                      <a:pt x="317" y="407"/>
                      <a:pt x="311" y="373"/>
                    </a:cubicBezTo>
                    <a:cubicBezTo>
                      <a:pt x="306" y="282"/>
                      <a:pt x="295" y="192"/>
                      <a:pt x="283" y="102"/>
                    </a:cubicBezTo>
                    <a:cubicBezTo>
                      <a:pt x="278" y="85"/>
                      <a:pt x="272" y="68"/>
                      <a:pt x="255" y="57"/>
                    </a:cubicBezTo>
                    <a:cubicBezTo>
                      <a:pt x="249" y="40"/>
                      <a:pt x="232" y="28"/>
                      <a:pt x="215" y="23"/>
                    </a:cubicBezTo>
                    <a:cubicBezTo>
                      <a:pt x="197" y="8"/>
                      <a:pt x="170" y="0"/>
                      <a:pt x="145"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0" name="Google Shape;1060;p39"/>
              <p:cNvSpPr/>
              <p:nvPr/>
            </p:nvSpPr>
            <p:spPr>
              <a:xfrm>
                <a:off x="4753175" y="3174050"/>
                <a:ext cx="8350" cy="9025"/>
              </a:xfrm>
              <a:custGeom>
                <a:avLst/>
                <a:gdLst/>
                <a:ahLst/>
                <a:cxnLst/>
                <a:rect l="l" t="t" r="r" b="b"/>
                <a:pathLst>
                  <a:path w="334" h="361" extrusionOk="0">
                    <a:moveTo>
                      <a:pt x="150" y="0"/>
                    </a:moveTo>
                    <a:cubicBezTo>
                      <a:pt x="141" y="0"/>
                      <a:pt x="133" y="2"/>
                      <a:pt x="124" y="4"/>
                    </a:cubicBezTo>
                    <a:cubicBezTo>
                      <a:pt x="102" y="4"/>
                      <a:pt x="85" y="10"/>
                      <a:pt x="74" y="21"/>
                    </a:cubicBezTo>
                    <a:cubicBezTo>
                      <a:pt x="62" y="27"/>
                      <a:pt x="51" y="33"/>
                      <a:pt x="40" y="38"/>
                    </a:cubicBezTo>
                    <a:cubicBezTo>
                      <a:pt x="23" y="61"/>
                      <a:pt x="11" y="78"/>
                      <a:pt x="6" y="100"/>
                    </a:cubicBezTo>
                    <a:cubicBezTo>
                      <a:pt x="6" y="117"/>
                      <a:pt x="0" y="129"/>
                      <a:pt x="0" y="140"/>
                    </a:cubicBezTo>
                    <a:cubicBezTo>
                      <a:pt x="0" y="168"/>
                      <a:pt x="6" y="191"/>
                      <a:pt x="23" y="213"/>
                    </a:cubicBezTo>
                    <a:cubicBezTo>
                      <a:pt x="40" y="236"/>
                      <a:pt x="57" y="264"/>
                      <a:pt x="74" y="292"/>
                    </a:cubicBezTo>
                    <a:cubicBezTo>
                      <a:pt x="79" y="304"/>
                      <a:pt x="90" y="321"/>
                      <a:pt x="107" y="332"/>
                    </a:cubicBezTo>
                    <a:cubicBezTo>
                      <a:pt x="119" y="343"/>
                      <a:pt x="136" y="349"/>
                      <a:pt x="158" y="355"/>
                    </a:cubicBezTo>
                    <a:cubicBezTo>
                      <a:pt x="175" y="360"/>
                      <a:pt x="192" y="360"/>
                      <a:pt x="209" y="360"/>
                    </a:cubicBezTo>
                    <a:cubicBezTo>
                      <a:pt x="232" y="355"/>
                      <a:pt x="249" y="349"/>
                      <a:pt x="266" y="343"/>
                    </a:cubicBezTo>
                    <a:lnTo>
                      <a:pt x="294" y="321"/>
                    </a:lnTo>
                    <a:cubicBezTo>
                      <a:pt x="311" y="304"/>
                      <a:pt x="322" y="281"/>
                      <a:pt x="328" y="259"/>
                    </a:cubicBezTo>
                    <a:lnTo>
                      <a:pt x="333" y="219"/>
                    </a:lnTo>
                    <a:cubicBezTo>
                      <a:pt x="333" y="191"/>
                      <a:pt x="328" y="168"/>
                      <a:pt x="316" y="146"/>
                    </a:cubicBezTo>
                    <a:cubicBezTo>
                      <a:pt x="299" y="123"/>
                      <a:pt x="282" y="95"/>
                      <a:pt x="266" y="67"/>
                    </a:cubicBezTo>
                    <a:cubicBezTo>
                      <a:pt x="254" y="55"/>
                      <a:pt x="243" y="38"/>
                      <a:pt x="226" y="27"/>
                    </a:cubicBezTo>
                    <a:cubicBezTo>
                      <a:pt x="215" y="16"/>
                      <a:pt x="198" y="10"/>
                      <a:pt x="181" y="4"/>
                    </a:cubicBezTo>
                    <a:cubicBezTo>
                      <a:pt x="170" y="2"/>
                      <a:pt x="160" y="0"/>
                      <a:pt x="150"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1" name="Google Shape;1061;p39"/>
              <p:cNvSpPr/>
              <p:nvPr/>
            </p:nvSpPr>
            <p:spPr>
              <a:xfrm>
                <a:off x="4773075" y="3231325"/>
                <a:ext cx="7500" cy="15850"/>
              </a:xfrm>
              <a:custGeom>
                <a:avLst/>
                <a:gdLst/>
                <a:ahLst/>
                <a:cxnLst/>
                <a:rect l="l" t="t" r="r" b="b"/>
                <a:pathLst>
                  <a:path w="300" h="634" extrusionOk="0">
                    <a:moveTo>
                      <a:pt x="147" y="1"/>
                    </a:moveTo>
                    <a:cubicBezTo>
                      <a:pt x="108" y="1"/>
                      <a:pt x="68" y="12"/>
                      <a:pt x="46" y="40"/>
                    </a:cubicBezTo>
                    <a:cubicBezTo>
                      <a:pt x="23" y="68"/>
                      <a:pt x="0" y="102"/>
                      <a:pt x="6" y="142"/>
                    </a:cubicBezTo>
                    <a:cubicBezTo>
                      <a:pt x="12" y="260"/>
                      <a:pt x="17" y="373"/>
                      <a:pt x="17" y="492"/>
                    </a:cubicBezTo>
                    <a:cubicBezTo>
                      <a:pt x="17" y="563"/>
                      <a:pt x="75" y="633"/>
                      <a:pt x="150" y="633"/>
                    </a:cubicBezTo>
                    <a:cubicBezTo>
                      <a:pt x="153" y="633"/>
                      <a:pt x="156" y="633"/>
                      <a:pt x="158" y="633"/>
                    </a:cubicBezTo>
                    <a:cubicBezTo>
                      <a:pt x="232" y="633"/>
                      <a:pt x="300" y="571"/>
                      <a:pt x="300" y="492"/>
                    </a:cubicBezTo>
                    <a:cubicBezTo>
                      <a:pt x="300" y="373"/>
                      <a:pt x="294" y="260"/>
                      <a:pt x="288" y="142"/>
                    </a:cubicBezTo>
                    <a:cubicBezTo>
                      <a:pt x="283" y="102"/>
                      <a:pt x="271" y="68"/>
                      <a:pt x="243" y="40"/>
                    </a:cubicBezTo>
                    <a:cubicBezTo>
                      <a:pt x="221" y="18"/>
                      <a:pt x="181" y="1"/>
                      <a:pt x="147"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2" name="Google Shape;1062;p39"/>
              <p:cNvSpPr/>
              <p:nvPr/>
            </p:nvSpPr>
            <p:spPr>
              <a:xfrm>
                <a:off x="4770525" y="3214325"/>
                <a:ext cx="8225" cy="12075"/>
              </a:xfrm>
              <a:custGeom>
                <a:avLst/>
                <a:gdLst/>
                <a:ahLst/>
                <a:cxnLst/>
                <a:rect l="l" t="t" r="r" b="b"/>
                <a:pathLst>
                  <a:path w="329" h="483" extrusionOk="0">
                    <a:moveTo>
                      <a:pt x="148" y="1"/>
                    </a:moveTo>
                    <a:cubicBezTo>
                      <a:pt x="135" y="1"/>
                      <a:pt x="120" y="5"/>
                      <a:pt x="108" y="9"/>
                    </a:cubicBezTo>
                    <a:cubicBezTo>
                      <a:pt x="74" y="20"/>
                      <a:pt x="40" y="37"/>
                      <a:pt x="23" y="71"/>
                    </a:cubicBezTo>
                    <a:cubicBezTo>
                      <a:pt x="6" y="105"/>
                      <a:pt x="1" y="144"/>
                      <a:pt x="6" y="178"/>
                    </a:cubicBezTo>
                    <a:cubicBezTo>
                      <a:pt x="23" y="246"/>
                      <a:pt x="35" y="314"/>
                      <a:pt x="52" y="381"/>
                    </a:cubicBezTo>
                    <a:cubicBezTo>
                      <a:pt x="52" y="398"/>
                      <a:pt x="63" y="415"/>
                      <a:pt x="74" y="426"/>
                    </a:cubicBezTo>
                    <a:cubicBezTo>
                      <a:pt x="85" y="443"/>
                      <a:pt x="97" y="455"/>
                      <a:pt x="114" y="466"/>
                    </a:cubicBezTo>
                    <a:cubicBezTo>
                      <a:pt x="131" y="477"/>
                      <a:pt x="148" y="483"/>
                      <a:pt x="164" y="483"/>
                    </a:cubicBezTo>
                    <a:cubicBezTo>
                      <a:pt x="187" y="483"/>
                      <a:pt x="204" y="483"/>
                      <a:pt x="221" y="477"/>
                    </a:cubicBezTo>
                    <a:cubicBezTo>
                      <a:pt x="255" y="466"/>
                      <a:pt x="289" y="449"/>
                      <a:pt x="306" y="415"/>
                    </a:cubicBezTo>
                    <a:lnTo>
                      <a:pt x="323" y="381"/>
                    </a:lnTo>
                    <a:cubicBezTo>
                      <a:pt x="328" y="353"/>
                      <a:pt x="328" y="330"/>
                      <a:pt x="323" y="308"/>
                    </a:cubicBezTo>
                    <a:cubicBezTo>
                      <a:pt x="311" y="240"/>
                      <a:pt x="294" y="172"/>
                      <a:pt x="283" y="105"/>
                    </a:cubicBezTo>
                    <a:cubicBezTo>
                      <a:pt x="277" y="88"/>
                      <a:pt x="266" y="71"/>
                      <a:pt x="255" y="59"/>
                    </a:cubicBezTo>
                    <a:cubicBezTo>
                      <a:pt x="244" y="42"/>
                      <a:pt x="232" y="31"/>
                      <a:pt x="215" y="20"/>
                    </a:cubicBezTo>
                    <a:cubicBezTo>
                      <a:pt x="198" y="9"/>
                      <a:pt x="181" y="3"/>
                      <a:pt x="164" y="3"/>
                    </a:cubicBezTo>
                    <a:cubicBezTo>
                      <a:pt x="160" y="1"/>
                      <a:pt x="154" y="1"/>
                      <a:pt x="148"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3" name="Google Shape;1063;p39"/>
              <p:cNvSpPr/>
              <p:nvPr/>
            </p:nvSpPr>
            <p:spPr>
              <a:xfrm>
                <a:off x="4768275" y="3206225"/>
                <a:ext cx="8625" cy="11675"/>
              </a:xfrm>
              <a:custGeom>
                <a:avLst/>
                <a:gdLst/>
                <a:ahLst/>
                <a:cxnLst/>
                <a:rect l="l" t="t" r="r" b="b"/>
                <a:pathLst>
                  <a:path w="345" h="467" extrusionOk="0">
                    <a:moveTo>
                      <a:pt x="139" y="1"/>
                    </a:moveTo>
                    <a:cubicBezTo>
                      <a:pt x="130" y="1"/>
                      <a:pt x="122" y="2"/>
                      <a:pt x="113" y="5"/>
                    </a:cubicBezTo>
                    <a:cubicBezTo>
                      <a:pt x="79" y="16"/>
                      <a:pt x="46" y="39"/>
                      <a:pt x="29" y="73"/>
                    </a:cubicBezTo>
                    <a:cubicBezTo>
                      <a:pt x="12" y="101"/>
                      <a:pt x="0" y="141"/>
                      <a:pt x="12" y="180"/>
                    </a:cubicBezTo>
                    <a:cubicBezTo>
                      <a:pt x="34" y="242"/>
                      <a:pt x="51" y="299"/>
                      <a:pt x="62" y="361"/>
                    </a:cubicBezTo>
                    <a:cubicBezTo>
                      <a:pt x="74" y="395"/>
                      <a:pt x="102" y="429"/>
                      <a:pt x="130" y="446"/>
                    </a:cubicBezTo>
                    <a:cubicBezTo>
                      <a:pt x="147" y="457"/>
                      <a:pt x="164" y="462"/>
                      <a:pt x="181" y="462"/>
                    </a:cubicBezTo>
                    <a:cubicBezTo>
                      <a:pt x="192" y="465"/>
                      <a:pt x="202" y="467"/>
                      <a:pt x="211" y="467"/>
                    </a:cubicBezTo>
                    <a:cubicBezTo>
                      <a:pt x="221" y="467"/>
                      <a:pt x="229" y="465"/>
                      <a:pt x="238" y="462"/>
                    </a:cubicBezTo>
                    <a:cubicBezTo>
                      <a:pt x="271" y="451"/>
                      <a:pt x="305" y="429"/>
                      <a:pt x="322" y="395"/>
                    </a:cubicBezTo>
                    <a:cubicBezTo>
                      <a:pt x="339" y="361"/>
                      <a:pt x="345" y="327"/>
                      <a:pt x="339" y="287"/>
                    </a:cubicBezTo>
                    <a:cubicBezTo>
                      <a:pt x="322" y="225"/>
                      <a:pt x="305" y="163"/>
                      <a:pt x="288" y="101"/>
                    </a:cubicBezTo>
                    <a:cubicBezTo>
                      <a:pt x="277" y="67"/>
                      <a:pt x="254" y="39"/>
                      <a:pt x="221" y="22"/>
                    </a:cubicBezTo>
                    <a:cubicBezTo>
                      <a:pt x="204" y="11"/>
                      <a:pt x="187" y="5"/>
                      <a:pt x="170" y="5"/>
                    </a:cubicBezTo>
                    <a:cubicBezTo>
                      <a:pt x="158" y="2"/>
                      <a:pt x="149" y="1"/>
                      <a:pt x="139"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4" name="Google Shape;1064;p39"/>
              <p:cNvSpPr/>
              <p:nvPr/>
            </p:nvSpPr>
            <p:spPr>
              <a:xfrm>
                <a:off x="4744000" y="3162150"/>
                <a:ext cx="7775" cy="7925"/>
              </a:xfrm>
              <a:custGeom>
                <a:avLst/>
                <a:gdLst/>
                <a:ahLst/>
                <a:cxnLst/>
                <a:rect l="l" t="t" r="r" b="b"/>
                <a:pathLst>
                  <a:path w="311" h="317" extrusionOk="0">
                    <a:moveTo>
                      <a:pt x="141" y="0"/>
                    </a:moveTo>
                    <a:cubicBezTo>
                      <a:pt x="119" y="0"/>
                      <a:pt x="102" y="6"/>
                      <a:pt x="85" y="12"/>
                    </a:cubicBezTo>
                    <a:cubicBezTo>
                      <a:pt x="68" y="17"/>
                      <a:pt x="51" y="29"/>
                      <a:pt x="40" y="40"/>
                    </a:cubicBezTo>
                    <a:lnTo>
                      <a:pt x="17" y="68"/>
                    </a:lnTo>
                    <a:cubicBezTo>
                      <a:pt x="6" y="91"/>
                      <a:pt x="0" y="113"/>
                      <a:pt x="0" y="142"/>
                    </a:cubicBezTo>
                    <a:lnTo>
                      <a:pt x="6" y="181"/>
                    </a:lnTo>
                    <a:cubicBezTo>
                      <a:pt x="11" y="204"/>
                      <a:pt x="23" y="226"/>
                      <a:pt x="40" y="243"/>
                    </a:cubicBezTo>
                    <a:cubicBezTo>
                      <a:pt x="51" y="255"/>
                      <a:pt x="62" y="266"/>
                      <a:pt x="73" y="277"/>
                    </a:cubicBezTo>
                    <a:cubicBezTo>
                      <a:pt x="85" y="288"/>
                      <a:pt x="96" y="300"/>
                      <a:pt x="119" y="305"/>
                    </a:cubicBezTo>
                    <a:cubicBezTo>
                      <a:pt x="136" y="311"/>
                      <a:pt x="152" y="317"/>
                      <a:pt x="169" y="317"/>
                    </a:cubicBezTo>
                    <a:cubicBezTo>
                      <a:pt x="192" y="317"/>
                      <a:pt x="209" y="311"/>
                      <a:pt x="226" y="305"/>
                    </a:cubicBezTo>
                    <a:cubicBezTo>
                      <a:pt x="243" y="300"/>
                      <a:pt x="260" y="288"/>
                      <a:pt x="271" y="277"/>
                    </a:cubicBezTo>
                    <a:lnTo>
                      <a:pt x="294" y="249"/>
                    </a:lnTo>
                    <a:cubicBezTo>
                      <a:pt x="305" y="226"/>
                      <a:pt x="311" y="204"/>
                      <a:pt x="311" y="175"/>
                    </a:cubicBezTo>
                    <a:cubicBezTo>
                      <a:pt x="311" y="164"/>
                      <a:pt x="311" y="153"/>
                      <a:pt x="305" y="136"/>
                    </a:cubicBezTo>
                    <a:cubicBezTo>
                      <a:pt x="299" y="113"/>
                      <a:pt x="288" y="91"/>
                      <a:pt x="271" y="74"/>
                    </a:cubicBezTo>
                    <a:cubicBezTo>
                      <a:pt x="260" y="63"/>
                      <a:pt x="249" y="51"/>
                      <a:pt x="237" y="40"/>
                    </a:cubicBezTo>
                    <a:cubicBezTo>
                      <a:pt x="226" y="29"/>
                      <a:pt x="209" y="17"/>
                      <a:pt x="192" y="12"/>
                    </a:cubicBezTo>
                    <a:cubicBezTo>
                      <a:pt x="175" y="6"/>
                      <a:pt x="158" y="0"/>
                      <a:pt x="141"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5" name="Google Shape;1065;p39"/>
              <p:cNvSpPr/>
              <p:nvPr/>
            </p:nvSpPr>
            <p:spPr>
              <a:xfrm>
                <a:off x="4748650" y="3167800"/>
                <a:ext cx="8200" cy="8600"/>
              </a:xfrm>
              <a:custGeom>
                <a:avLst/>
                <a:gdLst/>
                <a:ahLst/>
                <a:cxnLst/>
                <a:rect l="l" t="t" r="r" b="b"/>
                <a:pathLst>
                  <a:path w="328" h="344" extrusionOk="0">
                    <a:moveTo>
                      <a:pt x="142" y="0"/>
                    </a:moveTo>
                    <a:cubicBezTo>
                      <a:pt x="119" y="0"/>
                      <a:pt x="102" y="0"/>
                      <a:pt x="85" y="12"/>
                    </a:cubicBezTo>
                    <a:cubicBezTo>
                      <a:pt x="68" y="17"/>
                      <a:pt x="51" y="29"/>
                      <a:pt x="40" y="40"/>
                    </a:cubicBezTo>
                    <a:lnTo>
                      <a:pt x="17" y="68"/>
                    </a:lnTo>
                    <a:cubicBezTo>
                      <a:pt x="6" y="91"/>
                      <a:pt x="0" y="113"/>
                      <a:pt x="0" y="141"/>
                    </a:cubicBezTo>
                    <a:cubicBezTo>
                      <a:pt x="0" y="153"/>
                      <a:pt x="0" y="164"/>
                      <a:pt x="6" y="175"/>
                    </a:cubicBezTo>
                    <a:cubicBezTo>
                      <a:pt x="12" y="204"/>
                      <a:pt x="23" y="221"/>
                      <a:pt x="40" y="243"/>
                    </a:cubicBezTo>
                    <a:lnTo>
                      <a:pt x="41" y="245"/>
                    </a:lnTo>
                    <a:lnTo>
                      <a:pt x="41" y="245"/>
                    </a:lnTo>
                    <a:cubicBezTo>
                      <a:pt x="49" y="255"/>
                      <a:pt x="57" y="264"/>
                      <a:pt x="68" y="271"/>
                    </a:cubicBezTo>
                    <a:cubicBezTo>
                      <a:pt x="74" y="288"/>
                      <a:pt x="85" y="305"/>
                      <a:pt x="102" y="311"/>
                    </a:cubicBezTo>
                    <a:cubicBezTo>
                      <a:pt x="119" y="328"/>
                      <a:pt x="130" y="334"/>
                      <a:pt x="153" y="339"/>
                    </a:cubicBezTo>
                    <a:cubicBezTo>
                      <a:pt x="161" y="342"/>
                      <a:pt x="170" y="343"/>
                      <a:pt x="179" y="343"/>
                    </a:cubicBezTo>
                    <a:cubicBezTo>
                      <a:pt x="188" y="343"/>
                      <a:pt x="198" y="342"/>
                      <a:pt x="209" y="339"/>
                    </a:cubicBezTo>
                    <a:cubicBezTo>
                      <a:pt x="226" y="339"/>
                      <a:pt x="243" y="334"/>
                      <a:pt x="260" y="322"/>
                    </a:cubicBezTo>
                    <a:lnTo>
                      <a:pt x="288" y="305"/>
                    </a:lnTo>
                    <a:cubicBezTo>
                      <a:pt x="305" y="283"/>
                      <a:pt x="317" y="266"/>
                      <a:pt x="322" y="243"/>
                    </a:cubicBezTo>
                    <a:lnTo>
                      <a:pt x="328" y="204"/>
                    </a:lnTo>
                    <a:cubicBezTo>
                      <a:pt x="328" y="175"/>
                      <a:pt x="322" y="153"/>
                      <a:pt x="311" y="130"/>
                    </a:cubicBezTo>
                    <a:cubicBezTo>
                      <a:pt x="288" y="102"/>
                      <a:pt x="266" y="68"/>
                      <a:pt x="238" y="40"/>
                    </a:cubicBezTo>
                    <a:cubicBezTo>
                      <a:pt x="226" y="29"/>
                      <a:pt x="215" y="17"/>
                      <a:pt x="192" y="12"/>
                    </a:cubicBezTo>
                    <a:cubicBezTo>
                      <a:pt x="175" y="0"/>
                      <a:pt x="159" y="0"/>
                      <a:pt x="142"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6" name="Google Shape;1066;p39"/>
              <p:cNvSpPr/>
              <p:nvPr/>
            </p:nvSpPr>
            <p:spPr>
              <a:xfrm>
                <a:off x="4484925" y="3138725"/>
                <a:ext cx="336850" cy="477075"/>
              </a:xfrm>
              <a:custGeom>
                <a:avLst/>
                <a:gdLst/>
                <a:ahLst/>
                <a:cxnLst/>
                <a:rect l="l" t="t" r="r" b="b"/>
                <a:pathLst>
                  <a:path w="13474" h="19083" extrusionOk="0">
                    <a:moveTo>
                      <a:pt x="9707" y="536"/>
                    </a:moveTo>
                    <a:lnTo>
                      <a:pt x="9707" y="536"/>
                    </a:lnTo>
                    <a:cubicBezTo>
                      <a:pt x="10371" y="1035"/>
                      <a:pt x="10918" y="1715"/>
                      <a:pt x="11216" y="2490"/>
                    </a:cubicBezTo>
                    <a:cubicBezTo>
                      <a:pt x="11396" y="2970"/>
                      <a:pt x="11509" y="3462"/>
                      <a:pt x="11538" y="3976"/>
                    </a:cubicBezTo>
                    <a:cubicBezTo>
                      <a:pt x="11549" y="4185"/>
                      <a:pt x="11543" y="4399"/>
                      <a:pt x="11543" y="4608"/>
                    </a:cubicBezTo>
                    <a:lnTo>
                      <a:pt x="11543" y="5755"/>
                    </a:lnTo>
                    <a:cubicBezTo>
                      <a:pt x="11543" y="5992"/>
                      <a:pt x="11532" y="6229"/>
                      <a:pt x="11543" y="6466"/>
                    </a:cubicBezTo>
                    <a:cubicBezTo>
                      <a:pt x="11549" y="6602"/>
                      <a:pt x="11713" y="6686"/>
                      <a:pt x="11814" y="6765"/>
                    </a:cubicBezTo>
                    <a:cubicBezTo>
                      <a:pt x="12193" y="7065"/>
                      <a:pt x="12577" y="7364"/>
                      <a:pt x="12955" y="7669"/>
                    </a:cubicBezTo>
                    <a:cubicBezTo>
                      <a:pt x="13136" y="7816"/>
                      <a:pt x="13221" y="8030"/>
                      <a:pt x="13130" y="8251"/>
                    </a:cubicBezTo>
                    <a:cubicBezTo>
                      <a:pt x="13034" y="8477"/>
                      <a:pt x="12808" y="8590"/>
                      <a:pt x="12577" y="8590"/>
                    </a:cubicBezTo>
                    <a:cubicBezTo>
                      <a:pt x="12477" y="8591"/>
                      <a:pt x="12378" y="8592"/>
                      <a:pt x="12279" y="8592"/>
                    </a:cubicBezTo>
                    <a:cubicBezTo>
                      <a:pt x="12081" y="8592"/>
                      <a:pt x="11884" y="8590"/>
                      <a:pt x="11684" y="8590"/>
                    </a:cubicBezTo>
                    <a:cubicBezTo>
                      <a:pt x="11605" y="8590"/>
                      <a:pt x="11543" y="8657"/>
                      <a:pt x="11543" y="8731"/>
                    </a:cubicBezTo>
                    <a:cubicBezTo>
                      <a:pt x="11543" y="9030"/>
                      <a:pt x="11549" y="9329"/>
                      <a:pt x="11538" y="9623"/>
                    </a:cubicBezTo>
                    <a:cubicBezTo>
                      <a:pt x="11515" y="10154"/>
                      <a:pt x="11408" y="10685"/>
                      <a:pt x="11210" y="11182"/>
                    </a:cubicBezTo>
                    <a:cubicBezTo>
                      <a:pt x="10832" y="12147"/>
                      <a:pt x="10126" y="12983"/>
                      <a:pt x="9239" y="13525"/>
                    </a:cubicBezTo>
                    <a:cubicBezTo>
                      <a:pt x="8748" y="13822"/>
                      <a:pt x="8210" y="14026"/>
                      <a:pt x="7645" y="14138"/>
                    </a:cubicBezTo>
                    <a:lnTo>
                      <a:pt x="7645" y="14138"/>
                    </a:lnTo>
                    <a:cubicBezTo>
                      <a:pt x="7652" y="14108"/>
                      <a:pt x="7659" y="14078"/>
                      <a:pt x="7664" y="14051"/>
                    </a:cubicBezTo>
                    <a:cubicBezTo>
                      <a:pt x="7703" y="13825"/>
                      <a:pt x="7720" y="13599"/>
                      <a:pt x="7709" y="13373"/>
                    </a:cubicBezTo>
                    <a:cubicBezTo>
                      <a:pt x="7675" y="12475"/>
                      <a:pt x="7285" y="11628"/>
                      <a:pt x="6783" y="10894"/>
                    </a:cubicBezTo>
                    <a:cubicBezTo>
                      <a:pt x="6382" y="10306"/>
                      <a:pt x="5896" y="9770"/>
                      <a:pt x="5371" y="9290"/>
                    </a:cubicBezTo>
                    <a:cubicBezTo>
                      <a:pt x="5128" y="9070"/>
                      <a:pt x="4874" y="8889"/>
                      <a:pt x="4687" y="8606"/>
                    </a:cubicBezTo>
                    <a:cubicBezTo>
                      <a:pt x="4416" y="8194"/>
                      <a:pt x="4320" y="7703"/>
                      <a:pt x="4462" y="7223"/>
                    </a:cubicBezTo>
                    <a:cubicBezTo>
                      <a:pt x="4563" y="6890"/>
                      <a:pt x="4795" y="6624"/>
                      <a:pt x="5134" y="6528"/>
                    </a:cubicBezTo>
                    <a:cubicBezTo>
                      <a:pt x="5184" y="6517"/>
                      <a:pt x="5235" y="6506"/>
                      <a:pt x="5286" y="6494"/>
                    </a:cubicBezTo>
                    <a:cubicBezTo>
                      <a:pt x="5294" y="6493"/>
                      <a:pt x="5298" y="6493"/>
                      <a:pt x="5299" y="6493"/>
                    </a:cubicBezTo>
                    <a:cubicBezTo>
                      <a:pt x="5301" y="6493"/>
                      <a:pt x="5282" y="6496"/>
                      <a:pt x="5282" y="6496"/>
                    </a:cubicBezTo>
                    <a:cubicBezTo>
                      <a:pt x="5282" y="6496"/>
                      <a:pt x="5285" y="6496"/>
                      <a:pt x="5292" y="6494"/>
                    </a:cubicBezTo>
                    <a:lnTo>
                      <a:pt x="5326" y="6494"/>
                    </a:lnTo>
                    <a:cubicBezTo>
                      <a:pt x="5354" y="6489"/>
                      <a:pt x="5382" y="6489"/>
                      <a:pt x="5410" y="6489"/>
                    </a:cubicBezTo>
                    <a:cubicBezTo>
                      <a:pt x="5414" y="6489"/>
                      <a:pt x="5417" y="6488"/>
                      <a:pt x="5420" y="6488"/>
                    </a:cubicBezTo>
                    <a:lnTo>
                      <a:pt x="5420" y="6488"/>
                    </a:lnTo>
                    <a:cubicBezTo>
                      <a:pt x="6703" y="6429"/>
                      <a:pt x="8006" y="6056"/>
                      <a:pt x="8912" y="5099"/>
                    </a:cubicBezTo>
                    <a:cubicBezTo>
                      <a:pt x="9392" y="4597"/>
                      <a:pt x="9759" y="3976"/>
                      <a:pt x="9939" y="3298"/>
                    </a:cubicBezTo>
                    <a:cubicBezTo>
                      <a:pt x="10086" y="2739"/>
                      <a:pt x="10098" y="2152"/>
                      <a:pt x="10007" y="1587"/>
                    </a:cubicBezTo>
                    <a:cubicBezTo>
                      <a:pt x="9946" y="1225"/>
                      <a:pt x="9842" y="873"/>
                      <a:pt x="9707" y="536"/>
                    </a:cubicBezTo>
                    <a:close/>
                    <a:moveTo>
                      <a:pt x="7466" y="14937"/>
                    </a:moveTo>
                    <a:lnTo>
                      <a:pt x="7466" y="15863"/>
                    </a:lnTo>
                    <a:lnTo>
                      <a:pt x="7466" y="18359"/>
                    </a:lnTo>
                    <a:lnTo>
                      <a:pt x="7466" y="18800"/>
                    </a:lnTo>
                    <a:lnTo>
                      <a:pt x="283" y="18800"/>
                    </a:lnTo>
                    <a:lnTo>
                      <a:pt x="283" y="17586"/>
                    </a:lnTo>
                    <a:lnTo>
                      <a:pt x="3383" y="17586"/>
                    </a:lnTo>
                    <a:cubicBezTo>
                      <a:pt x="4078" y="17586"/>
                      <a:pt x="4778" y="17518"/>
                      <a:pt x="5427" y="17253"/>
                    </a:cubicBezTo>
                    <a:cubicBezTo>
                      <a:pt x="6065" y="16987"/>
                      <a:pt x="6613" y="16552"/>
                      <a:pt x="6997" y="15976"/>
                    </a:cubicBezTo>
                    <a:cubicBezTo>
                      <a:pt x="7207" y="15657"/>
                      <a:pt x="7364" y="15302"/>
                      <a:pt x="7466" y="14937"/>
                    </a:cubicBezTo>
                    <a:close/>
                    <a:moveTo>
                      <a:pt x="9374" y="0"/>
                    </a:moveTo>
                    <a:cubicBezTo>
                      <a:pt x="9277" y="0"/>
                      <a:pt x="9206" y="115"/>
                      <a:pt x="9256" y="215"/>
                    </a:cubicBezTo>
                    <a:cubicBezTo>
                      <a:pt x="9680" y="1062"/>
                      <a:pt x="9906" y="2044"/>
                      <a:pt x="9719" y="2987"/>
                    </a:cubicBezTo>
                    <a:cubicBezTo>
                      <a:pt x="9476" y="4247"/>
                      <a:pt x="8562" y="5314"/>
                      <a:pt x="7387" y="5800"/>
                    </a:cubicBezTo>
                    <a:cubicBezTo>
                      <a:pt x="6760" y="6060"/>
                      <a:pt x="6082" y="6178"/>
                      <a:pt x="5405" y="6206"/>
                    </a:cubicBezTo>
                    <a:cubicBezTo>
                      <a:pt x="5403" y="6206"/>
                      <a:pt x="5402" y="6207"/>
                      <a:pt x="5400" y="6207"/>
                    </a:cubicBezTo>
                    <a:lnTo>
                      <a:pt x="5400" y="6207"/>
                    </a:lnTo>
                    <a:cubicBezTo>
                      <a:pt x="5138" y="6214"/>
                      <a:pt x="4882" y="6287"/>
                      <a:pt x="4676" y="6438"/>
                    </a:cubicBezTo>
                    <a:cubicBezTo>
                      <a:pt x="4292" y="6715"/>
                      <a:pt x="4128" y="7178"/>
                      <a:pt x="4111" y="7635"/>
                    </a:cubicBezTo>
                    <a:cubicBezTo>
                      <a:pt x="4094" y="8234"/>
                      <a:pt x="4394" y="8844"/>
                      <a:pt x="4857" y="9216"/>
                    </a:cubicBezTo>
                    <a:cubicBezTo>
                      <a:pt x="5241" y="9527"/>
                      <a:pt x="5591" y="9877"/>
                      <a:pt x="5919" y="10250"/>
                    </a:cubicBezTo>
                    <a:cubicBezTo>
                      <a:pt x="6478" y="10877"/>
                      <a:pt x="6975" y="11600"/>
                      <a:pt x="7246" y="12407"/>
                    </a:cubicBezTo>
                    <a:cubicBezTo>
                      <a:pt x="7381" y="12831"/>
                      <a:pt x="7455" y="13271"/>
                      <a:pt x="7421" y="13717"/>
                    </a:cubicBezTo>
                    <a:cubicBezTo>
                      <a:pt x="7404" y="13949"/>
                      <a:pt x="7336" y="14158"/>
                      <a:pt x="7291" y="14384"/>
                    </a:cubicBezTo>
                    <a:cubicBezTo>
                      <a:pt x="7285" y="14412"/>
                      <a:pt x="7285" y="14440"/>
                      <a:pt x="7280" y="14468"/>
                    </a:cubicBezTo>
                    <a:cubicBezTo>
                      <a:pt x="7281" y="14453"/>
                      <a:pt x="7282" y="14447"/>
                      <a:pt x="7282" y="14447"/>
                    </a:cubicBezTo>
                    <a:lnTo>
                      <a:pt x="7282" y="14447"/>
                    </a:lnTo>
                    <a:cubicBezTo>
                      <a:pt x="7282" y="14447"/>
                      <a:pt x="7278" y="14477"/>
                      <a:pt x="7274" y="14497"/>
                    </a:cubicBezTo>
                    <a:cubicBezTo>
                      <a:pt x="7274" y="14525"/>
                      <a:pt x="7268" y="14553"/>
                      <a:pt x="7263" y="14581"/>
                    </a:cubicBezTo>
                    <a:cubicBezTo>
                      <a:pt x="7246" y="14655"/>
                      <a:pt x="7229" y="14734"/>
                      <a:pt x="7212" y="14807"/>
                    </a:cubicBezTo>
                    <a:cubicBezTo>
                      <a:pt x="7155" y="15005"/>
                      <a:pt x="7088" y="15203"/>
                      <a:pt x="7008" y="15372"/>
                    </a:cubicBezTo>
                    <a:cubicBezTo>
                      <a:pt x="6754" y="15908"/>
                      <a:pt x="6370" y="16377"/>
                      <a:pt x="5873" y="16699"/>
                    </a:cubicBezTo>
                    <a:cubicBezTo>
                      <a:pt x="5184" y="17151"/>
                      <a:pt x="4354" y="17303"/>
                      <a:pt x="3547" y="17303"/>
                    </a:cubicBezTo>
                    <a:lnTo>
                      <a:pt x="141" y="17303"/>
                    </a:lnTo>
                    <a:cubicBezTo>
                      <a:pt x="62" y="17303"/>
                      <a:pt x="0" y="17365"/>
                      <a:pt x="0" y="17445"/>
                    </a:cubicBezTo>
                    <a:lnTo>
                      <a:pt x="0" y="18941"/>
                    </a:lnTo>
                    <a:cubicBezTo>
                      <a:pt x="0" y="19015"/>
                      <a:pt x="62" y="19082"/>
                      <a:pt x="141" y="19082"/>
                    </a:cubicBezTo>
                    <a:lnTo>
                      <a:pt x="7607" y="19082"/>
                    </a:lnTo>
                    <a:cubicBezTo>
                      <a:pt x="7681" y="19082"/>
                      <a:pt x="7748" y="19015"/>
                      <a:pt x="7748" y="18941"/>
                    </a:cubicBezTo>
                    <a:lnTo>
                      <a:pt x="7748" y="17365"/>
                    </a:lnTo>
                    <a:lnTo>
                      <a:pt x="7748" y="14869"/>
                    </a:lnTo>
                    <a:lnTo>
                      <a:pt x="7748" y="14403"/>
                    </a:lnTo>
                    <a:lnTo>
                      <a:pt x="7748" y="14403"/>
                    </a:lnTo>
                    <a:cubicBezTo>
                      <a:pt x="8791" y="14194"/>
                      <a:pt x="9755" y="13651"/>
                      <a:pt x="10476" y="12870"/>
                    </a:cubicBezTo>
                    <a:cubicBezTo>
                      <a:pt x="11233" y="12051"/>
                      <a:pt x="11701" y="10995"/>
                      <a:pt x="11803" y="9888"/>
                    </a:cubicBezTo>
                    <a:cubicBezTo>
                      <a:pt x="11833" y="9551"/>
                      <a:pt x="11828" y="9214"/>
                      <a:pt x="11826" y="8872"/>
                    </a:cubicBezTo>
                    <a:lnTo>
                      <a:pt x="11826" y="8872"/>
                    </a:lnTo>
                    <a:cubicBezTo>
                      <a:pt x="11971" y="8873"/>
                      <a:pt x="12116" y="8874"/>
                      <a:pt x="12261" y="8874"/>
                    </a:cubicBezTo>
                    <a:cubicBezTo>
                      <a:pt x="12357" y="8874"/>
                      <a:pt x="12453" y="8874"/>
                      <a:pt x="12549" y="8872"/>
                    </a:cubicBezTo>
                    <a:cubicBezTo>
                      <a:pt x="12983" y="8872"/>
                      <a:pt x="13384" y="8601"/>
                      <a:pt x="13441" y="8149"/>
                    </a:cubicBezTo>
                    <a:cubicBezTo>
                      <a:pt x="13474" y="7895"/>
                      <a:pt x="13361" y="7646"/>
                      <a:pt x="13166" y="7477"/>
                    </a:cubicBezTo>
                    <a:lnTo>
                      <a:pt x="13166" y="7477"/>
                    </a:lnTo>
                    <a:cubicBezTo>
                      <a:pt x="13162" y="7473"/>
                      <a:pt x="13157" y="7469"/>
                      <a:pt x="13153" y="7466"/>
                    </a:cubicBezTo>
                    <a:lnTo>
                      <a:pt x="13153" y="7466"/>
                    </a:lnTo>
                    <a:cubicBezTo>
                      <a:pt x="13153" y="7466"/>
                      <a:pt x="13153" y="7466"/>
                      <a:pt x="13153" y="7466"/>
                    </a:cubicBezTo>
                    <a:cubicBezTo>
                      <a:pt x="13151" y="7464"/>
                      <a:pt x="13149" y="7463"/>
                      <a:pt x="13148" y="7462"/>
                    </a:cubicBezTo>
                    <a:lnTo>
                      <a:pt x="13148" y="7462"/>
                    </a:lnTo>
                    <a:cubicBezTo>
                      <a:pt x="12711" y="7112"/>
                      <a:pt x="12268" y="6762"/>
                      <a:pt x="11826" y="6413"/>
                    </a:cubicBezTo>
                    <a:lnTo>
                      <a:pt x="11826" y="6413"/>
                    </a:lnTo>
                    <a:lnTo>
                      <a:pt x="11826" y="4840"/>
                    </a:lnTo>
                    <a:cubicBezTo>
                      <a:pt x="11826" y="4461"/>
                      <a:pt x="11837" y="4083"/>
                      <a:pt x="11797" y="3705"/>
                    </a:cubicBezTo>
                    <a:cubicBezTo>
                      <a:pt x="11724" y="2999"/>
                      <a:pt x="11504" y="2304"/>
                      <a:pt x="11131" y="1694"/>
                    </a:cubicBezTo>
                    <a:cubicBezTo>
                      <a:pt x="10708" y="1011"/>
                      <a:pt x="10137" y="435"/>
                      <a:pt x="9448" y="23"/>
                    </a:cubicBezTo>
                    <a:cubicBezTo>
                      <a:pt x="9423" y="7"/>
                      <a:pt x="9397" y="0"/>
                      <a:pt x="9374"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7" name="Google Shape;1067;p39"/>
              <p:cNvSpPr/>
              <p:nvPr/>
            </p:nvSpPr>
            <p:spPr>
              <a:xfrm>
                <a:off x="4214400" y="3119725"/>
                <a:ext cx="583975" cy="458800"/>
              </a:xfrm>
              <a:custGeom>
                <a:avLst/>
                <a:gdLst/>
                <a:ahLst/>
                <a:cxnLst/>
                <a:rect l="l" t="t" r="r" b="b"/>
                <a:pathLst>
                  <a:path w="23359" h="18352" extrusionOk="0">
                    <a:moveTo>
                      <a:pt x="10827" y="285"/>
                    </a:moveTo>
                    <a:cubicBezTo>
                      <a:pt x="10889" y="285"/>
                      <a:pt x="10951" y="286"/>
                      <a:pt x="11013" y="286"/>
                    </a:cubicBezTo>
                    <a:lnTo>
                      <a:pt x="17683" y="286"/>
                    </a:lnTo>
                    <a:cubicBezTo>
                      <a:pt x="18029" y="286"/>
                      <a:pt x="18378" y="293"/>
                      <a:pt x="18728" y="293"/>
                    </a:cubicBezTo>
                    <a:cubicBezTo>
                      <a:pt x="18902" y="293"/>
                      <a:pt x="19078" y="291"/>
                      <a:pt x="19253" y="286"/>
                    </a:cubicBezTo>
                    <a:lnTo>
                      <a:pt x="19275" y="286"/>
                    </a:lnTo>
                    <a:cubicBezTo>
                      <a:pt x="19279" y="286"/>
                      <a:pt x="19282" y="286"/>
                      <a:pt x="19286" y="286"/>
                    </a:cubicBezTo>
                    <a:cubicBezTo>
                      <a:pt x="19288" y="286"/>
                      <a:pt x="19291" y="286"/>
                      <a:pt x="19293" y="286"/>
                    </a:cubicBezTo>
                    <a:lnTo>
                      <a:pt x="19293" y="286"/>
                    </a:lnTo>
                    <a:cubicBezTo>
                      <a:pt x="19350" y="287"/>
                      <a:pt x="19412" y="292"/>
                      <a:pt x="19473" y="297"/>
                    </a:cubicBezTo>
                    <a:cubicBezTo>
                      <a:pt x="19535" y="303"/>
                      <a:pt x="19597" y="314"/>
                      <a:pt x="19659" y="319"/>
                    </a:cubicBezTo>
                    <a:cubicBezTo>
                      <a:pt x="19669" y="319"/>
                      <a:pt x="19674" y="319"/>
                      <a:pt x="19682" y="323"/>
                    </a:cubicBezTo>
                    <a:lnTo>
                      <a:pt x="19682" y="323"/>
                    </a:lnTo>
                    <a:cubicBezTo>
                      <a:pt x="19681" y="323"/>
                      <a:pt x="19680" y="323"/>
                      <a:pt x="19679" y="323"/>
                    </a:cubicBezTo>
                    <a:cubicBezTo>
                      <a:pt x="19676" y="323"/>
                      <a:pt x="19676" y="323"/>
                      <a:pt x="19687" y="325"/>
                    </a:cubicBezTo>
                    <a:cubicBezTo>
                      <a:pt x="19704" y="325"/>
                      <a:pt x="19721" y="331"/>
                      <a:pt x="19738" y="331"/>
                    </a:cubicBezTo>
                    <a:cubicBezTo>
                      <a:pt x="19783" y="336"/>
                      <a:pt x="19829" y="342"/>
                      <a:pt x="19868" y="353"/>
                    </a:cubicBezTo>
                    <a:cubicBezTo>
                      <a:pt x="20286" y="421"/>
                      <a:pt x="20732" y="545"/>
                      <a:pt x="21099" y="698"/>
                    </a:cubicBezTo>
                    <a:cubicBezTo>
                      <a:pt x="21579" y="901"/>
                      <a:pt x="22020" y="1178"/>
                      <a:pt x="22364" y="1568"/>
                    </a:cubicBezTo>
                    <a:cubicBezTo>
                      <a:pt x="22754" y="2002"/>
                      <a:pt x="22986" y="2567"/>
                      <a:pt x="23042" y="3160"/>
                    </a:cubicBezTo>
                    <a:cubicBezTo>
                      <a:pt x="23117" y="3968"/>
                      <a:pt x="22932" y="4783"/>
                      <a:pt x="22647" y="5546"/>
                    </a:cubicBezTo>
                    <a:lnTo>
                      <a:pt x="22647" y="5546"/>
                    </a:lnTo>
                    <a:cubicBezTo>
                      <a:pt x="22647" y="5352"/>
                      <a:pt x="22647" y="5157"/>
                      <a:pt x="22647" y="4962"/>
                    </a:cubicBezTo>
                    <a:cubicBezTo>
                      <a:pt x="22641" y="3906"/>
                      <a:pt x="22297" y="2866"/>
                      <a:pt x="21658" y="2025"/>
                    </a:cubicBezTo>
                    <a:cubicBezTo>
                      <a:pt x="21280" y="1528"/>
                      <a:pt x="20806" y="1104"/>
                      <a:pt x="20269" y="783"/>
                    </a:cubicBezTo>
                    <a:cubicBezTo>
                      <a:pt x="20244" y="767"/>
                      <a:pt x="20218" y="760"/>
                      <a:pt x="20195" y="760"/>
                    </a:cubicBezTo>
                    <a:cubicBezTo>
                      <a:pt x="20098" y="760"/>
                      <a:pt x="20027" y="875"/>
                      <a:pt x="20077" y="975"/>
                    </a:cubicBezTo>
                    <a:cubicBezTo>
                      <a:pt x="20501" y="1822"/>
                      <a:pt x="20727" y="2804"/>
                      <a:pt x="20540" y="3747"/>
                    </a:cubicBezTo>
                    <a:cubicBezTo>
                      <a:pt x="20297" y="5007"/>
                      <a:pt x="19383" y="6074"/>
                      <a:pt x="18208" y="6565"/>
                    </a:cubicBezTo>
                    <a:cubicBezTo>
                      <a:pt x="17581" y="6820"/>
                      <a:pt x="16903" y="6938"/>
                      <a:pt x="16231" y="6966"/>
                    </a:cubicBezTo>
                    <a:cubicBezTo>
                      <a:pt x="15796" y="6978"/>
                      <a:pt x="15390" y="7181"/>
                      <a:pt x="15164" y="7559"/>
                    </a:cubicBezTo>
                    <a:cubicBezTo>
                      <a:pt x="14797" y="8158"/>
                      <a:pt x="14887" y="8943"/>
                      <a:pt x="15266" y="9513"/>
                    </a:cubicBezTo>
                    <a:cubicBezTo>
                      <a:pt x="15395" y="9711"/>
                      <a:pt x="15554" y="9875"/>
                      <a:pt x="15740" y="10027"/>
                    </a:cubicBezTo>
                    <a:cubicBezTo>
                      <a:pt x="16011" y="10259"/>
                      <a:pt x="16271" y="10502"/>
                      <a:pt x="16514" y="10761"/>
                    </a:cubicBezTo>
                    <a:cubicBezTo>
                      <a:pt x="17316" y="11603"/>
                      <a:pt x="18067" y="12659"/>
                      <a:pt x="18225" y="13839"/>
                    </a:cubicBezTo>
                    <a:cubicBezTo>
                      <a:pt x="18264" y="14155"/>
                      <a:pt x="18264" y="14477"/>
                      <a:pt x="18202" y="14794"/>
                    </a:cubicBezTo>
                    <a:cubicBezTo>
                      <a:pt x="18174" y="14935"/>
                      <a:pt x="18118" y="15076"/>
                      <a:pt x="18101" y="15217"/>
                    </a:cubicBezTo>
                    <a:cubicBezTo>
                      <a:pt x="18101" y="15219"/>
                      <a:pt x="18101" y="15221"/>
                      <a:pt x="18101" y="15223"/>
                    </a:cubicBezTo>
                    <a:lnTo>
                      <a:pt x="18101" y="15223"/>
                    </a:lnTo>
                    <a:cubicBezTo>
                      <a:pt x="18101" y="15223"/>
                      <a:pt x="18101" y="15223"/>
                      <a:pt x="18101" y="15223"/>
                    </a:cubicBezTo>
                    <a:cubicBezTo>
                      <a:pt x="18101" y="15240"/>
                      <a:pt x="18095" y="15257"/>
                      <a:pt x="18095" y="15274"/>
                    </a:cubicBezTo>
                    <a:cubicBezTo>
                      <a:pt x="18089" y="15319"/>
                      <a:pt x="18078" y="15358"/>
                      <a:pt x="18067" y="15403"/>
                    </a:cubicBezTo>
                    <a:cubicBezTo>
                      <a:pt x="18044" y="15528"/>
                      <a:pt x="18010" y="15646"/>
                      <a:pt x="17971" y="15765"/>
                    </a:cubicBezTo>
                    <a:cubicBezTo>
                      <a:pt x="17728" y="16516"/>
                      <a:pt x="17208" y="17188"/>
                      <a:pt x="16497" y="17583"/>
                    </a:cubicBezTo>
                    <a:cubicBezTo>
                      <a:pt x="15949" y="17883"/>
                      <a:pt x="15328" y="18018"/>
                      <a:pt x="14712" y="18052"/>
                    </a:cubicBezTo>
                    <a:cubicBezTo>
                      <a:pt x="14529" y="18062"/>
                      <a:pt x="14346" y="18064"/>
                      <a:pt x="14164" y="18064"/>
                    </a:cubicBezTo>
                    <a:cubicBezTo>
                      <a:pt x="14043" y="18064"/>
                      <a:pt x="13923" y="18063"/>
                      <a:pt x="13803" y="18063"/>
                    </a:cubicBezTo>
                    <a:lnTo>
                      <a:pt x="4720" y="18063"/>
                    </a:lnTo>
                    <a:cubicBezTo>
                      <a:pt x="4700" y="18046"/>
                      <a:pt x="4676" y="18034"/>
                      <a:pt x="4647" y="18034"/>
                    </a:cubicBezTo>
                    <a:cubicBezTo>
                      <a:pt x="4642" y="18034"/>
                      <a:pt x="4637" y="18034"/>
                      <a:pt x="4632" y="18035"/>
                    </a:cubicBezTo>
                    <a:cubicBezTo>
                      <a:pt x="4493" y="18051"/>
                      <a:pt x="4355" y="18060"/>
                      <a:pt x="4217" y="18060"/>
                    </a:cubicBezTo>
                    <a:cubicBezTo>
                      <a:pt x="3639" y="18060"/>
                      <a:pt x="3069" y="17917"/>
                      <a:pt x="2553" y="17634"/>
                    </a:cubicBezTo>
                    <a:cubicBezTo>
                      <a:pt x="1960" y="17301"/>
                      <a:pt x="1469" y="16810"/>
                      <a:pt x="1119" y="16228"/>
                    </a:cubicBezTo>
                    <a:cubicBezTo>
                      <a:pt x="334" y="14918"/>
                      <a:pt x="278" y="13212"/>
                      <a:pt x="983" y="11857"/>
                    </a:cubicBezTo>
                    <a:cubicBezTo>
                      <a:pt x="1317" y="11208"/>
                      <a:pt x="1825" y="10643"/>
                      <a:pt x="2452" y="10264"/>
                    </a:cubicBezTo>
                    <a:cubicBezTo>
                      <a:pt x="2632" y="10157"/>
                      <a:pt x="2808" y="10061"/>
                      <a:pt x="2977" y="9937"/>
                    </a:cubicBezTo>
                    <a:cubicBezTo>
                      <a:pt x="3649" y="9440"/>
                      <a:pt x="4208" y="8807"/>
                      <a:pt x="4694" y="8135"/>
                    </a:cubicBezTo>
                    <a:cubicBezTo>
                      <a:pt x="5095" y="7576"/>
                      <a:pt x="5445" y="6989"/>
                      <a:pt x="5755" y="6379"/>
                    </a:cubicBezTo>
                    <a:cubicBezTo>
                      <a:pt x="5942" y="6012"/>
                      <a:pt x="6117" y="5639"/>
                      <a:pt x="6275" y="5261"/>
                    </a:cubicBezTo>
                    <a:cubicBezTo>
                      <a:pt x="6456" y="4826"/>
                      <a:pt x="6653" y="4386"/>
                      <a:pt x="6772" y="3934"/>
                    </a:cubicBezTo>
                    <a:cubicBezTo>
                      <a:pt x="6829" y="3715"/>
                      <a:pt x="6911" y="3510"/>
                      <a:pt x="6981" y="3302"/>
                    </a:cubicBezTo>
                    <a:lnTo>
                      <a:pt x="6981" y="3302"/>
                    </a:lnTo>
                    <a:cubicBezTo>
                      <a:pt x="6983" y="3298"/>
                      <a:pt x="6985" y="3294"/>
                      <a:pt x="6987" y="3290"/>
                    </a:cubicBezTo>
                    <a:cubicBezTo>
                      <a:pt x="7308" y="2545"/>
                      <a:pt x="7783" y="1867"/>
                      <a:pt x="8376" y="1319"/>
                    </a:cubicBezTo>
                    <a:cubicBezTo>
                      <a:pt x="8952" y="799"/>
                      <a:pt x="9669" y="382"/>
                      <a:pt x="10454" y="303"/>
                    </a:cubicBezTo>
                    <a:cubicBezTo>
                      <a:pt x="10578" y="287"/>
                      <a:pt x="10703" y="285"/>
                      <a:pt x="10827" y="285"/>
                    </a:cubicBezTo>
                    <a:close/>
                    <a:moveTo>
                      <a:pt x="19155" y="1"/>
                    </a:moveTo>
                    <a:cubicBezTo>
                      <a:pt x="19074" y="1"/>
                      <a:pt x="18993" y="3"/>
                      <a:pt x="18914" y="3"/>
                    </a:cubicBezTo>
                    <a:lnTo>
                      <a:pt x="10742" y="3"/>
                    </a:lnTo>
                    <a:cubicBezTo>
                      <a:pt x="9127" y="9"/>
                      <a:pt x="7760" y="1263"/>
                      <a:pt x="7009" y="2601"/>
                    </a:cubicBezTo>
                    <a:cubicBezTo>
                      <a:pt x="6916" y="2776"/>
                      <a:pt x="6829" y="2951"/>
                      <a:pt x="6751" y="3131"/>
                    </a:cubicBezTo>
                    <a:lnTo>
                      <a:pt x="6751" y="3131"/>
                    </a:lnTo>
                    <a:cubicBezTo>
                      <a:pt x="6741" y="3144"/>
                      <a:pt x="6733" y="3159"/>
                      <a:pt x="6727" y="3177"/>
                    </a:cubicBezTo>
                    <a:cubicBezTo>
                      <a:pt x="6653" y="3409"/>
                      <a:pt x="6557" y="3640"/>
                      <a:pt x="6495" y="3877"/>
                    </a:cubicBezTo>
                    <a:cubicBezTo>
                      <a:pt x="6428" y="4114"/>
                      <a:pt x="6332" y="4346"/>
                      <a:pt x="6247" y="4578"/>
                    </a:cubicBezTo>
                    <a:cubicBezTo>
                      <a:pt x="6083" y="4995"/>
                      <a:pt x="5908" y="5408"/>
                      <a:pt x="5722" y="5814"/>
                    </a:cubicBezTo>
                    <a:cubicBezTo>
                      <a:pt x="5405" y="6475"/>
                      <a:pt x="5050" y="7119"/>
                      <a:pt x="4637" y="7723"/>
                    </a:cubicBezTo>
                    <a:cubicBezTo>
                      <a:pt x="4338" y="8164"/>
                      <a:pt x="4010" y="8582"/>
                      <a:pt x="3643" y="8966"/>
                    </a:cubicBezTo>
                    <a:cubicBezTo>
                      <a:pt x="3508" y="9107"/>
                      <a:pt x="3367" y="9248"/>
                      <a:pt x="3220" y="9378"/>
                    </a:cubicBezTo>
                    <a:cubicBezTo>
                      <a:pt x="3158" y="9434"/>
                      <a:pt x="3096" y="9485"/>
                      <a:pt x="3028" y="9542"/>
                    </a:cubicBezTo>
                    <a:cubicBezTo>
                      <a:pt x="3000" y="9564"/>
                      <a:pt x="2971" y="9587"/>
                      <a:pt x="2943" y="9609"/>
                    </a:cubicBezTo>
                    <a:cubicBezTo>
                      <a:pt x="2904" y="9643"/>
                      <a:pt x="2921" y="9626"/>
                      <a:pt x="2881" y="9660"/>
                    </a:cubicBezTo>
                    <a:cubicBezTo>
                      <a:pt x="2728" y="9773"/>
                      <a:pt x="2576" y="9875"/>
                      <a:pt x="2412" y="9965"/>
                    </a:cubicBezTo>
                    <a:cubicBezTo>
                      <a:pt x="1752" y="10327"/>
                      <a:pt x="1209" y="10886"/>
                      <a:pt x="837" y="11535"/>
                    </a:cubicBezTo>
                    <a:cubicBezTo>
                      <a:pt x="46" y="12896"/>
                      <a:pt x="1" y="14635"/>
                      <a:pt x="701" y="16047"/>
                    </a:cubicBezTo>
                    <a:cubicBezTo>
                      <a:pt x="1322" y="17312"/>
                      <a:pt x="2553" y="18250"/>
                      <a:pt x="3982" y="18340"/>
                    </a:cubicBezTo>
                    <a:cubicBezTo>
                      <a:pt x="4041" y="18343"/>
                      <a:pt x="4100" y="18345"/>
                      <a:pt x="4158" y="18345"/>
                    </a:cubicBezTo>
                    <a:cubicBezTo>
                      <a:pt x="4295" y="18345"/>
                      <a:pt x="4429" y="18337"/>
                      <a:pt x="4564" y="18324"/>
                    </a:cubicBezTo>
                    <a:lnTo>
                      <a:pt x="4564" y="18324"/>
                    </a:lnTo>
                    <a:cubicBezTo>
                      <a:pt x="4584" y="18338"/>
                      <a:pt x="4608" y="18346"/>
                      <a:pt x="4637" y="18346"/>
                    </a:cubicBezTo>
                    <a:lnTo>
                      <a:pt x="13137" y="18346"/>
                    </a:lnTo>
                    <a:cubicBezTo>
                      <a:pt x="13428" y="18346"/>
                      <a:pt x="13723" y="18352"/>
                      <a:pt x="14018" y="18352"/>
                    </a:cubicBezTo>
                    <a:cubicBezTo>
                      <a:pt x="14609" y="18352"/>
                      <a:pt x="15200" y="18327"/>
                      <a:pt x="15768" y="18176"/>
                    </a:cubicBezTo>
                    <a:cubicBezTo>
                      <a:pt x="16717" y="17917"/>
                      <a:pt x="17530" y="17312"/>
                      <a:pt x="17993" y="16437"/>
                    </a:cubicBezTo>
                    <a:cubicBezTo>
                      <a:pt x="18140" y="16160"/>
                      <a:pt x="18247" y="15867"/>
                      <a:pt x="18321" y="15562"/>
                    </a:cubicBezTo>
                    <a:cubicBezTo>
                      <a:pt x="18343" y="15477"/>
                      <a:pt x="18360" y="15392"/>
                      <a:pt x="18372" y="15302"/>
                    </a:cubicBezTo>
                    <a:cubicBezTo>
                      <a:pt x="18383" y="15228"/>
                      <a:pt x="18394" y="15183"/>
                      <a:pt x="18411" y="15132"/>
                    </a:cubicBezTo>
                    <a:cubicBezTo>
                      <a:pt x="18778" y="13867"/>
                      <a:pt x="18259" y="12569"/>
                      <a:pt x="17525" y="11546"/>
                    </a:cubicBezTo>
                    <a:cubicBezTo>
                      <a:pt x="17056" y="10880"/>
                      <a:pt x="16491" y="10287"/>
                      <a:pt x="15864" y="9767"/>
                    </a:cubicBezTo>
                    <a:cubicBezTo>
                      <a:pt x="15604" y="9553"/>
                      <a:pt x="15395" y="9254"/>
                      <a:pt x="15294" y="8932"/>
                    </a:cubicBezTo>
                    <a:cubicBezTo>
                      <a:pt x="15113" y="8378"/>
                      <a:pt x="15232" y="7605"/>
                      <a:pt x="15813" y="7339"/>
                    </a:cubicBezTo>
                    <a:cubicBezTo>
                      <a:pt x="15887" y="7305"/>
                      <a:pt x="15966" y="7283"/>
                      <a:pt x="16045" y="7266"/>
                    </a:cubicBezTo>
                    <a:cubicBezTo>
                      <a:pt x="16062" y="7260"/>
                      <a:pt x="16084" y="7260"/>
                      <a:pt x="16101" y="7254"/>
                    </a:cubicBezTo>
                    <a:cubicBezTo>
                      <a:pt x="16109" y="7253"/>
                      <a:pt x="16112" y="7253"/>
                      <a:pt x="16113" y="7253"/>
                    </a:cubicBezTo>
                    <a:cubicBezTo>
                      <a:pt x="16116" y="7253"/>
                      <a:pt x="16103" y="7256"/>
                      <a:pt x="16107" y="7256"/>
                    </a:cubicBezTo>
                    <a:cubicBezTo>
                      <a:pt x="16108" y="7256"/>
                      <a:pt x="16111" y="7256"/>
                      <a:pt x="16118" y="7254"/>
                    </a:cubicBezTo>
                    <a:cubicBezTo>
                      <a:pt x="16158" y="7249"/>
                      <a:pt x="16192" y="7249"/>
                      <a:pt x="16231" y="7249"/>
                    </a:cubicBezTo>
                    <a:cubicBezTo>
                      <a:pt x="16232" y="7249"/>
                      <a:pt x="16232" y="7249"/>
                      <a:pt x="16233" y="7249"/>
                    </a:cubicBezTo>
                    <a:lnTo>
                      <a:pt x="16233" y="7249"/>
                    </a:lnTo>
                    <a:cubicBezTo>
                      <a:pt x="17514" y="7192"/>
                      <a:pt x="18824" y="6819"/>
                      <a:pt x="19733" y="5859"/>
                    </a:cubicBezTo>
                    <a:cubicBezTo>
                      <a:pt x="20213" y="5357"/>
                      <a:pt x="20580" y="4736"/>
                      <a:pt x="20760" y="4058"/>
                    </a:cubicBezTo>
                    <a:cubicBezTo>
                      <a:pt x="20907" y="3499"/>
                      <a:pt x="20919" y="2917"/>
                      <a:pt x="20828" y="2347"/>
                    </a:cubicBezTo>
                    <a:cubicBezTo>
                      <a:pt x="20767" y="1986"/>
                      <a:pt x="20663" y="1635"/>
                      <a:pt x="20529" y="1298"/>
                    </a:cubicBezTo>
                    <a:lnTo>
                      <a:pt x="20529" y="1298"/>
                    </a:lnTo>
                    <a:cubicBezTo>
                      <a:pt x="21237" y="1835"/>
                      <a:pt x="21783" y="2567"/>
                      <a:pt x="22093" y="3409"/>
                    </a:cubicBezTo>
                    <a:cubicBezTo>
                      <a:pt x="22274" y="3900"/>
                      <a:pt x="22364" y="4431"/>
                      <a:pt x="22364" y="4956"/>
                    </a:cubicBezTo>
                    <a:cubicBezTo>
                      <a:pt x="22364" y="5159"/>
                      <a:pt x="22364" y="5363"/>
                      <a:pt x="22364" y="5560"/>
                    </a:cubicBezTo>
                    <a:lnTo>
                      <a:pt x="22364" y="6260"/>
                    </a:lnTo>
                    <a:cubicBezTo>
                      <a:pt x="22364" y="6342"/>
                      <a:pt x="22445" y="6402"/>
                      <a:pt x="22521" y="6402"/>
                    </a:cubicBezTo>
                    <a:cubicBezTo>
                      <a:pt x="22565" y="6402"/>
                      <a:pt x="22607" y="6382"/>
                      <a:pt x="22630" y="6334"/>
                    </a:cubicBezTo>
                    <a:cubicBezTo>
                      <a:pt x="23031" y="5425"/>
                      <a:pt x="23358" y="4442"/>
                      <a:pt x="23341" y="3442"/>
                    </a:cubicBezTo>
                    <a:cubicBezTo>
                      <a:pt x="23324" y="2782"/>
                      <a:pt x="23144" y="2121"/>
                      <a:pt x="22743" y="1584"/>
                    </a:cubicBezTo>
                    <a:cubicBezTo>
                      <a:pt x="22404" y="1138"/>
                      <a:pt x="21952" y="794"/>
                      <a:pt x="21449" y="545"/>
                    </a:cubicBezTo>
                    <a:cubicBezTo>
                      <a:pt x="21020" y="342"/>
                      <a:pt x="20563" y="195"/>
                      <a:pt x="20094" y="105"/>
                    </a:cubicBezTo>
                    <a:cubicBezTo>
                      <a:pt x="19840" y="54"/>
                      <a:pt x="19563" y="9"/>
                      <a:pt x="19298" y="3"/>
                    </a:cubicBezTo>
                    <a:lnTo>
                      <a:pt x="19275" y="3"/>
                    </a:lnTo>
                    <a:cubicBezTo>
                      <a:pt x="19236" y="1"/>
                      <a:pt x="19196" y="1"/>
                      <a:pt x="19155"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8" name="Google Shape;1068;p39"/>
              <p:cNvSpPr/>
              <p:nvPr/>
            </p:nvSpPr>
            <p:spPr>
              <a:xfrm>
                <a:off x="4769675" y="3210750"/>
                <a:ext cx="8075" cy="10675"/>
              </a:xfrm>
              <a:custGeom>
                <a:avLst/>
                <a:gdLst/>
                <a:ahLst/>
                <a:cxnLst/>
                <a:rect l="l" t="t" r="r" b="b"/>
                <a:pathLst>
                  <a:path w="323" h="427" extrusionOk="0">
                    <a:moveTo>
                      <a:pt x="136" y="1"/>
                    </a:moveTo>
                    <a:cubicBezTo>
                      <a:pt x="126" y="1"/>
                      <a:pt x="117" y="2"/>
                      <a:pt x="108" y="5"/>
                    </a:cubicBezTo>
                    <a:cubicBezTo>
                      <a:pt x="97" y="10"/>
                      <a:pt x="86" y="16"/>
                      <a:pt x="74" y="22"/>
                    </a:cubicBezTo>
                    <a:cubicBezTo>
                      <a:pt x="52" y="33"/>
                      <a:pt x="35" y="50"/>
                      <a:pt x="23" y="73"/>
                    </a:cubicBezTo>
                    <a:lnTo>
                      <a:pt x="6" y="106"/>
                    </a:lnTo>
                    <a:cubicBezTo>
                      <a:pt x="1" y="129"/>
                      <a:pt x="1" y="157"/>
                      <a:pt x="6" y="180"/>
                    </a:cubicBezTo>
                    <a:cubicBezTo>
                      <a:pt x="23" y="231"/>
                      <a:pt x="35" y="276"/>
                      <a:pt x="40" y="321"/>
                    </a:cubicBezTo>
                    <a:cubicBezTo>
                      <a:pt x="46" y="344"/>
                      <a:pt x="57" y="361"/>
                      <a:pt x="69" y="372"/>
                    </a:cubicBezTo>
                    <a:cubicBezTo>
                      <a:pt x="80" y="389"/>
                      <a:pt x="91" y="400"/>
                      <a:pt x="108" y="406"/>
                    </a:cubicBezTo>
                    <a:cubicBezTo>
                      <a:pt x="125" y="417"/>
                      <a:pt x="142" y="423"/>
                      <a:pt x="159" y="423"/>
                    </a:cubicBezTo>
                    <a:cubicBezTo>
                      <a:pt x="170" y="425"/>
                      <a:pt x="180" y="427"/>
                      <a:pt x="189" y="427"/>
                    </a:cubicBezTo>
                    <a:cubicBezTo>
                      <a:pt x="198" y="427"/>
                      <a:pt x="207" y="425"/>
                      <a:pt x="215" y="423"/>
                    </a:cubicBezTo>
                    <a:cubicBezTo>
                      <a:pt x="227" y="417"/>
                      <a:pt x="238" y="411"/>
                      <a:pt x="249" y="406"/>
                    </a:cubicBezTo>
                    <a:cubicBezTo>
                      <a:pt x="272" y="394"/>
                      <a:pt x="289" y="377"/>
                      <a:pt x="300" y="355"/>
                    </a:cubicBezTo>
                    <a:lnTo>
                      <a:pt x="317" y="321"/>
                    </a:lnTo>
                    <a:cubicBezTo>
                      <a:pt x="323" y="298"/>
                      <a:pt x="323" y="276"/>
                      <a:pt x="317" y="248"/>
                    </a:cubicBezTo>
                    <a:cubicBezTo>
                      <a:pt x="306" y="202"/>
                      <a:pt x="294" y="152"/>
                      <a:pt x="283" y="106"/>
                    </a:cubicBezTo>
                    <a:cubicBezTo>
                      <a:pt x="278" y="89"/>
                      <a:pt x="266" y="73"/>
                      <a:pt x="255" y="56"/>
                    </a:cubicBezTo>
                    <a:cubicBezTo>
                      <a:pt x="244" y="44"/>
                      <a:pt x="232" y="33"/>
                      <a:pt x="215" y="22"/>
                    </a:cubicBezTo>
                    <a:cubicBezTo>
                      <a:pt x="198" y="10"/>
                      <a:pt x="182" y="5"/>
                      <a:pt x="165" y="5"/>
                    </a:cubicBezTo>
                    <a:cubicBezTo>
                      <a:pt x="156" y="2"/>
                      <a:pt x="146" y="1"/>
                      <a:pt x="136"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9" name="Google Shape;1069;p39"/>
              <p:cNvSpPr/>
              <p:nvPr/>
            </p:nvSpPr>
            <p:spPr>
              <a:xfrm>
                <a:off x="4772800" y="3228450"/>
                <a:ext cx="7500" cy="9950"/>
              </a:xfrm>
              <a:custGeom>
                <a:avLst/>
                <a:gdLst/>
                <a:ahLst/>
                <a:cxnLst/>
                <a:rect l="l" t="t" r="r" b="b"/>
                <a:pathLst>
                  <a:path w="300" h="398" extrusionOk="0">
                    <a:moveTo>
                      <a:pt x="158" y="0"/>
                    </a:moveTo>
                    <a:cubicBezTo>
                      <a:pt x="153" y="0"/>
                      <a:pt x="147" y="1"/>
                      <a:pt x="141" y="3"/>
                    </a:cubicBezTo>
                    <a:lnTo>
                      <a:pt x="107" y="3"/>
                    </a:lnTo>
                    <a:cubicBezTo>
                      <a:pt x="85" y="14"/>
                      <a:pt x="62" y="25"/>
                      <a:pt x="45" y="42"/>
                    </a:cubicBezTo>
                    <a:cubicBezTo>
                      <a:pt x="34" y="53"/>
                      <a:pt x="28" y="59"/>
                      <a:pt x="23" y="70"/>
                    </a:cubicBezTo>
                    <a:cubicBezTo>
                      <a:pt x="11" y="93"/>
                      <a:pt x="0" y="116"/>
                      <a:pt x="0" y="144"/>
                    </a:cubicBezTo>
                    <a:cubicBezTo>
                      <a:pt x="6" y="178"/>
                      <a:pt x="11" y="217"/>
                      <a:pt x="17" y="257"/>
                    </a:cubicBezTo>
                    <a:cubicBezTo>
                      <a:pt x="11" y="274"/>
                      <a:pt x="17" y="296"/>
                      <a:pt x="28" y="313"/>
                    </a:cubicBezTo>
                    <a:cubicBezTo>
                      <a:pt x="34" y="330"/>
                      <a:pt x="40" y="342"/>
                      <a:pt x="57" y="358"/>
                    </a:cubicBezTo>
                    <a:cubicBezTo>
                      <a:pt x="68" y="370"/>
                      <a:pt x="85" y="381"/>
                      <a:pt x="102" y="387"/>
                    </a:cubicBezTo>
                    <a:cubicBezTo>
                      <a:pt x="119" y="392"/>
                      <a:pt x="136" y="398"/>
                      <a:pt x="158" y="398"/>
                    </a:cubicBezTo>
                    <a:lnTo>
                      <a:pt x="192" y="392"/>
                    </a:lnTo>
                    <a:cubicBezTo>
                      <a:pt x="215" y="387"/>
                      <a:pt x="237" y="375"/>
                      <a:pt x="254" y="358"/>
                    </a:cubicBezTo>
                    <a:cubicBezTo>
                      <a:pt x="266" y="347"/>
                      <a:pt x="271" y="336"/>
                      <a:pt x="277" y="330"/>
                    </a:cubicBezTo>
                    <a:cubicBezTo>
                      <a:pt x="288" y="308"/>
                      <a:pt x="299" y="285"/>
                      <a:pt x="299" y="257"/>
                    </a:cubicBezTo>
                    <a:cubicBezTo>
                      <a:pt x="294" y="217"/>
                      <a:pt x="288" y="178"/>
                      <a:pt x="282" y="144"/>
                    </a:cubicBezTo>
                    <a:cubicBezTo>
                      <a:pt x="288" y="121"/>
                      <a:pt x="282" y="104"/>
                      <a:pt x="271" y="87"/>
                    </a:cubicBezTo>
                    <a:cubicBezTo>
                      <a:pt x="266" y="70"/>
                      <a:pt x="260" y="53"/>
                      <a:pt x="243" y="42"/>
                    </a:cubicBezTo>
                    <a:cubicBezTo>
                      <a:pt x="232" y="25"/>
                      <a:pt x="215" y="20"/>
                      <a:pt x="198" y="14"/>
                    </a:cubicBezTo>
                    <a:cubicBezTo>
                      <a:pt x="185" y="6"/>
                      <a:pt x="173" y="0"/>
                      <a:pt x="158"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70" name="Google Shape;1070;p39"/>
              <p:cNvSpPr/>
              <p:nvPr/>
            </p:nvSpPr>
            <p:spPr>
              <a:xfrm>
                <a:off x="4771525" y="3219375"/>
                <a:ext cx="7775" cy="10425"/>
              </a:xfrm>
              <a:custGeom>
                <a:avLst/>
                <a:gdLst/>
                <a:ahLst/>
                <a:cxnLst/>
                <a:rect l="l" t="t" r="r" b="b"/>
                <a:pathLst>
                  <a:path w="311" h="417" extrusionOk="0">
                    <a:moveTo>
                      <a:pt x="136" y="0"/>
                    </a:moveTo>
                    <a:cubicBezTo>
                      <a:pt x="126" y="0"/>
                      <a:pt x="116" y="1"/>
                      <a:pt x="108" y="4"/>
                    </a:cubicBezTo>
                    <a:cubicBezTo>
                      <a:pt x="96" y="10"/>
                      <a:pt x="85" y="16"/>
                      <a:pt x="74" y="21"/>
                    </a:cubicBezTo>
                    <a:cubicBezTo>
                      <a:pt x="51" y="32"/>
                      <a:pt x="34" y="49"/>
                      <a:pt x="23" y="72"/>
                    </a:cubicBezTo>
                    <a:lnTo>
                      <a:pt x="12" y="106"/>
                    </a:lnTo>
                    <a:cubicBezTo>
                      <a:pt x="0" y="128"/>
                      <a:pt x="0" y="151"/>
                      <a:pt x="12" y="179"/>
                    </a:cubicBezTo>
                    <a:cubicBezTo>
                      <a:pt x="17" y="224"/>
                      <a:pt x="23" y="270"/>
                      <a:pt x="34" y="315"/>
                    </a:cubicBezTo>
                    <a:cubicBezTo>
                      <a:pt x="34" y="332"/>
                      <a:pt x="45" y="349"/>
                      <a:pt x="57" y="360"/>
                    </a:cubicBezTo>
                    <a:cubicBezTo>
                      <a:pt x="68" y="377"/>
                      <a:pt x="79" y="388"/>
                      <a:pt x="96" y="400"/>
                    </a:cubicBezTo>
                    <a:cubicBezTo>
                      <a:pt x="113" y="411"/>
                      <a:pt x="130" y="416"/>
                      <a:pt x="147" y="416"/>
                    </a:cubicBezTo>
                    <a:cubicBezTo>
                      <a:pt x="170" y="416"/>
                      <a:pt x="187" y="416"/>
                      <a:pt x="204" y="411"/>
                    </a:cubicBezTo>
                    <a:cubicBezTo>
                      <a:pt x="215" y="405"/>
                      <a:pt x="226" y="405"/>
                      <a:pt x="237" y="400"/>
                    </a:cubicBezTo>
                    <a:cubicBezTo>
                      <a:pt x="260" y="388"/>
                      <a:pt x="277" y="371"/>
                      <a:pt x="288" y="349"/>
                    </a:cubicBezTo>
                    <a:lnTo>
                      <a:pt x="305" y="315"/>
                    </a:lnTo>
                    <a:cubicBezTo>
                      <a:pt x="311" y="287"/>
                      <a:pt x="311" y="264"/>
                      <a:pt x="305" y="236"/>
                    </a:cubicBezTo>
                    <a:cubicBezTo>
                      <a:pt x="300" y="191"/>
                      <a:pt x="288" y="145"/>
                      <a:pt x="283" y="106"/>
                    </a:cubicBezTo>
                    <a:cubicBezTo>
                      <a:pt x="277" y="83"/>
                      <a:pt x="266" y="66"/>
                      <a:pt x="254" y="55"/>
                    </a:cubicBezTo>
                    <a:cubicBezTo>
                      <a:pt x="243" y="38"/>
                      <a:pt x="232" y="27"/>
                      <a:pt x="215" y="21"/>
                    </a:cubicBezTo>
                    <a:cubicBezTo>
                      <a:pt x="198" y="10"/>
                      <a:pt x="181" y="4"/>
                      <a:pt x="164" y="4"/>
                    </a:cubicBezTo>
                    <a:cubicBezTo>
                      <a:pt x="156" y="1"/>
                      <a:pt x="146" y="0"/>
                      <a:pt x="136"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71" name="Google Shape;1071;p39"/>
              <p:cNvSpPr/>
              <p:nvPr/>
            </p:nvSpPr>
            <p:spPr>
              <a:xfrm>
                <a:off x="4754425" y="3175975"/>
                <a:ext cx="10200" cy="11850"/>
              </a:xfrm>
              <a:custGeom>
                <a:avLst/>
                <a:gdLst/>
                <a:ahLst/>
                <a:cxnLst/>
                <a:rect l="l" t="t" r="r" b="b"/>
                <a:pathLst>
                  <a:path w="408" h="474" extrusionOk="0">
                    <a:moveTo>
                      <a:pt x="125" y="1"/>
                    </a:moveTo>
                    <a:cubicBezTo>
                      <a:pt x="108" y="7"/>
                      <a:pt x="86" y="12"/>
                      <a:pt x="74" y="18"/>
                    </a:cubicBezTo>
                    <a:cubicBezTo>
                      <a:pt x="40" y="40"/>
                      <a:pt x="18" y="69"/>
                      <a:pt x="7" y="103"/>
                    </a:cubicBezTo>
                    <a:cubicBezTo>
                      <a:pt x="1" y="142"/>
                      <a:pt x="1" y="182"/>
                      <a:pt x="24" y="215"/>
                    </a:cubicBezTo>
                    <a:cubicBezTo>
                      <a:pt x="63" y="278"/>
                      <a:pt x="103" y="340"/>
                      <a:pt x="142" y="402"/>
                    </a:cubicBezTo>
                    <a:cubicBezTo>
                      <a:pt x="159" y="436"/>
                      <a:pt x="187" y="458"/>
                      <a:pt x="227" y="470"/>
                    </a:cubicBezTo>
                    <a:cubicBezTo>
                      <a:pt x="235" y="472"/>
                      <a:pt x="244" y="474"/>
                      <a:pt x="252" y="474"/>
                    </a:cubicBezTo>
                    <a:cubicBezTo>
                      <a:pt x="261" y="474"/>
                      <a:pt x="269" y="472"/>
                      <a:pt x="278" y="470"/>
                    </a:cubicBezTo>
                    <a:cubicBezTo>
                      <a:pt x="300" y="470"/>
                      <a:pt x="317" y="464"/>
                      <a:pt x="334" y="453"/>
                    </a:cubicBezTo>
                    <a:cubicBezTo>
                      <a:pt x="362" y="436"/>
                      <a:pt x="391" y="407"/>
                      <a:pt x="396" y="368"/>
                    </a:cubicBezTo>
                    <a:cubicBezTo>
                      <a:pt x="408" y="334"/>
                      <a:pt x="402" y="295"/>
                      <a:pt x="385" y="261"/>
                    </a:cubicBezTo>
                    <a:cubicBezTo>
                      <a:pt x="345" y="199"/>
                      <a:pt x="306" y="131"/>
                      <a:pt x="266" y="69"/>
                    </a:cubicBezTo>
                    <a:cubicBezTo>
                      <a:pt x="244" y="40"/>
                      <a:pt x="216" y="18"/>
                      <a:pt x="182" y="7"/>
                    </a:cubicBezTo>
                    <a:cubicBezTo>
                      <a:pt x="159" y="1"/>
                      <a:pt x="142" y="1"/>
                      <a:pt x="125"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72" name="Google Shape;1072;p39"/>
              <p:cNvSpPr/>
              <p:nvPr/>
            </p:nvSpPr>
            <p:spPr>
              <a:xfrm>
                <a:off x="4758100" y="3182850"/>
                <a:ext cx="11900" cy="15625"/>
              </a:xfrm>
              <a:custGeom>
                <a:avLst/>
                <a:gdLst/>
                <a:ahLst/>
                <a:cxnLst/>
                <a:rect l="l" t="t" r="r" b="b"/>
                <a:pathLst>
                  <a:path w="476" h="625" extrusionOk="0">
                    <a:moveTo>
                      <a:pt x="161" y="0"/>
                    </a:moveTo>
                    <a:cubicBezTo>
                      <a:pt x="136" y="0"/>
                      <a:pt x="112" y="6"/>
                      <a:pt x="91" y="20"/>
                    </a:cubicBezTo>
                    <a:cubicBezTo>
                      <a:pt x="23" y="59"/>
                      <a:pt x="1" y="144"/>
                      <a:pt x="40" y="212"/>
                    </a:cubicBezTo>
                    <a:cubicBezTo>
                      <a:pt x="102" y="324"/>
                      <a:pt x="159" y="437"/>
                      <a:pt x="210" y="556"/>
                    </a:cubicBezTo>
                    <a:cubicBezTo>
                      <a:pt x="227" y="584"/>
                      <a:pt x="266" y="612"/>
                      <a:pt x="294" y="618"/>
                    </a:cubicBezTo>
                    <a:cubicBezTo>
                      <a:pt x="306" y="622"/>
                      <a:pt x="320" y="624"/>
                      <a:pt x="334" y="624"/>
                    </a:cubicBezTo>
                    <a:cubicBezTo>
                      <a:pt x="359" y="624"/>
                      <a:pt x="385" y="618"/>
                      <a:pt x="407" y="607"/>
                    </a:cubicBezTo>
                    <a:cubicBezTo>
                      <a:pt x="436" y="584"/>
                      <a:pt x="464" y="556"/>
                      <a:pt x="469" y="522"/>
                    </a:cubicBezTo>
                    <a:lnTo>
                      <a:pt x="475" y="483"/>
                    </a:lnTo>
                    <a:cubicBezTo>
                      <a:pt x="475" y="460"/>
                      <a:pt x="469" y="437"/>
                      <a:pt x="458" y="415"/>
                    </a:cubicBezTo>
                    <a:cubicBezTo>
                      <a:pt x="402" y="296"/>
                      <a:pt x="345" y="183"/>
                      <a:pt x="283" y="70"/>
                    </a:cubicBezTo>
                    <a:cubicBezTo>
                      <a:pt x="261" y="25"/>
                      <a:pt x="210" y="0"/>
                      <a:pt x="161"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73" name="Google Shape;1073;p39"/>
              <p:cNvSpPr/>
              <p:nvPr/>
            </p:nvSpPr>
            <p:spPr>
              <a:xfrm>
                <a:off x="4749775" y="3169350"/>
                <a:ext cx="10625" cy="11750"/>
              </a:xfrm>
              <a:custGeom>
                <a:avLst/>
                <a:gdLst/>
                <a:ahLst/>
                <a:cxnLst/>
                <a:rect l="l" t="t" r="r" b="b"/>
                <a:pathLst>
                  <a:path w="425" h="470" extrusionOk="0">
                    <a:moveTo>
                      <a:pt x="125" y="0"/>
                    </a:moveTo>
                    <a:cubicBezTo>
                      <a:pt x="108" y="0"/>
                      <a:pt x="91" y="6"/>
                      <a:pt x="74" y="17"/>
                    </a:cubicBezTo>
                    <a:cubicBezTo>
                      <a:pt x="40" y="40"/>
                      <a:pt x="18" y="68"/>
                      <a:pt x="6" y="102"/>
                    </a:cubicBezTo>
                    <a:cubicBezTo>
                      <a:pt x="6" y="113"/>
                      <a:pt x="6" y="130"/>
                      <a:pt x="1" y="142"/>
                    </a:cubicBezTo>
                    <a:cubicBezTo>
                      <a:pt x="1" y="164"/>
                      <a:pt x="6" y="192"/>
                      <a:pt x="23" y="209"/>
                    </a:cubicBezTo>
                    <a:cubicBezTo>
                      <a:pt x="68" y="272"/>
                      <a:pt x="114" y="334"/>
                      <a:pt x="159" y="401"/>
                    </a:cubicBezTo>
                    <a:cubicBezTo>
                      <a:pt x="164" y="418"/>
                      <a:pt x="176" y="430"/>
                      <a:pt x="193" y="441"/>
                    </a:cubicBezTo>
                    <a:cubicBezTo>
                      <a:pt x="204" y="452"/>
                      <a:pt x="221" y="458"/>
                      <a:pt x="238" y="464"/>
                    </a:cubicBezTo>
                    <a:cubicBezTo>
                      <a:pt x="260" y="469"/>
                      <a:pt x="277" y="469"/>
                      <a:pt x="294" y="469"/>
                    </a:cubicBezTo>
                    <a:cubicBezTo>
                      <a:pt x="317" y="464"/>
                      <a:pt x="334" y="464"/>
                      <a:pt x="351" y="452"/>
                    </a:cubicBezTo>
                    <a:cubicBezTo>
                      <a:pt x="379" y="430"/>
                      <a:pt x="407" y="401"/>
                      <a:pt x="413" y="368"/>
                    </a:cubicBezTo>
                    <a:cubicBezTo>
                      <a:pt x="424" y="328"/>
                      <a:pt x="418" y="288"/>
                      <a:pt x="402" y="255"/>
                    </a:cubicBezTo>
                    <a:cubicBezTo>
                      <a:pt x="356" y="192"/>
                      <a:pt x="311" y="130"/>
                      <a:pt x="266" y="68"/>
                    </a:cubicBezTo>
                    <a:cubicBezTo>
                      <a:pt x="255" y="51"/>
                      <a:pt x="243" y="40"/>
                      <a:pt x="226" y="29"/>
                    </a:cubicBezTo>
                    <a:cubicBezTo>
                      <a:pt x="215" y="17"/>
                      <a:pt x="198" y="12"/>
                      <a:pt x="181" y="6"/>
                    </a:cubicBezTo>
                    <a:cubicBezTo>
                      <a:pt x="164" y="0"/>
                      <a:pt x="142" y="0"/>
                      <a:pt x="125"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74" name="Google Shape;1074;p39"/>
              <p:cNvSpPr/>
              <p:nvPr/>
            </p:nvSpPr>
            <p:spPr>
              <a:xfrm>
                <a:off x="4744700" y="3163000"/>
                <a:ext cx="11025" cy="11875"/>
              </a:xfrm>
              <a:custGeom>
                <a:avLst/>
                <a:gdLst/>
                <a:ahLst/>
                <a:cxnLst/>
                <a:rect l="l" t="t" r="r" b="b"/>
                <a:pathLst>
                  <a:path w="441" h="475" extrusionOk="0">
                    <a:moveTo>
                      <a:pt x="141" y="0"/>
                    </a:moveTo>
                    <a:cubicBezTo>
                      <a:pt x="124" y="0"/>
                      <a:pt x="108" y="6"/>
                      <a:pt x="91" y="12"/>
                    </a:cubicBezTo>
                    <a:cubicBezTo>
                      <a:pt x="68" y="17"/>
                      <a:pt x="57" y="29"/>
                      <a:pt x="45" y="40"/>
                    </a:cubicBezTo>
                    <a:cubicBezTo>
                      <a:pt x="17" y="68"/>
                      <a:pt x="0" y="102"/>
                      <a:pt x="0" y="141"/>
                    </a:cubicBezTo>
                    <a:cubicBezTo>
                      <a:pt x="0" y="153"/>
                      <a:pt x="6" y="164"/>
                      <a:pt x="6" y="181"/>
                    </a:cubicBezTo>
                    <a:cubicBezTo>
                      <a:pt x="12" y="204"/>
                      <a:pt x="23" y="226"/>
                      <a:pt x="45" y="243"/>
                    </a:cubicBezTo>
                    <a:cubicBezTo>
                      <a:pt x="96" y="305"/>
                      <a:pt x="147" y="367"/>
                      <a:pt x="198" y="430"/>
                    </a:cubicBezTo>
                    <a:cubicBezTo>
                      <a:pt x="209" y="446"/>
                      <a:pt x="226" y="458"/>
                      <a:pt x="243" y="463"/>
                    </a:cubicBezTo>
                    <a:cubicBezTo>
                      <a:pt x="260" y="469"/>
                      <a:pt x="277" y="475"/>
                      <a:pt x="300" y="475"/>
                    </a:cubicBezTo>
                    <a:cubicBezTo>
                      <a:pt x="317" y="475"/>
                      <a:pt x="333" y="469"/>
                      <a:pt x="350" y="463"/>
                    </a:cubicBezTo>
                    <a:cubicBezTo>
                      <a:pt x="373" y="458"/>
                      <a:pt x="384" y="446"/>
                      <a:pt x="401" y="430"/>
                    </a:cubicBezTo>
                    <a:cubicBezTo>
                      <a:pt x="424" y="407"/>
                      <a:pt x="441" y="367"/>
                      <a:pt x="441" y="333"/>
                    </a:cubicBezTo>
                    <a:cubicBezTo>
                      <a:pt x="441" y="322"/>
                      <a:pt x="435" y="305"/>
                      <a:pt x="435" y="294"/>
                    </a:cubicBezTo>
                    <a:cubicBezTo>
                      <a:pt x="429" y="271"/>
                      <a:pt x="418" y="249"/>
                      <a:pt x="401" y="232"/>
                    </a:cubicBezTo>
                    <a:cubicBezTo>
                      <a:pt x="350" y="170"/>
                      <a:pt x="294" y="102"/>
                      <a:pt x="243" y="40"/>
                    </a:cubicBezTo>
                    <a:cubicBezTo>
                      <a:pt x="232" y="29"/>
                      <a:pt x="215" y="17"/>
                      <a:pt x="198" y="12"/>
                    </a:cubicBezTo>
                    <a:cubicBezTo>
                      <a:pt x="181" y="6"/>
                      <a:pt x="164" y="0"/>
                      <a:pt x="141"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75" name="Google Shape;1075;p39"/>
              <p:cNvSpPr/>
              <p:nvPr/>
            </p:nvSpPr>
            <p:spPr>
              <a:xfrm>
                <a:off x="4767150" y="3202550"/>
                <a:ext cx="8625" cy="10725"/>
              </a:xfrm>
              <a:custGeom>
                <a:avLst/>
                <a:gdLst/>
                <a:ahLst/>
                <a:cxnLst/>
                <a:rect l="l" t="t" r="r" b="b"/>
                <a:pathLst>
                  <a:path w="345" h="429" extrusionOk="0">
                    <a:moveTo>
                      <a:pt x="139" y="1"/>
                    </a:moveTo>
                    <a:cubicBezTo>
                      <a:pt x="130" y="1"/>
                      <a:pt x="122" y="2"/>
                      <a:pt x="113" y="5"/>
                    </a:cubicBezTo>
                    <a:cubicBezTo>
                      <a:pt x="102" y="11"/>
                      <a:pt x="91" y="16"/>
                      <a:pt x="79" y="22"/>
                    </a:cubicBezTo>
                    <a:cubicBezTo>
                      <a:pt x="57" y="33"/>
                      <a:pt x="40" y="50"/>
                      <a:pt x="28" y="73"/>
                    </a:cubicBezTo>
                    <a:cubicBezTo>
                      <a:pt x="11" y="107"/>
                      <a:pt x="0" y="146"/>
                      <a:pt x="11" y="180"/>
                    </a:cubicBezTo>
                    <a:cubicBezTo>
                      <a:pt x="28" y="231"/>
                      <a:pt x="45" y="276"/>
                      <a:pt x="57" y="327"/>
                    </a:cubicBezTo>
                    <a:cubicBezTo>
                      <a:pt x="62" y="344"/>
                      <a:pt x="74" y="361"/>
                      <a:pt x="85" y="372"/>
                    </a:cubicBezTo>
                    <a:cubicBezTo>
                      <a:pt x="96" y="389"/>
                      <a:pt x="107" y="401"/>
                      <a:pt x="124" y="412"/>
                    </a:cubicBezTo>
                    <a:cubicBezTo>
                      <a:pt x="141" y="423"/>
                      <a:pt x="158" y="429"/>
                      <a:pt x="175" y="429"/>
                    </a:cubicBezTo>
                    <a:cubicBezTo>
                      <a:pt x="192" y="429"/>
                      <a:pt x="215" y="429"/>
                      <a:pt x="232" y="423"/>
                    </a:cubicBezTo>
                    <a:cubicBezTo>
                      <a:pt x="243" y="417"/>
                      <a:pt x="254" y="417"/>
                      <a:pt x="266" y="412"/>
                    </a:cubicBezTo>
                    <a:cubicBezTo>
                      <a:pt x="288" y="401"/>
                      <a:pt x="305" y="384"/>
                      <a:pt x="316" y="361"/>
                    </a:cubicBezTo>
                    <a:cubicBezTo>
                      <a:pt x="333" y="327"/>
                      <a:pt x="345" y="288"/>
                      <a:pt x="333" y="248"/>
                    </a:cubicBezTo>
                    <a:cubicBezTo>
                      <a:pt x="316" y="203"/>
                      <a:pt x="299" y="152"/>
                      <a:pt x="288" y="107"/>
                    </a:cubicBezTo>
                    <a:cubicBezTo>
                      <a:pt x="283" y="84"/>
                      <a:pt x="271" y="73"/>
                      <a:pt x="260" y="56"/>
                    </a:cubicBezTo>
                    <a:cubicBezTo>
                      <a:pt x="249" y="39"/>
                      <a:pt x="237" y="28"/>
                      <a:pt x="220" y="22"/>
                    </a:cubicBezTo>
                    <a:cubicBezTo>
                      <a:pt x="203" y="11"/>
                      <a:pt x="187" y="5"/>
                      <a:pt x="170" y="5"/>
                    </a:cubicBezTo>
                    <a:cubicBezTo>
                      <a:pt x="158" y="2"/>
                      <a:pt x="148" y="1"/>
                      <a:pt x="139"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76" name="Google Shape;1076;p39"/>
              <p:cNvSpPr/>
              <p:nvPr/>
            </p:nvSpPr>
            <p:spPr>
              <a:xfrm>
                <a:off x="4764325" y="3194650"/>
                <a:ext cx="8625" cy="10825"/>
              </a:xfrm>
              <a:custGeom>
                <a:avLst/>
                <a:gdLst/>
                <a:ahLst/>
                <a:cxnLst/>
                <a:rect l="l" t="t" r="r" b="b"/>
                <a:pathLst>
                  <a:path w="345" h="433" extrusionOk="0">
                    <a:moveTo>
                      <a:pt x="136" y="1"/>
                    </a:moveTo>
                    <a:cubicBezTo>
                      <a:pt x="126" y="1"/>
                      <a:pt x="116" y="2"/>
                      <a:pt x="108" y="5"/>
                    </a:cubicBezTo>
                    <a:cubicBezTo>
                      <a:pt x="96" y="11"/>
                      <a:pt x="85" y="16"/>
                      <a:pt x="74" y="22"/>
                    </a:cubicBezTo>
                    <a:cubicBezTo>
                      <a:pt x="51" y="33"/>
                      <a:pt x="34" y="50"/>
                      <a:pt x="23" y="73"/>
                    </a:cubicBezTo>
                    <a:lnTo>
                      <a:pt x="6" y="107"/>
                    </a:lnTo>
                    <a:cubicBezTo>
                      <a:pt x="0" y="129"/>
                      <a:pt x="0" y="157"/>
                      <a:pt x="6" y="180"/>
                    </a:cubicBezTo>
                    <a:cubicBezTo>
                      <a:pt x="28" y="231"/>
                      <a:pt x="45" y="276"/>
                      <a:pt x="62" y="327"/>
                    </a:cubicBezTo>
                    <a:cubicBezTo>
                      <a:pt x="68" y="344"/>
                      <a:pt x="79" y="361"/>
                      <a:pt x="91" y="378"/>
                    </a:cubicBezTo>
                    <a:cubicBezTo>
                      <a:pt x="102" y="389"/>
                      <a:pt x="113" y="406"/>
                      <a:pt x="130" y="412"/>
                    </a:cubicBezTo>
                    <a:cubicBezTo>
                      <a:pt x="147" y="423"/>
                      <a:pt x="164" y="429"/>
                      <a:pt x="181" y="429"/>
                    </a:cubicBezTo>
                    <a:cubicBezTo>
                      <a:pt x="192" y="431"/>
                      <a:pt x="202" y="433"/>
                      <a:pt x="211" y="433"/>
                    </a:cubicBezTo>
                    <a:cubicBezTo>
                      <a:pt x="220" y="433"/>
                      <a:pt x="229" y="431"/>
                      <a:pt x="237" y="429"/>
                    </a:cubicBezTo>
                    <a:cubicBezTo>
                      <a:pt x="249" y="423"/>
                      <a:pt x="260" y="417"/>
                      <a:pt x="271" y="412"/>
                    </a:cubicBezTo>
                    <a:cubicBezTo>
                      <a:pt x="294" y="400"/>
                      <a:pt x="311" y="383"/>
                      <a:pt x="322" y="361"/>
                    </a:cubicBezTo>
                    <a:lnTo>
                      <a:pt x="339" y="327"/>
                    </a:lnTo>
                    <a:cubicBezTo>
                      <a:pt x="345" y="304"/>
                      <a:pt x="345" y="276"/>
                      <a:pt x="339" y="253"/>
                    </a:cubicBezTo>
                    <a:cubicBezTo>
                      <a:pt x="316" y="203"/>
                      <a:pt x="300" y="152"/>
                      <a:pt x="283" y="107"/>
                    </a:cubicBezTo>
                    <a:cubicBezTo>
                      <a:pt x="277" y="84"/>
                      <a:pt x="266" y="73"/>
                      <a:pt x="254" y="56"/>
                    </a:cubicBezTo>
                    <a:cubicBezTo>
                      <a:pt x="243" y="44"/>
                      <a:pt x="232" y="28"/>
                      <a:pt x="215" y="22"/>
                    </a:cubicBezTo>
                    <a:cubicBezTo>
                      <a:pt x="198" y="11"/>
                      <a:pt x="181" y="5"/>
                      <a:pt x="164" y="5"/>
                    </a:cubicBezTo>
                    <a:cubicBezTo>
                      <a:pt x="156" y="2"/>
                      <a:pt x="146" y="1"/>
                      <a:pt x="136"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77" name="Google Shape;1077;p39"/>
              <p:cNvSpPr/>
              <p:nvPr/>
            </p:nvSpPr>
            <p:spPr>
              <a:xfrm>
                <a:off x="4081975" y="3608550"/>
                <a:ext cx="999750" cy="705950"/>
              </a:xfrm>
              <a:custGeom>
                <a:avLst/>
                <a:gdLst/>
                <a:ahLst/>
                <a:cxnLst/>
                <a:rect l="l" t="t" r="r" b="b"/>
                <a:pathLst>
                  <a:path w="39990" h="28238" extrusionOk="0">
                    <a:moveTo>
                      <a:pt x="23780" y="300"/>
                    </a:moveTo>
                    <a:cubicBezTo>
                      <a:pt x="24485" y="893"/>
                      <a:pt x="25251" y="1417"/>
                      <a:pt x="26018" y="1910"/>
                    </a:cubicBezTo>
                    <a:cubicBezTo>
                      <a:pt x="26831" y="2430"/>
                      <a:pt x="27667" y="2915"/>
                      <a:pt x="28531" y="3344"/>
                    </a:cubicBezTo>
                    <a:cubicBezTo>
                      <a:pt x="29418" y="3785"/>
                      <a:pt x="30316" y="4186"/>
                      <a:pt x="31168" y="4694"/>
                    </a:cubicBezTo>
                    <a:cubicBezTo>
                      <a:pt x="33393" y="6021"/>
                      <a:pt x="35426" y="7840"/>
                      <a:pt x="36669" y="10138"/>
                    </a:cubicBezTo>
                    <a:cubicBezTo>
                      <a:pt x="36883" y="10527"/>
                      <a:pt x="37080" y="10916"/>
                      <a:pt x="37199" y="11338"/>
                    </a:cubicBezTo>
                    <a:lnTo>
                      <a:pt x="37199" y="11338"/>
                    </a:lnTo>
                    <a:cubicBezTo>
                      <a:pt x="37199" y="11339"/>
                      <a:pt x="37199" y="11340"/>
                      <a:pt x="37200" y="11341"/>
                    </a:cubicBezTo>
                    <a:cubicBezTo>
                      <a:pt x="37482" y="12290"/>
                      <a:pt x="37697" y="13261"/>
                      <a:pt x="37911" y="14227"/>
                    </a:cubicBezTo>
                    <a:cubicBezTo>
                      <a:pt x="38470" y="16813"/>
                      <a:pt x="38894" y="19434"/>
                      <a:pt x="39199" y="22060"/>
                    </a:cubicBezTo>
                    <a:cubicBezTo>
                      <a:pt x="39430" y="24018"/>
                      <a:pt x="39598" y="25986"/>
                      <a:pt x="39700" y="27955"/>
                    </a:cubicBezTo>
                    <a:lnTo>
                      <a:pt x="296" y="27955"/>
                    </a:lnTo>
                    <a:cubicBezTo>
                      <a:pt x="480" y="24417"/>
                      <a:pt x="867" y="20884"/>
                      <a:pt x="1469" y="17389"/>
                    </a:cubicBezTo>
                    <a:cubicBezTo>
                      <a:pt x="1796" y="15514"/>
                      <a:pt x="2175" y="13645"/>
                      <a:pt x="2661" y="11804"/>
                    </a:cubicBezTo>
                    <a:cubicBezTo>
                      <a:pt x="2836" y="11166"/>
                      <a:pt x="3067" y="10596"/>
                      <a:pt x="3395" y="10008"/>
                    </a:cubicBezTo>
                    <a:cubicBezTo>
                      <a:pt x="4569" y="7908"/>
                      <a:pt x="6399" y="6213"/>
                      <a:pt x="8421" y="4943"/>
                    </a:cubicBezTo>
                    <a:cubicBezTo>
                      <a:pt x="9189" y="4463"/>
                      <a:pt x="9985" y="4039"/>
                      <a:pt x="10804" y="3661"/>
                    </a:cubicBezTo>
                    <a:cubicBezTo>
                      <a:pt x="11662" y="3260"/>
                      <a:pt x="12498" y="2814"/>
                      <a:pt x="13306" y="2328"/>
                    </a:cubicBezTo>
                    <a:cubicBezTo>
                      <a:pt x="14294" y="1729"/>
                      <a:pt x="15248" y="1080"/>
                      <a:pt x="16146" y="357"/>
                    </a:cubicBezTo>
                    <a:cubicBezTo>
                      <a:pt x="16164" y="341"/>
                      <a:pt x="16182" y="327"/>
                      <a:pt x="16199" y="312"/>
                    </a:cubicBezTo>
                    <a:lnTo>
                      <a:pt x="16199" y="312"/>
                    </a:lnTo>
                    <a:cubicBezTo>
                      <a:pt x="16766" y="1161"/>
                      <a:pt x="17337" y="2004"/>
                      <a:pt x="17903" y="2853"/>
                    </a:cubicBezTo>
                    <a:cubicBezTo>
                      <a:pt x="17933" y="2900"/>
                      <a:pt x="17975" y="2921"/>
                      <a:pt x="18018" y="2921"/>
                    </a:cubicBezTo>
                    <a:cubicBezTo>
                      <a:pt x="18064" y="2921"/>
                      <a:pt x="18111" y="2897"/>
                      <a:pt x="18146" y="2853"/>
                    </a:cubicBezTo>
                    <a:lnTo>
                      <a:pt x="19981" y="437"/>
                    </a:lnTo>
                    <a:lnTo>
                      <a:pt x="19981" y="437"/>
                    </a:lnTo>
                    <a:cubicBezTo>
                      <a:pt x="20520" y="1244"/>
                      <a:pt x="21058" y="2046"/>
                      <a:pt x="21596" y="2853"/>
                    </a:cubicBezTo>
                    <a:cubicBezTo>
                      <a:pt x="21626" y="2900"/>
                      <a:pt x="21670" y="2921"/>
                      <a:pt x="21713" y="2921"/>
                    </a:cubicBezTo>
                    <a:cubicBezTo>
                      <a:pt x="21760" y="2921"/>
                      <a:pt x="21807" y="2897"/>
                      <a:pt x="21839" y="2853"/>
                    </a:cubicBezTo>
                    <a:cubicBezTo>
                      <a:pt x="22484" y="2000"/>
                      <a:pt x="23134" y="1153"/>
                      <a:pt x="23780" y="300"/>
                    </a:cubicBezTo>
                    <a:close/>
                    <a:moveTo>
                      <a:pt x="23761" y="0"/>
                    </a:moveTo>
                    <a:cubicBezTo>
                      <a:pt x="23742" y="0"/>
                      <a:pt x="23723" y="3"/>
                      <a:pt x="23703" y="7"/>
                    </a:cubicBezTo>
                    <a:cubicBezTo>
                      <a:pt x="23573" y="35"/>
                      <a:pt x="23460" y="255"/>
                      <a:pt x="23386" y="357"/>
                    </a:cubicBezTo>
                    <a:lnTo>
                      <a:pt x="22810" y="1114"/>
                    </a:lnTo>
                    <a:lnTo>
                      <a:pt x="21726" y="2542"/>
                    </a:lnTo>
                    <a:lnTo>
                      <a:pt x="21726" y="2542"/>
                    </a:lnTo>
                    <a:cubicBezTo>
                      <a:pt x="21187" y="1735"/>
                      <a:pt x="20649" y="928"/>
                      <a:pt x="20111" y="125"/>
                    </a:cubicBezTo>
                    <a:cubicBezTo>
                      <a:pt x="20081" y="79"/>
                      <a:pt x="20037" y="58"/>
                      <a:pt x="19994" y="58"/>
                    </a:cubicBezTo>
                    <a:cubicBezTo>
                      <a:pt x="19947" y="58"/>
                      <a:pt x="19900" y="82"/>
                      <a:pt x="19868" y="125"/>
                    </a:cubicBezTo>
                    <a:lnTo>
                      <a:pt x="18031" y="2543"/>
                    </a:lnTo>
                    <a:lnTo>
                      <a:pt x="18031" y="2543"/>
                    </a:lnTo>
                    <a:cubicBezTo>
                      <a:pt x="17545" y="1819"/>
                      <a:pt x="17063" y="1091"/>
                      <a:pt x="16581" y="368"/>
                    </a:cubicBezTo>
                    <a:cubicBezTo>
                      <a:pt x="16479" y="219"/>
                      <a:pt x="16373" y="5"/>
                      <a:pt x="16212" y="5"/>
                    </a:cubicBezTo>
                    <a:cubicBezTo>
                      <a:pt x="16161" y="5"/>
                      <a:pt x="16104" y="27"/>
                      <a:pt x="16039" y="80"/>
                    </a:cubicBezTo>
                    <a:cubicBezTo>
                      <a:pt x="15695" y="363"/>
                      <a:pt x="15339" y="628"/>
                      <a:pt x="14977" y="888"/>
                    </a:cubicBezTo>
                    <a:cubicBezTo>
                      <a:pt x="14266" y="1396"/>
                      <a:pt x="13532" y="1871"/>
                      <a:pt x="12775" y="2311"/>
                    </a:cubicBezTo>
                    <a:cubicBezTo>
                      <a:pt x="11821" y="2870"/>
                      <a:pt x="10821" y="3311"/>
                      <a:pt x="9838" y="3813"/>
                    </a:cubicBezTo>
                    <a:cubicBezTo>
                      <a:pt x="8223" y="4638"/>
                      <a:pt x="6704" y="5677"/>
                      <a:pt x="5411" y="6953"/>
                    </a:cubicBezTo>
                    <a:cubicBezTo>
                      <a:pt x="4558" y="7789"/>
                      <a:pt x="3796" y="8732"/>
                      <a:pt x="3203" y="9771"/>
                    </a:cubicBezTo>
                    <a:cubicBezTo>
                      <a:pt x="2937" y="10234"/>
                      <a:pt x="2689" y="10720"/>
                      <a:pt x="2531" y="11228"/>
                    </a:cubicBezTo>
                    <a:cubicBezTo>
                      <a:pt x="2135" y="12482"/>
                      <a:pt x="1876" y="13798"/>
                      <a:pt x="1616" y="15085"/>
                    </a:cubicBezTo>
                    <a:cubicBezTo>
                      <a:pt x="865" y="18801"/>
                      <a:pt x="373" y="22568"/>
                      <a:pt x="108" y="26346"/>
                    </a:cubicBezTo>
                    <a:cubicBezTo>
                      <a:pt x="68" y="26928"/>
                      <a:pt x="35" y="27515"/>
                      <a:pt x="6" y="28097"/>
                    </a:cubicBezTo>
                    <a:cubicBezTo>
                      <a:pt x="1" y="28176"/>
                      <a:pt x="74" y="28238"/>
                      <a:pt x="147" y="28238"/>
                    </a:cubicBezTo>
                    <a:lnTo>
                      <a:pt x="39848" y="28238"/>
                    </a:lnTo>
                    <a:cubicBezTo>
                      <a:pt x="39922" y="28238"/>
                      <a:pt x="39989" y="28176"/>
                      <a:pt x="39989" y="28097"/>
                    </a:cubicBezTo>
                    <a:cubicBezTo>
                      <a:pt x="39820" y="24737"/>
                      <a:pt x="39464" y="21382"/>
                      <a:pt x="38922" y="18056"/>
                    </a:cubicBezTo>
                    <a:cubicBezTo>
                      <a:pt x="38600" y="16096"/>
                      <a:pt x="38216" y="14148"/>
                      <a:pt x="37731" y="12222"/>
                    </a:cubicBezTo>
                    <a:cubicBezTo>
                      <a:pt x="37651" y="11900"/>
                      <a:pt x="37567" y="11578"/>
                      <a:pt x="37471" y="11262"/>
                    </a:cubicBezTo>
                    <a:cubicBezTo>
                      <a:pt x="37313" y="10697"/>
                      <a:pt x="37019" y="10149"/>
                      <a:pt x="36720" y="9647"/>
                    </a:cubicBezTo>
                    <a:cubicBezTo>
                      <a:pt x="35918" y="8292"/>
                      <a:pt x="34845" y="7106"/>
                      <a:pt x="33636" y="6095"/>
                    </a:cubicBezTo>
                    <a:cubicBezTo>
                      <a:pt x="32778" y="5378"/>
                      <a:pt x="31846" y="4745"/>
                      <a:pt x="30863" y="4192"/>
                    </a:cubicBezTo>
                    <a:cubicBezTo>
                      <a:pt x="29700" y="3542"/>
                      <a:pt x="28463" y="3028"/>
                      <a:pt x="27300" y="2362"/>
                    </a:cubicBezTo>
                    <a:cubicBezTo>
                      <a:pt x="26408" y="1848"/>
                      <a:pt x="25544" y="1283"/>
                      <a:pt x="24713" y="668"/>
                    </a:cubicBezTo>
                    <a:cubicBezTo>
                      <a:pt x="24493" y="504"/>
                      <a:pt x="24273" y="340"/>
                      <a:pt x="24064" y="165"/>
                    </a:cubicBezTo>
                    <a:cubicBezTo>
                      <a:pt x="23966" y="91"/>
                      <a:pt x="23884" y="0"/>
                      <a:pt x="23761"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78" name="Google Shape;1078;p39"/>
              <p:cNvSpPr/>
              <p:nvPr/>
            </p:nvSpPr>
            <p:spPr>
              <a:xfrm>
                <a:off x="4577950" y="3608700"/>
                <a:ext cx="101825" cy="72875"/>
              </a:xfrm>
              <a:custGeom>
                <a:avLst/>
                <a:gdLst/>
                <a:ahLst/>
                <a:cxnLst/>
                <a:rect l="l" t="t" r="r" b="b"/>
                <a:pathLst>
                  <a:path w="4073" h="2915" extrusionOk="0">
                    <a:moveTo>
                      <a:pt x="3599" y="283"/>
                    </a:moveTo>
                    <a:lnTo>
                      <a:pt x="2011" y="2373"/>
                    </a:lnTo>
                    <a:lnTo>
                      <a:pt x="1887" y="2536"/>
                    </a:lnTo>
                    <a:lnTo>
                      <a:pt x="1887" y="2536"/>
                    </a:lnTo>
                    <a:cubicBezTo>
                      <a:pt x="1421" y="1837"/>
                      <a:pt x="951" y="1141"/>
                      <a:pt x="486" y="441"/>
                    </a:cubicBezTo>
                    <a:lnTo>
                      <a:pt x="381" y="283"/>
                    </a:lnTo>
                    <a:close/>
                    <a:moveTo>
                      <a:pt x="187" y="1"/>
                    </a:moveTo>
                    <a:cubicBezTo>
                      <a:pt x="141" y="1"/>
                      <a:pt x="107" y="19"/>
                      <a:pt x="84" y="46"/>
                    </a:cubicBezTo>
                    <a:lnTo>
                      <a:pt x="84" y="46"/>
                    </a:lnTo>
                    <a:cubicBezTo>
                      <a:pt x="77" y="53"/>
                      <a:pt x="70" y="60"/>
                      <a:pt x="63" y="69"/>
                    </a:cubicBezTo>
                    <a:cubicBezTo>
                      <a:pt x="52" y="86"/>
                      <a:pt x="40" y="103"/>
                      <a:pt x="29" y="119"/>
                    </a:cubicBezTo>
                    <a:cubicBezTo>
                      <a:pt x="1" y="153"/>
                      <a:pt x="1" y="221"/>
                      <a:pt x="29" y="261"/>
                    </a:cubicBezTo>
                    <a:cubicBezTo>
                      <a:pt x="532" y="1017"/>
                      <a:pt x="1034" y="1769"/>
                      <a:pt x="1542" y="2525"/>
                    </a:cubicBezTo>
                    <a:cubicBezTo>
                      <a:pt x="1610" y="2633"/>
                      <a:pt x="1684" y="2740"/>
                      <a:pt x="1757" y="2847"/>
                    </a:cubicBezTo>
                    <a:cubicBezTo>
                      <a:pt x="1787" y="2894"/>
                      <a:pt x="1831" y="2915"/>
                      <a:pt x="1874" y="2915"/>
                    </a:cubicBezTo>
                    <a:cubicBezTo>
                      <a:pt x="1921" y="2915"/>
                      <a:pt x="1968" y="2891"/>
                      <a:pt x="2000" y="2847"/>
                    </a:cubicBezTo>
                    <a:lnTo>
                      <a:pt x="3751" y="543"/>
                    </a:lnTo>
                    <a:cubicBezTo>
                      <a:pt x="3835" y="430"/>
                      <a:pt x="3920" y="323"/>
                      <a:pt x="4005" y="210"/>
                    </a:cubicBezTo>
                    <a:cubicBezTo>
                      <a:pt x="4072" y="119"/>
                      <a:pt x="3976" y="1"/>
                      <a:pt x="3880"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79" name="Google Shape;1079;p39"/>
              <p:cNvSpPr/>
              <p:nvPr/>
            </p:nvSpPr>
            <p:spPr>
              <a:xfrm>
                <a:off x="4484175" y="3608700"/>
                <a:ext cx="101300" cy="72875"/>
              </a:xfrm>
              <a:custGeom>
                <a:avLst/>
                <a:gdLst/>
                <a:ahLst/>
                <a:cxnLst/>
                <a:rect l="l" t="t" r="r" b="b"/>
                <a:pathLst>
                  <a:path w="4052" h="2915" extrusionOk="0">
                    <a:moveTo>
                      <a:pt x="3655" y="283"/>
                    </a:moveTo>
                    <a:cubicBezTo>
                      <a:pt x="3121" y="981"/>
                      <a:pt x="2592" y="1682"/>
                      <a:pt x="2058" y="2378"/>
                    </a:cubicBezTo>
                    <a:cubicBezTo>
                      <a:pt x="2020" y="2432"/>
                      <a:pt x="1982" y="2484"/>
                      <a:pt x="1943" y="2535"/>
                    </a:cubicBezTo>
                    <a:lnTo>
                      <a:pt x="1943" y="2535"/>
                    </a:lnTo>
                    <a:cubicBezTo>
                      <a:pt x="1467" y="1824"/>
                      <a:pt x="992" y="1113"/>
                      <a:pt x="516" y="402"/>
                    </a:cubicBezTo>
                    <a:cubicBezTo>
                      <a:pt x="490" y="362"/>
                      <a:pt x="464" y="323"/>
                      <a:pt x="439" y="283"/>
                    </a:cubicBezTo>
                    <a:close/>
                    <a:moveTo>
                      <a:pt x="171" y="1"/>
                    </a:moveTo>
                    <a:cubicBezTo>
                      <a:pt x="132" y="1"/>
                      <a:pt x="101" y="14"/>
                      <a:pt x="79" y="36"/>
                    </a:cubicBezTo>
                    <a:lnTo>
                      <a:pt x="79" y="36"/>
                    </a:lnTo>
                    <a:cubicBezTo>
                      <a:pt x="27" y="74"/>
                      <a:pt x="1" y="141"/>
                      <a:pt x="47" y="210"/>
                    </a:cubicBezTo>
                    <a:lnTo>
                      <a:pt x="1589" y="2514"/>
                    </a:lnTo>
                    <a:cubicBezTo>
                      <a:pt x="1668" y="2627"/>
                      <a:pt x="1741" y="2734"/>
                      <a:pt x="1815" y="2847"/>
                    </a:cubicBezTo>
                    <a:cubicBezTo>
                      <a:pt x="1845" y="2894"/>
                      <a:pt x="1887" y="2915"/>
                      <a:pt x="1930" y="2915"/>
                    </a:cubicBezTo>
                    <a:cubicBezTo>
                      <a:pt x="1976" y="2915"/>
                      <a:pt x="2023" y="2891"/>
                      <a:pt x="2058" y="2847"/>
                    </a:cubicBezTo>
                    <a:cubicBezTo>
                      <a:pt x="2628" y="2090"/>
                      <a:pt x="3204" y="1339"/>
                      <a:pt x="3774" y="583"/>
                    </a:cubicBezTo>
                    <a:cubicBezTo>
                      <a:pt x="3859" y="475"/>
                      <a:pt x="3938" y="368"/>
                      <a:pt x="4023" y="261"/>
                    </a:cubicBezTo>
                    <a:cubicBezTo>
                      <a:pt x="4051" y="221"/>
                      <a:pt x="4045" y="153"/>
                      <a:pt x="4023" y="119"/>
                    </a:cubicBezTo>
                    <a:cubicBezTo>
                      <a:pt x="3966" y="35"/>
                      <a:pt x="3910" y="1"/>
                      <a:pt x="3820"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80" name="Google Shape;1080;p39"/>
              <p:cNvSpPr/>
              <p:nvPr/>
            </p:nvSpPr>
            <p:spPr>
              <a:xfrm>
                <a:off x="4577250" y="3608600"/>
                <a:ext cx="8925" cy="8325"/>
              </a:xfrm>
              <a:custGeom>
                <a:avLst/>
                <a:gdLst/>
                <a:ahLst/>
                <a:cxnLst/>
                <a:rect l="l" t="t" r="r" b="b"/>
                <a:pathLst>
                  <a:path w="357" h="333" extrusionOk="0">
                    <a:moveTo>
                      <a:pt x="215" y="1"/>
                    </a:moveTo>
                    <a:cubicBezTo>
                      <a:pt x="202" y="1"/>
                      <a:pt x="190" y="2"/>
                      <a:pt x="176" y="5"/>
                    </a:cubicBezTo>
                    <a:lnTo>
                      <a:pt x="142" y="5"/>
                    </a:lnTo>
                    <a:cubicBezTo>
                      <a:pt x="91" y="5"/>
                      <a:pt x="46" y="27"/>
                      <a:pt x="23" y="73"/>
                    </a:cubicBezTo>
                    <a:cubicBezTo>
                      <a:pt x="6" y="95"/>
                      <a:pt x="1" y="118"/>
                      <a:pt x="1" y="146"/>
                    </a:cubicBezTo>
                    <a:cubicBezTo>
                      <a:pt x="1" y="169"/>
                      <a:pt x="6" y="191"/>
                      <a:pt x="23" y="214"/>
                    </a:cubicBezTo>
                    <a:cubicBezTo>
                      <a:pt x="34" y="231"/>
                      <a:pt x="46" y="248"/>
                      <a:pt x="57" y="265"/>
                    </a:cubicBezTo>
                    <a:cubicBezTo>
                      <a:pt x="68" y="287"/>
                      <a:pt x="85" y="304"/>
                      <a:pt x="108" y="316"/>
                    </a:cubicBezTo>
                    <a:cubicBezTo>
                      <a:pt x="125" y="327"/>
                      <a:pt x="153" y="332"/>
                      <a:pt x="176" y="332"/>
                    </a:cubicBezTo>
                    <a:cubicBezTo>
                      <a:pt x="204" y="332"/>
                      <a:pt x="226" y="327"/>
                      <a:pt x="249" y="316"/>
                    </a:cubicBezTo>
                    <a:cubicBezTo>
                      <a:pt x="272" y="304"/>
                      <a:pt x="289" y="287"/>
                      <a:pt x="300" y="265"/>
                    </a:cubicBezTo>
                    <a:cubicBezTo>
                      <a:pt x="305" y="256"/>
                      <a:pt x="311" y="249"/>
                      <a:pt x="317" y="242"/>
                    </a:cubicBezTo>
                    <a:lnTo>
                      <a:pt x="317" y="242"/>
                    </a:lnTo>
                    <a:cubicBezTo>
                      <a:pt x="317" y="242"/>
                      <a:pt x="317" y="242"/>
                      <a:pt x="317" y="242"/>
                    </a:cubicBezTo>
                    <a:cubicBezTo>
                      <a:pt x="323" y="236"/>
                      <a:pt x="330" y="227"/>
                      <a:pt x="335" y="218"/>
                    </a:cubicBezTo>
                    <a:lnTo>
                      <a:pt x="335" y="218"/>
                    </a:lnTo>
                    <a:cubicBezTo>
                      <a:pt x="336" y="217"/>
                      <a:pt x="337" y="216"/>
                      <a:pt x="339" y="214"/>
                    </a:cubicBezTo>
                    <a:cubicBezTo>
                      <a:pt x="345" y="197"/>
                      <a:pt x="351" y="180"/>
                      <a:pt x="356" y="163"/>
                    </a:cubicBezTo>
                    <a:cubicBezTo>
                      <a:pt x="356" y="159"/>
                      <a:pt x="356" y="154"/>
                      <a:pt x="356" y="150"/>
                    </a:cubicBezTo>
                    <a:lnTo>
                      <a:pt x="356" y="150"/>
                    </a:lnTo>
                    <a:cubicBezTo>
                      <a:pt x="356" y="148"/>
                      <a:pt x="356" y="147"/>
                      <a:pt x="356" y="146"/>
                    </a:cubicBezTo>
                    <a:lnTo>
                      <a:pt x="356" y="145"/>
                    </a:lnTo>
                    <a:lnTo>
                      <a:pt x="356" y="145"/>
                    </a:lnTo>
                    <a:cubicBezTo>
                      <a:pt x="356" y="132"/>
                      <a:pt x="354" y="118"/>
                      <a:pt x="351" y="107"/>
                    </a:cubicBezTo>
                    <a:cubicBezTo>
                      <a:pt x="348" y="96"/>
                      <a:pt x="344" y="85"/>
                      <a:pt x="339" y="75"/>
                    </a:cubicBezTo>
                    <a:lnTo>
                      <a:pt x="339" y="75"/>
                    </a:lnTo>
                    <a:cubicBezTo>
                      <a:pt x="336" y="68"/>
                      <a:pt x="332" y="62"/>
                      <a:pt x="328" y="56"/>
                    </a:cubicBezTo>
                    <a:cubicBezTo>
                      <a:pt x="317" y="44"/>
                      <a:pt x="305" y="27"/>
                      <a:pt x="289" y="22"/>
                    </a:cubicBezTo>
                    <a:cubicBezTo>
                      <a:pt x="277" y="16"/>
                      <a:pt x="266" y="11"/>
                      <a:pt x="255" y="5"/>
                    </a:cubicBezTo>
                    <a:cubicBezTo>
                      <a:pt x="241" y="2"/>
                      <a:pt x="228" y="1"/>
                      <a:pt x="215"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081" name="Google Shape;1081;p39"/>
            <p:cNvGrpSpPr/>
            <p:nvPr/>
          </p:nvGrpSpPr>
          <p:grpSpPr>
            <a:xfrm flipH="1">
              <a:off x="1717459" y="3118726"/>
              <a:ext cx="1403949" cy="1713667"/>
              <a:chOff x="2530500" y="1412150"/>
              <a:chExt cx="999750" cy="1220300"/>
            </a:xfrm>
          </p:grpSpPr>
          <p:sp>
            <p:nvSpPr>
              <p:cNvPr id="1082" name="Google Shape;1082;p39"/>
              <p:cNvSpPr/>
              <p:nvPr/>
            </p:nvSpPr>
            <p:spPr>
              <a:xfrm>
                <a:off x="2932025" y="1470100"/>
                <a:ext cx="334350" cy="463500"/>
              </a:xfrm>
              <a:custGeom>
                <a:avLst/>
                <a:gdLst/>
                <a:ahLst/>
                <a:cxnLst/>
                <a:rect l="l" t="t" r="r" b="b"/>
                <a:pathLst>
                  <a:path w="13374" h="18540" extrusionOk="0">
                    <a:moveTo>
                      <a:pt x="2578" y="415"/>
                    </a:moveTo>
                    <a:lnTo>
                      <a:pt x="2578" y="415"/>
                    </a:lnTo>
                    <a:cubicBezTo>
                      <a:pt x="4084" y="774"/>
                      <a:pt x="5637" y="1007"/>
                      <a:pt x="7189" y="1007"/>
                    </a:cubicBezTo>
                    <a:cubicBezTo>
                      <a:pt x="7284" y="1007"/>
                      <a:pt x="7378" y="1006"/>
                      <a:pt x="7472" y="1004"/>
                    </a:cubicBezTo>
                    <a:cubicBezTo>
                      <a:pt x="8387" y="988"/>
                      <a:pt x="9330" y="897"/>
                      <a:pt x="10211" y="620"/>
                    </a:cubicBezTo>
                    <a:cubicBezTo>
                      <a:pt x="10318" y="586"/>
                      <a:pt x="10428" y="552"/>
                      <a:pt x="10534" y="508"/>
                    </a:cubicBezTo>
                    <a:lnTo>
                      <a:pt x="10534" y="508"/>
                    </a:lnTo>
                    <a:cubicBezTo>
                      <a:pt x="11027" y="1155"/>
                      <a:pt x="11345" y="1943"/>
                      <a:pt x="11426" y="2755"/>
                    </a:cubicBezTo>
                    <a:cubicBezTo>
                      <a:pt x="11465" y="3145"/>
                      <a:pt x="11454" y="3546"/>
                      <a:pt x="11454" y="3941"/>
                    </a:cubicBezTo>
                    <a:lnTo>
                      <a:pt x="11454" y="5359"/>
                    </a:lnTo>
                    <a:cubicBezTo>
                      <a:pt x="11454" y="5455"/>
                      <a:pt x="11426" y="5613"/>
                      <a:pt x="11493" y="5686"/>
                    </a:cubicBezTo>
                    <a:cubicBezTo>
                      <a:pt x="11584" y="5782"/>
                      <a:pt x="11714" y="5861"/>
                      <a:pt x="11815" y="5940"/>
                    </a:cubicBezTo>
                    <a:cubicBezTo>
                      <a:pt x="12160" y="6217"/>
                      <a:pt x="12504" y="6488"/>
                      <a:pt x="12854" y="6765"/>
                    </a:cubicBezTo>
                    <a:cubicBezTo>
                      <a:pt x="13029" y="6912"/>
                      <a:pt x="13120" y="7132"/>
                      <a:pt x="13018" y="7352"/>
                    </a:cubicBezTo>
                    <a:cubicBezTo>
                      <a:pt x="12922" y="7567"/>
                      <a:pt x="12702" y="7674"/>
                      <a:pt x="12476" y="7680"/>
                    </a:cubicBezTo>
                    <a:lnTo>
                      <a:pt x="11567" y="7680"/>
                    </a:lnTo>
                    <a:cubicBezTo>
                      <a:pt x="11488" y="7680"/>
                      <a:pt x="11431" y="7742"/>
                      <a:pt x="11426" y="7821"/>
                    </a:cubicBezTo>
                    <a:cubicBezTo>
                      <a:pt x="11267" y="9588"/>
                      <a:pt x="10307" y="11232"/>
                      <a:pt x="8833" y="12231"/>
                    </a:cubicBezTo>
                    <a:cubicBezTo>
                      <a:pt x="8421" y="12514"/>
                      <a:pt x="7975" y="12740"/>
                      <a:pt x="7512" y="12909"/>
                    </a:cubicBezTo>
                    <a:cubicBezTo>
                      <a:pt x="7450" y="12932"/>
                      <a:pt x="7405" y="12982"/>
                      <a:pt x="7405" y="13045"/>
                    </a:cubicBezTo>
                    <a:lnTo>
                      <a:pt x="7405" y="14857"/>
                    </a:lnTo>
                    <a:lnTo>
                      <a:pt x="7405" y="17738"/>
                    </a:lnTo>
                    <a:lnTo>
                      <a:pt x="7405" y="18257"/>
                    </a:lnTo>
                    <a:lnTo>
                      <a:pt x="283" y="18257"/>
                    </a:lnTo>
                    <a:lnTo>
                      <a:pt x="283" y="16710"/>
                    </a:lnTo>
                    <a:lnTo>
                      <a:pt x="283" y="14022"/>
                    </a:lnTo>
                    <a:lnTo>
                      <a:pt x="283" y="13406"/>
                    </a:lnTo>
                    <a:lnTo>
                      <a:pt x="283" y="11746"/>
                    </a:lnTo>
                    <a:lnTo>
                      <a:pt x="283" y="10808"/>
                    </a:lnTo>
                    <a:lnTo>
                      <a:pt x="283" y="8617"/>
                    </a:lnTo>
                    <a:lnTo>
                      <a:pt x="283" y="6347"/>
                    </a:lnTo>
                    <a:lnTo>
                      <a:pt x="283" y="5534"/>
                    </a:lnTo>
                    <a:cubicBezTo>
                      <a:pt x="283" y="5445"/>
                      <a:pt x="291" y="5351"/>
                      <a:pt x="291" y="5261"/>
                    </a:cubicBezTo>
                    <a:lnTo>
                      <a:pt x="291" y="5261"/>
                    </a:lnTo>
                    <a:cubicBezTo>
                      <a:pt x="1182" y="5259"/>
                      <a:pt x="2088" y="4818"/>
                      <a:pt x="2650" y="4144"/>
                    </a:cubicBezTo>
                    <a:cubicBezTo>
                      <a:pt x="3276" y="3393"/>
                      <a:pt x="3497" y="2360"/>
                      <a:pt x="3180" y="1428"/>
                    </a:cubicBezTo>
                    <a:cubicBezTo>
                      <a:pt x="3051" y="1049"/>
                      <a:pt x="2843" y="707"/>
                      <a:pt x="2578" y="415"/>
                    </a:cubicBezTo>
                    <a:close/>
                    <a:moveTo>
                      <a:pt x="2078" y="0"/>
                    </a:moveTo>
                    <a:cubicBezTo>
                      <a:pt x="1940" y="0"/>
                      <a:pt x="1898" y="182"/>
                      <a:pt x="2011" y="265"/>
                    </a:cubicBezTo>
                    <a:cubicBezTo>
                      <a:pt x="2763" y="846"/>
                      <a:pt x="3175" y="1806"/>
                      <a:pt x="3005" y="2750"/>
                    </a:cubicBezTo>
                    <a:cubicBezTo>
                      <a:pt x="2859" y="3574"/>
                      <a:pt x="2305" y="4269"/>
                      <a:pt x="1571" y="4653"/>
                    </a:cubicBezTo>
                    <a:cubicBezTo>
                      <a:pt x="1181" y="4853"/>
                      <a:pt x="721" y="4978"/>
                      <a:pt x="275" y="4978"/>
                    </a:cubicBezTo>
                    <a:cubicBezTo>
                      <a:pt x="231" y="4978"/>
                      <a:pt x="186" y="4977"/>
                      <a:pt x="142" y="4975"/>
                    </a:cubicBezTo>
                    <a:cubicBezTo>
                      <a:pt x="69" y="4975"/>
                      <a:pt x="1" y="5042"/>
                      <a:pt x="1" y="5116"/>
                    </a:cubicBezTo>
                    <a:lnTo>
                      <a:pt x="1" y="6115"/>
                    </a:lnTo>
                    <a:lnTo>
                      <a:pt x="1" y="8323"/>
                    </a:lnTo>
                    <a:lnTo>
                      <a:pt x="1" y="10588"/>
                    </a:lnTo>
                    <a:lnTo>
                      <a:pt x="1" y="11734"/>
                    </a:lnTo>
                    <a:lnTo>
                      <a:pt x="1" y="13338"/>
                    </a:lnTo>
                    <a:lnTo>
                      <a:pt x="1" y="13406"/>
                    </a:lnTo>
                    <a:lnTo>
                      <a:pt x="1" y="15095"/>
                    </a:lnTo>
                    <a:lnTo>
                      <a:pt x="1" y="17783"/>
                    </a:lnTo>
                    <a:lnTo>
                      <a:pt x="1" y="18398"/>
                    </a:lnTo>
                    <a:cubicBezTo>
                      <a:pt x="1" y="18472"/>
                      <a:pt x="69" y="18539"/>
                      <a:pt x="142" y="18539"/>
                    </a:cubicBezTo>
                    <a:lnTo>
                      <a:pt x="7546" y="18539"/>
                    </a:lnTo>
                    <a:cubicBezTo>
                      <a:pt x="7625" y="18539"/>
                      <a:pt x="7687" y="18472"/>
                      <a:pt x="7687" y="18398"/>
                    </a:cubicBezTo>
                    <a:lnTo>
                      <a:pt x="7687" y="16585"/>
                    </a:lnTo>
                    <a:lnTo>
                      <a:pt x="7687" y="13705"/>
                    </a:lnTo>
                    <a:lnTo>
                      <a:pt x="7687" y="13142"/>
                    </a:lnTo>
                    <a:lnTo>
                      <a:pt x="7687" y="13142"/>
                    </a:lnTo>
                    <a:cubicBezTo>
                      <a:pt x="9390" y="12493"/>
                      <a:pt x="10754" y="11113"/>
                      <a:pt x="11369" y="9385"/>
                    </a:cubicBezTo>
                    <a:cubicBezTo>
                      <a:pt x="11534" y="8927"/>
                      <a:pt x="11642" y="8446"/>
                      <a:pt x="11694" y="7962"/>
                    </a:cubicBezTo>
                    <a:lnTo>
                      <a:pt x="12448" y="7962"/>
                    </a:lnTo>
                    <a:cubicBezTo>
                      <a:pt x="12866" y="7956"/>
                      <a:pt x="13272" y="7702"/>
                      <a:pt x="13334" y="7262"/>
                    </a:cubicBezTo>
                    <a:cubicBezTo>
                      <a:pt x="13373" y="6994"/>
                      <a:pt x="13264" y="6742"/>
                      <a:pt x="13059" y="6568"/>
                    </a:cubicBezTo>
                    <a:lnTo>
                      <a:pt x="13059" y="6568"/>
                    </a:lnTo>
                    <a:cubicBezTo>
                      <a:pt x="13057" y="6566"/>
                      <a:pt x="13055" y="6563"/>
                      <a:pt x="13052" y="6561"/>
                    </a:cubicBezTo>
                    <a:lnTo>
                      <a:pt x="13052" y="6561"/>
                    </a:lnTo>
                    <a:cubicBezTo>
                      <a:pt x="13052" y="6561"/>
                      <a:pt x="13052" y="6561"/>
                      <a:pt x="13052" y="6561"/>
                    </a:cubicBezTo>
                    <a:cubicBezTo>
                      <a:pt x="13051" y="6561"/>
                      <a:pt x="13051" y="6560"/>
                      <a:pt x="13050" y="6560"/>
                    </a:cubicBezTo>
                    <a:lnTo>
                      <a:pt x="13050" y="6560"/>
                    </a:lnTo>
                    <a:cubicBezTo>
                      <a:pt x="12614" y="6216"/>
                      <a:pt x="12173" y="5868"/>
                      <a:pt x="11736" y="5524"/>
                    </a:cubicBezTo>
                    <a:lnTo>
                      <a:pt x="11736" y="5524"/>
                    </a:lnTo>
                    <a:lnTo>
                      <a:pt x="11736" y="4009"/>
                    </a:lnTo>
                    <a:cubicBezTo>
                      <a:pt x="11736" y="3309"/>
                      <a:pt x="11747" y="2614"/>
                      <a:pt x="11555" y="1931"/>
                    </a:cubicBezTo>
                    <a:cubicBezTo>
                      <a:pt x="11380" y="1298"/>
                      <a:pt x="11064" y="711"/>
                      <a:pt x="10646" y="203"/>
                    </a:cubicBezTo>
                    <a:cubicBezTo>
                      <a:pt x="10618" y="167"/>
                      <a:pt x="10586" y="153"/>
                      <a:pt x="10554" y="153"/>
                    </a:cubicBezTo>
                    <a:cubicBezTo>
                      <a:pt x="10501" y="153"/>
                      <a:pt x="10449" y="195"/>
                      <a:pt x="10426" y="250"/>
                    </a:cubicBezTo>
                    <a:lnTo>
                      <a:pt x="10426" y="250"/>
                    </a:lnTo>
                    <a:cubicBezTo>
                      <a:pt x="10354" y="276"/>
                      <a:pt x="10283" y="301"/>
                      <a:pt x="10211" y="327"/>
                    </a:cubicBezTo>
                    <a:cubicBezTo>
                      <a:pt x="9906" y="428"/>
                      <a:pt x="9590" y="502"/>
                      <a:pt x="9274" y="558"/>
                    </a:cubicBezTo>
                    <a:cubicBezTo>
                      <a:pt x="8602" y="679"/>
                      <a:pt x="7916" y="729"/>
                      <a:pt x="7230" y="729"/>
                    </a:cubicBezTo>
                    <a:cubicBezTo>
                      <a:pt x="6637" y="729"/>
                      <a:pt x="6043" y="692"/>
                      <a:pt x="5456" y="632"/>
                    </a:cubicBezTo>
                    <a:cubicBezTo>
                      <a:pt x="4333" y="513"/>
                      <a:pt x="3214" y="293"/>
                      <a:pt x="2119" y="5"/>
                    </a:cubicBezTo>
                    <a:cubicBezTo>
                      <a:pt x="2104" y="2"/>
                      <a:pt x="2091" y="0"/>
                      <a:pt x="2078"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83" name="Google Shape;1083;p39"/>
              <p:cNvSpPr/>
              <p:nvPr/>
            </p:nvSpPr>
            <p:spPr>
              <a:xfrm>
                <a:off x="2793250" y="1412150"/>
                <a:ext cx="406800" cy="355175"/>
              </a:xfrm>
              <a:custGeom>
                <a:avLst/>
                <a:gdLst/>
                <a:ahLst/>
                <a:cxnLst/>
                <a:rect l="l" t="t" r="r" b="b"/>
                <a:pathLst>
                  <a:path w="16272" h="14207" extrusionOk="0">
                    <a:moveTo>
                      <a:pt x="9000" y="284"/>
                    </a:moveTo>
                    <a:cubicBezTo>
                      <a:pt x="10460" y="284"/>
                      <a:pt x="11941" y="445"/>
                      <a:pt x="13328" y="917"/>
                    </a:cubicBezTo>
                    <a:cubicBezTo>
                      <a:pt x="13712" y="1041"/>
                      <a:pt x="14085" y="1199"/>
                      <a:pt x="14447" y="1385"/>
                    </a:cubicBezTo>
                    <a:cubicBezTo>
                      <a:pt x="14627" y="1476"/>
                      <a:pt x="14808" y="1577"/>
                      <a:pt x="14977" y="1690"/>
                    </a:cubicBezTo>
                    <a:cubicBezTo>
                      <a:pt x="15175" y="1815"/>
                      <a:pt x="15344" y="1961"/>
                      <a:pt x="15525" y="2108"/>
                    </a:cubicBezTo>
                    <a:cubicBezTo>
                      <a:pt x="15667" y="2250"/>
                      <a:pt x="15824" y="2407"/>
                      <a:pt x="15925" y="2587"/>
                    </a:cubicBezTo>
                    <a:lnTo>
                      <a:pt x="15925" y="2587"/>
                    </a:lnTo>
                    <a:cubicBezTo>
                      <a:pt x="15871" y="2606"/>
                      <a:pt x="15816" y="2625"/>
                      <a:pt x="15762" y="2645"/>
                    </a:cubicBezTo>
                    <a:cubicBezTo>
                      <a:pt x="15457" y="2746"/>
                      <a:pt x="15141" y="2820"/>
                      <a:pt x="14825" y="2876"/>
                    </a:cubicBezTo>
                    <a:cubicBezTo>
                      <a:pt x="14153" y="2997"/>
                      <a:pt x="13467" y="3047"/>
                      <a:pt x="12781" y="3047"/>
                    </a:cubicBezTo>
                    <a:cubicBezTo>
                      <a:pt x="12188" y="3047"/>
                      <a:pt x="11594" y="3010"/>
                      <a:pt x="11007" y="2950"/>
                    </a:cubicBezTo>
                    <a:cubicBezTo>
                      <a:pt x="9884" y="2831"/>
                      <a:pt x="8765" y="2611"/>
                      <a:pt x="7670" y="2323"/>
                    </a:cubicBezTo>
                    <a:cubicBezTo>
                      <a:pt x="7655" y="2320"/>
                      <a:pt x="7642" y="2318"/>
                      <a:pt x="7629" y="2318"/>
                    </a:cubicBezTo>
                    <a:cubicBezTo>
                      <a:pt x="7491" y="2318"/>
                      <a:pt x="7449" y="2500"/>
                      <a:pt x="7562" y="2583"/>
                    </a:cubicBezTo>
                    <a:cubicBezTo>
                      <a:pt x="8314" y="3164"/>
                      <a:pt x="8726" y="4124"/>
                      <a:pt x="8556" y="5068"/>
                    </a:cubicBezTo>
                    <a:cubicBezTo>
                      <a:pt x="8410" y="5892"/>
                      <a:pt x="7856" y="6587"/>
                      <a:pt x="7122" y="6971"/>
                    </a:cubicBezTo>
                    <a:cubicBezTo>
                      <a:pt x="6732" y="7171"/>
                      <a:pt x="6272" y="7296"/>
                      <a:pt x="5826" y="7296"/>
                    </a:cubicBezTo>
                    <a:cubicBezTo>
                      <a:pt x="5782" y="7296"/>
                      <a:pt x="5737" y="7295"/>
                      <a:pt x="5693" y="7293"/>
                    </a:cubicBezTo>
                    <a:cubicBezTo>
                      <a:pt x="5620" y="7293"/>
                      <a:pt x="5552" y="7360"/>
                      <a:pt x="5552" y="7434"/>
                    </a:cubicBezTo>
                    <a:lnTo>
                      <a:pt x="5552" y="9676"/>
                    </a:lnTo>
                    <a:lnTo>
                      <a:pt x="5552" y="13239"/>
                    </a:lnTo>
                    <a:lnTo>
                      <a:pt x="5552" y="13844"/>
                    </a:lnTo>
                    <a:lnTo>
                      <a:pt x="5552" y="13844"/>
                    </a:lnTo>
                    <a:cubicBezTo>
                      <a:pt x="5431" y="13786"/>
                      <a:pt x="5314" y="13726"/>
                      <a:pt x="5202" y="13663"/>
                    </a:cubicBezTo>
                    <a:cubicBezTo>
                      <a:pt x="4744" y="13414"/>
                      <a:pt x="4315" y="13121"/>
                      <a:pt x="3909" y="12793"/>
                    </a:cubicBezTo>
                    <a:cubicBezTo>
                      <a:pt x="3899" y="12785"/>
                      <a:pt x="3888" y="12779"/>
                      <a:pt x="3876" y="12773"/>
                    </a:cubicBezTo>
                    <a:lnTo>
                      <a:pt x="3876" y="12773"/>
                    </a:lnTo>
                    <a:cubicBezTo>
                      <a:pt x="2190" y="11740"/>
                      <a:pt x="1073" y="9951"/>
                      <a:pt x="594" y="8055"/>
                    </a:cubicBezTo>
                    <a:cubicBezTo>
                      <a:pt x="164" y="6344"/>
                      <a:pt x="198" y="4305"/>
                      <a:pt x="1356" y="2876"/>
                    </a:cubicBezTo>
                    <a:cubicBezTo>
                      <a:pt x="2192" y="1849"/>
                      <a:pt x="3423" y="1244"/>
                      <a:pt x="4671" y="872"/>
                    </a:cubicBezTo>
                    <a:cubicBezTo>
                      <a:pt x="6049" y="471"/>
                      <a:pt x="7489" y="296"/>
                      <a:pt x="8923" y="284"/>
                    </a:cubicBezTo>
                    <a:cubicBezTo>
                      <a:pt x="8949" y="284"/>
                      <a:pt x="8974" y="284"/>
                      <a:pt x="9000" y="284"/>
                    </a:cubicBezTo>
                    <a:close/>
                    <a:moveTo>
                      <a:pt x="9022" y="0"/>
                    </a:moveTo>
                    <a:cubicBezTo>
                      <a:pt x="8410" y="0"/>
                      <a:pt x="7798" y="33"/>
                      <a:pt x="7190" y="98"/>
                    </a:cubicBezTo>
                    <a:cubicBezTo>
                      <a:pt x="6314" y="194"/>
                      <a:pt x="5439" y="352"/>
                      <a:pt x="4592" y="595"/>
                    </a:cubicBezTo>
                    <a:cubicBezTo>
                      <a:pt x="4584" y="597"/>
                      <a:pt x="4577" y="600"/>
                      <a:pt x="4570" y="603"/>
                    </a:cubicBezTo>
                    <a:lnTo>
                      <a:pt x="4570" y="603"/>
                    </a:lnTo>
                    <a:cubicBezTo>
                      <a:pt x="3427" y="948"/>
                      <a:pt x="2309" y="1477"/>
                      <a:pt x="1463" y="2334"/>
                    </a:cubicBezTo>
                    <a:cubicBezTo>
                      <a:pt x="769" y="3034"/>
                      <a:pt x="339" y="3921"/>
                      <a:pt x="164" y="4892"/>
                    </a:cubicBezTo>
                    <a:cubicBezTo>
                      <a:pt x="1" y="5830"/>
                      <a:pt x="40" y="6796"/>
                      <a:pt x="232" y="7727"/>
                    </a:cubicBezTo>
                    <a:cubicBezTo>
                      <a:pt x="430" y="8727"/>
                      <a:pt x="808" y="9698"/>
                      <a:pt x="1339" y="10568"/>
                    </a:cubicBezTo>
                    <a:cubicBezTo>
                      <a:pt x="1870" y="11443"/>
                      <a:pt x="2570" y="12223"/>
                      <a:pt x="3417" y="12810"/>
                    </a:cubicBezTo>
                    <a:cubicBezTo>
                      <a:pt x="3524" y="12883"/>
                      <a:pt x="3631" y="12951"/>
                      <a:pt x="3738" y="13018"/>
                    </a:cubicBezTo>
                    <a:lnTo>
                      <a:pt x="3738" y="13018"/>
                    </a:lnTo>
                    <a:cubicBezTo>
                      <a:pt x="4318" y="13485"/>
                      <a:pt x="4959" y="13921"/>
                      <a:pt x="5659" y="14199"/>
                    </a:cubicBezTo>
                    <a:cubicBezTo>
                      <a:pt x="5672" y="14204"/>
                      <a:pt x="5685" y="14207"/>
                      <a:pt x="5697" y="14207"/>
                    </a:cubicBezTo>
                    <a:cubicBezTo>
                      <a:pt x="5769" y="14207"/>
                      <a:pt x="5834" y="14131"/>
                      <a:pt x="5834" y="14064"/>
                    </a:cubicBezTo>
                    <a:lnTo>
                      <a:pt x="5834" y="11822"/>
                    </a:lnTo>
                    <a:lnTo>
                      <a:pt x="5834" y="8258"/>
                    </a:lnTo>
                    <a:lnTo>
                      <a:pt x="5834" y="7579"/>
                    </a:lnTo>
                    <a:lnTo>
                      <a:pt x="5834" y="7579"/>
                    </a:lnTo>
                    <a:cubicBezTo>
                      <a:pt x="5835" y="7579"/>
                      <a:pt x="5836" y="7579"/>
                      <a:pt x="5837" y="7579"/>
                    </a:cubicBezTo>
                    <a:cubicBezTo>
                      <a:pt x="6730" y="7579"/>
                      <a:pt x="7638" y="7138"/>
                      <a:pt x="8201" y="6462"/>
                    </a:cubicBezTo>
                    <a:cubicBezTo>
                      <a:pt x="8827" y="5711"/>
                      <a:pt x="9048" y="4678"/>
                      <a:pt x="8731" y="3746"/>
                    </a:cubicBezTo>
                    <a:cubicBezTo>
                      <a:pt x="8602" y="3367"/>
                      <a:pt x="8394" y="3025"/>
                      <a:pt x="8129" y="2733"/>
                    </a:cubicBezTo>
                    <a:lnTo>
                      <a:pt x="8129" y="2733"/>
                    </a:lnTo>
                    <a:cubicBezTo>
                      <a:pt x="9635" y="3092"/>
                      <a:pt x="11188" y="3325"/>
                      <a:pt x="12740" y="3325"/>
                    </a:cubicBezTo>
                    <a:cubicBezTo>
                      <a:pt x="12835" y="3325"/>
                      <a:pt x="12929" y="3324"/>
                      <a:pt x="13023" y="3322"/>
                    </a:cubicBezTo>
                    <a:cubicBezTo>
                      <a:pt x="13938" y="3306"/>
                      <a:pt x="14881" y="3215"/>
                      <a:pt x="15762" y="2938"/>
                    </a:cubicBezTo>
                    <a:cubicBezTo>
                      <a:pt x="15904" y="2893"/>
                      <a:pt x="16050" y="2848"/>
                      <a:pt x="16186" y="2780"/>
                    </a:cubicBezTo>
                    <a:cubicBezTo>
                      <a:pt x="16194" y="2777"/>
                      <a:pt x="16201" y="2772"/>
                      <a:pt x="16208" y="2768"/>
                    </a:cubicBezTo>
                    <a:lnTo>
                      <a:pt x="16208" y="2768"/>
                    </a:lnTo>
                    <a:cubicBezTo>
                      <a:pt x="16248" y="2742"/>
                      <a:pt x="16272" y="2698"/>
                      <a:pt x="16255" y="2641"/>
                    </a:cubicBezTo>
                    <a:lnTo>
                      <a:pt x="16255" y="2641"/>
                    </a:lnTo>
                    <a:cubicBezTo>
                      <a:pt x="16252" y="2628"/>
                      <a:pt x="16247" y="2615"/>
                      <a:pt x="16240" y="2603"/>
                    </a:cubicBezTo>
                    <a:lnTo>
                      <a:pt x="16240" y="2603"/>
                    </a:lnTo>
                    <a:cubicBezTo>
                      <a:pt x="16129" y="2343"/>
                      <a:pt x="15944" y="2123"/>
                      <a:pt x="15742" y="1929"/>
                    </a:cubicBezTo>
                    <a:lnTo>
                      <a:pt x="15742" y="1929"/>
                    </a:lnTo>
                    <a:cubicBezTo>
                      <a:pt x="15736" y="1922"/>
                      <a:pt x="15730" y="1916"/>
                      <a:pt x="15723" y="1911"/>
                    </a:cubicBezTo>
                    <a:lnTo>
                      <a:pt x="15723" y="1911"/>
                    </a:lnTo>
                    <a:cubicBezTo>
                      <a:pt x="15723" y="1911"/>
                      <a:pt x="15723" y="1911"/>
                      <a:pt x="15723" y="1911"/>
                    </a:cubicBezTo>
                    <a:cubicBezTo>
                      <a:pt x="15565" y="1781"/>
                      <a:pt x="15412" y="1645"/>
                      <a:pt x="15243" y="1527"/>
                    </a:cubicBezTo>
                    <a:cubicBezTo>
                      <a:pt x="15090" y="1419"/>
                      <a:pt x="14932" y="1323"/>
                      <a:pt x="14768" y="1233"/>
                    </a:cubicBezTo>
                    <a:cubicBezTo>
                      <a:pt x="14435" y="1052"/>
                      <a:pt x="14091" y="900"/>
                      <a:pt x="13741" y="764"/>
                    </a:cubicBezTo>
                    <a:cubicBezTo>
                      <a:pt x="13023" y="488"/>
                      <a:pt x="12267" y="307"/>
                      <a:pt x="11510" y="188"/>
                    </a:cubicBezTo>
                    <a:cubicBezTo>
                      <a:pt x="10687" y="61"/>
                      <a:pt x="9854" y="0"/>
                      <a:pt x="902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84" name="Google Shape;1084;p39"/>
              <p:cNvSpPr/>
              <p:nvPr/>
            </p:nvSpPr>
            <p:spPr>
              <a:xfrm>
                <a:off x="3144650" y="1661975"/>
                <a:ext cx="80675" cy="37250"/>
              </a:xfrm>
              <a:custGeom>
                <a:avLst/>
                <a:gdLst/>
                <a:ahLst/>
                <a:cxnLst/>
                <a:rect l="l" t="t" r="r" b="b"/>
                <a:pathLst>
                  <a:path w="3227" h="1490" extrusionOk="0">
                    <a:moveTo>
                      <a:pt x="2922" y="287"/>
                    </a:moveTo>
                    <a:cubicBezTo>
                      <a:pt x="2887" y="597"/>
                      <a:pt x="2837" y="913"/>
                      <a:pt x="2737" y="1208"/>
                    </a:cubicBezTo>
                    <a:lnTo>
                      <a:pt x="298" y="1208"/>
                    </a:lnTo>
                    <a:cubicBezTo>
                      <a:pt x="334" y="918"/>
                      <a:pt x="480" y="643"/>
                      <a:pt x="718" y="468"/>
                    </a:cubicBezTo>
                    <a:cubicBezTo>
                      <a:pt x="904" y="332"/>
                      <a:pt x="1113" y="287"/>
                      <a:pt x="1339" y="287"/>
                    </a:cubicBezTo>
                    <a:close/>
                    <a:moveTo>
                      <a:pt x="1503" y="0"/>
                    </a:moveTo>
                    <a:cubicBezTo>
                      <a:pt x="1170" y="0"/>
                      <a:pt x="840" y="30"/>
                      <a:pt x="554" y="242"/>
                    </a:cubicBezTo>
                    <a:cubicBezTo>
                      <a:pt x="204" y="502"/>
                      <a:pt x="12" y="914"/>
                      <a:pt x="7" y="1349"/>
                    </a:cubicBezTo>
                    <a:cubicBezTo>
                      <a:pt x="1" y="1422"/>
                      <a:pt x="69" y="1490"/>
                      <a:pt x="148" y="1490"/>
                    </a:cubicBezTo>
                    <a:lnTo>
                      <a:pt x="2836" y="1490"/>
                    </a:lnTo>
                    <a:cubicBezTo>
                      <a:pt x="2904" y="1490"/>
                      <a:pt x="2954" y="1445"/>
                      <a:pt x="2971" y="1388"/>
                    </a:cubicBezTo>
                    <a:cubicBezTo>
                      <a:pt x="3118" y="993"/>
                      <a:pt x="3175" y="558"/>
                      <a:pt x="3220" y="146"/>
                    </a:cubicBezTo>
                    <a:cubicBezTo>
                      <a:pt x="3226" y="78"/>
                      <a:pt x="3190" y="35"/>
                      <a:pt x="3141" y="18"/>
                    </a:cubicBezTo>
                    <a:lnTo>
                      <a:pt x="3141" y="18"/>
                    </a:lnTo>
                    <a:cubicBezTo>
                      <a:pt x="3124" y="10"/>
                      <a:pt x="3103" y="5"/>
                      <a:pt x="3079" y="5"/>
                    </a:cubicBezTo>
                    <a:lnTo>
                      <a:pt x="1887" y="5"/>
                    </a:lnTo>
                    <a:cubicBezTo>
                      <a:pt x="1760" y="5"/>
                      <a:pt x="1631" y="0"/>
                      <a:pt x="150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85" name="Google Shape;1085;p39"/>
              <p:cNvSpPr/>
              <p:nvPr/>
            </p:nvSpPr>
            <p:spPr>
              <a:xfrm>
                <a:off x="2530500" y="1926450"/>
                <a:ext cx="999750" cy="706000"/>
              </a:xfrm>
              <a:custGeom>
                <a:avLst/>
                <a:gdLst/>
                <a:ahLst/>
                <a:cxnLst/>
                <a:rect l="l" t="t" r="r" b="b"/>
                <a:pathLst>
                  <a:path w="39990" h="28240" extrusionOk="0">
                    <a:moveTo>
                      <a:pt x="23761" y="285"/>
                    </a:moveTo>
                    <a:cubicBezTo>
                      <a:pt x="24471" y="879"/>
                      <a:pt x="25245" y="1409"/>
                      <a:pt x="26018" y="1906"/>
                    </a:cubicBezTo>
                    <a:cubicBezTo>
                      <a:pt x="26831" y="2431"/>
                      <a:pt x="27667" y="2911"/>
                      <a:pt x="28531" y="3341"/>
                    </a:cubicBezTo>
                    <a:cubicBezTo>
                      <a:pt x="29418" y="3781"/>
                      <a:pt x="30316" y="4188"/>
                      <a:pt x="31169" y="4696"/>
                    </a:cubicBezTo>
                    <a:cubicBezTo>
                      <a:pt x="33394" y="6023"/>
                      <a:pt x="35427" y="7836"/>
                      <a:pt x="36669" y="10134"/>
                    </a:cubicBezTo>
                    <a:cubicBezTo>
                      <a:pt x="36883" y="10523"/>
                      <a:pt x="37080" y="10912"/>
                      <a:pt x="37199" y="11334"/>
                    </a:cubicBezTo>
                    <a:lnTo>
                      <a:pt x="37199" y="11334"/>
                    </a:lnTo>
                    <a:cubicBezTo>
                      <a:pt x="37199" y="11335"/>
                      <a:pt x="37200" y="11336"/>
                      <a:pt x="37200" y="11337"/>
                    </a:cubicBezTo>
                    <a:cubicBezTo>
                      <a:pt x="37200" y="11337"/>
                      <a:pt x="37200" y="11337"/>
                      <a:pt x="37200" y="11337"/>
                    </a:cubicBezTo>
                    <a:lnTo>
                      <a:pt x="37200" y="11337"/>
                    </a:lnTo>
                    <a:cubicBezTo>
                      <a:pt x="37200" y="11338"/>
                      <a:pt x="37200" y="11339"/>
                      <a:pt x="37201" y="11339"/>
                    </a:cubicBezTo>
                    <a:lnTo>
                      <a:pt x="37201" y="11339"/>
                    </a:lnTo>
                    <a:cubicBezTo>
                      <a:pt x="37483" y="12288"/>
                      <a:pt x="37697" y="13258"/>
                      <a:pt x="37912" y="14229"/>
                    </a:cubicBezTo>
                    <a:cubicBezTo>
                      <a:pt x="38471" y="16815"/>
                      <a:pt x="38894" y="19430"/>
                      <a:pt x="39199" y="22056"/>
                    </a:cubicBezTo>
                    <a:cubicBezTo>
                      <a:pt x="39431" y="24019"/>
                      <a:pt x="39598" y="25983"/>
                      <a:pt x="39700" y="27957"/>
                    </a:cubicBezTo>
                    <a:lnTo>
                      <a:pt x="296" y="27957"/>
                    </a:lnTo>
                    <a:cubicBezTo>
                      <a:pt x="480" y="24413"/>
                      <a:pt x="867" y="20880"/>
                      <a:pt x="1469" y="17386"/>
                    </a:cubicBezTo>
                    <a:cubicBezTo>
                      <a:pt x="1797" y="15516"/>
                      <a:pt x="2175" y="13641"/>
                      <a:pt x="2661" y="11806"/>
                    </a:cubicBezTo>
                    <a:cubicBezTo>
                      <a:pt x="2836" y="11162"/>
                      <a:pt x="3067" y="10592"/>
                      <a:pt x="3395" y="10010"/>
                    </a:cubicBezTo>
                    <a:cubicBezTo>
                      <a:pt x="4570" y="7909"/>
                      <a:pt x="6399" y="6215"/>
                      <a:pt x="8421" y="4939"/>
                    </a:cubicBezTo>
                    <a:cubicBezTo>
                      <a:pt x="9189" y="4459"/>
                      <a:pt x="9985" y="4035"/>
                      <a:pt x="10799" y="3657"/>
                    </a:cubicBezTo>
                    <a:cubicBezTo>
                      <a:pt x="11663" y="3262"/>
                      <a:pt x="12499" y="2815"/>
                      <a:pt x="13306" y="2324"/>
                    </a:cubicBezTo>
                    <a:cubicBezTo>
                      <a:pt x="14294" y="1731"/>
                      <a:pt x="15249" y="1076"/>
                      <a:pt x="16147" y="353"/>
                    </a:cubicBezTo>
                    <a:cubicBezTo>
                      <a:pt x="16175" y="332"/>
                      <a:pt x="16203" y="308"/>
                      <a:pt x="16230" y="285"/>
                    </a:cubicBezTo>
                    <a:close/>
                    <a:moveTo>
                      <a:pt x="16542" y="1"/>
                    </a:moveTo>
                    <a:cubicBezTo>
                      <a:pt x="16440" y="1"/>
                      <a:pt x="16339" y="1"/>
                      <a:pt x="16237" y="3"/>
                    </a:cubicBezTo>
                    <a:cubicBezTo>
                      <a:pt x="16079" y="3"/>
                      <a:pt x="15977" y="127"/>
                      <a:pt x="15853" y="223"/>
                    </a:cubicBezTo>
                    <a:cubicBezTo>
                      <a:pt x="14938" y="957"/>
                      <a:pt x="13956" y="1613"/>
                      <a:pt x="12945" y="2211"/>
                    </a:cubicBezTo>
                    <a:cubicBezTo>
                      <a:pt x="11414" y="3115"/>
                      <a:pt x="9760" y="3764"/>
                      <a:pt x="8257" y="4713"/>
                    </a:cubicBezTo>
                    <a:cubicBezTo>
                      <a:pt x="6286" y="5955"/>
                      <a:pt x="4508" y="7587"/>
                      <a:pt x="3305" y="9598"/>
                    </a:cubicBezTo>
                    <a:cubicBezTo>
                      <a:pt x="2955" y="10180"/>
                      <a:pt x="2650" y="10801"/>
                      <a:pt x="2463" y="11456"/>
                    </a:cubicBezTo>
                    <a:cubicBezTo>
                      <a:pt x="2057" y="12935"/>
                      <a:pt x="1735" y="14438"/>
                      <a:pt x="1447" y="15945"/>
                    </a:cubicBezTo>
                    <a:cubicBezTo>
                      <a:pt x="859" y="19018"/>
                      <a:pt x="447" y="22124"/>
                      <a:pt x="193" y="25241"/>
                    </a:cubicBezTo>
                    <a:cubicBezTo>
                      <a:pt x="114" y="26190"/>
                      <a:pt x="52" y="27144"/>
                      <a:pt x="7" y="28098"/>
                    </a:cubicBezTo>
                    <a:cubicBezTo>
                      <a:pt x="1" y="28172"/>
                      <a:pt x="74" y="28240"/>
                      <a:pt x="148" y="28240"/>
                    </a:cubicBezTo>
                    <a:lnTo>
                      <a:pt x="39849" y="28240"/>
                    </a:lnTo>
                    <a:cubicBezTo>
                      <a:pt x="39922" y="28240"/>
                      <a:pt x="39990" y="28172"/>
                      <a:pt x="39990" y="28098"/>
                    </a:cubicBezTo>
                    <a:cubicBezTo>
                      <a:pt x="39820" y="24733"/>
                      <a:pt x="39465" y="21378"/>
                      <a:pt x="38922" y="18052"/>
                    </a:cubicBezTo>
                    <a:cubicBezTo>
                      <a:pt x="38601" y="16098"/>
                      <a:pt x="38217" y="14144"/>
                      <a:pt x="37731" y="12218"/>
                    </a:cubicBezTo>
                    <a:cubicBezTo>
                      <a:pt x="37652" y="11902"/>
                      <a:pt x="37567" y="11580"/>
                      <a:pt x="37471" y="11264"/>
                    </a:cubicBezTo>
                    <a:cubicBezTo>
                      <a:pt x="37398" y="10987"/>
                      <a:pt x="37273" y="10716"/>
                      <a:pt x="37155" y="10462"/>
                    </a:cubicBezTo>
                    <a:cubicBezTo>
                      <a:pt x="36833" y="9779"/>
                      <a:pt x="36426" y="9140"/>
                      <a:pt x="35980" y="8542"/>
                    </a:cubicBezTo>
                    <a:cubicBezTo>
                      <a:pt x="34309" y="6322"/>
                      <a:pt x="31993" y="4662"/>
                      <a:pt x="29497" y="3487"/>
                    </a:cubicBezTo>
                    <a:cubicBezTo>
                      <a:pt x="28012" y="2793"/>
                      <a:pt x="26589" y="1991"/>
                      <a:pt x="25239" y="1048"/>
                    </a:cubicBezTo>
                    <a:cubicBezTo>
                      <a:pt x="24866" y="782"/>
                      <a:pt x="24499" y="511"/>
                      <a:pt x="24138" y="223"/>
                    </a:cubicBezTo>
                    <a:cubicBezTo>
                      <a:pt x="24070" y="172"/>
                      <a:pt x="24002" y="110"/>
                      <a:pt x="23929" y="60"/>
                    </a:cubicBezTo>
                    <a:cubicBezTo>
                      <a:pt x="23863" y="9"/>
                      <a:pt x="23792" y="1"/>
                      <a:pt x="23716" y="1"/>
                    </a:cubicBezTo>
                    <a:cubicBezTo>
                      <a:pt x="23681" y="1"/>
                      <a:pt x="23644" y="3"/>
                      <a:pt x="23607" y="3"/>
                    </a:cubicBezTo>
                    <a:lnTo>
                      <a:pt x="17152" y="3"/>
                    </a:lnTo>
                    <a:cubicBezTo>
                      <a:pt x="16949" y="3"/>
                      <a:pt x="16745" y="1"/>
                      <a:pt x="1654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086" name="Google Shape;1086;p39"/>
            <p:cNvGrpSpPr/>
            <p:nvPr/>
          </p:nvGrpSpPr>
          <p:grpSpPr>
            <a:xfrm>
              <a:off x="-206863" y="2919174"/>
              <a:ext cx="1503024" cy="1913264"/>
              <a:chOff x="511450" y="3191125"/>
              <a:chExt cx="999750" cy="1272625"/>
            </a:xfrm>
          </p:grpSpPr>
          <p:sp>
            <p:nvSpPr>
              <p:cNvPr id="1087" name="Google Shape;1087;p39"/>
              <p:cNvSpPr/>
              <p:nvPr/>
            </p:nvSpPr>
            <p:spPr>
              <a:xfrm>
                <a:off x="511450" y="3757725"/>
                <a:ext cx="999750" cy="706025"/>
              </a:xfrm>
              <a:custGeom>
                <a:avLst/>
                <a:gdLst/>
                <a:ahLst/>
                <a:cxnLst/>
                <a:rect l="l" t="t" r="r" b="b"/>
                <a:pathLst>
                  <a:path w="39990" h="28241" extrusionOk="0">
                    <a:moveTo>
                      <a:pt x="23761" y="286"/>
                    </a:moveTo>
                    <a:cubicBezTo>
                      <a:pt x="24470" y="880"/>
                      <a:pt x="25239" y="1409"/>
                      <a:pt x="26018" y="1912"/>
                    </a:cubicBezTo>
                    <a:cubicBezTo>
                      <a:pt x="26831" y="2432"/>
                      <a:pt x="27667" y="2912"/>
                      <a:pt x="28531" y="3347"/>
                    </a:cubicBezTo>
                    <a:cubicBezTo>
                      <a:pt x="29417" y="3787"/>
                      <a:pt x="30315" y="4188"/>
                      <a:pt x="31168" y="4696"/>
                    </a:cubicBezTo>
                    <a:cubicBezTo>
                      <a:pt x="33393" y="6024"/>
                      <a:pt x="35426" y="7842"/>
                      <a:pt x="36668" y="10140"/>
                    </a:cubicBezTo>
                    <a:cubicBezTo>
                      <a:pt x="36877" y="10529"/>
                      <a:pt x="37080" y="10919"/>
                      <a:pt x="37199" y="11336"/>
                    </a:cubicBezTo>
                    <a:lnTo>
                      <a:pt x="37199" y="11336"/>
                    </a:lnTo>
                    <a:cubicBezTo>
                      <a:pt x="37199" y="11336"/>
                      <a:pt x="37199" y="11337"/>
                      <a:pt x="37199" y="11338"/>
                    </a:cubicBezTo>
                    <a:cubicBezTo>
                      <a:pt x="37199" y="11338"/>
                      <a:pt x="37199" y="11338"/>
                      <a:pt x="37199" y="11338"/>
                    </a:cubicBezTo>
                    <a:lnTo>
                      <a:pt x="37199" y="11338"/>
                    </a:lnTo>
                    <a:cubicBezTo>
                      <a:pt x="37199" y="11338"/>
                      <a:pt x="37200" y="11339"/>
                      <a:pt x="37200" y="11339"/>
                    </a:cubicBezTo>
                    <a:lnTo>
                      <a:pt x="37200" y="11339"/>
                    </a:lnTo>
                    <a:cubicBezTo>
                      <a:pt x="37482" y="12293"/>
                      <a:pt x="37696" y="13264"/>
                      <a:pt x="37905" y="14229"/>
                    </a:cubicBezTo>
                    <a:cubicBezTo>
                      <a:pt x="38470" y="16816"/>
                      <a:pt x="38888" y="19436"/>
                      <a:pt x="39198" y="22062"/>
                    </a:cubicBezTo>
                    <a:cubicBezTo>
                      <a:pt x="39430" y="24020"/>
                      <a:pt x="39597" y="25989"/>
                      <a:pt x="39694" y="27958"/>
                    </a:cubicBezTo>
                    <a:lnTo>
                      <a:pt x="295" y="27958"/>
                    </a:lnTo>
                    <a:cubicBezTo>
                      <a:pt x="479" y="24419"/>
                      <a:pt x="861" y="20886"/>
                      <a:pt x="1469" y="17392"/>
                    </a:cubicBezTo>
                    <a:cubicBezTo>
                      <a:pt x="1790" y="15517"/>
                      <a:pt x="2174" y="13647"/>
                      <a:pt x="2660" y="11806"/>
                    </a:cubicBezTo>
                    <a:cubicBezTo>
                      <a:pt x="2835" y="11163"/>
                      <a:pt x="3061" y="10598"/>
                      <a:pt x="3389" y="10011"/>
                    </a:cubicBezTo>
                    <a:cubicBezTo>
                      <a:pt x="4563" y="7910"/>
                      <a:pt x="6399" y="6216"/>
                      <a:pt x="8420" y="4945"/>
                    </a:cubicBezTo>
                    <a:cubicBezTo>
                      <a:pt x="9183" y="4465"/>
                      <a:pt x="9979" y="4041"/>
                      <a:pt x="10798" y="3663"/>
                    </a:cubicBezTo>
                    <a:cubicBezTo>
                      <a:pt x="11656" y="3262"/>
                      <a:pt x="12492" y="2816"/>
                      <a:pt x="13305" y="2330"/>
                    </a:cubicBezTo>
                    <a:cubicBezTo>
                      <a:pt x="14288" y="1732"/>
                      <a:pt x="15248" y="1082"/>
                      <a:pt x="16146" y="359"/>
                    </a:cubicBezTo>
                    <a:cubicBezTo>
                      <a:pt x="16172" y="333"/>
                      <a:pt x="16200" y="310"/>
                      <a:pt x="16229" y="286"/>
                    </a:cubicBezTo>
                    <a:close/>
                    <a:moveTo>
                      <a:pt x="16541" y="1"/>
                    </a:moveTo>
                    <a:cubicBezTo>
                      <a:pt x="16440" y="1"/>
                      <a:pt x="16338" y="2"/>
                      <a:pt x="16236" y="3"/>
                    </a:cubicBezTo>
                    <a:cubicBezTo>
                      <a:pt x="16078" y="9"/>
                      <a:pt x="15977" y="133"/>
                      <a:pt x="15852" y="229"/>
                    </a:cubicBezTo>
                    <a:cubicBezTo>
                      <a:pt x="14937" y="958"/>
                      <a:pt x="13955" y="1619"/>
                      <a:pt x="12944" y="2217"/>
                    </a:cubicBezTo>
                    <a:cubicBezTo>
                      <a:pt x="11414" y="3121"/>
                      <a:pt x="9753" y="3765"/>
                      <a:pt x="8251" y="4719"/>
                    </a:cubicBezTo>
                    <a:cubicBezTo>
                      <a:pt x="6286" y="5961"/>
                      <a:pt x="4501" y="7588"/>
                      <a:pt x="3304" y="9598"/>
                    </a:cubicBezTo>
                    <a:cubicBezTo>
                      <a:pt x="2954" y="10186"/>
                      <a:pt x="2643" y="10801"/>
                      <a:pt x="2463" y="11462"/>
                    </a:cubicBezTo>
                    <a:cubicBezTo>
                      <a:pt x="2056" y="12936"/>
                      <a:pt x="1734" y="14444"/>
                      <a:pt x="1446" y="15946"/>
                    </a:cubicBezTo>
                    <a:cubicBezTo>
                      <a:pt x="859" y="19018"/>
                      <a:pt x="446" y="22124"/>
                      <a:pt x="192" y="25241"/>
                    </a:cubicBezTo>
                    <a:cubicBezTo>
                      <a:pt x="113" y="26196"/>
                      <a:pt x="51" y="27145"/>
                      <a:pt x="6" y="28099"/>
                    </a:cubicBezTo>
                    <a:cubicBezTo>
                      <a:pt x="0" y="28178"/>
                      <a:pt x="74" y="28240"/>
                      <a:pt x="147" y="28240"/>
                    </a:cubicBezTo>
                    <a:lnTo>
                      <a:pt x="39842" y="28240"/>
                    </a:lnTo>
                    <a:cubicBezTo>
                      <a:pt x="39921" y="28240"/>
                      <a:pt x="39989" y="28178"/>
                      <a:pt x="39983" y="28099"/>
                    </a:cubicBezTo>
                    <a:cubicBezTo>
                      <a:pt x="39820" y="24739"/>
                      <a:pt x="39464" y="21384"/>
                      <a:pt x="38922" y="18058"/>
                    </a:cubicBezTo>
                    <a:cubicBezTo>
                      <a:pt x="38600" y="16098"/>
                      <a:pt x="38216" y="14150"/>
                      <a:pt x="37730" y="12224"/>
                    </a:cubicBezTo>
                    <a:cubicBezTo>
                      <a:pt x="37645" y="11902"/>
                      <a:pt x="37566" y="11580"/>
                      <a:pt x="37470" y="11264"/>
                    </a:cubicBezTo>
                    <a:cubicBezTo>
                      <a:pt x="37391" y="10988"/>
                      <a:pt x="37273" y="10722"/>
                      <a:pt x="37148" y="10462"/>
                    </a:cubicBezTo>
                    <a:cubicBezTo>
                      <a:pt x="36832" y="9785"/>
                      <a:pt x="36426" y="9146"/>
                      <a:pt x="35974" y="8542"/>
                    </a:cubicBezTo>
                    <a:cubicBezTo>
                      <a:pt x="34308" y="6323"/>
                      <a:pt x="31992" y="4663"/>
                      <a:pt x="29496" y="3494"/>
                    </a:cubicBezTo>
                    <a:cubicBezTo>
                      <a:pt x="28011" y="2793"/>
                      <a:pt x="26582" y="1991"/>
                      <a:pt x="25238" y="1048"/>
                    </a:cubicBezTo>
                    <a:cubicBezTo>
                      <a:pt x="24866" y="788"/>
                      <a:pt x="24493" y="517"/>
                      <a:pt x="24137" y="229"/>
                    </a:cubicBezTo>
                    <a:cubicBezTo>
                      <a:pt x="24069" y="173"/>
                      <a:pt x="24001" y="111"/>
                      <a:pt x="23928" y="60"/>
                    </a:cubicBezTo>
                    <a:cubicBezTo>
                      <a:pt x="23862" y="10"/>
                      <a:pt x="23791" y="2"/>
                      <a:pt x="23715" y="2"/>
                    </a:cubicBezTo>
                    <a:cubicBezTo>
                      <a:pt x="23680" y="2"/>
                      <a:pt x="23644" y="3"/>
                      <a:pt x="23606" y="3"/>
                    </a:cubicBezTo>
                    <a:lnTo>
                      <a:pt x="17151" y="3"/>
                    </a:lnTo>
                    <a:cubicBezTo>
                      <a:pt x="16948" y="3"/>
                      <a:pt x="16745" y="1"/>
                      <a:pt x="16541"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88" name="Google Shape;1088;p39"/>
              <p:cNvSpPr/>
              <p:nvPr/>
            </p:nvSpPr>
            <p:spPr>
              <a:xfrm>
                <a:off x="916775" y="3306225"/>
                <a:ext cx="335625" cy="458650"/>
              </a:xfrm>
              <a:custGeom>
                <a:avLst/>
                <a:gdLst/>
                <a:ahLst/>
                <a:cxnLst/>
                <a:rect l="l" t="t" r="r" b="b"/>
                <a:pathLst>
                  <a:path w="13425" h="18346" extrusionOk="0">
                    <a:moveTo>
                      <a:pt x="10560" y="355"/>
                    </a:moveTo>
                    <a:cubicBezTo>
                      <a:pt x="11145" y="1137"/>
                      <a:pt x="11448" y="2090"/>
                      <a:pt x="11448" y="3064"/>
                    </a:cubicBezTo>
                    <a:cubicBezTo>
                      <a:pt x="11448" y="3635"/>
                      <a:pt x="11448" y="4205"/>
                      <a:pt x="11448" y="4775"/>
                    </a:cubicBezTo>
                    <a:cubicBezTo>
                      <a:pt x="11448" y="4979"/>
                      <a:pt x="11437" y="5182"/>
                      <a:pt x="11448" y="5385"/>
                    </a:cubicBezTo>
                    <a:cubicBezTo>
                      <a:pt x="11454" y="5464"/>
                      <a:pt x="11487" y="5493"/>
                      <a:pt x="11544" y="5538"/>
                    </a:cubicBezTo>
                    <a:cubicBezTo>
                      <a:pt x="11634" y="5605"/>
                      <a:pt x="11725" y="5679"/>
                      <a:pt x="11809" y="5747"/>
                    </a:cubicBezTo>
                    <a:cubicBezTo>
                      <a:pt x="12075" y="5956"/>
                      <a:pt x="12335" y="6159"/>
                      <a:pt x="12594" y="6368"/>
                    </a:cubicBezTo>
                    <a:cubicBezTo>
                      <a:pt x="12758" y="6498"/>
                      <a:pt x="12984" y="6628"/>
                      <a:pt x="13046" y="6842"/>
                    </a:cubicBezTo>
                    <a:cubicBezTo>
                      <a:pt x="13097" y="7023"/>
                      <a:pt x="13024" y="7215"/>
                      <a:pt x="12888" y="7339"/>
                    </a:cubicBezTo>
                    <a:cubicBezTo>
                      <a:pt x="12764" y="7452"/>
                      <a:pt x="12600" y="7486"/>
                      <a:pt x="12436" y="7486"/>
                    </a:cubicBezTo>
                    <a:lnTo>
                      <a:pt x="11567" y="7486"/>
                    </a:lnTo>
                    <a:cubicBezTo>
                      <a:pt x="11487" y="7486"/>
                      <a:pt x="11431" y="7554"/>
                      <a:pt x="11425" y="7627"/>
                    </a:cubicBezTo>
                    <a:cubicBezTo>
                      <a:pt x="11267" y="9400"/>
                      <a:pt x="10302" y="11044"/>
                      <a:pt x="8833" y="12043"/>
                    </a:cubicBezTo>
                    <a:cubicBezTo>
                      <a:pt x="8421" y="12320"/>
                      <a:pt x="7975" y="12552"/>
                      <a:pt x="7506" y="12721"/>
                    </a:cubicBezTo>
                    <a:cubicBezTo>
                      <a:pt x="7450" y="12744"/>
                      <a:pt x="7404" y="12789"/>
                      <a:pt x="7404" y="12857"/>
                    </a:cubicBezTo>
                    <a:lnTo>
                      <a:pt x="7404" y="14664"/>
                    </a:lnTo>
                    <a:lnTo>
                      <a:pt x="7404" y="17550"/>
                    </a:lnTo>
                    <a:lnTo>
                      <a:pt x="7404" y="18063"/>
                    </a:lnTo>
                    <a:lnTo>
                      <a:pt x="283" y="18063"/>
                    </a:lnTo>
                    <a:lnTo>
                      <a:pt x="283" y="16522"/>
                    </a:lnTo>
                    <a:lnTo>
                      <a:pt x="283" y="13834"/>
                    </a:lnTo>
                    <a:lnTo>
                      <a:pt x="283" y="13218"/>
                    </a:lnTo>
                    <a:lnTo>
                      <a:pt x="283" y="11563"/>
                    </a:lnTo>
                    <a:lnTo>
                      <a:pt x="283" y="10643"/>
                    </a:lnTo>
                    <a:lnTo>
                      <a:pt x="283" y="8480"/>
                    </a:lnTo>
                    <a:lnTo>
                      <a:pt x="283" y="6221"/>
                    </a:lnTo>
                    <a:lnTo>
                      <a:pt x="283" y="5425"/>
                    </a:lnTo>
                    <a:cubicBezTo>
                      <a:pt x="283" y="5353"/>
                      <a:pt x="288" y="5278"/>
                      <a:pt x="290" y="5204"/>
                    </a:cubicBezTo>
                    <a:lnTo>
                      <a:pt x="290" y="5204"/>
                    </a:lnTo>
                    <a:cubicBezTo>
                      <a:pt x="583" y="5290"/>
                      <a:pt x="878" y="5370"/>
                      <a:pt x="1175" y="5430"/>
                    </a:cubicBezTo>
                    <a:cubicBezTo>
                      <a:pt x="1435" y="5487"/>
                      <a:pt x="1712" y="5543"/>
                      <a:pt x="1983" y="5543"/>
                    </a:cubicBezTo>
                    <a:cubicBezTo>
                      <a:pt x="2056" y="5543"/>
                      <a:pt x="2119" y="5476"/>
                      <a:pt x="2124" y="5402"/>
                    </a:cubicBezTo>
                    <a:cubicBezTo>
                      <a:pt x="2135" y="4933"/>
                      <a:pt x="2152" y="4465"/>
                      <a:pt x="2164" y="4002"/>
                    </a:cubicBezTo>
                    <a:cubicBezTo>
                      <a:pt x="2192" y="3262"/>
                      <a:pt x="2215" y="2516"/>
                      <a:pt x="2237" y="1777"/>
                    </a:cubicBezTo>
                    <a:cubicBezTo>
                      <a:pt x="2241" y="1658"/>
                      <a:pt x="2245" y="1536"/>
                      <a:pt x="2249" y="1416"/>
                    </a:cubicBezTo>
                    <a:lnTo>
                      <a:pt x="2249" y="1416"/>
                    </a:lnTo>
                    <a:cubicBezTo>
                      <a:pt x="3183" y="1496"/>
                      <a:pt x="4132" y="1554"/>
                      <a:pt x="5078" y="1554"/>
                    </a:cubicBezTo>
                    <a:cubicBezTo>
                      <a:pt x="6103" y="1554"/>
                      <a:pt x="7126" y="1486"/>
                      <a:pt x="8127" y="1302"/>
                    </a:cubicBezTo>
                    <a:cubicBezTo>
                      <a:pt x="8907" y="1161"/>
                      <a:pt x="9754" y="952"/>
                      <a:pt x="10403" y="478"/>
                    </a:cubicBezTo>
                    <a:cubicBezTo>
                      <a:pt x="10458" y="440"/>
                      <a:pt x="10509" y="399"/>
                      <a:pt x="10560" y="355"/>
                    </a:cubicBezTo>
                    <a:close/>
                    <a:moveTo>
                      <a:pt x="10570" y="1"/>
                    </a:moveTo>
                    <a:cubicBezTo>
                      <a:pt x="10532" y="1"/>
                      <a:pt x="10494" y="15"/>
                      <a:pt x="10471" y="43"/>
                    </a:cubicBezTo>
                    <a:cubicBezTo>
                      <a:pt x="10463" y="52"/>
                      <a:pt x="10457" y="59"/>
                      <a:pt x="10453" y="65"/>
                    </a:cubicBezTo>
                    <a:lnTo>
                      <a:pt x="10453" y="65"/>
                    </a:lnTo>
                    <a:cubicBezTo>
                      <a:pt x="10457" y="60"/>
                      <a:pt x="10460" y="55"/>
                      <a:pt x="10460" y="55"/>
                    </a:cubicBezTo>
                    <a:cubicBezTo>
                      <a:pt x="10459" y="55"/>
                      <a:pt x="10457" y="56"/>
                      <a:pt x="10454" y="60"/>
                    </a:cubicBezTo>
                    <a:cubicBezTo>
                      <a:pt x="10443" y="71"/>
                      <a:pt x="10431" y="82"/>
                      <a:pt x="10420" y="94"/>
                    </a:cubicBezTo>
                    <a:cubicBezTo>
                      <a:pt x="10381" y="138"/>
                      <a:pt x="10332" y="177"/>
                      <a:pt x="10287" y="216"/>
                    </a:cubicBezTo>
                    <a:lnTo>
                      <a:pt x="10287" y="216"/>
                    </a:lnTo>
                    <a:cubicBezTo>
                      <a:pt x="10276" y="224"/>
                      <a:pt x="10261" y="236"/>
                      <a:pt x="10256" y="241"/>
                    </a:cubicBezTo>
                    <a:cubicBezTo>
                      <a:pt x="10234" y="252"/>
                      <a:pt x="10217" y="263"/>
                      <a:pt x="10194" y="280"/>
                    </a:cubicBezTo>
                    <a:cubicBezTo>
                      <a:pt x="10149" y="314"/>
                      <a:pt x="10098" y="342"/>
                      <a:pt x="10047" y="376"/>
                    </a:cubicBezTo>
                    <a:cubicBezTo>
                      <a:pt x="9912" y="449"/>
                      <a:pt x="9771" y="517"/>
                      <a:pt x="9630" y="579"/>
                    </a:cubicBezTo>
                    <a:cubicBezTo>
                      <a:pt x="9596" y="596"/>
                      <a:pt x="9584" y="602"/>
                      <a:pt x="9528" y="625"/>
                    </a:cubicBezTo>
                    <a:cubicBezTo>
                      <a:pt x="9477" y="641"/>
                      <a:pt x="9426" y="664"/>
                      <a:pt x="9381" y="681"/>
                    </a:cubicBezTo>
                    <a:cubicBezTo>
                      <a:pt x="9274" y="721"/>
                      <a:pt x="9172" y="754"/>
                      <a:pt x="9065" y="788"/>
                    </a:cubicBezTo>
                    <a:cubicBezTo>
                      <a:pt x="8805" y="867"/>
                      <a:pt x="8540" y="930"/>
                      <a:pt x="8280" y="986"/>
                    </a:cubicBezTo>
                    <a:cubicBezTo>
                      <a:pt x="7534" y="1138"/>
                      <a:pt x="6772" y="1212"/>
                      <a:pt x="6015" y="1240"/>
                    </a:cubicBezTo>
                    <a:cubicBezTo>
                      <a:pt x="5681" y="1255"/>
                      <a:pt x="5347" y="1261"/>
                      <a:pt x="5012" y="1261"/>
                    </a:cubicBezTo>
                    <a:cubicBezTo>
                      <a:pt x="4044" y="1261"/>
                      <a:pt x="3074" y="1205"/>
                      <a:pt x="2113" y="1122"/>
                    </a:cubicBezTo>
                    <a:cubicBezTo>
                      <a:pt x="2108" y="1121"/>
                      <a:pt x="2103" y="1120"/>
                      <a:pt x="2098" y="1120"/>
                    </a:cubicBezTo>
                    <a:cubicBezTo>
                      <a:pt x="2026" y="1120"/>
                      <a:pt x="1972" y="1194"/>
                      <a:pt x="1972" y="1263"/>
                    </a:cubicBezTo>
                    <a:cubicBezTo>
                      <a:pt x="1955" y="1726"/>
                      <a:pt x="1943" y="2195"/>
                      <a:pt x="1927" y="2663"/>
                    </a:cubicBezTo>
                    <a:cubicBezTo>
                      <a:pt x="1904" y="3403"/>
                      <a:pt x="1881" y="4143"/>
                      <a:pt x="1859" y="4888"/>
                    </a:cubicBezTo>
                    <a:lnTo>
                      <a:pt x="1847" y="5256"/>
                    </a:lnTo>
                    <a:lnTo>
                      <a:pt x="1847" y="5256"/>
                    </a:lnTo>
                    <a:cubicBezTo>
                      <a:pt x="1632" y="5241"/>
                      <a:pt x="1419" y="5196"/>
                      <a:pt x="1209" y="5154"/>
                    </a:cubicBezTo>
                    <a:cubicBezTo>
                      <a:pt x="859" y="5075"/>
                      <a:pt x="520" y="4979"/>
                      <a:pt x="182" y="4871"/>
                    </a:cubicBezTo>
                    <a:cubicBezTo>
                      <a:pt x="169" y="4867"/>
                      <a:pt x="156" y="4866"/>
                      <a:pt x="144" y="4866"/>
                    </a:cubicBezTo>
                    <a:cubicBezTo>
                      <a:pt x="67" y="4866"/>
                      <a:pt x="1" y="4934"/>
                      <a:pt x="1" y="5007"/>
                    </a:cubicBezTo>
                    <a:lnTo>
                      <a:pt x="1" y="5995"/>
                    </a:lnTo>
                    <a:lnTo>
                      <a:pt x="1" y="8186"/>
                    </a:lnTo>
                    <a:lnTo>
                      <a:pt x="1" y="10423"/>
                    </a:lnTo>
                    <a:lnTo>
                      <a:pt x="1" y="11546"/>
                    </a:lnTo>
                    <a:lnTo>
                      <a:pt x="1" y="13150"/>
                    </a:lnTo>
                    <a:lnTo>
                      <a:pt x="1" y="13218"/>
                    </a:lnTo>
                    <a:lnTo>
                      <a:pt x="1" y="14907"/>
                    </a:lnTo>
                    <a:lnTo>
                      <a:pt x="1" y="17589"/>
                    </a:lnTo>
                    <a:lnTo>
                      <a:pt x="1" y="18205"/>
                    </a:lnTo>
                    <a:cubicBezTo>
                      <a:pt x="1" y="18284"/>
                      <a:pt x="63" y="18346"/>
                      <a:pt x="142" y="18346"/>
                    </a:cubicBezTo>
                    <a:lnTo>
                      <a:pt x="7546" y="18346"/>
                    </a:lnTo>
                    <a:cubicBezTo>
                      <a:pt x="7575" y="18346"/>
                      <a:pt x="7600" y="18338"/>
                      <a:pt x="7620" y="18326"/>
                    </a:cubicBezTo>
                    <a:lnTo>
                      <a:pt x="7620" y="18326"/>
                    </a:lnTo>
                    <a:cubicBezTo>
                      <a:pt x="7659" y="18304"/>
                      <a:pt x="7687" y="18264"/>
                      <a:pt x="7687" y="18205"/>
                    </a:cubicBezTo>
                    <a:lnTo>
                      <a:pt x="7687" y="16398"/>
                    </a:lnTo>
                    <a:lnTo>
                      <a:pt x="7687" y="13517"/>
                    </a:lnTo>
                    <a:lnTo>
                      <a:pt x="7687" y="12954"/>
                    </a:lnTo>
                    <a:lnTo>
                      <a:pt x="7687" y="12954"/>
                    </a:lnTo>
                    <a:cubicBezTo>
                      <a:pt x="9390" y="12299"/>
                      <a:pt x="10754" y="10919"/>
                      <a:pt x="11369" y="9197"/>
                    </a:cubicBezTo>
                    <a:cubicBezTo>
                      <a:pt x="11534" y="8734"/>
                      <a:pt x="11642" y="8256"/>
                      <a:pt x="11694" y="7768"/>
                    </a:cubicBezTo>
                    <a:lnTo>
                      <a:pt x="12402" y="7768"/>
                    </a:lnTo>
                    <a:cubicBezTo>
                      <a:pt x="12781" y="7768"/>
                      <a:pt x="13137" y="7616"/>
                      <a:pt x="13283" y="7249"/>
                    </a:cubicBezTo>
                    <a:cubicBezTo>
                      <a:pt x="13425" y="6916"/>
                      <a:pt x="13295" y="6566"/>
                      <a:pt x="13018" y="6345"/>
                    </a:cubicBezTo>
                    <a:cubicBezTo>
                      <a:pt x="12786" y="6165"/>
                      <a:pt x="12555" y="5984"/>
                      <a:pt x="12323" y="5797"/>
                    </a:cubicBezTo>
                    <a:cubicBezTo>
                      <a:pt x="12127" y="5639"/>
                      <a:pt x="11927" y="5485"/>
                      <a:pt x="11730" y="5327"/>
                    </a:cubicBezTo>
                    <a:lnTo>
                      <a:pt x="11730" y="5327"/>
                    </a:lnTo>
                    <a:lnTo>
                      <a:pt x="11730" y="3838"/>
                    </a:lnTo>
                    <a:cubicBezTo>
                      <a:pt x="11730" y="3143"/>
                      <a:pt x="11753" y="2460"/>
                      <a:pt x="11567" y="1777"/>
                    </a:cubicBezTo>
                    <a:cubicBezTo>
                      <a:pt x="11391" y="1144"/>
                      <a:pt x="11081" y="557"/>
                      <a:pt x="10669" y="43"/>
                    </a:cubicBezTo>
                    <a:cubicBezTo>
                      <a:pt x="10646" y="15"/>
                      <a:pt x="10608" y="1"/>
                      <a:pt x="10570"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89" name="Google Shape;1089;p39"/>
              <p:cNvSpPr/>
              <p:nvPr/>
            </p:nvSpPr>
            <p:spPr>
              <a:xfrm>
                <a:off x="748200" y="3191125"/>
                <a:ext cx="458600" cy="407500"/>
              </a:xfrm>
              <a:custGeom>
                <a:avLst/>
                <a:gdLst/>
                <a:ahLst/>
                <a:cxnLst/>
                <a:rect l="l" t="t" r="r" b="b"/>
                <a:pathLst>
                  <a:path w="18344" h="16300" extrusionOk="0">
                    <a:moveTo>
                      <a:pt x="17197" y="4664"/>
                    </a:moveTo>
                    <a:cubicBezTo>
                      <a:pt x="17188" y="4677"/>
                      <a:pt x="17183" y="4681"/>
                      <a:pt x="17183" y="4681"/>
                    </a:cubicBezTo>
                    <a:cubicBezTo>
                      <a:pt x="17182" y="4681"/>
                      <a:pt x="17188" y="4673"/>
                      <a:pt x="17197" y="4664"/>
                    </a:cubicBezTo>
                    <a:close/>
                    <a:moveTo>
                      <a:pt x="17035" y="4812"/>
                    </a:moveTo>
                    <a:cubicBezTo>
                      <a:pt x="17033" y="4813"/>
                      <a:pt x="17031" y="4814"/>
                      <a:pt x="17028" y="4816"/>
                    </a:cubicBezTo>
                    <a:cubicBezTo>
                      <a:pt x="17030" y="4815"/>
                      <a:pt x="17033" y="4814"/>
                      <a:pt x="17035" y="4812"/>
                    </a:cubicBezTo>
                    <a:close/>
                    <a:moveTo>
                      <a:pt x="8794" y="286"/>
                    </a:moveTo>
                    <a:cubicBezTo>
                      <a:pt x="8833" y="286"/>
                      <a:pt x="8873" y="287"/>
                      <a:pt x="8912" y="287"/>
                    </a:cubicBezTo>
                    <a:cubicBezTo>
                      <a:pt x="9720" y="293"/>
                      <a:pt x="10544" y="394"/>
                      <a:pt x="11307" y="660"/>
                    </a:cubicBezTo>
                    <a:cubicBezTo>
                      <a:pt x="11561" y="750"/>
                      <a:pt x="11815" y="858"/>
                      <a:pt x="12030" y="1021"/>
                    </a:cubicBezTo>
                    <a:cubicBezTo>
                      <a:pt x="12346" y="1258"/>
                      <a:pt x="12685" y="1456"/>
                      <a:pt x="13063" y="1580"/>
                    </a:cubicBezTo>
                    <a:cubicBezTo>
                      <a:pt x="13442" y="1705"/>
                      <a:pt x="13843" y="1750"/>
                      <a:pt x="14238" y="1784"/>
                    </a:cubicBezTo>
                    <a:cubicBezTo>
                      <a:pt x="14769" y="1829"/>
                      <a:pt x="15300" y="1846"/>
                      <a:pt x="15830" y="1885"/>
                    </a:cubicBezTo>
                    <a:cubicBezTo>
                      <a:pt x="16175" y="1908"/>
                      <a:pt x="16519" y="1936"/>
                      <a:pt x="16857" y="1970"/>
                    </a:cubicBezTo>
                    <a:lnTo>
                      <a:pt x="16857" y="1970"/>
                    </a:lnTo>
                    <a:cubicBezTo>
                      <a:pt x="16857" y="1970"/>
                      <a:pt x="16858" y="1970"/>
                      <a:pt x="16858" y="1970"/>
                    </a:cubicBezTo>
                    <a:cubicBezTo>
                      <a:pt x="17304" y="2015"/>
                      <a:pt x="17863" y="2162"/>
                      <a:pt x="17988" y="2636"/>
                    </a:cubicBezTo>
                    <a:cubicBezTo>
                      <a:pt x="18089" y="2992"/>
                      <a:pt x="17942" y="3404"/>
                      <a:pt x="17784" y="3738"/>
                    </a:cubicBezTo>
                    <a:cubicBezTo>
                      <a:pt x="17638" y="4037"/>
                      <a:pt x="17457" y="4319"/>
                      <a:pt x="17259" y="4590"/>
                    </a:cubicBezTo>
                    <a:cubicBezTo>
                      <a:pt x="17253" y="4596"/>
                      <a:pt x="17242" y="4607"/>
                      <a:pt x="17237" y="4613"/>
                    </a:cubicBezTo>
                    <a:cubicBezTo>
                      <a:pt x="17235" y="4616"/>
                      <a:pt x="17234" y="4617"/>
                      <a:pt x="17234" y="4617"/>
                    </a:cubicBezTo>
                    <a:cubicBezTo>
                      <a:pt x="17235" y="4617"/>
                      <a:pt x="17245" y="4603"/>
                      <a:pt x="17247" y="4603"/>
                    </a:cubicBezTo>
                    <a:cubicBezTo>
                      <a:pt x="17247" y="4603"/>
                      <a:pt x="17246" y="4606"/>
                      <a:pt x="17242" y="4613"/>
                    </a:cubicBezTo>
                    <a:cubicBezTo>
                      <a:pt x="17231" y="4624"/>
                      <a:pt x="17225" y="4636"/>
                      <a:pt x="17214" y="4641"/>
                    </a:cubicBezTo>
                    <a:cubicBezTo>
                      <a:pt x="17207" y="4650"/>
                      <a:pt x="17202" y="4658"/>
                      <a:pt x="17197" y="4664"/>
                    </a:cubicBezTo>
                    <a:lnTo>
                      <a:pt x="17197" y="4664"/>
                    </a:lnTo>
                    <a:cubicBezTo>
                      <a:pt x="17183" y="4679"/>
                      <a:pt x="17173" y="4693"/>
                      <a:pt x="17157" y="4703"/>
                    </a:cubicBezTo>
                    <a:cubicBezTo>
                      <a:pt x="17129" y="4737"/>
                      <a:pt x="17095" y="4765"/>
                      <a:pt x="17061" y="4794"/>
                    </a:cubicBezTo>
                    <a:cubicBezTo>
                      <a:pt x="17053" y="4798"/>
                      <a:pt x="17044" y="4806"/>
                      <a:pt x="17035" y="4812"/>
                    </a:cubicBezTo>
                    <a:lnTo>
                      <a:pt x="17035" y="4812"/>
                    </a:lnTo>
                    <a:cubicBezTo>
                      <a:pt x="17040" y="4809"/>
                      <a:pt x="17042" y="4808"/>
                      <a:pt x="17042" y="4808"/>
                    </a:cubicBezTo>
                    <a:cubicBezTo>
                      <a:pt x="17043" y="4808"/>
                      <a:pt x="17031" y="4817"/>
                      <a:pt x="17016" y="4828"/>
                    </a:cubicBezTo>
                    <a:cubicBezTo>
                      <a:pt x="16988" y="4850"/>
                      <a:pt x="16960" y="4873"/>
                      <a:pt x="16926" y="4890"/>
                    </a:cubicBezTo>
                    <a:cubicBezTo>
                      <a:pt x="16751" y="5008"/>
                      <a:pt x="16565" y="5104"/>
                      <a:pt x="16373" y="5183"/>
                    </a:cubicBezTo>
                    <a:cubicBezTo>
                      <a:pt x="16339" y="5200"/>
                      <a:pt x="16350" y="5195"/>
                      <a:pt x="16299" y="5217"/>
                    </a:cubicBezTo>
                    <a:cubicBezTo>
                      <a:pt x="16265" y="5229"/>
                      <a:pt x="16231" y="5245"/>
                      <a:pt x="16197" y="5257"/>
                    </a:cubicBezTo>
                    <a:cubicBezTo>
                      <a:pt x="16124" y="5285"/>
                      <a:pt x="16051" y="5313"/>
                      <a:pt x="15972" y="5336"/>
                    </a:cubicBezTo>
                    <a:cubicBezTo>
                      <a:pt x="15802" y="5392"/>
                      <a:pt x="15627" y="5443"/>
                      <a:pt x="15452" y="5488"/>
                    </a:cubicBezTo>
                    <a:cubicBezTo>
                      <a:pt x="15000" y="5607"/>
                      <a:pt x="14537" y="5686"/>
                      <a:pt x="14074" y="5742"/>
                    </a:cubicBezTo>
                    <a:cubicBezTo>
                      <a:pt x="13324" y="5834"/>
                      <a:pt x="12567" y="5870"/>
                      <a:pt x="11809" y="5870"/>
                    </a:cubicBezTo>
                    <a:cubicBezTo>
                      <a:pt x="11066" y="5870"/>
                      <a:pt x="10323" y="5835"/>
                      <a:pt x="9584" y="5782"/>
                    </a:cubicBezTo>
                    <a:cubicBezTo>
                      <a:pt x="9342" y="5765"/>
                      <a:pt x="9099" y="5748"/>
                      <a:pt x="8856" y="5726"/>
                    </a:cubicBezTo>
                    <a:cubicBezTo>
                      <a:pt x="8851" y="5725"/>
                      <a:pt x="8846" y="5724"/>
                      <a:pt x="8841" y="5724"/>
                    </a:cubicBezTo>
                    <a:cubicBezTo>
                      <a:pt x="8769" y="5724"/>
                      <a:pt x="8715" y="5798"/>
                      <a:pt x="8715" y="5867"/>
                    </a:cubicBezTo>
                    <a:cubicBezTo>
                      <a:pt x="8698" y="6330"/>
                      <a:pt x="8686" y="6799"/>
                      <a:pt x="8670" y="7267"/>
                    </a:cubicBezTo>
                    <a:cubicBezTo>
                      <a:pt x="8647" y="8007"/>
                      <a:pt x="8624" y="8747"/>
                      <a:pt x="8602" y="9492"/>
                    </a:cubicBezTo>
                    <a:lnTo>
                      <a:pt x="8590" y="9860"/>
                    </a:lnTo>
                    <a:lnTo>
                      <a:pt x="8590" y="9860"/>
                    </a:lnTo>
                    <a:cubicBezTo>
                      <a:pt x="8375" y="9845"/>
                      <a:pt x="8162" y="9800"/>
                      <a:pt x="7952" y="9758"/>
                    </a:cubicBezTo>
                    <a:cubicBezTo>
                      <a:pt x="7602" y="9679"/>
                      <a:pt x="7263" y="9583"/>
                      <a:pt x="6925" y="9475"/>
                    </a:cubicBezTo>
                    <a:cubicBezTo>
                      <a:pt x="6912" y="9471"/>
                      <a:pt x="6899" y="9470"/>
                      <a:pt x="6887" y="9470"/>
                    </a:cubicBezTo>
                    <a:cubicBezTo>
                      <a:pt x="6810" y="9470"/>
                      <a:pt x="6744" y="9538"/>
                      <a:pt x="6744" y="9611"/>
                    </a:cubicBezTo>
                    <a:lnTo>
                      <a:pt x="6744" y="11825"/>
                    </a:lnTo>
                    <a:lnTo>
                      <a:pt x="6744" y="15343"/>
                    </a:lnTo>
                    <a:lnTo>
                      <a:pt x="6744" y="15939"/>
                    </a:lnTo>
                    <a:lnTo>
                      <a:pt x="6744" y="15939"/>
                    </a:lnTo>
                    <a:cubicBezTo>
                      <a:pt x="6623" y="15884"/>
                      <a:pt x="6505" y="15824"/>
                      <a:pt x="6388" y="15761"/>
                    </a:cubicBezTo>
                    <a:cubicBezTo>
                      <a:pt x="5936" y="15512"/>
                      <a:pt x="5501" y="15219"/>
                      <a:pt x="5100" y="14891"/>
                    </a:cubicBezTo>
                    <a:cubicBezTo>
                      <a:pt x="5090" y="14883"/>
                      <a:pt x="5079" y="14876"/>
                      <a:pt x="5067" y="14871"/>
                    </a:cubicBezTo>
                    <a:lnTo>
                      <a:pt x="5067" y="14871"/>
                    </a:lnTo>
                    <a:cubicBezTo>
                      <a:pt x="5069" y="14870"/>
                      <a:pt x="5071" y="14869"/>
                      <a:pt x="5072" y="14869"/>
                    </a:cubicBezTo>
                    <a:cubicBezTo>
                      <a:pt x="4767" y="14682"/>
                      <a:pt x="4479" y="14473"/>
                      <a:pt x="4214" y="14242"/>
                    </a:cubicBezTo>
                    <a:cubicBezTo>
                      <a:pt x="4084" y="14129"/>
                      <a:pt x="3954" y="14004"/>
                      <a:pt x="3830" y="13880"/>
                    </a:cubicBezTo>
                    <a:cubicBezTo>
                      <a:pt x="3773" y="13824"/>
                      <a:pt x="3722" y="13756"/>
                      <a:pt x="3660" y="13705"/>
                    </a:cubicBezTo>
                    <a:cubicBezTo>
                      <a:pt x="3615" y="13660"/>
                      <a:pt x="3553" y="13632"/>
                      <a:pt x="3502" y="13598"/>
                    </a:cubicBezTo>
                    <a:cubicBezTo>
                      <a:pt x="3096" y="13344"/>
                      <a:pt x="2740" y="13011"/>
                      <a:pt x="2429" y="12649"/>
                    </a:cubicBezTo>
                    <a:cubicBezTo>
                      <a:pt x="1723" y="11836"/>
                      <a:pt x="1204" y="10853"/>
                      <a:pt x="854" y="9842"/>
                    </a:cubicBezTo>
                    <a:cubicBezTo>
                      <a:pt x="526" y="8894"/>
                      <a:pt x="317" y="7860"/>
                      <a:pt x="436" y="6861"/>
                    </a:cubicBezTo>
                    <a:cubicBezTo>
                      <a:pt x="492" y="6381"/>
                      <a:pt x="650" y="5912"/>
                      <a:pt x="893" y="5500"/>
                    </a:cubicBezTo>
                    <a:cubicBezTo>
                      <a:pt x="1108" y="5133"/>
                      <a:pt x="1407" y="4839"/>
                      <a:pt x="1752" y="4590"/>
                    </a:cubicBezTo>
                    <a:cubicBezTo>
                      <a:pt x="2113" y="4336"/>
                      <a:pt x="2497" y="4116"/>
                      <a:pt x="2853" y="3851"/>
                    </a:cubicBezTo>
                    <a:cubicBezTo>
                      <a:pt x="3327" y="3495"/>
                      <a:pt x="3745" y="3077"/>
                      <a:pt x="4101" y="2603"/>
                    </a:cubicBezTo>
                    <a:cubicBezTo>
                      <a:pt x="4287" y="2360"/>
                      <a:pt x="4434" y="2094"/>
                      <a:pt x="4626" y="1857"/>
                    </a:cubicBezTo>
                    <a:cubicBezTo>
                      <a:pt x="4762" y="1688"/>
                      <a:pt x="4914" y="1530"/>
                      <a:pt x="5083" y="1388"/>
                    </a:cubicBezTo>
                    <a:cubicBezTo>
                      <a:pt x="5411" y="1112"/>
                      <a:pt x="5795" y="897"/>
                      <a:pt x="6196" y="733"/>
                    </a:cubicBezTo>
                    <a:cubicBezTo>
                      <a:pt x="7018" y="409"/>
                      <a:pt x="7912" y="286"/>
                      <a:pt x="8794" y="286"/>
                    </a:cubicBezTo>
                    <a:close/>
                    <a:moveTo>
                      <a:pt x="8785" y="0"/>
                    </a:moveTo>
                    <a:cubicBezTo>
                      <a:pt x="8056" y="0"/>
                      <a:pt x="7319" y="87"/>
                      <a:pt x="6620" y="293"/>
                    </a:cubicBezTo>
                    <a:cubicBezTo>
                      <a:pt x="5739" y="553"/>
                      <a:pt x="4908" y="1016"/>
                      <a:pt x="4349" y="1755"/>
                    </a:cubicBezTo>
                    <a:cubicBezTo>
                      <a:pt x="4152" y="2015"/>
                      <a:pt x="3988" y="2303"/>
                      <a:pt x="3779" y="2557"/>
                    </a:cubicBezTo>
                    <a:cubicBezTo>
                      <a:pt x="3581" y="2806"/>
                      <a:pt x="3367" y="3037"/>
                      <a:pt x="3135" y="3252"/>
                    </a:cubicBezTo>
                    <a:cubicBezTo>
                      <a:pt x="2774" y="3585"/>
                      <a:pt x="2367" y="3851"/>
                      <a:pt x="1955" y="4116"/>
                    </a:cubicBezTo>
                    <a:cubicBezTo>
                      <a:pt x="1599" y="4348"/>
                      <a:pt x="1243" y="4590"/>
                      <a:pt x="967" y="4912"/>
                    </a:cubicBezTo>
                    <a:cubicBezTo>
                      <a:pt x="628" y="5302"/>
                      <a:pt x="402" y="5776"/>
                      <a:pt x="266" y="6268"/>
                    </a:cubicBezTo>
                    <a:cubicBezTo>
                      <a:pt x="1" y="7222"/>
                      <a:pt x="125" y="8267"/>
                      <a:pt x="368" y="9210"/>
                    </a:cubicBezTo>
                    <a:cubicBezTo>
                      <a:pt x="645" y="10283"/>
                      <a:pt x="1108" y="11316"/>
                      <a:pt x="1746" y="12226"/>
                    </a:cubicBezTo>
                    <a:cubicBezTo>
                      <a:pt x="2040" y="12649"/>
                      <a:pt x="2378" y="13056"/>
                      <a:pt x="2768" y="13400"/>
                    </a:cubicBezTo>
                    <a:cubicBezTo>
                      <a:pt x="2949" y="13558"/>
                      <a:pt x="3141" y="13705"/>
                      <a:pt x="3344" y="13835"/>
                    </a:cubicBezTo>
                    <a:cubicBezTo>
                      <a:pt x="3395" y="13869"/>
                      <a:pt x="3446" y="13897"/>
                      <a:pt x="3491" y="13931"/>
                    </a:cubicBezTo>
                    <a:cubicBezTo>
                      <a:pt x="3559" y="13993"/>
                      <a:pt x="3621" y="14072"/>
                      <a:pt x="3689" y="14134"/>
                    </a:cubicBezTo>
                    <a:cubicBezTo>
                      <a:pt x="3813" y="14259"/>
                      <a:pt x="3943" y="14383"/>
                      <a:pt x="4078" y="14496"/>
                    </a:cubicBezTo>
                    <a:cubicBezTo>
                      <a:pt x="4343" y="14721"/>
                      <a:pt x="4630" y="14930"/>
                      <a:pt x="4929" y="15110"/>
                    </a:cubicBezTo>
                    <a:lnTo>
                      <a:pt x="4929" y="15110"/>
                    </a:lnTo>
                    <a:cubicBezTo>
                      <a:pt x="5509" y="15582"/>
                      <a:pt x="6150" y="16019"/>
                      <a:pt x="6845" y="16292"/>
                    </a:cubicBezTo>
                    <a:cubicBezTo>
                      <a:pt x="6859" y="16297"/>
                      <a:pt x="6873" y="16299"/>
                      <a:pt x="6887" y="16299"/>
                    </a:cubicBezTo>
                    <a:cubicBezTo>
                      <a:pt x="6962" y="16299"/>
                      <a:pt x="7026" y="16228"/>
                      <a:pt x="7026" y="16156"/>
                    </a:cubicBezTo>
                    <a:lnTo>
                      <a:pt x="7026" y="13948"/>
                    </a:lnTo>
                    <a:lnTo>
                      <a:pt x="7026" y="10424"/>
                    </a:lnTo>
                    <a:lnTo>
                      <a:pt x="7026" y="9806"/>
                    </a:lnTo>
                    <a:lnTo>
                      <a:pt x="7026" y="9806"/>
                    </a:lnTo>
                    <a:cubicBezTo>
                      <a:pt x="7322" y="9893"/>
                      <a:pt x="7618" y="9973"/>
                      <a:pt x="7918" y="10034"/>
                    </a:cubicBezTo>
                    <a:cubicBezTo>
                      <a:pt x="8178" y="10091"/>
                      <a:pt x="8455" y="10147"/>
                      <a:pt x="8726" y="10147"/>
                    </a:cubicBezTo>
                    <a:cubicBezTo>
                      <a:pt x="8799" y="10147"/>
                      <a:pt x="8862" y="10080"/>
                      <a:pt x="8867" y="10006"/>
                    </a:cubicBezTo>
                    <a:cubicBezTo>
                      <a:pt x="8878" y="9537"/>
                      <a:pt x="8895" y="9069"/>
                      <a:pt x="8907" y="8606"/>
                    </a:cubicBezTo>
                    <a:cubicBezTo>
                      <a:pt x="8935" y="7866"/>
                      <a:pt x="8958" y="7120"/>
                      <a:pt x="8980" y="6381"/>
                    </a:cubicBezTo>
                    <a:cubicBezTo>
                      <a:pt x="8984" y="6262"/>
                      <a:pt x="8988" y="6140"/>
                      <a:pt x="8992" y="6020"/>
                    </a:cubicBezTo>
                    <a:lnTo>
                      <a:pt x="8992" y="6020"/>
                    </a:lnTo>
                    <a:cubicBezTo>
                      <a:pt x="9912" y="6100"/>
                      <a:pt x="10840" y="6154"/>
                      <a:pt x="11767" y="6154"/>
                    </a:cubicBezTo>
                    <a:cubicBezTo>
                      <a:pt x="12439" y="6154"/>
                      <a:pt x="13111" y="6126"/>
                      <a:pt x="13780" y="6059"/>
                    </a:cubicBezTo>
                    <a:cubicBezTo>
                      <a:pt x="14656" y="5968"/>
                      <a:pt x="15548" y="5822"/>
                      <a:pt x="16367" y="5494"/>
                    </a:cubicBezTo>
                    <a:cubicBezTo>
                      <a:pt x="16711" y="5353"/>
                      <a:pt x="17073" y="5183"/>
                      <a:pt x="17338" y="4924"/>
                    </a:cubicBezTo>
                    <a:cubicBezTo>
                      <a:pt x="17361" y="4907"/>
                      <a:pt x="17378" y="4884"/>
                      <a:pt x="17395" y="4867"/>
                    </a:cubicBezTo>
                    <a:cubicBezTo>
                      <a:pt x="17404" y="4857"/>
                      <a:pt x="17414" y="4844"/>
                      <a:pt x="17424" y="4833"/>
                    </a:cubicBezTo>
                    <a:lnTo>
                      <a:pt x="17424" y="4833"/>
                    </a:lnTo>
                    <a:cubicBezTo>
                      <a:pt x="17419" y="4838"/>
                      <a:pt x="17416" y="4842"/>
                      <a:pt x="17416" y="4842"/>
                    </a:cubicBezTo>
                    <a:lnTo>
                      <a:pt x="17416" y="4842"/>
                    </a:lnTo>
                    <a:cubicBezTo>
                      <a:pt x="17416" y="4842"/>
                      <a:pt x="17419" y="4838"/>
                      <a:pt x="17429" y="4828"/>
                    </a:cubicBezTo>
                    <a:lnTo>
                      <a:pt x="17429" y="4828"/>
                    </a:lnTo>
                    <a:cubicBezTo>
                      <a:pt x="17427" y="4829"/>
                      <a:pt x="17425" y="4831"/>
                      <a:pt x="17424" y="4833"/>
                    </a:cubicBezTo>
                    <a:lnTo>
                      <a:pt x="17424" y="4833"/>
                    </a:lnTo>
                    <a:cubicBezTo>
                      <a:pt x="17431" y="4823"/>
                      <a:pt x="17443" y="4807"/>
                      <a:pt x="17446" y="4799"/>
                    </a:cubicBezTo>
                    <a:cubicBezTo>
                      <a:pt x="17649" y="4545"/>
                      <a:pt x="17830" y="4269"/>
                      <a:pt x="17976" y="3980"/>
                    </a:cubicBezTo>
                    <a:cubicBezTo>
                      <a:pt x="18168" y="3608"/>
                      <a:pt x="18343" y="3167"/>
                      <a:pt x="18293" y="2738"/>
                    </a:cubicBezTo>
                    <a:cubicBezTo>
                      <a:pt x="18236" y="2224"/>
                      <a:pt x="17846" y="1914"/>
                      <a:pt x="17372" y="1778"/>
                    </a:cubicBezTo>
                    <a:cubicBezTo>
                      <a:pt x="17203" y="1733"/>
                      <a:pt x="17034" y="1705"/>
                      <a:pt x="16859" y="1688"/>
                    </a:cubicBezTo>
                    <a:lnTo>
                      <a:pt x="16859" y="1688"/>
                    </a:lnTo>
                    <a:cubicBezTo>
                      <a:pt x="16859" y="1688"/>
                      <a:pt x="16859" y="1688"/>
                      <a:pt x="16858" y="1688"/>
                    </a:cubicBezTo>
                    <a:cubicBezTo>
                      <a:pt x="16214" y="1626"/>
                      <a:pt x="15565" y="1586"/>
                      <a:pt x="14915" y="1546"/>
                    </a:cubicBezTo>
                    <a:cubicBezTo>
                      <a:pt x="14469" y="1524"/>
                      <a:pt x="14023" y="1501"/>
                      <a:pt x="13583" y="1417"/>
                    </a:cubicBezTo>
                    <a:cubicBezTo>
                      <a:pt x="13210" y="1349"/>
                      <a:pt x="12860" y="1225"/>
                      <a:pt x="12538" y="1027"/>
                    </a:cubicBezTo>
                    <a:cubicBezTo>
                      <a:pt x="12261" y="863"/>
                      <a:pt x="12030" y="654"/>
                      <a:pt x="11730" y="524"/>
                    </a:cubicBezTo>
                    <a:cubicBezTo>
                      <a:pt x="11008" y="208"/>
                      <a:pt x="10206" y="78"/>
                      <a:pt x="9421" y="22"/>
                    </a:cubicBezTo>
                    <a:cubicBezTo>
                      <a:pt x="9210" y="8"/>
                      <a:pt x="8998" y="0"/>
                      <a:pt x="8785"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090" name="Google Shape;1090;p39"/>
            <p:cNvGrpSpPr/>
            <p:nvPr/>
          </p:nvGrpSpPr>
          <p:grpSpPr>
            <a:xfrm>
              <a:off x="4747000" y="2874936"/>
              <a:ext cx="1603800" cy="1957279"/>
              <a:chOff x="5687100" y="3067925"/>
              <a:chExt cx="999875" cy="1220325"/>
            </a:xfrm>
          </p:grpSpPr>
          <p:sp>
            <p:nvSpPr>
              <p:cNvPr id="1091" name="Google Shape;1091;p39"/>
              <p:cNvSpPr/>
              <p:nvPr/>
            </p:nvSpPr>
            <p:spPr>
              <a:xfrm>
                <a:off x="6088625" y="3125875"/>
                <a:ext cx="335625" cy="463525"/>
              </a:xfrm>
              <a:custGeom>
                <a:avLst/>
                <a:gdLst/>
                <a:ahLst/>
                <a:cxnLst/>
                <a:rect l="l" t="t" r="r" b="b"/>
                <a:pathLst>
                  <a:path w="13425" h="18541" extrusionOk="0">
                    <a:moveTo>
                      <a:pt x="2576" y="413"/>
                    </a:moveTo>
                    <a:cubicBezTo>
                      <a:pt x="4087" y="770"/>
                      <a:pt x="5639" y="1008"/>
                      <a:pt x="7193" y="1008"/>
                    </a:cubicBezTo>
                    <a:cubicBezTo>
                      <a:pt x="7286" y="1008"/>
                      <a:pt x="7379" y="1007"/>
                      <a:pt x="7472" y="1005"/>
                    </a:cubicBezTo>
                    <a:cubicBezTo>
                      <a:pt x="8387" y="988"/>
                      <a:pt x="9330" y="898"/>
                      <a:pt x="10211" y="621"/>
                    </a:cubicBezTo>
                    <a:cubicBezTo>
                      <a:pt x="10317" y="587"/>
                      <a:pt x="10427" y="553"/>
                      <a:pt x="10533" y="509"/>
                    </a:cubicBezTo>
                    <a:lnTo>
                      <a:pt x="10533" y="509"/>
                    </a:lnTo>
                    <a:cubicBezTo>
                      <a:pt x="11133" y="1297"/>
                      <a:pt x="11448" y="2259"/>
                      <a:pt x="11453" y="3247"/>
                    </a:cubicBezTo>
                    <a:cubicBezTo>
                      <a:pt x="11453" y="3812"/>
                      <a:pt x="11453" y="4377"/>
                      <a:pt x="11453" y="4941"/>
                    </a:cubicBezTo>
                    <a:cubicBezTo>
                      <a:pt x="11453" y="5150"/>
                      <a:pt x="11442" y="5365"/>
                      <a:pt x="11453" y="5574"/>
                    </a:cubicBezTo>
                    <a:cubicBezTo>
                      <a:pt x="11453" y="5647"/>
                      <a:pt x="11487" y="5681"/>
                      <a:pt x="11538" y="5726"/>
                    </a:cubicBezTo>
                    <a:lnTo>
                      <a:pt x="11815" y="5941"/>
                    </a:lnTo>
                    <a:lnTo>
                      <a:pt x="12594" y="6557"/>
                    </a:lnTo>
                    <a:cubicBezTo>
                      <a:pt x="12752" y="6686"/>
                      <a:pt x="12978" y="6816"/>
                      <a:pt x="13040" y="7020"/>
                    </a:cubicBezTo>
                    <a:cubicBezTo>
                      <a:pt x="13097" y="7200"/>
                      <a:pt x="13034" y="7392"/>
                      <a:pt x="12899" y="7522"/>
                    </a:cubicBezTo>
                    <a:cubicBezTo>
                      <a:pt x="12775" y="7641"/>
                      <a:pt x="12611" y="7675"/>
                      <a:pt x="12441" y="7675"/>
                    </a:cubicBezTo>
                    <a:cubicBezTo>
                      <a:pt x="12344" y="7677"/>
                      <a:pt x="12246" y="7677"/>
                      <a:pt x="12149" y="7677"/>
                    </a:cubicBezTo>
                    <a:cubicBezTo>
                      <a:pt x="11955" y="7677"/>
                      <a:pt x="11762" y="7675"/>
                      <a:pt x="11566" y="7675"/>
                    </a:cubicBezTo>
                    <a:cubicBezTo>
                      <a:pt x="11487" y="7675"/>
                      <a:pt x="11436" y="7743"/>
                      <a:pt x="11425" y="7816"/>
                    </a:cubicBezTo>
                    <a:cubicBezTo>
                      <a:pt x="11272" y="9589"/>
                      <a:pt x="10307" y="11233"/>
                      <a:pt x="8833" y="12232"/>
                    </a:cubicBezTo>
                    <a:cubicBezTo>
                      <a:pt x="8421" y="12515"/>
                      <a:pt x="7974" y="12740"/>
                      <a:pt x="7511" y="12910"/>
                    </a:cubicBezTo>
                    <a:cubicBezTo>
                      <a:pt x="7449" y="12932"/>
                      <a:pt x="7404" y="12983"/>
                      <a:pt x="7404" y="13045"/>
                    </a:cubicBezTo>
                    <a:lnTo>
                      <a:pt x="7404" y="14858"/>
                    </a:lnTo>
                    <a:lnTo>
                      <a:pt x="7404" y="17738"/>
                    </a:lnTo>
                    <a:lnTo>
                      <a:pt x="7404" y="18258"/>
                    </a:lnTo>
                    <a:lnTo>
                      <a:pt x="283" y="18258"/>
                    </a:lnTo>
                    <a:lnTo>
                      <a:pt x="283" y="16710"/>
                    </a:lnTo>
                    <a:lnTo>
                      <a:pt x="283" y="14022"/>
                    </a:lnTo>
                    <a:lnTo>
                      <a:pt x="283" y="13407"/>
                    </a:lnTo>
                    <a:lnTo>
                      <a:pt x="283" y="11746"/>
                    </a:lnTo>
                    <a:lnTo>
                      <a:pt x="283" y="10809"/>
                    </a:lnTo>
                    <a:lnTo>
                      <a:pt x="283" y="8618"/>
                    </a:lnTo>
                    <a:lnTo>
                      <a:pt x="283" y="6348"/>
                    </a:lnTo>
                    <a:lnTo>
                      <a:pt x="283" y="5534"/>
                    </a:lnTo>
                    <a:cubicBezTo>
                      <a:pt x="283" y="5446"/>
                      <a:pt x="290" y="5353"/>
                      <a:pt x="290" y="5262"/>
                    </a:cubicBezTo>
                    <a:lnTo>
                      <a:pt x="290" y="5262"/>
                    </a:lnTo>
                    <a:cubicBezTo>
                      <a:pt x="1181" y="5260"/>
                      <a:pt x="2087" y="4819"/>
                      <a:pt x="2649" y="4145"/>
                    </a:cubicBezTo>
                    <a:cubicBezTo>
                      <a:pt x="3276" y="3394"/>
                      <a:pt x="3496" y="2361"/>
                      <a:pt x="3180" y="1429"/>
                    </a:cubicBezTo>
                    <a:cubicBezTo>
                      <a:pt x="3050" y="1048"/>
                      <a:pt x="2842" y="706"/>
                      <a:pt x="2576" y="413"/>
                    </a:cubicBezTo>
                    <a:close/>
                    <a:moveTo>
                      <a:pt x="2079" y="1"/>
                    </a:moveTo>
                    <a:cubicBezTo>
                      <a:pt x="1944" y="1"/>
                      <a:pt x="1897" y="183"/>
                      <a:pt x="2011" y="265"/>
                    </a:cubicBezTo>
                    <a:cubicBezTo>
                      <a:pt x="2762" y="847"/>
                      <a:pt x="3180" y="1807"/>
                      <a:pt x="3005" y="2750"/>
                    </a:cubicBezTo>
                    <a:cubicBezTo>
                      <a:pt x="2858" y="3575"/>
                      <a:pt x="2310" y="4269"/>
                      <a:pt x="1570" y="4648"/>
                    </a:cubicBezTo>
                    <a:cubicBezTo>
                      <a:pt x="1180" y="4853"/>
                      <a:pt x="720" y="4979"/>
                      <a:pt x="275" y="4979"/>
                    </a:cubicBezTo>
                    <a:cubicBezTo>
                      <a:pt x="230" y="4979"/>
                      <a:pt x="186" y="4978"/>
                      <a:pt x="142" y="4975"/>
                    </a:cubicBezTo>
                    <a:cubicBezTo>
                      <a:pt x="139" y="4975"/>
                      <a:pt x="136" y="4975"/>
                      <a:pt x="134" y="4975"/>
                    </a:cubicBezTo>
                    <a:cubicBezTo>
                      <a:pt x="63" y="4975"/>
                      <a:pt x="0" y="5046"/>
                      <a:pt x="0" y="5117"/>
                    </a:cubicBezTo>
                    <a:lnTo>
                      <a:pt x="0" y="6116"/>
                    </a:lnTo>
                    <a:lnTo>
                      <a:pt x="0" y="8324"/>
                    </a:lnTo>
                    <a:lnTo>
                      <a:pt x="0" y="10589"/>
                    </a:lnTo>
                    <a:lnTo>
                      <a:pt x="0" y="11735"/>
                    </a:lnTo>
                    <a:lnTo>
                      <a:pt x="0" y="13339"/>
                    </a:lnTo>
                    <a:lnTo>
                      <a:pt x="0" y="13407"/>
                    </a:lnTo>
                    <a:lnTo>
                      <a:pt x="0" y="15095"/>
                    </a:lnTo>
                    <a:lnTo>
                      <a:pt x="0" y="17783"/>
                    </a:lnTo>
                    <a:lnTo>
                      <a:pt x="0" y="18399"/>
                    </a:lnTo>
                    <a:cubicBezTo>
                      <a:pt x="0" y="18472"/>
                      <a:pt x="68" y="18540"/>
                      <a:pt x="142" y="18540"/>
                    </a:cubicBezTo>
                    <a:lnTo>
                      <a:pt x="7545" y="18540"/>
                    </a:lnTo>
                    <a:cubicBezTo>
                      <a:pt x="7591" y="18540"/>
                      <a:pt x="7626" y="18522"/>
                      <a:pt x="7649" y="18494"/>
                    </a:cubicBezTo>
                    <a:lnTo>
                      <a:pt x="7649" y="18494"/>
                    </a:lnTo>
                    <a:cubicBezTo>
                      <a:pt x="7672" y="18472"/>
                      <a:pt x="7686" y="18440"/>
                      <a:pt x="7686" y="18399"/>
                    </a:cubicBezTo>
                    <a:lnTo>
                      <a:pt x="7686" y="16586"/>
                    </a:lnTo>
                    <a:lnTo>
                      <a:pt x="7686" y="13706"/>
                    </a:lnTo>
                    <a:lnTo>
                      <a:pt x="7686" y="13143"/>
                    </a:lnTo>
                    <a:lnTo>
                      <a:pt x="7686" y="13143"/>
                    </a:lnTo>
                    <a:cubicBezTo>
                      <a:pt x="9390" y="12494"/>
                      <a:pt x="10754" y="11114"/>
                      <a:pt x="11374" y="9386"/>
                    </a:cubicBezTo>
                    <a:cubicBezTo>
                      <a:pt x="11534" y="8922"/>
                      <a:pt x="11642" y="8445"/>
                      <a:pt x="11694" y="7957"/>
                    </a:cubicBezTo>
                    <a:lnTo>
                      <a:pt x="12408" y="7957"/>
                    </a:lnTo>
                    <a:cubicBezTo>
                      <a:pt x="12780" y="7957"/>
                      <a:pt x="13136" y="7805"/>
                      <a:pt x="13289" y="7438"/>
                    </a:cubicBezTo>
                    <a:cubicBezTo>
                      <a:pt x="13424" y="7104"/>
                      <a:pt x="13294" y="6760"/>
                      <a:pt x="13023" y="6540"/>
                    </a:cubicBezTo>
                    <a:cubicBezTo>
                      <a:pt x="12792" y="6353"/>
                      <a:pt x="12560" y="6173"/>
                      <a:pt x="12328" y="5986"/>
                    </a:cubicBezTo>
                    <a:cubicBezTo>
                      <a:pt x="12129" y="5834"/>
                      <a:pt x="11934" y="5677"/>
                      <a:pt x="11736" y="5524"/>
                    </a:cubicBezTo>
                    <a:lnTo>
                      <a:pt x="11736" y="5524"/>
                    </a:lnTo>
                    <a:lnTo>
                      <a:pt x="11736" y="4010"/>
                    </a:lnTo>
                    <a:cubicBezTo>
                      <a:pt x="11736" y="3309"/>
                      <a:pt x="11752" y="2615"/>
                      <a:pt x="11555" y="1931"/>
                    </a:cubicBezTo>
                    <a:cubicBezTo>
                      <a:pt x="11380" y="1299"/>
                      <a:pt x="11063" y="712"/>
                      <a:pt x="10646" y="203"/>
                    </a:cubicBezTo>
                    <a:cubicBezTo>
                      <a:pt x="10618" y="168"/>
                      <a:pt x="10585" y="154"/>
                      <a:pt x="10554" y="154"/>
                    </a:cubicBezTo>
                    <a:cubicBezTo>
                      <a:pt x="10500" y="154"/>
                      <a:pt x="10448" y="196"/>
                      <a:pt x="10425" y="251"/>
                    </a:cubicBezTo>
                    <a:lnTo>
                      <a:pt x="10425" y="251"/>
                    </a:lnTo>
                    <a:cubicBezTo>
                      <a:pt x="10354" y="277"/>
                      <a:pt x="10282" y="302"/>
                      <a:pt x="10211" y="328"/>
                    </a:cubicBezTo>
                    <a:cubicBezTo>
                      <a:pt x="9906" y="429"/>
                      <a:pt x="9590" y="503"/>
                      <a:pt x="9273" y="559"/>
                    </a:cubicBezTo>
                    <a:cubicBezTo>
                      <a:pt x="8601" y="680"/>
                      <a:pt x="7916" y="730"/>
                      <a:pt x="7231" y="730"/>
                    </a:cubicBezTo>
                    <a:cubicBezTo>
                      <a:pt x="6638" y="730"/>
                      <a:pt x="6045" y="693"/>
                      <a:pt x="5461" y="633"/>
                    </a:cubicBezTo>
                    <a:cubicBezTo>
                      <a:pt x="4332" y="514"/>
                      <a:pt x="3214" y="294"/>
                      <a:pt x="2118" y="6"/>
                    </a:cubicBezTo>
                    <a:cubicBezTo>
                      <a:pt x="2104" y="2"/>
                      <a:pt x="2091" y="1"/>
                      <a:pt x="2079"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92" name="Google Shape;1092;p39"/>
              <p:cNvSpPr/>
              <p:nvPr/>
            </p:nvSpPr>
            <p:spPr>
              <a:xfrm>
                <a:off x="6301250" y="3317650"/>
                <a:ext cx="80700" cy="37375"/>
              </a:xfrm>
              <a:custGeom>
                <a:avLst/>
                <a:gdLst/>
                <a:ahLst/>
                <a:cxnLst/>
                <a:rect l="l" t="t" r="r" b="b"/>
                <a:pathLst>
                  <a:path w="3228" h="1495" extrusionOk="0">
                    <a:moveTo>
                      <a:pt x="2922" y="286"/>
                    </a:moveTo>
                    <a:cubicBezTo>
                      <a:pt x="2887" y="600"/>
                      <a:pt x="2836" y="917"/>
                      <a:pt x="2736" y="1212"/>
                    </a:cubicBezTo>
                    <a:lnTo>
                      <a:pt x="297" y="1212"/>
                    </a:lnTo>
                    <a:cubicBezTo>
                      <a:pt x="333" y="920"/>
                      <a:pt x="479" y="648"/>
                      <a:pt x="717" y="473"/>
                    </a:cubicBezTo>
                    <a:cubicBezTo>
                      <a:pt x="904" y="337"/>
                      <a:pt x="1113" y="286"/>
                      <a:pt x="1339" y="286"/>
                    </a:cubicBezTo>
                    <a:close/>
                    <a:moveTo>
                      <a:pt x="1531" y="0"/>
                    </a:moveTo>
                    <a:cubicBezTo>
                      <a:pt x="1188" y="0"/>
                      <a:pt x="847" y="28"/>
                      <a:pt x="554" y="247"/>
                    </a:cubicBezTo>
                    <a:cubicBezTo>
                      <a:pt x="204" y="506"/>
                      <a:pt x="12" y="919"/>
                      <a:pt x="6" y="1353"/>
                    </a:cubicBezTo>
                    <a:cubicBezTo>
                      <a:pt x="0" y="1427"/>
                      <a:pt x="68" y="1495"/>
                      <a:pt x="147" y="1495"/>
                    </a:cubicBezTo>
                    <a:lnTo>
                      <a:pt x="2835" y="1495"/>
                    </a:lnTo>
                    <a:cubicBezTo>
                      <a:pt x="2903" y="1495"/>
                      <a:pt x="2954" y="1449"/>
                      <a:pt x="2976" y="1387"/>
                    </a:cubicBezTo>
                    <a:cubicBezTo>
                      <a:pt x="3118" y="998"/>
                      <a:pt x="3174" y="563"/>
                      <a:pt x="3219" y="145"/>
                    </a:cubicBezTo>
                    <a:cubicBezTo>
                      <a:pt x="3227" y="83"/>
                      <a:pt x="3197" y="43"/>
                      <a:pt x="3154" y="25"/>
                    </a:cubicBezTo>
                    <a:lnTo>
                      <a:pt x="3154" y="25"/>
                    </a:lnTo>
                    <a:cubicBezTo>
                      <a:pt x="3133" y="12"/>
                      <a:pt x="3108" y="4"/>
                      <a:pt x="3078" y="4"/>
                    </a:cubicBezTo>
                    <a:lnTo>
                      <a:pt x="1886" y="4"/>
                    </a:lnTo>
                    <a:cubicBezTo>
                      <a:pt x="1769" y="4"/>
                      <a:pt x="1650" y="0"/>
                      <a:pt x="1531"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93" name="Google Shape;1093;p39"/>
              <p:cNvSpPr/>
              <p:nvPr/>
            </p:nvSpPr>
            <p:spPr>
              <a:xfrm>
                <a:off x="5687100" y="3582250"/>
                <a:ext cx="999875" cy="706000"/>
              </a:xfrm>
              <a:custGeom>
                <a:avLst/>
                <a:gdLst/>
                <a:ahLst/>
                <a:cxnLst/>
                <a:rect l="l" t="t" r="r" b="b"/>
                <a:pathLst>
                  <a:path w="39995" h="28240" extrusionOk="0">
                    <a:moveTo>
                      <a:pt x="23767" y="285"/>
                    </a:moveTo>
                    <a:cubicBezTo>
                      <a:pt x="24475" y="882"/>
                      <a:pt x="25246" y="1410"/>
                      <a:pt x="26018" y="1906"/>
                    </a:cubicBezTo>
                    <a:cubicBezTo>
                      <a:pt x="26831" y="2431"/>
                      <a:pt x="27667" y="2911"/>
                      <a:pt x="28531" y="3340"/>
                    </a:cubicBezTo>
                    <a:cubicBezTo>
                      <a:pt x="29417" y="3781"/>
                      <a:pt x="30315" y="4188"/>
                      <a:pt x="31168" y="4696"/>
                    </a:cubicBezTo>
                    <a:cubicBezTo>
                      <a:pt x="33393" y="6017"/>
                      <a:pt x="35426" y="7836"/>
                      <a:pt x="36674" y="10134"/>
                    </a:cubicBezTo>
                    <a:cubicBezTo>
                      <a:pt x="36883" y="10523"/>
                      <a:pt x="37080" y="10912"/>
                      <a:pt x="37199" y="11334"/>
                    </a:cubicBezTo>
                    <a:lnTo>
                      <a:pt x="37199" y="11334"/>
                    </a:lnTo>
                    <a:cubicBezTo>
                      <a:pt x="37199" y="11335"/>
                      <a:pt x="37199" y="11336"/>
                      <a:pt x="37199" y="11337"/>
                    </a:cubicBezTo>
                    <a:cubicBezTo>
                      <a:pt x="37199" y="11337"/>
                      <a:pt x="37199" y="11337"/>
                      <a:pt x="37199" y="11337"/>
                    </a:cubicBezTo>
                    <a:lnTo>
                      <a:pt x="37199" y="11337"/>
                    </a:lnTo>
                    <a:cubicBezTo>
                      <a:pt x="37200" y="11338"/>
                      <a:pt x="37200" y="11339"/>
                      <a:pt x="37200" y="11339"/>
                    </a:cubicBezTo>
                    <a:lnTo>
                      <a:pt x="37200" y="11339"/>
                    </a:lnTo>
                    <a:cubicBezTo>
                      <a:pt x="37482" y="12287"/>
                      <a:pt x="37702" y="13258"/>
                      <a:pt x="37911" y="14228"/>
                    </a:cubicBezTo>
                    <a:cubicBezTo>
                      <a:pt x="38470" y="16815"/>
                      <a:pt x="38894" y="19430"/>
                      <a:pt x="39199" y="22056"/>
                    </a:cubicBezTo>
                    <a:cubicBezTo>
                      <a:pt x="39430" y="24019"/>
                      <a:pt x="39597" y="25983"/>
                      <a:pt x="39700" y="27957"/>
                    </a:cubicBezTo>
                    <a:lnTo>
                      <a:pt x="296" y="27957"/>
                    </a:lnTo>
                    <a:cubicBezTo>
                      <a:pt x="479" y="24413"/>
                      <a:pt x="867" y="20880"/>
                      <a:pt x="1469" y="17385"/>
                    </a:cubicBezTo>
                    <a:cubicBezTo>
                      <a:pt x="1796" y="15510"/>
                      <a:pt x="2175" y="13641"/>
                      <a:pt x="2666" y="11806"/>
                    </a:cubicBezTo>
                    <a:cubicBezTo>
                      <a:pt x="2835" y="11162"/>
                      <a:pt x="3067" y="10592"/>
                      <a:pt x="3394" y="10010"/>
                    </a:cubicBezTo>
                    <a:cubicBezTo>
                      <a:pt x="4569" y="7903"/>
                      <a:pt x="6404" y="6215"/>
                      <a:pt x="8426" y="4939"/>
                    </a:cubicBezTo>
                    <a:cubicBezTo>
                      <a:pt x="9189" y="4459"/>
                      <a:pt x="9985" y="4035"/>
                      <a:pt x="10804" y="3657"/>
                    </a:cubicBezTo>
                    <a:cubicBezTo>
                      <a:pt x="11662" y="3261"/>
                      <a:pt x="12498" y="2815"/>
                      <a:pt x="13305" y="2324"/>
                    </a:cubicBezTo>
                    <a:cubicBezTo>
                      <a:pt x="14294" y="1731"/>
                      <a:pt x="15248" y="1076"/>
                      <a:pt x="16146" y="353"/>
                    </a:cubicBezTo>
                    <a:cubicBezTo>
                      <a:pt x="16173" y="329"/>
                      <a:pt x="16200" y="307"/>
                      <a:pt x="16228" y="285"/>
                    </a:cubicBezTo>
                    <a:close/>
                    <a:moveTo>
                      <a:pt x="16541" y="0"/>
                    </a:moveTo>
                    <a:cubicBezTo>
                      <a:pt x="16440" y="0"/>
                      <a:pt x="16338" y="1"/>
                      <a:pt x="16236" y="3"/>
                    </a:cubicBezTo>
                    <a:cubicBezTo>
                      <a:pt x="16078" y="3"/>
                      <a:pt x="15977" y="127"/>
                      <a:pt x="15858" y="223"/>
                    </a:cubicBezTo>
                    <a:cubicBezTo>
                      <a:pt x="14938" y="957"/>
                      <a:pt x="13955" y="1612"/>
                      <a:pt x="12944" y="2211"/>
                    </a:cubicBezTo>
                    <a:cubicBezTo>
                      <a:pt x="11419" y="3115"/>
                      <a:pt x="9759" y="3764"/>
                      <a:pt x="8257" y="4713"/>
                    </a:cubicBezTo>
                    <a:cubicBezTo>
                      <a:pt x="6286" y="5955"/>
                      <a:pt x="4507" y="7587"/>
                      <a:pt x="3304" y="9598"/>
                    </a:cubicBezTo>
                    <a:cubicBezTo>
                      <a:pt x="2954" y="10179"/>
                      <a:pt x="2649" y="10801"/>
                      <a:pt x="2463" y="11456"/>
                    </a:cubicBezTo>
                    <a:cubicBezTo>
                      <a:pt x="2056" y="12935"/>
                      <a:pt x="1734" y="14437"/>
                      <a:pt x="1446" y="15945"/>
                    </a:cubicBezTo>
                    <a:cubicBezTo>
                      <a:pt x="859" y="19017"/>
                      <a:pt x="446" y="22123"/>
                      <a:pt x="192" y="25241"/>
                    </a:cubicBezTo>
                    <a:cubicBezTo>
                      <a:pt x="113" y="26189"/>
                      <a:pt x="51" y="27144"/>
                      <a:pt x="6" y="28098"/>
                    </a:cubicBezTo>
                    <a:cubicBezTo>
                      <a:pt x="0" y="28172"/>
                      <a:pt x="74" y="28239"/>
                      <a:pt x="147" y="28239"/>
                    </a:cubicBezTo>
                    <a:lnTo>
                      <a:pt x="39848" y="28239"/>
                    </a:lnTo>
                    <a:cubicBezTo>
                      <a:pt x="39921" y="28239"/>
                      <a:pt x="39995" y="28172"/>
                      <a:pt x="39989" y="28098"/>
                    </a:cubicBezTo>
                    <a:cubicBezTo>
                      <a:pt x="39820" y="24732"/>
                      <a:pt x="39464" y="21378"/>
                      <a:pt x="38922" y="18052"/>
                    </a:cubicBezTo>
                    <a:cubicBezTo>
                      <a:pt x="38600" y="16098"/>
                      <a:pt x="38216" y="14144"/>
                      <a:pt x="37730" y="12218"/>
                    </a:cubicBezTo>
                    <a:cubicBezTo>
                      <a:pt x="37651" y="11896"/>
                      <a:pt x="37566" y="11580"/>
                      <a:pt x="37476" y="11258"/>
                    </a:cubicBezTo>
                    <a:cubicBezTo>
                      <a:pt x="37397" y="10987"/>
                      <a:pt x="37273" y="10716"/>
                      <a:pt x="37154" y="10462"/>
                    </a:cubicBezTo>
                    <a:cubicBezTo>
                      <a:pt x="36832" y="9778"/>
                      <a:pt x="36431" y="9140"/>
                      <a:pt x="35980" y="8542"/>
                    </a:cubicBezTo>
                    <a:cubicBezTo>
                      <a:pt x="34308" y="6322"/>
                      <a:pt x="31992" y="4662"/>
                      <a:pt x="29496" y="3487"/>
                    </a:cubicBezTo>
                    <a:cubicBezTo>
                      <a:pt x="28011" y="2793"/>
                      <a:pt x="26588" y="1991"/>
                      <a:pt x="25244" y="1048"/>
                    </a:cubicBezTo>
                    <a:cubicBezTo>
                      <a:pt x="24866" y="782"/>
                      <a:pt x="24498" y="511"/>
                      <a:pt x="24137" y="223"/>
                    </a:cubicBezTo>
                    <a:cubicBezTo>
                      <a:pt x="24069" y="172"/>
                      <a:pt x="24001" y="110"/>
                      <a:pt x="23934" y="59"/>
                    </a:cubicBezTo>
                    <a:cubicBezTo>
                      <a:pt x="23864" y="9"/>
                      <a:pt x="23795" y="1"/>
                      <a:pt x="23718" y="1"/>
                    </a:cubicBezTo>
                    <a:cubicBezTo>
                      <a:pt x="23682" y="1"/>
                      <a:pt x="23645" y="3"/>
                      <a:pt x="23606" y="3"/>
                    </a:cubicBezTo>
                    <a:lnTo>
                      <a:pt x="17151" y="3"/>
                    </a:lnTo>
                    <a:cubicBezTo>
                      <a:pt x="16948" y="3"/>
                      <a:pt x="16745" y="0"/>
                      <a:pt x="16541"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94" name="Google Shape;1094;p39"/>
              <p:cNvSpPr/>
              <p:nvPr/>
            </p:nvSpPr>
            <p:spPr>
              <a:xfrm>
                <a:off x="6258900" y="3189675"/>
                <a:ext cx="108150" cy="100700"/>
              </a:xfrm>
              <a:custGeom>
                <a:avLst/>
                <a:gdLst/>
                <a:ahLst/>
                <a:cxnLst/>
                <a:rect l="l" t="t" r="r" b="b"/>
                <a:pathLst>
                  <a:path w="4326" h="4028" extrusionOk="0">
                    <a:moveTo>
                      <a:pt x="2186" y="283"/>
                    </a:moveTo>
                    <a:cubicBezTo>
                      <a:pt x="2908" y="289"/>
                      <a:pt x="3575" y="746"/>
                      <a:pt x="3818" y="1429"/>
                    </a:cubicBezTo>
                    <a:cubicBezTo>
                      <a:pt x="4060" y="2113"/>
                      <a:pt x="3846" y="2886"/>
                      <a:pt x="3287" y="3355"/>
                    </a:cubicBezTo>
                    <a:cubicBezTo>
                      <a:pt x="2976" y="3615"/>
                      <a:pt x="2583" y="3747"/>
                      <a:pt x="2188" y="3747"/>
                    </a:cubicBezTo>
                    <a:cubicBezTo>
                      <a:pt x="1879" y="3747"/>
                      <a:pt x="1569" y="3666"/>
                      <a:pt x="1299" y="3502"/>
                    </a:cubicBezTo>
                    <a:cubicBezTo>
                      <a:pt x="683" y="3129"/>
                      <a:pt x="345" y="2389"/>
                      <a:pt x="486" y="1684"/>
                    </a:cubicBezTo>
                    <a:cubicBezTo>
                      <a:pt x="649" y="876"/>
                      <a:pt x="1367" y="294"/>
                      <a:pt x="2186" y="283"/>
                    </a:cubicBezTo>
                    <a:close/>
                    <a:moveTo>
                      <a:pt x="2186" y="1"/>
                    </a:moveTo>
                    <a:cubicBezTo>
                      <a:pt x="2184" y="1"/>
                      <a:pt x="2182" y="1"/>
                      <a:pt x="2180" y="1"/>
                    </a:cubicBezTo>
                    <a:lnTo>
                      <a:pt x="2180" y="1"/>
                    </a:lnTo>
                    <a:cubicBezTo>
                      <a:pt x="1347" y="14"/>
                      <a:pt x="592" y="539"/>
                      <a:pt x="299" y="1322"/>
                    </a:cubicBezTo>
                    <a:cubicBezTo>
                      <a:pt x="0" y="2107"/>
                      <a:pt x="254" y="3033"/>
                      <a:pt x="898" y="3564"/>
                    </a:cubicBezTo>
                    <a:cubicBezTo>
                      <a:pt x="1270" y="3869"/>
                      <a:pt x="1733" y="4028"/>
                      <a:pt x="2196" y="4028"/>
                    </a:cubicBezTo>
                    <a:cubicBezTo>
                      <a:pt x="2550" y="4028"/>
                      <a:pt x="2904" y="3935"/>
                      <a:pt x="3219" y="3745"/>
                    </a:cubicBezTo>
                    <a:cubicBezTo>
                      <a:pt x="3948" y="3310"/>
                      <a:pt x="4326" y="2452"/>
                      <a:pt x="4162" y="1627"/>
                    </a:cubicBezTo>
                    <a:cubicBezTo>
                      <a:pt x="3987" y="691"/>
                      <a:pt x="3137" y="14"/>
                      <a:pt x="2190" y="1"/>
                    </a:cubicBezTo>
                    <a:lnTo>
                      <a:pt x="2190" y="1"/>
                    </a:lnTo>
                    <a:cubicBezTo>
                      <a:pt x="2189" y="1"/>
                      <a:pt x="2187" y="1"/>
                      <a:pt x="2186"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95" name="Google Shape;1095;p39"/>
              <p:cNvSpPr/>
              <p:nvPr/>
            </p:nvSpPr>
            <p:spPr>
              <a:xfrm>
                <a:off x="6139025" y="3179100"/>
                <a:ext cx="243275" cy="122000"/>
              </a:xfrm>
              <a:custGeom>
                <a:avLst/>
                <a:gdLst/>
                <a:ahLst/>
                <a:cxnLst/>
                <a:rect l="l" t="t" r="r" b="b"/>
                <a:pathLst>
                  <a:path w="9731" h="4880" extrusionOk="0">
                    <a:moveTo>
                      <a:pt x="6978" y="278"/>
                    </a:moveTo>
                    <a:cubicBezTo>
                      <a:pt x="7697" y="278"/>
                      <a:pt x="8391" y="648"/>
                      <a:pt x="8788" y="1254"/>
                    </a:cubicBezTo>
                    <a:cubicBezTo>
                      <a:pt x="9047" y="1649"/>
                      <a:pt x="9166" y="2112"/>
                      <a:pt x="9138" y="2587"/>
                    </a:cubicBezTo>
                    <a:cubicBezTo>
                      <a:pt x="9134" y="2648"/>
                      <a:pt x="9164" y="2688"/>
                      <a:pt x="9206" y="2708"/>
                    </a:cubicBezTo>
                    <a:lnTo>
                      <a:pt x="9206" y="2708"/>
                    </a:lnTo>
                    <a:cubicBezTo>
                      <a:pt x="9225" y="2720"/>
                      <a:pt x="9250" y="2728"/>
                      <a:pt x="9279" y="2728"/>
                    </a:cubicBezTo>
                    <a:lnTo>
                      <a:pt x="9448" y="2728"/>
                    </a:lnTo>
                    <a:lnTo>
                      <a:pt x="9448" y="2875"/>
                    </a:lnTo>
                    <a:lnTo>
                      <a:pt x="9211" y="2875"/>
                    </a:lnTo>
                    <a:cubicBezTo>
                      <a:pt x="9149" y="2875"/>
                      <a:pt x="9087" y="2920"/>
                      <a:pt x="9076" y="2976"/>
                    </a:cubicBezTo>
                    <a:cubicBezTo>
                      <a:pt x="8850" y="3812"/>
                      <a:pt x="8155" y="4450"/>
                      <a:pt x="7302" y="4580"/>
                    </a:cubicBezTo>
                    <a:cubicBezTo>
                      <a:pt x="7199" y="4596"/>
                      <a:pt x="7096" y="4603"/>
                      <a:pt x="6992" y="4603"/>
                    </a:cubicBezTo>
                    <a:cubicBezTo>
                      <a:pt x="6272" y="4603"/>
                      <a:pt x="5574" y="4233"/>
                      <a:pt x="5179" y="3626"/>
                    </a:cubicBezTo>
                    <a:cubicBezTo>
                      <a:pt x="4908" y="3219"/>
                      <a:pt x="4795" y="2739"/>
                      <a:pt x="4829" y="2253"/>
                    </a:cubicBezTo>
                    <a:cubicBezTo>
                      <a:pt x="4835" y="2180"/>
                      <a:pt x="4761" y="2112"/>
                      <a:pt x="4688" y="2112"/>
                    </a:cubicBezTo>
                    <a:lnTo>
                      <a:pt x="546" y="2112"/>
                    </a:lnTo>
                    <a:cubicBezTo>
                      <a:pt x="588" y="2067"/>
                      <a:pt x="628" y="2020"/>
                      <a:pt x="666" y="1971"/>
                    </a:cubicBezTo>
                    <a:lnTo>
                      <a:pt x="4767" y="1971"/>
                    </a:lnTo>
                    <a:cubicBezTo>
                      <a:pt x="4829" y="1971"/>
                      <a:pt x="4885" y="1926"/>
                      <a:pt x="4902" y="1864"/>
                    </a:cubicBezTo>
                    <a:cubicBezTo>
                      <a:pt x="5134" y="1045"/>
                      <a:pt x="5834" y="418"/>
                      <a:pt x="6681" y="299"/>
                    </a:cubicBezTo>
                    <a:cubicBezTo>
                      <a:pt x="6780" y="285"/>
                      <a:pt x="6879" y="278"/>
                      <a:pt x="6978" y="278"/>
                    </a:cubicBezTo>
                    <a:close/>
                    <a:moveTo>
                      <a:pt x="6987" y="1"/>
                    </a:moveTo>
                    <a:cubicBezTo>
                      <a:pt x="6461" y="1"/>
                      <a:pt x="5936" y="167"/>
                      <a:pt x="5507" y="497"/>
                    </a:cubicBezTo>
                    <a:cubicBezTo>
                      <a:pt x="5111" y="798"/>
                      <a:pt x="4819" y="1216"/>
                      <a:pt x="4663" y="1689"/>
                    </a:cubicBezTo>
                    <a:lnTo>
                      <a:pt x="927" y="1689"/>
                    </a:lnTo>
                    <a:cubicBezTo>
                      <a:pt x="863" y="1689"/>
                      <a:pt x="799" y="1686"/>
                      <a:pt x="735" y="1686"/>
                    </a:cubicBezTo>
                    <a:cubicBezTo>
                      <a:pt x="703" y="1686"/>
                      <a:pt x="671" y="1687"/>
                      <a:pt x="639" y="1689"/>
                    </a:cubicBezTo>
                    <a:cubicBezTo>
                      <a:pt x="624" y="1689"/>
                      <a:pt x="606" y="1686"/>
                      <a:pt x="589" y="1686"/>
                    </a:cubicBezTo>
                    <a:cubicBezTo>
                      <a:pt x="581" y="1686"/>
                      <a:pt x="573" y="1687"/>
                      <a:pt x="565" y="1689"/>
                    </a:cubicBezTo>
                    <a:cubicBezTo>
                      <a:pt x="475" y="1717"/>
                      <a:pt x="401" y="1852"/>
                      <a:pt x="339" y="1920"/>
                    </a:cubicBezTo>
                    <a:cubicBezTo>
                      <a:pt x="260" y="2005"/>
                      <a:pt x="181" y="2084"/>
                      <a:pt x="96" y="2157"/>
                    </a:cubicBezTo>
                    <a:cubicBezTo>
                      <a:pt x="0" y="2236"/>
                      <a:pt x="79" y="2395"/>
                      <a:pt x="192" y="2395"/>
                    </a:cubicBezTo>
                    <a:lnTo>
                      <a:pt x="4541" y="2395"/>
                    </a:lnTo>
                    <a:cubicBezTo>
                      <a:pt x="4529" y="3293"/>
                      <a:pt x="5017" y="4151"/>
                      <a:pt x="5812" y="4586"/>
                    </a:cubicBezTo>
                    <a:cubicBezTo>
                      <a:pt x="6175" y="4783"/>
                      <a:pt x="6576" y="4880"/>
                      <a:pt x="6975" y="4880"/>
                    </a:cubicBezTo>
                    <a:cubicBezTo>
                      <a:pt x="7514" y="4880"/>
                      <a:pt x="8051" y="4704"/>
                      <a:pt x="8488" y="4360"/>
                    </a:cubicBezTo>
                    <a:cubicBezTo>
                      <a:pt x="8879" y="4054"/>
                      <a:pt x="9165" y="3630"/>
                      <a:pt x="9317" y="3157"/>
                    </a:cubicBezTo>
                    <a:lnTo>
                      <a:pt x="9590" y="3157"/>
                    </a:lnTo>
                    <a:cubicBezTo>
                      <a:pt x="9663" y="3157"/>
                      <a:pt x="9731" y="3095"/>
                      <a:pt x="9731" y="3016"/>
                    </a:cubicBezTo>
                    <a:lnTo>
                      <a:pt x="9731" y="2587"/>
                    </a:lnTo>
                    <a:cubicBezTo>
                      <a:pt x="9731" y="2513"/>
                      <a:pt x="9663" y="2445"/>
                      <a:pt x="9590" y="2445"/>
                    </a:cubicBezTo>
                    <a:lnTo>
                      <a:pt x="9425" y="2445"/>
                    </a:lnTo>
                    <a:cubicBezTo>
                      <a:pt x="9430" y="1563"/>
                      <a:pt x="8933" y="717"/>
                      <a:pt x="8155" y="294"/>
                    </a:cubicBezTo>
                    <a:cubicBezTo>
                      <a:pt x="7793" y="98"/>
                      <a:pt x="7390" y="1"/>
                      <a:pt x="6987"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96" name="Google Shape;1096;p39"/>
              <p:cNvSpPr/>
              <p:nvPr/>
            </p:nvSpPr>
            <p:spPr>
              <a:xfrm>
                <a:off x="6260150" y="3189800"/>
                <a:ext cx="108050" cy="100700"/>
              </a:xfrm>
              <a:custGeom>
                <a:avLst/>
                <a:gdLst/>
                <a:ahLst/>
                <a:cxnLst/>
                <a:rect l="l" t="t" r="r" b="b"/>
                <a:pathLst>
                  <a:path w="4322" h="4028" extrusionOk="0">
                    <a:moveTo>
                      <a:pt x="2139" y="282"/>
                    </a:moveTo>
                    <a:cubicBezTo>
                      <a:pt x="2448" y="282"/>
                      <a:pt x="2757" y="363"/>
                      <a:pt x="3028" y="526"/>
                    </a:cubicBezTo>
                    <a:cubicBezTo>
                      <a:pt x="3643" y="899"/>
                      <a:pt x="3982" y="1639"/>
                      <a:pt x="3841" y="2345"/>
                    </a:cubicBezTo>
                    <a:cubicBezTo>
                      <a:pt x="3677" y="3153"/>
                      <a:pt x="2960" y="3734"/>
                      <a:pt x="2136" y="3745"/>
                    </a:cubicBezTo>
                    <a:cubicBezTo>
                      <a:pt x="1418" y="3740"/>
                      <a:pt x="752" y="3282"/>
                      <a:pt x="509" y="2599"/>
                    </a:cubicBezTo>
                    <a:cubicBezTo>
                      <a:pt x="266" y="1916"/>
                      <a:pt x="475" y="1142"/>
                      <a:pt x="1040" y="673"/>
                    </a:cubicBezTo>
                    <a:cubicBezTo>
                      <a:pt x="1350" y="414"/>
                      <a:pt x="1744" y="282"/>
                      <a:pt x="2139" y="282"/>
                    </a:cubicBezTo>
                    <a:close/>
                    <a:moveTo>
                      <a:pt x="2126" y="1"/>
                    </a:moveTo>
                    <a:cubicBezTo>
                      <a:pt x="1772" y="1"/>
                      <a:pt x="1417" y="93"/>
                      <a:pt x="1102" y="284"/>
                    </a:cubicBezTo>
                    <a:cubicBezTo>
                      <a:pt x="379" y="719"/>
                      <a:pt x="1" y="1577"/>
                      <a:pt x="165" y="2401"/>
                    </a:cubicBezTo>
                    <a:cubicBezTo>
                      <a:pt x="339" y="3337"/>
                      <a:pt x="1190" y="4014"/>
                      <a:pt x="2131" y="4028"/>
                    </a:cubicBezTo>
                    <a:lnTo>
                      <a:pt x="2131" y="4028"/>
                    </a:lnTo>
                    <a:cubicBezTo>
                      <a:pt x="2133" y="4028"/>
                      <a:pt x="2134" y="4028"/>
                      <a:pt x="2136" y="4028"/>
                    </a:cubicBezTo>
                    <a:cubicBezTo>
                      <a:pt x="2137" y="4028"/>
                      <a:pt x="2139" y="4028"/>
                      <a:pt x="2141" y="4028"/>
                    </a:cubicBezTo>
                    <a:lnTo>
                      <a:pt x="2141" y="4028"/>
                    </a:lnTo>
                    <a:cubicBezTo>
                      <a:pt x="2980" y="4014"/>
                      <a:pt x="3734" y="3490"/>
                      <a:pt x="4027" y="2706"/>
                    </a:cubicBezTo>
                    <a:cubicBezTo>
                      <a:pt x="4321" y="1921"/>
                      <a:pt x="4073" y="995"/>
                      <a:pt x="3423" y="464"/>
                    </a:cubicBezTo>
                    <a:cubicBezTo>
                      <a:pt x="3055" y="160"/>
                      <a:pt x="2591" y="1"/>
                      <a:pt x="2126"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97" name="Google Shape;1097;p39"/>
              <p:cNvSpPr/>
              <p:nvPr/>
            </p:nvSpPr>
            <p:spPr>
              <a:xfrm>
                <a:off x="5949825" y="3067925"/>
                <a:ext cx="407000" cy="355200"/>
              </a:xfrm>
              <a:custGeom>
                <a:avLst/>
                <a:gdLst/>
                <a:ahLst/>
                <a:cxnLst/>
                <a:rect l="l" t="t" r="r" b="b"/>
                <a:pathLst>
                  <a:path w="16280" h="14208" extrusionOk="0">
                    <a:moveTo>
                      <a:pt x="9000" y="285"/>
                    </a:moveTo>
                    <a:cubicBezTo>
                      <a:pt x="10461" y="285"/>
                      <a:pt x="11941" y="446"/>
                      <a:pt x="13329" y="912"/>
                    </a:cubicBezTo>
                    <a:cubicBezTo>
                      <a:pt x="13713" y="1042"/>
                      <a:pt x="14091" y="1200"/>
                      <a:pt x="14447" y="1386"/>
                    </a:cubicBezTo>
                    <a:cubicBezTo>
                      <a:pt x="14628" y="1477"/>
                      <a:pt x="14808" y="1578"/>
                      <a:pt x="14978" y="1691"/>
                    </a:cubicBezTo>
                    <a:cubicBezTo>
                      <a:pt x="15175" y="1815"/>
                      <a:pt x="15345" y="1962"/>
                      <a:pt x="15526" y="2109"/>
                    </a:cubicBezTo>
                    <a:cubicBezTo>
                      <a:pt x="15667" y="2250"/>
                      <a:pt x="15824" y="2407"/>
                      <a:pt x="15924" y="2586"/>
                    </a:cubicBezTo>
                    <a:lnTo>
                      <a:pt x="15924" y="2586"/>
                    </a:lnTo>
                    <a:cubicBezTo>
                      <a:pt x="15870" y="2607"/>
                      <a:pt x="15817" y="2626"/>
                      <a:pt x="15763" y="2646"/>
                    </a:cubicBezTo>
                    <a:cubicBezTo>
                      <a:pt x="15458" y="2747"/>
                      <a:pt x="15142" y="2821"/>
                      <a:pt x="14825" y="2877"/>
                    </a:cubicBezTo>
                    <a:cubicBezTo>
                      <a:pt x="14153" y="2998"/>
                      <a:pt x="13468" y="3048"/>
                      <a:pt x="12783" y="3048"/>
                    </a:cubicBezTo>
                    <a:cubicBezTo>
                      <a:pt x="12190" y="3048"/>
                      <a:pt x="11597" y="3011"/>
                      <a:pt x="11013" y="2951"/>
                    </a:cubicBezTo>
                    <a:cubicBezTo>
                      <a:pt x="9884" y="2832"/>
                      <a:pt x="8766" y="2612"/>
                      <a:pt x="7670" y="2324"/>
                    </a:cubicBezTo>
                    <a:cubicBezTo>
                      <a:pt x="7656" y="2320"/>
                      <a:pt x="7643" y="2319"/>
                      <a:pt x="7631" y="2319"/>
                    </a:cubicBezTo>
                    <a:cubicBezTo>
                      <a:pt x="7496" y="2319"/>
                      <a:pt x="7449" y="2501"/>
                      <a:pt x="7563" y="2583"/>
                    </a:cubicBezTo>
                    <a:cubicBezTo>
                      <a:pt x="8235" y="3103"/>
                      <a:pt x="8636" y="3922"/>
                      <a:pt x="8591" y="4775"/>
                    </a:cubicBezTo>
                    <a:cubicBezTo>
                      <a:pt x="8545" y="5701"/>
                      <a:pt x="7958" y="6520"/>
                      <a:pt x="7151" y="6949"/>
                    </a:cubicBezTo>
                    <a:cubicBezTo>
                      <a:pt x="6754" y="7165"/>
                      <a:pt x="6282" y="7297"/>
                      <a:pt x="5825" y="7297"/>
                    </a:cubicBezTo>
                    <a:cubicBezTo>
                      <a:pt x="5781" y="7297"/>
                      <a:pt x="5737" y="7296"/>
                      <a:pt x="5694" y="7293"/>
                    </a:cubicBezTo>
                    <a:cubicBezTo>
                      <a:pt x="5691" y="7293"/>
                      <a:pt x="5688" y="7293"/>
                      <a:pt x="5686" y="7293"/>
                    </a:cubicBezTo>
                    <a:cubicBezTo>
                      <a:pt x="5615" y="7293"/>
                      <a:pt x="5552" y="7364"/>
                      <a:pt x="5552" y="7435"/>
                    </a:cubicBezTo>
                    <a:lnTo>
                      <a:pt x="5552" y="9671"/>
                    </a:lnTo>
                    <a:lnTo>
                      <a:pt x="5552" y="13240"/>
                    </a:lnTo>
                    <a:lnTo>
                      <a:pt x="5552" y="13845"/>
                    </a:lnTo>
                    <a:lnTo>
                      <a:pt x="5552" y="13845"/>
                    </a:lnTo>
                    <a:cubicBezTo>
                      <a:pt x="5431" y="13786"/>
                      <a:pt x="5315" y="13727"/>
                      <a:pt x="5202" y="13664"/>
                    </a:cubicBezTo>
                    <a:cubicBezTo>
                      <a:pt x="4745" y="13415"/>
                      <a:pt x="4316" y="13121"/>
                      <a:pt x="3909" y="12794"/>
                    </a:cubicBezTo>
                    <a:cubicBezTo>
                      <a:pt x="3899" y="12786"/>
                      <a:pt x="3888" y="12779"/>
                      <a:pt x="3876" y="12774"/>
                    </a:cubicBezTo>
                    <a:lnTo>
                      <a:pt x="3876" y="12774"/>
                    </a:lnTo>
                    <a:cubicBezTo>
                      <a:pt x="2190" y="11740"/>
                      <a:pt x="1074" y="9946"/>
                      <a:pt x="594" y="8056"/>
                    </a:cubicBezTo>
                    <a:cubicBezTo>
                      <a:pt x="165" y="6345"/>
                      <a:pt x="199" y="4306"/>
                      <a:pt x="1356" y="2877"/>
                    </a:cubicBezTo>
                    <a:cubicBezTo>
                      <a:pt x="2192" y="1849"/>
                      <a:pt x="3423" y="1239"/>
                      <a:pt x="4671" y="872"/>
                    </a:cubicBezTo>
                    <a:cubicBezTo>
                      <a:pt x="4683" y="868"/>
                      <a:pt x="4694" y="863"/>
                      <a:pt x="4704" y="857"/>
                    </a:cubicBezTo>
                    <a:lnTo>
                      <a:pt x="4704" y="857"/>
                    </a:lnTo>
                    <a:cubicBezTo>
                      <a:pt x="6072" y="463"/>
                      <a:pt x="7506" y="291"/>
                      <a:pt x="8924" y="285"/>
                    </a:cubicBezTo>
                    <a:cubicBezTo>
                      <a:pt x="8949" y="285"/>
                      <a:pt x="8975" y="285"/>
                      <a:pt x="9000" y="285"/>
                    </a:cubicBezTo>
                    <a:close/>
                    <a:moveTo>
                      <a:pt x="9024" y="1"/>
                    </a:moveTo>
                    <a:cubicBezTo>
                      <a:pt x="8411" y="1"/>
                      <a:pt x="7798" y="34"/>
                      <a:pt x="7190" y="99"/>
                    </a:cubicBezTo>
                    <a:cubicBezTo>
                      <a:pt x="6315" y="195"/>
                      <a:pt x="5439" y="353"/>
                      <a:pt x="4592" y="596"/>
                    </a:cubicBezTo>
                    <a:cubicBezTo>
                      <a:pt x="4584" y="598"/>
                      <a:pt x="4577" y="601"/>
                      <a:pt x="4570" y="604"/>
                    </a:cubicBezTo>
                    <a:lnTo>
                      <a:pt x="4570" y="604"/>
                    </a:lnTo>
                    <a:cubicBezTo>
                      <a:pt x="3428" y="949"/>
                      <a:pt x="2310" y="1478"/>
                      <a:pt x="1464" y="2329"/>
                    </a:cubicBezTo>
                    <a:cubicBezTo>
                      <a:pt x="769" y="3035"/>
                      <a:pt x="340" y="3922"/>
                      <a:pt x="170" y="4893"/>
                    </a:cubicBezTo>
                    <a:cubicBezTo>
                      <a:pt x="1" y="5831"/>
                      <a:pt x="46" y="6796"/>
                      <a:pt x="233" y="7728"/>
                    </a:cubicBezTo>
                    <a:cubicBezTo>
                      <a:pt x="430" y="8728"/>
                      <a:pt x="809" y="9693"/>
                      <a:pt x="1339" y="10569"/>
                    </a:cubicBezTo>
                    <a:cubicBezTo>
                      <a:pt x="1876" y="11444"/>
                      <a:pt x="2571" y="12223"/>
                      <a:pt x="3418" y="12811"/>
                    </a:cubicBezTo>
                    <a:cubicBezTo>
                      <a:pt x="3525" y="12884"/>
                      <a:pt x="3632" y="12952"/>
                      <a:pt x="3739" y="13019"/>
                    </a:cubicBezTo>
                    <a:lnTo>
                      <a:pt x="3739" y="13019"/>
                    </a:lnTo>
                    <a:cubicBezTo>
                      <a:pt x="4319" y="13485"/>
                      <a:pt x="4965" y="13922"/>
                      <a:pt x="5660" y="14200"/>
                    </a:cubicBezTo>
                    <a:cubicBezTo>
                      <a:pt x="5672" y="14205"/>
                      <a:pt x="5685" y="14207"/>
                      <a:pt x="5697" y="14207"/>
                    </a:cubicBezTo>
                    <a:cubicBezTo>
                      <a:pt x="5769" y="14207"/>
                      <a:pt x="5835" y="14131"/>
                      <a:pt x="5835" y="14059"/>
                    </a:cubicBezTo>
                    <a:lnTo>
                      <a:pt x="5835" y="11823"/>
                    </a:lnTo>
                    <a:lnTo>
                      <a:pt x="5835" y="8253"/>
                    </a:lnTo>
                    <a:lnTo>
                      <a:pt x="5835" y="7580"/>
                    </a:lnTo>
                    <a:lnTo>
                      <a:pt x="5835" y="7580"/>
                    </a:lnTo>
                    <a:cubicBezTo>
                      <a:pt x="5838" y="7580"/>
                      <a:pt x="5841" y="7580"/>
                      <a:pt x="5844" y="7580"/>
                    </a:cubicBezTo>
                    <a:cubicBezTo>
                      <a:pt x="6794" y="7580"/>
                      <a:pt x="7739" y="7079"/>
                      <a:pt x="8303" y="6328"/>
                    </a:cubicBezTo>
                    <a:cubicBezTo>
                      <a:pt x="8907" y="5537"/>
                      <a:pt x="9042" y="4464"/>
                      <a:pt x="8658" y="3549"/>
                    </a:cubicBezTo>
                    <a:cubicBezTo>
                      <a:pt x="8527" y="3245"/>
                      <a:pt x="8347" y="2971"/>
                      <a:pt x="8130" y="2732"/>
                    </a:cubicBezTo>
                    <a:lnTo>
                      <a:pt x="8130" y="2732"/>
                    </a:lnTo>
                    <a:cubicBezTo>
                      <a:pt x="9641" y="3089"/>
                      <a:pt x="11192" y="3326"/>
                      <a:pt x="12745" y="3326"/>
                    </a:cubicBezTo>
                    <a:cubicBezTo>
                      <a:pt x="12838" y="3326"/>
                      <a:pt x="12931" y="3325"/>
                      <a:pt x="13024" y="3323"/>
                    </a:cubicBezTo>
                    <a:cubicBezTo>
                      <a:pt x="13939" y="3306"/>
                      <a:pt x="14882" y="3216"/>
                      <a:pt x="15763" y="2939"/>
                    </a:cubicBezTo>
                    <a:cubicBezTo>
                      <a:pt x="15904" y="2894"/>
                      <a:pt x="16051" y="2849"/>
                      <a:pt x="16186" y="2781"/>
                    </a:cubicBezTo>
                    <a:cubicBezTo>
                      <a:pt x="16197" y="2776"/>
                      <a:pt x="16207" y="2770"/>
                      <a:pt x="16215" y="2763"/>
                    </a:cubicBezTo>
                    <a:lnTo>
                      <a:pt x="16215" y="2763"/>
                    </a:lnTo>
                    <a:cubicBezTo>
                      <a:pt x="16257" y="2735"/>
                      <a:pt x="16279" y="2686"/>
                      <a:pt x="16254" y="2623"/>
                    </a:cubicBezTo>
                    <a:cubicBezTo>
                      <a:pt x="16138" y="2352"/>
                      <a:pt x="15945" y="2124"/>
                      <a:pt x="15736" y="1923"/>
                    </a:cubicBezTo>
                    <a:lnTo>
                      <a:pt x="15736" y="1923"/>
                    </a:lnTo>
                    <a:cubicBezTo>
                      <a:pt x="15732" y="1919"/>
                      <a:pt x="15728" y="1915"/>
                      <a:pt x="15723" y="1911"/>
                    </a:cubicBezTo>
                    <a:lnTo>
                      <a:pt x="15723" y="1911"/>
                    </a:lnTo>
                    <a:cubicBezTo>
                      <a:pt x="15723" y="1911"/>
                      <a:pt x="15723" y="1911"/>
                      <a:pt x="15723" y="1911"/>
                    </a:cubicBezTo>
                    <a:cubicBezTo>
                      <a:pt x="15565" y="1782"/>
                      <a:pt x="15413" y="1646"/>
                      <a:pt x="15243" y="1527"/>
                    </a:cubicBezTo>
                    <a:cubicBezTo>
                      <a:pt x="15091" y="1420"/>
                      <a:pt x="14933" y="1324"/>
                      <a:pt x="14769" y="1234"/>
                    </a:cubicBezTo>
                    <a:cubicBezTo>
                      <a:pt x="14436" y="1053"/>
                      <a:pt x="14097" y="895"/>
                      <a:pt x="13741" y="765"/>
                    </a:cubicBezTo>
                    <a:cubicBezTo>
                      <a:pt x="13024" y="488"/>
                      <a:pt x="12267" y="308"/>
                      <a:pt x="11510" y="189"/>
                    </a:cubicBezTo>
                    <a:cubicBezTo>
                      <a:pt x="10690" y="62"/>
                      <a:pt x="9857" y="1"/>
                      <a:pt x="9024"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098" name="Google Shape;1098;p39"/>
            <p:cNvGrpSpPr/>
            <p:nvPr/>
          </p:nvGrpSpPr>
          <p:grpSpPr>
            <a:xfrm flipH="1">
              <a:off x="4086093" y="3672189"/>
              <a:ext cx="971457" cy="1160113"/>
              <a:chOff x="4245050" y="1417375"/>
              <a:chExt cx="999750" cy="1193900"/>
            </a:xfrm>
          </p:grpSpPr>
          <p:sp>
            <p:nvSpPr>
              <p:cNvPr id="1099" name="Google Shape;1099;p39"/>
              <p:cNvSpPr/>
              <p:nvPr/>
            </p:nvSpPr>
            <p:spPr>
              <a:xfrm>
                <a:off x="4339925" y="1417375"/>
                <a:ext cx="597075" cy="489400"/>
              </a:xfrm>
              <a:custGeom>
                <a:avLst/>
                <a:gdLst/>
                <a:ahLst/>
                <a:cxnLst/>
                <a:rect l="l" t="t" r="r" b="b"/>
                <a:pathLst>
                  <a:path w="23883" h="19576" extrusionOk="0">
                    <a:moveTo>
                      <a:pt x="19457" y="283"/>
                    </a:moveTo>
                    <a:cubicBezTo>
                      <a:pt x="20001" y="283"/>
                      <a:pt x="20540" y="344"/>
                      <a:pt x="21059" y="516"/>
                    </a:cubicBezTo>
                    <a:cubicBezTo>
                      <a:pt x="21330" y="606"/>
                      <a:pt x="21584" y="719"/>
                      <a:pt x="21833" y="855"/>
                    </a:cubicBezTo>
                    <a:cubicBezTo>
                      <a:pt x="22347" y="1148"/>
                      <a:pt x="22804" y="1544"/>
                      <a:pt x="23121" y="2052"/>
                    </a:cubicBezTo>
                    <a:cubicBezTo>
                      <a:pt x="23363" y="2453"/>
                      <a:pt x="23516" y="2905"/>
                      <a:pt x="23567" y="3373"/>
                    </a:cubicBezTo>
                    <a:cubicBezTo>
                      <a:pt x="23612" y="3780"/>
                      <a:pt x="23595" y="4198"/>
                      <a:pt x="23522" y="4604"/>
                    </a:cubicBezTo>
                    <a:cubicBezTo>
                      <a:pt x="23482" y="4842"/>
                      <a:pt x="23431" y="5073"/>
                      <a:pt x="23290" y="5276"/>
                    </a:cubicBezTo>
                    <a:cubicBezTo>
                      <a:pt x="23109" y="5525"/>
                      <a:pt x="22816" y="5689"/>
                      <a:pt x="22511" y="5723"/>
                    </a:cubicBezTo>
                    <a:cubicBezTo>
                      <a:pt x="21568" y="5830"/>
                      <a:pt x="20602" y="5847"/>
                      <a:pt x="19647" y="5886"/>
                    </a:cubicBezTo>
                    <a:cubicBezTo>
                      <a:pt x="18597" y="5926"/>
                      <a:pt x="17541" y="5960"/>
                      <a:pt x="16491" y="6005"/>
                    </a:cubicBezTo>
                    <a:cubicBezTo>
                      <a:pt x="16135" y="6022"/>
                      <a:pt x="15779" y="6039"/>
                      <a:pt x="15423" y="6073"/>
                    </a:cubicBezTo>
                    <a:cubicBezTo>
                      <a:pt x="15039" y="6107"/>
                      <a:pt x="14683" y="6197"/>
                      <a:pt x="14401" y="6479"/>
                    </a:cubicBezTo>
                    <a:cubicBezTo>
                      <a:pt x="13921" y="6959"/>
                      <a:pt x="13797" y="7727"/>
                      <a:pt x="13802" y="8388"/>
                    </a:cubicBezTo>
                    <a:cubicBezTo>
                      <a:pt x="13802" y="8416"/>
                      <a:pt x="13802" y="8450"/>
                      <a:pt x="13802" y="8484"/>
                    </a:cubicBezTo>
                    <a:cubicBezTo>
                      <a:pt x="13803" y="8485"/>
                      <a:pt x="13803" y="8486"/>
                      <a:pt x="13803" y="8487"/>
                    </a:cubicBezTo>
                    <a:lnTo>
                      <a:pt x="13803" y="8487"/>
                    </a:lnTo>
                    <a:cubicBezTo>
                      <a:pt x="13772" y="8539"/>
                      <a:pt x="13756" y="8623"/>
                      <a:pt x="13735" y="8682"/>
                    </a:cubicBezTo>
                    <a:lnTo>
                      <a:pt x="13368" y="9681"/>
                    </a:lnTo>
                    <a:cubicBezTo>
                      <a:pt x="13243" y="10031"/>
                      <a:pt x="13113" y="10382"/>
                      <a:pt x="12989" y="10732"/>
                    </a:cubicBezTo>
                    <a:cubicBezTo>
                      <a:pt x="12938" y="10856"/>
                      <a:pt x="12871" y="10980"/>
                      <a:pt x="12871" y="11116"/>
                    </a:cubicBezTo>
                    <a:lnTo>
                      <a:pt x="12871" y="13104"/>
                    </a:lnTo>
                    <a:lnTo>
                      <a:pt x="12871" y="14617"/>
                    </a:lnTo>
                    <a:lnTo>
                      <a:pt x="12871" y="14881"/>
                    </a:lnTo>
                    <a:lnTo>
                      <a:pt x="12871" y="14881"/>
                    </a:lnTo>
                    <a:cubicBezTo>
                      <a:pt x="11283" y="14606"/>
                      <a:pt x="9793" y="13925"/>
                      <a:pt x="8618" y="12804"/>
                    </a:cubicBezTo>
                    <a:cubicBezTo>
                      <a:pt x="7669" y="11901"/>
                      <a:pt x="6952" y="10766"/>
                      <a:pt x="6455" y="9557"/>
                    </a:cubicBezTo>
                    <a:cubicBezTo>
                      <a:pt x="6218" y="8975"/>
                      <a:pt x="6026" y="8371"/>
                      <a:pt x="5890" y="7756"/>
                    </a:cubicBezTo>
                    <a:cubicBezTo>
                      <a:pt x="5877" y="7687"/>
                      <a:pt x="5822" y="7656"/>
                      <a:pt x="5763" y="7656"/>
                    </a:cubicBezTo>
                    <a:cubicBezTo>
                      <a:pt x="5724" y="7656"/>
                      <a:pt x="5684" y="7669"/>
                      <a:pt x="5653" y="7693"/>
                    </a:cubicBezTo>
                    <a:cubicBezTo>
                      <a:pt x="5156" y="8106"/>
                      <a:pt x="5422" y="8851"/>
                      <a:pt x="5580" y="9365"/>
                    </a:cubicBezTo>
                    <a:cubicBezTo>
                      <a:pt x="5761" y="9947"/>
                      <a:pt x="5958" y="10523"/>
                      <a:pt x="6139" y="11099"/>
                    </a:cubicBezTo>
                    <a:cubicBezTo>
                      <a:pt x="6647" y="12686"/>
                      <a:pt x="7110" y="14295"/>
                      <a:pt x="7381" y="15939"/>
                    </a:cubicBezTo>
                    <a:cubicBezTo>
                      <a:pt x="7522" y="16791"/>
                      <a:pt x="7610" y="17663"/>
                      <a:pt x="7564" y="18532"/>
                    </a:cubicBezTo>
                    <a:lnTo>
                      <a:pt x="7564" y="18532"/>
                    </a:lnTo>
                    <a:cubicBezTo>
                      <a:pt x="6953" y="18616"/>
                      <a:pt x="6337" y="18695"/>
                      <a:pt x="5727" y="18779"/>
                    </a:cubicBezTo>
                    <a:cubicBezTo>
                      <a:pt x="4682" y="18915"/>
                      <a:pt x="3643" y="19056"/>
                      <a:pt x="2598" y="19191"/>
                    </a:cubicBezTo>
                    <a:cubicBezTo>
                      <a:pt x="2407" y="19218"/>
                      <a:pt x="2219" y="19245"/>
                      <a:pt x="2030" y="19271"/>
                    </a:cubicBezTo>
                    <a:lnTo>
                      <a:pt x="2030" y="19271"/>
                    </a:lnTo>
                    <a:cubicBezTo>
                      <a:pt x="2070" y="18715"/>
                      <a:pt x="2053" y="18155"/>
                      <a:pt x="2028" y="17599"/>
                    </a:cubicBezTo>
                    <a:cubicBezTo>
                      <a:pt x="1954" y="16136"/>
                      <a:pt x="1717" y="14674"/>
                      <a:pt x="1311" y="13267"/>
                    </a:cubicBezTo>
                    <a:cubicBezTo>
                      <a:pt x="1079" y="12482"/>
                      <a:pt x="785" y="11720"/>
                      <a:pt x="622" y="10918"/>
                    </a:cubicBezTo>
                    <a:cubicBezTo>
                      <a:pt x="497" y="10331"/>
                      <a:pt x="430" y="9732"/>
                      <a:pt x="475" y="9139"/>
                    </a:cubicBezTo>
                    <a:cubicBezTo>
                      <a:pt x="531" y="8332"/>
                      <a:pt x="847" y="7558"/>
                      <a:pt x="1503" y="7055"/>
                    </a:cubicBezTo>
                    <a:cubicBezTo>
                      <a:pt x="2118" y="6578"/>
                      <a:pt x="2869" y="6404"/>
                      <a:pt x="3631" y="6404"/>
                    </a:cubicBezTo>
                    <a:cubicBezTo>
                      <a:pt x="4114" y="6404"/>
                      <a:pt x="4601" y="6474"/>
                      <a:pt x="5060" y="6581"/>
                    </a:cubicBezTo>
                    <a:cubicBezTo>
                      <a:pt x="5224" y="6620"/>
                      <a:pt x="5382" y="6660"/>
                      <a:pt x="5546" y="6711"/>
                    </a:cubicBezTo>
                    <a:cubicBezTo>
                      <a:pt x="5557" y="6714"/>
                      <a:pt x="5569" y="6715"/>
                      <a:pt x="5580" y="6715"/>
                    </a:cubicBezTo>
                    <a:cubicBezTo>
                      <a:pt x="5656" y="6715"/>
                      <a:pt x="5732" y="6654"/>
                      <a:pt x="5727" y="6575"/>
                    </a:cubicBezTo>
                    <a:cubicBezTo>
                      <a:pt x="5670" y="5491"/>
                      <a:pt x="5845" y="4378"/>
                      <a:pt x="6337" y="3407"/>
                    </a:cubicBezTo>
                    <a:cubicBezTo>
                      <a:pt x="6698" y="2690"/>
                      <a:pt x="7223" y="2063"/>
                      <a:pt x="7867" y="1589"/>
                    </a:cubicBezTo>
                    <a:cubicBezTo>
                      <a:pt x="8601" y="1047"/>
                      <a:pt x="9460" y="691"/>
                      <a:pt x="10358" y="521"/>
                    </a:cubicBezTo>
                    <a:cubicBezTo>
                      <a:pt x="10815" y="442"/>
                      <a:pt x="11272" y="420"/>
                      <a:pt x="11735" y="408"/>
                    </a:cubicBezTo>
                    <a:cubicBezTo>
                      <a:pt x="12712" y="397"/>
                      <a:pt x="13684" y="380"/>
                      <a:pt x="14661" y="363"/>
                    </a:cubicBezTo>
                    <a:cubicBezTo>
                      <a:pt x="15858" y="341"/>
                      <a:pt x="17055" y="324"/>
                      <a:pt x="18253" y="301"/>
                    </a:cubicBezTo>
                    <a:cubicBezTo>
                      <a:pt x="18608" y="295"/>
                      <a:pt x="18964" y="290"/>
                      <a:pt x="19314" y="284"/>
                    </a:cubicBezTo>
                    <a:cubicBezTo>
                      <a:pt x="19362" y="283"/>
                      <a:pt x="19410" y="283"/>
                      <a:pt x="19457" y="283"/>
                    </a:cubicBezTo>
                    <a:close/>
                    <a:moveTo>
                      <a:pt x="19551" y="1"/>
                    </a:moveTo>
                    <a:cubicBezTo>
                      <a:pt x="19515" y="1"/>
                      <a:pt x="19480" y="1"/>
                      <a:pt x="19444" y="2"/>
                    </a:cubicBezTo>
                    <a:cubicBezTo>
                      <a:pt x="19162" y="7"/>
                      <a:pt x="18879" y="13"/>
                      <a:pt x="18597" y="13"/>
                    </a:cubicBezTo>
                    <a:cubicBezTo>
                      <a:pt x="17422" y="36"/>
                      <a:pt x="16248" y="53"/>
                      <a:pt x="15067" y="75"/>
                    </a:cubicBezTo>
                    <a:cubicBezTo>
                      <a:pt x="14011" y="92"/>
                      <a:pt x="12950" y="109"/>
                      <a:pt x="11888" y="126"/>
                    </a:cubicBezTo>
                    <a:cubicBezTo>
                      <a:pt x="11566" y="132"/>
                      <a:pt x="11239" y="132"/>
                      <a:pt x="10911" y="166"/>
                    </a:cubicBezTo>
                    <a:cubicBezTo>
                      <a:pt x="9900" y="262"/>
                      <a:pt x="8906" y="578"/>
                      <a:pt x="8048" y="1126"/>
                    </a:cubicBezTo>
                    <a:cubicBezTo>
                      <a:pt x="7376" y="1549"/>
                      <a:pt x="6800" y="2114"/>
                      <a:pt x="6371" y="2780"/>
                    </a:cubicBezTo>
                    <a:cubicBezTo>
                      <a:pt x="5823" y="3627"/>
                      <a:pt x="5535" y="4627"/>
                      <a:pt x="5450" y="5627"/>
                    </a:cubicBezTo>
                    <a:cubicBezTo>
                      <a:pt x="5432" y="5879"/>
                      <a:pt x="5428" y="6131"/>
                      <a:pt x="5436" y="6383"/>
                    </a:cubicBezTo>
                    <a:lnTo>
                      <a:pt x="5436" y="6383"/>
                    </a:lnTo>
                    <a:cubicBezTo>
                      <a:pt x="4858" y="6227"/>
                      <a:pt x="4237" y="6120"/>
                      <a:pt x="3624" y="6120"/>
                    </a:cubicBezTo>
                    <a:cubicBezTo>
                      <a:pt x="2921" y="6120"/>
                      <a:pt x="2228" y="6261"/>
                      <a:pt x="1621" y="6632"/>
                    </a:cubicBezTo>
                    <a:cubicBezTo>
                      <a:pt x="915" y="7067"/>
                      <a:pt x="441" y="7756"/>
                      <a:pt x="271" y="8563"/>
                    </a:cubicBezTo>
                    <a:cubicBezTo>
                      <a:pt x="0" y="9834"/>
                      <a:pt x="328" y="11189"/>
                      <a:pt x="729" y="12398"/>
                    </a:cubicBezTo>
                    <a:cubicBezTo>
                      <a:pt x="1006" y="13217"/>
                      <a:pt x="1243" y="14041"/>
                      <a:pt x="1412" y="14888"/>
                    </a:cubicBezTo>
                    <a:cubicBezTo>
                      <a:pt x="1553" y="15605"/>
                      <a:pt x="1655" y="16328"/>
                      <a:pt x="1711" y="17057"/>
                    </a:cubicBezTo>
                    <a:cubicBezTo>
                      <a:pt x="1774" y="17842"/>
                      <a:pt x="1768" y="18615"/>
                      <a:pt x="1740" y="19400"/>
                    </a:cubicBezTo>
                    <a:cubicBezTo>
                      <a:pt x="1740" y="19412"/>
                      <a:pt x="1734" y="19423"/>
                      <a:pt x="1734" y="19434"/>
                    </a:cubicBezTo>
                    <a:cubicBezTo>
                      <a:pt x="1729" y="19500"/>
                      <a:pt x="1802" y="19576"/>
                      <a:pt x="1868" y="19576"/>
                    </a:cubicBezTo>
                    <a:cubicBezTo>
                      <a:pt x="1871" y="19576"/>
                      <a:pt x="1873" y="19576"/>
                      <a:pt x="1875" y="19575"/>
                    </a:cubicBezTo>
                    <a:cubicBezTo>
                      <a:pt x="2536" y="19485"/>
                      <a:pt x="3191" y="19395"/>
                      <a:pt x="3846" y="19310"/>
                    </a:cubicBezTo>
                    <a:cubicBezTo>
                      <a:pt x="4891" y="19169"/>
                      <a:pt x="5936" y="19033"/>
                      <a:pt x="6975" y="18892"/>
                    </a:cubicBezTo>
                    <a:cubicBezTo>
                      <a:pt x="7218" y="18858"/>
                      <a:pt x="7455" y="18830"/>
                      <a:pt x="7698" y="18796"/>
                    </a:cubicBezTo>
                    <a:cubicBezTo>
                      <a:pt x="7777" y="18785"/>
                      <a:pt x="7833" y="18740"/>
                      <a:pt x="7839" y="18655"/>
                    </a:cubicBezTo>
                    <a:cubicBezTo>
                      <a:pt x="7895" y="17864"/>
                      <a:pt x="7828" y="17074"/>
                      <a:pt x="7720" y="16294"/>
                    </a:cubicBezTo>
                    <a:cubicBezTo>
                      <a:pt x="7602" y="15447"/>
                      <a:pt x="7421" y="14611"/>
                      <a:pt x="7212" y="13787"/>
                    </a:cubicBezTo>
                    <a:cubicBezTo>
                      <a:pt x="6856" y="12364"/>
                      <a:pt x="6399" y="10980"/>
                      <a:pt x="5947" y="9585"/>
                    </a:cubicBezTo>
                    <a:cubicBezTo>
                      <a:pt x="5874" y="9359"/>
                      <a:pt x="5800" y="9128"/>
                      <a:pt x="5738" y="8896"/>
                    </a:cubicBezTo>
                    <a:cubicBezTo>
                      <a:pt x="5673" y="8663"/>
                      <a:pt x="5607" y="8371"/>
                      <a:pt x="5690" y="8135"/>
                    </a:cubicBezTo>
                    <a:lnTo>
                      <a:pt x="5690" y="8135"/>
                    </a:lnTo>
                    <a:cubicBezTo>
                      <a:pt x="5953" y="9194"/>
                      <a:pt x="6379" y="10227"/>
                      <a:pt x="6947" y="11161"/>
                    </a:cubicBezTo>
                    <a:cubicBezTo>
                      <a:pt x="7720" y="12432"/>
                      <a:pt x="8788" y="13522"/>
                      <a:pt x="10103" y="14233"/>
                    </a:cubicBezTo>
                    <a:cubicBezTo>
                      <a:pt x="10996" y="14724"/>
                      <a:pt x="11973" y="15029"/>
                      <a:pt x="12978" y="15182"/>
                    </a:cubicBezTo>
                    <a:cubicBezTo>
                      <a:pt x="12989" y="15184"/>
                      <a:pt x="13001" y="15185"/>
                      <a:pt x="13012" y="15185"/>
                    </a:cubicBezTo>
                    <a:cubicBezTo>
                      <a:pt x="13088" y="15185"/>
                      <a:pt x="13153" y="15135"/>
                      <a:pt x="13153" y="15046"/>
                    </a:cubicBezTo>
                    <a:lnTo>
                      <a:pt x="13153" y="13651"/>
                    </a:lnTo>
                    <a:lnTo>
                      <a:pt x="13153" y="11376"/>
                    </a:lnTo>
                    <a:cubicBezTo>
                      <a:pt x="13153" y="11287"/>
                      <a:pt x="13158" y="11198"/>
                      <a:pt x="13153" y="11104"/>
                    </a:cubicBezTo>
                    <a:lnTo>
                      <a:pt x="13153" y="11104"/>
                    </a:lnTo>
                    <a:cubicBezTo>
                      <a:pt x="13153" y="11104"/>
                      <a:pt x="13153" y="11104"/>
                      <a:pt x="13153" y="11104"/>
                    </a:cubicBezTo>
                    <a:cubicBezTo>
                      <a:pt x="13153" y="11104"/>
                      <a:pt x="13153" y="11104"/>
                      <a:pt x="13153" y="11104"/>
                    </a:cubicBezTo>
                    <a:lnTo>
                      <a:pt x="13153" y="11104"/>
                    </a:lnTo>
                    <a:cubicBezTo>
                      <a:pt x="13153" y="11104"/>
                      <a:pt x="13153" y="11104"/>
                      <a:pt x="13153" y="11104"/>
                    </a:cubicBezTo>
                    <a:lnTo>
                      <a:pt x="13153" y="11104"/>
                    </a:lnTo>
                    <a:cubicBezTo>
                      <a:pt x="13158" y="11094"/>
                      <a:pt x="13160" y="11086"/>
                      <a:pt x="13160" y="11080"/>
                    </a:cubicBezTo>
                    <a:lnTo>
                      <a:pt x="13160" y="11080"/>
                    </a:lnTo>
                    <a:cubicBezTo>
                      <a:pt x="13158" y="11088"/>
                      <a:pt x="13156" y="11096"/>
                      <a:pt x="13153" y="11104"/>
                    </a:cubicBezTo>
                    <a:lnTo>
                      <a:pt x="13153" y="11104"/>
                    </a:lnTo>
                    <a:cubicBezTo>
                      <a:pt x="13153" y="11102"/>
                      <a:pt x="13153" y="11100"/>
                      <a:pt x="13153" y="11099"/>
                    </a:cubicBezTo>
                    <a:cubicBezTo>
                      <a:pt x="13153" y="11079"/>
                      <a:pt x="13156" y="11071"/>
                      <a:pt x="13158" y="11071"/>
                    </a:cubicBezTo>
                    <a:lnTo>
                      <a:pt x="13158" y="11071"/>
                    </a:lnTo>
                    <a:cubicBezTo>
                      <a:pt x="13160" y="11071"/>
                      <a:pt x="13161" y="11075"/>
                      <a:pt x="13160" y="11080"/>
                    </a:cubicBezTo>
                    <a:lnTo>
                      <a:pt x="13160" y="11080"/>
                    </a:lnTo>
                    <a:cubicBezTo>
                      <a:pt x="13164" y="11070"/>
                      <a:pt x="13167" y="11060"/>
                      <a:pt x="13170" y="11054"/>
                    </a:cubicBezTo>
                    <a:cubicBezTo>
                      <a:pt x="13272" y="10777"/>
                      <a:pt x="13368" y="10500"/>
                      <a:pt x="13469" y="10223"/>
                    </a:cubicBezTo>
                    <a:lnTo>
                      <a:pt x="13881" y="9094"/>
                    </a:lnTo>
                    <a:cubicBezTo>
                      <a:pt x="13932" y="8958"/>
                      <a:pt x="13983" y="8823"/>
                      <a:pt x="14028" y="8693"/>
                    </a:cubicBezTo>
                    <a:cubicBezTo>
                      <a:pt x="14051" y="8631"/>
                      <a:pt x="14085" y="8569"/>
                      <a:pt x="14090" y="8507"/>
                    </a:cubicBezTo>
                    <a:cubicBezTo>
                      <a:pt x="14102" y="8326"/>
                      <a:pt x="14085" y="8140"/>
                      <a:pt x="14102" y="7953"/>
                    </a:cubicBezTo>
                    <a:cubicBezTo>
                      <a:pt x="14136" y="7603"/>
                      <a:pt x="14220" y="7242"/>
                      <a:pt x="14401" y="6937"/>
                    </a:cubicBezTo>
                    <a:cubicBezTo>
                      <a:pt x="14599" y="6609"/>
                      <a:pt x="14909" y="6406"/>
                      <a:pt x="15288" y="6366"/>
                    </a:cubicBezTo>
                    <a:cubicBezTo>
                      <a:pt x="15615" y="6332"/>
                      <a:pt x="15948" y="6316"/>
                      <a:pt x="16276" y="6299"/>
                    </a:cubicBezTo>
                    <a:cubicBezTo>
                      <a:pt x="17309" y="6248"/>
                      <a:pt x="18349" y="6220"/>
                      <a:pt x="19382" y="6174"/>
                    </a:cubicBezTo>
                    <a:cubicBezTo>
                      <a:pt x="20376" y="6140"/>
                      <a:pt x="21370" y="6107"/>
                      <a:pt x="22364" y="6016"/>
                    </a:cubicBezTo>
                    <a:cubicBezTo>
                      <a:pt x="22646" y="5994"/>
                      <a:pt x="22917" y="5937"/>
                      <a:pt x="23160" y="5779"/>
                    </a:cubicBezTo>
                    <a:cubicBezTo>
                      <a:pt x="23414" y="5610"/>
                      <a:pt x="23606" y="5361"/>
                      <a:pt x="23708" y="5067"/>
                    </a:cubicBezTo>
                    <a:cubicBezTo>
                      <a:pt x="23832" y="4689"/>
                      <a:pt x="23872" y="4249"/>
                      <a:pt x="23872" y="3853"/>
                    </a:cubicBezTo>
                    <a:cubicBezTo>
                      <a:pt x="23883" y="2837"/>
                      <a:pt x="23505" y="1860"/>
                      <a:pt x="22748" y="1171"/>
                    </a:cubicBezTo>
                    <a:cubicBezTo>
                      <a:pt x="22511" y="956"/>
                      <a:pt x="22251" y="770"/>
                      <a:pt x="21974" y="612"/>
                    </a:cubicBezTo>
                    <a:cubicBezTo>
                      <a:pt x="21973" y="611"/>
                      <a:pt x="21973" y="611"/>
                      <a:pt x="21972" y="610"/>
                    </a:cubicBezTo>
                    <a:lnTo>
                      <a:pt x="21972" y="610"/>
                    </a:lnTo>
                    <a:cubicBezTo>
                      <a:pt x="21230" y="194"/>
                      <a:pt x="20395" y="1"/>
                      <a:pt x="19551"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00" name="Google Shape;1100;p39"/>
              <p:cNvSpPr/>
              <p:nvPr/>
            </p:nvSpPr>
            <p:spPr>
              <a:xfrm>
                <a:off x="4661250" y="1558750"/>
                <a:ext cx="292000" cy="353675"/>
              </a:xfrm>
              <a:custGeom>
                <a:avLst/>
                <a:gdLst/>
                <a:ahLst/>
                <a:cxnLst/>
                <a:rect l="l" t="t" r="r" b="b"/>
                <a:pathLst>
                  <a:path w="11680" h="14147" extrusionOk="0">
                    <a:moveTo>
                      <a:pt x="9845" y="317"/>
                    </a:moveTo>
                    <a:lnTo>
                      <a:pt x="9845" y="317"/>
                    </a:lnTo>
                    <a:cubicBezTo>
                      <a:pt x="9934" y="775"/>
                      <a:pt x="9934" y="1238"/>
                      <a:pt x="9934" y="1705"/>
                    </a:cubicBezTo>
                    <a:lnTo>
                      <a:pt x="9934" y="2366"/>
                    </a:lnTo>
                    <a:cubicBezTo>
                      <a:pt x="9934" y="2468"/>
                      <a:pt x="9900" y="2643"/>
                      <a:pt x="9974" y="2722"/>
                    </a:cubicBezTo>
                    <a:cubicBezTo>
                      <a:pt x="10064" y="2818"/>
                      <a:pt x="10188" y="2891"/>
                      <a:pt x="10284" y="2970"/>
                    </a:cubicBezTo>
                    <a:cubicBezTo>
                      <a:pt x="10465" y="3111"/>
                      <a:pt x="10646" y="3258"/>
                      <a:pt x="10827" y="3399"/>
                    </a:cubicBezTo>
                    <a:cubicBezTo>
                      <a:pt x="10934" y="3484"/>
                      <a:pt x="11041" y="3569"/>
                      <a:pt x="11149" y="3654"/>
                    </a:cubicBezTo>
                    <a:cubicBezTo>
                      <a:pt x="11318" y="3795"/>
                      <a:pt x="11386" y="4015"/>
                      <a:pt x="11256" y="4207"/>
                    </a:cubicBezTo>
                    <a:cubicBezTo>
                      <a:pt x="11120" y="4410"/>
                      <a:pt x="10894" y="4416"/>
                      <a:pt x="10680" y="4416"/>
                    </a:cubicBezTo>
                    <a:lnTo>
                      <a:pt x="10076" y="4416"/>
                    </a:lnTo>
                    <a:cubicBezTo>
                      <a:pt x="9996" y="4416"/>
                      <a:pt x="9934" y="4478"/>
                      <a:pt x="9934" y="4557"/>
                    </a:cubicBezTo>
                    <a:lnTo>
                      <a:pt x="9934" y="5404"/>
                    </a:lnTo>
                    <a:cubicBezTo>
                      <a:pt x="9934" y="5715"/>
                      <a:pt x="9946" y="6031"/>
                      <a:pt x="9917" y="6342"/>
                    </a:cubicBezTo>
                    <a:cubicBezTo>
                      <a:pt x="9810" y="7398"/>
                      <a:pt x="9155" y="8358"/>
                      <a:pt x="8218" y="8866"/>
                    </a:cubicBezTo>
                    <a:cubicBezTo>
                      <a:pt x="7709" y="9143"/>
                      <a:pt x="7150" y="9250"/>
                      <a:pt x="6569" y="9250"/>
                    </a:cubicBezTo>
                    <a:cubicBezTo>
                      <a:pt x="6495" y="9250"/>
                      <a:pt x="6427" y="9318"/>
                      <a:pt x="6427" y="9391"/>
                    </a:cubicBezTo>
                    <a:lnTo>
                      <a:pt x="6427" y="10944"/>
                    </a:lnTo>
                    <a:lnTo>
                      <a:pt x="6427" y="13435"/>
                    </a:lnTo>
                    <a:lnTo>
                      <a:pt x="6427" y="13864"/>
                    </a:lnTo>
                    <a:lnTo>
                      <a:pt x="300" y="13864"/>
                    </a:lnTo>
                    <a:lnTo>
                      <a:pt x="300" y="12463"/>
                    </a:lnTo>
                    <a:lnTo>
                      <a:pt x="300" y="9979"/>
                    </a:lnTo>
                    <a:lnTo>
                      <a:pt x="300" y="8691"/>
                    </a:lnTo>
                    <a:lnTo>
                      <a:pt x="300" y="6748"/>
                    </a:lnTo>
                    <a:lnTo>
                      <a:pt x="300" y="5653"/>
                    </a:lnTo>
                    <a:cubicBezTo>
                      <a:pt x="300" y="5588"/>
                      <a:pt x="320" y="5494"/>
                      <a:pt x="303" y="5431"/>
                    </a:cubicBezTo>
                    <a:lnTo>
                      <a:pt x="303" y="5431"/>
                    </a:lnTo>
                    <a:cubicBezTo>
                      <a:pt x="304" y="5430"/>
                      <a:pt x="305" y="5428"/>
                      <a:pt x="306" y="5427"/>
                    </a:cubicBezTo>
                    <a:cubicBezTo>
                      <a:pt x="323" y="5399"/>
                      <a:pt x="328" y="5359"/>
                      <a:pt x="340" y="5325"/>
                    </a:cubicBezTo>
                    <a:cubicBezTo>
                      <a:pt x="599" y="4614"/>
                      <a:pt x="859" y="3902"/>
                      <a:pt x="1119" y="3191"/>
                    </a:cubicBezTo>
                    <a:cubicBezTo>
                      <a:pt x="1175" y="3049"/>
                      <a:pt x="1237" y="2925"/>
                      <a:pt x="1232" y="2773"/>
                    </a:cubicBezTo>
                    <a:cubicBezTo>
                      <a:pt x="1226" y="2479"/>
                      <a:pt x="1249" y="2185"/>
                      <a:pt x="1317" y="1897"/>
                    </a:cubicBezTo>
                    <a:cubicBezTo>
                      <a:pt x="1401" y="1525"/>
                      <a:pt x="1565" y="1135"/>
                      <a:pt x="1887" y="903"/>
                    </a:cubicBezTo>
                    <a:cubicBezTo>
                      <a:pt x="2181" y="700"/>
                      <a:pt x="2542" y="694"/>
                      <a:pt x="2881" y="677"/>
                    </a:cubicBezTo>
                    <a:cubicBezTo>
                      <a:pt x="3903" y="610"/>
                      <a:pt x="4925" y="581"/>
                      <a:pt x="5947" y="542"/>
                    </a:cubicBezTo>
                    <a:cubicBezTo>
                      <a:pt x="7049" y="502"/>
                      <a:pt x="8150" y="469"/>
                      <a:pt x="9245" y="384"/>
                    </a:cubicBezTo>
                    <a:cubicBezTo>
                      <a:pt x="9444" y="370"/>
                      <a:pt x="9649" y="360"/>
                      <a:pt x="9845" y="317"/>
                    </a:cubicBezTo>
                    <a:close/>
                    <a:moveTo>
                      <a:pt x="9952" y="0"/>
                    </a:moveTo>
                    <a:cubicBezTo>
                      <a:pt x="9940" y="0"/>
                      <a:pt x="9929" y="2"/>
                      <a:pt x="9917" y="5"/>
                    </a:cubicBezTo>
                    <a:cubicBezTo>
                      <a:pt x="9680" y="85"/>
                      <a:pt x="9420" y="90"/>
                      <a:pt x="9172" y="107"/>
                    </a:cubicBezTo>
                    <a:cubicBezTo>
                      <a:pt x="8929" y="124"/>
                      <a:pt x="8686" y="141"/>
                      <a:pt x="8443" y="152"/>
                    </a:cubicBezTo>
                    <a:cubicBezTo>
                      <a:pt x="7873" y="186"/>
                      <a:pt x="7303" y="209"/>
                      <a:pt x="6732" y="231"/>
                    </a:cubicBezTo>
                    <a:cubicBezTo>
                      <a:pt x="5620" y="277"/>
                      <a:pt x="4502" y="310"/>
                      <a:pt x="3389" y="361"/>
                    </a:cubicBezTo>
                    <a:cubicBezTo>
                      <a:pt x="3050" y="378"/>
                      <a:pt x="2711" y="395"/>
                      <a:pt x="2378" y="435"/>
                    </a:cubicBezTo>
                    <a:cubicBezTo>
                      <a:pt x="1909" y="491"/>
                      <a:pt x="1531" y="751"/>
                      <a:pt x="1294" y="1157"/>
                    </a:cubicBezTo>
                    <a:cubicBezTo>
                      <a:pt x="1096" y="1508"/>
                      <a:pt x="1006" y="1909"/>
                      <a:pt x="966" y="2310"/>
                    </a:cubicBezTo>
                    <a:cubicBezTo>
                      <a:pt x="955" y="2445"/>
                      <a:pt x="949" y="2581"/>
                      <a:pt x="949" y="2722"/>
                    </a:cubicBezTo>
                    <a:cubicBezTo>
                      <a:pt x="949" y="2756"/>
                      <a:pt x="944" y="2795"/>
                      <a:pt x="949" y="2829"/>
                    </a:cubicBezTo>
                    <a:cubicBezTo>
                      <a:pt x="949" y="2829"/>
                      <a:pt x="950" y="2830"/>
                      <a:pt x="950" y="2830"/>
                    </a:cubicBezTo>
                    <a:lnTo>
                      <a:pt x="950" y="2830"/>
                    </a:lnTo>
                    <a:cubicBezTo>
                      <a:pt x="908" y="2885"/>
                      <a:pt x="892" y="3001"/>
                      <a:pt x="865" y="3066"/>
                    </a:cubicBezTo>
                    <a:cubicBezTo>
                      <a:pt x="808" y="3236"/>
                      <a:pt x="746" y="3399"/>
                      <a:pt x="684" y="3569"/>
                    </a:cubicBezTo>
                    <a:cubicBezTo>
                      <a:pt x="537" y="3976"/>
                      <a:pt x="385" y="4382"/>
                      <a:pt x="238" y="4789"/>
                    </a:cubicBezTo>
                    <a:cubicBezTo>
                      <a:pt x="187" y="4936"/>
                      <a:pt x="131" y="5082"/>
                      <a:pt x="80" y="5229"/>
                    </a:cubicBezTo>
                    <a:cubicBezTo>
                      <a:pt x="57" y="5286"/>
                      <a:pt x="23" y="5348"/>
                      <a:pt x="18" y="5410"/>
                    </a:cubicBezTo>
                    <a:cubicBezTo>
                      <a:pt x="1" y="5625"/>
                      <a:pt x="18" y="5845"/>
                      <a:pt x="18" y="6059"/>
                    </a:cubicBezTo>
                    <a:lnTo>
                      <a:pt x="18" y="8459"/>
                    </a:lnTo>
                    <a:lnTo>
                      <a:pt x="18" y="9578"/>
                    </a:lnTo>
                    <a:lnTo>
                      <a:pt x="18" y="11780"/>
                    </a:lnTo>
                    <a:lnTo>
                      <a:pt x="18" y="13887"/>
                    </a:lnTo>
                    <a:lnTo>
                      <a:pt x="18" y="14005"/>
                    </a:lnTo>
                    <a:cubicBezTo>
                      <a:pt x="18" y="14079"/>
                      <a:pt x="85" y="14146"/>
                      <a:pt x="159" y="14146"/>
                    </a:cubicBezTo>
                    <a:lnTo>
                      <a:pt x="6569" y="14146"/>
                    </a:lnTo>
                    <a:cubicBezTo>
                      <a:pt x="6627" y="14146"/>
                      <a:pt x="6668" y="14118"/>
                      <a:pt x="6689" y="14079"/>
                    </a:cubicBezTo>
                    <a:lnTo>
                      <a:pt x="6689" y="14079"/>
                    </a:lnTo>
                    <a:cubicBezTo>
                      <a:pt x="6702" y="14060"/>
                      <a:pt x="6710" y="14035"/>
                      <a:pt x="6710" y="14005"/>
                    </a:cubicBezTo>
                    <a:lnTo>
                      <a:pt x="6710" y="12452"/>
                    </a:lnTo>
                    <a:lnTo>
                      <a:pt x="6710" y="9962"/>
                    </a:lnTo>
                    <a:lnTo>
                      <a:pt x="6710" y="9530"/>
                    </a:lnTo>
                    <a:lnTo>
                      <a:pt x="6710" y="9530"/>
                    </a:lnTo>
                    <a:cubicBezTo>
                      <a:pt x="7201" y="9516"/>
                      <a:pt x="7674" y="9423"/>
                      <a:pt x="8127" y="9222"/>
                    </a:cubicBezTo>
                    <a:cubicBezTo>
                      <a:pt x="8630" y="9002"/>
                      <a:pt x="9082" y="8651"/>
                      <a:pt x="9426" y="8222"/>
                    </a:cubicBezTo>
                    <a:cubicBezTo>
                      <a:pt x="9776" y="7782"/>
                      <a:pt x="10030" y="7262"/>
                      <a:pt x="10143" y="6709"/>
                    </a:cubicBezTo>
                    <a:cubicBezTo>
                      <a:pt x="10217" y="6342"/>
                      <a:pt x="10217" y="5975"/>
                      <a:pt x="10217" y="5602"/>
                    </a:cubicBezTo>
                    <a:lnTo>
                      <a:pt x="10217" y="4698"/>
                    </a:lnTo>
                    <a:lnTo>
                      <a:pt x="10787" y="4698"/>
                    </a:lnTo>
                    <a:cubicBezTo>
                      <a:pt x="11120" y="4698"/>
                      <a:pt x="11437" y="4552"/>
                      <a:pt x="11561" y="4224"/>
                    </a:cubicBezTo>
                    <a:cubicBezTo>
                      <a:pt x="11679" y="3925"/>
                      <a:pt x="11561" y="3625"/>
                      <a:pt x="11324" y="3433"/>
                    </a:cubicBezTo>
                    <a:cubicBezTo>
                      <a:pt x="11120" y="3275"/>
                      <a:pt x="10923" y="3117"/>
                      <a:pt x="10725" y="2959"/>
                    </a:cubicBezTo>
                    <a:cubicBezTo>
                      <a:pt x="10554" y="2824"/>
                      <a:pt x="10387" y="2694"/>
                      <a:pt x="10217" y="2560"/>
                    </a:cubicBezTo>
                    <a:lnTo>
                      <a:pt x="10217" y="2560"/>
                    </a:lnTo>
                    <a:cubicBezTo>
                      <a:pt x="10219" y="1748"/>
                      <a:pt x="10269" y="906"/>
                      <a:pt x="10092" y="101"/>
                    </a:cubicBezTo>
                    <a:cubicBezTo>
                      <a:pt x="10078" y="45"/>
                      <a:pt x="10013" y="0"/>
                      <a:pt x="995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01" name="Google Shape;1101;p39"/>
              <p:cNvSpPr/>
              <p:nvPr/>
            </p:nvSpPr>
            <p:spPr>
              <a:xfrm>
                <a:off x="4245050" y="1905325"/>
                <a:ext cx="999750" cy="705950"/>
              </a:xfrm>
              <a:custGeom>
                <a:avLst/>
                <a:gdLst/>
                <a:ahLst/>
                <a:cxnLst/>
                <a:rect l="l" t="t" r="r" b="b"/>
                <a:pathLst>
                  <a:path w="39990" h="28238" extrusionOk="0">
                    <a:moveTo>
                      <a:pt x="16098" y="390"/>
                    </a:moveTo>
                    <a:cubicBezTo>
                      <a:pt x="16349" y="1643"/>
                      <a:pt x="16601" y="2900"/>
                      <a:pt x="16852" y="4152"/>
                    </a:cubicBezTo>
                    <a:cubicBezTo>
                      <a:pt x="16886" y="4344"/>
                      <a:pt x="16925" y="4530"/>
                      <a:pt x="16959" y="4716"/>
                    </a:cubicBezTo>
                    <a:cubicBezTo>
                      <a:pt x="16973" y="4783"/>
                      <a:pt x="17036" y="4820"/>
                      <a:pt x="17097" y="4820"/>
                    </a:cubicBezTo>
                    <a:cubicBezTo>
                      <a:pt x="17134" y="4820"/>
                      <a:pt x="17171" y="4806"/>
                      <a:pt x="17196" y="4779"/>
                    </a:cubicBezTo>
                    <a:cubicBezTo>
                      <a:pt x="18044" y="3932"/>
                      <a:pt x="18891" y="3090"/>
                      <a:pt x="19738" y="2243"/>
                    </a:cubicBezTo>
                    <a:cubicBezTo>
                      <a:pt x="19823" y="2157"/>
                      <a:pt x="19909" y="2072"/>
                      <a:pt x="19995" y="1986"/>
                    </a:cubicBezTo>
                    <a:lnTo>
                      <a:pt x="19995" y="1986"/>
                    </a:lnTo>
                    <a:lnTo>
                      <a:pt x="22437" y="4423"/>
                    </a:lnTo>
                    <a:cubicBezTo>
                      <a:pt x="22556" y="4541"/>
                      <a:pt x="22674" y="4660"/>
                      <a:pt x="22799" y="4779"/>
                    </a:cubicBezTo>
                    <a:cubicBezTo>
                      <a:pt x="22824" y="4806"/>
                      <a:pt x="22861" y="4820"/>
                      <a:pt x="22898" y="4820"/>
                    </a:cubicBezTo>
                    <a:cubicBezTo>
                      <a:pt x="22959" y="4820"/>
                      <a:pt x="23020" y="4783"/>
                      <a:pt x="23030" y="4716"/>
                    </a:cubicBezTo>
                    <a:cubicBezTo>
                      <a:pt x="23296" y="3389"/>
                      <a:pt x="23561" y="2068"/>
                      <a:pt x="23826" y="741"/>
                    </a:cubicBezTo>
                    <a:cubicBezTo>
                      <a:pt x="23848" y="625"/>
                      <a:pt x="23871" y="509"/>
                      <a:pt x="23893" y="393"/>
                    </a:cubicBezTo>
                    <a:lnTo>
                      <a:pt x="23893" y="393"/>
                    </a:lnTo>
                    <a:cubicBezTo>
                      <a:pt x="24567" y="943"/>
                      <a:pt x="25292" y="1438"/>
                      <a:pt x="26018" y="1904"/>
                    </a:cubicBezTo>
                    <a:cubicBezTo>
                      <a:pt x="26831" y="2429"/>
                      <a:pt x="27667" y="2909"/>
                      <a:pt x="28531" y="3339"/>
                    </a:cubicBezTo>
                    <a:cubicBezTo>
                      <a:pt x="29417" y="3779"/>
                      <a:pt x="30315" y="4186"/>
                      <a:pt x="31168" y="4694"/>
                    </a:cubicBezTo>
                    <a:cubicBezTo>
                      <a:pt x="33393" y="6021"/>
                      <a:pt x="35426" y="7834"/>
                      <a:pt x="36669" y="10132"/>
                    </a:cubicBezTo>
                    <a:cubicBezTo>
                      <a:pt x="36883" y="10521"/>
                      <a:pt x="37080" y="10910"/>
                      <a:pt x="37198" y="11332"/>
                    </a:cubicBezTo>
                    <a:lnTo>
                      <a:pt x="37198" y="11332"/>
                    </a:lnTo>
                    <a:cubicBezTo>
                      <a:pt x="37199" y="11333"/>
                      <a:pt x="37199" y="11334"/>
                      <a:pt x="37199" y="11335"/>
                    </a:cubicBezTo>
                    <a:cubicBezTo>
                      <a:pt x="37199" y="11335"/>
                      <a:pt x="37199" y="11335"/>
                      <a:pt x="37199" y="11335"/>
                    </a:cubicBezTo>
                    <a:lnTo>
                      <a:pt x="37199" y="11335"/>
                    </a:lnTo>
                    <a:cubicBezTo>
                      <a:pt x="37200" y="11336"/>
                      <a:pt x="37200" y="11337"/>
                      <a:pt x="37200" y="11337"/>
                    </a:cubicBezTo>
                    <a:lnTo>
                      <a:pt x="37200" y="11337"/>
                    </a:lnTo>
                    <a:cubicBezTo>
                      <a:pt x="37482" y="12285"/>
                      <a:pt x="37696" y="13256"/>
                      <a:pt x="37911" y="14227"/>
                    </a:cubicBezTo>
                    <a:cubicBezTo>
                      <a:pt x="38470" y="16813"/>
                      <a:pt x="38894" y="19428"/>
                      <a:pt x="39199" y="22054"/>
                    </a:cubicBezTo>
                    <a:cubicBezTo>
                      <a:pt x="39430" y="24017"/>
                      <a:pt x="39597" y="25981"/>
                      <a:pt x="39700" y="27955"/>
                    </a:cubicBezTo>
                    <a:lnTo>
                      <a:pt x="296" y="27955"/>
                    </a:lnTo>
                    <a:cubicBezTo>
                      <a:pt x="479" y="24411"/>
                      <a:pt x="867" y="20878"/>
                      <a:pt x="1469" y="17389"/>
                    </a:cubicBezTo>
                    <a:cubicBezTo>
                      <a:pt x="1796" y="15514"/>
                      <a:pt x="2175" y="13639"/>
                      <a:pt x="2660" y="11804"/>
                    </a:cubicBezTo>
                    <a:cubicBezTo>
                      <a:pt x="2835" y="11160"/>
                      <a:pt x="3067" y="10590"/>
                      <a:pt x="3394" y="10008"/>
                    </a:cubicBezTo>
                    <a:cubicBezTo>
                      <a:pt x="4569" y="7907"/>
                      <a:pt x="6399" y="6213"/>
                      <a:pt x="8420" y="4937"/>
                    </a:cubicBezTo>
                    <a:cubicBezTo>
                      <a:pt x="9189" y="4457"/>
                      <a:pt x="9985" y="4033"/>
                      <a:pt x="10804" y="3655"/>
                    </a:cubicBezTo>
                    <a:cubicBezTo>
                      <a:pt x="11662" y="3259"/>
                      <a:pt x="12498" y="2813"/>
                      <a:pt x="13305" y="2322"/>
                    </a:cubicBezTo>
                    <a:cubicBezTo>
                      <a:pt x="14276" y="1740"/>
                      <a:pt x="15214" y="1098"/>
                      <a:pt x="16098" y="390"/>
                    </a:cubicBezTo>
                    <a:close/>
                    <a:moveTo>
                      <a:pt x="16191" y="1"/>
                    </a:moveTo>
                    <a:cubicBezTo>
                      <a:pt x="16112" y="1"/>
                      <a:pt x="16050" y="63"/>
                      <a:pt x="15994" y="114"/>
                    </a:cubicBezTo>
                    <a:cubicBezTo>
                      <a:pt x="15881" y="204"/>
                      <a:pt x="15762" y="295"/>
                      <a:pt x="15649" y="385"/>
                    </a:cubicBezTo>
                    <a:cubicBezTo>
                      <a:pt x="15180" y="746"/>
                      <a:pt x="14695" y="1091"/>
                      <a:pt x="14203" y="1418"/>
                    </a:cubicBezTo>
                    <a:cubicBezTo>
                      <a:pt x="13497" y="1893"/>
                      <a:pt x="12763" y="2333"/>
                      <a:pt x="12012" y="2734"/>
                    </a:cubicBezTo>
                    <a:cubicBezTo>
                      <a:pt x="11159" y="3197"/>
                      <a:pt x="10267" y="3570"/>
                      <a:pt x="9420" y="4033"/>
                    </a:cubicBezTo>
                    <a:cubicBezTo>
                      <a:pt x="7076" y="5298"/>
                      <a:pt x="4925" y="7049"/>
                      <a:pt x="3479" y="9308"/>
                    </a:cubicBezTo>
                    <a:cubicBezTo>
                      <a:pt x="3061" y="9968"/>
                      <a:pt x="2683" y="10674"/>
                      <a:pt x="2468" y="11437"/>
                    </a:cubicBezTo>
                    <a:cubicBezTo>
                      <a:pt x="2022" y="13041"/>
                      <a:pt x="1683" y="14678"/>
                      <a:pt x="1378" y="16316"/>
                    </a:cubicBezTo>
                    <a:cubicBezTo>
                      <a:pt x="746" y="19704"/>
                      <a:pt x="322" y="23132"/>
                      <a:pt x="96" y="26566"/>
                    </a:cubicBezTo>
                    <a:cubicBezTo>
                      <a:pt x="62" y="27074"/>
                      <a:pt x="29" y="27588"/>
                      <a:pt x="6" y="28096"/>
                    </a:cubicBezTo>
                    <a:cubicBezTo>
                      <a:pt x="0" y="28170"/>
                      <a:pt x="74" y="28238"/>
                      <a:pt x="147" y="28238"/>
                    </a:cubicBezTo>
                    <a:lnTo>
                      <a:pt x="39848" y="28238"/>
                    </a:lnTo>
                    <a:cubicBezTo>
                      <a:pt x="39921" y="28238"/>
                      <a:pt x="39989" y="28170"/>
                      <a:pt x="39989" y="28096"/>
                    </a:cubicBezTo>
                    <a:cubicBezTo>
                      <a:pt x="39820" y="24731"/>
                      <a:pt x="39464" y="21376"/>
                      <a:pt x="38922" y="18050"/>
                    </a:cubicBezTo>
                    <a:cubicBezTo>
                      <a:pt x="38600" y="16096"/>
                      <a:pt x="38216" y="14142"/>
                      <a:pt x="37730" y="12216"/>
                    </a:cubicBezTo>
                    <a:cubicBezTo>
                      <a:pt x="37651" y="11900"/>
                      <a:pt x="37566" y="11578"/>
                      <a:pt x="37470" y="11262"/>
                    </a:cubicBezTo>
                    <a:cubicBezTo>
                      <a:pt x="37369" y="10900"/>
                      <a:pt x="37205" y="10550"/>
                      <a:pt x="37036" y="10223"/>
                    </a:cubicBezTo>
                    <a:cubicBezTo>
                      <a:pt x="36589" y="9347"/>
                      <a:pt x="36019" y="8540"/>
                      <a:pt x="35381" y="7800"/>
                    </a:cubicBezTo>
                    <a:cubicBezTo>
                      <a:pt x="34387" y="6654"/>
                      <a:pt x="33212" y="5671"/>
                      <a:pt x="31947" y="4841"/>
                    </a:cubicBezTo>
                    <a:cubicBezTo>
                      <a:pt x="31112" y="4299"/>
                      <a:pt x="30236" y="3830"/>
                      <a:pt x="29333" y="3412"/>
                    </a:cubicBezTo>
                    <a:cubicBezTo>
                      <a:pt x="28412" y="2983"/>
                      <a:pt x="27514" y="2497"/>
                      <a:pt x="26644" y="1966"/>
                    </a:cubicBezTo>
                    <a:cubicBezTo>
                      <a:pt x="25933" y="1531"/>
                      <a:pt x="25244" y="1063"/>
                      <a:pt x="24578" y="566"/>
                    </a:cubicBezTo>
                    <a:cubicBezTo>
                      <a:pt x="24402" y="430"/>
                      <a:pt x="24227" y="295"/>
                      <a:pt x="24052" y="159"/>
                    </a:cubicBezTo>
                    <a:cubicBezTo>
                      <a:pt x="23985" y="103"/>
                      <a:pt x="23894" y="1"/>
                      <a:pt x="23798" y="1"/>
                    </a:cubicBezTo>
                    <a:cubicBezTo>
                      <a:pt x="23742" y="1"/>
                      <a:pt x="23674" y="46"/>
                      <a:pt x="23663" y="103"/>
                    </a:cubicBezTo>
                    <a:cubicBezTo>
                      <a:pt x="23403" y="1430"/>
                      <a:pt x="23137" y="2757"/>
                      <a:pt x="22872" y="4078"/>
                    </a:cubicBezTo>
                    <a:cubicBezTo>
                      <a:pt x="22850" y="4182"/>
                      <a:pt x="22830" y="4288"/>
                      <a:pt x="22809" y="4394"/>
                    </a:cubicBezTo>
                    <a:lnTo>
                      <a:pt x="22809" y="4394"/>
                    </a:lnTo>
                    <a:cubicBezTo>
                      <a:pt x="22024" y="3610"/>
                      <a:pt x="21240" y="2830"/>
                      <a:pt x="20455" y="2045"/>
                    </a:cubicBezTo>
                    <a:cubicBezTo>
                      <a:pt x="20336" y="1927"/>
                      <a:pt x="20218" y="1808"/>
                      <a:pt x="20094" y="1690"/>
                    </a:cubicBezTo>
                    <a:cubicBezTo>
                      <a:pt x="20068" y="1661"/>
                      <a:pt x="20033" y="1647"/>
                      <a:pt x="19997" y="1647"/>
                    </a:cubicBezTo>
                    <a:cubicBezTo>
                      <a:pt x="19961" y="1647"/>
                      <a:pt x="19924" y="1661"/>
                      <a:pt x="19896" y="1690"/>
                    </a:cubicBezTo>
                    <a:cubicBezTo>
                      <a:pt x="19049" y="2531"/>
                      <a:pt x="18202" y="3378"/>
                      <a:pt x="17355" y="4225"/>
                    </a:cubicBezTo>
                    <a:cubicBezTo>
                      <a:pt x="17298" y="4281"/>
                      <a:pt x="17242" y="4338"/>
                      <a:pt x="17186" y="4394"/>
                    </a:cubicBezTo>
                    <a:lnTo>
                      <a:pt x="17186" y="4394"/>
                    </a:lnTo>
                    <a:lnTo>
                      <a:pt x="16440" y="667"/>
                    </a:lnTo>
                    <a:cubicBezTo>
                      <a:pt x="16406" y="481"/>
                      <a:pt x="16366" y="289"/>
                      <a:pt x="16327" y="103"/>
                    </a:cubicBezTo>
                    <a:cubicBezTo>
                      <a:pt x="16315" y="46"/>
                      <a:pt x="16253" y="1"/>
                      <a:pt x="16191"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02" name="Google Shape;1102;p39"/>
              <p:cNvSpPr/>
              <p:nvPr/>
            </p:nvSpPr>
            <p:spPr>
              <a:xfrm>
                <a:off x="4645925" y="1903625"/>
                <a:ext cx="198325" cy="122200"/>
              </a:xfrm>
              <a:custGeom>
                <a:avLst/>
                <a:gdLst/>
                <a:ahLst/>
                <a:cxnLst/>
                <a:rect l="l" t="t" r="r" b="b"/>
                <a:pathLst>
                  <a:path w="7933" h="4888" extrusionOk="0">
                    <a:moveTo>
                      <a:pt x="7609" y="284"/>
                    </a:moveTo>
                    <a:lnTo>
                      <a:pt x="7340" y="1639"/>
                    </a:lnTo>
                    <a:cubicBezTo>
                      <a:pt x="7170" y="2469"/>
                      <a:pt x="7006" y="3299"/>
                      <a:pt x="6843" y="4129"/>
                    </a:cubicBezTo>
                    <a:cubicBezTo>
                      <a:pt x="6820" y="4239"/>
                      <a:pt x="6797" y="4351"/>
                      <a:pt x="6775" y="4462"/>
                    </a:cubicBezTo>
                    <a:lnTo>
                      <a:pt x="6775" y="4462"/>
                    </a:lnTo>
                    <a:cubicBezTo>
                      <a:pt x="6509" y="4197"/>
                      <a:pt x="6244" y="3932"/>
                      <a:pt x="5979" y="3666"/>
                    </a:cubicBezTo>
                    <a:cubicBezTo>
                      <a:pt x="5459" y="3152"/>
                      <a:pt x="4940" y="2633"/>
                      <a:pt x="4420" y="2113"/>
                    </a:cubicBezTo>
                    <a:cubicBezTo>
                      <a:pt x="4301" y="1995"/>
                      <a:pt x="4183" y="1876"/>
                      <a:pt x="4059" y="1758"/>
                    </a:cubicBezTo>
                    <a:cubicBezTo>
                      <a:pt x="4033" y="1729"/>
                      <a:pt x="3998" y="1715"/>
                      <a:pt x="3962" y="1715"/>
                    </a:cubicBezTo>
                    <a:cubicBezTo>
                      <a:pt x="3926" y="1715"/>
                      <a:pt x="3889" y="1729"/>
                      <a:pt x="3861" y="1758"/>
                    </a:cubicBezTo>
                    <a:cubicBezTo>
                      <a:pt x="3533" y="2085"/>
                      <a:pt x="3206" y="2407"/>
                      <a:pt x="2878" y="2735"/>
                    </a:cubicBezTo>
                    <a:cubicBezTo>
                      <a:pt x="2359" y="3254"/>
                      <a:pt x="1839" y="3774"/>
                      <a:pt x="1325" y="4288"/>
                    </a:cubicBezTo>
                    <a:cubicBezTo>
                      <a:pt x="1266" y="4344"/>
                      <a:pt x="1208" y="4402"/>
                      <a:pt x="1150" y="4460"/>
                    </a:cubicBezTo>
                    <a:lnTo>
                      <a:pt x="1150" y="4460"/>
                    </a:lnTo>
                    <a:cubicBezTo>
                      <a:pt x="1061" y="4019"/>
                      <a:pt x="975" y="3577"/>
                      <a:pt x="885" y="3135"/>
                    </a:cubicBezTo>
                    <a:cubicBezTo>
                      <a:pt x="721" y="2317"/>
                      <a:pt x="557" y="1492"/>
                      <a:pt x="393" y="673"/>
                    </a:cubicBezTo>
                    <a:cubicBezTo>
                      <a:pt x="366" y="542"/>
                      <a:pt x="342" y="413"/>
                      <a:pt x="317" y="284"/>
                    </a:cubicBezTo>
                    <a:close/>
                    <a:moveTo>
                      <a:pt x="160" y="0"/>
                    </a:moveTo>
                    <a:cubicBezTo>
                      <a:pt x="154" y="0"/>
                      <a:pt x="148" y="1"/>
                      <a:pt x="143" y="1"/>
                    </a:cubicBezTo>
                    <a:lnTo>
                      <a:pt x="143" y="1"/>
                    </a:lnTo>
                    <a:cubicBezTo>
                      <a:pt x="84" y="2"/>
                      <a:pt x="44" y="33"/>
                      <a:pt x="24" y="74"/>
                    </a:cubicBezTo>
                    <a:lnTo>
                      <a:pt x="24" y="74"/>
                    </a:lnTo>
                    <a:cubicBezTo>
                      <a:pt x="8" y="102"/>
                      <a:pt x="0" y="137"/>
                      <a:pt x="9" y="176"/>
                    </a:cubicBezTo>
                    <a:cubicBezTo>
                      <a:pt x="111" y="690"/>
                      <a:pt x="213" y="1198"/>
                      <a:pt x="314" y="1712"/>
                    </a:cubicBezTo>
                    <a:lnTo>
                      <a:pt x="811" y="4203"/>
                    </a:lnTo>
                    <a:cubicBezTo>
                      <a:pt x="851" y="4400"/>
                      <a:pt x="890" y="4592"/>
                      <a:pt x="924" y="4784"/>
                    </a:cubicBezTo>
                    <a:cubicBezTo>
                      <a:pt x="938" y="4851"/>
                      <a:pt x="1001" y="4888"/>
                      <a:pt x="1062" y="4888"/>
                    </a:cubicBezTo>
                    <a:cubicBezTo>
                      <a:pt x="1099" y="4888"/>
                      <a:pt x="1136" y="4874"/>
                      <a:pt x="1161" y="4847"/>
                    </a:cubicBezTo>
                    <a:cubicBezTo>
                      <a:pt x="1489" y="4519"/>
                      <a:pt x="1817" y="4192"/>
                      <a:pt x="2144" y="3870"/>
                    </a:cubicBezTo>
                    <a:cubicBezTo>
                      <a:pt x="2664" y="3350"/>
                      <a:pt x="3183" y="2831"/>
                      <a:pt x="3703" y="2317"/>
                    </a:cubicBezTo>
                    <a:lnTo>
                      <a:pt x="3961" y="2055"/>
                    </a:lnTo>
                    <a:lnTo>
                      <a:pt x="3961" y="2055"/>
                    </a:lnTo>
                    <a:cubicBezTo>
                      <a:pt x="4255" y="2349"/>
                      <a:pt x="4549" y="2643"/>
                      <a:pt x="4844" y="2938"/>
                    </a:cubicBezTo>
                    <a:cubicBezTo>
                      <a:pt x="5363" y="3452"/>
                      <a:pt x="5883" y="3971"/>
                      <a:pt x="6402" y="4491"/>
                    </a:cubicBezTo>
                    <a:cubicBezTo>
                      <a:pt x="6521" y="4609"/>
                      <a:pt x="6639" y="4728"/>
                      <a:pt x="6764" y="4847"/>
                    </a:cubicBezTo>
                    <a:cubicBezTo>
                      <a:pt x="6789" y="4874"/>
                      <a:pt x="6826" y="4888"/>
                      <a:pt x="6863" y="4888"/>
                    </a:cubicBezTo>
                    <a:cubicBezTo>
                      <a:pt x="6924" y="4888"/>
                      <a:pt x="6985" y="4851"/>
                      <a:pt x="6995" y="4784"/>
                    </a:cubicBezTo>
                    <a:cubicBezTo>
                      <a:pt x="7102" y="4259"/>
                      <a:pt x="7204" y="3734"/>
                      <a:pt x="7311" y="3209"/>
                    </a:cubicBezTo>
                    <a:cubicBezTo>
                      <a:pt x="7475" y="2390"/>
                      <a:pt x="7639" y="1571"/>
                      <a:pt x="7803" y="747"/>
                    </a:cubicBezTo>
                    <a:cubicBezTo>
                      <a:pt x="7842" y="560"/>
                      <a:pt x="7876" y="368"/>
                      <a:pt x="7916" y="176"/>
                    </a:cubicBezTo>
                    <a:cubicBezTo>
                      <a:pt x="7933" y="86"/>
                      <a:pt x="7876" y="1"/>
                      <a:pt x="7780" y="1"/>
                    </a:cubicBezTo>
                    <a:lnTo>
                      <a:pt x="177" y="1"/>
                    </a:lnTo>
                    <a:cubicBezTo>
                      <a:pt x="171" y="1"/>
                      <a:pt x="166" y="0"/>
                      <a:pt x="160"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103" name="Google Shape;1103;p39"/>
            <p:cNvGrpSpPr/>
            <p:nvPr/>
          </p:nvGrpSpPr>
          <p:grpSpPr>
            <a:xfrm>
              <a:off x="5808493" y="2919076"/>
              <a:ext cx="1370657" cy="1913231"/>
              <a:chOff x="2034250" y="3068250"/>
              <a:chExt cx="999750" cy="1395500"/>
            </a:xfrm>
          </p:grpSpPr>
          <p:sp>
            <p:nvSpPr>
              <p:cNvPr id="1104" name="Google Shape;1104;p39"/>
              <p:cNvSpPr/>
              <p:nvPr/>
            </p:nvSpPr>
            <p:spPr>
              <a:xfrm>
                <a:off x="2439725" y="3414150"/>
                <a:ext cx="310600" cy="350175"/>
              </a:xfrm>
              <a:custGeom>
                <a:avLst/>
                <a:gdLst/>
                <a:ahLst/>
                <a:cxnLst/>
                <a:rect l="l" t="t" r="r" b="b"/>
                <a:pathLst>
                  <a:path w="12424" h="14007" extrusionOk="0">
                    <a:moveTo>
                      <a:pt x="1001" y="2863"/>
                    </a:moveTo>
                    <a:lnTo>
                      <a:pt x="1001" y="2863"/>
                    </a:lnTo>
                    <a:cubicBezTo>
                      <a:pt x="1002" y="2874"/>
                      <a:pt x="1002" y="2878"/>
                      <a:pt x="1002" y="2878"/>
                    </a:cubicBezTo>
                    <a:cubicBezTo>
                      <a:pt x="1001" y="2878"/>
                      <a:pt x="1000" y="2871"/>
                      <a:pt x="1001" y="2863"/>
                    </a:cubicBezTo>
                    <a:close/>
                    <a:moveTo>
                      <a:pt x="9480" y="289"/>
                    </a:moveTo>
                    <a:cubicBezTo>
                      <a:pt x="9699" y="674"/>
                      <a:pt x="9887" y="1078"/>
                      <a:pt x="10036" y="1497"/>
                    </a:cubicBezTo>
                    <a:cubicBezTo>
                      <a:pt x="10115" y="1723"/>
                      <a:pt x="10183" y="1955"/>
                      <a:pt x="10239" y="2186"/>
                    </a:cubicBezTo>
                    <a:cubicBezTo>
                      <a:pt x="10268" y="2299"/>
                      <a:pt x="10290" y="2424"/>
                      <a:pt x="10318" y="2537"/>
                    </a:cubicBezTo>
                    <a:cubicBezTo>
                      <a:pt x="10330" y="2576"/>
                      <a:pt x="10341" y="2604"/>
                      <a:pt x="10369" y="2627"/>
                    </a:cubicBezTo>
                    <a:cubicBezTo>
                      <a:pt x="10488" y="2740"/>
                      <a:pt x="10629" y="2836"/>
                      <a:pt x="10759" y="2938"/>
                    </a:cubicBezTo>
                    <a:cubicBezTo>
                      <a:pt x="10962" y="3096"/>
                      <a:pt x="11171" y="3259"/>
                      <a:pt x="11374" y="3423"/>
                    </a:cubicBezTo>
                    <a:cubicBezTo>
                      <a:pt x="11499" y="3525"/>
                      <a:pt x="11623" y="3621"/>
                      <a:pt x="11747" y="3722"/>
                    </a:cubicBezTo>
                    <a:cubicBezTo>
                      <a:pt x="11911" y="3852"/>
                      <a:pt x="11990" y="4050"/>
                      <a:pt x="11900" y="4248"/>
                    </a:cubicBezTo>
                    <a:cubicBezTo>
                      <a:pt x="11809" y="4434"/>
                      <a:pt x="11617" y="4530"/>
                      <a:pt x="11414" y="4536"/>
                    </a:cubicBezTo>
                    <a:lnTo>
                      <a:pt x="10573" y="4536"/>
                    </a:lnTo>
                    <a:cubicBezTo>
                      <a:pt x="10488" y="4536"/>
                      <a:pt x="10437" y="4598"/>
                      <a:pt x="10431" y="4677"/>
                    </a:cubicBezTo>
                    <a:cubicBezTo>
                      <a:pt x="10245" y="6258"/>
                      <a:pt x="9370" y="7726"/>
                      <a:pt x="8054" y="8636"/>
                    </a:cubicBezTo>
                    <a:cubicBezTo>
                      <a:pt x="7687" y="8890"/>
                      <a:pt x="7291" y="9099"/>
                      <a:pt x="6879" y="9257"/>
                    </a:cubicBezTo>
                    <a:cubicBezTo>
                      <a:pt x="6817" y="9279"/>
                      <a:pt x="6772" y="9330"/>
                      <a:pt x="6772" y="9398"/>
                    </a:cubicBezTo>
                    <a:lnTo>
                      <a:pt x="6772" y="10900"/>
                    </a:lnTo>
                    <a:lnTo>
                      <a:pt x="6772" y="13312"/>
                    </a:lnTo>
                    <a:lnTo>
                      <a:pt x="6772" y="13724"/>
                    </a:lnTo>
                    <a:lnTo>
                      <a:pt x="300" y="13724"/>
                    </a:lnTo>
                    <a:lnTo>
                      <a:pt x="300" y="12301"/>
                    </a:lnTo>
                    <a:lnTo>
                      <a:pt x="300" y="10047"/>
                    </a:lnTo>
                    <a:lnTo>
                      <a:pt x="300" y="9076"/>
                    </a:lnTo>
                    <a:lnTo>
                      <a:pt x="300" y="6648"/>
                    </a:lnTo>
                    <a:lnTo>
                      <a:pt x="300" y="5756"/>
                    </a:lnTo>
                    <a:cubicBezTo>
                      <a:pt x="300" y="5702"/>
                      <a:pt x="310" y="5644"/>
                      <a:pt x="302" y="5589"/>
                    </a:cubicBezTo>
                    <a:lnTo>
                      <a:pt x="302" y="5589"/>
                    </a:lnTo>
                    <a:cubicBezTo>
                      <a:pt x="317" y="5567"/>
                      <a:pt x="323" y="5529"/>
                      <a:pt x="334" y="5501"/>
                    </a:cubicBezTo>
                    <a:cubicBezTo>
                      <a:pt x="588" y="4807"/>
                      <a:pt x="842" y="4112"/>
                      <a:pt x="1096" y="3423"/>
                    </a:cubicBezTo>
                    <a:cubicBezTo>
                      <a:pt x="1141" y="3293"/>
                      <a:pt x="1187" y="3163"/>
                      <a:pt x="1237" y="3039"/>
                    </a:cubicBezTo>
                    <a:cubicBezTo>
                      <a:pt x="1254" y="2988"/>
                      <a:pt x="1277" y="2932"/>
                      <a:pt x="1283" y="2881"/>
                    </a:cubicBezTo>
                    <a:cubicBezTo>
                      <a:pt x="1294" y="2678"/>
                      <a:pt x="1283" y="2474"/>
                      <a:pt x="1300" y="2271"/>
                    </a:cubicBezTo>
                    <a:cubicBezTo>
                      <a:pt x="1379" y="1537"/>
                      <a:pt x="1701" y="712"/>
                      <a:pt x="2531" y="616"/>
                    </a:cubicBezTo>
                    <a:cubicBezTo>
                      <a:pt x="2886" y="577"/>
                      <a:pt x="3242" y="560"/>
                      <a:pt x="3598" y="543"/>
                    </a:cubicBezTo>
                    <a:cubicBezTo>
                      <a:pt x="4135" y="520"/>
                      <a:pt x="4665" y="498"/>
                      <a:pt x="5196" y="475"/>
                    </a:cubicBezTo>
                    <a:cubicBezTo>
                      <a:pt x="6399" y="430"/>
                      <a:pt x="7602" y="396"/>
                      <a:pt x="8805" y="328"/>
                    </a:cubicBezTo>
                    <a:cubicBezTo>
                      <a:pt x="9027" y="318"/>
                      <a:pt x="9253" y="304"/>
                      <a:pt x="9480" y="289"/>
                    </a:cubicBezTo>
                    <a:close/>
                    <a:moveTo>
                      <a:pt x="9572" y="0"/>
                    </a:moveTo>
                    <a:cubicBezTo>
                      <a:pt x="9568" y="0"/>
                      <a:pt x="9565" y="0"/>
                      <a:pt x="9562" y="1"/>
                    </a:cubicBezTo>
                    <a:cubicBezTo>
                      <a:pt x="8387" y="80"/>
                      <a:pt x="7212" y="119"/>
                      <a:pt x="6038" y="165"/>
                    </a:cubicBezTo>
                    <a:cubicBezTo>
                      <a:pt x="4999" y="204"/>
                      <a:pt x="3959" y="227"/>
                      <a:pt x="2920" y="300"/>
                    </a:cubicBezTo>
                    <a:cubicBezTo>
                      <a:pt x="2548" y="328"/>
                      <a:pt x="2169" y="351"/>
                      <a:pt x="1847" y="566"/>
                    </a:cubicBezTo>
                    <a:cubicBezTo>
                      <a:pt x="1497" y="803"/>
                      <a:pt x="1283" y="1176"/>
                      <a:pt x="1158" y="1571"/>
                    </a:cubicBezTo>
                    <a:cubicBezTo>
                      <a:pt x="1051" y="1898"/>
                      <a:pt x="1006" y="2249"/>
                      <a:pt x="1000" y="2599"/>
                    </a:cubicBezTo>
                    <a:cubicBezTo>
                      <a:pt x="995" y="2682"/>
                      <a:pt x="989" y="2771"/>
                      <a:pt x="1000" y="2855"/>
                    </a:cubicBezTo>
                    <a:lnTo>
                      <a:pt x="1000" y="2855"/>
                    </a:lnTo>
                    <a:cubicBezTo>
                      <a:pt x="987" y="2873"/>
                      <a:pt x="983" y="2900"/>
                      <a:pt x="978" y="2915"/>
                    </a:cubicBezTo>
                    <a:cubicBezTo>
                      <a:pt x="729" y="3604"/>
                      <a:pt x="475" y="4293"/>
                      <a:pt x="227" y="4982"/>
                    </a:cubicBezTo>
                    <a:cubicBezTo>
                      <a:pt x="176" y="5117"/>
                      <a:pt x="125" y="5253"/>
                      <a:pt x="74" y="5388"/>
                    </a:cubicBezTo>
                    <a:cubicBezTo>
                      <a:pt x="57" y="5451"/>
                      <a:pt x="23" y="5513"/>
                      <a:pt x="18" y="5575"/>
                    </a:cubicBezTo>
                    <a:cubicBezTo>
                      <a:pt x="1" y="5733"/>
                      <a:pt x="18" y="5897"/>
                      <a:pt x="18" y="6055"/>
                    </a:cubicBezTo>
                    <a:lnTo>
                      <a:pt x="18" y="8455"/>
                    </a:lnTo>
                    <a:lnTo>
                      <a:pt x="18" y="9799"/>
                    </a:lnTo>
                    <a:lnTo>
                      <a:pt x="18" y="11634"/>
                    </a:lnTo>
                    <a:lnTo>
                      <a:pt x="18" y="13741"/>
                    </a:lnTo>
                    <a:lnTo>
                      <a:pt x="18" y="13865"/>
                    </a:lnTo>
                    <a:cubicBezTo>
                      <a:pt x="18" y="13938"/>
                      <a:pt x="80" y="14006"/>
                      <a:pt x="159" y="14006"/>
                    </a:cubicBezTo>
                    <a:lnTo>
                      <a:pt x="6913" y="14006"/>
                    </a:lnTo>
                    <a:cubicBezTo>
                      <a:pt x="6992" y="14006"/>
                      <a:pt x="7054" y="13944"/>
                      <a:pt x="7054" y="13865"/>
                    </a:cubicBezTo>
                    <a:lnTo>
                      <a:pt x="7054" y="12357"/>
                    </a:lnTo>
                    <a:lnTo>
                      <a:pt x="7054" y="9946"/>
                    </a:lnTo>
                    <a:lnTo>
                      <a:pt x="7054" y="9493"/>
                    </a:lnTo>
                    <a:lnTo>
                      <a:pt x="7054" y="9493"/>
                    </a:lnTo>
                    <a:cubicBezTo>
                      <a:pt x="8582" y="8869"/>
                      <a:pt x="9800" y="7625"/>
                      <a:pt x="10381" y="6077"/>
                    </a:cubicBezTo>
                    <a:cubicBezTo>
                      <a:pt x="10533" y="5670"/>
                      <a:pt x="10635" y="5245"/>
                      <a:pt x="10695" y="4818"/>
                    </a:cubicBezTo>
                    <a:lnTo>
                      <a:pt x="11086" y="4818"/>
                    </a:lnTo>
                    <a:cubicBezTo>
                      <a:pt x="11150" y="4818"/>
                      <a:pt x="11216" y="4820"/>
                      <a:pt x="11283" y="4820"/>
                    </a:cubicBezTo>
                    <a:cubicBezTo>
                      <a:pt x="11399" y="4820"/>
                      <a:pt x="11517" y="4815"/>
                      <a:pt x="11629" y="4790"/>
                    </a:cubicBezTo>
                    <a:cubicBezTo>
                      <a:pt x="12208" y="4649"/>
                      <a:pt x="12424" y="3913"/>
                      <a:pt x="11955" y="3523"/>
                    </a:cubicBezTo>
                    <a:lnTo>
                      <a:pt x="11955" y="3523"/>
                    </a:lnTo>
                    <a:cubicBezTo>
                      <a:pt x="11953" y="3522"/>
                      <a:pt x="11952" y="3520"/>
                      <a:pt x="11950" y="3519"/>
                    </a:cubicBezTo>
                    <a:lnTo>
                      <a:pt x="11950" y="3519"/>
                    </a:lnTo>
                    <a:cubicBezTo>
                      <a:pt x="11950" y="3519"/>
                      <a:pt x="11950" y="3519"/>
                      <a:pt x="11950" y="3519"/>
                    </a:cubicBezTo>
                    <a:cubicBezTo>
                      <a:pt x="11949" y="3518"/>
                      <a:pt x="11948" y="3517"/>
                      <a:pt x="11947" y="3516"/>
                    </a:cubicBezTo>
                    <a:lnTo>
                      <a:pt x="11947" y="3516"/>
                    </a:lnTo>
                    <a:cubicBezTo>
                      <a:pt x="11643" y="3280"/>
                      <a:pt x="11345" y="3044"/>
                      <a:pt x="11047" y="2802"/>
                    </a:cubicBezTo>
                    <a:cubicBezTo>
                      <a:pt x="10894" y="2689"/>
                      <a:pt x="10748" y="2570"/>
                      <a:pt x="10595" y="2452"/>
                    </a:cubicBezTo>
                    <a:cubicBezTo>
                      <a:pt x="10590" y="2447"/>
                      <a:pt x="10584" y="2442"/>
                      <a:pt x="10579" y="2438"/>
                    </a:cubicBezTo>
                    <a:lnTo>
                      <a:pt x="10579" y="2438"/>
                    </a:lnTo>
                    <a:cubicBezTo>
                      <a:pt x="10581" y="2434"/>
                      <a:pt x="10581" y="2423"/>
                      <a:pt x="10578" y="2401"/>
                    </a:cubicBezTo>
                    <a:cubicBezTo>
                      <a:pt x="10578" y="2339"/>
                      <a:pt x="10550" y="2271"/>
                      <a:pt x="10539" y="2215"/>
                    </a:cubicBezTo>
                    <a:cubicBezTo>
                      <a:pt x="10482" y="1977"/>
                      <a:pt x="10414" y="1752"/>
                      <a:pt x="10341" y="1520"/>
                    </a:cubicBezTo>
                    <a:cubicBezTo>
                      <a:pt x="10172" y="1017"/>
                      <a:pt x="9946" y="532"/>
                      <a:pt x="9680" y="69"/>
                    </a:cubicBezTo>
                    <a:cubicBezTo>
                      <a:pt x="9659" y="32"/>
                      <a:pt x="9614" y="0"/>
                      <a:pt x="9572"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05" name="Google Shape;1105;p39"/>
              <p:cNvSpPr/>
              <p:nvPr/>
            </p:nvSpPr>
            <p:spPr>
              <a:xfrm>
                <a:off x="2238400" y="3068250"/>
                <a:ext cx="491350" cy="593850"/>
              </a:xfrm>
              <a:custGeom>
                <a:avLst/>
                <a:gdLst/>
                <a:ahLst/>
                <a:cxnLst/>
                <a:rect l="l" t="t" r="r" b="b"/>
                <a:pathLst>
                  <a:path w="19654" h="23754" extrusionOk="0">
                    <a:moveTo>
                      <a:pt x="9053" y="16696"/>
                    </a:moveTo>
                    <a:cubicBezTo>
                      <a:pt x="9052" y="16706"/>
                      <a:pt x="9051" y="16710"/>
                      <a:pt x="9050" y="16710"/>
                    </a:cubicBezTo>
                    <a:cubicBezTo>
                      <a:pt x="9049" y="16710"/>
                      <a:pt x="9049" y="16704"/>
                      <a:pt x="9053" y="16696"/>
                    </a:cubicBezTo>
                    <a:close/>
                    <a:moveTo>
                      <a:pt x="10377" y="281"/>
                    </a:moveTo>
                    <a:cubicBezTo>
                      <a:pt x="10954" y="281"/>
                      <a:pt x="11532" y="408"/>
                      <a:pt x="12063" y="667"/>
                    </a:cubicBezTo>
                    <a:cubicBezTo>
                      <a:pt x="13306" y="1272"/>
                      <a:pt x="14164" y="2525"/>
                      <a:pt x="14260" y="3909"/>
                    </a:cubicBezTo>
                    <a:cubicBezTo>
                      <a:pt x="14362" y="5388"/>
                      <a:pt x="13599" y="6829"/>
                      <a:pt x="12312" y="7574"/>
                    </a:cubicBezTo>
                    <a:cubicBezTo>
                      <a:pt x="12154" y="7664"/>
                      <a:pt x="11990" y="7743"/>
                      <a:pt x="11826" y="7811"/>
                    </a:cubicBezTo>
                    <a:cubicBezTo>
                      <a:pt x="11687" y="7867"/>
                      <a:pt x="11690" y="8088"/>
                      <a:pt x="11854" y="8088"/>
                    </a:cubicBezTo>
                    <a:cubicBezTo>
                      <a:pt x="11856" y="8088"/>
                      <a:pt x="11858" y="8088"/>
                      <a:pt x="11860" y="8088"/>
                    </a:cubicBezTo>
                    <a:lnTo>
                      <a:pt x="13492" y="8065"/>
                    </a:lnTo>
                    <a:cubicBezTo>
                      <a:pt x="13970" y="8056"/>
                      <a:pt x="14453" y="8034"/>
                      <a:pt x="14932" y="8034"/>
                    </a:cubicBezTo>
                    <a:cubicBezTo>
                      <a:pt x="15025" y="8034"/>
                      <a:pt x="15117" y="8035"/>
                      <a:pt x="15209" y="8037"/>
                    </a:cubicBezTo>
                    <a:cubicBezTo>
                      <a:pt x="16016" y="8054"/>
                      <a:pt x="16818" y="8252"/>
                      <a:pt x="17524" y="8647"/>
                    </a:cubicBezTo>
                    <a:cubicBezTo>
                      <a:pt x="18055" y="8958"/>
                      <a:pt x="18530" y="9364"/>
                      <a:pt x="18857" y="9889"/>
                    </a:cubicBezTo>
                    <a:cubicBezTo>
                      <a:pt x="19117" y="10302"/>
                      <a:pt x="19281" y="10770"/>
                      <a:pt x="19337" y="11256"/>
                    </a:cubicBezTo>
                    <a:cubicBezTo>
                      <a:pt x="19394" y="11680"/>
                      <a:pt x="19377" y="12109"/>
                      <a:pt x="19309" y="12532"/>
                    </a:cubicBezTo>
                    <a:cubicBezTo>
                      <a:pt x="19275" y="12753"/>
                      <a:pt x="19235" y="12984"/>
                      <a:pt x="19128" y="13176"/>
                    </a:cubicBezTo>
                    <a:cubicBezTo>
                      <a:pt x="18993" y="13436"/>
                      <a:pt x="18761" y="13639"/>
                      <a:pt x="18484" y="13730"/>
                    </a:cubicBezTo>
                    <a:cubicBezTo>
                      <a:pt x="18179" y="13831"/>
                      <a:pt x="17829" y="13820"/>
                      <a:pt x="17507" y="13843"/>
                    </a:cubicBezTo>
                    <a:cubicBezTo>
                      <a:pt x="17242" y="13859"/>
                      <a:pt x="16982" y="13876"/>
                      <a:pt x="16722" y="13888"/>
                    </a:cubicBezTo>
                    <a:cubicBezTo>
                      <a:pt x="16124" y="13922"/>
                      <a:pt x="15531" y="13944"/>
                      <a:pt x="14932" y="13967"/>
                    </a:cubicBezTo>
                    <a:cubicBezTo>
                      <a:pt x="13808" y="14012"/>
                      <a:pt x="12690" y="14046"/>
                      <a:pt x="11566" y="14102"/>
                    </a:cubicBezTo>
                    <a:cubicBezTo>
                      <a:pt x="11222" y="14119"/>
                      <a:pt x="10877" y="14136"/>
                      <a:pt x="10533" y="14176"/>
                    </a:cubicBezTo>
                    <a:cubicBezTo>
                      <a:pt x="10092" y="14232"/>
                      <a:pt x="9725" y="14464"/>
                      <a:pt x="9477" y="14831"/>
                    </a:cubicBezTo>
                    <a:cubicBezTo>
                      <a:pt x="9262" y="15153"/>
                      <a:pt x="9149" y="15542"/>
                      <a:pt x="9093" y="15921"/>
                    </a:cubicBezTo>
                    <a:cubicBezTo>
                      <a:pt x="9059" y="16169"/>
                      <a:pt x="9036" y="16429"/>
                      <a:pt x="9053" y="16677"/>
                    </a:cubicBezTo>
                    <a:cubicBezTo>
                      <a:pt x="9053" y="16683"/>
                      <a:pt x="9053" y="16688"/>
                      <a:pt x="9053" y="16692"/>
                    </a:cubicBezTo>
                    <a:lnTo>
                      <a:pt x="9053" y="16692"/>
                    </a:lnTo>
                    <a:cubicBezTo>
                      <a:pt x="9047" y="16704"/>
                      <a:pt x="9046" y="16721"/>
                      <a:pt x="9042" y="16734"/>
                    </a:cubicBezTo>
                    <a:cubicBezTo>
                      <a:pt x="9002" y="16836"/>
                      <a:pt x="8963" y="16937"/>
                      <a:pt x="8929" y="17039"/>
                    </a:cubicBezTo>
                    <a:lnTo>
                      <a:pt x="8522" y="18146"/>
                    </a:lnTo>
                    <a:cubicBezTo>
                      <a:pt x="8398" y="18485"/>
                      <a:pt x="8274" y="18823"/>
                      <a:pt x="8155" y="19162"/>
                    </a:cubicBezTo>
                    <a:cubicBezTo>
                      <a:pt x="8110" y="19281"/>
                      <a:pt x="8071" y="19371"/>
                      <a:pt x="8071" y="19496"/>
                    </a:cubicBezTo>
                    <a:lnTo>
                      <a:pt x="8071" y="21466"/>
                    </a:lnTo>
                    <a:lnTo>
                      <a:pt x="8071" y="23459"/>
                    </a:lnTo>
                    <a:lnTo>
                      <a:pt x="8071" y="23459"/>
                    </a:lnTo>
                    <a:cubicBezTo>
                      <a:pt x="7965" y="23442"/>
                      <a:pt x="7855" y="23412"/>
                      <a:pt x="7754" y="23392"/>
                    </a:cubicBezTo>
                    <a:cubicBezTo>
                      <a:pt x="7602" y="23364"/>
                      <a:pt x="7455" y="23336"/>
                      <a:pt x="7303" y="23302"/>
                    </a:cubicBezTo>
                    <a:cubicBezTo>
                      <a:pt x="7037" y="23245"/>
                      <a:pt x="6772" y="23178"/>
                      <a:pt x="6512" y="23099"/>
                    </a:cubicBezTo>
                    <a:cubicBezTo>
                      <a:pt x="6111" y="22974"/>
                      <a:pt x="5716" y="22822"/>
                      <a:pt x="5354" y="22602"/>
                    </a:cubicBezTo>
                    <a:cubicBezTo>
                      <a:pt x="4784" y="22251"/>
                      <a:pt x="4383" y="21749"/>
                      <a:pt x="4084" y="21156"/>
                    </a:cubicBezTo>
                    <a:cubicBezTo>
                      <a:pt x="3739" y="20461"/>
                      <a:pt x="3496" y="19727"/>
                      <a:pt x="3186" y="19021"/>
                    </a:cubicBezTo>
                    <a:cubicBezTo>
                      <a:pt x="2982" y="18558"/>
                      <a:pt x="2756" y="18106"/>
                      <a:pt x="2502" y="17666"/>
                    </a:cubicBezTo>
                    <a:cubicBezTo>
                      <a:pt x="2333" y="17366"/>
                      <a:pt x="2147" y="17078"/>
                      <a:pt x="1921" y="16819"/>
                    </a:cubicBezTo>
                    <a:cubicBezTo>
                      <a:pt x="1779" y="16649"/>
                      <a:pt x="1621" y="16502"/>
                      <a:pt x="1469" y="16344"/>
                    </a:cubicBezTo>
                    <a:cubicBezTo>
                      <a:pt x="899" y="15734"/>
                      <a:pt x="509" y="14972"/>
                      <a:pt x="362" y="14147"/>
                    </a:cubicBezTo>
                    <a:cubicBezTo>
                      <a:pt x="147" y="12928"/>
                      <a:pt x="498" y="11595"/>
                      <a:pt x="1153" y="10556"/>
                    </a:cubicBezTo>
                    <a:cubicBezTo>
                      <a:pt x="1667" y="9748"/>
                      <a:pt x="2418" y="9133"/>
                      <a:pt x="3282" y="8737"/>
                    </a:cubicBezTo>
                    <a:cubicBezTo>
                      <a:pt x="4021" y="8399"/>
                      <a:pt x="4835" y="8218"/>
                      <a:pt x="5642" y="8144"/>
                    </a:cubicBezTo>
                    <a:cubicBezTo>
                      <a:pt x="5930" y="8120"/>
                      <a:pt x="6218" y="8108"/>
                      <a:pt x="6506" y="8108"/>
                    </a:cubicBezTo>
                    <a:cubicBezTo>
                      <a:pt x="6760" y="8108"/>
                      <a:pt x="7015" y="8118"/>
                      <a:pt x="7269" y="8139"/>
                    </a:cubicBezTo>
                    <a:cubicBezTo>
                      <a:pt x="7453" y="8156"/>
                      <a:pt x="7638" y="8162"/>
                      <a:pt x="7824" y="8162"/>
                    </a:cubicBezTo>
                    <a:cubicBezTo>
                      <a:pt x="8118" y="8162"/>
                      <a:pt x="8413" y="8148"/>
                      <a:pt x="8703" y="8144"/>
                    </a:cubicBezTo>
                    <a:cubicBezTo>
                      <a:pt x="8799" y="8139"/>
                      <a:pt x="8890" y="8139"/>
                      <a:pt x="8980" y="8139"/>
                    </a:cubicBezTo>
                    <a:cubicBezTo>
                      <a:pt x="9149" y="8133"/>
                      <a:pt x="9166" y="7913"/>
                      <a:pt x="9019" y="7862"/>
                    </a:cubicBezTo>
                    <a:cubicBezTo>
                      <a:pt x="7653" y="7359"/>
                      <a:pt x="6636" y="6089"/>
                      <a:pt x="6478" y="4637"/>
                    </a:cubicBezTo>
                    <a:cubicBezTo>
                      <a:pt x="6320" y="3231"/>
                      <a:pt x="6941" y="1814"/>
                      <a:pt x="8099" y="1001"/>
                    </a:cubicBezTo>
                    <a:cubicBezTo>
                      <a:pt x="8770" y="527"/>
                      <a:pt x="9573" y="281"/>
                      <a:pt x="10377" y="281"/>
                    </a:cubicBezTo>
                    <a:close/>
                    <a:moveTo>
                      <a:pt x="10357" y="1"/>
                    </a:moveTo>
                    <a:cubicBezTo>
                      <a:pt x="9678" y="1"/>
                      <a:pt x="8998" y="162"/>
                      <a:pt x="8387" y="487"/>
                    </a:cubicBezTo>
                    <a:cubicBezTo>
                      <a:pt x="7065" y="1193"/>
                      <a:pt x="6207" y="2587"/>
                      <a:pt x="6167" y="4090"/>
                    </a:cubicBezTo>
                    <a:cubicBezTo>
                      <a:pt x="6134" y="5640"/>
                      <a:pt x="6987" y="7120"/>
                      <a:pt x="8349" y="7866"/>
                    </a:cubicBezTo>
                    <a:lnTo>
                      <a:pt x="8349" y="7866"/>
                    </a:lnTo>
                    <a:cubicBezTo>
                      <a:pt x="8259" y="7867"/>
                      <a:pt x="8168" y="7868"/>
                      <a:pt x="8076" y="7868"/>
                    </a:cubicBezTo>
                    <a:cubicBezTo>
                      <a:pt x="7931" y="7871"/>
                      <a:pt x="7783" y="7886"/>
                      <a:pt x="7636" y="7886"/>
                    </a:cubicBezTo>
                    <a:cubicBezTo>
                      <a:pt x="7566" y="7886"/>
                      <a:pt x="7496" y="7882"/>
                      <a:pt x="7427" y="7873"/>
                    </a:cubicBezTo>
                    <a:cubicBezTo>
                      <a:pt x="7121" y="7839"/>
                      <a:pt x="6810" y="7825"/>
                      <a:pt x="6501" y="7825"/>
                    </a:cubicBezTo>
                    <a:cubicBezTo>
                      <a:pt x="6353" y="7825"/>
                      <a:pt x="6206" y="7828"/>
                      <a:pt x="6060" y="7834"/>
                    </a:cubicBezTo>
                    <a:cubicBezTo>
                      <a:pt x="5253" y="7873"/>
                      <a:pt x="4445" y="8003"/>
                      <a:pt x="3683" y="8274"/>
                    </a:cubicBezTo>
                    <a:cubicBezTo>
                      <a:pt x="2790" y="8591"/>
                      <a:pt x="1960" y="9104"/>
                      <a:pt x="1339" y="9833"/>
                    </a:cubicBezTo>
                    <a:cubicBezTo>
                      <a:pt x="966" y="10268"/>
                      <a:pt x="684" y="10753"/>
                      <a:pt x="469" y="11279"/>
                    </a:cubicBezTo>
                    <a:cubicBezTo>
                      <a:pt x="204" y="11928"/>
                      <a:pt x="34" y="12623"/>
                      <a:pt x="18" y="13329"/>
                    </a:cubicBezTo>
                    <a:cubicBezTo>
                      <a:pt x="1" y="14323"/>
                      <a:pt x="311" y="15300"/>
                      <a:pt x="899" y="16096"/>
                    </a:cubicBezTo>
                    <a:cubicBezTo>
                      <a:pt x="1130" y="16412"/>
                      <a:pt x="1412" y="16661"/>
                      <a:pt x="1667" y="16954"/>
                    </a:cubicBezTo>
                    <a:cubicBezTo>
                      <a:pt x="2079" y="17417"/>
                      <a:pt x="2372" y="17982"/>
                      <a:pt x="2649" y="18535"/>
                    </a:cubicBezTo>
                    <a:cubicBezTo>
                      <a:pt x="3028" y="19304"/>
                      <a:pt x="3310" y="20105"/>
                      <a:pt x="3649" y="20890"/>
                    </a:cubicBezTo>
                    <a:cubicBezTo>
                      <a:pt x="3920" y="21512"/>
                      <a:pt x="4259" y="22110"/>
                      <a:pt x="4790" y="22545"/>
                    </a:cubicBezTo>
                    <a:cubicBezTo>
                      <a:pt x="5501" y="23127"/>
                      <a:pt x="6410" y="23403"/>
                      <a:pt x="7291" y="23590"/>
                    </a:cubicBezTo>
                    <a:cubicBezTo>
                      <a:pt x="7444" y="23624"/>
                      <a:pt x="7596" y="23652"/>
                      <a:pt x="7749" y="23680"/>
                    </a:cubicBezTo>
                    <a:cubicBezTo>
                      <a:pt x="7896" y="23703"/>
                      <a:pt x="8059" y="23754"/>
                      <a:pt x="8212" y="23754"/>
                    </a:cubicBezTo>
                    <a:cubicBezTo>
                      <a:pt x="8285" y="23754"/>
                      <a:pt x="8353" y="23686"/>
                      <a:pt x="8353" y="23612"/>
                    </a:cubicBezTo>
                    <a:lnTo>
                      <a:pt x="8353" y="22071"/>
                    </a:lnTo>
                    <a:lnTo>
                      <a:pt x="8353" y="19761"/>
                    </a:lnTo>
                    <a:lnTo>
                      <a:pt x="8353" y="19479"/>
                    </a:lnTo>
                    <a:cubicBezTo>
                      <a:pt x="8353" y="19465"/>
                      <a:pt x="8357" y="19448"/>
                      <a:pt x="8355" y="19430"/>
                    </a:cubicBezTo>
                    <a:lnTo>
                      <a:pt x="8355" y="19430"/>
                    </a:lnTo>
                    <a:cubicBezTo>
                      <a:pt x="8399" y="19357"/>
                      <a:pt x="8416" y="19257"/>
                      <a:pt x="8449" y="19179"/>
                    </a:cubicBezTo>
                    <a:cubicBezTo>
                      <a:pt x="8505" y="19021"/>
                      <a:pt x="8562" y="18857"/>
                      <a:pt x="8618" y="18699"/>
                    </a:cubicBezTo>
                    <a:cubicBezTo>
                      <a:pt x="8765" y="18304"/>
                      <a:pt x="8912" y="17909"/>
                      <a:pt x="9053" y="17513"/>
                    </a:cubicBezTo>
                    <a:cubicBezTo>
                      <a:pt x="9144" y="17270"/>
                      <a:pt x="9251" y="17022"/>
                      <a:pt x="9324" y="16774"/>
                    </a:cubicBezTo>
                    <a:cubicBezTo>
                      <a:pt x="9336" y="16734"/>
                      <a:pt x="9336" y="16694"/>
                      <a:pt x="9336" y="16655"/>
                    </a:cubicBezTo>
                    <a:cubicBezTo>
                      <a:pt x="9330" y="16548"/>
                      <a:pt x="9330" y="16446"/>
                      <a:pt x="9336" y="16339"/>
                    </a:cubicBezTo>
                    <a:cubicBezTo>
                      <a:pt x="9353" y="15994"/>
                      <a:pt x="9415" y="15644"/>
                      <a:pt x="9539" y="15322"/>
                    </a:cubicBezTo>
                    <a:cubicBezTo>
                      <a:pt x="9674" y="14972"/>
                      <a:pt x="9929" y="14644"/>
                      <a:pt x="10296" y="14520"/>
                    </a:cubicBezTo>
                    <a:cubicBezTo>
                      <a:pt x="10612" y="14407"/>
                      <a:pt x="10985" y="14419"/>
                      <a:pt x="11318" y="14396"/>
                    </a:cubicBezTo>
                    <a:cubicBezTo>
                      <a:pt x="12419" y="14334"/>
                      <a:pt x="13526" y="14306"/>
                      <a:pt x="14627" y="14260"/>
                    </a:cubicBezTo>
                    <a:cubicBezTo>
                      <a:pt x="15824" y="14215"/>
                      <a:pt x="17027" y="14187"/>
                      <a:pt x="18219" y="14068"/>
                    </a:cubicBezTo>
                    <a:cubicBezTo>
                      <a:pt x="18840" y="14006"/>
                      <a:pt x="19360" y="13583"/>
                      <a:pt x="19512" y="12967"/>
                    </a:cubicBezTo>
                    <a:cubicBezTo>
                      <a:pt x="19603" y="12566"/>
                      <a:pt x="19653" y="12154"/>
                      <a:pt x="19653" y="11742"/>
                    </a:cubicBezTo>
                    <a:cubicBezTo>
                      <a:pt x="19648" y="10691"/>
                      <a:pt x="19247" y="9686"/>
                      <a:pt x="18456" y="8975"/>
                    </a:cubicBezTo>
                    <a:cubicBezTo>
                      <a:pt x="18214" y="8760"/>
                      <a:pt x="17949" y="8569"/>
                      <a:pt x="17668" y="8405"/>
                    </a:cubicBezTo>
                    <a:lnTo>
                      <a:pt x="17668" y="8405"/>
                    </a:lnTo>
                    <a:cubicBezTo>
                      <a:pt x="17667" y="8405"/>
                      <a:pt x="17666" y="8405"/>
                      <a:pt x="17665" y="8404"/>
                    </a:cubicBezTo>
                    <a:lnTo>
                      <a:pt x="17665" y="8404"/>
                    </a:lnTo>
                    <a:cubicBezTo>
                      <a:pt x="17665" y="8404"/>
                      <a:pt x="17665" y="8404"/>
                      <a:pt x="17665" y="8404"/>
                    </a:cubicBezTo>
                    <a:cubicBezTo>
                      <a:pt x="17665" y="8404"/>
                      <a:pt x="17664" y="8403"/>
                      <a:pt x="17663" y="8403"/>
                    </a:cubicBezTo>
                    <a:lnTo>
                      <a:pt x="17663" y="8403"/>
                    </a:lnTo>
                    <a:cubicBezTo>
                      <a:pt x="17031" y="8048"/>
                      <a:pt x="16326" y="7845"/>
                      <a:pt x="15604" y="7777"/>
                    </a:cubicBezTo>
                    <a:cubicBezTo>
                      <a:pt x="15430" y="7761"/>
                      <a:pt x="15255" y="7756"/>
                      <a:pt x="15078" y="7756"/>
                    </a:cubicBezTo>
                    <a:cubicBezTo>
                      <a:pt x="14956" y="7756"/>
                      <a:pt x="14834" y="7758"/>
                      <a:pt x="14712" y="7760"/>
                    </a:cubicBezTo>
                    <a:cubicBezTo>
                      <a:pt x="13983" y="7772"/>
                      <a:pt x="13249" y="7783"/>
                      <a:pt x="12515" y="7794"/>
                    </a:cubicBezTo>
                    <a:cubicBezTo>
                      <a:pt x="12504" y="7795"/>
                      <a:pt x="12493" y="7795"/>
                      <a:pt x="12482" y="7795"/>
                    </a:cubicBezTo>
                    <a:lnTo>
                      <a:pt x="12482" y="7795"/>
                    </a:lnTo>
                    <a:cubicBezTo>
                      <a:pt x="13647" y="7105"/>
                      <a:pt x="14435" y="5881"/>
                      <a:pt x="14542" y="4502"/>
                    </a:cubicBezTo>
                    <a:cubicBezTo>
                      <a:pt x="14655" y="2994"/>
                      <a:pt x="13921" y="1514"/>
                      <a:pt x="12662" y="684"/>
                    </a:cubicBezTo>
                    <a:cubicBezTo>
                      <a:pt x="11974" y="230"/>
                      <a:pt x="11166" y="1"/>
                      <a:pt x="1035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06" name="Google Shape;1106;p39"/>
              <p:cNvSpPr/>
              <p:nvPr/>
            </p:nvSpPr>
            <p:spPr>
              <a:xfrm>
                <a:off x="2034250" y="3757575"/>
                <a:ext cx="999750" cy="706175"/>
              </a:xfrm>
              <a:custGeom>
                <a:avLst/>
                <a:gdLst/>
                <a:ahLst/>
                <a:cxnLst/>
                <a:rect l="l" t="t" r="r" b="b"/>
                <a:pathLst>
                  <a:path w="39990" h="28247" extrusionOk="0">
                    <a:moveTo>
                      <a:pt x="23761" y="292"/>
                    </a:moveTo>
                    <a:lnTo>
                      <a:pt x="23761" y="292"/>
                    </a:lnTo>
                    <a:cubicBezTo>
                      <a:pt x="24471" y="886"/>
                      <a:pt x="25244" y="1415"/>
                      <a:pt x="26018" y="1918"/>
                    </a:cubicBezTo>
                    <a:cubicBezTo>
                      <a:pt x="26831" y="2438"/>
                      <a:pt x="27667" y="2918"/>
                      <a:pt x="28531" y="3353"/>
                    </a:cubicBezTo>
                    <a:cubicBezTo>
                      <a:pt x="29418" y="3793"/>
                      <a:pt x="30315" y="4194"/>
                      <a:pt x="31168" y="4702"/>
                    </a:cubicBezTo>
                    <a:cubicBezTo>
                      <a:pt x="33393" y="6030"/>
                      <a:pt x="35426" y="7848"/>
                      <a:pt x="36674" y="10146"/>
                    </a:cubicBezTo>
                    <a:cubicBezTo>
                      <a:pt x="36883" y="10535"/>
                      <a:pt x="37080" y="10925"/>
                      <a:pt x="37199" y="11342"/>
                    </a:cubicBezTo>
                    <a:lnTo>
                      <a:pt x="37199" y="11342"/>
                    </a:lnTo>
                    <a:cubicBezTo>
                      <a:pt x="37199" y="11342"/>
                      <a:pt x="37199" y="11343"/>
                      <a:pt x="37200" y="11344"/>
                    </a:cubicBezTo>
                    <a:cubicBezTo>
                      <a:pt x="37200" y="11344"/>
                      <a:pt x="37200" y="11344"/>
                      <a:pt x="37200" y="11344"/>
                    </a:cubicBezTo>
                    <a:lnTo>
                      <a:pt x="37200" y="11344"/>
                    </a:lnTo>
                    <a:cubicBezTo>
                      <a:pt x="37200" y="11344"/>
                      <a:pt x="37200" y="11345"/>
                      <a:pt x="37200" y="11345"/>
                    </a:cubicBezTo>
                    <a:lnTo>
                      <a:pt x="37200" y="11345"/>
                    </a:lnTo>
                    <a:cubicBezTo>
                      <a:pt x="37482" y="12299"/>
                      <a:pt x="37697" y="13270"/>
                      <a:pt x="37911" y="14235"/>
                    </a:cubicBezTo>
                    <a:cubicBezTo>
                      <a:pt x="38470" y="16822"/>
                      <a:pt x="38894" y="19442"/>
                      <a:pt x="39199" y="22068"/>
                    </a:cubicBezTo>
                    <a:cubicBezTo>
                      <a:pt x="39430" y="24026"/>
                      <a:pt x="39597" y="25995"/>
                      <a:pt x="39700" y="27964"/>
                    </a:cubicBezTo>
                    <a:lnTo>
                      <a:pt x="296" y="27964"/>
                    </a:lnTo>
                    <a:cubicBezTo>
                      <a:pt x="480" y="24425"/>
                      <a:pt x="867" y="20892"/>
                      <a:pt x="1469" y="17398"/>
                    </a:cubicBezTo>
                    <a:cubicBezTo>
                      <a:pt x="1796" y="15523"/>
                      <a:pt x="2175" y="13653"/>
                      <a:pt x="2666" y="11812"/>
                    </a:cubicBezTo>
                    <a:cubicBezTo>
                      <a:pt x="2835" y="11169"/>
                      <a:pt x="3067" y="10604"/>
                      <a:pt x="3395" y="10017"/>
                    </a:cubicBezTo>
                    <a:cubicBezTo>
                      <a:pt x="4569" y="7916"/>
                      <a:pt x="6399" y="6222"/>
                      <a:pt x="8421" y="4951"/>
                    </a:cubicBezTo>
                    <a:cubicBezTo>
                      <a:pt x="9189" y="4471"/>
                      <a:pt x="9985" y="4047"/>
                      <a:pt x="10804" y="3669"/>
                    </a:cubicBezTo>
                    <a:cubicBezTo>
                      <a:pt x="11662" y="3268"/>
                      <a:pt x="12498" y="2822"/>
                      <a:pt x="13306" y="2336"/>
                    </a:cubicBezTo>
                    <a:cubicBezTo>
                      <a:pt x="14294" y="1738"/>
                      <a:pt x="15248" y="1088"/>
                      <a:pt x="16146" y="365"/>
                    </a:cubicBezTo>
                    <a:cubicBezTo>
                      <a:pt x="16176" y="339"/>
                      <a:pt x="16205" y="316"/>
                      <a:pt x="16233" y="292"/>
                    </a:cubicBezTo>
                    <a:lnTo>
                      <a:pt x="16254" y="292"/>
                    </a:lnTo>
                    <a:cubicBezTo>
                      <a:pt x="16316" y="684"/>
                      <a:pt x="16490" y="1065"/>
                      <a:pt x="16767" y="1348"/>
                    </a:cubicBezTo>
                    <a:cubicBezTo>
                      <a:pt x="17137" y="1727"/>
                      <a:pt x="17676" y="1907"/>
                      <a:pt x="18203" y="1907"/>
                    </a:cubicBezTo>
                    <a:cubicBezTo>
                      <a:pt x="18336" y="1907"/>
                      <a:pt x="18469" y="1896"/>
                      <a:pt x="18597" y="1873"/>
                    </a:cubicBezTo>
                    <a:cubicBezTo>
                      <a:pt x="19030" y="1802"/>
                      <a:pt x="19444" y="1611"/>
                      <a:pt x="19757" y="1306"/>
                    </a:cubicBezTo>
                    <a:lnTo>
                      <a:pt x="19757" y="1306"/>
                    </a:lnTo>
                    <a:cubicBezTo>
                      <a:pt x="20163" y="1705"/>
                      <a:pt x="20725" y="1905"/>
                      <a:pt x="21280" y="1905"/>
                    </a:cubicBezTo>
                    <a:cubicBezTo>
                      <a:pt x="22060" y="1905"/>
                      <a:pt x="22828" y="1511"/>
                      <a:pt x="23138" y="727"/>
                    </a:cubicBezTo>
                    <a:cubicBezTo>
                      <a:pt x="23194" y="585"/>
                      <a:pt x="23233" y="440"/>
                      <a:pt x="23256" y="292"/>
                    </a:cubicBezTo>
                    <a:close/>
                    <a:moveTo>
                      <a:pt x="23739" y="1"/>
                    </a:moveTo>
                    <a:cubicBezTo>
                      <a:pt x="23674" y="1"/>
                      <a:pt x="23606" y="9"/>
                      <a:pt x="23550" y="9"/>
                    </a:cubicBezTo>
                    <a:lnTo>
                      <a:pt x="23132" y="9"/>
                    </a:lnTo>
                    <a:cubicBezTo>
                      <a:pt x="23053" y="9"/>
                      <a:pt x="22997" y="77"/>
                      <a:pt x="22991" y="151"/>
                    </a:cubicBezTo>
                    <a:cubicBezTo>
                      <a:pt x="22951" y="642"/>
                      <a:pt x="22652" y="1173"/>
                      <a:pt x="22178" y="1421"/>
                    </a:cubicBezTo>
                    <a:cubicBezTo>
                      <a:pt x="21912" y="1562"/>
                      <a:pt x="21610" y="1630"/>
                      <a:pt x="21308" y="1630"/>
                    </a:cubicBezTo>
                    <a:cubicBezTo>
                      <a:pt x="20762" y="1630"/>
                      <a:pt x="20213" y="1410"/>
                      <a:pt x="19857" y="1003"/>
                    </a:cubicBezTo>
                    <a:cubicBezTo>
                      <a:pt x="19831" y="975"/>
                      <a:pt x="19793" y="961"/>
                      <a:pt x="19756" y="961"/>
                    </a:cubicBezTo>
                    <a:cubicBezTo>
                      <a:pt x="19718" y="961"/>
                      <a:pt x="19682" y="975"/>
                      <a:pt x="19659" y="1003"/>
                    </a:cubicBezTo>
                    <a:cubicBezTo>
                      <a:pt x="19299" y="1410"/>
                      <a:pt x="18751" y="1630"/>
                      <a:pt x="18206" y="1630"/>
                    </a:cubicBezTo>
                    <a:cubicBezTo>
                      <a:pt x="17904" y="1630"/>
                      <a:pt x="17604" y="1562"/>
                      <a:pt x="17338" y="1421"/>
                    </a:cubicBezTo>
                    <a:cubicBezTo>
                      <a:pt x="16863" y="1173"/>
                      <a:pt x="16559" y="642"/>
                      <a:pt x="16519" y="151"/>
                    </a:cubicBezTo>
                    <a:cubicBezTo>
                      <a:pt x="16513" y="77"/>
                      <a:pt x="16463" y="9"/>
                      <a:pt x="16378" y="9"/>
                    </a:cubicBezTo>
                    <a:cubicBezTo>
                      <a:pt x="16350" y="9"/>
                      <a:pt x="16324" y="9"/>
                      <a:pt x="16298" y="9"/>
                    </a:cubicBezTo>
                    <a:cubicBezTo>
                      <a:pt x="16208" y="9"/>
                      <a:pt x="16129" y="16"/>
                      <a:pt x="16050" y="77"/>
                    </a:cubicBezTo>
                    <a:cubicBezTo>
                      <a:pt x="15960" y="145"/>
                      <a:pt x="15875" y="224"/>
                      <a:pt x="15785" y="292"/>
                    </a:cubicBezTo>
                    <a:cubicBezTo>
                      <a:pt x="15373" y="619"/>
                      <a:pt x="14943" y="924"/>
                      <a:pt x="14509" y="1224"/>
                    </a:cubicBezTo>
                    <a:cubicBezTo>
                      <a:pt x="13820" y="1698"/>
                      <a:pt x="13102" y="2139"/>
                      <a:pt x="12374" y="2551"/>
                    </a:cubicBezTo>
                    <a:cubicBezTo>
                      <a:pt x="11527" y="3025"/>
                      <a:pt x="10640" y="3409"/>
                      <a:pt x="9776" y="3855"/>
                    </a:cubicBezTo>
                    <a:cubicBezTo>
                      <a:pt x="7336" y="5115"/>
                      <a:pt x="5083" y="6882"/>
                      <a:pt x="3558" y="9198"/>
                    </a:cubicBezTo>
                    <a:cubicBezTo>
                      <a:pt x="3112" y="9881"/>
                      <a:pt x="2700" y="10626"/>
                      <a:pt x="2474" y="11423"/>
                    </a:cubicBezTo>
                    <a:cubicBezTo>
                      <a:pt x="2034" y="13015"/>
                      <a:pt x="1695" y="14636"/>
                      <a:pt x="1390" y="16257"/>
                    </a:cubicBezTo>
                    <a:cubicBezTo>
                      <a:pt x="752" y="19657"/>
                      <a:pt x="328" y="23096"/>
                      <a:pt x="97" y="26541"/>
                    </a:cubicBezTo>
                    <a:cubicBezTo>
                      <a:pt x="63" y="27060"/>
                      <a:pt x="34" y="27585"/>
                      <a:pt x="6" y="28105"/>
                    </a:cubicBezTo>
                    <a:cubicBezTo>
                      <a:pt x="1" y="28184"/>
                      <a:pt x="74" y="28246"/>
                      <a:pt x="147" y="28246"/>
                    </a:cubicBezTo>
                    <a:lnTo>
                      <a:pt x="39848" y="28246"/>
                    </a:lnTo>
                    <a:cubicBezTo>
                      <a:pt x="39922" y="28246"/>
                      <a:pt x="39989" y="28184"/>
                      <a:pt x="39989" y="28105"/>
                    </a:cubicBezTo>
                    <a:cubicBezTo>
                      <a:pt x="39820" y="24745"/>
                      <a:pt x="39464" y="21390"/>
                      <a:pt x="38922" y="18064"/>
                    </a:cubicBezTo>
                    <a:cubicBezTo>
                      <a:pt x="38600" y="16104"/>
                      <a:pt x="38216" y="14156"/>
                      <a:pt x="37730" y="12230"/>
                    </a:cubicBezTo>
                    <a:cubicBezTo>
                      <a:pt x="37651" y="11908"/>
                      <a:pt x="37567" y="11586"/>
                      <a:pt x="37476" y="11270"/>
                    </a:cubicBezTo>
                    <a:cubicBezTo>
                      <a:pt x="37363" y="10881"/>
                      <a:pt x="37177" y="10502"/>
                      <a:pt x="36991" y="10146"/>
                    </a:cubicBezTo>
                    <a:cubicBezTo>
                      <a:pt x="36494" y="9192"/>
                      <a:pt x="35850" y="8311"/>
                      <a:pt x="35121" y="7520"/>
                    </a:cubicBezTo>
                    <a:cubicBezTo>
                      <a:pt x="33992" y="6284"/>
                      <a:pt x="32648" y="5245"/>
                      <a:pt x="31202" y="4397"/>
                    </a:cubicBezTo>
                    <a:cubicBezTo>
                      <a:pt x="30259" y="3844"/>
                      <a:pt x="29259" y="3415"/>
                      <a:pt x="28294" y="2912"/>
                    </a:cubicBezTo>
                    <a:cubicBezTo>
                      <a:pt x="27413" y="2455"/>
                      <a:pt x="26566" y="1947"/>
                      <a:pt x="25741" y="1399"/>
                    </a:cubicBezTo>
                    <a:cubicBezTo>
                      <a:pt x="25182" y="1026"/>
                      <a:pt x="24634" y="631"/>
                      <a:pt x="24103" y="207"/>
                    </a:cubicBezTo>
                    <a:cubicBezTo>
                      <a:pt x="24036" y="151"/>
                      <a:pt x="23945" y="49"/>
                      <a:pt x="23855" y="15"/>
                    </a:cubicBezTo>
                    <a:cubicBezTo>
                      <a:pt x="23820" y="4"/>
                      <a:pt x="23780" y="1"/>
                      <a:pt x="23739"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07" name="Google Shape;1107;p39"/>
              <p:cNvSpPr/>
              <p:nvPr/>
            </p:nvSpPr>
            <p:spPr>
              <a:xfrm>
                <a:off x="2440000" y="3757225"/>
                <a:ext cx="176225" cy="7650"/>
              </a:xfrm>
              <a:custGeom>
                <a:avLst/>
                <a:gdLst/>
                <a:ahLst/>
                <a:cxnLst/>
                <a:rect l="l" t="t" r="r" b="b"/>
                <a:pathLst>
                  <a:path w="7049" h="306" extrusionOk="0">
                    <a:moveTo>
                      <a:pt x="148" y="1"/>
                    </a:moveTo>
                    <a:cubicBezTo>
                      <a:pt x="74" y="1"/>
                      <a:pt x="1" y="63"/>
                      <a:pt x="7" y="142"/>
                    </a:cubicBezTo>
                    <a:cubicBezTo>
                      <a:pt x="7" y="148"/>
                      <a:pt x="7" y="159"/>
                      <a:pt x="7" y="165"/>
                    </a:cubicBezTo>
                    <a:cubicBezTo>
                      <a:pt x="12" y="244"/>
                      <a:pt x="69" y="306"/>
                      <a:pt x="148" y="306"/>
                    </a:cubicBezTo>
                    <a:lnTo>
                      <a:pt x="6902" y="306"/>
                    </a:lnTo>
                    <a:cubicBezTo>
                      <a:pt x="6962" y="306"/>
                      <a:pt x="7003" y="274"/>
                      <a:pt x="7023" y="232"/>
                    </a:cubicBezTo>
                    <a:lnTo>
                      <a:pt x="7023" y="232"/>
                    </a:lnTo>
                    <a:cubicBezTo>
                      <a:pt x="7034" y="214"/>
                      <a:pt x="7042" y="191"/>
                      <a:pt x="7043" y="165"/>
                    </a:cubicBezTo>
                    <a:cubicBezTo>
                      <a:pt x="7043" y="159"/>
                      <a:pt x="7043" y="148"/>
                      <a:pt x="7043" y="142"/>
                    </a:cubicBezTo>
                    <a:cubicBezTo>
                      <a:pt x="7049" y="63"/>
                      <a:pt x="6975" y="1"/>
                      <a:pt x="6902"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08" name="Google Shape;1108;p39"/>
              <p:cNvSpPr/>
              <p:nvPr/>
            </p:nvSpPr>
            <p:spPr>
              <a:xfrm>
                <a:off x="2440000" y="3757800"/>
                <a:ext cx="176225" cy="47450"/>
              </a:xfrm>
              <a:custGeom>
                <a:avLst/>
                <a:gdLst/>
                <a:ahLst/>
                <a:cxnLst/>
                <a:rect l="l" t="t" r="r" b="b"/>
                <a:pathLst>
                  <a:path w="7049" h="1898" extrusionOk="0">
                    <a:moveTo>
                      <a:pt x="6741" y="283"/>
                    </a:moveTo>
                    <a:cubicBezTo>
                      <a:pt x="6725" y="362"/>
                      <a:pt x="6708" y="441"/>
                      <a:pt x="6682" y="520"/>
                    </a:cubicBezTo>
                    <a:cubicBezTo>
                      <a:pt x="6608" y="735"/>
                      <a:pt x="6495" y="944"/>
                      <a:pt x="6337" y="1113"/>
                    </a:cubicBezTo>
                    <a:cubicBezTo>
                      <a:pt x="6020" y="1454"/>
                      <a:pt x="5533" y="1618"/>
                      <a:pt x="5070" y="1618"/>
                    </a:cubicBezTo>
                    <a:cubicBezTo>
                      <a:pt x="4965" y="1618"/>
                      <a:pt x="4862" y="1610"/>
                      <a:pt x="4762" y="1593"/>
                    </a:cubicBezTo>
                    <a:cubicBezTo>
                      <a:pt x="4327" y="1520"/>
                      <a:pt x="3920" y="1328"/>
                      <a:pt x="3627" y="994"/>
                    </a:cubicBezTo>
                    <a:cubicBezTo>
                      <a:pt x="3601" y="966"/>
                      <a:pt x="3563" y="952"/>
                      <a:pt x="3526" y="952"/>
                    </a:cubicBezTo>
                    <a:cubicBezTo>
                      <a:pt x="3488" y="952"/>
                      <a:pt x="3452" y="966"/>
                      <a:pt x="3429" y="994"/>
                    </a:cubicBezTo>
                    <a:cubicBezTo>
                      <a:pt x="3096" y="1378"/>
                      <a:pt x="2559" y="1616"/>
                      <a:pt x="2051" y="1616"/>
                    </a:cubicBezTo>
                    <a:cubicBezTo>
                      <a:pt x="1582" y="1616"/>
                      <a:pt x="1102" y="1503"/>
                      <a:pt x="758" y="1158"/>
                    </a:cubicBezTo>
                    <a:cubicBezTo>
                      <a:pt x="543" y="944"/>
                      <a:pt x="402" y="673"/>
                      <a:pt x="334" y="384"/>
                    </a:cubicBezTo>
                    <a:cubicBezTo>
                      <a:pt x="324" y="349"/>
                      <a:pt x="317" y="316"/>
                      <a:pt x="312" y="283"/>
                    </a:cubicBezTo>
                    <a:close/>
                    <a:moveTo>
                      <a:pt x="148" y="0"/>
                    </a:moveTo>
                    <a:cubicBezTo>
                      <a:pt x="80" y="0"/>
                      <a:pt x="1" y="68"/>
                      <a:pt x="7" y="142"/>
                    </a:cubicBezTo>
                    <a:cubicBezTo>
                      <a:pt x="63" y="802"/>
                      <a:pt x="453" y="1429"/>
                      <a:pt x="1063" y="1706"/>
                    </a:cubicBezTo>
                    <a:cubicBezTo>
                      <a:pt x="1379" y="1847"/>
                      <a:pt x="1712" y="1898"/>
                      <a:pt x="2051" y="1898"/>
                    </a:cubicBezTo>
                    <a:cubicBezTo>
                      <a:pt x="2584" y="1898"/>
                      <a:pt x="3146" y="1670"/>
                      <a:pt x="3527" y="1298"/>
                    </a:cubicBezTo>
                    <a:lnTo>
                      <a:pt x="3527" y="1298"/>
                    </a:lnTo>
                    <a:cubicBezTo>
                      <a:pt x="3929" y="1698"/>
                      <a:pt x="4498" y="1894"/>
                      <a:pt x="5064" y="1894"/>
                    </a:cubicBezTo>
                    <a:cubicBezTo>
                      <a:pt x="5178" y="1894"/>
                      <a:pt x="5293" y="1886"/>
                      <a:pt x="5406" y="1870"/>
                    </a:cubicBezTo>
                    <a:cubicBezTo>
                      <a:pt x="6100" y="1774"/>
                      <a:pt x="6659" y="1356"/>
                      <a:pt x="6913" y="701"/>
                    </a:cubicBezTo>
                    <a:cubicBezTo>
                      <a:pt x="6987" y="520"/>
                      <a:pt x="7026" y="334"/>
                      <a:pt x="7043" y="142"/>
                    </a:cubicBezTo>
                    <a:cubicBezTo>
                      <a:pt x="7049" y="68"/>
                      <a:pt x="6975" y="0"/>
                      <a:pt x="6902"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109" name="Google Shape;1109;p39"/>
            <p:cNvGrpSpPr/>
            <p:nvPr/>
          </p:nvGrpSpPr>
          <p:grpSpPr>
            <a:xfrm flipH="1">
              <a:off x="6670530" y="3118726"/>
              <a:ext cx="1403949" cy="1713667"/>
              <a:chOff x="2530500" y="1412150"/>
              <a:chExt cx="999750" cy="1220300"/>
            </a:xfrm>
          </p:grpSpPr>
          <p:sp>
            <p:nvSpPr>
              <p:cNvPr id="1110" name="Google Shape;1110;p39"/>
              <p:cNvSpPr/>
              <p:nvPr/>
            </p:nvSpPr>
            <p:spPr>
              <a:xfrm>
                <a:off x="2932025" y="1470100"/>
                <a:ext cx="334350" cy="463500"/>
              </a:xfrm>
              <a:custGeom>
                <a:avLst/>
                <a:gdLst/>
                <a:ahLst/>
                <a:cxnLst/>
                <a:rect l="l" t="t" r="r" b="b"/>
                <a:pathLst>
                  <a:path w="13374" h="18540" extrusionOk="0">
                    <a:moveTo>
                      <a:pt x="2578" y="415"/>
                    </a:moveTo>
                    <a:lnTo>
                      <a:pt x="2578" y="415"/>
                    </a:lnTo>
                    <a:cubicBezTo>
                      <a:pt x="4084" y="774"/>
                      <a:pt x="5637" y="1007"/>
                      <a:pt x="7189" y="1007"/>
                    </a:cubicBezTo>
                    <a:cubicBezTo>
                      <a:pt x="7284" y="1007"/>
                      <a:pt x="7378" y="1006"/>
                      <a:pt x="7472" y="1004"/>
                    </a:cubicBezTo>
                    <a:cubicBezTo>
                      <a:pt x="8387" y="988"/>
                      <a:pt x="9330" y="897"/>
                      <a:pt x="10211" y="620"/>
                    </a:cubicBezTo>
                    <a:cubicBezTo>
                      <a:pt x="10318" y="586"/>
                      <a:pt x="10428" y="552"/>
                      <a:pt x="10534" y="508"/>
                    </a:cubicBezTo>
                    <a:lnTo>
                      <a:pt x="10534" y="508"/>
                    </a:lnTo>
                    <a:cubicBezTo>
                      <a:pt x="11027" y="1155"/>
                      <a:pt x="11345" y="1943"/>
                      <a:pt x="11426" y="2755"/>
                    </a:cubicBezTo>
                    <a:cubicBezTo>
                      <a:pt x="11465" y="3145"/>
                      <a:pt x="11454" y="3546"/>
                      <a:pt x="11454" y="3941"/>
                    </a:cubicBezTo>
                    <a:lnTo>
                      <a:pt x="11454" y="5359"/>
                    </a:lnTo>
                    <a:cubicBezTo>
                      <a:pt x="11454" y="5455"/>
                      <a:pt x="11426" y="5613"/>
                      <a:pt x="11493" y="5686"/>
                    </a:cubicBezTo>
                    <a:cubicBezTo>
                      <a:pt x="11584" y="5782"/>
                      <a:pt x="11714" y="5861"/>
                      <a:pt x="11815" y="5940"/>
                    </a:cubicBezTo>
                    <a:cubicBezTo>
                      <a:pt x="12160" y="6217"/>
                      <a:pt x="12504" y="6488"/>
                      <a:pt x="12854" y="6765"/>
                    </a:cubicBezTo>
                    <a:cubicBezTo>
                      <a:pt x="13029" y="6912"/>
                      <a:pt x="13120" y="7132"/>
                      <a:pt x="13018" y="7352"/>
                    </a:cubicBezTo>
                    <a:cubicBezTo>
                      <a:pt x="12922" y="7567"/>
                      <a:pt x="12702" y="7674"/>
                      <a:pt x="12476" y="7680"/>
                    </a:cubicBezTo>
                    <a:lnTo>
                      <a:pt x="11567" y="7680"/>
                    </a:lnTo>
                    <a:cubicBezTo>
                      <a:pt x="11488" y="7680"/>
                      <a:pt x="11431" y="7742"/>
                      <a:pt x="11426" y="7821"/>
                    </a:cubicBezTo>
                    <a:cubicBezTo>
                      <a:pt x="11267" y="9588"/>
                      <a:pt x="10307" y="11232"/>
                      <a:pt x="8833" y="12231"/>
                    </a:cubicBezTo>
                    <a:cubicBezTo>
                      <a:pt x="8421" y="12514"/>
                      <a:pt x="7975" y="12740"/>
                      <a:pt x="7512" y="12909"/>
                    </a:cubicBezTo>
                    <a:cubicBezTo>
                      <a:pt x="7450" y="12932"/>
                      <a:pt x="7405" y="12982"/>
                      <a:pt x="7405" y="13045"/>
                    </a:cubicBezTo>
                    <a:lnTo>
                      <a:pt x="7405" y="14857"/>
                    </a:lnTo>
                    <a:lnTo>
                      <a:pt x="7405" y="17738"/>
                    </a:lnTo>
                    <a:lnTo>
                      <a:pt x="7405" y="18257"/>
                    </a:lnTo>
                    <a:lnTo>
                      <a:pt x="283" y="18257"/>
                    </a:lnTo>
                    <a:lnTo>
                      <a:pt x="283" y="16710"/>
                    </a:lnTo>
                    <a:lnTo>
                      <a:pt x="283" y="14022"/>
                    </a:lnTo>
                    <a:lnTo>
                      <a:pt x="283" y="13406"/>
                    </a:lnTo>
                    <a:lnTo>
                      <a:pt x="283" y="11746"/>
                    </a:lnTo>
                    <a:lnTo>
                      <a:pt x="283" y="10808"/>
                    </a:lnTo>
                    <a:lnTo>
                      <a:pt x="283" y="8617"/>
                    </a:lnTo>
                    <a:lnTo>
                      <a:pt x="283" y="6347"/>
                    </a:lnTo>
                    <a:lnTo>
                      <a:pt x="283" y="5534"/>
                    </a:lnTo>
                    <a:cubicBezTo>
                      <a:pt x="283" y="5445"/>
                      <a:pt x="291" y="5351"/>
                      <a:pt x="291" y="5261"/>
                    </a:cubicBezTo>
                    <a:lnTo>
                      <a:pt x="291" y="5261"/>
                    </a:lnTo>
                    <a:cubicBezTo>
                      <a:pt x="1182" y="5259"/>
                      <a:pt x="2088" y="4818"/>
                      <a:pt x="2650" y="4144"/>
                    </a:cubicBezTo>
                    <a:cubicBezTo>
                      <a:pt x="3276" y="3393"/>
                      <a:pt x="3497" y="2360"/>
                      <a:pt x="3180" y="1428"/>
                    </a:cubicBezTo>
                    <a:cubicBezTo>
                      <a:pt x="3051" y="1049"/>
                      <a:pt x="2843" y="707"/>
                      <a:pt x="2578" y="415"/>
                    </a:cubicBezTo>
                    <a:close/>
                    <a:moveTo>
                      <a:pt x="2078" y="0"/>
                    </a:moveTo>
                    <a:cubicBezTo>
                      <a:pt x="1940" y="0"/>
                      <a:pt x="1898" y="182"/>
                      <a:pt x="2011" y="265"/>
                    </a:cubicBezTo>
                    <a:cubicBezTo>
                      <a:pt x="2763" y="846"/>
                      <a:pt x="3175" y="1806"/>
                      <a:pt x="3005" y="2750"/>
                    </a:cubicBezTo>
                    <a:cubicBezTo>
                      <a:pt x="2859" y="3574"/>
                      <a:pt x="2305" y="4269"/>
                      <a:pt x="1571" y="4653"/>
                    </a:cubicBezTo>
                    <a:cubicBezTo>
                      <a:pt x="1181" y="4853"/>
                      <a:pt x="721" y="4978"/>
                      <a:pt x="275" y="4978"/>
                    </a:cubicBezTo>
                    <a:cubicBezTo>
                      <a:pt x="231" y="4978"/>
                      <a:pt x="186" y="4977"/>
                      <a:pt x="142" y="4975"/>
                    </a:cubicBezTo>
                    <a:cubicBezTo>
                      <a:pt x="69" y="4975"/>
                      <a:pt x="1" y="5042"/>
                      <a:pt x="1" y="5116"/>
                    </a:cubicBezTo>
                    <a:lnTo>
                      <a:pt x="1" y="6115"/>
                    </a:lnTo>
                    <a:lnTo>
                      <a:pt x="1" y="8323"/>
                    </a:lnTo>
                    <a:lnTo>
                      <a:pt x="1" y="10588"/>
                    </a:lnTo>
                    <a:lnTo>
                      <a:pt x="1" y="11734"/>
                    </a:lnTo>
                    <a:lnTo>
                      <a:pt x="1" y="13338"/>
                    </a:lnTo>
                    <a:lnTo>
                      <a:pt x="1" y="13406"/>
                    </a:lnTo>
                    <a:lnTo>
                      <a:pt x="1" y="15095"/>
                    </a:lnTo>
                    <a:lnTo>
                      <a:pt x="1" y="17783"/>
                    </a:lnTo>
                    <a:lnTo>
                      <a:pt x="1" y="18398"/>
                    </a:lnTo>
                    <a:cubicBezTo>
                      <a:pt x="1" y="18472"/>
                      <a:pt x="69" y="18539"/>
                      <a:pt x="142" y="18539"/>
                    </a:cubicBezTo>
                    <a:lnTo>
                      <a:pt x="7546" y="18539"/>
                    </a:lnTo>
                    <a:cubicBezTo>
                      <a:pt x="7625" y="18539"/>
                      <a:pt x="7687" y="18472"/>
                      <a:pt x="7687" y="18398"/>
                    </a:cubicBezTo>
                    <a:lnTo>
                      <a:pt x="7687" y="16585"/>
                    </a:lnTo>
                    <a:lnTo>
                      <a:pt x="7687" y="13705"/>
                    </a:lnTo>
                    <a:lnTo>
                      <a:pt x="7687" y="13142"/>
                    </a:lnTo>
                    <a:lnTo>
                      <a:pt x="7687" y="13142"/>
                    </a:lnTo>
                    <a:cubicBezTo>
                      <a:pt x="9390" y="12493"/>
                      <a:pt x="10754" y="11113"/>
                      <a:pt x="11369" y="9385"/>
                    </a:cubicBezTo>
                    <a:cubicBezTo>
                      <a:pt x="11534" y="8927"/>
                      <a:pt x="11642" y="8446"/>
                      <a:pt x="11694" y="7962"/>
                    </a:cubicBezTo>
                    <a:lnTo>
                      <a:pt x="12448" y="7962"/>
                    </a:lnTo>
                    <a:cubicBezTo>
                      <a:pt x="12866" y="7956"/>
                      <a:pt x="13272" y="7702"/>
                      <a:pt x="13334" y="7262"/>
                    </a:cubicBezTo>
                    <a:cubicBezTo>
                      <a:pt x="13373" y="6994"/>
                      <a:pt x="13264" y="6742"/>
                      <a:pt x="13059" y="6568"/>
                    </a:cubicBezTo>
                    <a:lnTo>
                      <a:pt x="13059" y="6568"/>
                    </a:lnTo>
                    <a:cubicBezTo>
                      <a:pt x="13057" y="6566"/>
                      <a:pt x="13055" y="6563"/>
                      <a:pt x="13052" y="6561"/>
                    </a:cubicBezTo>
                    <a:lnTo>
                      <a:pt x="13052" y="6561"/>
                    </a:lnTo>
                    <a:cubicBezTo>
                      <a:pt x="13052" y="6561"/>
                      <a:pt x="13052" y="6561"/>
                      <a:pt x="13052" y="6561"/>
                    </a:cubicBezTo>
                    <a:cubicBezTo>
                      <a:pt x="13051" y="6561"/>
                      <a:pt x="13051" y="6560"/>
                      <a:pt x="13050" y="6560"/>
                    </a:cubicBezTo>
                    <a:lnTo>
                      <a:pt x="13050" y="6560"/>
                    </a:lnTo>
                    <a:cubicBezTo>
                      <a:pt x="12614" y="6216"/>
                      <a:pt x="12173" y="5868"/>
                      <a:pt x="11736" y="5524"/>
                    </a:cubicBezTo>
                    <a:lnTo>
                      <a:pt x="11736" y="5524"/>
                    </a:lnTo>
                    <a:lnTo>
                      <a:pt x="11736" y="4009"/>
                    </a:lnTo>
                    <a:cubicBezTo>
                      <a:pt x="11736" y="3309"/>
                      <a:pt x="11747" y="2614"/>
                      <a:pt x="11555" y="1931"/>
                    </a:cubicBezTo>
                    <a:cubicBezTo>
                      <a:pt x="11380" y="1298"/>
                      <a:pt x="11064" y="711"/>
                      <a:pt x="10646" y="203"/>
                    </a:cubicBezTo>
                    <a:cubicBezTo>
                      <a:pt x="10618" y="167"/>
                      <a:pt x="10586" y="153"/>
                      <a:pt x="10554" y="153"/>
                    </a:cubicBezTo>
                    <a:cubicBezTo>
                      <a:pt x="10501" y="153"/>
                      <a:pt x="10449" y="195"/>
                      <a:pt x="10426" y="250"/>
                    </a:cubicBezTo>
                    <a:lnTo>
                      <a:pt x="10426" y="250"/>
                    </a:lnTo>
                    <a:cubicBezTo>
                      <a:pt x="10354" y="276"/>
                      <a:pt x="10283" y="301"/>
                      <a:pt x="10211" y="327"/>
                    </a:cubicBezTo>
                    <a:cubicBezTo>
                      <a:pt x="9906" y="428"/>
                      <a:pt x="9590" y="502"/>
                      <a:pt x="9274" y="558"/>
                    </a:cubicBezTo>
                    <a:cubicBezTo>
                      <a:pt x="8602" y="679"/>
                      <a:pt x="7916" y="729"/>
                      <a:pt x="7230" y="729"/>
                    </a:cubicBezTo>
                    <a:cubicBezTo>
                      <a:pt x="6637" y="729"/>
                      <a:pt x="6043" y="692"/>
                      <a:pt x="5456" y="632"/>
                    </a:cubicBezTo>
                    <a:cubicBezTo>
                      <a:pt x="4333" y="513"/>
                      <a:pt x="3214" y="293"/>
                      <a:pt x="2119" y="5"/>
                    </a:cubicBezTo>
                    <a:cubicBezTo>
                      <a:pt x="2104" y="2"/>
                      <a:pt x="2091" y="0"/>
                      <a:pt x="2078"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11" name="Google Shape;1111;p39"/>
              <p:cNvSpPr/>
              <p:nvPr/>
            </p:nvSpPr>
            <p:spPr>
              <a:xfrm>
                <a:off x="2793250" y="1412150"/>
                <a:ext cx="406800" cy="355175"/>
              </a:xfrm>
              <a:custGeom>
                <a:avLst/>
                <a:gdLst/>
                <a:ahLst/>
                <a:cxnLst/>
                <a:rect l="l" t="t" r="r" b="b"/>
                <a:pathLst>
                  <a:path w="16272" h="14207" extrusionOk="0">
                    <a:moveTo>
                      <a:pt x="9000" y="284"/>
                    </a:moveTo>
                    <a:cubicBezTo>
                      <a:pt x="10460" y="284"/>
                      <a:pt x="11941" y="445"/>
                      <a:pt x="13328" y="917"/>
                    </a:cubicBezTo>
                    <a:cubicBezTo>
                      <a:pt x="13712" y="1041"/>
                      <a:pt x="14085" y="1199"/>
                      <a:pt x="14447" y="1385"/>
                    </a:cubicBezTo>
                    <a:cubicBezTo>
                      <a:pt x="14627" y="1476"/>
                      <a:pt x="14808" y="1577"/>
                      <a:pt x="14977" y="1690"/>
                    </a:cubicBezTo>
                    <a:cubicBezTo>
                      <a:pt x="15175" y="1815"/>
                      <a:pt x="15344" y="1961"/>
                      <a:pt x="15525" y="2108"/>
                    </a:cubicBezTo>
                    <a:cubicBezTo>
                      <a:pt x="15667" y="2250"/>
                      <a:pt x="15824" y="2407"/>
                      <a:pt x="15925" y="2587"/>
                    </a:cubicBezTo>
                    <a:lnTo>
                      <a:pt x="15925" y="2587"/>
                    </a:lnTo>
                    <a:cubicBezTo>
                      <a:pt x="15871" y="2606"/>
                      <a:pt x="15816" y="2625"/>
                      <a:pt x="15762" y="2645"/>
                    </a:cubicBezTo>
                    <a:cubicBezTo>
                      <a:pt x="15457" y="2746"/>
                      <a:pt x="15141" y="2820"/>
                      <a:pt x="14825" y="2876"/>
                    </a:cubicBezTo>
                    <a:cubicBezTo>
                      <a:pt x="14153" y="2997"/>
                      <a:pt x="13467" y="3047"/>
                      <a:pt x="12781" y="3047"/>
                    </a:cubicBezTo>
                    <a:cubicBezTo>
                      <a:pt x="12188" y="3047"/>
                      <a:pt x="11594" y="3010"/>
                      <a:pt x="11007" y="2950"/>
                    </a:cubicBezTo>
                    <a:cubicBezTo>
                      <a:pt x="9884" y="2831"/>
                      <a:pt x="8765" y="2611"/>
                      <a:pt x="7670" y="2323"/>
                    </a:cubicBezTo>
                    <a:cubicBezTo>
                      <a:pt x="7655" y="2320"/>
                      <a:pt x="7642" y="2318"/>
                      <a:pt x="7629" y="2318"/>
                    </a:cubicBezTo>
                    <a:cubicBezTo>
                      <a:pt x="7491" y="2318"/>
                      <a:pt x="7449" y="2500"/>
                      <a:pt x="7562" y="2583"/>
                    </a:cubicBezTo>
                    <a:cubicBezTo>
                      <a:pt x="8314" y="3164"/>
                      <a:pt x="8726" y="4124"/>
                      <a:pt x="8556" y="5068"/>
                    </a:cubicBezTo>
                    <a:cubicBezTo>
                      <a:pt x="8410" y="5892"/>
                      <a:pt x="7856" y="6587"/>
                      <a:pt x="7122" y="6971"/>
                    </a:cubicBezTo>
                    <a:cubicBezTo>
                      <a:pt x="6732" y="7171"/>
                      <a:pt x="6272" y="7296"/>
                      <a:pt x="5826" y="7296"/>
                    </a:cubicBezTo>
                    <a:cubicBezTo>
                      <a:pt x="5782" y="7296"/>
                      <a:pt x="5737" y="7295"/>
                      <a:pt x="5693" y="7293"/>
                    </a:cubicBezTo>
                    <a:cubicBezTo>
                      <a:pt x="5620" y="7293"/>
                      <a:pt x="5552" y="7360"/>
                      <a:pt x="5552" y="7434"/>
                    </a:cubicBezTo>
                    <a:lnTo>
                      <a:pt x="5552" y="9676"/>
                    </a:lnTo>
                    <a:lnTo>
                      <a:pt x="5552" y="13239"/>
                    </a:lnTo>
                    <a:lnTo>
                      <a:pt x="5552" y="13844"/>
                    </a:lnTo>
                    <a:lnTo>
                      <a:pt x="5552" y="13844"/>
                    </a:lnTo>
                    <a:cubicBezTo>
                      <a:pt x="5431" y="13786"/>
                      <a:pt x="5314" y="13726"/>
                      <a:pt x="5202" y="13663"/>
                    </a:cubicBezTo>
                    <a:cubicBezTo>
                      <a:pt x="4744" y="13414"/>
                      <a:pt x="4315" y="13121"/>
                      <a:pt x="3909" y="12793"/>
                    </a:cubicBezTo>
                    <a:cubicBezTo>
                      <a:pt x="3899" y="12785"/>
                      <a:pt x="3888" y="12779"/>
                      <a:pt x="3876" y="12773"/>
                    </a:cubicBezTo>
                    <a:lnTo>
                      <a:pt x="3876" y="12773"/>
                    </a:lnTo>
                    <a:cubicBezTo>
                      <a:pt x="2190" y="11740"/>
                      <a:pt x="1073" y="9951"/>
                      <a:pt x="594" y="8055"/>
                    </a:cubicBezTo>
                    <a:cubicBezTo>
                      <a:pt x="164" y="6344"/>
                      <a:pt x="198" y="4305"/>
                      <a:pt x="1356" y="2876"/>
                    </a:cubicBezTo>
                    <a:cubicBezTo>
                      <a:pt x="2192" y="1849"/>
                      <a:pt x="3423" y="1244"/>
                      <a:pt x="4671" y="872"/>
                    </a:cubicBezTo>
                    <a:cubicBezTo>
                      <a:pt x="6049" y="471"/>
                      <a:pt x="7489" y="296"/>
                      <a:pt x="8923" y="284"/>
                    </a:cubicBezTo>
                    <a:cubicBezTo>
                      <a:pt x="8949" y="284"/>
                      <a:pt x="8974" y="284"/>
                      <a:pt x="9000" y="284"/>
                    </a:cubicBezTo>
                    <a:close/>
                    <a:moveTo>
                      <a:pt x="9022" y="0"/>
                    </a:moveTo>
                    <a:cubicBezTo>
                      <a:pt x="8410" y="0"/>
                      <a:pt x="7798" y="33"/>
                      <a:pt x="7190" y="98"/>
                    </a:cubicBezTo>
                    <a:cubicBezTo>
                      <a:pt x="6314" y="194"/>
                      <a:pt x="5439" y="352"/>
                      <a:pt x="4592" y="595"/>
                    </a:cubicBezTo>
                    <a:cubicBezTo>
                      <a:pt x="4584" y="597"/>
                      <a:pt x="4577" y="600"/>
                      <a:pt x="4570" y="603"/>
                    </a:cubicBezTo>
                    <a:lnTo>
                      <a:pt x="4570" y="603"/>
                    </a:lnTo>
                    <a:cubicBezTo>
                      <a:pt x="3427" y="948"/>
                      <a:pt x="2309" y="1477"/>
                      <a:pt x="1463" y="2334"/>
                    </a:cubicBezTo>
                    <a:cubicBezTo>
                      <a:pt x="769" y="3034"/>
                      <a:pt x="339" y="3921"/>
                      <a:pt x="164" y="4892"/>
                    </a:cubicBezTo>
                    <a:cubicBezTo>
                      <a:pt x="1" y="5830"/>
                      <a:pt x="40" y="6796"/>
                      <a:pt x="232" y="7727"/>
                    </a:cubicBezTo>
                    <a:cubicBezTo>
                      <a:pt x="430" y="8727"/>
                      <a:pt x="808" y="9698"/>
                      <a:pt x="1339" y="10568"/>
                    </a:cubicBezTo>
                    <a:cubicBezTo>
                      <a:pt x="1870" y="11443"/>
                      <a:pt x="2570" y="12223"/>
                      <a:pt x="3417" y="12810"/>
                    </a:cubicBezTo>
                    <a:cubicBezTo>
                      <a:pt x="3524" y="12883"/>
                      <a:pt x="3631" y="12951"/>
                      <a:pt x="3738" y="13018"/>
                    </a:cubicBezTo>
                    <a:lnTo>
                      <a:pt x="3738" y="13018"/>
                    </a:lnTo>
                    <a:cubicBezTo>
                      <a:pt x="4318" y="13485"/>
                      <a:pt x="4959" y="13921"/>
                      <a:pt x="5659" y="14199"/>
                    </a:cubicBezTo>
                    <a:cubicBezTo>
                      <a:pt x="5672" y="14204"/>
                      <a:pt x="5685" y="14207"/>
                      <a:pt x="5697" y="14207"/>
                    </a:cubicBezTo>
                    <a:cubicBezTo>
                      <a:pt x="5769" y="14207"/>
                      <a:pt x="5834" y="14131"/>
                      <a:pt x="5834" y="14064"/>
                    </a:cubicBezTo>
                    <a:lnTo>
                      <a:pt x="5834" y="11822"/>
                    </a:lnTo>
                    <a:lnTo>
                      <a:pt x="5834" y="8258"/>
                    </a:lnTo>
                    <a:lnTo>
                      <a:pt x="5834" y="7579"/>
                    </a:lnTo>
                    <a:lnTo>
                      <a:pt x="5834" y="7579"/>
                    </a:lnTo>
                    <a:cubicBezTo>
                      <a:pt x="5835" y="7579"/>
                      <a:pt x="5836" y="7579"/>
                      <a:pt x="5837" y="7579"/>
                    </a:cubicBezTo>
                    <a:cubicBezTo>
                      <a:pt x="6730" y="7579"/>
                      <a:pt x="7638" y="7138"/>
                      <a:pt x="8201" y="6462"/>
                    </a:cubicBezTo>
                    <a:cubicBezTo>
                      <a:pt x="8827" y="5711"/>
                      <a:pt x="9048" y="4678"/>
                      <a:pt x="8731" y="3746"/>
                    </a:cubicBezTo>
                    <a:cubicBezTo>
                      <a:pt x="8602" y="3367"/>
                      <a:pt x="8394" y="3025"/>
                      <a:pt x="8129" y="2733"/>
                    </a:cubicBezTo>
                    <a:lnTo>
                      <a:pt x="8129" y="2733"/>
                    </a:lnTo>
                    <a:cubicBezTo>
                      <a:pt x="9635" y="3092"/>
                      <a:pt x="11188" y="3325"/>
                      <a:pt x="12740" y="3325"/>
                    </a:cubicBezTo>
                    <a:cubicBezTo>
                      <a:pt x="12835" y="3325"/>
                      <a:pt x="12929" y="3324"/>
                      <a:pt x="13023" y="3322"/>
                    </a:cubicBezTo>
                    <a:cubicBezTo>
                      <a:pt x="13938" y="3306"/>
                      <a:pt x="14881" y="3215"/>
                      <a:pt x="15762" y="2938"/>
                    </a:cubicBezTo>
                    <a:cubicBezTo>
                      <a:pt x="15904" y="2893"/>
                      <a:pt x="16050" y="2848"/>
                      <a:pt x="16186" y="2780"/>
                    </a:cubicBezTo>
                    <a:cubicBezTo>
                      <a:pt x="16194" y="2777"/>
                      <a:pt x="16201" y="2772"/>
                      <a:pt x="16208" y="2768"/>
                    </a:cubicBezTo>
                    <a:lnTo>
                      <a:pt x="16208" y="2768"/>
                    </a:lnTo>
                    <a:cubicBezTo>
                      <a:pt x="16248" y="2742"/>
                      <a:pt x="16272" y="2698"/>
                      <a:pt x="16255" y="2641"/>
                    </a:cubicBezTo>
                    <a:lnTo>
                      <a:pt x="16255" y="2641"/>
                    </a:lnTo>
                    <a:cubicBezTo>
                      <a:pt x="16252" y="2628"/>
                      <a:pt x="16247" y="2615"/>
                      <a:pt x="16240" y="2603"/>
                    </a:cubicBezTo>
                    <a:lnTo>
                      <a:pt x="16240" y="2603"/>
                    </a:lnTo>
                    <a:cubicBezTo>
                      <a:pt x="16129" y="2343"/>
                      <a:pt x="15944" y="2123"/>
                      <a:pt x="15742" y="1929"/>
                    </a:cubicBezTo>
                    <a:lnTo>
                      <a:pt x="15742" y="1929"/>
                    </a:lnTo>
                    <a:cubicBezTo>
                      <a:pt x="15736" y="1922"/>
                      <a:pt x="15730" y="1916"/>
                      <a:pt x="15723" y="1911"/>
                    </a:cubicBezTo>
                    <a:lnTo>
                      <a:pt x="15723" y="1911"/>
                    </a:lnTo>
                    <a:cubicBezTo>
                      <a:pt x="15723" y="1911"/>
                      <a:pt x="15723" y="1911"/>
                      <a:pt x="15723" y="1911"/>
                    </a:cubicBezTo>
                    <a:cubicBezTo>
                      <a:pt x="15565" y="1781"/>
                      <a:pt x="15412" y="1645"/>
                      <a:pt x="15243" y="1527"/>
                    </a:cubicBezTo>
                    <a:cubicBezTo>
                      <a:pt x="15090" y="1419"/>
                      <a:pt x="14932" y="1323"/>
                      <a:pt x="14768" y="1233"/>
                    </a:cubicBezTo>
                    <a:cubicBezTo>
                      <a:pt x="14435" y="1052"/>
                      <a:pt x="14091" y="900"/>
                      <a:pt x="13741" y="764"/>
                    </a:cubicBezTo>
                    <a:cubicBezTo>
                      <a:pt x="13023" y="488"/>
                      <a:pt x="12267" y="307"/>
                      <a:pt x="11510" y="188"/>
                    </a:cubicBezTo>
                    <a:cubicBezTo>
                      <a:pt x="10687" y="61"/>
                      <a:pt x="9854" y="0"/>
                      <a:pt x="9022"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12" name="Google Shape;1112;p39"/>
              <p:cNvSpPr/>
              <p:nvPr/>
            </p:nvSpPr>
            <p:spPr>
              <a:xfrm>
                <a:off x="3144650" y="1661975"/>
                <a:ext cx="80675" cy="37250"/>
              </a:xfrm>
              <a:custGeom>
                <a:avLst/>
                <a:gdLst/>
                <a:ahLst/>
                <a:cxnLst/>
                <a:rect l="l" t="t" r="r" b="b"/>
                <a:pathLst>
                  <a:path w="3227" h="1490" extrusionOk="0">
                    <a:moveTo>
                      <a:pt x="2922" y="287"/>
                    </a:moveTo>
                    <a:cubicBezTo>
                      <a:pt x="2887" y="597"/>
                      <a:pt x="2837" y="913"/>
                      <a:pt x="2737" y="1208"/>
                    </a:cubicBezTo>
                    <a:lnTo>
                      <a:pt x="298" y="1208"/>
                    </a:lnTo>
                    <a:cubicBezTo>
                      <a:pt x="334" y="918"/>
                      <a:pt x="480" y="643"/>
                      <a:pt x="718" y="468"/>
                    </a:cubicBezTo>
                    <a:cubicBezTo>
                      <a:pt x="904" y="332"/>
                      <a:pt x="1113" y="287"/>
                      <a:pt x="1339" y="287"/>
                    </a:cubicBezTo>
                    <a:close/>
                    <a:moveTo>
                      <a:pt x="1503" y="0"/>
                    </a:moveTo>
                    <a:cubicBezTo>
                      <a:pt x="1170" y="0"/>
                      <a:pt x="840" y="30"/>
                      <a:pt x="554" y="242"/>
                    </a:cubicBezTo>
                    <a:cubicBezTo>
                      <a:pt x="204" y="502"/>
                      <a:pt x="12" y="914"/>
                      <a:pt x="7" y="1349"/>
                    </a:cubicBezTo>
                    <a:cubicBezTo>
                      <a:pt x="1" y="1422"/>
                      <a:pt x="69" y="1490"/>
                      <a:pt x="148" y="1490"/>
                    </a:cubicBezTo>
                    <a:lnTo>
                      <a:pt x="2836" y="1490"/>
                    </a:lnTo>
                    <a:cubicBezTo>
                      <a:pt x="2904" y="1490"/>
                      <a:pt x="2954" y="1445"/>
                      <a:pt x="2971" y="1388"/>
                    </a:cubicBezTo>
                    <a:cubicBezTo>
                      <a:pt x="3118" y="993"/>
                      <a:pt x="3175" y="558"/>
                      <a:pt x="3220" y="146"/>
                    </a:cubicBezTo>
                    <a:cubicBezTo>
                      <a:pt x="3226" y="78"/>
                      <a:pt x="3190" y="35"/>
                      <a:pt x="3141" y="18"/>
                    </a:cubicBezTo>
                    <a:lnTo>
                      <a:pt x="3141" y="18"/>
                    </a:lnTo>
                    <a:cubicBezTo>
                      <a:pt x="3124" y="10"/>
                      <a:pt x="3103" y="5"/>
                      <a:pt x="3079" y="5"/>
                    </a:cubicBezTo>
                    <a:lnTo>
                      <a:pt x="1887" y="5"/>
                    </a:lnTo>
                    <a:cubicBezTo>
                      <a:pt x="1760" y="5"/>
                      <a:pt x="1631" y="0"/>
                      <a:pt x="1503"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13" name="Google Shape;1113;p39"/>
              <p:cNvSpPr/>
              <p:nvPr/>
            </p:nvSpPr>
            <p:spPr>
              <a:xfrm>
                <a:off x="2530500" y="1926450"/>
                <a:ext cx="999750" cy="706000"/>
              </a:xfrm>
              <a:custGeom>
                <a:avLst/>
                <a:gdLst/>
                <a:ahLst/>
                <a:cxnLst/>
                <a:rect l="l" t="t" r="r" b="b"/>
                <a:pathLst>
                  <a:path w="39990" h="28240" extrusionOk="0">
                    <a:moveTo>
                      <a:pt x="23761" y="285"/>
                    </a:moveTo>
                    <a:cubicBezTo>
                      <a:pt x="24471" y="879"/>
                      <a:pt x="25245" y="1409"/>
                      <a:pt x="26018" y="1906"/>
                    </a:cubicBezTo>
                    <a:cubicBezTo>
                      <a:pt x="26831" y="2431"/>
                      <a:pt x="27667" y="2911"/>
                      <a:pt x="28531" y="3341"/>
                    </a:cubicBezTo>
                    <a:cubicBezTo>
                      <a:pt x="29418" y="3781"/>
                      <a:pt x="30316" y="4188"/>
                      <a:pt x="31169" y="4696"/>
                    </a:cubicBezTo>
                    <a:cubicBezTo>
                      <a:pt x="33394" y="6023"/>
                      <a:pt x="35427" y="7836"/>
                      <a:pt x="36669" y="10134"/>
                    </a:cubicBezTo>
                    <a:cubicBezTo>
                      <a:pt x="36883" y="10523"/>
                      <a:pt x="37080" y="10912"/>
                      <a:pt x="37199" y="11334"/>
                    </a:cubicBezTo>
                    <a:lnTo>
                      <a:pt x="37199" y="11334"/>
                    </a:lnTo>
                    <a:cubicBezTo>
                      <a:pt x="37199" y="11335"/>
                      <a:pt x="37200" y="11336"/>
                      <a:pt x="37200" y="11337"/>
                    </a:cubicBezTo>
                    <a:cubicBezTo>
                      <a:pt x="37200" y="11337"/>
                      <a:pt x="37200" y="11337"/>
                      <a:pt x="37200" y="11337"/>
                    </a:cubicBezTo>
                    <a:lnTo>
                      <a:pt x="37200" y="11337"/>
                    </a:lnTo>
                    <a:cubicBezTo>
                      <a:pt x="37200" y="11338"/>
                      <a:pt x="37200" y="11339"/>
                      <a:pt x="37201" y="11339"/>
                    </a:cubicBezTo>
                    <a:lnTo>
                      <a:pt x="37201" y="11339"/>
                    </a:lnTo>
                    <a:cubicBezTo>
                      <a:pt x="37483" y="12288"/>
                      <a:pt x="37697" y="13258"/>
                      <a:pt x="37912" y="14229"/>
                    </a:cubicBezTo>
                    <a:cubicBezTo>
                      <a:pt x="38471" y="16815"/>
                      <a:pt x="38894" y="19430"/>
                      <a:pt x="39199" y="22056"/>
                    </a:cubicBezTo>
                    <a:cubicBezTo>
                      <a:pt x="39431" y="24019"/>
                      <a:pt x="39598" y="25983"/>
                      <a:pt x="39700" y="27957"/>
                    </a:cubicBezTo>
                    <a:lnTo>
                      <a:pt x="296" y="27957"/>
                    </a:lnTo>
                    <a:cubicBezTo>
                      <a:pt x="480" y="24413"/>
                      <a:pt x="867" y="20880"/>
                      <a:pt x="1469" y="17386"/>
                    </a:cubicBezTo>
                    <a:cubicBezTo>
                      <a:pt x="1797" y="15516"/>
                      <a:pt x="2175" y="13641"/>
                      <a:pt x="2661" y="11806"/>
                    </a:cubicBezTo>
                    <a:cubicBezTo>
                      <a:pt x="2836" y="11162"/>
                      <a:pt x="3067" y="10592"/>
                      <a:pt x="3395" y="10010"/>
                    </a:cubicBezTo>
                    <a:cubicBezTo>
                      <a:pt x="4570" y="7909"/>
                      <a:pt x="6399" y="6215"/>
                      <a:pt x="8421" y="4939"/>
                    </a:cubicBezTo>
                    <a:cubicBezTo>
                      <a:pt x="9189" y="4459"/>
                      <a:pt x="9985" y="4035"/>
                      <a:pt x="10799" y="3657"/>
                    </a:cubicBezTo>
                    <a:cubicBezTo>
                      <a:pt x="11663" y="3262"/>
                      <a:pt x="12499" y="2815"/>
                      <a:pt x="13306" y="2324"/>
                    </a:cubicBezTo>
                    <a:cubicBezTo>
                      <a:pt x="14294" y="1731"/>
                      <a:pt x="15249" y="1076"/>
                      <a:pt x="16147" y="353"/>
                    </a:cubicBezTo>
                    <a:cubicBezTo>
                      <a:pt x="16175" y="332"/>
                      <a:pt x="16203" y="308"/>
                      <a:pt x="16230" y="285"/>
                    </a:cubicBezTo>
                    <a:close/>
                    <a:moveTo>
                      <a:pt x="16542" y="1"/>
                    </a:moveTo>
                    <a:cubicBezTo>
                      <a:pt x="16440" y="1"/>
                      <a:pt x="16339" y="1"/>
                      <a:pt x="16237" y="3"/>
                    </a:cubicBezTo>
                    <a:cubicBezTo>
                      <a:pt x="16079" y="3"/>
                      <a:pt x="15977" y="127"/>
                      <a:pt x="15853" y="223"/>
                    </a:cubicBezTo>
                    <a:cubicBezTo>
                      <a:pt x="14938" y="957"/>
                      <a:pt x="13956" y="1613"/>
                      <a:pt x="12945" y="2211"/>
                    </a:cubicBezTo>
                    <a:cubicBezTo>
                      <a:pt x="11414" y="3115"/>
                      <a:pt x="9760" y="3764"/>
                      <a:pt x="8257" y="4713"/>
                    </a:cubicBezTo>
                    <a:cubicBezTo>
                      <a:pt x="6286" y="5955"/>
                      <a:pt x="4508" y="7587"/>
                      <a:pt x="3305" y="9598"/>
                    </a:cubicBezTo>
                    <a:cubicBezTo>
                      <a:pt x="2955" y="10180"/>
                      <a:pt x="2650" y="10801"/>
                      <a:pt x="2463" y="11456"/>
                    </a:cubicBezTo>
                    <a:cubicBezTo>
                      <a:pt x="2057" y="12935"/>
                      <a:pt x="1735" y="14438"/>
                      <a:pt x="1447" y="15945"/>
                    </a:cubicBezTo>
                    <a:cubicBezTo>
                      <a:pt x="859" y="19018"/>
                      <a:pt x="447" y="22124"/>
                      <a:pt x="193" y="25241"/>
                    </a:cubicBezTo>
                    <a:cubicBezTo>
                      <a:pt x="114" y="26190"/>
                      <a:pt x="52" y="27144"/>
                      <a:pt x="7" y="28098"/>
                    </a:cubicBezTo>
                    <a:cubicBezTo>
                      <a:pt x="1" y="28172"/>
                      <a:pt x="74" y="28240"/>
                      <a:pt x="148" y="28240"/>
                    </a:cubicBezTo>
                    <a:lnTo>
                      <a:pt x="39849" y="28240"/>
                    </a:lnTo>
                    <a:cubicBezTo>
                      <a:pt x="39922" y="28240"/>
                      <a:pt x="39990" y="28172"/>
                      <a:pt x="39990" y="28098"/>
                    </a:cubicBezTo>
                    <a:cubicBezTo>
                      <a:pt x="39820" y="24733"/>
                      <a:pt x="39465" y="21378"/>
                      <a:pt x="38922" y="18052"/>
                    </a:cubicBezTo>
                    <a:cubicBezTo>
                      <a:pt x="38601" y="16098"/>
                      <a:pt x="38217" y="14144"/>
                      <a:pt x="37731" y="12218"/>
                    </a:cubicBezTo>
                    <a:cubicBezTo>
                      <a:pt x="37652" y="11902"/>
                      <a:pt x="37567" y="11580"/>
                      <a:pt x="37471" y="11264"/>
                    </a:cubicBezTo>
                    <a:cubicBezTo>
                      <a:pt x="37398" y="10987"/>
                      <a:pt x="37273" y="10716"/>
                      <a:pt x="37155" y="10462"/>
                    </a:cubicBezTo>
                    <a:cubicBezTo>
                      <a:pt x="36833" y="9779"/>
                      <a:pt x="36426" y="9140"/>
                      <a:pt x="35980" y="8542"/>
                    </a:cubicBezTo>
                    <a:cubicBezTo>
                      <a:pt x="34309" y="6322"/>
                      <a:pt x="31993" y="4662"/>
                      <a:pt x="29497" y="3487"/>
                    </a:cubicBezTo>
                    <a:cubicBezTo>
                      <a:pt x="28012" y="2793"/>
                      <a:pt x="26589" y="1991"/>
                      <a:pt x="25239" y="1048"/>
                    </a:cubicBezTo>
                    <a:cubicBezTo>
                      <a:pt x="24866" y="782"/>
                      <a:pt x="24499" y="511"/>
                      <a:pt x="24138" y="223"/>
                    </a:cubicBezTo>
                    <a:cubicBezTo>
                      <a:pt x="24070" y="172"/>
                      <a:pt x="24002" y="110"/>
                      <a:pt x="23929" y="60"/>
                    </a:cubicBezTo>
                    <a:cubicBezTo>
                      <a:pt x="23863" y="9"/>
                      <a:pt x="23792" y="1"/>
                      <a:pt x="23716" y="1"/>
                    </a:cubicBezTo>
                    <a:cubicBezTo>
                      <a:pt x="23681" y="1"/>
                      <a:pt x="23644" y="3"/>
                      <a:pt x="23607" y="3"/>
                    </a:cubicBezTo>
                    <a:lnTo>
                      <a:pt x="17152" y="3"/>
                    </a:lnTo>
                    <a:cubicBezTo>
                      <a:pt x="16949" y="3"/>
                      <a:pt x="16745" y="1"/>
                      <a:pt x="16542"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114" name="Google Shape;1114;p39"/>
            <p:cNvGrpSpPr/>
            <p:nvPr/>
          </p:nvGrpSpPr>
          <p:grpSpPr>
            <a:xfrm>
              <a:off x="7374073" y="2660034"/>
              <a:ext cx="1706673" cy="2172498"/>
              <a:chOff x="511450" y="3191125"/>
              <a:chExt cx="999750" cy="1272625"/>
            </a:xfrm>
          </p:grpSpPr>
          <p:sp>
            <p:nvSpPr>
              <p:cNvPr id="1115" name="Google Shape;1115;p39"/>
              <p:cNvSpPr/>
              <p:nvPr/>
            </p:nvSpPr>
            <p:spPr>
              <a:xfrm>
                <a:off x="511450" y="3757725"/>
                <a:ext cx="999750" cy="706025"/>
              </a:xfrm>
              <a:custGeom>
                <a:avLst/>
                <a:gdLst/>
                <a:ahLst/>
                <a:cxnLst/>
                <a:rect l="l" t="t" r="r" b="b"/>
                <a:pathLst>
                  <a:path w="39990" h="28241" extrusionOk="0">
                    <a:moveTo>
                      <a:pt x="23761" y="286"/>
                    </a:moveTo>
                    <a:cubicBezTo>
                      <a:pt x="24470" y="880"/>
                      <a:pt x="25239" y="1409"/>
                      <a:pt x="26018" y="1912"/>
                    </a:cubicBezTo>
                    <a:cubicBezTo>
                      <a:pt x="26831" y="2432"/>
                      <a:pt x="27667" y="2912"/>
                      <a:pt x="28531" y="3347"/>
                    </a:cubicBezTo>
                    <a:cubicBezTo>
                      <a:pt x="29417" y="3787"/>
                      <a:pt x="30315" y="4188"/>
                      <a:pt x="31168" y="4696"/>
                    </a:cubicBezTo>
                    <a:cubicBezTo>
                      <a:pt x="33393" y="6024"/>
                      <a:pt x="35426" y="7842"/>
                      <a:pt x="36668" y="10140"/>
                    </a:cubicBezTo>
                    <a:cubicBezTo>
                      <a:pt x="36877" y="10529"/>
                      <a:pt x="37080" y="10919"/>
                      <a:pt x="37199" y="11336"/>
                    </a:cubicBezTo>
                    <a:lnTo>
                      <a:pt x="37199" y="11336"/>
                    </a:lnTo>
                    <a:cubicBezTo>
                      <a:pt x="37199" y="11336"/>
                      <a:pt x="37199" y="11337"/>
                      <a:pt x="37199" y="11338"/>
                    </a:cubicBezTo>
                    <a:cubicBezTo>
                      <a:pt x="37199" y="11338"/>
                      <a:pt x="37199" y="11338"/>
                      <a:pt x="37199" y="11338"/>
                    </a:cubicBezTo>
                    <a:lnTo>
                      <a:pt x="37199" y="11338"/>
                    </a:lnTo>
                    <a:cubicBezTo>
                      <a:pt x="37199" y="11338"/>
                      <a:pt x="37200" y="11339"/>
                      <a:pt x="37200" y="11339"/>
                    </a:cubicBezTo>
                    <a:lnTo>
                      <a:pt x="37200" y="11339"/>
                    </a:lnTo>
                    <a:cubicBezTo>
                      <a:pt x="37482" y="12293"/>
                      <a:pt x="37696" y="13264"/>
                      <a:pt x="37905" y="14229"/>
                    </a:cubicBezTo>
                    <a:cubicBezTo>
                      <a:pt x="38470" y="16816"/>
                      <a:pt x="38888" y="19436"/>
                      <a:pt x="39198" y="22062"/>
                    </a:cubicBezTo>
                    <a:cubicBezTo>
                      <a:pt x="39430" y="24020"/>
                      <a:pt x="39597" y="25989"/>
                      <a:pt x="39694" y="27958"/>
                    </a:cubicBezTo>
                    <a:lnTo>
                      <a:pt x="295" y="27958"/>
                    </a:lnTo>
                    <a:cubicBezTo>
                      <a:pt x="479" y="24419"/>
                      <a:pt x="861" y="20886"/>
                      <a:pt x="1469" y="17392"/>
                    </a:cubicBezTo>
                    <a:cubicBezTo>
                      <a:pt x="1790" y="15517"/>
                      <a:pt x="2174" y="13647"/>
                      <a:pt x="2660" y="11806"/>
                    </a:cubicBezTo>
                    <a:cubicBezTo>
                      <a:pt x="2835" y="11163"/>
                      <a:pt x="3061" y="10598"/>
                      <a:pt x="3389" y="10011"/>
                    </a:cubicBezTo>
                    <a:cubicBezTo>
                      <a:pt x="4563" y="7910"/>
                      <a:pt x="6399" y="6216"/>
                      <a:pt x="8420" y="4945"/>
                    </a:cubicBezTo>
                    <a:cubicBezTo>
                      <a:pt x="9183" y="4465"/>
                      <a:pt x="9979" y="4041"/>
                      <a:pt x="10798" y="3663"/>
                    </a:cubicBezTo>
                    <a:cubicBezTo>
                      <a:pt x="11656" y="3262"/>
                      <a:pt x="12492" y="2816"/>
                      <a:pt x="13305" y="2330"/>
                    </a:cubicBezTo>
                    <a:cubicBezTo>
                      <a:pt x="14288" y="1732"/>
                      <a:pt x="15248" y="1082"/>
                      <a:pt x="16146" y="359"/>
                    </a:cubicBezTo>
                    <a:cubicBezTo>
                      <a:pt x="16172" y="333"/>
                      <a:pt x="16200" y="310"/>
                      <a:pt x="16229" y="286"/>
                    </a:cubicBezTo>
                    <a:close/>
                    <a:moveTo>
                      <a:pt x="16541" y="1"/>
                    </a:moveTo>
                    <a:cubicBezTo>
                      <a:pt x="16440" y="1"/>
                      <a:pt x="16338" y="2"/>
                      <a:pt x="16236" y="3"/>
                    </a:cubicBezTo>
                    <a:cubicBezTo>
                      <a:pt x="16078" y="9"/>
                      <a:pt x="15977" y="133"/>
                      <a:pt x="15852" y="229"/>
                    </a:cubicBezTo>
                    <a:cubicBezTo>
                      <a:pt x="14937" y="958"/>
                      <a:pt x="13955" y="1619"/>
                      <a:pt x="12944" y="2217"/>
                    </a:cubicBezTo>
                    <a:cubicBezTo>
                      <a:pt x="11414" y="3121"/>
                      <a:pt x="9753" y="3765"/>
                      <a:pt x="8251" y="4719"/>
                    </a:cubicBezTo>
                    <a:cubicBezTo>
                      <a:pt x="6286" y="5961"/>
                      <a:pt x="4501" y="7588"/>
                      <a:pt x="3304" y="9598"/>
                    </a:cubicBezTo>
                    <a:cubicBezTo>
                      <a:pt x="2954" y="10186"/>
                      <a:pt x="2643" y="10801"/>
                      <a:pt x="2463" y="11462"/>
                    </a:cubicBezTo>
                    <a:cubicBezTo>
                      <a:pt x="2056" y="12936"/>
                      <a:pt x="1734" y="14444"/>
                      <a:pt x="1446" y="15946"/>
                    </a:cubicBezTo>
                    <a:cubicBezTo>
                      <a:pt x="859" y="19018"/>
                      <a:pt x="446" y="22124"/>
                      <a:pt x="192" y="25241"/>
                    </a:cubicBezTo>
                    <a:cubicBezTo>
                      <a:pt x="113" y="26196"/>
                      <a:pt x="51" y="27145"/>
                      <a:pt x="6" y="28099"/>
                    </a:cubicBezTo>
                    <a:cubicBezTo>
                      <a:pt x="0" y="28178"/>
                      <a:pt x="74" y="28240"/>
                      <a:pt x="147" y="28240"/>
                    </a:cubicBezTo>
                    <a:lnTo>
                      <a:pt x="39842" y="28240"/>
                    </a:lnTo>
                    <a:cubicBezTo>
                      <a:pt x="39921" y="28240"/>
                      <a:pt x="39989" y="28178"/>
                      <a:pt x="39983" y="28099"/>
                    </a:cubicBezTo>
                    <a:cubicBezTo>
                      <a:pt x="39820" y="24739"/>
                      <a:pt x="39464" y="21384"/>
                      <a:pt x="38922" y="18058"/>
                    </a:cubicBezTo>
                    <a:cubicBezTo>
                      <a:pt x="38600" y="16098"/>
                      <a:pt x="38216" y="14150"/>
                      <a:pt x="37730" y="12224"/>
                    </a:cubicBezTo>
                    <a:cubicBezTo>
                      <a:pt x="37645" y="11902"/>
                      <a:pt x="37566" y="11580"/>
                      <a:pt x="37470" y="11264"/>
                    </a:cubicBezTo>
                    <a:cubicBezTo>
                      <a:pt x="37391" y="10988"/>
                      <a:pt x="37273" y="10722"/>
                      <a:pt x="37148" y="10462"/>
                    </a:cubicBezTo>
                    <a:cubicBezTo>
                      <a:pt x="36832" y="9785"/>
                      <a:pt x="36426" y="9146"/>
                      <a:pt x="35974" y="8542"/>
                    </a:cubicBezTo>
                    <a:cubicBezTo>
                      <a:pt x="34308" y="6323"/>
                      <a:pt x="31992" y="4663"/>
                      <a:pt x="29496" y="3494"/>
                    </a:cubicBezTo>
                    <a:cubicBezTo>
                      <a:pt x="28011" y="2793"/>
                      <a:pt x="26582" y="1991"/>
                      <a:pt x="25238" y="1048"/>
                    </a:cubicBezTo>
                    <a:cubicBezTo>
                      <a:pt x="24866" y="788"/>
                      <a:pt x="24493" y="517"/>
                      <a:pt x="24137" y="229"/>
                    </a:cubicBezTo>
                    <a:cubicBezTo>
                      <a:pt x="24069" y="173"/>
                      <a:pt x="24001" y="111"/>
                      <a:pt x="23928" y="60"/>
                    </a:cubicBezTo>
                    <a:cubicBezTo>
                      <a:pt x="23862" y="10"/>
                      <a:pt x="23791" y="2"/>
                      <a:pt x="23715" y="2"/>
                    </a:cubicBezTo>
                    <a:cubicBezTo>
                      <a:pt x="23680" y="2"/>
                      <a:pt x="23644" y="3"/>
                      <a:pt x="23606" y="3"/>
                    </a:cubicBezTo>
                    <a:lnTo>
                      <a:pt x="17151" y="3"/>
                    </a:lnTo>
                    <a:cubicBezTo>
                      <a:pt x="16948" y="3"/>
                      <a:pt x="16745" y="1"/>
                      <a:pt x="16541"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16" name="Google Shape;1116;p39"/>
              <p:cNvSpPr/>
              <p:nvPr/>
            </p:nvSpPr>
            <p:spPr>
              <a:xfrm>
                <a:off x="916775" y="3306225"/>
                <a:ext cx="335625" cy="458650"/>
              </a:xfrm>
              <a:custGeom>
                <a:avLst/>
                <a:gdLst/>
                <a:ahLst/>
                <a:cxnLst/>
                <a:rect l="l" t="t" r="r" b="b"/>
                <a:pathLst>
                  <a:path w="13425" h="18346" extrusionOk="0">
                    <a:moveTo>
                      <a:pt x="10560" y="355"/>
                    </a:moveTo>
                    <a:cubicBezTo>
                      <a:pt x="11145" y="1137"/>
                      <a:pt x="11448" y="2090"/>
                      <a:pt x="11448" y="3064"/>
                    </a:cubicBezTo>
                    <a:cubicBezTo>
                      <a:pt x="11448" y="3635"/>
                      <a:pt x="11448" y="4205"/>
                      <a:pt x="11448" y="4775"/>
                    </a:cubicBezTo>
                    <a:cubicBezTo>
                      <a:pt x="11448" y="4979"/>
                      <a:pt x="11437" y="5182"/>
                      <a:pt x="11448" y="5385"/>
                    </a:cubicBezTo>
                    <a:cubicBezTo>
                      <a:pt x="11454" y="5464"/>
                      <a:pt x="11487" y="5493"/>
                      <a:pt x="11544" y="5538"/>
                    </a:cubicBezTo>
                    <a:cubicBezTo>
                      <a:pt x="11634" y="5605"/>
                      <a:pt x="11725" y="5679"/>
                      <a:pt x="11809" y="5747"/>
                    </a:cubicBezTo>
                    <a:cubicBezTo>
                      <a:pt x="12075" y="5956"/>
                      <a:pt x="12335" y="6159"/>
                      <a:pt x="12594" y="6368"/>
                    </a:cubicBezTo>
                    <a:cubicBezTo>
                      <a:pt x="12758" y="6498"/>
                      <a:pt x="12984" y="6628"/>
                      <a:pt x="13046" y="6842"/>
                    </a:cubicBezTo>
                    <a:cubicBezTo>
                      <a:pt x="13097" y="7023"/>
                      <a:pt x="13024" y="7215"/>
                      <a:pt x="12888" y="7339"/>
                    </a:cubicBezTo>
                    <a:cubicBezTo>
                      <a:pt x="12764" y="7452"/>
                      <a:pt x="12600" y="7486"/>
                      <a:pt x="12436" y="7486"/>
                    </a:cubicBezTo>
                    <a:lnTo>
                      <a:pt x="11567" y="7486"/>
                    </a:lnTo>
                    <a:cubicBezTo>
                      <a:pt x="11487" y="7486"/>
                      <a:pt x="11431" y="7554"/>
                      <a:pt x="11425" y="7627"/>
                    </a:cubicBezTo>
                    <a:cubicBezTo>
                      <a:pt x="11267" y="9400"/>
                      <a:pt x="10302" y="11044"/>
                      <a:pt x="8833" y="12043"/>
                    </a:cubicBezTo>
                    <a:cubicBezTo>
                      <a:pt x="8421" y="12320"/>
                      <a:pt x="7975" y="12552"/>
                      <a:pt x="7506" y="12721"/>
                    </a:cubicBezTo>
                    <a:cubicBezTo>
                      <a:pt x="7450" y="12744"/>
                      <a:pt x="7404" y="12789"/>
                      <a:pt x="7404" y="12857"/>
                    </a:cubicBezTo>
                    <a:lnTo>
                      <a:pt x="7404" y="14664"/>
                    </a:lnTo>
                    <a:lnTo>
                      <a:pt x="7404" y="17550"/>
                    </a:lnTo>
                    <a:lnTo>
                      <a:pt x="7404" y="18063"/>
                    </a:lnTo>
                    <a:lnTo>
                      <a:pt x="283" y="18063"/>
                    </a:lnTo>
                    <a:lnTo>
                      <a:pt x="283" y="16522"/>
                    </a:lnTo>
                    <a:lnTo>
                      <a:pt x="283" y="13834"/>
                    </a:lnTo>
                    <a:lnTo>
                      <a:pt x="283" y="13218"/>
                    </a:lnTo>
                    <a:lnTo>
                      <a:pt x="283" y="11563"/>
                    </a:lnTo>
                    <a:lnTo>
                      <a:pt x="283" y="10643"/>
                    </a:lnTo>
                    <a:lnTo>
                      <a:pt x="283" y="8480"/>
                    </a:lnTo>
                    <a:lnTo>
                      <a:pt x="283" y="6221"/>
                    </a:lnTo>
                    <a:lnTo>
                      <a:pt x="283" y="5425"/>
                    </a:lnTo>
                    <a:cubicBezTo>
                      <a:pt x="283" y="5353"/>
                      <a:pt x="288" y="5278"/>
                      <a:pt x="290" y="5204"/>
                    </a:cubicBezTo>
                    <a:lnTo>
                      <a:pt x="290" y="5204"/>
                    </a:lnTo>
                    <a:cubicBezTo>
                      <a:pt x="583" y="5290"/>
                      <a:pt x="878" y="5370"/>
                      <a:pt x="1175" y="5430"/>
                    </a:cubicBezTo>
                    <a:cubicBezTo>
                      <a:pt x="1435" y="5487"/>
                      <a:pt x="1712" y="5543"/>
                      <a:pt x="1983" y="5543"/>
                    </a:cubicBezTo>
                    <a:cubicBezTo>
                      <a:pt x="2056" y="5543"/>
                      <a:pt x="2119" y="5476"/>
                      <a:pt x="2124" y="5402"/>
                    </a:cubicBezTo>
                    <a:cubicBezTo>
                      <a:pt x="2135" y="4933"/>
                      <a:pt x="2152" y="4465"/>
                      <a:pt x="2164" y="4002"/>
                    </a:cubicBezTo>
                    <a:cubicBezTo>
                      <a:pt x="2192" y="3262"/>
                      <a:pt x="2215" y="2516"/>
                      <a:pt x="2237" y="1777"/>
                    </a:cubicBezTo>
                    <a:cubicBezTo>
                      <a:pt x="2241" y="1658"/>
                      <a:pt x="2245" y="1536"/>
                      <a:pt x="2249" y="1416"/>
                    </a:cubicBezTo>
                    <a:lnTo>
                      <a:pt x="2249" y="1416"/>
                    </a:lnTo>
                    <a:cubicBezTo>
                      <a:pt x="3183" y="1496"/>
                      <a:pt x="4132" y="1554"/>
                      <a:pt x="5078" y="1554"/>
                    </a:cubicBezTo>
                    <a:cubicBezTo>
                      <a:pt x="6103" y="1554"/>
                      <a:pt x="7126" y="1486"/>
                      <a:pt x="8127" y="1302"/>
                    </a:cubicBezTo>
                    <a:cubicBezTo>
                      <a:pt x="8907" y="1161"/>
                      <a:pt x="9754" y="952"/>
                      <a:pt x="10403" y="478"/>
                    </a:cubicBezTo>
                    <a:cubicBezTo>
                      <a:pt x="10458" y="440"/>
                      <a:pt x="10509" y="399"/>
                      <a:pt x="10560" y="355"/>
                    </a:cubicBezTo>
                    <a:close/>
                    <a:moveTo>
                      <a:pt x="10570" y="1"/>
                    </a:moveTo>
                    <a:cubicBezTo>
                      <a:pt x="10532" y="1"/>
                      <a:pt x="10494" y="15"/>
                      <a:pt x="10471" y="43"/>
                    </a:cubicBezTo>
                    <a:cubicBezTo>
                      <a:pt x="10463" y="52"/>
                      <a:pt x="10457" y="59"/>
                      <a:pt x="10453" y="65"/>
                    </a:cubicBezTo>
                    <a:lnTo>
                      <a:pt x="10453" y="65"/>
                    </a:lnTo>
                    <a:cubicBezTo>
                      <a:pt x="10457" y="60"/>
                      <a:pt x="10460" y="55"/>
                      <a:pt x="10460" y="55"/>
                    </a:cubicBezTo>
                    <a:cubicBezTo>
                      <a:pt x="10459" y="55"/>
                      <a:pt x="10457" y="56"/>
                      <a:pt x="10454" y="60"/>
                    </a:cubicBezTo>
                    <a:cubicBezTo>
                      <a:pt x="10443" y="71"/>
                      <a:pt x="10431" y="82"/>
                      <a:pt x="10420" y="94"/>
                    </a:cubicBezTo>
                    <a:cubicBezTo>
                      <a:pt x="10381" y="138"/>
                      <a:pt x="10332" y="177"/>
                      <a:pt x="10287" y="216"/>
                    </a:cubicBezTo>
                    <a:lnTo>
                      <a:pt x="10287" y="216"/>
                    </a:lnTo>
                    <a:cubicBezTo>
                      <a:pt x="10276" y="224"/>
                      <a:pt x="10261" y="236"/>
                      <a:pt x="10256" y="241"/>
                    </a:cubicBezTo>
                    <a:cubicBezTo>
                      <a:pt x="10234" y="252"/>
                      <a:pt x="10217" y="263"/>
                      <a:pt x="10194" y="280"/>
                    </a:cubicBezTo>
                    <a:cubicBezTo>
                      <a:pt x="10149" y="314"/>
                      <a:pt x="10098" y="342"/>
                      <a:pt x="10047" y="376"/>
                    </a:cubicBezTo>
                    <a:cubicBezTo>
                      <a:pt x="9912" y="449"/>
                      <a:pt x="9771" y="517"/>
                      <a:pt x="9630" y="579"/>
                    </a:cubicBezTo>
                    <a:cubicBezTo>
                      <a:pt x="9596" y="596"/>
                      <a:pt x="9584" y="602"/>
                      <a:pt x="9528" y="625"/>
                    </a:cubicBezTo>
                    <a:cubicBezTo>
                      <a:pt x="9477" y="641"/>
                      <a:pt x="9426" y="664"/>
                      <a:pt x="9381" y="681"/>
                    </a:cubicBezTo>
                    <a:cubicBezTo>
                      <a:pt x="9274" y="721"/>
                      <a:pt x="9172" y="754"/>
                      <a:pt x="9065" y="788"/>
                    </a:cubicBezTo>
                    <a:cubicBezTo>
                      <a:pt x="8805" y="867"/>
                      <a:pt x="8540" y="930"/>
                      <a:pt x="8280" y="986"/>
                    </a:cubicBezTo>
                    <a:cubicBezTo>
                      <a:pt x="7534" y="1138"/>
                      <a:pt x="6772" y="1212"/>
                      <a:pt x="6015" y="1240"/>
                    </a:cubicBezTo>
                    <a:cubicBezTo>
                      <a:pt x="5681" y="1255"/>
                      <a:pt x="5347" y="1261"/>
                      <a:pt x="5012" y="1261"/>
                    </a:cubicBezTo>
                    <a:cubicBezTo>
                      <a:pt x="4044" y="1261"/>
                      <a:pt x="3074" y="1205"/>
                      <a:pt x="2113" y="1122"/>
                    </a:cubicBezTo>
                    <a:cubicBezTo>
                      <a:pt x="2108" y="1121"/>
                      <a:pt x="2103" y="1120"/>
                      <a:pt x="2098" y="1120"/>
                    </a:cubicBezTo>
                    <a:cubicBezTo>
                      <a:pt x="2026" y="1120"/>
                      <a:pt x="1972" y="1194"/>
                      <a:pt x="1972" y="1263"/>
                    </a:cubicBezTo>
                    <a:cubicBezTo>
                      <a:pt x="1955" y="1726"/>
                      <a:pt x="1943" y="2195"/>
                      <a:pt x="1927" y="2663"/>
                    </a:cubicBezTo>
                    <a:cubicBezTo>
                      <a:pt x="1904" y="3403"/>
                      <a:pt x="1881" y="4143"/>
                      <a:pt x="1859" y="4888"/>
                    </a:cubicBezTo>
                    <a:lnTo>
                      <a:pt x="1847" y="5256"/>
                    </a:lnTo>
                    <a:lnTo>
                      <a:pt x="1847" y="5256"/>
                    </a:lnTo>
                    <a:cubicBezTo>
                      <a:pt x="1632" y="5241"/>
                      <a:pt x="1419" y="5196"/>
                      <a:pt x="1209" y="5154"/>
                    </a:cubicBezTo>
                    <a:cubicBezTo>
                      <a:pt x="859" y="5075"/>
                      <a:pt x="520" y="4979"/>
                      <a:pt x="182" y="4871"/>
                    </a:cubicBezTo>
                    <a:cubicBezTo>
                      <a:pt x="169" y="4867"/>
                      <a:pt x="156" y="4866"/>
                      <a:pt x="144" y="4866"/>
                    </a:cubicBezTo>
                    <a:cubicBezTo>
                      <a:pt x="67" y="4866"/>
                      <a:pt x="1" y="4934"/>
                      <a:pt x="1" y="5007"/>
                    </a:cubicBezTo>
                    <a:lnTo>
                      <a:pt x="1" y="5995"/>
                    </a:lnTo>
                    <a:lnTo>
                      <a:pt x="1" y="8186"/>
                    </a:lnTo>
                    <a:lnTo>
                      <a:pt x="1" y="10423"/>
                    </a:lnTo>
                    <a:lnTo>
                      <a:pt x="1" y="11546"/>
                    </a:lnTo>
                    <a:lnTo>
                      <a:pt x="1" y="13150"/>
                    </a:lnTo>
                    <a:lnTo>
                      <a:pt x="1" y="13218"/>
                    </a:lnTo>
                    <a:lnTo>
                      <a:pt x="1" y="14907"/>
                    </a:lnTo>
                    <a:lnTo>
                      <a:pt x="1" y="17589"/>
                    </a:lnTo>
                    <a:lnTo>
                      <a:pt x="1" y="18205"/>
                    </a:lnTo>
                    <a:cubicBezTo>
                      <a:pt x="1" y="18284"/>
                      <a:pt x="63" y="18346"/>
                      <a:pt x="142" y="18346"/>
                    </a:cubicBezTo>
                    <a:lnTo>
                      <a:pt x="7546" y="18346"/>
                    </a:lnTo>
                    <a:cubicBezTo>
                      <a:pt x="7575" y="18346"/>
                      <a:pt x="7600" y="18338"/>
                      <a:pt x="7620" y="18326"/>
                    </a:cubicBezTo>
                    <a:lnTo>
                      <a:pt x="7620" y="18326"/>
                    </a:lnTo>
                    <a:cubicBezTo>
                      <a:pt x="7659" y="18304"/>
                      <a:pt x="7687" y="18264"/>
                      <a:pt x="7687" y="18205"/>
                    </a:cubicBezTo>
                    <a:lnTo>
                      <a:pt x="7687" y="16398"/>
                    </a:lnTo>
                    <a:lnTo>
                      <a:pt x="7687" y="13517"/>
                    </a:lnTo>
                    <a:lnTo>
                      <a:pt x="7687" y="12954"/>
                    </a:lnTo>
                    <a:lnTo>
                      <a:pt x="7687" y="12954"/>
                    </a:lnTo>
                    <a:cubicBezTo>
                      <a:pt x="9390" y="12299"/>
                      <a:pt x="10754" y="10919"/>
                      <a:pt x="11369" y="9197"/>
                    </a:cubicBezTo>
                    <a:cubicBezTo>
                      <a:pt x="11534" y="8734"/>
                      <a:pt x="11642" y="8256"/>
                      <a:pt x="11694" y="7768"/>
                    </a:cubicBezTo>
                    <a:lnTo>
                      <a:pt x="12402" y="7768"/>
                    </a:lnTo>
                    <a:cubicBezTo>
                      <a:pt x="12781" y="7768"/>
                      <a:pt x="13137" y="7616"/>
                      <a:pt x="13283" y="7249"/>
                    </a:cubicBezTo>
                    <a:cubicBezTo>
                      <a:pt x="13425" y="6916"/>
                      <a:pt x="13295" y="6566"/>
                      <a:pt x="13018" y="6345"/>
                    </a:cubicBezTo>
                    <a:cubicBezTo>
                      <a:pt x="12786" y="6165"/>
                      <a:pt x="12555" y="5984"/>
                      <a:pt x="12323" y="5797"/>
                    </a:cubicBezTo>
                    <a:cubicBezTo>
                      <a:pt x="12127" y="5639"/>
                      <a:pt x="11927" y="5485"/>
                      <a:pt x="11730" y="5327"/>
                    </a:cubicBezTo>
                    <a:lnTo>
                      <a:pt x="11730" y="5327"/>
                    </a:lnTo>
                    <a:lnTo>
                      <a:pt x="11730" y="3838"/>
                    </a:lnTo>
                    <a:cubicBezTo>
                      <a:pt x="11730" y="3143"/>
                      <a:pt x="11753" y="2460"/>
                      <a:pt x="11567" y="1777"/>
                    </a:cubicBezTo>
                    <a:cubicBezTo>
                      <a:pt x="11391" y="1144"/>
                      <a:pt x="11081" y="557"/>
                      <a:pt x="10669" y="43"/>
                    </a:cubicBezTo>
                    <a:cubicBezTo>
                      <a:pt x="10646" y="15"/>
                      <a:pt x="10608" y="1"/>
                      <a:pt x="10570"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17" name="Google Shape;1117;p39"/>
              <p:cNvSpPr/>
              <p:nvPr/>
            </p:nvSpPr>
            <p:spPr>
              <a:xfrm>
                <a:off x="748200" y="3191125"/>
                <a:ext cx="458600" cy="407500"/>
              </a:xfrm>
              <a:custGeom>
                <a:avLst/>
                <a:gdLst/>
                <a:ahLst/>
                <a:cxnLst/>
                <a:rect l="l" t="t" r="r" b="b"/>
                <a:pathLst>
                  <a:path w="18344" h="16300" extrusionOk="0">
                    <a:moveTo>
                      <a:pt x="17197" y="4664"/>
                    </a:moveTo>
                    <a:cubicBezTo>
                      <a:pt x="17188" y="4677"/>
                      <a:pt x="17183" y="4681"/>
                      <a:pt x="17183" y="4681"/>
                    </a:cubicBezTo>
                    <a:cubicBezTo>
                      <a:pt x="17182" y="4681"/>
                      <a:pt x="17188" y="4673"/>
                      <a:pt x="17197" y="4664"/>
                    </a:cubicBezTo>
                    <a:close/>
                    <a:moveTo>
                      <a:pt x="17035" y="4812"/>
                    </a:moveTo>
                    <a:cubicBezTo>
                      <a:pt x="17033" y="4813"/>
                      <a:pt x="17031" y="4814"/>
                      <a:pt x="17028" y="4816"/>
                    </a:cubicBezTo>
                    <a:cubicBezTo>
                      <a:pt x="17030" y="4815"/>
                      <a:pt x="17033" y="4814"/>
                      <a:pt x="17035" y="4812"/>
                    </a:cubicBezTo>
                    <a:close/>
                    <a:moveTo>
                      <a:pt x="8794" y="286"/>
                    </a:moveTo>
                    <a:cubicBezTo>
                      <a:pt x="8833" y="286"/>
                      <a:pt x="8873" y="287"/>
                      <a:pt x="8912" y="287"/>
                    </a:cubicBezTo>
                    <a:cubicBezTo>
                      <a:pt x="9720" y="293"/>
                      <a:pt x="10544" y="394"/>
                      <a:pt x="11307" y="660"/>
                    </a:cubicBezTo>
                    <a:cubicBezTo>
                      <a:pt x="11561" y="750"/>
                      <a:pt x="11815" y="858"/>
                      <a:pt x="12030" y="1021"/>
                    </a:cubicBezTo>
                    <a:cubicBezTo>
                      <a:pt x="12346" y="1258"/>
                      <a:pt x="12685" y="1456"/>
                      <a:pt x="13063" y="1580"/>
                    </a:cubicBezTo>
                    <a:cubicBezTo>
                      <a:pt x="13442" y="1705"/>
                      <a:pt x="13843" y="1750"/>
                      <a:pt x="14238" y="1784"/>
                    </a:cubicBezTo>
                    <a:cubicBezTo>
                      <a:pt x="14769" y="1829"/>
                      <a:pt x="15300" y="1846"/>
                      <a:pt x="15830" y="1885"/>
                    </a:cubicBezTo>
                    <a:cubicBezTo>
                      <a:pt x="16175" y="1908"/>
                      <a:pt x="16519" y="1936"/>
                      <a:pt x="16857" y="1970"/>
                    </a:cubicBezTo>
                    <a:lnTo>
                      <a:pt x="16857" y="1970"/>
                    </a:lnTo>
                    <a:cubicBezTo>
                      <a:pt x="16857" y="1970"/>
                      <a:pt x="16858" y="1970"/>
                      <a:pt x="16858" y="1970"/>
                    </a:cubicBezTo>
                    <a:cubicBezTo>
                      <a:pt x="17304" y="2015"/>
                      <a:pt x="17863" y="2162"/>
                      <a:pt x="17988" y="2636"/>
                    </a:cubicBezTo>
                    <a:cubicBezTo>
                      <a:pt x="18089" y="2992"/>
                      <a:pt x="17942" y="3404"/>
                      <a:pt x="17784" y="3738"/>
                    </a:cubicBezTo>
                    <a:cubicBezTo>
                      <a:pt x="17638" y="4037"/>
                      <a:pt x="17457" y="4319"/>
                      <a:pt x="17259" y="4590"/>
                    </a:cubicBezTo>
                    <a:cubicBezTo>
                      <a:pt x="17253" y="4596"/>
                      <a:pt x="17242" y="4607"/>
                      <a:pt x="17237" y="4613"/>
                    </a:cubicBezTo>
                    <a:cubicBezTo>
                      <a:pt x="17235" y="4616"/>
                      <a:pt x="17234" y="4617"/>
                      <a:pt x="17234" y="4617"/>
                    </a:cubicBezTo>
                    <a:cubicBezTo>
                      <a:pt x="17235" y="4617"/>
                      <a:pt x="17245" y="4603"/>
                      <a:pt x="17247" y="4603"/>
                    </a:cubicBezTo>
                    <a:cubicBezTo>
                      <a:pt x="17247" y="4603"/>
                      <a:pt x="17246" y="4606"/>
                      <a:pt x="17242" y="4613"/>
                    </a:cubicBezTo>
                    <a:cubicBezTo>
                      <a:pt x="17231" y="4624"/>
                      <a:pt x="17225" y="4636"/>
                      <a:pt x="17214" y="4641"/>
                    </a:cubicBezTo>
                    <a:cubicBezTo>
                      <a:pt x="17207" y="4650"/>
                      <a:pt x="17202" y="4658"/>
                      <a:pt x="17197" y="4664"/>
                    </a:cubicBezTo>
                    <a:lnTo>
                      <a:pt x="17197" y="4664"/>
                    </a:lnTo>
                    <a:cubicBezTo>
                      <a:pt x="17183" y="4679"/>
                      <a:pt x="17173" y="4693"/>
                      <a:pt x="17157" y="4703"/>
                    </a:cubicBezTo>
                    <a:cubicBezTo>
                      <a:pt x="17129" y="4737"/>
                      <a:pt x="17095" y="4765"/>
                      <a:pt x="17061" y="4794"/>
                    </a:cubicBezTo>
                    <a:cubicBezTo>
                      <a:pt x="17053" y="4798"/>
                      <a:pt x="17044" y="4806"/>
                      <a:pt x="17035" y="4812"/>
                    </a:cubicBezTo>
                    <a:lnTo>
                      <a:pt x="17035" y="4812"/>
                    </a:lnTo>
                    <a:cubicBezTo>
                      <a:pt x="17040" y="4809"/>
                      <a:pt x="17042" y="4808"/>
                      <a:pt x="17042" y="4808"/>
                    </a:cubicBezTo>
                    <a:cubicBezTo>
                      <a:pt x="17043" y="4808"/>
                      <a:pt x="17031" y="4817"/>
                      <a:pt x="17016" y="4828"/>
                    </a:cubicBezTo>
                    <a:cubicBezTo>
                      <a:pt x="16988" y="4850"/>
                      <a:pt x="16960" y="4873"/>
                      <a:pt x="16926" y="4890"/>
                    </a:cubicBezTo>
                    <a:cubicBezTo>
                      <a:pt x="16751" y="5008"/>
                      <a:pt x="16565" y="5104"/>
                      <a:pt x="16373" y="5183"/>
                    </a:cubicBezTo>
                    <a:cubicBezTo>
                      <a:pt x="16339" y="5200"/>
                      <a:pt x="16350" y="5195"/>
                      <a:pt x="16299" y="5217"/>
                    </a:cubicBezTo>
                    <a:cubicBezTo>
                      <a:pt x="16265" y="5229"/>
                      <a:pt x="16231" y="5245"/>
                      <a:pt x="16197" y="5257"/>
                    </a:cubicBezTo>
                    <a:cubicBezTo>
                      <a:pt x="16124" y="5285"/>
                      <a:pt x="16051" y="5313"/>
                      <a:pt x="15972" y="5336"/>
                    </a:cubicBezTo>
                    <a:cubicBezTo>
                      <a:pt x="15802" y="5392"/>
                      <a:pt x="15627" y="5443"/>
                      <a:pt x="15452" y="5488"/>
                    </a:cubicBezTo>
                    <a:cubicBezTo>
                      <a:pt x="15000" y="5607"/>
                      <a:pt x="14537" y="5686"/>
                      <a:pt x="14074" y="5742"/>
                    </a:cubicBezTo>
                    <a:cubicBezTo>
                      <a:pt x="13324" y="5834"/>
                      <a:pt x="12567" y="5870"/>
                      <a:pt x="11809" y="5870"/>
                    </a:cubicBezTo>
                    <a:cubicBezTo>
                      <a:pt x="11066" y="5870"/>
                      <a:pt x="10323" y="5835"/>
                      <a:pt x="9584" y="5782"/>
                    </a:cubicBezTo>
                    <a:cubicBezTo>
                      <a:pt x="9342" y="5765"/>
                      <a:pt x="9099" y="5748"/>
                      <a:pt x="8856" y="5726"/>
                    </a:cubicBezTo>
                    <a:cubicBezTo>
                      <a:pt x="8851" y="5725"/>
                      <a:pt x="8846" y="5724"/>
                      <a:pt x="8841" y="5724"/>
                    </a:cubicBezTo>
                    <a:cubicBezTo>
                      <a:pt x="8769" y="5724"/>
                      <a:pt x="8715" y="5798"/>
                      <a:pt x="8715" y="5867"/>
                    </a:cubicBezTo>
                    <a:cubicBezTo>
                      <a:pt x="8698" y="6330"/>
                      <a:pt x="8686" y="6799"/>
                      <a:pt x="8670" y="7267"/>
                    </a:cubicBezTo>
                    <a:cubicBezTo>
                      <a:pt x="8647" y="8007"/>
                      <a:pt x="8624" y="8747"/>
                      <a:pt x="8602" y="9492"/>
                    </a:cubicBezTo>
                    <a:lnTo>
                      <a:pt x="8590" y="9860"/>
                    </a:lnTo>
                    <a:lnTo>
                      <a:pt x="8590" y="9860"/>
                    </a:lnTo>
                    <a:cubicBezTo>
                      <a:pt x="8375" y="9845"/>
                      <a:pt x="8162" y="9800"/>
                      <a:pt x="7952" y="9758"/>
                    </a:cubicBezTo>
                    <a:cubicBezTo>
                      <a:pt x="7602" y="9679"/>
                      <a:pt x="7263" y="9583"/>
                      <a:pt x="6925" y="9475"/>
                    </a:cubicBezTo>
                    <a:cubicBezTo>
                      <a:pt x="6912" y="9471"/>
                      <a:pt x="6899" y="9470"/>
                      <a:pt x="6887" y="9470"/>
                    </a:cubicBezTo>
                    <a:cubicBezTo>
                      <a:pt x="6810" y="9470"/>
                      <a:pt x="6744" y="9538"/>
                      <a:pt x="6744" y="9611"/>
                    </a:cubicBezTo>
                    <a:lnTo>
                      <a:pt x="6744" y="11825"/>
                    </a:lnTo>
                    <a:lnTo>
                      <a:pt x="6744" y="15343"/>
                    </a:lnTo>
                    <a:lnTo>
                      <a:pt x="6744" y="15939"/>
                    </a:lnTo>
                    <a:lnTo>
                      <a:pt x="6744" y="15939"/>
                    </a:lnTo>
                    <a:cubicBezTo>
                      <a:pt x="6623" y="15884"/>
                      <a:pt x="6505" y="15824"/>
                      <a:pt x="6388" y="15761"/>
                    </a:cubicBezTo>
                    <a:cubicBezTo>
                      <a:pt x="5936" y="15512"/>
                      <a:pt x="5501" y="15219"/>
                      <a:pt x="5100" y="14891"/>
                    </a:cubicBezTo>
                    <a:cubicBezTo>
                      <a:pt x="5090" y="14883"/>
                      <a:pt x="5079" y="14876"/>
                      <a:pt x="5067" y="14871"/>
                    </a:cubicBezTo>
                    <a:lnTo>
                      <a:pt x="5067" y="14871"/>
                    </a:lnTo>
                    <a:cubicBezTo>
                      <a:pt x="5069" y="14870"/>
                      <a:pt x="5071" y="14869"/>
                      <a:pt x="5072" y="14869"/>
                    </a:cubicBezTo>
                    <a:cubicBezTo>
                      <a:pt x="4767" y="14682"/>
                      <a:pt x="4479" y="14473"/>
                      <a:pt x="4214" y="14242"/>
                    </a:cubicBezTo>
                    <a:cubicBezTo>
                      <a:pt x="4084" y="14129"/>
                      <a:pt x="3954" y="14004"/>
                      <a:pt x="3830" y="13880"/>
                    </a:cubicBezTo>
                    <a:cubicBezTo>
                      <a:pt x="3773" y="13824"/>
                      <a:pt x="3722" y="13756"/>
                      <a:pt x="3660" y="13705"/>
                    </a:cubicBezTo>
                    <a:cubicBezTo>
                      <a:pt x="3615" y="13660"/>
                      <a:pt x="3553" y="13632"/>
                      <a:pt x="3502" y="13598"/>
                    </a:cubicBezTo>
                    <a:cubicBezTo>
                      <a:pt x="3096" y="13344"/>
                      <a:pt x="2740" y="13011"/>
                      <a:pt x="2429" y="12649"/>
                    </a:cubicBezTo>
                    <a:cubicBezTo>
                      <a:pt x="1723" y="11836"/>
                      <a:pt x="1204" y="10853"/>
                      <a:pt x="854" y="9842"/>
                    </a:cubicBezTo>
                    <a:cubicBezTo>
                      <a:pt x="526" y="8894"/>
                      <a:pt x="317" y="7860"/>
                      <a:pt x="436" y="6861"/>
                    </a:cubicBezTo>
                    <a:cubicBezTo>
                      <a:pt x="492" y="6381"/>
                      <a:pt x="650" y="5912"/>
                      <a:pt x="893" y="5500"/>
                    </a:cubicBezTo>
                    <a:cubicBezTo>
                      <a:pt x="1108" y="5133"/>
                      <a:pt x="1407" y="4839"/>
                      <a:pt x="1752" y="4590"/>
                    </a:cubicBezTo>
                    <a:cubicBezTo>
                      <a:pt x="2113" y="4336"/>
                      <a:pt x="2497" y="4116"/>
                      <a:pt x="2853" y="3851"/>
                    </a:cubicBezTo>
                    <a:cubicBezTo>
                      <a:pt x="3327" y="3495"/>
                      <a:pt x="3745" y="3077"/>
                      <a:pt x="4101" y="2603"/>
                    </a:cubicBezTo>
                    <a:cubicBezTo>
                      <a:pt x="4287" y="2360"/>
                      <a:pt x="4434" y="2094"/>
                      <a:pt x="4626" y="1857"/>
                    </a:cubicBezTo>
                    <a:cubicBezTo>
                      <a:pt x="4762" y="1688"/>
                      <a:pt x="4914" y="1530"/>
                      <a:pt x="5083" y="1388"/>
                    </a:cubicBezTo>
                    <a:cubicBezTo>
                      <a:pt x="5411" y="1112"/>
                      <a:pt x="5795" y="897"/>
                      <a:pt x="6196" y="733"/>
                    </a:cubicBezTo>
                    <a:cubicBezTo>
                      <a:pt x="7018" y="409"/>
                      <a:pt x="7912" y="286"/>
                      <a:pt x="8794" y="286"/>
                    </a:cubicBezTo>
                    <a:close/>
                    <a:moveTo>
                      <a:pt x="8785" y="0"/>
                    </a:moveTo>
                    <a:cubicBezTo>
                      <a:pt x="8056" y="0"/>
                      <a:pt x="7319" y="87"/>
                      <a:pt x="6620" y="293"/>
                    </a:cubicBezTo>
                    <a:cubicBezTo>
                      <a:pt x="5739" y="553"/>
                      <a:pt x="4908" y="1016"/>
                      <a:pt x="4349" y="1755"/>
                    </a:cubicBezTo>
                    <a:cubicBezTo>
                      <a:pt x="4152" y="2015"/>
                      <a:pt x="3988" y="2303"/>
                      <a:pt x="3779" y="2557"/>
                    </a:cubicBezTo>
                    <a:cubicBezTo>
                      <a:pt x="3581" y="2806"/>
                      <a:pt x="3367" y="3037"/>
                      <a:pt x="3135" y="3252"/>
                    </a:cubicBezTo>
                    <a:cubicBezTo>
                      <a:pt x="2774" y="3585"/>
                      <a:pt x="2367" y="3851"/>
                      <a:pt x="1955" y="4116"/>
                    </a:cubicBezTo>
                    <a:cubicBezTo>
                      <a:pt x="1599" y="4348"/>
                      <a:pt x="1243" y="4590"/>
                      <a:pt x="967" y="4912"/>
                    </a:cubicBezTo>
                    <a:cubicBezTo>
                      <a:pt x="628" y="5302"/>
                      <a:pt x="402" y="5776"/>
                      <a:pt x="266" y="6268"/>
                    </a:cubicBezTo>
                    <a:cubicBezTo>
                      <a:pt x="1" y="7222"/>
                      <a:pt x="125" y="8267"/>
                      <a:pt x="368" y="9210"/>
                    </a:cubicBezTo>
                    <a:cubicBezTo>
                      <a:pt x="645" y="10283"/>
                      <a:pt x="1108" y="11316"/>
                      <a:pt x="1746" y="12226"/>
                    </a:cubicBezTo>
                    <a:cubicBezTo>
                      <a:pt x="2040" y="12649"/>
                      <a:pt x="2378" y="13056"/>
                      <a:pt x="2768" y="13400"/>
                    </a:cubicBezTo>
                    <a:cubicBezTo>
                      <a:pt x="2949" y="13558"/>
                      <a:pt x="3141" y="13705"/>
                      <a:pt x="3344" y="13835"/>
                    </a:cubicBezTo>
                    <a:cubicBezTo>
                      <a:pt x="3395" y="13869"/>
                      <a:pt x="3446" y="13897"/>
                      <a:pt x="3491" y="13931"/>
                    </a:cubicBezTo>
                    <a:cubicBezTo>
                      <a:pt x="3559" y="13993"/>
                      <a:pt x="3621" y="14072"/>
                      <a:pt x="3689" y="14134"/>
                    </a:cubicBezTo>
                    <a:cubicBezTo>
                      <a:pt x="3813" y="14259"/>
                      <a:pt x="3943" y="14383"/>
                      <a:pt x="4078" y="14496"/>
                    </a:cubicBezTo>
                    <a:cubicBezTo>
                      <a:pt x="4343" y="14721"/>
                      <a:pt x="4630" y="14930"/>
                      <a:pt x="4929" y="15110"/>
                    </a:cubicBezTo>
                    <a:lnTo>
                      <a:pt x="4929" y="15110"/>
                    </a:lnTo>
                    <a:cubicBezTo>
                      <a:pt x="5509" y="15582"/>
                      <a:pt x="6150" y="16019"/>
                      <a:pt x="6845" y="16292"/>
                    </a:cubicBezTo>
                    <a:cubicBezTo>
                      <a:pt x="6859" y="16297"/>
                      <a:pt x="6873" y="16299"/>
                      <a:pt x="6887" y="16299"/>
                    </a:cubicBezTo>
                    <a:cubicBezTo>
                      <a:pt x="6962" y="16299"/>
                      <a:pt x="7026" y="16228"/>
                      <a:pt x="7026" y="16156"/>
                    </a:cubicBezTo>
                    <a:lnTo>
                      <a:pt x="7026" y="13948"/>
                    </a:lnTo>
                    <a:lnTo>
                      <a:pt x="7026" y="10424"/>
                    </a:lnTo>
                    <a:lnTo>
                      <a:pt x="7026" y="9806"/>
                    </a:lnTo>
                    <a:lnTo>
                      <a:pt x="7026" y="9806"/>
                    </a:lnTo>
                    <a:cubicBezTo>
                      <a:pt x="7322" y="9893"/>
                      <a:pt x="7618" y="9973"/>
                      <a:pt x="7918" y="10034"/>
                    </a:cubicBezTo>
                    <a:cubicBezTo>
                      <a:pt x="8178" y="10091"/>
                      <a:pt x="8455" y="10147"/>
                      <a:pt x="8726" y="10147"/>
                    </a:cubicBezTo>
                    <a:cubicBezTo>
                      <a:pt x="8799" y="10147"/>
                      <a:pt x="8862" y="10080"/>
                      <a:pt x="8867" y="10006"/>
                    </a:cubicBezTo>
                    <a:cubicBezTo>
                      <a:pt x="8878" y="9537"/>
                      <a:pt x="8895" y="9069"/>
                      <a:pt x="8907" y="8606"/>
                    </a:cubicBezTo>
                    <a:cubicBezTo>
                      <a:pt x="8935" y="7866"/>
                      <a:pt x="8958" y="7120"/>
                      <a:pt x="8980" y="6381"/>
                    </a:cubicBezTo>
                    <a:cubicBezTo>
                      <a:pt x="8984" y="6262"/>
                      <a:pt x="8988" y="6140"/>
                      <a:pt x="8992" y="6020"/>
                    </a:cubicBezTo>
                    <a:lnTo>
                      <a:pt x="8992" y="6020"/>
                    </a:lnTo>
                    <a:cubicBezTo>
                      <a:pt x="9912" y="6100"/>
                      <a:pt x="10840" y="6154"/>
                      <a:pt x="11767" y="6154"/>
                    </a:cubicBezTo>
                    <a:cubicBezTo>
                      <a:pt x="12439" y="6154"/>
                      <a:pt x="13111" y="6126"/>
                      <a:pt x="13780" y="6059"/>
                    </a:cubicBezTo>
                    <a:cubicBezTo>
                      <a:pt x="14656" y="5968"/>
                      <a:pt x="15548" y="5822"/>
                      <a:pt x="16367" y="5494"/>
                    </a:cubicBezTo>
                    <a:cubicBezTo>
                      <a:pt x="16711" y="5353"/>
                      <a:pt x="17073" y="5183"/>
                      <a:pt x="17338" y="4924"/>
                    </a:cubicBezTo>
                    <a:cubicBezTo>
                      <a:pt x="17361" y="4907"/>
                      <a:pt x="17378" y="4884"/>
                      <a:pt x="17395" y="4867"/>
                    </a:cubicBezTo>
                    <a:cubicBezTo>
                      <a:pt x="17404" y="4857"/>
                      <a:pt x="17414" y="4844"/>
                      <a:pt x="17424" y="4833"/>
                    </a:cubicBezTo>
                    <a:lnTo>
                      <a:pt x="17424" y="4833"/>
                    </a:lnTo>
                    <a:cubicBezTo>
                      <a:pt x="17419" y="4838"/>
                      <a:pt x="17416" y="4842"/>
                      <a:pt x="17416" y="4842"/>
                    </a:cubicBezTo>
                    <a:lnTo>
                      <a:pt x="17416" y="4842"/>
                    </a:lnTo>
                    <a:cubicBezTo>
                      <a:pt x="17416" y="4842"/>
                      <a:pt x="17419" y="4838"/>
                      <a:pt x="17429" y="4828"/>
                    </a:cubicBezTo>
                    <a:lnTo>
                      <a:pt x="17429" y="4828"/>
                    </a:lnTo>
                    <a:cubicBezTo>
                      <a:pt x="17427" y="4829"/>
                      <a:pt x="17425" y="4831"/>
                      <a:pt x="17424" y="4833"/>
                    </a:cubicBezTo>
                    <a:lnTo>
                      <a:pt x="17424" y="4833"/>
                    </a:lnTo>
                    <a:cubicBezTo>
                      <a:pt x="17431" y="4823"/>
                      <a:pt x="17443" y="4807"/>
                      <a:pt x="17446" y="4799"/>
                    </a:cubicBezTo>
                    <a:cubicBezTo>
                      <a:pt x="17649" y="4545"/>
                      <a:pt x="17830" y="4269"/>
                      <a:pt x="17976" y="3980"/>
                    </a:cubicBezTo>
                    <a:cubicBezTo>
                      <a:pt x="18168" y="3608"/>
                      <a:pt x="18343" y="3167"/>
                      <a:pt x="18293" y="2738"/>
                    </a:cubicBezTo>
                    <a:cubicBezTo>
                      <a:pt x="18236" y="2224"/>
                      <a:pt x="17846" y="1914"/>
                      <a:pt x="17372" y="1778"/>
                    </a:cubicBezTo>
                    <a:cubicBezTo>
                      <a:pt x="17203" y="1733"/>
                      <a:pt x="17034" y="1705"/>
                      <a:pt x="16859" y="1688"/>
                    </a:cubicBezTo>
                    <a:lnTo>
                      <a:pt x="16859" y="1688"/>
                    </a:lnTo>
                    <a:cubicBezTo>
                      <a:pt x="16859" y="1688"/>
                      <a:pt x="16859" y="1688"/>
                      <a:pt x="16858" y="1688"/>
                    </a:cubicBezTo>
                    <a:cubicBezTo>
                      <a:pt x="16214" y="1626"/>
                      <a:pt x="15565" y="1586"/>
                      <a:pt x="14915" y="1546"/>
                    </a:cubicBezTo>
                    <a:cubicBezTo>
                      <a:pt x="14469" y="1524"/>
                      <a:pt x="14023" y="1501"/>
                      <a:pt x="13583" y="1417"/>
                    </a:cubicBezTo>
                    <a:cubicBezTo>
                      <a:pt x="13210" y="1349"/>
                      <a:pt x="12860" y="1225"/>
                      <a:pt x="12538" y="1027"/>
                    </a:cubicBezTo>
                    <a:cubicBezTo>
                      <a:pt x="12261" y="863"/>
                      <a:pt x="12030" y="654"/>
                      <a:pt x="11730" y="524"/>
                    </a:cubicBezTo>
                    <a:cubicBezTo>
                      <a:pt x="11008" y="208"/>
                      <a:pt x="10206" y="78"/>
                      <a:pt x="9421" y="22"/>
                    </a:cubicBezTo>
                    <a:cubicBezTo>
                      <a:pt x="9210" y="8"/>
                      <a:pt x="8998" y="0"/>
                      <a:pt x="8785"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121"/>
        <p:cNvGrpSpPr/>
        <p:nvPr/>
      </p:nvGrpSpPr>
      <p:grpSpPr>
        <a:xfrm>
          <a:off x="0" y="0"/>
          <a:ext cx="0" cy="0"/>
          <a:chOff x="0" y="0"/>
          <a:chExt cx="0" cy="0"/>
        </a:xfrm>
      </p:grpSpPr>
      <p:sp>
        <p:nvSpPr>
          <p:cNvPr id="1123" name="Google Shape;1123;p40"/>
          <p:cNvSpPr txBox="1">
            <a:spLocks noGrp="1"/>
          </p:cNvSpPr>
          <p:nvPr>
            <p:ph type="subTitle" idx="1"/>
          </p:nvPr>
        </p:nvSpPr>
        <p:spPr>
          <a:xfrm>
            <a:off x="4372257" y="2416428"/>
            <a:ext cx="3254100" cy="2420100"/>
          </a:xfrm>
          <a:prstGeom prst="rect">
            <a:avLst/>
          </a:prstGeom>
        </p:spPr>
        <p:txBody>
          <a:bodyPr spcFirstLastPara="1" wrap="square" lIns="91425" tIns="91425" rIns="91425" bIns="91425" anchor="ctr" anchorCtr="0">
            <a:noAutofit/>
          </a:bodyPr>
          <a:lstStyle/>
          <a:p>
            <a:pPr marL="0" lvl="0" indent="0"/>
            <a:r>
              <a:rPr lang="fr-FR" dirty="0"/>
              <a:t>Ce processus est étroitement lié à l’adaptation sociale, qui représente la capacité d’une personne à s’ajuster aux changements et aux exigences de la société. Grâce à l’adaptation, l’individu apprend à modifier son comportement, à respecter les différences, et à trouver un équilibre entre sa personnalité et les attentes du groupe.</a:t>
            </a:r>
            <a:endParaRPr dirty="0"/>
          </a:p>
        </p:txBody>
      </p:sp>
      <p:sp>
        <p:nvSpPr>
          <p:cNvPr id="1124" name="Google Shape;1124;p40"/>
          <p:cNvSpPr txBox="1">
            <a:spLocks noGrp="1"/>
          </p:cNvSpPr>
          <p:nvPr>
            <p:ph type="subTitle" idx="2"/>
          </p:nvPr>
        </p:nvSpPr>
        <p:spPr>
          <a:xfrm>
            <a:off x="1037861" y="369944"/>
            <a:ext cx="3254100" cy="2895666"/>
          </a:xfrm>
          <a:prstGeom prst="rect">
            <a:avLst/>
          </a:prstGeom>
        </p:spPr>
        <p:txBody>
          <a:bodyPr spcFirstLastPara="1" wrap="square" lIns="91425" tIns="91425" rIns="91425" bIns="91425" anchor="ctr" anchorCtr="0">
            <a:noAutofit/>
          </a:bodyPr>
          <a:lstStyle/>
          <a:p>
            <a:pPr marL="0" lvl="0" indent="0"/>
            <a:r>
              <a:rPr lang="fr-FR" dirty="0"/>
              <a:t>L’intégration sociale est un processus par lequel un individu s’insère, participe activement et s’adapte à la vie en </a:t>
            </a:r>
            <a:r>
              <a:rPr lang="fr-FR" dirty="0" err="1"/>
              <a:t>société.Elle</a:t>
            </a:r>
            <a:r>
              <a:rPr lang="fr-FR" dirty="0"/>
              <a:t> ne se limite pas à vivre au sein d’un groupe, mais consiste à adopter ses valeurs, ses normes et ses règles de conduite afin de pouvoir y agir de manière harmonieuse. C’est un processus continu qui permet à chacun de trouver sa place dans le groupe social.</a:t>
            </a:r>
            <a:endParaRPr dirty="0"/>
          </a:p>
        </p:txBody>
      </p:sp>
      <p:grpSp>
        <p:nvGrpSpPr>
          <p:cNvPr id="1125" name="Google Shape;1125;p40"/>
          <p:cNvGrpSpPr/>
          <p:nvPr/>
        </p:nvGrpSpPr>
        <p:grpSpPr>
          <a:xfrm>
            <a:off x="0" y="3341422"/>
            <a:ext cx="8808148" cy="1491155"/>
            <a:chOff x="0" y="3341422"/>
            <a:chExt cx="8808148" cy="1491155"/>
          </a:xfrm>
        </p:grpSpPr>
        <p:grpSp>
          <p:nvGrpSpPr>
            <p:cNvPr id="1126" name="Google Shape;1126;p40"/>
            <p:cNvGrpSpPr/>
            <p:nvPr/>
          </p:nvGrpSpPr>
          <p:grpSpPr>
            <a:xfrm flipH="1">
              <a:off x="7560660" y="3341422"/>
              <a:ext cx="1247488" cy="1490960"/>
              <a:chOff x="4081975" y="3119725"/>
              <a:chExt cx="999750" cy="1194775"/>
            </a:xfrm>
          </p:grpSpPr>
          <p:sp>
            <p:nvSpPr>
              <p:cNvPr id="1127" name="Google Shape;1127;p40"/>
              <p:cNvSpPr/>
              <p:nvPr/>
            </p:nvSpPr>
            <p:spPr>
              <a:xfrm>
                <a:off x="4757400" y="3180675"/>
                <a:ext cx="8225" cy="9275"/>
              </a:xfrm>
              <a:custGeom>
                <a:avLst/>
                <a:gdLst/>
                <a:ahLst/>
                <a:cxnLst/>
                <a:rect l="l" t="t" r="r" b="b"/>
                <a:pathLst>
                  <a:path w="329" h="371" extrusionOk="0">
                    <a:moveTo>
                      <a:pt x="151" y="1"/>
                    </a:moveTo>
                    <a:cubicBezTo>
                      <a:pt x="142" y="1"/>
                      <a:pt x="133" y="2"/>
                      <a:pt x="125" y="5"/>
                    </a:cubicBezTo>
                    <a:cubicBezTo>
                      <a:pt x="108" y="5"/>
                      <a:pt x="85" y="11"/>
                      <a:pt x="74" y="22"/>
                    </a:cubicBezTo>
                    <a:lnTo>
                      <a:pt x="40" y="44"/>
                    </a:lnTo>
                    <a:cubicBezTo>
                      <a:pt x="23" y="61"/>
                      <a:pt x="12" y="84"/>
                      <a:pt x="6" y="107"/>
                    </a:cubicBezTo>
                    <a:cubicBezTo>
                      <a:pt x="6" y="118"/>
                      <a:pt x="1" y="129"/>
                      <a:pt x="1" y="146"/>
                    </a:cubicBezTo>
                    <a:cubicBezTo>
                      <a:pt x="1" y="169"/>
                      <a:pt x="6" y="191"/>
                      <a:pt x="23" y="214"/>
                    </a:cubicBezTo>
                    <a:cubicBezTo>
                      <a:pt x="34" y="242"/>
                      <a:pt x="51" y="270"/>
                      <a:pt x="68" y="299"/>
                    </a:cubicBezTo>
                    <a:cubicBezTo>
                      <a:pt x="74" y="315"/>
                      <a:pt x="91" y="327"/>
                      <a:pt x="102" y="338"/>
                    </a:cubicBezTo>
                    <a:cubicBezTo>
                      <a:pt x="119" y="349"/>
                      <a:pt x="130" y="361"/>
                      <a:pt x="153" y="366"/>
                    </a:cubicBezTo>
                    <a:cubicBezTo>
                      <a:pt x="161" y="369"/>
                      <a:pt x="170" y="371"/>
                      <a:pt x="179" y="371"/>
                    </a:cubicBezTo>
                    <a:cubicBezTo>
                      <a:pt x="188" y="371"/>
                      <a:pt x="198" y="369"/>
                      <a:pt x="209" y="366"/>
                    </a:cubicBezTo>
                    <a:cubicBezTo>
                      <a:pt x="226" y="366"/>
                      <a:pt x="243" y="361"/>
                      <a:pt x="260" y="349"/>
                    </a:cubicBezTo>
                    <a:lnTo>
                      <a:pt x="289" y="327"/>
                    </a:lnTo>
                    <a:cubicBezTo>
                      <a:pt x="305" y="310"/>
                      <a:pt x="317" y="287"/>
                      <a:pt x="322" y="265"/>
                    </a:cubicBezTo>
                    <a:lnTo>
                      <a:pt x="328" y="225"/>
                    </a:lnTo>
                    <a:cubicBezTo>
                      <a:pt x="328" y="203"/>
                      <a:pt x="322" y="180"/>
                      <a:pt x="311" y="157"/>
                    </a:cubicBezTo>
                    <a:cubicBezTo>
                      <a:pt x="294" y="129"/>
                      <a:pt x="283" y="101"/>
                      <a:pt x="266" y="73"/>
                    </a:cubicBezTo>
                    <a:cubicBezTo>
                      <a:pt x="255" y="56"/>
                      <a:pt x="243" y="44"/>
                      <a:pt x="226" y="33"/>
                    </a:cubicBezTo>
                    <a:cubicBezTo>
                      <a:pt x="215" y="22"/>
                      <a:pt x="198" y="11"/>
                      <a:pt x="181" y="5"/>
                    </a:cubicBezTo>
                    <a:cubicBezTo>
                      <a:pt x="170" y="2"/>
                      <a:pt x="160" y="1"/>
                      <a:pt x="151"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8" name="Google Shape;1128;p40"/>
              <p:cNvSpPr/>
              <p:nvPr/>
            </p:nvSpPr>
            <p:spPr>
              <a:xfrm>
                <a:off x="4765725" y="3198325"/>
                <a:ext cx="8925" cy="11375"/>
              </a:xfrm>
              <a:custGeom>
                <a:avLst/>
                <a:gdLst/>
                <a:ahLst/>
                <a:cxnLst/>
                <a:rect l="l" t="t" r="r" b="b"/>
                <a:pathLst>
                  <a:path w="357" h="455" extrusionOk="0">
                    <a:moveTo>
                      <a:pt x="136" y="1"/>
                    </a:moveTo>
                    <a:cubicBezTo>
                      <a:pt x="126" y="1"/>
                      <a:pt x="116" y="2"/>
                      <a:pt x="108" y="5"/>
                    </a:cubicBezTo>
                    <a:cubicBezTo>
                      <a:pt x="74" y="16"/>
                      <a:pt x="40" y="39"/>
                      <a:pt x="23" y="73"/>
                    </a:cubicBezTo>
                    <a:cubicBezTo>
                      <a:pt x="18" y="84"/>
                      <a:pt x="12" y="95"/>
                      <a:pt x="6" y="106"/>
                    </a:cubicBezTo>
                    <a:cubicBezTo>
                      <a:pt x="1" y="129"/>
                      <a:pt x="1" y="157"/>
                      <a:pt x="6" y="180"/>
                    </a:cubicBezTo>
                    <a:cubicBezTo>
                      <a:pt x="29" y="236"/>
                      <a:pt x="52" y="293"/>
                      <a:pt x="68" y="349"/>
                    </a:cubicBezTo>
                    <a:cubicBezTo>
                      <a:pt x="74" y="366"/>
                      <a:pt x="85" y="383"/>
                      <a:pt x="97" y="400"/>
                    </a:cubicBezTo>
                    <a:cubicBezTo>
                      <a:pt x="108" y="411"/>
                      <a:pt x="119" y="423"/>
                      <a:pt x="136" y="434"/>
                    </a:cubicBezTo>
                    <a:cubicBezTo>
                      <a:pt x="153" y="445"/>
                      <a:pt x="170" y="451"/>
                      <a:pt x="187" y="451"/>
                    </a:cubicBezTo>
                    <a:cubicBezTo>
                      <a:pt x="196" y="453"/>
                      <a:pt x="205" y="455"/>
                      <a:pt x="213" y="455"/>
                    </a:cubicBezTo>
                    <a:cubicBezTo>
                      <a:pt x="224" y="455"/>
                      <a:pt x="234" y="452"/>
                      <a:pt x="244" y="445"/>
                    </a:cubicBezTo>
                    <a:cubicBezTo>
                      <a:pt x="277" y="440"/>
                      <a:pt x="311" y="417"/>
                      <a:pt x="328" y="383"/>
                    </a:cubicBezTo>
                    <a:cubicBezTo>
                      <a:pt x="345" y="349"/>
                      <a:pt x="356" y="310"/>
                      <a:pt x="345" y="276"/>
                    </a:cubicBezTo>
                    <a:cubicBezTo>
                      <a:pt x="323" y="219"/>
                      <a:pt x="300" y="163"/>
                      <a:pt x="283" y="106"/>
                    </a:cubicBezTo>
                    <a:cubicBezTo>
                      <a:pt x="277" y="89"/>
                      <a:pt x="266" y="73"/>
                      <a:pt x="255" y="56"/>
                    </a:cubicBezTo>
                    <a:cubicBezTo>
                      <a:pt x="244" y="44"/>
                      <a:pt x="232" y="33"/>
                      <a:pt x="215" y="22"/>
                    </a:cubicBezTo>
                    <a:cubicBezTo>
                      <a:pt x="198" y="10"/>
                      <a:pt x="181" y="5"/>
                      <a:pt x="164" y="5"/>
                    </a:cubicBezTo>
                    <a:cubicBezTo>
                      <a:pt x="156" y="2"/>
                      <a:pt x="146" y="1"/>
                      <a:pt x="136"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9" name="Google Shape;1129;p40"/>
              <p:cNvSpPr/>
              <p:nvPr/>
            </p:nvSpPr>
            <p:spPr>
              <a:xfrm>
                <a:off x="4762900" y="3191400"/>
                <a:ext cx="8650" cy="10400"/>
              </a:xfrm>
              <a:custGeom>
                <a:avLst/>
                <a:gdLst/>
                <a:ahLst/>
                <a:cxnLst/>
                <a:rect l="l" t="t" r="r" b="b"/>
                <a:pathLst>
                  <a:path w="346" h="416" extrusionOk="0">
                    <a:moveTo>
                      <a:pt x="151" y="1"/>
                    </a:moveTo>
                    <a:cubicBezTo>
                      <a:pt x="142" y="1"/>
                      <a:pt x="133" y="2"/>
                      <a:pt x="125" y="5"/>
                    </a:cubicBezTo>
                    <a:cubicBezTo>
                      <a:pt x="102" y="5"/>
                      <a:pt x="85" y="11"/>
                      <a:pt x="69" y="22"/>
                    </a:cubicBezTo>
                    <a:lnTo>
                      <a:pt x="40" y="45"/>
                    </a:lnTo>
                    <a:cubicBezTo>
                      <a:pt x="23" y="62"/>
                      <a:pt x="12" y="78"/>
                      <a:pt x="6" y="107"/>
                    </a:cubicBezTo>
                    <a:lnTo>
                      <a:pt x="1" y="141"/>
                    </a:lnTo>
                    <a:cubicBezTo>
                      <a:pt x="1" y="169"/>
                      <a:pt x="6" y="191"/>
                      <a:pt x="18" y="214"/>
                    </a:cubicBezTo>
                    <a:cubicBezTo>
                      <a:pt x="18" y="214"/>
                      <a:pt x="18" y="214"/>
                      <a:pt x="18" y="214"/>
                    </a:cubicBezTo>
                    <a:lnTo>
                      <a:pt x="18" y="214"/>
                    </a:lnTo>
                    <a:cubicBezTo>
                      <a:pt x="34" y="243"/>
                      <a:pt x="48" y="275"/>
                      <a:pt x="63" y="306"/>
                    </a:cubicBezTo>
                    <a:lnTo>
                      <a:pt x="63" y="306"/>
                    </a:lnTo>
                    <a:cubicBezTo>
                      <a:pt x="63" y="308"/>
                      <a:pt x="63" y="310"/>
                      <a:pt x="63" y="310"/>
                    </a:cubicBezTo>
                    <a:cubicBezTo>
                      <a:pt x="66" y="321"/>
                      <a:pt x="72" y="332"/>
                      <a:pt x="79" y="342"/>
                    </a:cubicBezTo>
                    <a:lnTo>
                      <a:pt x="79" y="342"/>
                    </a:lnTo>
                    <a:cubicBezTo>
                      <a:pt x="79" y="343"/>
                      <a:pt x="80" y="343"/>
                      <a:pt x="80" y="344"/>
                    </a:cubicBezTo>
                    <a:cubicBezTo>
                      <a:pt x="80" y="344"/>
                      <a:pt x="80" y="343"/>
                      <a:pt x="80" y="343"/>
                    </a:cubicBezTo>
                    <a:lnTo>
                      <a:pt x="80" y="343"/>
                    </a:lnTo>
                    <a:cubicBezTo>
                      <a:pt x="83" y="349"/>
                      <a:pt x="87" y="355"/>
                      <a:pt x="91" y="361"/>
                    </a:cubicBezTo>
                    <a:cubicBezTo>
                      <a:pt x="102" y="372"/>
                      <a:pt x="114" y="383"/>
                      <a:pt x="131" y="395"/>
                    </a:cubicBezTo>
                    <a:cubicBezTo>
                      <a:pt x="148" y="406"/>
                      <a:pt x="165" y="412"/>
                      <a:pt x="181" y="412"/>
                    </a:cubicBezTo>
                    <a:cubicBezTo>
                      <a:pt x="191" y="414"/>
                      <a:pt x="199" y="415"/>
                      <a:pt x="207" y="415"/>
                    </a:cubicBezTo>
                    <a:cubicBezTo>
                      <a:pt x="218" y="415"/>
                      <a:pt x="228" y="413"/>
                      <a:pt x="238" y="406"/>
                    </a:cubicBezTo>
                    <a:cubicBezTo>
                      <a:pt x="249" y="406"/>
                      <a:pt x="261" y="400"/>
                      <a:pt x="272" y="395"/>
                    </a:cubicBezTo>
                    <a:cubicBezTo>
                      <a:pt x="294" y="383"/>
                      <a:pt x="311" y="366"/>
                      <a:pt x="323" y="344"/>
                    </a:cubicBezTo>
                    <a:cubicBezTo>
                      <a:pt x="328" y="333"/>
                      <a:pt x="334" y="321"/>
                      <a:pt x="340" y="310"/>
                    </a:cubicBezTo>
                    <a:cubicBezTo>
                      <a:pt x="345" y="287"/>
                      <a:pt x="345" y="259"/>
                      <a:pt x="340" y="237"/>
                    </a:cubicBezTo>
                    <a:cubicBezTo>
                      <a:pt x="317" y="180"/>
                      <a:pt x="289" y="124"/>
                      <a:pt x="266" y="73"/>
                    </a:cubicBezTo>
                    <a:cubicBezTo>
                      <a:pt x="255" y="56"/>
                      <a:pt x="244" y="39"/>
                      <a:pt x="227" y="33"/>
                    </a:cubicBezTo>
                    <a:cubicBezTo>
                      <a:pt x="215" y="16"/>
                      <a:pt x="198" y="11"/>
                      <a:pt x="181" y="5"/>
                    </a:cubicBezTo>
                    <a:cubicBezTo>
                      <a:pt x="170" y="2"/>
                      <a:pt x="160" y="1"/>
                      <a:pt x="151"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30" name="Google Shape;1130;p40"/>
              <p:cNvSpPr/>
              <p:nvPr/>
            </p:nvSpPr>
            <p:spPr>
              <a:xfrm>
                <a:off x="4772075" y="3222725"/>
                <a:ext cx="7950" cy="12875"/>
              </a:xfrm>
              <a:custGeom>
                <a:avLst/>
                <a:gdLst/>
                <a:ahLst/>
                <a:cxnLst/>
                <a:rect l="l" t="t" r="r" b="b"/>
                <a:pathLst>
                  <a:path w="318" h="515" extrusionOk="0">
                    <a:moveTo>
                      <a:pt x="145" y="0"/>
                    </a:moveTo>
                    <a:cubicBezTo>
                      <a:pt x="132" y="0"/>
                      <a:pt x="119" y="2"/>
                      <a:pt x="108" y="6"/>
                    </a:cubicBezTo>
                    <a:cubicBezTo>
                      <a:pt x="74" y="17"/>
                      <a:pt x="40" y="40"/>
                      <a:pt x="23" y="74"/>
                    </a:cubicBezTo>
                    <a:cubicBezTo>
                      <a:pt x="18" y="85"/>
                      <a:pt x="12" y="96"/>
                      <a:pt x="12" y="102"/>
                    </a:cubicBezTo>
                    <a:cubicBezTo>
                      <a:pt x="1" y="130"/>
                      <a:pt x="1" y="153"/>
                      <a:pt x="12" y="181"/>
                    </a:cubicBezTo>
                    <a:cubicBezTo>
                      <a:pt x="12" y="183"/>
                      <a:pt x="12" y="185"/>
                      <a:pt x="12" y="187"/>
                    </a:cubicBezTo>
                    <a:lnTo>
                      <a:pt x="12" y="187"/>
                    </a:lnTo>
                    <a:lnTo>
                      <a:pt x="12" y="186"/>
                    </a:lnTo>
                    <a:lnTo>
                      <a:pt x="12" y="186"/>
                    </a:lnTo>
                    <a:cubicBezTo>
                      <a:pt x="12" y="186"/>
                      <a:pt x="12" y="186"/>
                      <a:pt x="12" y="186"/>
                    </a:cubicBezTo>
                    <a:lnTo>
                      <a:pt x="12" y="186"/>
                    </a:lnTo>
                    <a:cubicBezTo>
                      <a:pt x="12" y="195"/>
                      <a:pt x="12" y="204"/>
                      <a:pt x="15" y="215"/>
                    </a:cubicBezTo>
                    <a:lnTo>
                      <a:pt x="15" y="215"/>
                    </a:lnTo>
                    <a:cubicBezTo>
                      <a:pt x="20" y="268"/>
                      <a:pt x="24" y="320"/>
                      <a:pt x="29" y="373"/>
                    </a:cubicBezTo>
                    <a:cubicBezTo>
                      <a:pt x="29" y="390"/>
                      <a:pt x="35" y="407"/>
                      <a:pt x="46" y="424"/>
                    </a:cubicBezTo>
                    <a:cubicBezTo>
                      <a:pt x="52" y="441"/>
                      <a:pt x="57" y="458"/>
                      <a:pt x="74" y="469"/>
                    </a:cubicBezTo>
                    <a:cubicBezTo>
                      <a:pt x="97" y="497"/>
                      <a:pt x="136" y="514"/>
                      <a:pt x="170" y="514"/>
                    </a:cubicBezTo>
                    <a:cubicBezTo>
                      <a:pt x="210" y="508"/>
                      <a:pt x="249" y="497"/>
                      <a:pt x="272" y="469"/>
                    </a:cubicBezTo>
                    <a:cubicBezTo>
                      <a:pt x="295" y="446"/>
                      <a:pt x="317" y="407"/>
                      <a:pt x="311" y="373"/>
                    </a:cubicBezTo>
                    <a:cubicBezTo>
                      <a:pt x="306" y="282"/>
                      <a:pt x="295" y="192"/>
                      <a:pt x="283" y="102"/>
                    </a:cubicBezTo>
                    <a:cubicBezTo>
                      <a:pt x="278" y="85"/>
                      <a:pt x="272" y="68"/>
                      <a:pt x="255" y="57"/>
                    </a:cubicBezTo>
                    <a:cubicBezTo>
                      <a:pt x="249" y="40"/>
                      <a:pt x="232" y="28"/>
                      <a:pt x="215" y="23"/>
                    </a:cubicBezTo>
                    <a:cubicBezTo>
                      <a:pt x="197" y="8"/>
                      <a:pt x="170" y="0"/>
                      <a:pt x="145"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31" name="Google Shape;1131;p40"/>
              <p:cNvSpPr/>
              <p:nvPr/>
            </p:nvSpPr>
            <p:spPr>
              <a:xfrm>
                <a:off x="4753175" y="3174050"/>
                <a:ext cx="8350" cy="9025"/>
              </a:xfrm>
              <a:custGeom>
                <a:avLst/>
                <a:gdLst/>
                <a:ahLst/>
                <a:cxnLst/>
                <a:rect l="l" t="t" r="r" b="b"/>
                <a:pathLst>
                  <a:path w="334" h="361" extrusionOk="0">
                    <a:moveTo>
                      <a:pt x="150" y="0"/>
                    </a:moveTo>
                    <a:cubicBezTo>
                      <a:pt x="141" y="0"/>
                      <a:pt x="133" y="2"/>
                      <a:pt x="124" y="4"/>
                    </a:cubicBezTo>
                    <a:cubicBezTo>
                      <a:pt x="102" y="4"/>
                      <a:pt x="85" y="10"/>
                      <a:pt x="74" y="21"/>
                    </a:cubicBezTo>
                    <a:cubicBezTo>
                      <a:pt x="62" y="27"/>
                      <a:pt x="51" y="33"/>
                      <a:pt x="40" y="38"/>
                    </a:cubicBezTo>
                    <a:cubicBezTo>
                      <a:pt x="23" y="61"/>
                      <a:pt x="11" y="78"/>
                      <a:pt x="6" y="100"/>
                    </a:cubicBezTo>
                    <a:cubicBezTo>
                      <a:pt x="6" y="117"/>
                      <a:pt x="0" y="129"/>
                      <a:pt x="0" y="140"/>
                    </a:cubicBezTo>
                    <a:cubicBezTo>
                      <a:pt x="0" y="168"/>
                      <a:pt x="6" y="191"/>
                      <a:pt x="23" y="213"/>
                    </a:cubicBezTo>
                    <a:cubicBezTo>
                      <a:pt x="40" y="236"/>
                      <a:pt x="57" y="264"/>
                      <a:pt x="74" y="292"/>
                    </a:cubicBezTo>
                    <a:cubicBezTo>
                      <a:pt x="79" y="304"/>
                      <a:pt x="90" y="321"/>
                      <a:pt x="107" y="332"/>
                    </a:cubicBezTo>
                    <a:cubicBezTo>
                      <a:pt x="119" y="343"/>
                      <a:pt x="136" y="349"/>
                      <a:pt x="158" y="355"/>
                    </a:cubicBezTo>
                    <a:cubicBezTo>
                      <a:pt x="175" y="360"/>
                      <a:pt x="192" y="360"/>
                      <a:pt x="209" y="360"/>
                    </a:cubicBezTo>
                    <a:cubicBezTo>
                      <a:pt x="232" y="355"/>
                      <a:pt x="249" y="349"/>
                      <a:pt x="266" y="343"/>
                    </a:cubicBezTo>
                    <a:lnTo>
                      <a:pt x="294" y="321"/>
                    </a:lnTo>
                    <a:cubicBezTo>
                      <a:pt x="311" y="304"/>
                      <a:pt x="322" y="281"/>
                      <a:pt x="328" y="259"/>
                    </a:cubicBezTo>
                    <a:lnTo>
                      <a:pt x="333" y="219"/>
                    </a:lnTo>
                    <a:cubicBezTo>
                      <a:pt x="333" y="191"/>
                      <a:pt x="328" y="168"/>
                      <a:pt x="316" y="146"/>
                    </a:cubicBezTo>
                    <a:cubicBezTo>
                      <a:pt x="299" y="123"/>
                      <a:pt x="282" y="95"/>
                      <a:pt x="266" y="67"/>
                    </a:cubicBezTo>
                    <a:cubicBezTo>
                      <a:pt x="254" y="55"/>
                      <a:pt x="243" y="38"/>
                      <a:pt x="226" y="27"/>
                    </a:cubicBezTo>
                    <a:cubicBezTo>
                      <a:pt x="215" y="16"/>
                      <a:pt x="198" y="10"/>
                      <a:pt x="181" y="4"/>
                    </a:cubicBezTo>
                    <a:cubicBezTo>
                      <a:pt x="170" y="2"/>
                      <a:pt x="160" y="0"/>
                      <a:pt x="150"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32" name="Google Shape;1132;p40"/>
              <p:cNvSpPr/>
              <p:nvPr/>
            </p:nvSpPr>
            <p:spPr>
              <a:xfrm>
                <a:off x="4773075" y="3231325"/>
                <a:ext cx="7500" cy="15850"/>
              </a:xfrm>
              <a:custGeom>
                <a:avLst/>
                <a:gdLst/>
                <a:ahLst/>
                <a:cxnLst/>
                <a:rect l="l" t="t" r="r" b="b"/>
                <a:pathLst>
                  <a:path w="300" h="634" extrusionOk="0">
                    <a:moveTo>
                      <a:pt x="147" y="1"/>
                    </a:moveTo>
                    <a:cubicBezTo>
                      <a:pt x="108" y="1"/>
                      <a:pt x="68" y="12"/>
                      <a:pt x="46" y="40"/>
                    </a:cubicBezTo>
                    <a:cubicBezTo>
                      <a:pt x="23" y="68"/>
                      <a:pt x="0" y="102"/>
                      <a:pt x="6" y="142"/>
                    </a:cubicBezTo>
                    <a:cubicBezTo>
                      <a:pt x="12" y="260"/>
                      <a:pt x="17" y="373"/>
                      <a:pt x="17" y="492"/>
                    </a:cubicBezTo>
                    <a:cubicBezTo>
                      <a:pt x="17" y="563"/>
                      <a:pt x="75" y="633"/>
                      <a:pt x="150" y="633"/>
                    </a:cubicBezTo>
                    <a:cubicBezTo>
                      <a:pt x="153" y="633"/>
                      <a:pt x="156" y="633"/>
                      <a:pt x="158" y="633"/>
                    </a:cubicBezTo>
                    <a:cubicBezTo>
                      <a:pt x="232" y="633"/>
                      <a:pt x="300" y="571"/>
                      <a:pt x="300" y="492"/>
                    </a:cubicBezTo>
                    <a:cubicBezTo>
                      <a:pt x="300" y="373"/>
                      <a:pt x="294" y="260"/>
                      <a:pt x="288" y="142"/>
                    </a:cubicBezTo>
                    <a:cubicBezTo>
                      <a:pt x="283" y="102"/>
                      <a:pt x="271" y="68"/>
                      <a:pt x="243" y="40"/>
                    </a:cubicBezTo>
                    <a:cubicBezTo>
                      <a:pt x="221" y="18"/>
                      <a:pt x="181" y="1"/>
                      <a:pt x="14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33" name="Google Shape;1133;p40"/>
              <p:cNvSpPr/>
              <p:nvPr/>
            </p:nvSpPr>
            <p:spPr>
              <a:xfrm>
                <a:off x="4770525" y="3214325"/>
                <a:ext cx="8225" cy="12075"/>
              </a:xfrm>
              <a:custGeom>
                <a:avLst/>
                <a:gdLst/>
                <a:ahLst/>
                <a:cxnLst/>
                <a:rect l="l" t="t" r="r" b="b"/>
                <a:pathLst>
                  <a:path w="329" h="483" extrusionOk="0">
                    <a:moveTo>
                      <a:pt x="148" y="1"/>
                    </a:moveTo>
                    <a:cubicBezTo>
                      <a:pt x="135" y="1"/>
                      <a:pt x="120" y="5"/>
                      <a:pt x="108" y="9"/>
                    </a:cubicBezTo>
                    <a:cubicBezTo>
                      <a:pt x="74" y="20"/>
                      <a:pt x="40" y="37"/>
                      <a:pt x="23" y="71"/>
                    </a:cubicBezTo>
                    <a:cubicBezTo>
                      <a:pt x="6" y="105"/>
                      <a:pt x="1" y="144"/>
                      <a:pt x="6" y="178"/>
                    </a:cubicBezTo>
                    <a:cubicBezTo>
                      <a:pt x="23" y="246"/>
                      <a:pt x="35" y="314"/>
                      <a:pt x="52" y="381"/>
                    </a:cubicBezTo>
                    <a:cubicBezTo>
                      <a:pt x="52" y="398"/>
                      <a:pt x="63" y="415"/>
                      <a:pt x="74" y="426"/>
                    </a:cubicBezTo>
                    <a:cubicBezTo>
                      <a:pt x="85" y="443"/>
                      <a:pt x="97" y="455"/>
                      <a:pt x="114" y="466"/>
                    </a:cubicBezTo>
                    <a:cubicBezTo>
                      <a:pt x="131" y="477"/>
                      <a:pt x="148" y="483"/>
                      <a:pt x="164" y="483"/>
                    </a:cubicBezTo>
                    <a:cubicBezTo>
                      <a:pt x="187" y="483"/>
                      <a:pt x="204" y="483"/>
                      <a:pt x="221" y="477"/>
                    </a:cubicBezTo>
                    <a:cubicBezTo>
                      <a:pt x="255" y="466"/>
                      <a:pt x="289" y="449"/>
                      <a:pt x="306" y="415"/>
                    </a:cubicBezTo>
                    <a:lnTo>
                      <a:pt x="323" y="381"/>
                    </a:lnTo>
                    <a:cubicBezTo>
                      <a:pt x="328" y="353"/>
                      <a:pt x="328" y="330"/>
                      <a:pt x="323" y="308"/>
                    </a:cubicBezTo>
                    <a:cubicBezTo>
                      <a:pt x="311" y="240"/>
                      <a:pt x="294" y="172"/>
                      <a:pt x="283" y="105"/>
                    </a:cubicBezTo>
                    <a:cubicBezTo>
                      <a:pt x="277" y="88"/>
                      <a:pt x="266" y="71"/>
                      <a:pt x="255" y="59"/>
                    </a:cubicBezTo>
                    <a:cubicBezTo>
                      <a:pt x="244" y="42"/>
                      <a:pt x="232" y="31"/>
                      <a:pt x="215" y="20"/>
                    </a:cubicBezTo>
                    <a:cubicBezTo>
                      <a:pt x="198" y="9"/>
                      <a:pt x="181" y="3"/>
                      <a:pt x="164" y="3"/>
                    </a:cubicBezTo>
                    <a:cubicBezTo>
                      <a:pt x="160" y="1"/>
                      <a:pt x="154" y="1"/>
                      <a:pt x="148"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34" name="Google Shape;1134;p40"/>
              <p:cNvSpPr/>
              <p:nvPr/>
            </p:nvSpPr>
            <p:spPr>
              <a:xfrm>
                <a:off x="4768275" y="3206225"/>
                <a:ext cx="8625" cy="11675"/>
              </a:xfrm>
              <a:custGeom>
                <a:avLst/>
                <a:gdLst/>
                <a:ahLst/>
                <a:cxnLst/>
                <a:rect l="l" t="t" r="r" b="b"/>
                <a:pathLst>
                  <a:path w="345" h="467" extrusionOk="0">
                    <a:moveTo>
                      <a:pt x="139" y="1"/>
                    </a:moveTo>
                    <a:cubicBezTo>
                      <a:pt x="130" y="1"/>
                      <a:pt x="122" y="2"/>
                      <a:pt x="113" y="5"/>
                    </a:cubicBezTo>
                    <a:cubicBezTo>
                      <a:pt x="79" y="16"/>
                      <a:pt x="46" y="39"/>
                      <a:pt x="29" y="73"/>
                    </a:cubicBezTo>
                    <a:cubicBezTo>
                      <a:pt x="12" y="101"/>
                      <a:pt x="0" y="141"/>
                      <a:pt x="12" y="180"/>
                    </a:cubicBezTo>
                    <a:cubicBezTo>
                      <a:pt x="34" y="242"/>
                      <a:pt x="51" y="299"/>
                      <a:pt x="62" y="361"/>
                    </a:cubicBezTo>
                    <a:cubicBezTo>
                      <a:pt x="74" y="395"/>
                      <a:pt x="102" y="429"/>
                      <a:pt x="130" y="446"/>
                    </a:cubicBezTo>
                    <a:cubicBezTo>
                      <a:pt x="147" y="457"/>
                      <a:pt x="164" y="462"/>
                      <a:pt x="181" y="462"/>
                    </a:cubicBezTo>
                    <a:cubicBezTo>
                      <a:pt x="192" y="465"/>
                      <a:pt x="202" y="467"/>
                      <a:pt x="211" y="467"/>
                    </a:cubicBezTo>
                    <a:cubicBezTo>
                      <a:pt x="221" y="467"/>
                      <a:pt x="229" y="465"/>
                      <a:pt x="238" y="462"/>
                    </a:cubicBezTo>
                    <a:cubicBezTo>
                      <a:pt x="271" y="451"/>
                      <a:pt x="305" y="429"/>
                      <a:pt x="322" y="395"/>
                    </a:cubicBezTo>
                    <a:cubicBezTo>
                      <a:pt x="339" y="361"/>
                      <a:pt x="345" y="327"/>
                      <a:pt x="339" y="287"/>
                    </a:cubicBezTo>
                    <a:cubicBezTo>
                      <a:pt x="322" y="225"/>
                      <a:pt x="305" y="163"/>
                      <a:pt x="288" y="101"/>
                    </a:cubicBezTo>
                    <a:cubicBezTo>
                      <a:pt x="277" y="67"/>
                      <a:pt x="254" y="39"/>
                      <a:pt x="221" y="22"/>
                    </a:cubicBezTo>
                    <a:cubicBezTo>
                      <a:pt x="204" y="11"/>
                      <a:pt x="187" y="5"/>
                      <a:pt x="170" y="5"/>
                    </a:cubicBezTo>
                    <a:cubicBezTo>
                      <a:pt x="158" y="2"/>
                      <a:pt x="149" y="1"/>
                      <a:pt x="139"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35" name="Google Shape;1135;p40"/>
              <p:cNvSpPr/>
              <p:nvPr/>
            </p:nvSpPr>
            <p:spPr>
              <a:xfrm>
                <a:off x="4744000" y="3162150"/>
                <a:ext cx="7775" cy="7925"/>
              </a:xfrm>
              <a:custGeom>
                <a:avLst/>
                <a:gdLst/>
                <a:ahLst/>
                <a:cxnLst/>
                <a:rect l="l" t="t" r="r" b="b"/>
                <a:pathLst>
                  <a:path w="311" h="317" extrusionOk="0">
                    <a:moveTo>
                      <a:pt x="141" y="0"/>
                    </a:moveTo>
                    <a:cubicBezTo>
                      <a:pt x="119" y="0"/>
                      <a:pt x="102" y="6"/>
                      <a:pt x="85" y="12"/>
                    </a:cubicBezTo>
                    <a:cubicBezTo>
                      <a:pt x="68" y="17"/>
                      <a:pt x="51" y="29"/>
                      <a:pt x="40" y="40"/>
                    </a:cubicBezTo>
                    <a:lnTo>
                      <a:pt x="17" y="68"/>
                    </a:lnTo>
                    <a:cubicBezTo>
                      <a:pt x="6" y="91"/>
                      <a:pt x="0" y="113"/>
                      <a:pt x="0" y="142"/>
                    </a:cubicBezTo>
                    <a:lnTo>
                      <a:pt x="6" y="181"/>
                    </a:lnTo>
                    <a:cubicBezTo>
                      <a:pt x="11" y="204"/>
                      <a:pt x="23" y="226"/>
                      <a:pt x="40" y="243"/>
                    </a:cubicBezTo>
                    <a:cubicBezTo>
                      <a:pt x="51" y="255"/>
                      <a:pt x="62" y="266"/>
                      <a:pt x="73" y="277"/>
                    </a:cubicBezTo>
                    <a:cubicBezTo>
                      <a:pt x="85" y="288"/>
                      <a:pt x="96" y="300"/>
                      <a:pt x="119" y="305"/>
                    </a:cubicBezTo>
                    <a:cubicBezTo>
                      <a:pt x="136" y="311"/>
                      <a:pt x="152" y="317"/>
                      <a:pt x="169" y="317"/>
                    </a:cubicBezTo>
                    <a:cubicBezTo>
                      <a:pt x="192" y="317"/>
                      <a:pt x="209" y="311"/>
                      <a:pt x="226" y="305"/>
                    </a:cubicBezTo>
                    <a:cubicBezTo>
                      <a:pt x="243" y="300"/>
                      <a:pt x="260" y="288"/>
                      <a:pt x="271" y="277"/>
                    </a:cubicBezTo>
                    <a:lnTo>
                      <a:pt x="294" y="249"/>
                    </a:lnTo>
                    <a:cubicBezTo>
                      <a:pt x="305" y="226"/>
                      <a:pt x="311" y="204"/>
                      <a:pt x="311" y="175"/>
                    </a:cubicBezTo>
                    <a:cubicBezTo>
                      <a:pt x="311" y="164"/>
                      <a:pt x="311" y="153"/>
                      <a:pt x="305" y="136"/>
                    </a:cubicBezTo>
                    <a:cubicBezTo>
                      <a:pt x="299" y="113"/>
                      <a:pt x="288" y="91"/>
                      <a:pt x="271" y="74"/>
                    </a:cubicBezTo>
                    <a:cubicBezTo>
                      <a:pt x="260" y="63"/>
                      <a:pt x="249" y="51"/>
                      <a:pt x="237" y="40"/>
                    </a:cubicBezTo>
                    <a:cubicBezTo>
                      <a:pt x="226" y="29"/>
                      <a:pt x="209" y="17"/>
                      <a:pt x="192" y="12"/>
                    </a:cubicBezTo>
                    <a:cubicBezTo>
                      <a:pt x="175" y="6"/>
                      <a:pt x="158" y="0"/>
                      <a:pt x="141"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36" name="Google Shape;1136;p40"/>
              <p:cNvSpPr/>
              <p:nvPr/>
            </p:nvSpPr>
            <p:spPr>
              <a:xfrm>
                <a:off x="4748650" y="3167800"/>
                <a:ext cx="8200" cy="8600"/>
              </a:xfrm>
              <a:custGeom>
                <a:avLst/>
                <a:gdLst/>
                <a:ahLst/>
                <a:cxnLst/>
                <a:rect l="l" t="t" r="r" b="b"/>
                <a:pathLst>
                  <a:path w="328" h="344" extrusionOk="0">
                    <a:moveTo>
                      <a:pt x="142" y="0"/>
                    </a:moveTo>
                    <a:cubicBezTo>
                      <a:pt x="119" y="0"/>
                      <a:pt x="102" y="0"/>
                      <a:pt x="85" y="12"/>
                    </a:cubicBezTo>
                    <a:cubicBezTo>
                      <a:pt x="68" y="17"/>
                      <a:pt x="51" y="29"/>
                      <a:pt x="40" y="40"/>
                    </a:cubicBezTo>
                    <a:lnTo>
                      <a:pt x="17" y="68"/>
                    </a:lnTo>
                    <a:cubicBezTo>
                      <a:pt x="6" y="91"/>
                      <a:pt x="0" y="113"/>
                      <a:pt x="0" y="141"/>
                    </a:cubicBezTo>
                    <a:cubicBezTo>
                      <a:pt x="0" y="153"/>
                      <a:pt x="0" y="164"/>
                      <a:pt x="6" y="175"/>
                    </a:cubicBezTo>
                    <a:cubicBezTo>
                      <a:pt x="12" y="204"/>
                      <a:pt x="23" y="221"/>
                      <a:pt x="40" y="243"/>
                    </a:cubicBezTo>
                    <a:lnTo>
                      <a:pt x="41" y="245"/>
                    </a:lnTo>
                    <a:lnTo>
                      <a:pt x="41" y="245"/>
                    </a:lnTo>
                    <a:cubicBezTo>
                      <a:pt x="49" y="255"/>
                      <a:pt x="57" y="264"/>
                      <a:pt x="68" y="271"/>
                    </a:cubicBezTo>
                    <a:cubicBezTo>
                      <a:pt x="74" y="288"/>
                      <a:pt x="85" y="305"/>
                      <a:pt x="102" y="311"/>
                    </a:cubicBezTo>
                    <a:cubicBezTo>
                      <a:pt x="119" y="328"/>
                      <a:pt x="130" y="334"/>
                      <a:pt x="153" y="339"/>
                    </a:cubicBezTo>
                    <a:cubicBezTo>
                      <a:pt x="161" y="342"/>
                      <a:pt x="170" y="343"/>
                      <a:pt x="179" y="343"/>
                    </a:cubicBezTo>
                    <a:cubicBezTo>
                      <a:pt x="188" y="343"/>
                      <a:pt x="198" y="342"/>
                      <a:pt x="209" y="339"/>
                    </a:cubicBezTo>
                    <a:cubicBezTo>
                      <a:pt x="226" y="339"/>
                      <a:pt x="243" y="334"/>
                      <a:pt x="260" y="322"/>
                    </a:cubicBezTo>
                    <a:lnTo>
                      <a:pt x="288" y="305"/>
                    </a:lnTo>
                    <a:cubicBezTo>
                      <a:pt x="305" y="283"/>
                      <a:pt x="317" y="266"/>
                      <a:pt x="322" y="243"/>
                    </a:cubicBezTo>
                    <a:lnTo>
                      <a:pt x="328" y="204"/>
                    </a:lnTo>
                    <a:cubicBezTo>
                      <a:pt x="328" y="175"/>
                      <a:pt x="322" y="153"/>
                      <a:pt x="311" y="130"/>
                    </a:cubicBezTo>
                    <a:cubicBezTo>
                      <a:pt x="288" y="102"/>
                      <a:pt x="266" y="68"/>
                      <a:pt x="238" y="40"/>
                    </a:cubicBezTo>
                    <a:cubicBezTo>
                      <a:pt x="226" y="29"/>
                      <a:pt x="215" y="17"/>
                      <a:pt x="192" y="12"/>
                    </a:cubicBezTo>
                    <a:cubicBezTo>
                      <a:pt x="175" y="0"/>
                      <a:pt x="159" y="0"/>
                      <a:pt x="142"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37" name="Google Shape;1137;p40"/>
              <p:cNvSpPr/>
              <p:nvPr/>
            </p:nvSpPr>
            <p:spPr>
              <a:xfrm>
                <a:off x="4484925" y="3138725"/>
                <a:ext cx="336850" cy="477075"/>
              </a:xfrm>
              <a:custGeom>
                <a:avLst/>
                <a:gdLst/>
                <a:ahLst/>
                <a:cxnLst/>
                <a:rect l="l" t="t" r="r" b="b"/>
                <a:pathLst>
                  <a:path w="13474" h="19083" extrusionOk="0">
                    <a:moveTo>
                      <a:pt x="9707" y="536"/>
                    </a:moveTo>
                    <a:lnTo>
                      <a:pt x="9707" y="536"/>
                    </a:lnTo>
                    <a:cubicBezTo>
                      <a:pt x="10371" y="1035"/>
                      <a:pt x="10918" y="1715"/>
                      <a:pt x="11216" y="2490"/>
                    </a:cubicBezTo>
                    <a:cubicBezTo>
                      <a:pt x="11396" y="2970"/>
                      <a:pt x="11509" y="3462"/>
                      <a:pt x="11538" y="3976"/>
                    </a:cubicBezTo>
                    <a:cubicBezTo>
                      <a:pt x="11549" y="4185"/>
                      <a:pt x="11543" y="4399"/>
                      <a:pt x="11543" y="4608"/>
                    </a:cubicBezTo>
                    <a:lnTo>
                      <a:pt x="11543" y="5755"/>
                    </a:lnTo>
                    <a:cubicBezTo>
                      <a:pt x="11543" y="5992"/>
                      <a:pt x="11532" y="6229"/>
                      <a:pt x="11543" y="6466"/>
                    </a:cubicBezTo>
                    <a:cubicBezTo>
                      <a:pt x="11549" y="6602"/>
                      <a:pt x="11713" y="6686"/>
                      <a:pt x="11814" y="6765"/>
                    </a:cubicBezTo>
                    <a:cubicBezTo>
                      <a:pt x="12193" y="7065"/>
                      <a:pt x="12577" y="7364"/>
                      <a:pt x="12955" y="7669"/>
                    </a:cubicBezTo>
                    <a:cubicBezTo>
                      <a:pt x="13136" y="7816"/>
                      <a:pt x="13221" y="8030"/>
                      <a:pt x="13130" y="8251"/>
                    </a:cubicBezTo>
                    <a:cubicBezTo>
                      <a:pt x="13034" y="8477"/>
                      <a:pt x="12808" y="8590"/>
                      <a:pt x="12577" y="8590"/>
                    </a:cubicBezTo>
                    <a:cubicBezTo>
                      <a:pt x="12477" y="8591"/>
                      <a:pt x="12378" y="8592"/>
                      <a:pt x="12279" y="8592"/>
                    </a:cubicBezTo>
                    <a:cubicBezTo>
                      <a:pt x="12081" y="8592"/>
                      <a:pt x="11884" y="8590"/>
                      <a:pt x="11684" y="8590"/>
                    </a:cubicBezTo>
                    <a:cubicBezTo>
                      <a:pt x="11605" y="8590"/>
                      <a:pt x="11543" y="8657"/>
                      <a:pt x="11543" y="8731"/>
                    </a:cubicBezTo>
                    <a:cubicBezTo>
                      <a:pt x="11543" y="9030"/>
                      <a:pt x="11549" y="9329"/>
                      <a:pt x="11538" y="9623"/>
                    </a:cubicBezTo>
                    <a:cubicBezTo>
                      <a:pt x="11515" y="10154"/>
                      <a:pt x="11408" y="10685"/>
                      <a:pt x="11210" y="11182"/>
                    </a:cubicBezTo>
                    <a:cubicBezTo>
                      <a:pt x="10832" y="12147"/>
                      <a:pt x="10126" y="12983"/>
                      <a:pt x="9239" y="13525"/>
                    </a:cubicBezTo>
                    <a:cubicBezTo>
                      <a:pt x="8748" y="13822"/>
                      <a:pt x="8210" y="14026"/>
                      <a:pt x="7645" y="14138"/>
                    </a:cubicBezTo>
                    <a:lnTo>
                      <a:pt x="7645" y="14138"/>
                    </a:lnTo>
                    <a:cubicBezTo>
                      <a:pt x="7652" y="14108"/>
                      <a:pt x="7659" y="14078"/>
                      <a:pt x="7664" y="14051"/>
                    </a:cubicBezTo>
                    <a:cubicBezTo>
                      <a:pt x="7703" y="13825"/>
                      <a:pt x="7720" y="13599"/>
                      <a:pt x="7709" y="13373"/>
                    </a:cubicBezTo>
                    <a:cubicBezTo>
                      <a:pt x="7675" y="12475"/>
                      <a:pt x="7285" y="11628"/>
                      <a:pt x="6783" y="10894"/>
                    </a:cubicBezTo>
                    <a:cubicBezTo>
                      <a:pt x="6382" y="10306"/>
                      <a:pt x="5896" y="9770"/>
                      <a:pt x="5371" y="9290"/>
                    </a:cubicBezTo>
                    <a:cubicBezTo>
                      <a:pt x="5128" y="9070"/>
                      <a:pt x="4874" y="8889"/>
                      <a:pt x="4687" y="8606"/>
                    </a:cubicBezTo>
                    <a:cubicBezTo>
                      <a:pt x="4416" y="8194"/>
                      <a:pt x="4320" y="7703"/>
                      <a:pt x="4462" y="7223"/>
                    </a:cubicBezTo>
                    <a:cubicBezTo>
                      <a:pt x="4563" y="6890"/>
                      <a:pt x="4795" y="6624"/>
                      <a:pt x="5134" y="6528"/>
                    </a:cubicBezTo>
                    <a:cubicBezTo>
                      <a:pt x="5184" y="6517"/>
                      <a:pt x="5235" y="6506"/>
                      <a:pt x="5286" y="6494"/>
                    </a:cubicBezTo>
                    <a:cubicBezTo>
                      <a:pt x="5294" y="6493"/>
                      <a:pt x="5298" y="6493"/>
                      <a:pt x="5299" y="6493"/>
                    </a:cubicBezTo>
                    <a:cubicBezTo>
                      <a:pt x="5301" y="6493"/>
                      <a:pt x="5282" y="6496"/>
                      <a:pt x="5282" y="6496"/>
                    </a:cubicBezTo>
                    <a:cubicBezTo>
                      <a:pt x="5282" y="6496"/>
                      <a:pt x="5285" y="6496"/>
                      <a:pt x="5292" y="6494"/>
                    </a:cubicBezTo>
                    <a:lnTo>
                      <a:pt x="5326" y="6494"/>
                    </a:lnTo>
                    <a:cubicBezTo>
                      <a:pt x="5354" y="6489"/>
                      <a:pt x="5382" y="6489"/>
                      <a:pt x="5410" y="6489"/>
                    </a:cubicBezTo>
                    <a:cubicBezTo>
                      <a:pt x="5414" y="6489"/>
                      <a:pt x="5417" y="6488"/>
                      <a:pt x="5420" y="6488"/>
                    </a:cubicBezTo>
                    <a:lnTo>
                      <a:pt x="5420" y="6488"/>
                    </a:lnTo>
                    <a:cubicBezTo>
                      <a:pt x="6703" y="6429"/>
                      <a:pt x="8006" y="6056"/>
                      <a:pt x="8912" y="5099"/>
                    </a:cubicBezTo>
                    <a:cubicBezTo>
                      <a:pt x="9392" y="4597"/>
                      <a:pt x="9759" y="3976"/>
                      <a:pt x="9939" y="3298"/>
                    </a:cubicBezTo>
                    <a:cubicBezTo>
                      <a:pt x="10086" y="2739"/>
                      <a:pt x="10098" y="2152"/>
                      <a:pt x="10007" y="1587"/>
                    </a:cubicBezTo>
                    <a:cubicBezTo>
                      <a:pt x="9946" y="1225"/>
                      <a:pt x="9842" y="873"/>
                      <a:pt x="9707" y="536"/>
                    </a:cubicBezTo>
                    <a:close/>
                    <a:moveTo>
                      <a:pt x="7466" y="14937"/>
                    </a:moveTo>
                    <a:lnTo>
                      <a:pt x="7466" y="15863"/>
                    </a:lnTo>
                    <a:lnTo>
                      <a:pt x="7466" y="18359"/>
                    </a:lnTo>
                    <a:lnTo>
                      <a:pt x="7466" y="18800"/>
                    </a:lnTo>
                    <a:lnTo>
                      <a:pt x="283" y="18800"/>
                    </a:lnTo>
                    <a:lnTo>
                      <a:pt x="283" y="17586"/>
                    </a:lnTo>
                    <a:lnTo>
                      <a:pt x="3383" y="17586"/>
                    </a:lnTo>
                    <a:cubicBezTo>
                      <a:pt x="4078" y="17586"/>
                      <a:pt x="4778" y="17518"/>
                      <a:pt x="5427" y="17253"/>
                    </a:cubicBezTo>
                    <a:cubicBezTo>
                      <a:pt x="6065" y="16987"/>
                      <a:pt x="6613" y="16552"/>
                      <a:pt x="6997" y="15976"/>
                    </a:cubicBezTo>
                    <a:cubicBezTo>
                      <a:pt x="7207" y="15657"/>
                      <a:pt x="7364" y="15302"/>
                      <a:pt x="7466" y="14937"/>
                    </a:cubicBezTo>
                    <a:close/>
                    <a:moveTo>
                      <a:pt x="9374" y="0"/>
                    </a:moveTo>
                    <a:cubicBezTo>
                      <a:pt x="9277" y="0"/>
                      <a:pt x="9206" y="115"/>
                      <a:pt x="9256" y="215"/>
                    </a:cubicBezTo>
                    <a:cubicBezTo>
                      <a:pt x="9680" y="1062"/>
                      <a:pt x="9906" y="2044"/>
                      <a:pt x="9719" y="2987"/>
                    </a:cubicBezTo>
                    <a:cubicBezTo>
                      <a:pt x="9476" y="4247"/>
                      <a:pt x="8562" y="5314"/>
                      <a:pt x="7387" y="5800"/>
                    </a:cubicBezTo>
                    <a:cubicBezTo>
                      <a:pt x="6760" y="6060"/>
                      <a:pt x="6082" y="6178"/>
                      <a:pt x="5405" y="6206"/>
                    </a:cubicBezTo>
                    <a:cubicBezTo>
                      <a:pt x="5403" y="6206"/>
                      <a:pt x="5402" y="6207"/>
                      <a:pt x="5400" y="6207"/>
                    </a:cubicBezTo>
                    <a:lnTo>
                      <a:pt x="5400" y="6207"/>
                    </a:lnTo>
                    <a:cubicBezTo>
                      <a:pt x="5138" y="6214"/>
                      <a:pt x="4882" y="6287"/>
                      <a:pt x="4676" y="6438"/>
                    </a:cubicBezTo>
                    <a:cubicBezTo>
                      <a:pt x="4292" y="6715"/>
                      <a:pt x="4128" y="7178"/>
                      <a:pt x="4111" y="7635"/>
                    </a:cubicBezTo>
                    <a:cubicBezTo>
                      <a:pt x="4094" y="8234"/>
                      <a:pt x="4394" y="8844"/>
                      <a:pt x="4857" y="9216"/>
                    </a:cubicBezTo>
                    <a:cubicBezTo>
                      <a:pt x="5241" y="9527"/>
                      <a:pt x="5591" y="9877"/>
                      <a:pt x="5919" y="10250"/>
                    </a:cubicBezTo>
                    <a:cubicBezTo>
                      <a:pt x="6478" y="10877"/>
                      <a:pt x="6975" y="11600"/>
                      <a:pt x="7246" y="12407"/>
                    </a:cubicBezTo>
                    <a:cubicBezTo>
                      <a:pt x="7381" y="12831"/>
                      <a:pt x="7455" y="13271"/>
                      <a:pt x="7421" y="13717"/>
                    </a:cubicBezTo>
                    <a:cubicBezTo>
                      <a:pt x="7404" y="13949"/>
                      <a:pt x="7336" y="14158"/>
                      <a:pt x="7291" y="14384"/>
                    </a:cubicBezTo>
                    <a:cubicBezTo>
                      <a:pt x="7285" y="14412"/>
                      <a:pt x="7285" y="14440"/>
                      <a:pt x="7280" y="14468"/>
                    </a:cubicBezTo>
                    <a:cubicBezTo>
                      <a:pt x="7281" y="14453"/>
                      <a:pt x="7282" y="14447"/>
                      <a:pt x="7282" y="14447"/>
                    </a:cubicBezTo>
                    <a:lnTo>
                      <a:pt x="7282" y="14447"/>
                    </a:lnTo>
                    <a:cubicBezTo>
                      <a:pt x="7282" y="14447"/>
                      <a:pt x="7278" y="14477"/>
                      <a:pt x="7274" y="14497"/>
                    </a:cubicBezTo>
                    <a:cubicBezTo>
                      <a:pt x="7274" y="14525"/>
                      <a:pt x="7268" y="14553"/>
                      <a:pt x="7263" y="14581"/>
                    </a:cubicBezTo>
                    <a:cubicBezTo>
                      <a:pt x="7246" y="14655"/>
                      <a:pt x="7229" y="14734"/>
                      <a:pt x="7212" y="14807"/>
                    </a:cubicBezTo>
                    <a:cubicBezTo>
                      <a:pt x="7155" y="15005"/>
                      <a:pt x="7088" y="15203"/>
                      <a:pt x="7008" y="15372"/>
                    </a:cubicBezTo>
                    <a:cubicBezTo>
                      <a:pt x="6754" y="15908"/>
                      <a:pt x="6370" y="16377"/>
                      <a:pt x="5873" y="16699"/>
                    </a:cubicBezTo>
                    <a:cubicBezTo>
                      <a:pt x="5184" y="17151"/>
                      <a:pt x="4354" y="17303"/>
                      <a:pt x="3547" y="17303"/>
                    </a:cubicBezTo>
                    <a:lnTo>
                      <a:pt x="141" y="17303"/>
                    </a:lnTo>
                    <a:cubicBezTo>
                      <a:pt x="62" y="17303"/>
                      <a:pt x="0" y="17365"/>
                      <a:pt x="0" y="17445"/>
                    </a:cubicBezTo>
                    <a:lnTo>
                      <a:pt x="0" y="18941"/>
                    </a:lnTo>
                    <a:cubicBezTo>
                      <a:pt x="0" y="19015"/>
                      <a:pt x="62" y="19082"/>
                      <a:pt x="141" y="19082"/>
                    </a:cubicBezTo>
                    <a:lnTo>
                      <a:pt x="7607" y="19082"/>
                    </a:lnTo>
                    <a:cubicBezTo>
                      <a:pt x="7681" y="19082"/>
                      <a:pt x="7748" y="19015"/>
                      <a:pt x="7748" y="18941"/>
                    </a:cubicBezTo>
                    <a:lnTo>
                      <a:pt x="7748" y="17365"/>
                    </a:lnTo>
                    <a:lnTo>
                      <a:pt x="7748" y="14869"/>
                    </a:lnTo>
                    <a:lnTo>
                      <a:pt x="7748" y="14403"/>
                    </a:lnTo>
                    <a:lnTo>
                      <a:pt x="7748" y="14403"/>
                    </a:lnTo>
                    <a:cubicBezTo>
                      <a:pt x="8791" y="14194"/>
                      <a:pt x="9755" y="13651"/>
                      <a:pt x="10476" y="12870"/>
                    </a:cubicBezTo>
                    <a:cubicBezTo>
                      <a:pt x="11233" y="12051"/>
                      <a:pt x="11701" y="10995"/>
                      <a:pt x="11803" y="9888"/>
                    </a:cubicBezTo>
                    <a:cubicBezTo>
                      <a:pt x="11833" y="9551"/>
                      <a:pt x="11828" y="9214"/>
                      <a:pt x="11826" y="8872"/>
                    </a:cubicBezTo>
                    <a:lnTo>
                      <a:pt x="11826" y="8872"/>
                    </a:lnTo>
                    <a:cubicBezTo>
                      <a:pt x="11971" y="8873"/>
                      <a:pt x="12116" y="8874"/>
                      <a:pt x="12261" y="8874"/>
                    </a:cubicBezTo>
                    <a:cubicBezTo>
                      <a:pt x="12357" y="8874"/>
                      <a:pt x="12453" y="8874"/>
                      <a:pt x="12549" y="8872"/>
                    </a:cubicBezTo>
                    <a:cubicBezTo>
                      <a:pt x="12983" y="8872"/>
                      <a:pt x="13384" y="8601"/>
                      <a:pt x="13441" y="8149"/>
                    </a:cubicBezTo>
                    <a:cubicBezTo>
                      <a:pt x="13474" y="7895"/>
                      <a:pt x="13361" y="7646"/>
                      <a:pt x="13166" y="7477"/>
                    </a:cubicBezTo>
                    <a:lnTo>
                      <a:pt x="13166" y="7477"/>
                    </a:lnTo>
                    <a:cubicBezTo>
                      <a:pt x="13162" y="7473"/>
                      <a:pt x="13157" y="7469"/>
                      <a:pt x="13153" y="7466"/>
                    </a:cubicBezTo>
                    <a:lnTo>
                      <a:pt x="13153" y="7466"/>
                    </a:lnTo>
                    <a:cubicBezTo>
                      <a:pt x="13153" y="7466"/>
                      <a:pt x="13153" y="7466"/>
                      <a:pt x="13153" y="7466"/>
                    </a:cubicBezTo>
                    <a:cubicBezTo>
                      <a:pt x="13151" y="7464"/>
                      <a:pt x="13149" y="7463"/>
                      <a:pt x="13148" y="7462"/>
                    </a:cubicBezTo>
                    <a:lnTo>
                      <a:pt x="13148" y="7462"/>
                    </a:lnTo>
                    <a:cubicBezTo>
                      <a:pt x="12711" y="7112"/>
                      <a:pt x="12268" y="6762"/>
                      <a:pt x="11826" y="6413"/>
                    </a:cubicBezTo>
                    <a:lnTo>
                      <a:pt x="11826" y="6413"/>
                    </a:lnTo>
                    <a:lnTo>
                      <a:pt x="11826" y="4840"/>
                    </a:lnTo>
                    <a:cubicBezTo>
                      <a:pt x="11826" y="4461"/>
                      <a:pt x="11837" y="4083"/>
                      <a:pt x="11797" y="3705"/>
                    </a:cubicBezTo>
                    <a:cubicBezTo>
                      <a:pt x="11724" y="2999"/>
                      <a:pt x="11504" y="2304"/>
                      <a:pt x="11131" y="1694"/>
                    </a:cubicBezTo>
                    <a:cubicBezTo>
                      <a:pt x="10708" y="1011"/>
                      <a:pt x="10137" y="435"/>
                      <a:pt x="9448" y="23"/>
                    </a:cubicBezTo>
                    <a:cubicBezTo>
                      <a:pt x="9423" y="7"/>
                      <a:pt x="9397" y="0"/>
                      <a:pt x="9374"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38" name="Google Shape;1138;p40"/>
              <p:cNvSpPr/>
              <p:nvPr/>
            </p:nvSpPr>
            <p:spPr>
              <a:xfrm>
                <a:off x="4214400" y="3119725"/>
                <a:ext cx="583975" cy="458800"/>
              </a:xfrm>
              <a:custGeom>
                <a:avLst/>
                <a:gdLst/>
                <a:ahLst/>
                <a:cxnLst/>
                <a:rect l="l" t="t" r="r" b="b"/>
                <a:pathLst>
                  <a:path w="23359" h="18352" extrusionOk="0">
                    <a:moveTo>
                      <a:pt x="10827" y="285"/>
                    </a:moveTo>
                    <a:cubicBezTo>
                      <a:pt x="10889" y="285"/>
                      <a:pt x="10951" y="286"/>
                      <a:pt x="11013" y="286"/>
                    </a:cubicBezTo>
                    <a:lnTo>
                      <a:pt x="17683" y="286"/>
                    </a:lnTo>
                    <a:cubicBezTo>
                      <a:pt x="18029" y="286"/>
                      <a:pt x="18378" y="293"/>
                      <a:pt x="18728" y="293"/>
                    </a:cubicBezTo>
                    <a:cubicBezTo>
                      <a:pt x="18902" y="293"/>
                      <a:pt x="19078" y="291"/>
                      <a:pt x="19253" y="286"/>
                    </a:cubicBezTo>
                    <a:lnTo>
                      <a:pt x="19275" y="286"/>
                    </a:lnTo>
                    <a:cubicBezTo>
                      <a:pt x="19279" y="286"/>
                      <a:pt x="19282" y="286"/>
                      <a:pt x="19286" y="286"/>
                    </a:cubicBezTo>
                    <a:cubicBezTo>
                      <a:pt x="19288" y="286"/>
                      <a:pt x="19291" y="286"/>
                      <a:pt x="19293" y="286"/>
                    </a:cubicBezTo>
                    <a:lnTo>
                      <a:pt x="19293" y="286"/>
                    </a:lnTo>
                    <a:cubicBezTo>
                      <a:pt x="19350" y="287"/>
                      <a:pt x="19412" y="292"/>
                      <a:pt x="19473" y="297"/>
                    </a:cubicBezTo>
                    <a:cubicBezTo>
                      <a:pt x="19535" y="303"/>
                      <a:pt x="19597" y="314"/>
                      <a:pt x="19659" y="319"/>
                    </a:cubicBezTo>
                    <a:cubicBezTo>
                      <a:pt x="19669" y="319"/>
                      <a:pt x="19674" y="319"/>
                      <a:pt x="19682" y="323"/>
                    </a:cubicBezTo>
                    <a:lnTo>
                      <a:pt x="19682" y="323"/>
                    </a:lnTo>
                    <a:cubicBezTo>
                      <a:pt x="19681" y="323"/>
                      <a:pt x="19680" y="323"/>
                      <a:pt x="19679" y="323"/>
                    </a:cubicBezTo>
                    <a:cubicBezTo>
                      <a:pt x="19676" y="323"/>
                      <a:pt x="19676" y="323"/>
                      <a:pt x="19687" y="325"/>
                    </a:cubicBezTo>
                    <a:cubicBezTo>
                      <a:pt x="19704" y="325"/>
                      <a:pt x="19721" y="331"/>
                      <a:pt x="19738" y="331"/>
                    </a:cubicBezTo>
                    <a:cubicBezTo>
                      <a:pt x="19783" y="336"/>
                      <a:pt x="19829" y="342"/>
                      <a:pt x="19868" y="353"/>
                    </a:cubicBezTo>
                    <a:cubicBezTo>
                      <a:pt x="20286" y="421"/>
                      <a:pt x="20732" y="545"/>
                      <a:pt x="21099" y="698"/>
                    </a:cubicBezTo>
                    <a:cubicBezTo>
                      <a:pt x="21579" y="901"/>
                      <a:pt x="22020" y="1178"/>
                      <a:pt x="22364" y="1568"/>
                    </a:cubicBezTo>
                    <a:cubicBezTo>
                      <a:pt x="22754" y="2002"/>
                      <a:pt x="22986" y="2567"/>
                      <a:pt x="23042" y="3160"/>
                    </a:cubicBezTo>
                    <a:cubicBezTo>
                      <a:pt x="23117" y="3968"/>
                      <a:pt x="22932" y="4783"/>
                      <a:pt x="22647" y="5546"/>
                    </a:cubicBezTo>
                    <a:lnTo>
                      <a:pt x="22647" y="5546"/>
                    </a:lnTo>
                    <a:cubicBezTo>
                      <a:pt x="22647" y="5352"/>
                      <a:pt x="22647" y="5157"/>
                      <a:pt x="22647" y="4962"/>
                    </a:cubicBezTo>
                    <a:cubicBezTo>
                      <a:pt x="22641" y="3906"/>
                      <a:pt x="22297" y="2866"/>
                      <a:pt x="21658" y="2025"/>
                    </a:cubicBezTo>
                    <a:cubicBezTo>
                      <a:pt x="21280" y="1528"/>
                      <a:pt x="20806" y="1104"/>
                      <a:pt x="20269" y="783"/>
                    </a:cubicBezTo>
                    <a:cubicBezTo>
                      <a:pt x="20244" y="767"/>
                      <a:pt x="20218" y="760"/>
                      <a:pt x="20195" y="760"/>
                    </a:cubicBezTo>
                    <a:cubicBezTo>
                      <a:pt x="20098" y="760"/>
                      <a:pt x="20027" y="875"/>
                      <a:pt x="20077" y="975"/>
                    </a:cubicBezTo>
                    <a:cubicBezTo>
                      <a:pt x="20501" y="1822"/>
                      <a:pt x="20727" y="2804"/>
                      <a:pt x="20540" y="3747"/>
                    </a:cubicBezTo>
                    <a:cubicBezTo>
                      <a:pt x="20297" y="5007"/>
                      <a:pt x="19383" y="6074"/>
                      <a:pt x="18208" y="6565"/>
                    </a:cubicBezTo>
                    <a:cubicBezTo>
                      <a:pt x="17581" y="6820"/>
                      <a:pt x="16903" y="6938"/>
                      <a:pt x="16231" y="6966"/>
                    </a:cubicBezTo>
                    <a:cubicBezTo>
                      <a:pt x="15796" y="6978"/>
                      <a:pt x="15390" y="7181"/>
                      <a:pt x="15164" y="7559"/>
                    </a:cubicBezTo>
                    <a:cubicBezTo>
                      <a:pt x="14797" y="8158"/>
                      <a:pt x="14887" y="8943"/>
                      <a:pt x="15266" y="9513"/>
                    </a:cubicBezTo>
                    <a:cubicBezTo>
                      <a:pt x="15395" y="9711"/>
                      <a:pt x="15554" y="9875"/>
                      <a:pt x="15740" y="10027"/>
                    </a:cubicBezTo>
                    <a:cubicBezTo>
                      <a:pt x="16011" y="10259"/>
                      <a:pt x="16271" y="10502"/>
                      <a:pt x="16514" y="10761"/>
                    </a:cubicBezTo>
                    <a:cubicBezTo>
                      <a:pt x="17316" y="11603"/>
                      <a:pt x="18067" y="12659"/>
                      <a:pt x="18225" y="13839"/>
                    </a:cubicBezTo>
                    <a:cubicBezTo>
                      <a:pt x="18264" y="14155"/>
                      <a:pt x="18264" y="14477"/>
                      <a:pt x="18202" y="14794"/>
                    </a:cubicBezTo>
                    <a:cubicBezTo>
                      <a:pt x="18174" y="14935"/>
                      <a:pt x="18118" y="15076"/>
                      <a:pt x="18101" y="15217"/>
                    </a:cubicBezTo>
                    <a:cubicBezTo>
                      <a:pt x="18101" y="15219"/>
                      <a:pt x="18101" y="15221"/>
                      <a:pt x="18101" y="15223"/>
                    </a:cubicBezTo>
                    <a:lnTo>
                      <a:pt x="18101" y="15223"/>
                    </a:lnTo>
                    <a:cubicBezTo>
                      <a:pt x="18101" y="15223"/>
                      <a:pt x="18101" y="15223"/>
                      <a:pt x="18101" y="15223"/>
                    </a:cubicBezTo>
                    <a:cubicBezTo>
                      <a:pt x="18101" y="15240"/>
                      <a:pt x="18095" y="15257"/>
                      <a:pt x="18095" y="15274"/>
                    </a:cubicBezTo>
                    <a:cubicBezTo>
                      <a:pt x="18089" y="15319"/>
                      <a:pt x="18078" y="15358"/>
                      <a:pt x="18067" y="15403"/>
                    </a:cubicBezTo>
                    <a:cubicBezTo>
                      <a:pt x="18044" y="15528"/>
                      <a:pt x="18010" y="15646"/>
                      <a:pt x="17971" y="15765"/>
                    </a:cubicBezTo>
                    <a:cubicBezTo>
                      <a:pt x="17728" y="16516"/>
                      <a:pt x="17208" y="17188"/>
                      <a:pt x="16497" y="17583"/>
                    </a:cubicBezTo>
                    <a:cubicBezTo>
                      <a:pt x="15949" y="17883"/>
                      <a:pt x="15328" y="18018"/>
                      <a:pt x="14712" y="18052"/>
                    </a:cubicBezTo>
                    <a:cubicBezTo>
                      <a:pt x="14529" y="18062"/>
                      <a:pt x="14346" y="18064"/>
                      <a:pt x="14164" y="18064"/>
                    </a:cubicBezTo>
                    <a:cubicBezTo>
                      <a:pt x="14043" y="18064"/>
                      <a:pt x="13923" y="18063"/>
                      <a:pt x="13803" y="18063"/>
                    </a:cubicBezTo>
                    <a:lnTo>
                      <a:pt x="4720" y="18063"/>
                    </a:lnTo>
                    <a:cubicBezTo>
                      <a:pt x="4700" y="18046"/>
                      <a:pt x="4676" y="18034"/>
                      <a:pt x="4647" y="18034"/>
                    </a:cubicBezTo>
                    <a:cubicBezTo>
                      <a:pt x="4642" y="18034"/>
                      <a:pt x="4637" y="18034"/>
                      <a:pt x="4632" y="18035"/>
                    </a:cubicBezTo>
                    <a:cubicBezTo>
                      <a:pt x="4493" y="18051"/>
                      <a:pt x="4355" y="18060"/>
                      <a:pt x="4217" y="18060"/>
                    </a:cubicBezTo>
                    <a:cubicBezTo>
                      <a:pt x="3639" y="18060"/>
                      <a:pt x="3069" y="17917"/>
                      <a:pt x="2553" y="17634"/>
                    </a:cubicBezTo>
                    <a:cubicBezTo>
                      <a:pt x="1960" y="17301"/>
                      <a:pt x="1469" y="16810"/>
                      <a:pt x="1119" y="16228"/>
                    </a:cubicBezTo>
                    <a:cubicBezTo>
                      <a:pt x="334" y="14918"/>
                      <a:pt x="278" y="13212"/>
                      <a:pt x="983" y="11857"/>
                    </a:cubicBezTo>
                    <a:cubicBezTo>
                      <a:pt x="1317" y="11208"/>
                      <a:pt x="1825" y="10643"/>
                      <a:pt x="2452" y="10264"/>
                    </a:cubicBezTo>
                    <a:cubicBezTo>
                      <a:pt x="2632" y="10157"/>
                      <a:pt x="2808" y="10061"/>
                      <a:pt x="2977" y="9937"/>
                    </a:cubicBezTo>
                    <a:cubicBezTo>
                      <a:pt x="3649" y="9440"/>
                      <a:pt x="4208" y="8807"/>
                      <a:pt x="4694" y="8135"/>
                    </a:cubicBezTo>
                    <a:cubicBezTo>
                      <a:pt x="5095" y="7576"/>
                      <a:pt x="5445" y="6989"/>
                      <a:pt x="5755" y="6379"/>
                    </a:cubicBezTo>
                    <a:cubicBezTo>
                      <a:pt x="5942" y="6012"/>
                      <a:pt x="6117" y="5639"/>
                      <a:pt x="6275" y="5261"/>
                    </a:cubicBezTo>
                    <a:cubicBezTo>
                      <a:pt x="6456" y="4826"/>
                      <a:pt x="6653" y="4386"/>
                      <a:pt x="6772" y="3934"/>
                    </a:cubicBezTo>
                    <a:cubicBezTo>
                      <a:pt x="6829" y="3715"/>
                      <a:pt x="6911" y="3510"/>
                      <a:pt x="6981" y="3302"/>
                    </a:cubicBezTo>
                    <a:lnTo>
                      <a:pt x="6981" y="3302"/>
                    </a:lnTo>
                    <a:cubicBezTo>
                      <a:pt x="6983" y="3298"/>
                      <a:pt x="6985" y="3294"/>
                      <a:pt x="6987" y="3290"/>
                    </a:cubicBezTo>
                    <a:cubicBezTo>
                      <a:pt x="7308" y="2545"/>
                      <a:pt x="7783" y="1867"/>
                      <a:pt x="8376" y="1319"/>
                    </a:cubicBezTo>
                    <a:cubicBezTo>
                      <a:pt x="8952" y="799"/>
                      <a:pt x="9669" y="382"/>
                      <a:pt x="10454" y="303"/>
                    </a:cubicBezTo>
                    <a:cubicBezTo>
                      <a:pt x="10578" y="287"/>
                      <a:pt x="10703" y="285"/>
                      <a:pt x="10827" y="285"/>
                    </a:cubicBezTo>
                    <a:close/>
                    <a:moveTo>
                      <a:pt x="19155" y="1"/>
                    </a:moveTo>
                    <a:cubicBezTo>
                      <a:pt x="19074" y="1"/>
                      <a:pt x="18993" y="3"/>
                      <a:pt x="18914" y="3"/>
                    </a:cubicBezTo>
                    <a:lnTo>
                      <a:pt x="10742" y="3"/>
                    </a:lnTo>
                    <a:cubicBezTo>
                      <a:pt x="9127" y="9"/>
                      <a:pt x="7760" y="1263"/>
                      <a:pt x="7009" y="2601"/>
                    </a:cubicBezTo>
                    <a:cubicBezTo>
                      <a:pt x="6916" y="2776"/>
                      <a:pt x="6829" y="2951"/>
                      <a:pt x="6751" y="3131"/>
                    </a:cubicBezTo>
                    <a:lnTo>
                      <a:pt x="6751" y="3131"/>
                    </a:lnTo>
                    <a:cubicBezTo>
                      <a:pt x="6741" y="3144"/>
                      <a:pt x="6733" y="3159"/>
                      <a:pt x="6727" y="3177"/>
                    </a:cubicBezTo>
                    <a:cubicBezTo>
                      <a:pt x="6653" y="3409"/>
                      <a:pt x="6557" y="3640"/>
                      <a:pt x="6495" y="3877"/>
                    </a:cubicBezTo>
                    <a:cubicBezTo>
                      <a:pt x="6428" y="4114"/>
                      <a:pt x="6332" y="4346"/>
                      <a:pt x="6247" y="4578"/>
                    </a:cubicBezTo>
                    <a:cubicBezTo>
                      <a:pt x="6083" y="4995"/>
                      <a:pt x="5908" y="5408"/>
                      <a:pt x="5722" y="5814"/>
                    </a:cubicBezTo>
                    <a:cubicBezTo>
                      <a:pt x="5405" y="6475"/>
                      <a:pt x="5050" y="7119"/>
                      <a:pt x="4637" y="7723"/>
                    </a:cubicBezTo>
                    <a:cubicBezTo>
                      <a:pt x="4338" y="8164"/>
                      <a:pt x="4010" y="8582"/>
                      <a:pt x="3643" y="8966"/>
                    </a:cubicBezTo>
                    <a:cubicBezTo>
                      <a:pt x="3508" y="9107"/>
                      <a:pt x="3367" y="9248"/>
                      <a:pt x="3220" y="9378"/>
                    </a:cubicBezTo>
                    <a:cubicBezTo>
                      <a:pt x="3158" y="9434"/>
                      <a:pt x="3096" y="9485"/>
                      <a:pt x="3028" y="9542"/>
                    </a:cubicBezTo>
                    <a:cubicBezTo>
                      <a:pt x="3000" y="9564"/>
                      <a:pt x="2971" y="9587"/>
                      <a:pt x="2943" y="9609"/>
                    </a:cubicBezTo>
                    <a:cubicBezTo>
                      <a:pt x="2904" y="9643"/>
                      <a:pt x="2921" y="9626"/>
                      <a:pt x="2881" y="9660"/>
                    </a:cubicBezTo>
                    <a:cubicBezTo>
                      <a:pt x="2728" y="9773"/>
                      <a:pt x="2576" y="9875"/>
                      <a:pt x="2412" y="9965"/>
                    </a:cubicBezTo>
                    <a:cubicBezTo>
                      <a:pt x="1752" y="10327"/>
                      <a:pt x="1209" y="10886"/>
                      <a:pt x="837" y="11535"/>
                    </a:cubicBezTo>
                    <a:cubicBezTo>
                      <a:pt x="46" y="12896"/>
                      <a:pt x="1" y="14635"/>
                      <a:pt x="701" y="16047"/>
                    </a:cubicBezTo>
                    <a:cubicBezTo>
                      <a:pt x="1322" y="17312"/>
                      <a:pt x="2553" y="18250"/>
                      <a:pt x="3982" y="18340"/>
                    </a:cubicBezTo>
                    <a:cubicBezTo>
                      <a:pt x="4041" y="18343"/>
                      <a:pt x="4100" y="18345"/>
                      <a:pt x="4158" y="18345"/>
                    </a:cubicBezTo>
                    <a:cubicBezTo>
                      <a:pt x="4295" y="18345"/>
                      <a:pt x="4429" y="18337"/>
                      <a:pt x="4564" y="18324"/>
                    </a:cubicBezTo>
                    <a:lnTo>
                      <a:pt x="4564" y="18324"/>
                    </a:lnTo>
                    <a:cubicBezTo>
                      <a:pt x="4584" y="18338"/>
                      <a:pt x="4608" y="18346"/>
                      <a:pt x="4637" y="18346"/>
                    </a:cubicBezTo>
                    <a:lnTo>
                      <a:pt x="13137" y="18346"/>
                    </a:lnTo>
                    <a:cubicBezTo>
                      <a:pt x="13428" y="18346"/>
                      <a:pt x="13723" y="18352"/>
                      <a:pt x="14018" y="18352"/>
                    </a:cubicBezTo>
                    <a:cubicBezTo>
                      <a:pt x="14609" y="18352"/>
                      <a:pt x="15200" y="18327"/>
                      <a:pt x="15768" y="18176"/>
                    </a:cubicBezTo>
                    <a:cubicBezTo>
                      <a:pt x="16717" y="17917"/>
                      <a:pt x="17530" y="17312"/>
                      <a:pt x="17993" y="16437"/>
                    </a:cubicBezTo>
                    <a:cubicBezTo>
                      <a:pt x="18140" y="16160"/>
                      <a:pt x="18247" y="15867"/>
                      <a:pt x="18321" y="15562"/>
                    </a:cubicBezTo>
                    <a:cubicBezTo>
                      <a:pt x="18343" y="15477"/>
                      <a:pt x="18360" y="15392"/>
                      <a:pt x="18372" y="15302"/>
                    </a:cubicBezTo>
                    <a:cubicBezTo>
                      <a:pt x="18383" y="15228"/>
                      <a:pt x="18394" y="15183"/>
                      <a:pt x="18411" y="15132"/>
                    </a:cubicBezTo>
                    <a:cubicBezTo>
                      <a:pt x="18778" y="13867"/>
                      <a:pt x="18259" y="12569"/>
                      <a:pt x="17525" y="11546"/>
                    </a:cubicBezTo>
                    <a:cubicBezTo>
                      <a:pt x="17056" y="10880"/>
                      <a:pt x="16491" y="10287"/>
                      <a:pt x="15864" y="9767"/>
                    </a:cubicBezTo>
                    <a:cubicBezTo>
                      <a:pt x="15604" y="9553"/>
                      <a:pt x="15395" y="9254"/>
                      <a:pt x="15294" y="8932"/>
                    </a:cubicBezTo>
                    <a:cubicBezTo>
                      <a:pt x="15113" y="8378"/>
                      <a:pt x="15232" y="7605"/>
                      <a:pt x="15813" y="7339"/>
                    </a:cubicBezTo>
                    <a:cubicBezTo>
                      <a:pt x="15887" y="7305"/>
                      <a:pt x="15966" y="7283"/>
                      <a:pt x="16045" y="7266"/>
                    </a:cubicBezTo>
                    <a:cubicBezTo>
                      <a:pt x="16062" y="7260"/>
                      <a:pt x="16084" y="7260"/>
                      <a:pt x="16101" y="7254"/>
                    </a:cubicBezTo>
                    <a:cubicBezTo>
                      <a:pt x="16109" y="7253"/>
                      <a:pt x="16112" y="7253"/>
                      <a:pt x="16113" y="7253"/>
                    </a:cubicBezTo>
                    <a:cubicBezTo>
                      <a:pt x="16116" y="7253"/>
                      <a:pt x="16103" y="7256"/>
                      <a:pt x="16107" y="7256"/>
                    </a:cubicBezTo>
                    <a:cubicBezTo>
                      <a:pt x="16108" y="7256"/>
                      <a:pt x="16111" y="7256"/>
                      <a:pt x="16118" y="7254"/>
                    </a:cubicBezTo>
                    <a:cubicBezTo>
                      <a:pt x="16158" y="7249"/>
                      <a:pt x="16192" y="7249"/>
                      <a:pt x="16231" y="7249"/>
                    </a:cubicBezTo>
                    <a:cubicBezTo>
                      <a:pt x="16232" y="7249"/>
                      <a:pt x="16232" y="7249"/>
                      <a:pt x="16233" y="7249"/>
                    </a:cubicBezTo>
                    <a:lnTo>
                      <a:pt x="16233" y="7249"/>
                    </a:lnTo>
                    <a:cubicBezTo>
                      <a:pt x="17514" y="7192"/>
                      <a:pt x="18824" y="6819"/>
                      <a:pt x="19733" y="5859"/>
                    </a:cubicBezTo>
                    <a:cubicBezTo>
                      <a:pt x="20213" y="5357"/>
                      <a:pt x="20580" y="4736"/>
                      <a:pt x="20760" y="4058"/>
                    </a:cubicBezTo>
                    <a:cubicBezTo>
                      <a:pt x="20907" y="3499"/>
                      <a:pt x="20919" y="2917"/>
                      <a:pt x="20828" y="2347"/>
                    </a:cubicBezTo>
                    <a:cubicBezTo>
                      <a:pt x="20767" y="1986"/>
                      <a:pt x="20663" y="1635"/>
                      <a:pt x="20529" y="1298"/>
                    </a:cubicBezTo>
                    <a:lnTo>
                      <a:pt x="20529" y="1298"/>
                    </a:lnTo>
                    <a:cubicBezTo>
                      <a:pt x="21237" y="1835"/>
                      <a:pt x="21783" y="2567"/>
                      <a:pt x="22093" y="3409"/>
                    </a:cubicBezTo>
                    <a:cubicBezTo>
                      <a:pt x="22274" y="3900"/>
                      <a:pt x="22364" y="4431"/>
                      <a:pt x="22364" y="4956"/>
                    </a:cubicBezTo>
                    <a:cubicBezTo>
                      <a:pt x="22364" y="5159"/>
                      <a:pt x="22364" y="5363"/>
                      <a:pt x="22364" y="5560"/>
                    </a:cubicBezTo>
                    <a:lnTo>
                      <a:pt x="22364" y="6260"/>
                    </a:lnTo>
                    <a:cubicBezTo>
                      <a:pt x="22364" y="6342"/>
                      <a:pt x="22445" y="6402"/>
                      <a:pt x="22521" y="6402"/>
                    </a:cubicBezTo>
                    <a:cubicBezTo>
                      <a:pt x="22565" y="6402"/>
                      <a:pt x="22607" y="6382"/>
                      <a:pt x="22630" y="6334"/>
                    </a:cubicBezTo>
                    <a:cubicBezTo>
                      <a:pt x="23031" y="5425"/>
                      <a:pt x="23358" y="4442"/>
                      <a:pt x="23341" y="3442"/>
                    </a:cubicBezTo>
                    <a:cubicBezTo>
                      <a:pt x="23324" y="2782"/>
                      <a:pt x="23144" y="2121"/>
                      <a:pt x="22743" y="1584"/>
                    </a:cubicBezTo>
                    <a:cubicBezTo>
                      <a:pt x="22404" y="1138"/>
                      <a:pt x="21952" y="794"/>
                      <a:pt x="21449" y="545"/>
                    </a:cubicBezTo>
                    <a:cubicBezTo>
                      <a:pt x="21020" y="342"/>
                      <a:pt x="20563" y="195"/>
                      <a:pt x="20094" y="105"/>
                    </a:cubicBezTo>
                    <a:cubicBezTo>
                      <a:pt x="19840" y="54"/>
                      <a:pt x="19563" y="9"/>
                      <a:pt x="19298" y="3"/>
                    </a:cubicBezTo>
                    <a:lnTo>
                      <a:pt x="19275" y="3"/>
                    </a:lnTo>
                    <a:cubicBezTo>
                      <a:pt x="19236" y="1"/>
                      <a:pt x="19196" y="1"/>
                      <a:pt x="19155"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39" name="Google Shape;1139;p40"/>
              <p:cNvSpPr/>
              <p:nvPr/>
            </p:nvSpPr>
            <p:spPr>
              <a:xfrm>
                <a:off x="4769675" y="3210750"/>
                <a:ext cx="8075" cy="10675"/>
              </a:xfrm>
              <a:custGeom>
                <a:avLst/>
                <a:gdLst/>
                <a:ahLst/>
                <a:cxnLst/>
                <a:rect l="l" t="t" r="r" b="b"/>
                <a:pathLst>
                  <a:path w="323" h="427" extrusionOk="0">
                    <a:moveTo>
                      <a:pt x="136" y="1"/>
                    </a:moveTo>
                    <a:cubicBezTo>
                      <a:pt x="126" y="1"/>
                      <a:pt x="117" y="2"/>
                      <a:pt x="108" y="5"/>
                    </a:cubicBezTo>
                    <a:cubicBezTo>
                      <a:pt x="97" y="10"/>
                      <a:pt x="86" y="16"/>
                      <a:pt x="74" y="22"/>
                    </a:cubicBezTo>
                    <a:cubicBezTo>
                      <a:pt x="52" y="33"/>
                      <a:pt x="35" y="50"/>
                      <a:pt x="23" y="73"/>
                    </a:cubicBezTo>
                    <a:lnTo>
                      <a:pt x="6" y="106"/>
                    </a:lnTo>
                    <a:cubicBezTo>
                      <a:pt x="1" y="129"/>
                      <a:pt x="1" y="157"/>
                      <a:pt x="6" y="180"/>
                    </a:cubicBezTo>
                    <a:cubicBezTo>
                      <a:pt x="23" y="231"/>
                      <a:pt x="35" y="276"/>
                      <a:pt x="40" y="321"/>
                    </a:cubicBezTo>
                    <a:cubicBezTo>
                      <a:pt x="46" y="344"/>
                      <a:pt x="57" y="361"/>
                      <a:pt x="69" y="372"/>
                    </a:cubicBezTo>
                    <a:cubicBezTo>
                      <a:pt x="80" y="389"/>
                      <a:pt x="91" y="400"/>
                      <a:pt x="108" y="406"/>
                    </a:cubicBezTo>
                    <a:cubicBezTo>
                      <a:pt x="125" y="417"/>
                      <a:pt x="142" y="423"/>
                      <a:pt x="159" y="423"/>
                    </a:cubicBezTo>
                    <a:cubicBezTo>
                      <a:pt x="170" y="425"/>
                      <a:pt x="180" y="427"/>
                      <a:pt x="189" y="427"/>
                    </a:cubicBezTo>
                    <a:cubicBezTo>
                      <a:pt x="198" y="427"/>
                      <a:pt x="207" y="425"/>
                      <a:pt x="215" y="423"/>
                    </a:cubicBezTo>
                    <a:cubicBezTo>
                      <a:pt x="227" y="417"/>
                      <a:pt x="238" y="411"/>
                      <a:pt x="249" y="406"/>
                    </a:cubicBezTo>
                    <a:cubicBezTo>
                      <a:pt x="272" y="394"/>
                      <a:pt x="289" y="377"/>
                      <a:pt x="300" y="355"/>
                    </a:cubicBezTo>
                    <a:lnTo>
                      <a:pt x="317" y="321"/>
                    </a:lnTo>
                    <a:cubicBezTo>
                      <a:pt x="323" y="298"/>
                      <a:pt x="323" y="276"/>
                      <a:pt x="317" y="248"/>
                    </a:cubicBezTo>
                    <a:cubicBezTo>
                      <a:pt x="306" y="202"/>
                      <a:pt x="294" y="152"/>
                      <a:pt x="283" y="106"/>
                    </a:cubicBezTo>
                    <a:cubicBezTo>
                      <a:pt x="278" y="89"/>
                      <a:pt x="266" y="73"/>
                      <a:pt x="255" y="56"/>
                    </a:cubicBezTo>
                    <a:cubicBezTo>
                      <a:pt x="244" y="44"/>
                      <a:pt x="232" y="33"/>
                      <a:pt x="215" y="22"/>
                    </a:cubicBezTo>
                    <a:cubicBezTo>
                      <a:pt x="198" y="10"/>
                      <a:pt x="182" y="5"/>
                      <a:pt x="165" y="5"/>
                    </a:cubicBezTo>
                    <a:cubicBezTo>
                      <a:pt x="156" y="2"/>
                      <a:pt x="146" y="1"/>
                      <a:pt x="136"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0" name="Google Shape;1140;p40"/>
              <p:cNvSpPr/>
              <p:nvPr/>
            </p:nvSpPr>
            <p:spPr>
              <a:xfrm>
                <a:off x="4772800" y="3228450"/>
                <a:ext cx="7500" cy="9950"/>
              </a:xfrm>
              <a:custGeom>
                <a:avLst/>
                <a:gdLst/>
                <a:ahLst/>
                <a:cxnLst/>
                <a:rect l="l" t="t" r="r" b="b"/>
                <a:pathLst>
                  <a:path w="300" h="398" extrusionOk="0">
                    <a:moveTo>
                      <a:pt x="158" y="0"/>
                    </a:moveTo>
                    <a:cubicBezTo>
                      <a:pt x="153" y="0"/>
                      <a:pt x="147" y="1"/>
                      <a:pt x="141" y="3"/>
                    </a:cubicBezTo>
                    <a:lnTo>
                      <a:pt x="107" y="3"/>
                    </a:lnTo>
                    <a:cubicBezTo>
                      <a:pt x="85" y="14"/>
                      <a:pt x="62" y="25"/>
                      <a:pt x="45" y="42"/>
                    </a:cubicBezTo>
                    <a:cubicBezTo>
                      <a:pt x="34" y="53"/>
                      <a:pt x="28" y="59"/>
                      <a:pt x="23" y="70"/>
                    </a:cubicBezTo>
                    <a:cubicBezTo>
                      <a:pt x="11" y="93"/>
                      <a:pt x="0" y="116"/>
                      <a:pt x="0" y="144"/>
                    </a:cubicBezTo>
                    <a:cubicBezTo>
                      <a:pt x="6" y="178"/>
                      <a:pt x="11" y="217"/>
                      <a:pt x="17" y="257"/>
                    </a:cubicBezTo>
                    <a:cubicBezTo>
                      <a:pt x="11" y="274"/>
                      <a:pt x="17" y="296"/>
                      <a:pt x="28" y="313"/>
                    </a:cubicBezTo>
                    <a:cubicBezTo>
                      <a:pt x="34" y="330"/>
                      <a:pt x="40" y="342"/>
                      <a:pt x="57" y="358"/>
                    </a:cubicBezTo>
                    <a:cubicBezTo>
                      <a:pt x="68" y="370"/>
                      <a:pt x="85" y="381"/>
                      <a:pt x="102" y="387"/>
                    </a:cubicBezTo>
                    <a:cubicBezTo>
                      <a:pt x="119" y="392"/>
                      <a:pt x="136" y="398"/>
                      <a:pt x="158" y="398"/>
                    </a:cubicBezTo>
                    <a:lnTo>
                      <a:pt x="192" y="392"/>
                    </a:lnTo>
                    <a:cubicBezTo>
                      <a:pt x="215" y="387"/>
                      <a:pt x="237" y="375"/>
                      <a:pt x="254" y="358"/>
                    </a:cubicBezTo>
                    <a:cubicBezTo>
                      <a:pt x="266" y="347"/>
                      <a:pt x="271" y="336"/>
                      <a:pt x="277" y="330"/>
                    </a:cubicBezTo>
                    <a:cubicBezTo>
                      <a:pt x="288" y="308"/>
                      <a:pt x="299" y="285"/>
                      <a:pt x="299" y="257"/>
                    </a:cubicBezTo>
                    <a:cubicBezTo>
                      <a:pt x="294" y="217"/>
                      <a:pt x="288" y="178"/>
                      <a:pt x="282" y="144"/>
                    </a:cubicBezTo>
                    <a:cubicBezTo>
                      <a:pt x="288" y="121"/>
                      <a:pt x="282" y="104"/>
                      <a:pt x="271" y="87"/>
                    </a:cubicBezTo>
                    <a:cubicBezTo>
                      <a:pt x="266" y="70"/>
                      <a:pt x="260" y="53"/>
                      <a:pt x="243" y="42"/>
                    </a:cubicBezTo>
                    <a:cubicBezTo>
                      <a:pt x="232" y="25"/>
                      <a:pt x="215" y="20"/>
                      <a:pt x="198" y="14"/>
                    </a:cubicBezTo>
                    <a:cubicBezTo>
                      <a:pt x="185" y="6"/>
                      <a:pt x="173" y="0"/>
                      <a:pt x="158"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1" name="Google Shape;1141;p40"/>
              <p:cNvSpPr/>
              <p:nvPr/>
            </p:nvSpPr>
            <p:spPr>
              <a:xfrm>
                <a:off x="4771525" y="3219375"/>
                <a:ext cx="7775" cy="10425"/>
              </a:xfrm>
              <a:custGeom>
                <a:avLst/>
                <a:gdLst/>
                <a:ahLst/>
                <a:cxnLst/>
                <a:rect l="l" t="t" r="r" b="b"/>
                <a:pathLst>
                  <a:path w="311" h="417" extrusionOk="0">
                    <a:moveTo>
                      <a:pt x="136" y="0"/>
                    </a:moveTo>
                    <a:cubicBezTo>
                      <a:pt x="126" y="0"/>
                      <a:pt x="116" y="1"/>
                      <a:pt x="108" y="4"/>
                    </a:cubicBezTo>
                    <a:cubicBezTo>
                      <a:pt x="96" y="10"/>
                      <a:pt x="85" y="16"/>
                      <a:pt x="74" y="21"/>
                    </a:cubicBezTo>
                    <a:cubicBezTo>
                      <a:pt x="51" y="32"/>
                      <a:pt x="34" y="49"/>
                      <a:pt x="23" y="72"/>
                    </a:cubicBezTo>
                    <a:lnTo>
                      <a:pt x="12" y="106"/>
                    </a:lnTo>
                    <a:cubicBezTo>
                      <a:pt x="0" y="128"/>
                      <a:pt x="0" y="151"/>
                      <a:pt x="12" y="179"/>
                    </a:cubicBezTo>
                    <a:cubicBezTo>
                      <a:pt x="17" y="224"/>
                      <a:pt x="23" y="270"/>
                      <a:pt x="34" y="315"/>
                    </a:cubicBezTo>
                    <a:cubicBezTo>
                      <a:pt x="34" y="332"/>
                      <a:pt x="45" y="349"/>
                      <a:pt x="57" y="360"/>
                    </a:cubicBezTo>
                    <a:cubicBezTo>
                      <a:pt x="68" y="377"/>
                      <a:pt x="79" y="388"/>
                      <a:pt x="96" y="400"/>
                    </a:cubicBezTo>
                    <a:cubicBezTo>
                      <a:pt x="113" y="411"/>
                      <a:pt x="130" y="416"/>
                      <a:pt x="147" y="416"/>
                    </a:cubicBezTo>
                    <a:cubicBezTo>
                      <a:pt x="170" y="416"/>
                      <a:pt x="187" y="416"/>
                      <a:pt x="204" y="411"/>
                    </a:cubicBezTo>
                    <a:cubicBezTo>
                      <a:pt x="215" y="405"/>
                      <a:pt x="226" y="405"/>
                      <a:pt x="237" y="400"/>
                    </a:cubicBezTo>
                    <a:cubicBezTo>
                      <a:pt x="260" y="388"/>
                      <a:pt x="277" y="371"/>
                      <a:pt x="288" y="349"/>
                    </a:cubicBezTo>
                    <a:lnTo>
                      <a:pt x="305" y="315"/>
                    </a:lnTo>
                    <a:cubicBezTo>
                      <a:pt x="311" y="287"/>
                      <a:pt x="311" y="264"/>
                      <a:pt x="305" y="236"/>
                    </a:cubicBezTo>
                    <a:cubicBezTo>
                      <a:pt x="300" y="191"/>
                      <a:pt x="288" y="145"/>
                      <a:pt x="283" y="106"/>
                    </a:cubicBezTo>
                    <a:cubicBezTo>
                      <a:pt x="277" y="83"/>
                      <a:pt x="266" y="66"/>
                      <a:pt x="254" y="55"/>
                    </a:cubicBezTo>
                    <a:cubicBezTo>
                      <a:pt x="243" y="38"/>
                      <a:pt x="232" y="27"/>
                      <a:pt x="215" y="21"/>
                    </a:cubicBezTo>
                    <a:cubicBezTo>
                      <a:pt x="198" y="10"/>
                      <a:pt x="181" y="4"/>
                      <a:pt x="164" y="4"/>
                    </a:cubicBezTo>
                    <a:cubicBezTo>
                      <a:pt x="156" y="1"/>
                      <a:pt x="146" y="0"/>
                      <a:pt x="136"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2" name="Google Shape;1142;p40"/>
              <p:cNvSpPr/>
              <p:nvPr/>
            </p:nvSpPr>
            <p:spPr>
              <a:xfrm>
                <a:off x="4754425" y="3175975"/>
                <a:ext cx="10200" cy="11850"/>
              </a:xfrm>
              <a:custGeom>
                <a:avLst/>
                <a:gdLst/>
                <a:ahLst/>
                <a:cxnLst/>
                <a:rect l="l" t="t" r="r" b="b"/>
                <a:pathLst>
                  <a:path w="408" h="474" extrusionOk="0">
                    <a:moveTo>
                      <a:pt x="125" y="1"/>
                    </a:moveTo>
                    <a:cubicBezTo>
                      <a:pt x="108" y="7"/>
                      <a:pt x="86" y="12"/>
                      <a:pt x="74" y="18"/>
                    </a:cubicBezTo>
                    <a:cubicBezTo>
                      <a:pt x="40" y="40"/>
                      <a:pt x="18" y="69"/>
                      <a:pt x="7" y="103"/>
                    </a:cubicBezTo>
                    <a:cubicBezTo>
                      <a:pt x="1" y="142"/>
                      <a:pt x="1" y="182"/>
                      <a:pt x="24" y="215"/>
                    </a:cubicBezTo>
                    <a:cubicBezTo>
                      <a:pt x="63" y="278"/>
                      <a:pt x="103" y="340"/>
                      <a:pt x="142" y="402"/>
                    </a:cubicBezTo>
                    <a:cubicBezTo>
                      <a:pt x="159" y="436"/>
                      <a:pt x="187" y="458"/>
                      <a:pt x="227" y="470"/>
                    </a:cubicBezTo>
                    <a:cubicBezTo>
                      <a:pt x="235" y="472"/>
                      <a:pt x="244" y="474"/>
                      <a:pt x="252" y="474"/>
                    </a:cubicBezTo>
                    <a:cubicBezTo>
                      <a:pt x="261" y="474"/>
                      <a:pt x="269" y="472"/>
                      <a:pt x="278" y="470"/>
                    </a:cubicBezTo>
                    <a:cubicBezTo>
                      <a:pt x="300" y="470"/>
                      <a:pt x="317" y="464"/>
                      <a:pt x="334" y="453"/>
                    </a:cubicBezTo>
                    <a:cubicBezTo>
                      <a:pt x="362" y="436"/>
                      <a:pt x="391" y="407"/>
                      <a:pt x="396" y="368"/>
                    </a:cubicBezTo>
                    <a:cubicBezTo>
                      <a:pt x="408" y="334"/>
                      <a:pt x="402" y="295"/>
                      <a:pt x="385" y="261"/>
                    </a:cubicBezTo>
                    <a:cubicBezTo>
                      <a:pt x="345" y="199"/>
                      <a:pt x="306" y="131"/>
                      <a:pt x="266" y="69"/>
                    </a:cubicBezTo>
                    <a:cubicBezTo>
                      <a:pt x="244" y="40"/>
                      <a:pt x="216" y="18"/>
                      <a:pt x="182" y="7"/>
                    </a:cubicBezTo>
                    <a:cubicBezTo>
                      <a:pt x="159" y="1"/>
                      <a:pt x="142" y="1"/>
                      <a:pt x="125"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3" name="Google Shape;1143;p40"/>
              <p:cNvSpPr/>
              <p:nvPr/>
            </p:nvSpPr>
            <p:spPr>
              <a:xfrm>
                <a:off x="4758100" y="3182850"/>
                <a:ext cx="11900" cy="15625"/>
              </a:xfrm>
              <a:custGeom>
                <a:avLst/>
                <a:gdLst/>
                <a:ahLst/>
                <a:cxnLst/>
                <a:rect l="l" t="t" r="r" b="b"/>
                <a:pathLst>
                  <a:path w="476" h="625" extrusionOk="0">
                    <a:moveTo>
                      <a:pt x="161" y="0"/>
                    </a:moveTo>
                    <a:cubicBezTo>
                      <a:pt x="136" y="0"/>
                      <a:pt x="112" y="6"/>
                      <a:pt x="91" y="20"/>
                    </a:cubicBezTo>
                    <a:cubicBezTo>
                      <a:pt x="23" y="59"/>
                      <a:pt x="1" y="144"/>
                      <a:pt x="40" y="212"/>
                    </a:cubicBezTo>
                    <a:cubicBezTo>
                      <a:pt x="102" y="324"/>
                      <a:pt x="159" y="437"/>
                      <a:pt x="210" y="556"/>
                    </a:cubicBezTo>
                    <a:cubicBezTo>
                      <a:pt x="227" y="584"/>
                      <a:pt x="266" y="612"/>
                      <a:pt x="294" y="618"/>
                    </a:cubicBezTo>
                    <a:cubicBezTo>
                      <a:pt x="306" y="622"/>
                      <a:pt x="320" y="624"/>
                      <a:pt x="334" y="624"/>
                    </a:cubicBezTo>
                    <a:cubicBezTo>
                      <a:pt x="359" y="624"/>
                      <a:pt x="385" y="618"/>
                      <a:pt x="407" y="607"/>
                    </a:cubicBezTo>
                    <a:cubicBezTo>
                      <a:pt x="436" y="584"/>
                      <a:pt x="464" y="556"/>
                      <a:pt x="469" y="522"/>
                    </a:cubicBezTo>
                    <a:lnTo>
                      <a:pt x="475" y="483"/>
                    </a:lnTo>
                    <a:cubicBezTo>
                      <a:pt x="475" y="460"/>
                      <a:pt x="469" y="437"/>
                      <a:pt x="458" y="415"/>
                    </a:cubicBezTo>
                    <a:cubicBezTo>
                      <a:pt x="402" y="296"/>
                      <a:pt x="345" y="183"/>
                      <a:pt x="283" y="70"/>
                    </a:cubicBezTo>
                    <a:cubicBezTo>
                      <a:pt x="261" y="25"/>
                      <a:pt x="210" y="0"/>
                      <a:pt x="161"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4" name="Google Shape;1144;p40"/>
              <p:cNvSpPr/>
              <p:nvPr/>
            </p:nvSpPr>
            <p:spPr>
              <a:xfrm>
                <a:off x="4749775" y="3169350"/>
                <a:ext cx="10625" cy="11750"/>
              </a:xfrm>
              <a:custGeom>
                <a:avLst/>
                <a:gdLst/>
                <a:ahLst/>
                <a:cxnLst/>
                <a:rect l="l" t="t" r="r" b="b"/>
                <a:pathLst>
                  <a:path w="425" h="470" extrusionOk="0">
                    <a:moveTo>
                      <a:pt x="125" y="0"/>
                    </a:moveTo>
                    <a:cubicBezTo>
                      <a:pt x="108" y="0"/>
                      <a:pt x="91" y="6"/>
                      <a:pt x="74" y="17"/>
                    </a:cubicBezTo>
                    <a:cubicBezTo>
                      <a:pt x="40" y="40"/>
                      <a:pt x="18" y="68"/>
                      <a:pt x="6" y="102"/>
                    </a:cubicBezTo>
                    <a:cubicBezTo>
                      <a:pt x="6" y="113"/>
                      <a:pt x="6" y="130"/>
                      <a:pt x="1" y="142"/>
                    </a:cubicBezTo>
                    <a:cubicBezTo>
                      <a:pt x="1" y="164"/>
                      <a:pt x="6" y="192"/>
                      <a:pt x="23" y="209"/>
                    </a:cubicBezTo>
                    <a:cubicBezTo>
                      <a:pt x="68" y="272"/>
                      <a:pt x="114" y="334"/>
                      <a:pt x="159" y="401"/>
                    </a:cubicBezTo>
                    <a:cubicBezTo>
                      <a:pt x="164" y="418"/>
                      <a:pt x="176" y="430"/>
                      <a:pt x="193" y="441"/>
                    </a:cubicBezTo>
                    <a:cubicBezTo>
                      <a:pt x="204" y="452"/>
                      <a:pt x="221" y="458"/>
                      <a:pt x="238" y="464"/>
                    </a:cubicBezTo>
                    <a:cubicBezTo>
                      <a:pt x="260" y="469"/>
                      <a:pt x="277" y="469"/>
                      <a:pt x="294" y="469"/>
                    </a:cubicBezTo>
                    <a:cubicBezTo>
                      <a:pt x="317" y="464"/>
                      <a:pt x="334" y="464"/>
                      <a:pt x="351" y="452"/>
                    </a:cubicBezTo>
                    <a:cubicBezTo>
                      <a:pt x="379" y="430"/>
                      <a:pt x="407" y="401"/>
                      <a:pt x="413" y="368"/>
                    </a:cubicBezTo>
                    <a:cubicBezTo>
                      <a:pt x="424" y="328"/>
                      <a:pt x="418" y="288"/>
                      <a:pt x="402" y="255"/>
                    </a:cubicBezTo>
                    <a:cubicBezTo>
                      <a:pt x="356" y="192"/>
                      <a:pt x="311" y="130"/>
                      <a:pt x="266" y="68"/>
                    </a:cubicBezTo>
                    <a:cubicBezTo>
                      <a:pt x="255" y="51"/>
                      <a:pt x="243" y="40"/>
                      <a:pt x="226" y="29"/>
                    </a:cubicBezTo>
                    <a:cubicBezTo>
                      <a:pt x="215" y="17"/>
                      <a:pt x="198" y="12"/>
                      <a:pt x="181" y="6"/>
                    </a:cubicBezTo>
                    <a:cubicBezTo>
                      <a:pt x="164" y="0"/>
                      <a:pt x="142" y="0"/>
                      <a:pt x="125"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5" name="Google Shape;1145;p40"/>
              <p:cNvSpPr/>
              <p:nvPr/>
            </p:nvSpPr>
            <p:spPr>
              <a:xfrm>
                <a:off x="4744700" y="3163000"/>
                <a:ext cx="11025" cy="11875"/>
              </a:xfrm>
              <a:custGeom>
                <a:avLst/>
                <a:gdLst/>
                <a:ahLst/>
                <a:cxnLst/>
                <a:rect l="l" t="t" r="r" b="b"/>
                <a:pathLst>
                  <a:path w="441" h="475" extrusionOk="0">
                    <a:moveTo>
                      <a:pt x="141" y="0"/>
                    </a:moveTo>
                    <a:cubicBezTo>
                      <a:pt x="124" y="0"/>
                      <a:pt x="108" y="6"/>
                      <a:pt x="91" y="12"/>
                    </a:cubicBezTo>
                    <a:cubicBezTo>
                      <a:pt x="68" y="17"/>
                      <a:pt x="57" y="29"/>
                      <a:pt x="45" y="40"/>
                    </a:cubicBezTo>
                    <a:cubicBezTo>
                      <a:pt x="17" y="68"/>
                      <a:pt x="0" y="102"/>
                      <a:pt x="0" y="141"/>
                    </a:cubicBezTo>
                    <a:cubicBezTo>
                      <a:pt x="0" y="153"/>
                      <a:pt x="6" y="164"/>
                      <a:pt x="6" y="181"/>
                    </a:cubicBezTo>
                    <a:cubicBezTo>
                      <a:pt x="12" y="204"/>
                      <a:pt x="23" y="226"/>
                      <a:pt x="45" y="243"/>
                    </a:cubicBezTo>
                    <a:cubicBezTo>
                      <a:pt x="96" y="305"/>
                      <a:pt x="147" y="367"/>
                      <a:pt x="198" y="430"/>
                    </a:cubicBezTo>
                    <a:cubicBezTo>
                      <a:pt x="209" y="446"/>
                      <a:pt x="226" y="458"/>
                      <a:pt x="243" y="463"/>
                    </a:cubicBezTo>
                    <a:cubicBezTo>
                      <a:pt x="260" y="469"/>
                      <a:pt x="277" y="475"/>
                      <a:pt x="300" y="475"/>
                    </a:cubicBezTo>
                    <a:cubicBezTo>
                      <a:pt x="317" y="475"/>
                      <a:pt x="333" y="469"/>
                      <a:pt x="350" y="463"/>
                    </a:cubicBezTo>
                    <a:cubicBezTo>
                      <a:pt x="373" y="458"/>
                      <a:pt x="384" y="446"/>
                      <a:pt x="401" y="430"/>
                    </a:cubicBezTo>
                    <a:cubicBezTo>
                      <a:pt x="424" y="407"/>
                      <a:pt x="441" y="367"/>
                      <a:pt x="441" y="333"/>
                    </a:cubicBezTo>
                    <a:cubicBezTo>
                      <a:pt x="441" y="322"/>
                      <a:pt x="435" y="305"/>
                      <a:pt x="435" y="294"/>
                    </a:cubicBezTo>
                    <a:cubicBezTo>
                      <a:pt x="429" y="271"/>
                      <a:pt x="418" y="249"/>
                      <a:pt x="401" y="232"/>
                    </a:cubicBezTo>
                    <a:cubicBezTo>
                      <a:pt x="350" y="170"/>
                      <a:pt x="294" y="102"/>
                      <a:pt x="243" y="40"/>
                    </a:cubicBezTo>
                    <a:cubicBezTo>
                      <a:pt x="232" y="29"/>
                      <a:pt x="215" y="17"/>
                      <a:pt x="198" y="12"/>
                    </a:cubicBezTo>
                    <a:cubicBezTo>
                      <a:pt x="181" y="6"/>
                      <a:pt x="164" y="0"/>
                      <a:pt x="141"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6" name="Google Shape;1146;p40"/>
              <p:cNvSpPr/>
              <p:nvPr/>
            </p:nvSpPr>
            <p:spPr>
              <a:xfrm>
                <a:off x="4767150" y="3202550"/>
                <a:ext cx="8625" cy="10725"/>
              </a:xfrm>
              <a:custGeom>
                <a:avLst/>
                <a:gdLst/>
                <a:ahLst/>
                <a:cxnLst/>
                <a:rect l="l" t="t" r="r" b="b"/>
                <a:pathLst>
                  <a:path w="345" h="429" extrusionOk="0">
                    <a:moveTo>
                      <a:pt x="139" y="1"/>
                    </a:moveTo>
                    <a:cubicBezTo>
                      <a:pt x="130" y="1"/>
                      <a:pt x="122" y="2"/>
                      <a:pt x="113" y="5"/>
                    </a:cubicBezTo>
                    <a:cubicBezTo>
                      <a:pt x="102" y="11"/>
                      <a:pt x="91" y="16"/>
                      <a:pt x="79" y="22"/>
                    </a:cubicBezTo>
                    <a:cubicBezTo>
                      <a:pt x="57" y="33"/>
                      <a:pt x="40" y="50"/>
                      <a:pt x="28" y="73"/>
                    </a:cubicBezTo>
                    <a:cubicBezTo>
                      <a:pt x="11" y="107"/>
                      <a:pt x="0" y="146"/>
                      <a:pt x="11" y="180"/>
                    </a:cubicBezTo>
                    <a:cubicBezTo>
                      <a:pt x="28" y="231"/>
                      <a:pt x="45" y="276"/>
                      <a:pt x="57" y="327"/>
                    </a:cubicBezTo>
                    <a:cubicBezTo>
                      <a:pt x="62" y="344"/>
                      <a:pt x="74" y="361"/>
                      <a:pt x="85" y="372"/>
                    </a:cubicBezTo>
                    <a:cubicBezTo>
                      <a:pt x="96" y="389"/>
                      <a:pt x="107" y="401"/>
                      <a:pt x="124" y="412"/>
                    </a:cubicBezTo>
                    <a:cubicBezTo>
                      <a:pt x="141" y="423"/>
                      <a:pt x="158" y="429"/>
                      <a:pt x="175" y="429"/>
                    </a:cubicBezTo>
                    <a:cubicBezTo>
                      <a:pt x="192" y="429"/>
                      <a:pt x="215" y="429"/>
                      <a:pt x="232" y="423"/>
                    </a:cubicBezTo>
                    <a:cubicBezTo>
                      <a:pt x="243" y="417"/>
                      <a:pt x="254" y="417"/>
                      <a:pt x="266" y="412"/>
                    </a:cubicBezTo>
                    <a:cubicBezTo>
                      <a:pt x="288" y="401"/>
                      <a:pt x="305" y="384"/>
                      <a:pt x="316" y="361"/>
                    </a:cubicBezTo>
                    <a:cubicBezTo>
                      <a:pt x="333" y="327"/>
                      <a:pt x="345" y="288"/>
                      <a:pt x="333" y="248"/>
                    </a:cubicBezTo>
                    <a:cubicBezTo>
                      <a:pt x="316" y="203"/>
                      <a:pt x="299" y="152"/>
                      <a:pt x="288" y="107"/>
                    </a:cubicBezTo>
                    <a:cubicBezTo>
                      <a:pt x="283" y="84"/>
                      <a:pt x="271" y="73"/>
                      <a:pt x="260" y="56"/>
                    </a:cubicBezTo>
                    <a:cubicBezTo>
                      <a:pt x="249" y="39"/>
                      <a:pt x="237" y="28"/>
                      <a:pt x="220" y="22"/>
                    </a:cubicBezTo>
                    <a:cubicBezTo>
                      <a:pt x="203" y="11"/>
                      <a:pt x="187" y="5"/>
                      <a:pt x="170" y="5"/>
                    </a:cubicBezTo>
                    <a:cubicBezTo>
                      <a:pt x="158" y="2"/>
                      <a:pt x="148" y="1"/>
                      <a:pt x="139"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7" name="Google Shape;1147;p40"/>
              <p:cNvSpPr/>
              <p:nvPr/>
            </p:nvSpPr>
            <p:spPr>
              <a:xfrm>
                <a:off x="4764325" y="3194650"/>
                <a:ext cx="8625" cy="10825"/>
              </a:xfrm>
              <a:custGeom>
                <a:avLst/>
                <a:gdLst/>
                <a:ahLst/>
                <a:cxnLst/>
                <a:rect l="l" t="t" r="r" b="b"/>
                <a:pathLst>
                  <a:path w="345" h="433" extrusionOk="0">
                    <a:moveTo>
                      <a:pt x="136" y="1"/>
                    </a:moveTo>
                    <a:cubicBezTo>
                      <a:pt x="126" y="1"/>
                      <a:pt x="116" y="2"/>
                      <a:pt x="108" y="5"/>
                    </a:cubicBezTo>
                    <a:cubicBezTo>
                      <a:pt x="96" y="11"/>
                      <a:pt x="85" y="16"/>
                      <a:pt x="74" y="22"/>
                    </a:cubicBezTo>
                    <a:cubicBezTo>
                      <a:pt x="51" y="33"/>
                      <a:pt x="34" y="50"/>
                      <a:pt x="23" y="73"/>
                    </a:cubicBezTo>
                    <a:lnTo>
                      <a:pt x="6" y="107"/>
                    </a:lnTo>
                    <a:cubicBezTo>
                      <a:pt x="0" y="129"/>
                      <a:pt x="0" y="157"/>
                      <a:pt x="6" y="180"/>
                    </a:cubicBezTo>
                    <a:cubicBezTo>
                      <a:pt x="28" y="231"/>
                      <a:pt x="45" y="276"/>
                      <a:pt x="62" y="327"/>
                    </a:cubicBezTo>
                    <a:cubicBezTo>
                      <a:pt x="68" y="344"/>
                      <a:pt x="79" y="361"/>
                      <a:pt x="91" y="378"/>
                    </a:cubicBezTo>
                    <a:cubicBezTo>
                      <a:pt x="102" y="389"/>
                      <a:pt x="113" y="406"/>
                      <a:pt x="130" y="412"/>
                    </a:cubicBezTo>
                    <a:cubicBezTo>
                      <a:pt x="147" y="423"/>
                      <a:pt x="164" y="429"/>
                      <a:pt x="181" y="429"/>
                    </a:cubicBezTo>
                    <a:cubicBezTo>
                      <a:pt x="192" y="431"/>
                      <a:pt x="202" y="433"/>
                      <a:pt x="211" y="433"/>
                    </a:cubicBezTo>
                    <a:cubicBezTo>
                      <a:pt x="220" y="433"/>
                      <a:pt x="229" y="431"/>
                      <a:pt x="237" y="429"/>
                    </a:cubicBezTo>
                    <a:cubicBezTo>
                      <a:pt x="249" y="423"/>
                      <a:pt x="260" y="417"/>
                      <a:pt x="271" y="412"/>
                    </a:cubicBezTo>
                    <a:cubicBezTo>
                      <a:pt x="294" y="400"/>
                      <a:pt x="311" y="383"/>
                      <a:pt x="322" y="361"/>
                    </a:cubicBezTo>
                    <a:lnTo>
                      <a:pt x="339" y="327"/>
                    </a:lnTo>
                    <a:cubicBezTo>
                      <a:pt x="345" y="304"/>
                      <a:pt x="345" y="276"/>
                      <a:pt x="339" y="253"/>
                    </a:cubicBezTo>
                    <a:cubicBezTo>
                      <a:pt x="316" y="203"/>
                      <a:pt x="300" y="152"/>
                      <a:pt x="283" y="107"/>
                    </a:cubicBezTo>
                    <a:cubicBezTo>
                      <a:pt x="277" y="84"/>
                      <a:pt x="266" y="73"/>
                      <a:pt x="254" y="56"/>
                    </a:cubicBezTo>
                    <a:cubicBezTo>
                      <a:pt x="243" y="44"/>
                      <a:pt x="232" y="28"/>
                      <a:pt x="215" y="22"/>
                    </a:cubicBezTo>
                    <a:cubicBezTo>
                      <a:pt x="198" y="11"/>
                      <a:pt x="181" y="5"/>
                      <a:pt x="164" y="5"/>
                    </a:cubicBezTo>
                    <a:cubicBezTo>
                      <a:pt x="156" y="2"/>
                      <a:pt x="146" y="1"/>
                      <a:pt x="136"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8" name="Google Shape;1148;p40"/>
              <p:cNvSpPr/>
              <p:nvPr/>
            </p:nvSpPr>
            <p:spPr>
              <a:xfrm>
                <a:off x="4081975" y="3608550"/>
                <a:ext cx="999750" cy="705950"/>
              </a:xfrm>
              <a:custGeom>
                <a:avLst/>
                <a:gdLst/>
                <a:ahLst/>
                <a:cxnLst/>
                <a:rect l="l" t="t" r="r" b="b"/>
                <a:pathLst>
                  <a:path w="39990" h="28238" extrusionOk="0">
                    <a:moveTo>
                      <a:pt x="23780" y="300"/>
                    </a:moveTo>
                    <a:cubicBezTo>
                      <a:pt x="24485" y="893"/>
                      <a:pt x="25251" y="1417"/>
                      <a:pt x="26018" y="1910"/>
                    </a:cubicBezTo>
                    <a:cubicBezTo>
                      <a:pt x="26831" y="2430"/>
                      <a:pt x="27667" y="2915"/>
                      <a:pt x="28531" y="3344"/>
                    </a:cubicBezTo>
                    <a:cubicBezTo>
                      <a:pt x="29418" y="3785"/>
                      <a:pt x="30316" y="4186"/>
                      <a:pt x="31168" y="4694"/>
                    </a:cubicBezTo>
                    <a:cubicBezTo>
                      <a:pt x="33393" y="6021"/>
                      <a:pt x="35426" y="7840"/>
                      <a:pt x="36669" y="10138"/>
                    </a:cubicBezTo>
                    <a:cubicBezTo>
                      <a:pt x="36883" y="10527"/>
                      <a:pt x="37080" y="10916"/>
                      <a:pt x="37199" y="11338"/>
                    </a:cubicBezTo>
                    <a:lnTo>
                      <a:pt x="37199" y="11338"/>
                    </a:lnTo>
                    <a:cubicBezTo>
                      <a:pt x="37199" y="11339"/>
                      <a:pt x="37199" y="11340"/>
                      <a:pt x="37200" y="11341"/>
                    </a:cubicBezTo>
                    <a:cubicBezTo>
                      <a:pt x="37482" y="12290"/>
                      <a:pt x="37697" y="13261"/>
                      <a:pt x="37911" y="14227"/>
                    </a:cubicBezTo>
                    <a:cubicBezTo>
                      <a:pt x="38470" y="16813"/>
                      <a:pt x="38894" y="19434"/>
                      <a:pt x="39199" y="22060"/>
                    </a:cubicBezTo>
                    <a:cubicBezTo>
                      <a:pt x="39430" y="24018"/>
                      <a:pt x="39598" y="25986"/>
                      <a:pt x="39700" y="27955"/>
                    </a:cubicBezTo>
                    <a:lnTo>
                      <a:pt x="296" y="27955"/>
                    </a:lnTo>
                    <a:cubicBezTo>
                      <a:pt x="480" y="24417"/>
                      <a:pt x="867" y="20884"/>
                      <a:pt x="1469" y="17389"/>
                    </a:cubicBezTo>
                    <a:cubicBezTo>
                      <a:pt x="1796" y="15514"/>
                      <a:pt x="2175" y="13645"/>
                      <a:pt x="2661" y="11804"/>
                    </a:cubicBezTo>
                    <a:cubicBezTo>
                      <a:pt x="2836" y="11166"/>
                      <a:pt x="3067" y="10596"/>
                      <a:pt x="3395" y="10008"/>
                    </a:cubicBezTo>
                    <a:cubicBezTo>
                      <a:pt x="4569" y="7908"/>
                      <a:pt x="6399" y="6213"/>
                      <a:pt x="8421" y="4943"/>
                    </a:cubicBezTo>
                    <a:cubicBezTo>
                      <a:pt x="9189" y="4463"/>
                      <a:pt x="9985" y="4039"/>
                      <a:pt x="10804" y="3661"/>
                    </a:cubicBezTo>
                    <a:cubicBezTo>
                      <a:pt x="11662" y="3260"/>
                      <a:pt x="12498" y="2814"/>
                      <a:pt x="13306" y="2328"/>
                    </a:cubicBezTo>
                    <a:cubicBezTo>
                      <a:pt x="14294" y="1729"/>
                      <a:pt x="15248" y="1080"/>
                      <a:pt x="16146" y="357"/>
                    </a:cubicBezTo>
                    <a:cubicBezTo>
                      <a:pt x="16164" y="341"/>
                      <a:pt x="16182" y="327"/>
                      <a:pt x="16199" y="312"/>
                    </a:cubicBezTo>
                    <a:lnTo>
                      <a:pt x="16199" y="312"/>
                    </a:lnTo>
                    <a:cubicBezTo>
                      <a:pt x="16766" y="1161"/>
                      <a:pt x="17337" y="2004"/>
                      <a:pt x="17903" y="2853"/>
                    </a:cubicBezTo>
                    <a:cubicBezTo>
                      <a:pt x="17933" y="2900"/>
                      <a:pt x="17975" y="2921"/>
                      <a:pt x="18018" y="2921"/>
                    </a:cubicBezTo>
                    <a:cubicBezTo>
                      <a:pt x="18064" y="2921"/>
                      <a:pt x="18111" y="2897"/>
                      <a:pt x="18146" y="2853"/>
                    </a:cubicBezTo>
                    <a:lnTo>
                      <a:pt x="19981" y="437"/>
                    </a:lnTo>
                    <a:lnTo>
                      <a:pt x="19981" y="437"/>
                    </a:lnTo>
                    <a:cubicBezTo>
                      <a:pt x="20520" y="1244"/>
                      <a:pt x="21058" y="2046"/>
                      <a:pt x="21596" y="2853"/>
                    </a:cubicBezTo>
                    <a:cubicBezTo>
                      <a:pt x="21626" y="2900"/>
                      <a:pt x="21670" y="2921"/>
                      <a:pt x="21713" y="2921"/>
                    </a:cubicBezTo>
                    <a:cubicBezTo>
                      <a:pt x="21760" y="2921"/>
                      <a:pt x="21807" y="2897"/>
                      <a:pt x="21839" y="2853"/>
                    </a:cubicBezTo>
                    <a:cubicBezTo>
                      <a:pt x="22484" y="2000"/>
                      <a:pt x="23134" y="1153"/>
                      <a:pt x="23780" y="300"/>
                    </a:cubicBezTo>
                    <a:close/>
                    <a:moveTo>
                      <a:pt x="23761" y="0"/>
                    </a:moveTo>
                    <a:cubicBezTo>
                      <a:pt x="23742" y="0"/>
                      <a:pt x="23723" y="3"/>
                      <a:pt x="23703" y="7"/>
                    </a:cubicBezTo>
                    <a:cubicBezTo>
                      <a:pt x="23573" y="35"/>
                      <a:pt x="23460" y="255"/>
                      <a:pt x="23386" y="357"/>
                    </a:cubicBezTo>
                    <a:lnTo>
                      <a:pt x="22810" y="1114"/>
                    </a:lnTo>
                    <a:lnTo>
                      <a:pt x="21726" y="2542"/>
                    </a:lnTo>
                    <a:lnTo>
                      <a:pt x="21726" y="2542"/>
                    </a:lnTo>
                    <a:cubicBezTo>
                      <a:pt x="21187" y="1735"/>
                      <a:pt x="20649" y="928"/>
                      <a:pt x="20111" y="125"/>
                    </a:cubicBezTo>
                    <a:cubicBezTo>
                      <a:pt x="20081" y="79"/>
                      <a:pt x="20037" y="58"/>
                      <a:pt x="19994" y="58"/>
                    </a:cubicBezTo>
                    <a:cubicBezTo>
                      <a:pt x="19947" y="58"/>
                      <a:pt x="19900" y="82"/>
                      <a:pt x="19868" y="125"/>
                    </a:cubicBezTo>
                    <a:lnTo>
                      <a:pt x="18031" y="2543"/>
                    </a:lnTo>
                    <a:lnTo>
                      <a:pt x="18031" y="2543"/>
                    </a:lnTo>
                    <a:cubicBezTo>
                      <a:pt x="17545" y="1819"/>
                      <a:pt x="17063" y="1091"/>
                      <a:pt x="16581" y="368"/>
                    </a:cubicBezTo>
                    <a:cubicBezTo>
                      <a:pt x="16479" y="219"/>
                      <a:pt x="16373" y="5"/>
                      <a:pt x="16212" y="5"/>
                    </a:cubicBezTo>
                    <a:cubicBezTo>
                      <a:pt x="16161" y="5"/>
                      <a:pt x="16104" y="27"/>
                      <a:pt x="16039" y="80"/>
                    </a:cubicBezTo>
                    <a:cubicBezTo>
                      <a:pt x="15695" y="363"/>
                      <a:pt x="15339" y="628"/>
                      <a:pt x="14977" y="888"/>
                    </a:cubicBezTo>
                    <a:cubicBezTo>
                      <a:pt x="14266" y="1396"/>
                      <a:pt x="13532" y="1871"/>
                      <a:pt x="12775" y="2311"/>
                    </a:cubicBezTo>
                    <a:cubicBezTo>
                      <a:pt x="11821" y="2870"/>
                      <a:pt x="10821" y="3311"/>
                      <a:pt x="9838" y="3813"/>
                    </a:cubicBezTo>
                    <a:cubicBezTo>
                      <a:pt x="8223" y="4638"/>
                      <a:pt x="6704" y="5677"/>
                      <a:pt x="5411" y="6953"/>
                    </a:cubicBezTo>
                    <a:cubicBezTo>
                      <a:pt x="4558" y="7789"/>
                      <a:pt x="3796" y="8732"/>
                      <a:pt x="3203" y="9771"/>
                    </a:cubicBezTo>
                    <a:cubicBezTo>
                      <a:pt x="2937" y="10234"/>
                      <a:pt x="2689" y="10720"/>
                      <a:pt x="2531" y="11228"/>
                    </a:cubicBezTo>
                    <a:cubicBezTo>
                      <a:pt x="2135" y="12482"/>
                      <a:pt x="1876" y="13798"/>
                      <a:pt x="1616" y="15085"/>
                    </a:cubicBezTo>
                    <a:cubicBezTo>
                      <a:pt x="865" y="18801"/>
                      <a:pt x="373" y="22568"/>
                      <a:pt x="108" y="26346"/>
                    </a:cubicBezTo>
                    <a:cubicBezTo>
                      <a:pt x="68" y="26928"/>
                      <a:pt x="35" y="27515"/>
                      <a:pt x="6" y="28097"/>
                    </a:cubicBezTo>
                    <a:cubicBezTo>
                      <a:pt x="1" y="28176"/>
                      <a:pt x="74" y="28238"/>
                      <a:pt x="147" y="28238"/>
                    </a:cubicBezTo>
                    <a:lnTo>
                      <a:pt x="39848" y="28238"/>
                    </a:lnTo>
                    <a:cubicBezTo>
                      <a:pt x="39922" y="28238"/>
                      <a:pt x="39989" y="28176"/>
                      <a:pt x="39989" y="28097"/>
                    </a:cubicBezTo>
                    <a:cubicBezTo>
                      <a:pt x="39820" y="24737"/>
                      <a:pt x="39464" y="21382"/>
                      <a:pt x="38922" y="18056"/>
                    </a:cubicBezTo>
                    <a:cubicBezTo>
                      <a:pt x="38600" y="16096"/>
                      <a:pt x="38216" y="14148"/>
                      <a:pt x="37731" y="12222"/>
                    </a:cubicBezTo>
                    <a:cubicBezTo>
                      <a:pt x="37651" y="11900"/>
                      <a:pt x="37567" y="11578"/>
                      <a:pt x="37471" y="11262"/>
                    </a:cubicBezTo>
                    <a:cubicBezTo>
                      <a:pt x="37313" y="10697"/>
                      <a:pt x="37019" y="10149"/>
                      <a:pt x="36720" y="9647"/>
                    </a:cubicBezTo>
                    <a:cubicBezTo>
                      <a:pt x="35918" y="8292"/>
                      <a:pt x="34845" y="7106"/>
                      <a:pt x="33636" y="6095"/>
                    </a:cubicBezTo>
                    <a:cubicBezTo>
                      <a:pt x="32778" y="5378"/>
                      <a:pt x="31846" y="4745"/>
                      <a:pt x="30863" y="4192"/>
                    </a:cubicBezTo>
                    <a:cubicBezTo>
                      <a:pt x="29700" y="3542"/>
                      <a:pt x="28463" y="3028"/>
                      <a:pt x="27300" y="2362"/>
                    </a:cubicBezTo>
                    <a:cubicBezTo>
                      <a:pt x="26408" y="1848"/>
                      <a:pt x="25544" y="1283"/>
                      <a:pt x="24713" y="668"/>
                    </a:cubicBezTo>
                    <a:cubicBezTo>
                      <a:pt x="24493" y="504"/>
                      <a:pt x="24273" y="340"/>
                      <a:pt x="24064" y="165"/>
                    </a:cubicBezTo>
                    <a:cubicBezTo>
                      <a:pt x="23966" y="91"/>
                      <a:pt x="23884" y="0"/>
                      <a:pt x="23761"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9" name="Google Shape;1149;p40"/>
              <p:cNvSpPr/>
              <p:nvPr/>
            </p:nvSpPr>
            <p:spPr>
              <a:xfrm>
                <a:off x="4577950" y="3608700"/>
                <a:ext cx="101825" cy="72875"/>
              </a:xfrm>
              <a:custGeom>
                <a:avLst/>
                <a:gdLst/>
                <a:ahLst/>
                <a:cxnLst/>
                <a:rect l="l" t="t" r="r" b="b"/>
                <a:pathLst>
                  <a:path w="4073" h="2915" extrusionOk="0">
                    <a:moveTo>
                      <a:pt x="3599" y="283"/>
                    </a:moveTo>
                    <a:lnTo>
                      <a:pt x="2011" y="2373"/>
                    </a:lnTo>
                    <a:lnTo>
                      <a:pt x="1887" y="2536"/>
                    </a:lnTo>
                    <a:lnTo>
                      <a:pt x="1887" y="2536"/>
                    </a:lnTo>
                    <a:cubicBezTo>
                      <a:pt x="1421" y="1837"/>
                      <a:pt x="951" y="1141"/>
                      <a:pt x="486" y="441"/>
                    </a:cubicBezTo>
                    <a:lnTo>
                      <a:pt x="381" y="283"/>
                    </a:lnTo>
                    <a:close/>
                    <a:moveTo>
                      <a:pt x="187" y="1"/>
                    </a:moveTo>
                    <a:cubicBezTo>
                      <a:pt x="141" y="1"/>
                      <a:pt x="107" y="19"/>
                      <a:pt x="84" y="46"/>
                    </a:cubicBezTo>
                    <a:lnTo>
                      <a:pt x="84" y="46"/>
                    </a:lnTo>
                    <a:cubicBezTo>
                      <a:pt x="77" y="53"/>
                      <a:pt x="70" y="60"/>
                      <a:pt x="63" y="69"/>
                    </a:cubicBezTo>
                    <a:cubicBezTo>
                      <a:pt x="52" y="86"/>
                      <a:pt x="40" y="103"/>
                      <a:pt x="29" y="119"/>
                    </a:cubicBezTo>
                    <a:cubicBezTo>
                      <a:pt x="1" y="153"/>
                      <a:pt x="1" y="221"/>
                      <a:pt x="29" y="261"/>
                    </a:cubicBezTo>
                    <a:cubicBezTo>
                      <a:pt x="532" y="1017"/>
                      <a:pt x="1034" y="1769"/>
                      <a:pt x="1542" y="2525"/>
                    </a:cubicBezTo>
                    <a:cubicBezTo>
                      <a:pt x="1610" y="2633"/>
                      <a:pt x="1684" y="2740"/>
                      <a:pt x="1757" y="2847"/>
                    </a:cubicBezTo>
                    <a:cubicBezTo>
                      <a:pt x="1787" y="2894"/>
                      <a:pt x="1831" y="2915"/>
                      <a:pt x="1874" y="2915"/>
                    </a:cubicBezTo>
                    <a:cubicBezTo>
                      <a:pt x="1921" y="2915"/>
                      <a:pt x="1968" y="2891"/>
                      <a:pt x="2000" y="2847"/>
                    </a:cubicBezTo>
                    <a:lnTo>
                      <a:pt x="3751" y="543"/>
                    </a:lnTo>
                    <a:cubicBezTo>
                      <a:pt x="3835" y="430"/>
                      <a:pt x="3920" y="323"/>
                      <a:pt x="4005" y="210"/>
                    </a:cubicBezTo>
                    <a:cubicBezTo>
                      <a:pt x="4072" y="119"/>
                      <a:pt x="3976" y="1"/>
                      <a:pt x="3880"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50" name="Google Shape;1150;p40"/>
              <p:cNvSpPr/>
              <p:nvPr/>
            </p:nvSpPr>
            <p:spPr>
              <a:xfrm>
                <a:off x="4484175" y="3608700"/>
                <a:ext cx="101300" cy="72875"/>
              </a:xfrm>
              <a:custGeom>
                <a:avLst/>
                <a:gdLst/>
                <a:ahLst/>
                <a:cxnLst/>
                <a:rect l="l" t="t" r="r" b="b"/>
                <a:pathLst>
                  <a:path w="4052" h="2915" extrusionOk="0">
                    <a:moveTo>
                      <a:pt x="3655" y="283"/>
                    </a:moveTo>
                    <a:cubicBezTo>
                      <a:pt x="3121" y="981"/>
                      <a:pt x="2592" y="1682"/>
                      <a:pt x="2058" y="2378"/>
                    </a:cubicBezTo>
                    <a:cubicBezTo>
                      <a:pt x="2020" y="2432"/>
                      <a:pt x="1982" y="2484"/>
                      <a:pt x="1943" y="2535"/>
                    </a:cubicBezTo>
                    <a:lnTo>
                      <a:pt x="1943" y="2535"/>
                    </a:lnTo>
                    <a:cubicBezTo>
                      <a:pt x="1467" y="1824"/>
                      <a:pt x="992" y="1113"/>
                      <a:pt x="516" y="402"/>
                    </a:cubicBezTo>
                    <a:cubicBezTo>
                      <a:pt x="490" y="362"/>
                      <a:pt x="464" y="323"/>
                      <a:pt x="439" y="283"/>
                    </a:cubicBezTo>
                    <a:close/>
                    <a:moveTo>
                      <a:pt x="171" y="1"/>
                    </a:moveTo>
                    <a:cubicBezTo>
                      <a:pt x="132" y="1"/>
                      <a:pt x="101" y="14"/>
                      <a:pt x="79" y="36"/>
                    </a:cubicBezTo>
                    <a:lnTo>
                      <a:pt x="79" y="36"/>
                    </a:lnTo>
                    <a:cubicBezTo>
                      <a:pt x="27" y="74"/>
                      <a:pt x="1" y="141"/>
                      <a:pt x="47" y="210"/>
                    </a:cubicBezTo>
                    <a:lnTo>
                      <a:pt x="1589" y="2514"/>
                    </a:lnTo>
                    <a:cubicBezTo>
                      <a:pt x="1668" y="2627"/>
                      <a:pt x="1741" y="2734"/>
                      <a:pt x="1815" y="2847"/>
                    </a:cubicBezTo>
                    <a:cubicBezTo>
                      <a:pt x="1845" y="2894"/>
                      <a:pt x="1887" y="2915"/>
                      <a:pt x="1930" y="2915"/>
                    </a:cubicBezTo>
                    <a:cubicBezTo>
                      <a:pt x="1976" y="2915"/>
                      <a:pt x="2023" y="2891"/>
                      <a:pt x="2058" y="2847"/>
                    </a:cubicBezTo>
                    <a:cubicBezTo>
                      <a:pt x="2628" y="2090"/>
                      <a:pt x="3204" y="1339"/>
                      <a:pt x="3774" y="583"/>
                    </a:cubicBezTo>
                    <a:cubicBezTo>
                      <a:pt x="3859" y="475"/>
                      <a:pt x="3938" y="368"/>
                      <a:pt x="4023" y="261"/>
                    </a:cubicBezTo>
                    <a:cubicBezTo>
                      <a:pt x="4051" y="221"/>
                      <a:pt x="4045" y="153"/>
                      <a:pt x="4023" y="119"/>
                    </a:cubicBezTo>
                    <a:cubicBezTo>
                      <a:pt x="3966" y="35"/>
                      <a:pt x="3910" y="1"/>
                      <a:pt x="3820"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51" name="Google Shape;1151;p40"/>
              <p:cNvSpPr/>
              <p:nvPr/>
            </p:nvSpPr>
            <p:spPr>
              <a:xfrm>
                <a:off x="4577250" y="3608600"/>
                <a:ext cx="8925" cy="8325"/>
              </a:xfrm>
              <a:custGeom>
                <a:avLst/>
                <a:gdLst/>
                <a:ahLst/>
                <a:cxnLst/>
                <a:rect l="l" t="t" r="r" b="b"/>
                <a:pathLst>
                  <a:path w="357" h="333" extrusionOk="0">
                    <a:moveTo>
                      <a:pt x="215" y="1"/>
                    </a:moveTo>
                    <a:cubicBezTo>
                      <a:pt x="202" y="1"/>
                      <a:pt x="190" y="2"/>
                      <a:pt x="176" y="5"/>
                    </a:cubicBezTo>
                    <a:lnTo>
                      <a:pt x="142" y="5"/>
                    </a:lnTo>
                    <a:cubicBezTo>
                      <a:pt x="91" y="5"/>
                      <a:pt x="46" y="27"/>
                      <a:pt x="23" y="73"/>
                    </a:cubicBezTo>
                    <a:cubicBezTo>
                      <a:pt x="6" y="95"/>
                      <a:pt x="1" y="118"/>
                      <a:pt x="1" y="146"/>
                    </a:cubicBezTo>
                    <a:cubicBezTo>
                      <a:pt x="1" y="169"/>
                      <a:pt x="6" y="191"/>
                      <a:pt x="23" y="214"/>
                    </a:cubicBezTo>
                    <a:cubicBezTo>
                      <a:pt x="34" y="231"/>
                      <a:pt x="46" y="248"/>
                      <a:pt x="57" y="265"/>
                    </a:cubicBezTo>
                    <a:cubicBezTo>
                      <a:pt x="68" y="287"/>
                      <a:pt x="85" y="304"/>
                      <a:pt x="108" y="316"/>
                    </a:cubicBezTo>
                    <a:cubicBezTo>
                      <a:pt x="125" y="327"/>
                      <a:pt x="153" y="332"/>
                      <a:pt x="176" y="332"/>
                    </a:cubicBezTo>
                    <a:cubicBezTo>
                      <a:pt x="204" y="332"/>
                      <a:pt x="226" y="327"/>
                      <a:pt x="249" y="316"/>
                    </a:cubicBezTo>
                    <a:cubicBezTo>
                      <a:pt x="272" y="304"/>
                      <a:pt x="289" y="287"/>
                      <a:pt x="300" y="265"/>
                    </a:cubicBezTo>
                    <a:cubicBezTo>
                      <a:pt x="305" y="256"/>
                      <a:pt x="311" y="249"/>
                      <a:pt x="317" y="242"/>
                    </a:cubicBezTo>
                    <a:lnTo>
                      <a:pt x="317" y="242"/>
                    </a:lnTo>
                    <a:cubicBezTo>
                      <a:pt x="317" y="242"/>
                      <a:pt x="317" y="242"/>
                      <a:pt x="317" y="242"/>
                    </a:cubicBezTo>
                    <a:cubicBezTo>
                      <a:pt x="323" y="236"/>
                      <a:pt x="330" y="227"/>
                      <a:pt x="335" y="218"/>
                    </a:cubicBezTo>
                    <a:lnTo>
                      <a:pt x="335" y="218"/>
                    </a:lnTo>
                    <a:cubicBezTo>
                      <a:pt x="336" y="217"/>
                      <a:pt x="337" y="216"/>
                      <a:pt x="339" y="214"/>
                    </a:cubicBezTo>
                    <a:cubicBezTo>
                      <a:pt x="345" y="197"/>
                      <a:pt x="351" y="180"/>
                      <a:pt x="356" y="163"/>
                    </a:cubicBezTo>
                    <a:cubicBezTo>
                      <a:pt x="356" y="159"/>
                      <a:pt x="356" y="154"/>
                      <a:pt x="356" y="150"/>
                    </a:cubicBezTo>
                    <a:lnTo>
                      <a:pt x="356" y="150"/>
                    </a:lnTo>
                    <a:cubicBezTo>
                      <a:pt x="356" y="148"/>
                      <a:pt x="356" y="147"/>
                      <a:pt x="356" y="146"/>
                    </a:cubicBezTo>
                    <a:lnTo>
                      <a:pt x="356" y="145"/>
                    </a:lnTo>
                    <a:lnTo>
                      <a:pt x="356" y="145"/>
                    </a:lnTo>
                    <a:cubicBezTo>
                      <a:pt x="356" y="132"/>
                      <a:pt x="354" y="118"/>
                      <a:pt x="351" y="107"/>
                    </a:cubicBezTo>
                    <a:cubicBezTo>
                      <a:pt x="348" y="96"/>
                      <a:pt x="344" y="85"/>
                      <a:pt x="339" y="75"/>
                    </a:cubicBezTo>
                    <a:lnTo>
                      <a:pt x="339" y="75"/>
                    </a:lnTo>
                    <a:cubicBezTo>
                      <a:pt x="336" y="68"/>
                      <a:pt x="332" y="62"/>
                      <a:pt x="328" y="56"/>
                    </a:cubicBezTo>
                    <a:cubicBezTo>
                      <a:pt x="317" y="44"/>
                      <a:pt x="305" y="27"/>
                      <a:pt x="289" y="22"/>
                    </a:cubicBezTo>
                    <a:cubicBezTo>
                      <a:pt x="277" y="16"/>
                      <a:pt x="266" y="11"/>
                      <a:pt x="255" y="5"/>
                    </a:cubicBezTo>
                    <a:cubicBezTo>
                      <a:pt x="241" y="2"/>
                      <a:pt x="228" y="1"/>
                      <a:pt x="215"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152" name="Google Shape;1152;p40"/>
            <p:cNvGrpSpPr/>
            <p:nvPr/>
          </p:nvGrpSpPr>
          <p:grpSpPr>
            <a:xfrm>
              <a:off x="0" y="3341584"/>
              <a:ext cx="1221647" cy="1490993"/>
              <a:chOff x="5687100" y="3067925"/>
              <a:chExt cx="999875" cy="1220325"/>
            </a:xfrm>
          </p:grpSpPr>
          <p:sp>
            <p:nvSpPr>
              <p:cNvPr id="1153" name="Google Shape;1153;p40"/>
              <p:cNvSpPr/>
              <p:nvPr/>
            </p:nvSpPr>
            <p:spPr>
              <a:xfrm>
                <a:off x="6088625" y="3125875"/>
                <a:ext cx="335625" cy="463525"/>
              </a:xfrm>
              <a:custGeom>
                <a:avLst/>
                <a:gdLst/>
                <a:ahLst/>
                <a:cxnLst/>
                <a:rect l="l" t="t" r="r" b="b"/>
                <a:pathLst>
                  <a:path w="13425" h="18541" extrusionOk="0">
                    <a:moveTo>
                      <a:pt x="2576" y="413"/>
                    </a:moveTo>
                    <a:cubicBezTo>
                      <a:pt x="4087" y="770"/>
                      <a:pt x="5639" y="1008"/>
                      <a:pt x="7193" y="1008"/>
                    </a:cubicBezTo>
                    <a:cubicBezTo>
                      <a:pt x="7286" y="1008"/>
                      <a:pt x="7379" y="1007"/>
                      <a:pt x="7472" y="1005"/>
                    </a:cubicBezTo>
                    <a:cubicBezTo>
                      <a:pt x="8387" y="988"/>
                      <a:pt x="9330" y="898"/>
                      <a:pt x="10211" y="621"/>
                    </a:cubicBezTo>
                    <a:cubicBezTo>
                      <a:pt x="10317" y="587"/>
                      <a:pt x="10427" y="553"/>
                      <a:pt x="10533" y="509"/>
                    </a:cubicBezTo>
                    <a:lnTo>
                      <a:pt x="10533" y="509"/>
                    </a:lnTo>
                    <a:cubicBezTo>
                      <a:pt x="11133" y="1297"/>
                      <a:pt x="11448" y="2259"/>
                      <a:pt x="11453" y="3247"/>
                    </a:cubicBezTo>
                    <a:cubicBezTo>
                      <a:pt x="11453" y="3812"/>
                      <a:pt x="11453" y="4377"/>
                      <a:pt x="11453" y="4941"/>
                    </a:cubicBezTo>
                    <a:cubicBezTo>
                      <a:pt x="11453" y="5150"/>
                      <a:pt x="11442" y="5365"/>
                      <a:pt x="11453" y="5574"/>
                    </a:cubicBezTo>
                    <a:cubicBezTo>
                      <a:pt x="11453" y="5647"/>
                      <a:pt x="11487" y="5681"/>
                      <a:pt x="11538" y="5726"/>
                    </a:cubicBezTo>
                    <a:lnTo>
                      <a:pt x="11815" y="5941"/>
                    </a:lnTo>
                    <a:lnTo>
                      <a:pt x="12594" y="6557"/>
                    </a:lnTo>
                    <a:cubicBezTo>
                      <a:pt x="12752" y="6686"/>
                      <a:pt x="12978" y="6816"/>
                      <a:pt x="13040" y="7020"/>
                    </a:cubicBezTo>
                    <a:cubicBezTo>
                      <a:pt x="13097" y="7200"/>
                      <a:pt x="13034" y="7392"/>
                      <a:pt x="12899" y="7522"/>
                    </a:cubicBezTo>
                    <a:cubicBezTo>
                      <a:pt x="12775" y="7641"/>
                      <a:pt x="12611" y="7675"/>
                      <a:pt x="12441" y="7675"/>
                    </a:cubicBezTo>
                    <a:cubicBezTo>
                      <a:pt x="12344" y="7677"/>
                      <a:pt x="12246" y="7677"/>
                      <a:pt x="12149" y="7677"/>
                    </a:cubicBezTo>
                    <a:cubicBezTo>
                      <a:pt x="11955" y="7677"/>
                      <a:pt x="11762" y="7675"/>
                      <a:pt x="11566" y="7675"/>
                    </a:cubicBezTo>
                    <a:cubicBezTo>
                      <a:pt x="11487" y="7675"/>
                      <a:pt x="11436" y="7743"/>
                      <a:pt x="11425" y="7816"/>
                    </a:cubicBezTo>
                    <a:cubicBezTo>
                      <a:pt x="11272" y="9589"/>
                      <a:pt x="10307" y="11233"/>
                      <a:pt x="8833" y="12232"/>
                    </a:cubicBezTo>
                    <a:cubicBezTo>
                      <a:pt x="8421" y="12515"/>
                      <a:pt x="7974" y="12740"/>
                      <a:pt x="7511" y="12910"/>
                    </a:cubicBezTo>
                    <a:cubicBezTo>
                      <a:pt x="7449" y="12932"/>
                      <a:pt x="7404" y="12983"/>
                      <a:pt x="7404" y="13045"/>
                    </a:cubicBezTo>
                    <a:lnTo>
                      <a:pt x="7404" y="14858"/>
                    </a:lnTo>
                    <a:lnTo>
                      <a:pt x="7404" y="17738"/>
                    </a:lnTo>
                    <a:lnTo>
                      <a:pt x="7404" y="18258"/>
                    </a:lnTo>
                    <a:lnTo>
                      <a:pt x="283" y="18258"/>
                    </a:lnTo>
                    <a:lnTo>
                      <a:pt x="283" y="16710"/>
                    </a:lnTo>
                    <a:lnTo>
                      <a:pt x="283" y="14022"/>
                    </a:lnTo>
                    <a:lnTo>
                      <a:pt x="283" y="13407"/>
                    </a:lnTo>
                    <a:lnTo>
                      <a:pt x="283" y="11746"/>
                    </a:lnTo>
                    <a:lnTo>
                      <a:pt x="283" y="10809"/>
                    </a:lnTo>
                    <a:lnTo>
                      <a:pt x="283" y="8618"/>
                    </a:lnTo>
                    <a:lnTo>
                      <a:pt x="283" y="6348"/>
                    </a:lnTo>
                    <a:lnTo>
                      <a:pt x="283" y="5534"/>
                    </a:lnTo>
                    <a:cubicBezTo>
                      <a:pt x="283" y="5446"/>
                      <a:pt x="290" y="5353"/>
                      <a:pt x="290" y="5262"/>
                    </a:cubicBezTo>
                    <a:lnTo>
                      <a:pt x="290" y="5262"/>
                    </a:lnTo>
                    <a:cubicBezTo>
                      <a:pt x="1181" y="5260"/>
                      <a:pt x="2087" y="4819"/>
                      <a:pt x="2649" y="4145"/>
                    </a:cubicBezTo>
                    <a:cubicBezTo>
                      <a:pt x="3276" y="3394"/>
                      <a:pt x="3496" y="2361"/>
                      <a:pt x="3180" y="1429"/>
                    </a:cubicBezTo>
                    <a:cubicBezTo>
                      <a:pt x="3050" y="1048"/>
                      <a:pt x="2842" y="706"/>
                      <a:pt x="2576" y="413"/>
                    </a:cubicBezTo>
                    <a:close/>
                    <a:moveTo>
                      <a:pt x="2079" y="1"/>
                    </a:moveTo>
                    <a:cubicBezTo>
                      <a:pt x="1944" y="1"/>
                      <a:pt x="1897" y="183"/>
                      <a:pt x="2011" y="265"/>
                    </a:cubicBezTo>
                    <a:cubicBezTo>
                      <a:pt x="2762" y="847"/>
                      <a:pt x="3180" y="1807"/>
                      <a:pt x="3005" y="2750"/>
                    </a:cubicBezTo>
                    <a:cubicBezTo>
                      <a:pt x="2858" y="3575"/>
                      <a:pt x="2310" y="4269"/>
                      <a:pt x="1570" y="4648"/>
                    </a:cubicBezTo>
                    <a:cubicBezTo>
                      <a:pt x="1180" y="4853"/>
                      <a:pt x="720" y="4979"/>
                      <a:pt x="275" y="4979"/>
                    </a:cubicBezTo>
                    <a:cubicBezTo>
                      <a:pt x="230" y="4979"/>
                      <a:pt x="186" y="4978"/>
                      <a:pt x="142" y="4975"/>
                    </a:cubicBezTo>
                    <a:cubicBezTo>
                      <a:pt x="139" y="4975"/>
                      <a:pt x="136" y="4975"/>
                      <a:pt x="134" y="4975"/>
                    </a:cubicBezTo>
                    <a:cubicBezTo>
                      <a:pt x="63" y="4975"/>
                      <a:pt x="0" y="5046"/>
                      <a:pt x="0" y="5117"/>
                    </a:cubicBezTo>
                    <a:lnTo>
                      <a:pt x="0" y="6116"/>
                    </a:lnTo>
                    <a:lnTo>
                      <a:pt x="0" y="8324"/>
                    </a:lnTo>
                    <a:lnTo>
                      <a:pt x="0" y="10589"/>
                    </a:lnTo>
                    <a:lnTo>
                      <a:pt x="0" y="11735"/>
                    </a:lnTo>
                    <a:lnTo>
                      <a:pt x="0" y="13339"/>
                    </a:lnTo>
                    <a:lnTo>
                      <a:pt x="0" y="13407"/>
                    </a:lnTo>
                    <a:lnTo>
                      <a:pt x="0" y="15095"/>
                    </a:lnTo>
                    <a:lnTo>
                      <a:pt x="0" y="17783"/>
                    </a:lnTo>
                    <a:lnTo>
                      <a:pt x="0" y="18399"/>
                    </a:lnTo>
                    <a:cubicBezTo>
                      <a:pt x="0" y="18472"/>
                      <a:pt x="68" y="18540"/>
                      <a:pt x="142" y="18540"/>
                    </a:cubicBezTo>
                    <a:lnTo>
                      <a:pt x="7545" y="18540"/>
                    </a:lnTo>
                    <a:cubicBezTo>
                      <a:pt x="7591" y="18540"/>
                      <a:pt x="7626" y="18522"/>
                      <a:pt x="7649" y="18494"/>
                    </a:cubicBezTo>
                    <a:lnTo>
                      <a:pt x="7649" y="18494"/>
                    </a:lnTo>
                    <a:cubicBezTo>
                      <a:pt x="7672" y="18472"/>
                      <a:pt x="7686" y="18440"/>
                      <a:pt x="7686" y="18399"/>
                    </a:cubicBezTo>
                    <a:lnTo>
                      <a:pt x="7686" y="16586"/>
                    </a:lnTo>
                    <a:lnTo>
                      <a:pt x="7686" y="13706"/>
                    </a:lnTo>
                    <a:lnTo>
                      <a:pt x="7686" y="13143"/>
                    </a:lnTo>
                    <a:lnTo>
                      <a:pt x="7686" y="13143"/>
                    </a:lnTo>
                    <a:cubicBezTo>
                      <a:pt x="9390" y="12494"/>
                      <a:pt x="10754" y="11114"/>
                      <a:pt x="11374" y="9386"/>
                    </a:cubicBezTo>
                    <a:cubicBezTo>
                      <a:pt x="11534" y="8922"/>
                      <a:pt x="11642" y="8445"/>
                      <a:pt x="11694" y="7957"/>
                    </a:cubicBezTo>
                    <a:lnTo>
                      <a:pt x="12408" y="7957"/>
                    </a:lnTo>
                    <a:cubicBezTo>
                      <a:pt x="12780" y="7957"/>
                      <a:pt x="13136" y="7805"/>
                      <a:pt x="13289" y="7438"/>
                    </a:cubicBezTo>
                    <a:cubicBezTo>
                      <a:pt x="13424" y="7104"/>
                      <a:pt x="13294" y="6760"/>
                      <a:pt x="13023" y="6540"/>
                    </a:cubicBezTo>
                    <a:cubicBezTo>
                      <a:pt x="12792" y="6353"/>
                      <a:pt x="12560" y="6173"/>
                      <a:pt x="12328" y="5986"/>
                    </a:cubicBezTo>
                    <a:cubicBezTo>
                      <a:pt x="12129" y="5834"/>
                      <a:pt x="11934" y="5677"/>
                      <a:pt x="11736" y="5524"/>
                    </a:cubicBezTo>
                    <a:lnTo>
                      <a:pt x="11736" y="5524"/>
                    </a:lnTo>
                    <a:lnTo>
                      <a:pt x="11736" y="4010"/>
                    </a:lnTo>
                    <a:cubicBezTo>
                      <a:pt x="11736" y="3309"/>
                      <a:pt x="11752" y="2615"/>
                      <a:pt x="11555" y="1931"/>
                    </a:cubicBezTo>
                    <a:cubicBezTo>
                      <a:pt x="11380" y="1299"/>
                      <a:pt x="11063" y="712"/>
                      <a:pt x="10646" y="203"/>
                    </a:cubicBezTo>
                    <a:cubicBezTo>
                      <a:pt x="10618" y="168"/>
                      <a:pt x="10585" y="154"/>
                      <a:pt x="10554" y="154"/>
                    </a:cubicBezTo>
                    <a:cubicBezTo>
                      <a:pt x="10500" y="154"/>
                      <a:pt x="10448" y="196"/>
                      <a:pt x="10425" y="251"/>
                    </a:cubicBezTo>
                    <a:lnTo>
                      <a:pt x="10425" y="251"/>
                    </a:lnTo>
                    <a:cubicBezTo>
                      <a:pt x="10354" y="277"/>
                      <a:pt x="10282" y="302"/>
                      <a:pt x="10211" y="328"/>
                    </a:cubicBezTo>
                    <a:cubicBezTo>
                      <a:pt x="9906" y="429"/>
                      <a:pt x="9590" y="503"/>
                      <a:pt x="9273" y="559"/>
                    </a:cubicBezTo>
                    <a:cubicBezTo>
                      <a:pt x="8601" y="680"/>
                      <a:pt x="7916" y="730"/>
                      <a:pt x="7231" y="730"/>
                    </a:cubicBezTo>
                    <a:cubicBezTo>
                      <a:pt x="6638" y="730"/>
                      <a:pt x="6045" y="693"/>
                      <a:pt x="5461" y="633"/>
                    </a:cubicBezTo>
                    <a:cubicBezTo>
                      <a:pt x="4332" y="514"/>
                      <a:pt x="3214" y="294"/>
                      <a:pt x="2118" y="6"/>
                    </a:cubicBezTo>
                    <a:cubicBezTo>
                      <a:pt x="2104" y="2"/>
                      <a:pt x="2091" y="1"/>
                      <a:pt x="2079"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54" name="Google Shape;1154;p40"/>
              <p:cNvSpPr/>
              <p:nvPr/>
            </p:nvSpPr>
            <p:spPr>
              <a:xfrm>
                <a:off x="6301250" y="3317650"/>
                <a:ext cx="80700" cy="37375"/>
              </a:xfrm>
              <a:custGeom>
                <a:avLst/>
                <a:gdLst/>
                <a:ahLst/>
                <a:cxnLst/>
                <a:rect l="l" t="t" r="r" b="b"/>
                <a:pathLst>
                  <a:path w="3228" h="1495" extrusionOk="0">
                    <a:moveTo>
                      <a:pt x="2922" y="286"/>
                    </a:moveTo>
                    <a:cubicBezTo>
                      <a:pt x="2887" y="600"/>
                      <a:pt x="2836" y="917"/>
                      <a:pt x="2736" y="1212"/>
                    </a:cubicBezTo>
                    <a:lnTo>
                      <a:pt x="297" y="1212"/>
                    </a:lnTo>
                    <a:cubicBezTo>
                      <a:pt x="333" y="920"/>
                      <a:pt x="479" y="648"/>
                      <a:pt x="717" y="473"/>
                    </a:cubicBezTo>
                    <a:cubicBezTo>
                      <a:pt x="904" y="337"/>
                      <a:pt x="1113" y="286"/>
                      <a:pt x="1339" y="286"/>
                    </a:cubicBezTo>
                    <a:close/>
                    <a:moveTo>
                      <a:pt x="1531" y="0"/>
                    </a:moveTo>
                    <a:cubicBezTo>
                      <a:pt x="1188" y="0"/>
                      <a:pt x="847" y="28"/>
                      <a:pt x="554" y="247"/>
                    </a:cubicBezTo>
                    <a:cubicBezTo>
                      <a:pt x="204" y="506"/>
                      <a:pt x="12" y="919"/>
                      <a:pt x="6" y="1353"/>
                    </a:cubicBezTo>
                    <a:cubicBezTo>
                      <a:pt x="0" y="1427"/>
                      <a:pt x="68" y="1495"/>
                      <a:pt x="147" y="1495"/>
                    </a:cubicBezTo>
                    <a:lnTo>
                      <a:pt x="2835" y="1495"/>
                    </a:lnTo>
                    <a:cubicBezTo>
                      <a:pt x="2903" y="1495"/>
                      <a:pt x="2954" y="1449"/>
                      <a:pt x="2976" y="1387"/>
                    </a:cubicBezTo>
                    <a:cubicBezTo>
                      <a:pt x="3118" y="998"/>
                      <a:pt x="3174" y="563"/>
                      <a:pt x="3219" y="145"/>
                    </a:cubicBezTo>
                    <a:cubicBezTo>
                      <a:pt x="3227" y="83"/>
                      <a:pt x="3197" y="43"/>
                      <a:pt x="3154" y="25"/>
                    </a:cubicBezTo>
                    <a:lnTo>
                      <a:pt x="3154" y="25"/>
                    </a:lnTo>
                    <a:cubicBezTo>
                      <a:pt x="3133" y="12"/>
                      <a:pt x="3108" y="4"/>
                      <a:pt x="3078" y="4"/>
                    </a:cubicBezTo>
                    <a:lnTo>
                      <a:pt x="1886" y="4"/>
                    </a:lnTo>
                    <a:cubicBezTo>
                      <a:pt x="1769" y="4"/>
                      <a:pt x="1650" y="0"/>
                      <a:pt x="1531"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55" name="Google Shape;1155;p40"/>
              <p:cNvSpPr/>
              <p:nvPr/>
            </p:nvSpPr>
            <p:spPr>
              <a:xfrm>
                <a:off x="5687100" y="3582250"/>
                <a:ext cx="999875" cy="706000"/>
              </a:xfrm>
              <a:custGeom>
                <a:avLst/>
                <a:gdLst/>
                <a:ahLst/>
                <a:cxnLst/>
                <a:rect l="l" t="t" r="r" b="b"/>
                <a:pathLst>
                  <a:path w="39995" h="28240" extrusionOk="0">
                    <a:moveTo>
                      <a:pt x="23767" y="285"/>
                    </a:moveTo>
                    <a:cubicBezTo>
                      <a:pt x="24475" y="882"/>
                      <a:pt x="25246" y="1410"/>
                      <a:pt x="26018" y="1906"/>
                    </a:cubicBezTo>
                    <a:cubicBezTo>
                      <a:pt x="26831" y="2431"/>
                      <a:pt x="27667" y="2911"/>
                      <a:pt x="28531" y="3340"/>
                    </a:cubicBezTo>
                    <a:cubicBezTo>
                      <a:pt x="29417" y="3781"/>
                      <a:pt x="30315" y="4188"/>
                      <a:pt x="31168" y="4696"/>
                    </a:cubicBezTo>
                    <a:cubicBezTo>
                      <a:pt x="33393" y="6017"/>
                      <a:pt x="35426" y="7836"/>
                      <a:pt x="36674" y="10134"/>
                    </a:cubicBezTo>
                    <a:cubicBezTo>
                      <a:pt x="36883" y="10523"/>
                      <a:pt x="37080" y="10912"/>
                      <a:pt x="37199" y="11334"/>
                    </a:cubicBezTo>
                    <a:lnTo>
                      <a:pt x="37199" y="11334"/>
                    </a:lnTo>
                    <a:cubicBezTo>
                      <a:pt x="37199" y="11335"/>
                      <a:pt x="37199" y="11336"/>
                      <a:pt x="37199" y="11337"/>
                    </a:cubicBezTo>
                    <a:cubicBezTo>
                      <a:pt x="37199" y="11337"/>
                      <a:pt x="37199" y="11337"/>
                      <a:pt x="37199" y="11337"/>
                    </a:cubicBezTo>
                    <a:lnTo>
                      <a:pt x="37199" y="11337"/>
                    </a:lnTo>
                    <a:cubicBezTo>
                      <a:pt x="37200" y="11338"/>
                      <a:pt x="37200" y="11339"/>
                      <a:pt x="37200" y="11339"/>
                    </a:cubicBezTo>
                    <a:lnTo>
                      <a:pt x="37200" y="11339"/>
                    </a:lnTo>
                    <a:cubicBezTo>
                      <a:pt x="37482" y="12287"/>
                      <a:pt x="37702" y="13258"/>
                      <a:pt x="37911" y="14228"/>
                    </a:cubicBezTo>
                    <a:cubicBezTo>
                      <a:pt x="38470" y="16815"/>
                      <a:pt x="38894" y="19430"/>
                      <a:pt x="39199" y="22056"/>
                    </a:cubicBezTo>
                    <a:cubicBezTo>
                      <a:pt x="39430" y="24019"/>
                      <a:pt x="39597" y="25983"/>
                      <a:pt x="39700" y="27957"/>
                    </a:cubicBezTo>
                    <a:lnTo>
                      <a:pt x="296" y="27957"/>
                    </a:lnTo>
                    <a:cubicBezTo>
                      <a:pt x="479" y="24413"/>
                      <a:pt x="867" y="20880"/>
                      <a:pt x="1469" y="17385"/>
                    </a:cubicBezTo>
                    <a:cubicBezTo>
                      <a:pt x="1796" y="15510"/>
                      <a:pt x="2175" y="13641"/>
                      <a:pt x="2666" y="11806"/>
                    </a:cubicBezTo>
                    <a:cubicBezTo>
                      <a:pt x="2835" y="11162"/>
                      <a:pt x="3067" y="10592"/>
                      <a:pt x="3394" y="10010"/>
                    </a:cubicBezTo>
                    <a:cubicBezTo>
                      <a:pt x="4569" y="7903"/>
                      <a:pt x="6404" y="6215"/>
                      <a:pt x="8426" y="4939"/>
                    </a:cubicBezTo>
                    <a:cubicBezTo>
                      <a:pt x="9189" y="4459"/>
                      <a:pt x="9985" y="4035"/>
                      <a:pt x="10804" y="3657"/>
                    </a:cubicBezTo>
                    <a:cubicBezTo>
                      <a:pt x="11662" y="3261"/>
                      <a:pt x="12498" y="2815"/>
                      <a:pt x="13305" y="2324"/>
                    </a:cubicBezTo>
                    <a:cubicBezTo>
                      <a:pt x="14294" y="1731"/>
                      <a:pt x="15248" y="1076"/>
                      <a:pt x="16146" y="353"/>
                    </a:cubicBezTo>
                    <a:cubicBezTo>
                      <a:pt x="16173" y="329"/>
                      <a:pt x="16200" y="307"/>
                      <a:pt x="16228" y="285"/>
                    </a:cubicBezTo>
                    <a:close/>
                    <a:moveTo>
                      <a:pt x="16541" y="0"/>
                    </a:moveTo>
                    <a:cubicBezTo>
                      <a:pt x="16440" y="0"/>
                      <a:pt x="16338" y="1"/>
                      <a:pt x="16236" y="3"/>
                    </a:cubicBezTo>
                    <a:cubicBezTo>
                      <a:pt x="16078" y="3"/>
                      <a:pt x="15977" y="127"/>
                      <a:pt x="15858" y="223"/>
                    </a:cubicBezTo>
                    <a:cubicBezTo>
                      <a:pt x="14938" y="957"/>
                      <a:pt x="13955" y="1612"/>
                      <a:pt x="12944" y="2211"/>
                    </a:cubicBezTo>
                    <a:cubicBezTo>
                      <a:pt x="11419" y="3115"/>
                      <a:pt x="9759" y="3764"/>
                      <a:pt x="8257" y="4713"/>
                    </a:cubicBezTo>
                    <a:cubicBezTo>
                      <a:pt x="6286" y="5955"/>
                      <a:pt x="4507" y="7587"/>
                      <a:pt x="3304" y="9598"/>
                    </a:cubicBezTo>
                    <a:cubicBezTo>
                      <a:pt x="2954" y="10179"/>
                      <a:pt x="2649" y="10801"/>
                      <a:pt x="2463" y="11456"/>
                    </a:cubicBezTo>
                    <a:cubicBezTo>
                      <a:pt x="2056" y="12935"/>
                      <a:pt x="1734" y="14437"/>
                      <a:pt x="1446" y="15945"/>
                    </a:cubicBezTo>
                    <a:cubicBezTo>
                      <a:pt x="859" y="19017"/>
                      <a:pt x="446" y="22123"/>
                      <a:pt x="192" y="25241"/>
                    </a:cubicBezTo>
                    <a:cubicBezTo>
                      <a:pt x="113" y="26189"/>
                      <a:pt x="51" y="27144"/>
                      <a:pt x="6" y="28098"/>
                    </a:cubicBezTo>
                    <a:cubicBezTo>
                      <a:pt x="0" y="28172"/>
                      <a:pt x="74" y="28239"/>
                      <a:pt x="147" y="28239"/>
                    </a:cubicBezTo>
                    <a:lnTo>
                      <a:pt x="39848" y="28239"/>
                    </a:lnTo>
                    <a:cubicBezTo>
                      <a:pt x="39921" y="28239"/>
                      <a:pt x="39995" y="28172"/>
                      <a:pt x="39989" y="28098"/>
                    </a:cubicBezTo>
                    <a:cubicBezTo>
                      <a:pt x="39820" y="24732"/>
                      <a:pt x="39464" y="21378"/>
                      <a:pt x="38922" y="18052"/>
                    </a:cubicBezTo>
                    <a:cubicBezTo>
                      <a:pt x="38600" y="16098"/>
                      <a:pt x="38216" y="14144"/>
                      <a:pt x="37730" y="12218"/>
                    </a:cubicBezTo>
                    <a:cubicBezTo>
                      <a:pt x="37651" y="11896"/>
                      <a:pt x="37566" y="11580"/>
                      <a:pt x="37476" y="11258"/>
                    </a:cubicBezTo>
                    <a:cubicBezTo>
                      <a:pt x="37397" y="10987"/>
                      <a:pt x="37273" y="10716"/>
                      <a:pt x="37154" y="10462"/>
                    </a:cubicBezTo>
                    <a:cubicBezTo>
                      <a:pt x="36832" y="9778"/>
                      <a:pt x="36431" y="9140"/>
                      <a:pt x="35980" y="8542"/>
                    </a:cubicBezTo>
                    <a:cubicBezTo>
                      <a:pt x="34308" y="6322"/>
                      <a:pt x="31992" y="4662"/>
                      <a:pt x="29496" y="3487"/>
                    </a:cubicBezTo>
                    <a:cubicBezTo>
                      <a:pt x="28011" y="2793"/>
                      <a:pt x="26588" y="1991"/>
                      <a:pt x="25244" y="1048"/>
                    </a:cubicBezTo>
                    <a:cubicBezTo>
                      <a:pt x="24866" y="782"/>
                      <a:pt x="24498" y="511"/>
                      <a:pt x="24137" y="223"/>
                    </a:cubicBezTo>
                    <a:cubicBezTo>
                      <a:pt x="24069" y="172"/>
                      <a:pt x="24001" y="110"/>
                      <a:pt x="23934" y="59"/>
                    </a:cubicBezTo>
                    <a:cubicBezTo>
                      <a:pt x="23864" y="9"/>
                      <a:pt x="23795" y="1"/>
                      <a:pt x="23718" y="1"/>
                    </a:cubicBezTo>
                    <a:cubicBezTo>
                      <a:pt x="23682" y="1"/>
                      <a:pt x="23645" y="3"/>
                      <a:pt x="23606" y="3"/>
                    </a:cubicBezTo>
                    <a:lnTo>
                      <a:pt x="17151" y="3"/>
                    </a:lnTo>
                    <a:cubicBezTo>
                      <a:pt x="16948" y="3"/>
                      <a:pt x="16745" y="0"/>
                      <a:pt x="16541"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56" name="Google Shape;1156;p40"/>
              <p:cNvSpPr/>
              <p:nvPr/>
            </p:nvSpPr>
            <p:spPr>
              <a:xfrm>
                <a:off x="6258900" y="3189675"/>
                <a:ext cx="108150" cy="100700"/>
              </a:xfrm>
              <a:custGeom>
                <a:avLst/>
                <a:gdLst/>
                <a:ahLst/>
                <a:cxnLst/>
                <a:rect l="l" t="t" r="r" b="b"/>
                <a:pathLst>
                  <a:path w="4326" h="4028" extrusionOk="0">
                    <a:moveTo>
                      <a:pt x="2186" y="283"/>
                    </a:moveTo>
                    <a:cubicBezTo>
                      <a:pt x="2908" y="289"/>
                      <a:pt x="3575" y="746"/>
                      <a:pt x="3818" y="1429"/>
                    </a:cubicBezTo>
                    <a:cubicBezTo>
                      <a:pt x="4060" y="2113"/>
                      <a:pt x="3846" y="2886"/>
                      <a:pt x="3287" y="3355"/>
                    </a:cubicBezTo>
                    <a:cubicBezTo>
                      <a:pt x="2976" y="3615"/>
                      <a:pt x="2583" y="3747"/>
                      <a:pt x="2188" y="3747"/>
                    </a:cubicBezTo>
                    <a:cubicBezTo>
                      <a:pt x="1879" y="3747"/>
                      <a:pt x="1569" y="3666"/>
                      <a:pt x="1299" y="3502"/>
                    </a:cubicBezTo>
                    <a:cubicBezTo>
                      <a:pt x="683" y="3129"/>
                      <a:pt x="345" y="2389"/>
                      <a:pt x="486" y="1684"/>
                    </a:cubicBezTo>
                    <a:cubicBezTo>
                      <a:pt x="649" y="876"/>
                      <a:pt x="1367" y="294"/>
                      <a:pt x="2186" y="283"/>
                    </a:cubicBezTo>
                    <a:close/>
                    <a:moveTo>
                      <a:pt x="2186" y="1"/>
                    </a:moveTo>
                    <a:cubicBezTo>
                      <a:pt x="2184" y="1"/>
                      <a:pt x="2182" y="1"/>
                      <a:pt x="2180" y="1"/>
                    </a:cubicBezTo>
                    <a:lnTo>
                      <a:pt x="2180" y="1"/>
                    </a:lnTo>
                    <a:cubicBezTo>
                      <a:pt x="1347" y="14"/>
                      <a:pt x="592" y="539"/>
                      <a:pt x="299" y="1322"/>
                    </a:cubicBezTo>
                    <a:cubicBezTo>
                      <a:pt x="0" y="2107"/>
                      <a:pt x="254" y="3033"/>
                      <a:pt x="898" y="3564"/>
                    </a:cubicBezTo>
                    <a:cubicBezTo>
                      <a:pt x="1270" y="3869"/>
                      <a:pt x="1733" y="4028"/>
                      <a:pt x="2196" y="4028"/>
                    </a:cubicBezTo>
                    <a:cubicBezTo>
                      <a:pt x="2550" y="4028"/>
                      <a:pt x="2904" y="3935"/>
                      <a:pt x="3219" y="3745"/>
                    </a:cubicBezTo>
                    <a:cubicBezTo>
                      <a:pt x="3948" y="3310"/>
                      <a:pt x="4326" y="2452"/>
                      <a:pt x="4162" y="1627"/>
                    </a:cubicBezTo>
                    <a:cubicBezTo>
                      <a:pt x="3987" y="691"/>
                      <a:pt x="3137" y="14"/>
                      <a:pt x="2190" y="1"/>
                    </a:cubicBezTo>
                    <a:lnTo>
                      <a:pt x="2190" y="1"/>
                    </a:lnTo>
                    <a:cubicBezTo>
                      <a:pt x="2189" y="1"/>
                      <a:pt x="2187" y="1"/>
                      <a:pt x="2186"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57" name="Google Shape;1157;p40"/>
              <p:cNvSpPr/>
              <p:nvPr/>
            </p:nvSpPr>
            <p:spPr>
              <a:xfrm>
                <a:off x="6139025" y="3179100"/>
                <a:ext cx="243275" cy="122000"/>
              </a:xfrm>
              <a:custGeom>
                <a:avLst/>
                <a:gdLst/>
                <a:ahLst/>
                <a:cxnLst/>
                <a:rect l="l" t="t" r="r" b="b"/>
                <a:pathLst>
                  <a:path w="9731" h="4880" extrusionOk="0">
                    <a:moveTo>
                      <a:pt x="6978" y="278"/>
                    </a:moveTo>
                    <a:cubicBezTo>
                      <a:pt x="7697" y="278"/>
                      <a:pt x="8391" y="648"/>
                      <a:pt x="8788" y="1254"/>
                    </a:cubicBezTo>
                    <a:cubicBezTo>
                      <a:pt x="9047" y="1649"/>
                      <a:pt x="9166" y="2112"/>
                      <a:pt x="9138" y="2587"/>
                    </a:cubicBezTo>
                    <a:cubicBezTo>
                      <a:pt x="9134" y="2648"/>
                      <a:pt x="9164" y="2688"/>
                      <a:pt x="9206" y="2708"/>
                    </a:cubicBezTo>
                    <a:lnTo>
                      <a:pt x="9206" y="2708"/>
                    </a:lnTo>
                    <a:cubicBezTo>
                      <a:pt x="9225" y="2720"/>
                      <a:pt x="9250" y="2728"/>
                      <a:pt x="9279" y="2728"/>
                    </a:cubicBezTo>
                    <a:lnTo>
                      <a:pt x="9448" y="2728"/>
                    </a:lnTo>
                    <a:lnTo>
                      <a:pt x="9448" y="2875"/>
                    </a:lnTo>
                    <a:lnTo>
                      <a:pt x="9211" y="2875"/>
                    </a:lnTo>
                    <a:cubicBezTo>
                      <a:pt x="9149" y="2875"/>
                      <a:pt x="9087" y="2920"/>
                      <a:pt x="9076" y="2976"/>
                    </a:cubicBezTo>
                    <a:cubicBezTo>
                      <a:pt x="8850" y="3812"/>
                      <a:pt x="8155" y="4450"/>
                      <a:pt x="7302" y="4580"/>
                    </a:cubicBezTo>
                    <a:cubicBezTo>
                      <a:pt x="7199" y="4596"/>
                      <a:pt x="7096" y="4603"/>
                      <a:pt x="6992" y="4603"/>
                    </a:cubicBezTo>
                    <a:cubicBezTo>
                      <a:pt x="6272" y="4603"/>
                      <a:pt x="5574" y="4233"/>
                      <a:pt x="5179" y="3626"/>
                    </a:cubicBezTo>
                    <a:cubicBezTo>
                      <a:pt x="4908" y="3219"/>
                      <a:pt x="4795" y="2739"/>
                      <a:pt x="4829" y="2253"/>
                    </a:cubicBezTo>
                    <a:cubicBezTo>
                      <a:pt x="4835" y="2180"/>
                      <a:pt x="4761" y="2112"/>
                      <a:pt x="4688" y="2112"/>
                    </a:cubicBezTo>
                    <a:lnTo>
                      <a:pt x="546" y="2112"/>
                    </a:lnTo>
                    <a:cubicBezTo>
                      <a:pt x="588" y="2067"/>
                      <a:pt x="628" y="2020"/>
                      <a:pt x="666" y="1971"/>
                    </a:cubicBezTo>
                    <a:lnTo>
                      <a:pt x="4767" y="1971"/>
                    </a:lnTo>
                    <a:cubicBezTo>
                      <a:pt x="4829" y="1971"/>
                      <a:pt x="4885" y="1926"/>
                      <a:pt x="4902" y="1864"/>
                    </a:cubicBezTo>
                    <a:cubicBezTo>
                      <a:pt x="5134" y="1045"/>
                      <a:pt x="5834" y="418"/>
                      <a:pt x="6681" y="299"/>
                    </a:cubicBezTo>
                    <a:cubicBezTo>
                      <a:pt x="6780" y="285"/>
                      <a:pt x="6879" y="278"/>
                      <a:pt x="6978" y="278"/>
                    </a:cubicBezTo>
                    <a:close/>
                    <a:moveTo>
                      <a:pt x="6987" y="1"/>
                    </a:moveTo>
                    <a:cubicBezTo>
                      <a:pt x="6461" y="1"/>
                      <a:pt x="5936" y="167"/>
                      <a:pt x="5507" y="497"/>
                    </a:cubicBezTo>
                    <a:cubicBezTo>
                      <a:pt x="5111" y="798"/>
                      <a:pt x="4819" y="1216"/>
                      <a:pt x="4663" y="1689"/>
                    </a:cubicBezTo>
                    <a:lnTo>
                      <a:pt x="927" y="1689"/>
                    </a:lnTo>
                    <a:cubicBezTo>
                      <a:pt x="863" y="1689"/>
                      <a:pt x="799" y="1686"/>
                      <a:pt x="735" y="1686"/>
                    </a:cubicBezTo>
                    <a:cubicBezTo>
                      <a:pt x="703" y="1686"/>
                      <a:pt x="671" y="1687"/>
                      <a:pt x="639" y="1689"/>
                    </a:cubicBezTo>
                    <a:cubicBezTo>
                      <a:pt x="624" y="1689"/>
                      <a:pt x="606" y="1686"/>
                      <a:pt x="589" y="1686"/>
                    </a:cubicBezTo>
                    <a:cubicBezTo>
                      <a:pt x="581" y="1686"/>
                      <a:pt x="573" y="1687"/>
                      <a:pt x="565" y="1689"/>
                    </a:cubicBezTo>
                    <a:cubicBezTo>
                      <a:pt x="475" y="1717"/>
                      <a:pt x="401" y="1852"/>
                      <a:pt x="339" y="1920"/>
                    </a:cubicBezTo>
                    <a:cubicBezTo>
                      <a:pt x="260" y="2005"/>
                      <a:pt x="181" y="2084"/>
                      <a:pt x="96" y="2157"/>
                    </a:cubicBezTo>
                    <a:cubicBezTo>
                      <a:pt x="0" y="2236"/>
                      <a:pt x="79" y="2395"/>
                      <a:pt x="192" y="2395"/>
                    </a:cubicBezTo>
                    <a:lnTo>
                      <a:pt x="4541" y="2395"/>
                    </a:lnTo>
                    <a:cubicBezTo>
                      <a:pt x="4529" y="3293"/>
                      <a:pt x="5017" y="4151"/>
                      <a:pt x="5812" y="4586"/>
                    </a:cubicBezTo>
                    <a:cubicBezTo>
                      <a:pt x="6175" y="4783"/>
                      <a:pt x="6576" y="4880"/>
                      <a:pt x="6975" y="4880"/>
                    </a:cubicBezTo>
                    <a:cubicBezTo>
                      <a:pt x="7514" y="4880"/>
                      <a:pt x="8051" y="4704"/>
                      <a:pt x="8488" y="4360"/>
                    </a:cubicBezTo>
                    <a:cubicBezTo>
                      <a:pt x="8879" y="4054"/>
                      <a:pt x="9165" y="3630"/>
                      <a:pt x="9317" y="3157"/>
                    </a:cubicBezTo>
                    <a:lnTo>
                      <a:pt x="9590" y="3157"/>
                    </a:lnTo>
                    <a:cubicBezTo>
                      <a:pt x="9663" y="3157"/>
                      <a:pt x="9731" y="3095"/>
                      <a:pt x="9731" y="3016"/>
                    </a:cubicBezTo>
                    <a:lnTo>
                      <a:pt x="9731" y="2587"/>
                    </a:lnTo>
                    <a:cubicBezTo>
                      <a:pt x="9731" y="2513"/>
                      <a:pt x="9663" y="2445"/>
                      <a:pt x="9590" y="2445"/>
                    </a:cubicBezTo>
                    <a:lnTo>
                      <a:pt x="9425" y="2445"/>
                    </a:lnTo>
                    <a:cubicBezTo>
                      <a:pt x="9430" y="1563"/>
                      <a:pt x="8933" y="717"/>
                      <a:pt x="8155" y="294"/>
                    </a:cubicBezTo>
                    <a:cubicBezTo>
                      <a:pt x="7793" y="98"/>
                      <a:pt x="7390" y="1"/>
                      <a:pt x="6987"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58" name="Google Shape;1158;p40"/>
              <p:cNvSpPr/>
              <p:nvPr/>
            </p:nvSpPr>
            <p:spPr>
              <a:xfrm>
                <a:off x="6260150" y="3189800"/>
                <a:ext cx="108050" cy="100700"/>
              </a:xfrm>
              <a:custGeom>
                <a:avLst/>
                <a:gdLst/>
                <a:ahLst/>
                <a:cxnLst/>
                <a:rect l="l" t="t" r="r" b="b"/>
                <a:pathLst>
                  <a:path w="4322" h="4028" extrusionOk="0">
                    <a:moveTo>
                      <a:pt x="2139" y="282"/>
                    </a:moveTo>
                    <a:cubicBezTo>
                      <a:pt x="2448" y="282"/>
                      <a:pt x="2757" y="363"/>
                      <a:pt x="3028" y="526"/>
                    </a:cubicBezTo>
                    <a:cubicBezTo>
                      <a:pt x="3643" y="899"/>
                      <a:pt x="3982" y="1639"/>
                      <a:pt x="3841" y="2345"/>
                    </a:cubicBezTo>
                    <a:cubicBezTo>
                      <a:pt x="3677" y="3153"/>
                      <a:pt x="2960" y="3734"/>
                      <a:pt x="2136" y="3745"/>
                    </a:cubicBezTo>
                    <a:cubicBezTo>
                      <a:pt x="1418" y="3740"/>
                      <a:pt x="752" y="3282"/>
                      <a:pt x="509" y="2599"/>
                    </a:cubicBezTo>
                    <a:cubicBezTo>
                      <a:pt x="266" y="1916"/>
                      <a:pt x="475" y="1142"/>
                      <a:pt x="1040" y="673"/>
                    </a:cubicBezTo>
                    <a:cubicBezTo>
                      <a:pt x="1350" y="414"/>
                      <a:pt x="1744" y="282"/>
                      <a:pt x="2139" y="282"/>
                    </a:cubicBezTo>
                    <a:close/>
                    <a:moveTo>
                      <a:pt x="2126" y="1"/>
                    </a:moveTo>
                    <a:cubicBezTo>
                      <a:pt x="1772" y="1"/>
                      <a:pt x="1417" y="93"/>
                      <a:pt x="1102" y="284"/>
                    </a:cubicBezTo>
                    <a:cubicBezTo>
                      <a:pt x="379" y="719"/>
                      <a:pt x="1" y="1577"/>
                      <a:pt x="165" y="2401"/>
                    </a:cubicBezTo>
                    <a:cubicBezTo>
                      <a:pt x="339" y="3337"/>
                      <a:pt x="1190" y="4014"/>
                      <a:pt x="2131" y="4028"/>
                    </a:cubicBezTo>
                    <a:lnTo>
                      <a:pt x="2131" y="4028"/>
                    </a:lnTo>
                    <a:cubicBezTo>
                      <a:pt x="2133" y="4028"/>
                      <a:pt x="2134" y="4028"/>
                      <a:pt x="2136" y="4028"/>
                    </a:cubicBezTo>
                    <a:cubicBezTo>
                      <a:pt x="2137" y="4028"/>
                      <a:pt x="2139" y="4028"/>
                      <a:pt x="2141" y="4028"/>
                    </a:cubicBezTo>
                    <a:lnTo>
                      <a:pt x="2141" y="4028"/>
                    </a:lnTo>
                    <a:cubicBezTo>
                      <a:pt x="2980" y="4014"/>
                      <a:pt x="3734" y="3490"/>
                      <a:pt x="4027" y="2706"/>
                    </a:cubicBezTo>
                    <a:cubicBezTo>
                      <a:pt x="4321" y="1921"/>
                      <a:pt x="4073" y="995"/>
                      <a:pt x="3423" y="464"/>
                    </a:cubicBezTo>
                    <a:cubicBezTo>
                      <a:pt x="3055" y="160"/>
                      <a:pt x="2591" y="1"/>
                      <a:pt x="2126"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59" name="Google Shape;1159;p40"/>
              <p:cNvSpPr/>
              <p:nvPr/>
            </p:nvSpPr>
            <p:spPr>
              <a:xfrm>
                <a:off x="5949825" y="3067925"/>
                <a:ext cx="407000" cy="355200"/>
              </a:xfrm>
              <a:custGeom>
                <a:avLst/>
                <a:gdLst/>
                <a:ahLst/>
                <a:cxnLst/>
                <a:rect l="l" t="t" r="r" b="b"/>
                <a:pathLst>
                  <a:path w="16280" h="14208" extrusionOk="0">
                    <a:moveTo>
                      <a:pt x="9000" y="285"/>
                    </a:moveTo>
                    <a:cubicBezTo>
                      <a:pt x="10461" y="285"/>
                      <a:pt x="11941" y="446"/>
                      <a:pt x="13329" y="912"/>
                    </a:cubicBezTo>
                    <a:cubicBezTo>
                      <a:pt x="13713" y="1042"/>
                      <a:pt x="14091" y="1200"/>
                      <a:pt x="14447" y="1386"/>
                    </a:cubicBezTo>
                    <a:cubicBezTo>
                      <a:pt x="14628" y="1477"/>
                      <a:pt x="14808" y="1578"/>
                      <a:pt x="14978" y="1691"/>
                    </a:cubicBezTo>
                    <a:cubicBezTo>
                      <a:pt x="15175" y="1815"/>
                      <a:pt x="15345" y="1962"/>
                      <a:pt x="15526" y="2109"/>
                    </a:cubicBezTo>
                    <a:cubicBezTo>
                      <a:pt x="15667" y="2250"/>
                      <a:pt x="15824" y="2407"/>
                      <a:pt x="15924" y="2586"/>
                    </a:cubicBezTo>
                    <a:lnTo>
                      <a:pt x="15924" y="2586"/>
                    </a:lnTo>
                    <a:cubicBezTo>
                      <a:pt x="15870" y="2607"/>
                      <a:pt x="15817" y="2626"/>
                      <a:pt x="15763" y="2646"/>
                    </a:cubicBezTo>
                    <a:cubicBezTo>
                      <a:pt x="15458" y="2747"/>
                      <a:pt x="15142" y="2821"/>
                      <a:pt x="14825" y="2877"/>
                    </a:cubicBezTo>
                    <a:cubicBezTo>
                      <a:pt x="14153" y="2998"/>
                      <a:pt x="13468" y="3048"/>
                      <a:pt x="12783" y="3048"/>
                    </a:cubicBezTo>
                    <a:cubicBezTo>
                      <a:pt x="12190" y="3048"/>
                      <a:pt x="11597" y="3011"/>
                      <a:pt x="11013" y="2951"/>
                    </a:cubicBezTo>
                    <a:cubicBezTo>
                      <a:pt x="9884" y="2832"/>
                      <a:pt x="8766" y="2612"/>
                      <a:pt x="7670" y="2324"/>
                    </a:cubicBezTo>
                    <a:cubicBezTo>
                      <a:pt x="7656" y="2320"/>
                      <a:pt x="7643" y="2319"/>
                      <a:pt x="7631" y="2319"/>
                    </a:cubicBezTo>
                    <a:cubicBezTo>
                      <a:pt x="7496" y="2319"/>
                      <a:pt x="7449" y="2501"/>
                      <a:pt x="7563" y="2583"/>
                    </a:cubicBezTo>
                    <a:cubicBezTo>
                      <a:pt x="8235" y="3103"/>
                      <a:pt x="8636" y="3922"/>
                      <a:pt x="8591" y="4775"/>
                    </a:cubicBezTo>
                    <a:cubicBezTo>
                      <a:pt x="8545" y="5701"/>
                      <a:pt x="7958" y="6520"/>
                      <a:pt x="7151" y="6949"/>
                    </a:cubicBezTo>
                    <a:cubicBezTo>
                      <a:pt x="6754" y="7165"/>
                      <a:pt x="6282" y="7297"/>
                      <a:pt x="5825" y="7297"/>
                    </a:cubicBezTo>
                    <a:cubicBezTo>
                      <a:pt x="5781" y="7297"/>
                      <a:pt x="5737" y="7296"/>
                      <a:pt x="5694" y="7293"/>
                    </a:cubicBezTo>
                    <a:cubicBezTo>
                      <a:pt x="5691" y="7293"/>
                      <a:pt x="5688" y="7293"/>
                      <a:pt x="5686" y="7293"/>
                    </a:cubicBezTo>
                    <a:cubicBezTo>
                      <a:pt x="5615" y="7293"/>
                      <a:pt x="5552" y="7364"/>
                      <a:pt x="5552" y="7435"/>
                    </a:cubicBezTo>
                    <a:lnTo>
                      <a:pt x="5552" y="9671"/>
                    </a:lnTo>
                    <a:lnTo>
                      <a:pt x="5552" y="13240"/>
                    </a:lnTo>
                    <a:lnTo>
                      <a:pt x="5552" y="13845"/>
                    </a:lnTo>
                    <a:lnTo>
                      <a:pt x="5552" y="13845"/>
                    </a:lnTo>
                    <a:cubicBezTo>
                      <a:pt x="5431" y="13786"/>
                      <a:pt x="5315" y="13727"/>
                      <a:pt x="5202" y="13664"/>
                    </a:cubicBezTo>
                    <a:cubicBezTo>
                      <a:pt x="4745" y="13415"/>
                      <a:pt x="4316" y="13121"/>
                      <a:pt x="3909" y="12794"/>
                    </a:cubicBezTo>
                    <a:cubicBezTo>
                      <a:pt x="3899" y="12786"/>
                      <a:pt x="3888" y="12779"/>
                      <a:pt x="3876" y="12774"/>
                    </a:cubicBezTo>
                    <a:lnTo>
                      <a:pt x="3876" y="12774"/>
                    </a:lnTo>
                    <a:cubicBezTo>
                      <a:pt x="2190" y="11740"/>
                      <a:pt x="1074" y="9946"/>
                      <a:pt x="594" y="8056"/>
                    </a:cubicBezTo>
                    <a:cubicBezTo>
                      <a:pt x="165" y="6345"/>
                      <a:pt x="199" y="4306"/>
                      <a:pt x="1356" y="2877"/>
                    </a:cubicBezTo>
                    <a:cubicBezTo>
                      <a:pt x="2192" y="1849"/>
                      <a:pt x="3423" y="1239"/>
                      <a:pt x="4671" y="872"/>
                    </a:cubicBezTo>
                    <a:cubicBezTo>
                      <a:pt x="4683" y="868"/>
                      <a:pt x="4694" y="863"/>
                      <a:pt x="4704" y="857"/>
                    </a:cubicBezTo>
                    <a:lnTo>
                      <a:pt x="4704" y="857"/>
                    </a:lnTo>
                    <a:cubicBezTo>
                      <a:pt x="6072" y="463"/>
                      <a:pt x="7506" y="291"/>
                      <a:pt x="8924" y="285"/>
                    </a:cubicBezTo>
                    <a:cubicBezTo>
                      <a:pt x="8949" y="285"/>
                      <a:pt x="8975" y="285"/>
                      <a:pt x="9000" y="285"/>
                    </a:cubicBezTo>
                    <a:close/>
                    <a:moveTo>
                      <a:pt x="9024" y="1"/>
                    </a:moveTo>
                    <a:cubicBezTo>
                      <a:pt x="8411" y="1"/>
                      <a:pt x="7798" y="34"/>
                      <a:pt x="7190" y="99"/>
                    </a:cubicBezTo>
                    <a:cubicBezTo>
                      <a:pt x="6315" y="195"/>
                      <a:pt x="5439" y="353"/>
                      <a:pt x="4592" y="596"/>
                    </a:cubicBezTo>
                    <a:cubicBezTo>
                      <a:pt x="4584" y="598"/>
                      <a:pt x="4577" y="601"/>
                      <a:pt x="4570" y="604"/>
                    </a:cubicBezTo>
                    <a:lnTo>
                      <a:pt x="4570" y="604"/>
                    </a:lnTo>
                    <a:cubicBezTo>
                      <a:pt x="3428" y="949"/>
                      <a:pt x="2310" y="1478"/>
                      <a:pt x="1464" y="2329"/>
                    </a:cubicBezTo>
                    <a:cubicBezTo>
                      <a:pt x="769" y="3035"/>
                      <a:pt x="340" y="3922"/>
                      <a:pt x="170" y="4893"/>
                    </a:cubicBezTo>
                    <a:cubicBezTo>
                      <a:pt x="1" y="5831"/>
                      <a:pt x="46" y="6796"/>
                      <a:pt x="233" y="7728"/>
                    </a:cubicBezTo>
                    <a:cubicBezTo>
                      <a:pt x="430" y="8728"/>
                      <a:pt x="809" y="9693"/>
                      <a:pt x="1339" y="10569"/>
                    </a:cubicBezTo>
                    <a:cubicBezTo>
                      <a:pt x="1876" y="11444"/>
                      <a:pt x="2571" y="12223"/>
                      <a:pt x="3418" y="12811"/>
                    </a:cubicBezTo>
                    <a:cubicBezTo>
                      <a:pt x="3525" y="12884"/>
                      <a:pt x="3632" y="12952"/>
                      <a:pt x="3739" y="13019"/>
                    </a:cubicBezTo>
                    <a:lnTo>
                      <a:pt x="3739" y="13019"/>
                    </a:lnTo>
                    <a:cubicBezTo>
                      <a:pt x="4319" y="13485"/>
                      <a:pt x="4965" y="13922"/>
                      <a:pt x="5660" y="14200"/>
                    </a:cubicBezTo>
                    <a:cubicBezTo>
                      <a:pt x="5672" y="14205"/>
                      <a:pt x="5685" y="14207"/>
                      <a:pt x="5697" y="14207"/>
                    </a:cubicBezTo>
                    <a:cubicBezTo>
                      <a:pt x="5769" y="14207"/>
                      <a:pt x="5835" y="14131"/>
                      <a:pt x="5835" y="14059"/>
                    </a:cubicBezTo>
                    <a:lnTo>
                      <a:pt x="5835" y="11823"/>
                    </a:lnTo>
                    <a:lnTo>
                      <a:pt x="5835" y="8253"/>
                    </a:lnTo>
                    <a:lnTo>
                      <a:pt x="5835" y="7580"/>
                    </a:lnTo>
                    <a:lnTo>
                      <a:pt x="5835" y="7580"/>
                    </a:lnTo>
                    <a:cubicBezTo>
                      <a:pt x="5838" y="7580"/>
                      <a:pt x="5841" y="7580"/>
                      <a:pt x="5844" y="7580"/>
                    </a:cubicBezTo>
                    <a:cubicBezTo>
                      <a:pt x="6794" y="7580"/>
                      <a:pt x="7739" y="7079"/>
                      <a:pt x="8303" y="6328"/>
                    </a:cubicBezTo>
                    <a:cubicBezTo>
                      <a:pt x="8907" y="5537"/>
                      <a:pt x="9042" y="4464"/>
                      <a:pt x="8658" y="3549"/>
                    </a:cubicBezTo>
                    <a:cubicBezTo>
                      <a:pt x="8527" y="3245"/>
                      <a:pt x="8347" y="2971"/>
                      <a:pt x="8130" y="2732"/>
                    </a:cubicBezTo>
                    <a:lnTo>
                      <a:pt x="8130" y="2732"/>
                    </a:lnTo>
                    <a:cubicBezTo>
                      <a:pt x="9641" y="3089"/>
                      <a:pt x="11192" y="3326"/>
                      <a:pt x="12745" y="3326"/>
                    </a:cubicBezTo>
                    <a:cubicBezTo>
                      <a:pt x="12838" y="3326"/>
                      <a:pt x="12931" y="3325"/>
                      <a:pt x="13024" y="3323"/>
                    </a:cubicBezTo>
                    <a:cubicBezTo>
                      <a:pt x="13939" y="3306"/>
                      <a:pt x="14882" y="3216"/>
                      <a:pt x="15763" y="2939"/>
                    </a:cubicBezTo>
                    <a:cubicBezTo>
                      <a:pt x="15904" y="2894"/>
                      <a:pt x="16051" y="2849"/>
                      <a:pt x="16186" y="2781"/>
                    </a:cubicBezTo>
                    <a:cubicBezTo>
                      <a:pt x="16197" y="2776"/>
                      <a:pt x="16207" y="2770"/>
                      <a:pt x="16215" y="2763"/>
                    </a:cubicBezTo>
                    <a:lnTo>
                      <a:pt x="16215" y="2763"/>
                    </a:lnTo>
                    <a:cubicBezTo>
                      <a:pt x="16257" y="2735"/>
                      <a:pt x="16279" y="2686"/>
                      <a:pt x="16254" y="2623"/>
                    </a:cubicBezTo>
                    <a:cubicBezTo>
                      <a:pt x="16138" y="2352"/>
                      <a:pt x="15945" y="2124"/>
                      <a:pt x="15736" y="1923"/>
                    </a:cubicBezTo>
                    <a:lnTo>
                      <a:pt x="15736" y="1923"/>
                    </a:lnTo>
                    <a:cubicBezTo>
                      <a:pt x="15732" y="1919"/>
                      <a:pt x="15728" y="1915"/>
                      <a:pt x="15723" y="1911"/>
                    </a:cubicBezTo>
                    <a:lnTo>
                      <a:pt x="15723" y="1911"/>
                    </a:lnTo>
                    <a:cubicBezTo>
                      <a:pt x="15723" y="1911"/>
                      <a:pt x="15723" y="1911"/>
                      <a:pt x="15723" y="1911"/>
                    </a:cubicBezTo>
                    <a:cubicBezTo>
                      <a:pt x="15565" y="1782"/>
                      <a:pt x="15413" y="1646"/>
                      <a:pt x="15243" y="1527"/>
                    </a:cubicBezTo>
                    <a:cubicBezTo>
                      <a:pt x="15091" y="1420"/>
                      <a:pt x="14933" y="1324"/>
                      <a:pt x="14769" y="1234"/>
                    </a:cubicBezTo>
                    <a:cubicBezTo>
                      <a:pt x="14436" y="1053"/>
                      <a:pt x="14097" y="895"/>
                      <a:pt x="13741" y="765"/>
                    </a:cubicBezTo>
                    <a:cubicBezTo>
                      <a:pt x="13024" y="488"/>
                      <a:pt x="12267" y="308"/>
                      <a:pt x="11510" y="189"/>
                    </a:cubicBezTo>
                    <a:cubicBezTo>
                      <a:pt x="10690" y="62"/>
                      <a:pt x="9857" y="1"/>
                      <a:pt x="9024"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pic>
        <p:nvPicPr>
          <p:cNvPr id="1026" name="Picture 2" descr="L' Inclusion Sociale : une société moderne - Équilibre Ergonomie">
            <a:extLst>
              <a:ext uri="{FF2B5EF4-FFF2-40B4-BE49-F238E27FC236}">
                <a16:creationId xmlns:a16="http://schemas.microsoft.com/office/drawing/2014/main" id="{E2A17755-2433-AEB4-9736-192AF9ACB30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572000" y="369944"/>
            <a:ext cx="2916667" cy="1946046"/>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descr="diverse people holding hands around the world - holding hands around globe stock illustrations">
            <a:extLst>
              <a:ext uri="{FF2B5EF4-FFF2-40B4-BE49-F238E27FC236}">
                <a16:creationId xmlns:a16="http://schemas.microsoft.com/office/drawing/2014/main" id="{D9B5345F-C747-9C88-7B4D-CCDC30BC0436}"/>
              </a:ext>
            </a:extLst>
          </p:cNvPr>
          <p:cNvPicPr>
            <a:picLocks noChangeAspect="1" noChangeArrowheads="1"/>
          </p:cNvPicPr>
          <p:nvPr/>
        </p:nvPicPr>
        <p:blipFill>
          <a:blip r:embed="rId4">
            <a:alphaModFix amt="97000"/>
            <a:extLst>
              <a:ext uri="{28A0092B-C50C-407E-A947-70E740481C1C}">
                <a14:useLocalDpi xmlns:a14="http://schemas.microsoft.com/office/drawing/2010/main" val="0"/>
              </a:ext>
            </a:extLst>
          </a:blip>
          <a:srcRect/>
          <a:stretch>
            <a:fillRect/>
          </a:stretch>
        </p:blipFill>
        <p:spPr bwMode="auto">
          <a:xfrm>
            <a:off x="1740779" y="3163414"/>
            <a:ext cx="1626587" cy="1613144"/>
          </a:xfrm>
          <a:prstGeom prst="rect">
            <a:avLst/>
          </a:prstGeom>
          <a:noFill/>
          <a:effectLst>
            <a:softEdge rad="50800"/>
          </a:effectLst>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259"/>
        <p:cNvGrpSpPr/>
        <p:nvPr/>
      </p:nvGrpSpPr>
      <p:grpSpPr>
        <a:xfrm>
          <a:off x="0" y="0"/>
          <a:ext cx="0" cy="0"/>
          <a:chOff x="0" y="0"/>
          <a:chExt cx="0" cy="0"/>
        </a:xfrm>
      </p:grpSpPr>
      <p:sp>
        <p:nvSpPr>
          <p:cNvPr id="1260" name="Google Shape;1260;p44"/>
          <p:cNvSpPr/>
          <p:nvPr/>
        </p:nvSpPr>
        <p:spPr>
          <a:xfrm>
            <a:off x="-50" y="-12925"/>
            <a:ext cx="9144000" cy="2584800"/>
          </a:xfrm>
          <a:prstGeom prst="rect">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2"/>
              </a:solidFill>
            </a:endParaRPr>
          </a:p>
        </p:txBody>
      </p:sp>
      <p:sp>
        <p:nvSpPr>
          <p:cNvPr id="1261" name="Google Shape;1261;p44"/>
          <p:cNvSpPr txBox="1">
            <a:spLocks noGrp="1"/>
          </p:cNvSpPr>
          <p:nvPr>
            <p:ph type="title"/>
          </p:nvPr>
        </p:nvSpPr>
        <p:spPr>
          <a:xfrm flipH="1">
            <a:off x="1132114" y="682894"/>
            <a:ext cx="4532886" cy="1511400"/>
          </a:xfrm>
          <a:prstGeom prst="rect">
            <a:avLst/>
          </a:prstGeom>
        </p:spPr>
        <p:txBody>
          <a:bodyPr spcFirstLastPara="1" wrap="square" lIns="91425" tIns="91425" rIns="91425" bIns="91425" anchor="b" anchorCtr="0">
            <a:noAutofit/>
          </a:bodyPr>
          <a:lstStyle/>
          <a:p>
            <a:pPr lvl="0"/>
            <a:r>
              <a:rPr lang="en-US" dirty="0"/>
              <a:t>Les Étapes Du Processus</a:t>
            </a:r>
            <a:endParaRPr dirty="0"/>
          </a:p>
        </p:txBody>
      </p:sp>
      <p:sp>
        <p:nvSpPr>
          <p:cNvPr id="1262" name="Google Shape;1262;p44"/>
          <p:cNvSpPr txBox="1">
            <a:spLocks noGrp="1"/>
          </p:cNvSpPr>
          <p:nvPr>
            <p:ph type="title" idx="2"/>
          </p:nvPr>
        </p:nvSpPr>
        <p:spPr>
          <a:xfrm flipH="1">
            <a:off x="5665000" y="986650"/>
            <a:ext cx="1652100" cy="9159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solidFill>
                  <a:schemeClr val="lt1"/>
                </a:solidFill>
              </a:rPr>
              <a:t>02</a:t>
            </a:r>
            <a:endParaRPr>
              <a:solidFill>
                <a:schemeClr val="lt1"/>
              </a:solidFill>
            </a:endParaRPr>
          </a:p>
        </p:txBody>
      </p:sp>
      <p:grpSp>
        <p:nvGrpSpPr>
          <p:cNvPr id="1264" name="Google Shape;1264;p44"/>
          <p:cNvGrpSpPr/>
          <p:nvPr/>
        </p:nvGrpSpPr>
        <p:grpSpPr>
          <a:xfrm>
            <a:off x="-58" y="2593746"/>
            <a:ext cx="9186854" cy="2238948"/>
            <a:chOff x="-58" y="2593746"/>
            <a:chExt cx="9186854" cy="2238948"/>
          </a:xfrm>
        </p:grpSpPr>
        <p:grpSp>
          <p:nvGrpSpPr>
            <p:cNvPr id="1265" name="Google Shape;1265;p44"/>
            <p:cNvGrpSpPr/>
            <p:nvPr/>
          </p:nvGrpSpPr>
          <p:grpSpPr>
            <a:xfrm flipH="1">
              <a:off x="4313205" y="3007299"/>
              <a:ext cx="1307473" cy="1825035"/>
              <a:chOff x="2034250" y="3068250"/>
              <a:chExt cx="999750" cy="1395500"/>
            </a:xfrm>
          </p:grpSpPr>
          <p:sp>
            <p:nvSpPr>
              <p:cNvPr id="1266" name="Google Shape;1266;p44"/>
              <p:cNvSpPr/>
              <p:nvPr/>
            </p:nvSpPr>
            <p:spPr>
              <a:xfrm>
                <a:off x="2439725" y="3414150"/>
                <a:ext cx="310600" cy="350175"/>
              </a:xfrm>
              <a:custGeom>
                <a:avLst/>
                <a:gdLst/>
                <a:ahLst/>
                <a:cxnLst/>
                <a:rect l="l" t="t" r="r" b="b"/>
                <a:pathLst>
                  <a:path w="12424" h="14007" extrusionOk="0">
                    <a:moveTo>
                      <a:pt x="1001" y="2863"/>
                    </a:moveTo>
                    <a:lnTo>
                      <a:pt x="1001" y="2863"/>
                    </a:lnTo>
                    <a:cubicBezTo>
                      <a:pt x="1002" y="2874"/>
                      <a:pt x="1002" y="2878"/>
                      <a:pt x="1002" y="2878"/>
                    </a:cubicBezTo>
                    <a:cubicBezTo>
                      <a:pt x="1001" y="2878"/>
                      <a:pt x="1000" y="2871"/>
                      <a:pt x="1001" y="2863"/>
                    </a:cubicBezTo>
                    <a:close/>
                    <a:moveTo>
                      <a:pt x="9480" y="289"/>
                    </a:moveTo>
                    <a:cubicBezTo>
                      <a:pt x="9699" y="674"/>
                      <a:pt x="9887" y="1078"/>
                      <a:pt x="10036" y="1497"/>
                    </a:cubicBezTo>
                    <a:cubicBezTo>
                      <a:pt x="10115" y="1723"/>
                      <a:pt x="10183" y="1955"/>
                      <a:pt x="10239" y="2186"/>
                    </a:cubicBezTo>
                    <a:cubicBezTo>
                      <a:pt x="10268" y="2299"/>
                      <a:pt x="10290" y="2424"/>
                      <a:pt x="10318" y="2537"/>
                    </a:cubicBezTo>
                    <a:cubicBezTo>
                      <a:pt x="10330" y="2576"/>
                      <a:pt x="10341" y="2604"/>
                      <a:pt x="10369" y="2627"/>
                    </a:cubicBezTo>
                    <a:cubicBezTo>
                      <a:pt x="10488" y="2740"/>
                      <a:pt x="10629" y="2836"/>
                      <a:pt x="10759" y="2938"/>
                    </a:cubicBezTo>
                    <a:cubicBezTo>
                      <a:pt x="10962" y="3096"/>
                      <a:pt x="11171" y="3259"/>
                      <a:pt x="11374" y="3423"/>
                    </a:cubicBezTo>
                    <a:cubicBezTo>
                      <a:pt x="11499" y="3525"/>
                      <a:pt x="11623" y="3621"/>
                      <a:pt x="11747" y="3722"/>
                    </a:cubicBezTo>
                    <a:cubicBezTo>
                      <a:pt x="11911" y="3852"/>
                      <a:pt x="11990" y="4050"/>
                      <a:pt x="11900" y="4248"/>
                    </a:cubicBezTo>
                    <a:cubicBezTo>
                      <a:pt x="11809" y="4434"/>
                      <a:pt x="11617" y="4530"/>
                      <a:pt x="11414" y="4536"/>
                    </a:cubicBezTo>
                    <a:lnTo>
                      <a:pt x="10573" y="4536"/>
                    </a:lnTo>
                    <a:cubicBezTo>
                      <a:pt x="10488" y="4536"/>
                      <a:pt x="10437" y="4598"/>
                      <a:pt x="10431" y="4677"/>
                    </a:cubicBezTo>
                    <a:cubicBezTo>
                      <a:pt x="10245" y="6258"/>
                      <a:pt x="9370" y="7726"/>
                      <a:pt x="8054" y="8636"/>
                    </a:cubicBezTo>
                    <a:cubicBezTo>
                      <a:pt x="7687" y="8890"/>
                      <a:pt x="7291" y="9099"/>
                      <a:pt x="6879" y="9257"/>
                    </a:cubicBezTo>
                    <a:cubicBezTo>
                      <a:pt x="6817" y="9279"/>
                      <a:pt x="6772" y="9330"/>
                      <a:pt x="6772" y="9398"/>
                    </a:cubicBezTo>
                    <a:lnTo>
                      <a:pt x="6772" y="10900"/>
                    </a:lnTo>
                    <a:lnTo>
                      <a:pt x="6772" y="13312"/>
                    </a:lnTo>
                    <a:lnTo>
                      <a:pt x="6772" y="13724"/>
                    </a:lnTo>
                    <a:lnTo>
                      <a:pt x="300" y="13724"/>
                    </a:lnTo>
                    <a:lnTo>
                      <a:pt x="300" y="12301"/>
                    </a:lnTo>
                    <a:lnTo>
                      <a:pt x="300" y="10047"/>
                    </a:lnTo>
                    <a:lnTo>
                      <a:pt x="300" y="9076"/>
                    </a:lnTo>
                    <a:lnTo>
                      <a:pt x="300" y="6648"/>
                    </a:lnTo>
                    <a:lnTo>
                      <a:pt x="300" y="5756"/>
                    </a:lnTo>
                    <a:cubicBezTo>
                      <a:pt x="300" y="5702"/>
                      <a:pt x="310" y="5644"/>
                      <a:pt x="302" y="5589"/>
                    </a:cubicBezTo>
                    <a:lnTo>
                      <a:pt x="302" y="5589"/>
                    </a:lnTo>
                    <a:cubicBezTo>
                      <a:pt x="317" y="5567"/>
                      <a:pt x="323" y="5529"/>
                      <a:pt x="334" y="5501"/>
                    </a:cubicBezTo>
                    <a:cubicBezTo>
                      <a:pt x="588" y="4807"/>
                      <a:pt x="842" y="4112"/>
                      <a:pt x="1096" y="3423"/>
                    </a:cubicBezTo>
                    <a:cubicBezTo>
                      <a:pt x="1141" y="3293"/>
                      <a:pt x="1187" y="3163"/>
                      <a:pt x="1237" y="3039"/>
                    </a:cubicBezTo>
                    <a:cubicBezTo>
                      <a:pt x="1254" y="2988"/>
                      <a:pt x="1277" y="2932"/>
                      <a:pt x="1283" y="2881"/>
                    </a:cubicBezTo>
                    <a:cubicBezTo>
                      <a:pt x="1294" y="2678"/>
                      <a:pt x="1283" y="2474"/>
                      <a:pt x="1300" y="2271"/>
                    </a:cubicBezTo>
                    <a:cubicBezTo>
                      <a:pt x="1379" y="1537"/>
                      <a:pt x="1701" y="712"/>
                      <a:pt x="2531" y="616"/>
                    </a:cubicBezTo>
                    <a:cubicBezTo>
                      <a:pt x="2886" y="577"/>
                      <a:pt x="3242" y="560"/>
                      <a:pt x="3598" y="543"/>
                    </a:cubicBezTo>
                    <a:cubicBezTo>
                      <a:pt x="4135" y="520"/>
                      <a:pt x="4665" y="498"/>
                      <a:pt x="5196" y="475"/>
                    </a:cubicBezTo>
                    <a:cubicBezTo>
                      <a:pt x="6399" y="430"/>
                      <a:pt x="7602" y="396"/>
                      <a:pt x="8805" y="328"/>
                    </a:cubicBezTo>
                    <a:cubicBezTo>
                      <a:pt x="9027" y="318"/>
                      <a:pt x="9253" y="304"/>
                      <a:pt x="9480" y="289"/>
                    </a:cubicBezTo>
                    <a:close/>
                    <a:moveTo>
                      <a:pt x="9572" y="0"/>
                    </a:moveTo>
                    <a:cubicBezTo>
                      <a:pt x="9568" y="0"/>
                      <a:pt x="9565" y="0"/>
                      <a:pt x="9562" y="1"/>
                    </a:cubicBezTo>
                    <a:cubicBezTo>
                      <a:pt x="8387" y="80"/>
                      <a:pt x="7212" y="119"/>
                      <a:pt x="6038" y="165"/>
                    </a:cubicBezTo>
                    <a:cubicBezTo>
                      <a:pt x="4999" y="204"/>
                      <a:pt x="3959" y="227"/>
                      <a:pt x="2920" y="300"/>
                    </a:cubicBezTo>
                    <a:cubicBezTo>
                      <a:pt x="2548" y="328"/>
                      <a:pt x="2169" y="351"/>
                      <a:pt x="1847" y="566"/>
                    </a:cubicBezTo>
                    <a:cubicBezTo>
                      <a:pt x="1497" y="803"/>
                      <a:pt x="1283" y="1176"/>
                      <a:pt x="1158" y="1571"/>
                    </a:cubicBezTo>
                    <a:cubicBezTo>
                      <a:pt x="1051" y="1898"/>
                      <a:pt x="1006" y="2249"/>
                      <a:pt x="1000" y="2599"/>
                    </a:cubicBezTo>
                    <a:cubicBezTo>
                      <a:pt x="995" y="2682"/>
                      <a:pt x="989" y="2771"/>
                      <a:pt x="1000" y="2855"/>
                    </a:cubicBezTo>
                    <a:lnTo>
                      <a:pt x="1000" y="2855"/>
                    </a:lnTo>
                    <a:cubicBezTo>
                      <a:pt x="987" y="2873"/>
                      <a:pt x="983" y="2900"/>
                      <a:pt x="978" y="2915"/>
                    </a:cubicBezTo>
                    <a:cubicBezTo>
                      <a:pt x="729" y="3604"/>
                      <a:pt x="475" y="4293"/>
                      <a:pt x="227" y="4982"/>
                    </a:cubicBezTo>
                    <a:cubicBezTo>
                      <a:pt x="176" y="5117"/>
                      <a:pt x="125" y="5253"/>
                      <a:pt x="74" y="5388"/>
                    </a:cubicBezTo>
                    <a:cubicBezTo>
                      <a:pt x="57" y="5451"/>
                      <a:pt x="23" y="5513"/>
                      <a:pt x="18" y="5575"/>
                    </a:cubicBezTo>
                    <a:cubicBezTo>
                      <a:pt x="1" y="5733"/>
                      <a:pt x="18" y="5897"/>
                      <a:pt x="18" y="6055"/>
                    </a:cubicBezTo>
                    <a:lnTo>
                      <a:pt x="18" y="8455"/>
                    </a:lnTo>
                    <a:lnTo>
                      <a:pt x="18" y="9799"/>
                    </a:lnTo>
                    <a:lnTo>
                      <a:pt x="18" y="11634"/>
                    </a:lnTo>
                    <a:lnTo>
                      <a:pt x="18" y="13741"/>
                    </a:lnTo>
                    <a:lnTo>
                      <a:pt x="18" y="13865"/>
                    </a:lnTo>
                    <a:cubicBezTo>
                      <a:pt x="18" y="13938"/>
                      <a:pt x="80" y="14006"/>
                      <a:pt x="159" y="14006"/>
                    </a:cubicBezTo>
                    <a:lnTo>
                      <a:pt x="6913" y="14006"/>
                    </a:lnTo>
                    <a:cubicBezTo>
                      <a:pt x="6992" y="14006"/>
                      <a:pt x="7054" y="13944"/>
                      <a:pt x="7054" y="13865"/>
                    </a:cubicBezTo>
                    <a:lnTo>
                      <a:pt x="7054" y="12357"/>
                    </a:lnTo>
                    <a:lnTo>
                      <a:pt x="7054" y="9946"/>
                    </a:lnTo>
                    <a:lnTo>
                      <a:pt x="7054" y="9493"/>
                    </a:lnTo>
                    <a:lnTo>
                      <a:pt x="7054" y="9493"/>
                    </a:lnTo>
                    <a:cubicBezTo>
                      <a:pt x="8582" y="8869"/>
                      <a:pt x="9800" y="7625"/>
                      <a:pt x="10381" y="6077"/>
                    </a:cubicBezTo>
                    <a:cubicBezTo>
                      <a:pt x="10533" y="5670"/>
                      <a:pt x="10635" y="5245"/>
                      <a:pt x="10695" y="4818"/>
                    </a:cubicBezTo>
                    <a:lnTo>
                      <a:pt x="11086" y="4818"/>
                    </a:lnTo>
                    <a:cubicBezTo>
                      <a:pt x="11150" y="4818"/>
                      <a:pt x="11216" y="4820"/>
                      <a:pt x="11283" y="4820"/>
                    </a:cubicBezTo>
                    <a:cubicBezTo>
                      <a:pt x="11399" y="4820"/>
                      <a:pt x="11517" y="4815"/>
                      <a:pt x="11629" y="4790"/>
                    </a:cubicBezTo>
                    <a:cubicBezTo>
                      <a:pt x="12208" y="4649"/>
                      <a:pt x="12424" y="3913"/>
                      <a:pt x="11955" y="3523"/>
                    </a:cubicBezTo>
                    <a:lnTo>
                      <a:pt x="11955" y="3523"/>
                    </a:lnTo>
                    <a:cubicBezTo>
                      <a:pt x="11953" y="3522"/>
                      <a:pt x="11952" y="3520"/>
                      <a:pt x="11950" y="3519"/>
                    </a:cubicBezTo>
                    <a:lnTo>
                      <a:pt x="11950" y="3519"/>
                    </a:lnTo>
                    <a:cubicBezTo>
                      <a:pt x="11950" y="3519"/>
                      <a:pt x="11950" y="3519"/>
                      <a:pt x="11950" y="3519"/>
                    </a:cubicBezTo>
                    <a:cubicBezTo>
                      <a:pt x="11949" y="3518"/>
                      <a:pt x="11948" y="3517"/>
                      <a:pt x="11947" y="3516"/>
                    </a:cubicBezTo>
                    <a:lnTo>
                      <a:pt x="11947" y="3516"/>
                    </a:lnTo>
                    <a:cubicBezTo>
                      <a:pt x="11643" y="3280"/>
                      <a:pt x="11345" y="3044"/>
                      <a:pt x="11047" y="2802"/>
                    </a:cubicBezTo>
                    <a:cubicBezTo>
                      <a:pt x="10894" y="2689"/>
                      <a:pt x="10748" y="2570"/>
                      <a:pt x="10595" y="2452"/>
                    </a:cubicBezTo>
                    <a:cubicBezTo>
                      <a:pt x="10590" y="2447"/>
                      <a:pt x="10584" y="2442"/>
                      <a:pt x="10579" y="2438"/>
                    </a:cubicBezTo>
                    <a:lnTo>
                      <a:pt x="10579" y="2438"/>
                    </a:lnTo>
                    <a:cubicBezTo>
                      <a:pt x="10581" y="2434"/>
                      <a:pt x="10581" y="2423"/>
                      <a:pt x="10578" y="2401"/>
                    </a:cubicBezTo>
                    <a:cubicBezTo>
                      <a:pt x="10578" y="2339"/>
                      <a:pt x="10550" y="2271"/>
                      <a:pt x="10539" y="2215"/>
                    </a:cubicBezTo>
                    <a:cubicBezTo>
                      <a:pt x="10482" y="1977"/>
                      <a:pt x="10414" y="1752"/>
                      <a:pt x="10341" y="1520"/>
                    </a:cubicBezTo>
                    <a:cubicBezTo>
                      <a:pt x="10172" y="1017"/>
                      <a:pt x="9946" y="532"/>
                      <a:pt x="9680" y="69"/>
                    </a:cubicBezTo>
                    <a:cubicBezTo>
                      <a:pt x="9659" y="32"/>
                      <a:pt x="9614" y="0"/>
                      <a:pt x="9572"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7" name="Google Shape;1267;p44"/>
              <p:cNvSpPr/>
              <p:nvPr/>
            </p:nvSpPr>
            <p:spPr>
              <a:xfrm>
                <a:off x="2238400" y="3068250"/>
                <a:ext cx="491350" cy="593850"/>
              </a:xfrm>
              <a:custGeom>
                <a:avLst/>
                <a:gdLst/>
                <a:ahLst/>
                <a:cxnLst/>
                <a:rect l="l" t="t" r="r" b="b"/>
                <a:pathLst>
                  <a:path w="19654" h="23754" extrusionOk="0">
                    <a:moveTo>
                      <a:pt x="9053" y="16696"/>
                    </a:moveTo>
                    <a:cubicBezTo>
                      <a:pt x="9052" y="16706"/>
                      <a:pt x="9051" y="16710"/>
                      <a:pt x="9050" y="16710"/>
                    </a:cubicBezTo>
                    <a:cubicBezTo>
                      <a:pt x="9049" y="16710"/>
                      <a:pt x="9049" y="16704"/>
                      <a:pt x="9053" y="16696"/>
                    </a:cubicBezTo>
                    <a:close/>
                    <a:moveTo>
                      <a:pt x="10377" y="281"/>
                    </a:moveTo>
                    <a:cubicBezTo>
                      <a:pt x="10954" y="281"/>
                      <a:pt x="11532" y="408"/>
                      <a:pt x="12063" y="667"/>
                    </a:cubicBezTo>
                    <a:cubicBezTo>
                      <a:pt x="13306" y="1272"/>
                      <a:pt x="14164" y="2525"/>
                      <a:pt x="14260" y="3909"/>
                    </a:cubicBezTo>
                    <a:cubicBezTo>
                      <a:pt x="14362" y="5388"/>
                      <a:pt x="13599" y="6829"/>
                      <a:pt x="12312" y="7574"/>
                    </a:cubicBezTo>
                    <a:cubicBezTo>
                      <a:pt x="12154" y="7664"/>
                      <a:pt x="11990" y="7743"/>
                      <a:pt x="11826" y="7811"/>
                    </a:cubicBezTo>
                    <a:cubicBezTo>
                      <a:pt x="11687" y="7867"/>
                      <a:pt x="11690" y="8088"/>
                      <a:pt x="11854" y="8088"/>
                    </a:cubicBezTo>
                    <a:cubicBezTo>
                      <a:pt x="11856" y="8088"/>
                      <a:pt x="11858" y="8088"/>
                      <a:pt x="11860" y="8088"/>
                    </a:cubicBezTo>
                    <a:lnTo>
                      <a:pt x="13492" y="8065"/>
                    </a:lnTo>
                    <a:cubicBezTo>
                      <a:pt x="13970" y="8056"/>
                      <a:pt x="14453" y="8034"/>
                      <a:pt x="14932" y="8034"/>
                    </a:cubicBezTo>
                    <a:cubicBezTo>
                      <a:pt x="15025" y="8034"/>
                      <a:pt x="15117" y="8035"/>
                      <a:pt x="15209" y="8037"/>
                    </a:cubicBezTo>
                    <a:cubicBezTo>
                      <a:pt x="16016" y="8054"/>
                      <a:pt x="16818" y="8252"/>
                      <a:pt x="17524" y="8647"/>
                    </a:cubicBezTo>
                    <a:cubicBezTo>
                      <a:pt x="18055" y="8958"/>
                      <a:pt x="18530" y="9364"/>
                      <a:pt x="18857" y="9889"/>
                    </a:cubicBezTo>
                    <a:cubicBezTo>
                      <a:pt x="19117" y="10302"/>
                      <a:pt x="19281" y="10770"/>
                      <a:pt x="19337" y="11256"/>
                    </a:cubicBezTo>
                    <a:cubicBezTo>
                      <a:pt x="19394" y="11680"/>
                      <a:pt x="19377" y="12109"/>
                      <a:pt x="19309" y="12532"/>
                    </a:cubicBezTo>
                    <a:cubicBezTo>
                      <a:pt x="19275" y="12753"/>
                      <a:pt x="19235" y="12984"/>
                      <a:pt x="19128" y="13176"/>
                    </a:cubicBezTo>
                    <a:cubicBezTo>
                      <a:pt x="18993" y="13436"/>
                      <a:pt x="18761" y="13639"/>
                      <a:pt x="18484" y="13730"/>
                    </a:cubicBezTo>
                    <a:cubicBezTo>
                      <a:pt x="18179" y="13831"/>
                      <a:pt x="17829" y="13820"/>
                      <a:pt x="17507" y="13843"/>
                    </a:cubicBezTo>
                    <a:cubicBezTo>
                      <a:pt x="17242" y="13859"/>
                      <a:pt x="16982" y="13876"/>
                      <a:pt x="16722" y="13888"/>
                    </a:cubicBezTo>
                    <a:cubicBezTo>
                      <a:pt x="16124" y="13922"/>
                      <a:pt x="15531" y="13944"/>
                      <a:pt x="14932" y="13967"/>
                    </a:cubicBezTo>
                    <a:cubicBezTo>
                      <a:pt x="13808" y="14012"/>
                      <a:pt x="12690" y="14046"/>
                      <a:pt x="11566" y="14102"/>
                    </a:cubicBezTo>
                    <a:cubicBezTo>
                      <a:pt x="11222" y="14119"/>
                      <a:pt x="10877" y="14136"/>
                      <a:pt x="10533" y="14176"/>
                    </a:cubicBezTo>
                    <a:cubicBezTo>
                      <a:pt x="10092" y="14232"/>
                      <a:pt x="9725" y="14464"/>
                      <a:pt x="9477" y="14831"/>
                    </a:cubicBezTo>
                    <a:cubicBezTo>
                      <a:pt x="9262" y="15153"/>
                      <a:pt x="9149" y="15542"/>
                      <a:pt x="9093" y="15921"/>
                    </a:cubicBezTo>
                    <a:cubicBezTo>
                      <a:pt x="9059" y="16169"/>
                      <a:pt x="9036" y="16429"/>
                      <a:pt x="9053" y="16677"/>
                    </a:cubicBezTo>
                    <a:cubicBezTo>
                      <a:pt x="9053" y="16683"/>
                      <a:pt x="9053" y="16688"/>
                      <a:pt x="9053" y="16692"/>
                    </a:cubicBezTo>
                    <a:lnTo>
                      <a:pt x="9053" y="16692"/>
                    </a:lnTo>
                    <a:cubicBezTo>
                      <a:pt x="9047" y="16704"/>
                      <a:pt x="9046" y="16721"/>
                      <a:pt x="9042" y="16734"/>
                    </a:cubicBezTo>
                    <a:cubicBezTo>
                      <a:pt x="9002" y="16836"/>
                      <a:pt x="8963" y="16937"/>
                      <a:pt x="8929" y="17039"/>
                    </a:cubicBezTo>
                    <a:lnTo>
                      <a:pt x="8522" y="18146"/>
                    </a:lnTo>
                    <a:cubicBezTo>
                      <a:pt x="8398" y="18485"/>
                      <a:pt x="8274" y="18823"/>
                      <a:pt x="8155" y="19162"/>
                    </a:cubicBezTo>
                    <a:cubicBezTo>
                      <a:pt x="8110" y="19281"/>
                      <a:pt x="8071" y="19371"/>
                      <a:pt x="8071" y="19496"/>
                    </a:cubicBezTo>
                    <a:lnTo>
                      <a:pt x="8071" y="21466"/>
                    </a:lnTo>
                    <a:lnTo>
                      <a:pt x="8071" y="23459"/>
                    </a:lnTo>
                    <a:lnTo>
                      <a:pt x="8071" y="23459"/>
                    </a:lnTo>
                    <a:cubicBezTo>
                      <a:pt x="7965" y="23442"/>
                      <a:pt x="7855" y="23412"/>
                      <a:pt x="7754" y="23392"/>
                    </a:cubicBezTo>
                    <a:cubicBezTo>
                      <a:pt x="7602" y="23364"/>
                      <a:pt x="7455" y="23336"/>
                      <a:pt x="7303" y="23302"/>
                    </a:cubicBezTo>
                    <a:cubicBezTo>
                      <a:pt x="7037" y="23245"/>
                      <a:pt x="6772" y="23178"/>
                      <a:pt x="6512" y="23099"/>
                    </a:cubicBezTo>
                    <a:cubicBezTo>
                      <a:pt x="6111" y="22974"/>
                      <a:pt x="5716" y="22822"/>
                      <a:pt x="5354" y="22602"/>
                    </a:cubicBezTo>
                    <a:cubicBezTo>
                      <a:pt x="4784" y="22251"/>
                      <a:pt x="4383" y="21749"/>
                      <a:pt x="4084" y="21156"/>
                    </a:cubicBezTo>
                    <a:cubicBezTo>
                      <a:pt x="3739" y="20461"/>
                      <a:pt x="3496" y="19727"/>
                      <a:pt x="3186" y="19021"/>
                    </a:cubicBezTo>
                    <a:cubicBezTo>
                      <a:pt x="2982" y="18558"/>
                      <a:pt x="2756" y="18106"/>
                      <a:pt x="2502" y="17666"/>
                    </a:cubicBezTo>
                    <a:cubicBezTo>
                      <a:pt x="2333" y="17366"/>
                      <a:pt x="2147" y="17078"/>
                      <a:pt x="1921" y="16819"/>
                    </a:cubicBezTo>
                    <a:cubicBezTo>
                      <a:pt x="1779" y="16649"/>
                      <a:pt x="1621" y="16502"/>
                      <a:pt x="1469" y="16344"/>
                    </a:cubicBezTo>
                    <a:cubicBezTo>
                      <a:pt x="899" y="15734"/>
                      <a:pt x="509" y="14972"/>
                      <a:pt x="362" y="14147"/>
                    </a:cubicBezTo>
                    <a:cubicBezTo>
                      <a:pt x="147" y="12928"/>
                      <a:pt x="498" y="11595"/>
                      <a:pt x="1153" y="10556"/>
                    </a:cubicBezTo>
                    <a:cubicBezTo>
                      <a:pt x="1667" y="9748"/>
                      <a:pt x="2418" y="9133"/>
                      <a:pt x="3282" y="8737"/>
                    </a:cubicBezTo>
                    <a:cubicBezTo>
                      <a:pt x="4021" y="8399"/>
                      <a:pt x="4835" y="8218"/>
                      <a:pt x="5642" y="8144"/>
                    </a:cubicBezTo>
                    <a:cubicBezTo>
                      <a:pt x="5930" y="8120"/>
                      <a:pt x="6218" y="8108"/>
                      <a:pt x="6506" y="8108"/>
                    </a:cubicBezTo>
                    <a:cubicBezTo>
                      <a:pt x="6760" y="8108"/>
                      <a:pt x="7015" y="8118"/>
                      <a:pt x="7269" y="8139"/>
                    </a:cubicBezTo>
                    <a:cubicBezTo>
                      <a:pt x="7453" y="8156"/>
                      <a:pt x="7638" y="8162"/>
                      <a:pt x="7824" y="8162"/>
                    </a:cubicBezTo>
                    <a:cubicBezTo>
                      <a:pt x="8118" y="8162"/>
                      <a:pt x="8413" y="8148"/>
                      <a:pt x="8703" y="8144"/>
                    </a:cubicBezTo>
                    <a:cubicBezTo>
                      <a:pt x="8799" y="8139"/>
                      <a:pt x="8890" y="8139"/>
                      <a:pt x="8980" y="8139"/>
                    </a:cubicBezTo>
                    <a:cubicBezTo>
                      <a:pt x="9149" y="8133"/>
                      <a:pt x="9166" y="7913"/>
                      <a:pt x="9019" y="7862"/>
                    </a:cubicBezTo>
                    <a:cubicBezTo>
                      <a:pt x="7653" y="7359"/>
                      <a:pt x="6636" y="6089"/>
                      <a:pt x="6478" y="4637"/>
                    </a:cubicBezTo>
                    <a:cubicBezTo>
                      <a:pt x="6320" y="3231"/>
                      <a:pt x="6941" y="1814"/>
                      <a:pt x="8099" y="1001"/>
                    </a:cubicBezTo>
                    <a:cubicBezTo>
                      <a:pt x="8770" y="527"/>
                      <a:pt x="9573" y="281"/>
                      <a:pt x="10377" y="281"/>
                    </a:cubicBezTo>
                    <a:close/>
                    <a:moveTo>
                      <a:pt x="10357" y="1"/>
                    </a:moveTo>
                    <a:cubicBezTo>
                      <a:pt x="9678" y="1"/>
                      <a:pt x="8998" y="162"/>
                      <a:pt x="8387" y="487"/>
                    </a:cubicBezTo>
                    <a:cubicBezTo>
                      <a:pt x="7065" y="1193"/>
                      <a:pt x="6207" y="2587"/>
                      <a:pt x="6167" y="4090"/>
                    </a:cubicBezTo>
                    <a:cubicBezTo>
                      <a:pt x="6134" y="5640"/>
                      <a:pt x="6987" y="7120"/>
                      <a:pt x="8349" y="7866"/>
                    </a:cubicBezTo>
                    <a:lnTo>
                      <a:pt x="8349" y="7866"/>
                    </a:lnTo>
                    <a:cubicBezTo>
                      <a:pt x="8259" y="7867"/>
                      <a:pt x="8168" y="7868"/>
                      <a:pt x="8076" y="7868"/>
                    </a:cubicBezTo>
                    <a:cubicBezTo>
                      <a:pt x="7931" y="7871"/>
                      <a:pt x="7783" y="7886"/>
                      <a:pt x="7636" y="7886"/>
                    </a:cubicBezTo>
                    <a:cubicBezTo>
                      <a:pt x="7566" y="7886"/>
                      <a:pt x="7496" y="7882"/>
                      <a:pt x="7427" y="7873"/>
                    </a:cubicBezTo>
                    <a:cubicBezTo>
                      <a:pt x="7121" y="7839"/>
                      <a:pt x="6810" y="7825"/>
                      <a:pt x="6501" y="7825"/>
                    </a:cubicBezTo>
                    <a:cubicBezTo>
                      <a:pt x="6353" y="7825"/>
                      <a:pt x="6206" y="7828"/>
                      <a:pt x="6060" y="7834"/>
                    </a:cubicBezTo>
                    <a:cubicBezTo>
                      <a:pt x="5253" y="7873"/>
                      <a:pt x="4445" y="8003"/>
                      <a:pt x="3683" y="8274"/>
                    </a:cubicBezTo>
                    <a:cubicBezTo>
                      <a:pt x="2790" y="8591"/>
                      <a:pt x="1960" y="9104"/>
                      <a:pt x="1339" y="9833"/>
                    </a:cubicBezTo>
                    <a:cubicBezTo>
                      <a:pt x="966" y="10268"/>
                      <a:pt x="684" y="10753"/>
                      <a:pt x="469" y="11279"/>
                    </a:cubicBezTo>
                    <a:cubicBezTo>
                      <a:pt x="204" y="11928"/>
                      <a:pt x="34" y="12623"/>
                      <a:pt x="18" y="13329"/>
                    </a:cubicBezTo>
                    <a:cubicBezTo>
                      <a:pt x="1" y="14323"/>
                      <a:pt x="311" y="15300"/>
                      <a:pt x="899" y="16096"/>
                    </a:cubicBezTo>
                    <a:cubicBezTo>
                      <a:pt x="1130" y="16412"/>
                      <a:pt x="1412" y="16661"/>
                      <a:pt x="1667" y="16954"/>
                    </a:cubicBezTo>
                    <a:cubicBezTo>
                      <a:pt x="2079" y="17417"/>
                      <a:pt x="2372" y="17982"/>
                      <a:pt x="2649" y="18535"/>
                    </a:cubicBezTo>
                    <a:cubicBezTo>
                      <a:pt x="3028" y="19304"/>
                      <a:pt x="3310" y="20105"/>
                      <a:pt x="3649" y="20890"/>
                    </a:cubicBezTo>
                    <a:cubicBezTo>
                      <a:pt x="3920" y="21512"/>
                      <a:pt x="4259" y="22110"/>
                      <a:pt x="4790" y="22545"/>
                    </a:cubicBezTo>
                    <a:cubicBezTo>
                      <a:pt x="5501" y="23127"/>
                      <a:pt x="6410" y="23403"/>
                      <a:pt x="7291" y="23590"/>
                    </a:cubicBezTo>
                    <a:cubicBezTo>
                      <a:pt x="7444" y="23624"/>
                      <a:pt x="7596" y="23652"/>
                      <a:pt x="7749" y="23680"/>
                    </a:cubicBezTo>
                    <a:cubicBezTo>
                      <a:pt x="7896" y="23703"/>
                      <a:pt x="8059" y="23754"/>
                      <a:pt x="8212" y="23754"/>
                    </a:cubicBezTo>
                    <a:cubicBezTo>
                      <a:pt x="8285" y="23754"/>
                      <a:pt x="8353" y="23686"/>
                      <a:pt x="8353" y="23612"/>
                    </a:cubicBezTo>
                    <a:lnTo>
                      <a:pt x="8353" y="22071"/>
                    </a:lnTo>
                    <a:lnTo>
                      <a:pt x="8353" y="19761"/>
                    </a:lnTo>
                    <a:lnTo>
                      <a:pt x="8353" y="19479"/>
                    </a:lnTo>
                    <a:cubicBezTo>
                      <a:pt x="8353" y="19465"/>
                      <a:pt x="8357" y="19448"/>
                      <a:pt x="8355" y="19430"/>
                    </a:cubicBezTo>
                    <a:lnTo>
                      <a:pt x="8355" y="19430"/>
                    </a:lnTo>
                    <a:cubicBezTo>
                      <a:pt x="8399" y="19357"/>
                      <a:pt x="8416" y="19257"/>
                      <a:pt x="8449" y="19179"/>
                    </a:cubicBezTo>
                    <a:cubicBezTo>
                      <a:pt x="8505" y="19021"/>
                      <a:pt x="8562" y="18857"/>
                      <a:pt x="8618" y="18699"/>
                    </a:cubicBezTo>
                    <a:cubicBezTo>
                      <a:pt x="8765" y="18304"/>
                      <a:pt x="8912" y="17909"/>
                      <a:pt x="9053" y="17513"/>
                    </a:cubicBezTo>
                    <a:cubicBezTo>
                      <a:pt x="9144" y="17270"/>
                      <a:pt x="9251" y="17022"/>
                      <a:pt x="9324" y="16774"/>
                    </a:cubicBezTo>
                    <a:cubicBezTo>
                      <a:pt x="9336" y="16734"/>
                      <a:pt x="9336" y="16694"/>
                      <a:pt x="9336" y="16655"/>
                    </a:cubicBezTo>
                    <a:cubicBezTo>
                      <a:pt x="9330" y="16548"/>
                      <a:pt x="9330" y="16446"/>
                      <a:pt x="9336" y="16339"/>
                    </a:cubicBezTo>
                    <a:cubicBezTo>
                      <a:pt x="9353" y="15994"/>
                      <a:pt x="9415" y="15644"/>
                      <a:pt x="9539" y="15322"/>
                    </a:cubicBezTo>
                    <a:cubicBezTo>
                      <a:pt x="9674" y="14972"/>
                      <a:pt x="9929" y="14644"/>
                      <a:pt x="10296" y="14520"/>
                    </a:cubicBezTo>
                    <a:cubicBezTo>
                      <a:pt x="10612" y="14407"/>
                      <a:pt x="10985" y="14419"/>
                      <a:pt x="11318" y="14396"/>
                    </a:cubicBezTo>
                    <a:cubicBezTo>
                      <a:pt x="12419" y="14334"/>
                      <a:pt x="13526" y="14306"/>
                      <a:pt x="14627" y="14260"/>
                    </a:cubicBezTo>
                    <a:cubicBezTo>
                      <a:pt x="15824" y="14215"/>
                      <a:pt x="17027" y="14187"/>
                      <a:pt x="18219" y="14068"/>
                    </a:cubicBezTo>
                    <a:cubicBezTo>
                      <a:pt x="18840" y="14006"/>
                      <a:pt x="19360" y="13583"/>
                      <a:pt x="19512" y="12967"/>
                    </a:cubicBezTo>
                    <a:cubicBezTo>
                      <a:pt x="19603" y="12566"/>
                      <a:pt x="19653" y="12154"/>
                      <a:pt x="19653" y="11742"/>
                    </a:cubicBezTo>
                    <a:cubicBezTo>
                      <a:pt x="19648" y="10691"/>
                      <a:pt x="19247" y="9686"/>
                      <a:pt x="18456" y="8975"/>
                    </a:cubicBezTo>
                    <a:cubicBezTo>
                      <a:pt x="18214" y="8760"/>
                      <a:pt x="17949" y="8569"/>
                      <a:pt x="17668" y="8405"/>
                    </a:cubicBezTo>
                    <a:lnTo>
                      <a:pt x="17668" y="8405"/>
                    </a:lnTo>
                    <a:cubicBezTo>
                      <a:pt x="17667" y="8405"/>
                      <a:pt x="17666" y="8405"/>
                      <a:pt x="17665" y="8404"/>
                    </a:cubicBezTo>
                    <a:lnTo>
                      <a:pt x="17665" y="8404"/>
                    </a:lnTo>
                    <a:cubicBezTo>
                      <a:pt x="17665" y="8404"/>
                      <a:pt x="17665" y="8404"/>
                      <a:pt x="17665" y="8404"/>
                    </a:cubicBezTo>
                    <a:cubicBezTo>
                      <a:pt x="17665" y="8404"/>
                      <a:pt x="17664" y="8403"/>
                      <a:pt x="17663" y="8403"/>
                    </a:cubicBezTo>
                    <a:lnTo>
                      <a:pt x="17663" y="8403"/>
                    </a:lnTo>
                    <a:cubicBezTo>
                      <a:pt x="17031" y="8048"/>
                      <a:pt x="16326" y="7845"/>
                      <a:pt x="15604" y="7777"/>
                    </a:cubicBezTo>
                    <a:cubicBezTo>
                      <a:pt x="15430" y="7761"/>
                      <a:pt x="15255" y="7756"/>
                      <a:pt x="15078" y="7756"/>
                    </a:cubicBezTo>
                    <a:cubicBezTo>
                      <a:pt x="14956" y="7756"/>
                      <a:pt x="14834" y="7758"/>
                      <a:pt x="14712" y="7760"/>
                    </a:cubicBezTo>
                    <a:cubicBezTo>
                      <a:pt x="13983" y="7772"/>
                      <a:pt x="13249" y="7783"/>
                      <a:pt x="12515" y="7794"/>
                    </a:cubicBezTo>
                    <a:cubicBezTo>
                      <a:pt x="12504" y="7795"/>
                      <a:pt x="12493" y="7795"/>
                      <a:pt x="12482" y="7795"/>
                    </a:cubicBezTo>
                    <a:lnTo>
                      <a:pt x="12482" y="7795"/>
                    </a:lnTo>
                    <a:cubicBezTo>
                      <a:pt x="13647" y="7105"/>
                      <a:pt x="14435" y="5881"/>
                      <a:pt x="14542" y="4502"/>
                    </a:cubicBezTo>
                    <a:cubicBezTo>
                      <a:pt x="14655" y="2994"/>
                      <a:pt x="13921" y="1514"/>
                      <a:pt x="12662" y="684"/>
                    </a:cubicBezTo>
                    <a:cubicBezTo>
                      <a:pt x="11974" y="230"/>
                      <a:pt x="11166" y="1"/>
                      <a:pt x="10357"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8" name="Google Shape;1268;p44"/>
              <p:cNvSpPr/>
              <p:nvPr/>
            </p:nvSpPr>
            <p:spPr>
              <a:xfrm>
                <a:off x="2034250" y="3757575"/>
                <a:ext cx="999750" cy="706175"/>
              </a:xfrm>
              <a:custGeom>
                <a:avLst/>
                <a:gdLst/>
                <a:ahLst/>
                <a:cxnLst/>
                <a:rect l="l" t="t" r="r" b="b"/>
                <a:pathLst>
                  <a:path w="39990" h="28247" extrusionOk="0">
                    <a:moveTo>
                      <a:pt x="23761" y="292"/>
                    </a:moveTo>
                    <a:lnTo>
                      <a:pt x="23761" y="292"/>
                    </a:lnTo>
                    <a:cubicBezTo>
                      <a:pt x="24471" y="886"/>
                      <a:pt x="25244" y="1415"/>
                      <a:pt x="26018" y="1918"/>
                    </a:cubicBezTo>
                    <a:cubicBezTo>
                      <a:pt x="26831" y="2438"/>
                      <a:pt x="27667" y="2918"/>
                      <a:pt x="28531" y="3353"/>
                    </a:cubicBezTo>
                    <a:cubicBezTo>
                      <a:pt x="29418" y="3793"/>
                      <a:pt x="30315" y="4194"/>
                      <a:pt x="31168" y="4702"/>
                    </a:cubicBezTo>
                    <a:cubicBezTo>
                      <a:pt x="33393" y="6030"/>
                      <a:pt x="35426" y="7848"/>
                      <a:pt x="36674" y="10146"/>
                    </a:cubicBezTo>
                    <a:cubicBezTo>
                      <a:pt x="36883" y="10535"/>
                      <a:pt x="37080" y="10925"/>
                      <a:pt x="37199" y="11342"/>
                    </a:cubicBezTo>
                    <a:lnTo>
                      <a:pt x="37199" y="11342"/>
                    </a:lnTo>
                    <a:cubicBezTo>
                      <a:pt x="37199" y="11342"/>
                      <a:pt x="37199" y="11343"/>
                      <a:pt x="37200" y="11344"/>
                    </a:cubicBezTo>
                    <a:cubicBezTo>
                      <a:pt x="37200" y="11344"/>
                      <a:pt x="37200" y="11344"/>
                      <a:pt x="37200" y="11344"/>
                    </a:cubicBezTo>
                    <a:lnTo>
                      <a:pt x="37200" y="11344"/>
                    </a:lnTo>
                    <a:cubicBezTo>
                      <a:pt x="37200" y="11344"/>
                      <a:pt x="37200" y="11345"/>
                      <a:pt x="37200" y="11345"/>
                    </a:cubicBezTo>
                    <a:lnTo>
                      <a:pt x="37200" y="11345"/>
                    </a:lnTo>
                    <a:cubicBezTo>
                      <a:pt x="37482" y="12299"/>
                      <a:pt x="37697" y="13270"/>
                      <a:pt x="37911" y="14235"/>
                    </a:cubicBezTo>
                    <a:cubicBezTo>
                      <a:pt x="38470" y="16822"/>
                      <a:pt x="38894" y="19442"/>
                      <a:pt x="39199" y="22068"/>
                    </a:cubicBezTo>
                    <a:cubicBezTo>
                      <a:pt x="39430" y="24026"/>
                      <a:pt x="39597" y="25995"/>
                      <a:pt x="39700" y="27964"/>
                    </a:cubicBezTo>
                    <a:lnTo>
                      <a:pt x="296" y="27964"/>
                    </a:lnTo>
                    <a:cubicBezTo>
                      <a:pt x="480" y="24425"/>
                      <a:pt x="867" y="20892"/>
                      <a:pt x="1469" y="17398"/>
                    </a:cubicBezTo>
                    <a:cubicBezTo>
                      <a:pt x="1796" y="15523"/>
                      <a:pt x="2175" y="13653"/>
                      <a:pt x="2666" y="11812"/>
                    </a:cubicBezTo>
                    <a:cubicBezTo>
                      <a:pt x="2835" y="11169"/>
                      <a:pt x="3067" y="10604"/>
                      <a:pt x="3395" y="10017"/>
                    </a:cubicBezTo>
                    <a:cubicBezTo>
                      <a:pt x="4569" y="7916"/>
                      <a:pt x="6399" y="6222"/>
                      <a:pt x="8421" y="4951"/>
                    </a:cubicBezTo>
                    <a:cubicBezTo>
                      <a:pt x="9189" y="4471"/>
                      <a:pt x="9985" y="4047"/>
                      <a:pt x="10804" y="3669"/>
                    </a:cubicBezTo>
                    <a:cubicBezTo>
                      <a:pt x="11662" y="3268"/>
                      <a:pt x="12498" y="2822"/>
                      <a:pt x="13306" y="2336"/>
                    </a:cubicBezTo>
                    <a:cubicBezTo>
                      <a:pt x="14294" y="1738"/>
                      <a:pt x="15248" y="1088"/>
                      <a:pt x="16146" y="365"/>
                    </a:cubicBezTo>
                    <a:cubicBezTo>
                      <a:pt x="16176" y="339"/>
                      <a:pt x="16205" y="316"/>
                      <a:pt x="16233" y="292"/>
                    </a:cubicBezTo>
                    <a:lnTo>
                      <a:pt x="16254" y="292"/>
                    </a:lnTo>
                    <a:cubicBezTo>
                      <a:pt x="16316" y="684"/>
                      <a:pt x="16490" y="1065"/>
                      <a:pt x="16767" y="1348"/>
                    </a:cubicBezTo>
                    <a:cubicBezTo>
                      <a:pt x="17137" y="1727"/>
                      <a:pt x="17676" y="1907"/>
                      <a:pt x="18203" y="1907"/>
                    </a:cubicBezTo>
                    <a:cubicBezTo>
                      <a:pt x="18336" y="1907"/>
                      <a:pt x="18469" y="1896"/>
                      <a:pt x="18597" y="1873"/>
                    </a:cubicBezTo>
                    <a:cubicBezTo>
                      <a:pt x="19030" y="1802"/>
                      <a:pt x="19444" y="1611"/>
                      <a:pt x="19757" y="1306"/>
                    </a:cubicBezTo>
                    <a:lnTo>
                      <a:pt x="19757" y="1306"/>
                    </a:lnTo>
                    <a:cubicBezTo>
                      <a:pt x="20163" y="1705"/>
                      <a:pt x="20725" y="1905"/>
                      <a:pt x="21280" y="1905"/>
                    </a:cubicBezTo>
                    <a:cubicBezTo>
                      <a:pt x="22060" y="1905"/>
                      <a:pt x="22828" y="1511"/>
                      <a:pt x="23138" y="727"/>
                    </a:cubicBezTo>
                    <a:cubicBezTo>
                      <a:pt x="23194" y="585"/>
                      <a:pt x="23233" y="440"/>
                      <a:pt x="23256" y="292"/>
                    </a:cubicBezTo>
                    <a:close/>
                    <a:moveTo>
                      <a:pt x="23739" y="1"/>
                    </a:moveTo>
                    <a:cubicBezTo>
                      <a:pt x="23674" y="1"/>
                      <a:pt x="23606" y="9"/>
                      <a:pt x="23550" y="9"/>
                    </a:cubicBezTo>
                    <a:lnTo>
                      <a:pt x="23132" y="9"/>
                    </a:lnTo>
                    <a:cubicBezTo>
                      <a:pt x="23053" y="9"/>
                      <a:pt x="22997" y="77"/>
                      <a:pt x="22991" y="151"/>
                    </a:cubicBezTo>
                    <a:cubicBezTo>
                      <a:pt x="22951" y="642"/>
                      <a:pt x="22652" y="1173"/>
                      <a:pt x="22178" y="1421"/>
                    </a:cubicBezTo>
                    <a:cubicBezTo>
                      <a:pt x="21912" y="1562"/>
                      <a:pt x="21610" y="1630"/>
                      <a:pt x="21308" y="1630"/>
                    </a:cubicBezTo>
                    <a:cubicBezTo>
                      <a:pt x="20762" y="1630"/>
                      <a:pt x="20213" y="1410"/>
                      <a:pt x="19857" y="1003"/>
                    </a:cubicBezTo>
                    <a:cubicBezTo>
                      <a:pt x="19831" y="975"/>
                      <a:pt x="19793" y="961"/>
                      <a:pt x="19756" y="961"/>
                    </a:cubicBezTo>
                    <a:cubicBezTo>
                      <a:pt x="19718" y="961"/>
                      <a:pt x="19682" y="975"/>
                      <a:pt x="19659" y="1003"/>
                    </a:cubicBezTo>
                    <a:cubicBezTo>
                      <a:pt x="19299" y="1410"/>
                      <a:pt x="18751" y="1630"/>
                      <a:pt x="18206" y="1630"/>
                    </a:cubicBezTo>
                    <a:cubicBezTo>
                      <a:pt x="17904" y="1630"/>
                      <a:pt x="17604" y="1562"/>
                      <a:pt x="17338" y="1421"/>
                    </a:cubicBezTo>
                    <a:cubicBezTo>
                      <a:pt x="16863" y="1173"/>
                      <a:pt x="16559" y="642"/>
                      <a:pt x="16519" y="151"/>
                    </a:cubicBezTo>
                    <a:cubicBezTo>
                      <a:pt x="16513" y="77"/>
                      <a:pt x="16463" y="9"/>
                      <a:pt x="16378" y="9"/>
                    </a:cubicBezTo>
                    <a:cubicBezTo>
                      <a:pt x="16350" y="9"/>
                      <a:pt x="16324" y="9"/>
                      <a:pt x="16298" y="9"/>
                    </a:cubicBezTo>
                    <a:cubicBezTo>
                      <a:pt x="16208" y="9"/>
                      <a:pt x="16129" y="16"/>
                      <a:pt x="16050" y="77"/>
                    </a:cubicBezTo>
                    <a:cubicBezTo>
                      <a:pt x="15960" y="145"/>
                      <a:pt x="15875" y="224"/>
                      <a:pt x="15785" y="292"/>
                    </a:cubicBezTo>
                    <a:cubicBezTo>
                      <a:pt x="15373" y="619"/>
                      <a:pt x="14943" y="924"/>
                      <a:pt x="14509" y="1224"/>
                    </a:cubicBezTo>
                    <a:cubicBezTo>
                      <a:pt x="13820" y="1698"/>
                      <a:pt x="13102" y="2139"/>
                      <a:pt x="12374" y="2551"/>
                    </a:cubicBezTo>
                    <a:cubicBezTo>
                      <a:pt x="11527" y="3025"/>
                      <a:pt x="10640" y="3409"/>
                      <a:pt x="9776" y="3855"/>
                    </a:cubicBezTo>
                    <a:cubicBezTo>
                      <a:pt x="7336" y="5115"/>
                      <a:pt x="5083" y="6882"/>
                      <a:pt x="3558" y="9198"/>
                    </a:cubicBezTo>
                    <a:cubicBezTo>
                      <a:pt x="3112" y="9881"/>
                      <a:pt x="2700" y="10626"/>
                      <a:pt x="2474" y="11423"/>
                    </a:cubicBezTo>
                    <a:cubicBezTo>
                      <a:pt x="2034" y="13015"/>
                      <a:pt x="1695" y="14636"/>
                      <a:pt x="1390" y="16257"/>
                    </a:cubicBezTo>
                    <a:cubicBezTo>
                      <a:pt x="752" y="19657"/>
                      <a:pt x="328" y="23096"/>
                      <a:pt x="97" y="26541"/>
                    </a:cubicBezTo>
                    <a:cubicBezTo>
                      <a:pt x="63" y="27060"/>
                      <a:pt x="34" y="27585"/>
                      <a:pt x="6" y="28105"/>
                    </a:cubicBezTo>
                    <a:cubicBezTo>
                      <a:pt x="1" y="28184"/>
                      <a:pt x="74" y="28246"/>
                      <a:pt x="147" y="28246"/>
                    </a:cubicBezTo>
                    <a:lnTo>
                      <a:pt x="39848" y="28246"/>
                    </a:lnTo>
                    <a:cubicBezTo>
                      <a:pt x="39922" y="28246"/>
                      <a:pt x="39989" y="28184"/>
                      <a:pt x="39989" y="28105"/>
                    </a:cubicBezTo>
                    <a:cubicBezTo>
                      <a:pt x="39820" y="24745"/>
                      <a:pt x="39464" y="21390"/>
                      <a:pt x="38922" y="18064"/>
                    </a:cubicBezTo>
                    <a:cubicBezTo>
                      <a:pt x="38600" y="16104"/>
                      <a:pt x="38216" y="14156"/>
                      <a:pt x="37730" y="12230"/>
                    </a:cubicBezTo>
                    <a:cubicBezTo>
                      <a:pt x="37651" y="11908"/>
                      <a:pt x="37567" y="11586"/>
                      <a:pt x="37476" y="11270"/>
                    </a:cubicBezTo>
                    <a:cubicBezTo>
                      <a:pt x="37363" y="10881"/>
                      <a:pt x="37177" y="10502"/>
                      <a:pt x="36991" y="10146"/>
                    </a:cubicBezTo>
                    <a:cubicBezTo>
                      <a:pt x="36494" y="9192"/>
                      <a:pt x="35850" y="8311"/>
                      <a:pt x="35121" y="7520"/>
                    </a:cubicBezTo>
                    <a:cubicBezTo>
                      <a:pt x="33992" y="6284"/>
                      <a:pt x="32648" y="5245"/>
                      <a:pt x="31202" y="4397"/>
                    </a:cubicBezTo>
                    <a:cubicBezTo>
                      <a:pt x="30259" y="3844"/>
                      <a:pt x="29259" y="3415"/>
                      <a:pt x="28294" y="2912"/>
                    </a:cubicBezTo>
                    <a:cubicBezTo>
                      <a:pt x="27413" y="2455"/>
                      <a:pt x="26566" y="1947"/>
                      <a:pt x="25741" y="1399"/>
                    </a:cubicBezTo>
                    <a:cubicBezTo>
                      <a:pt x="25182" y="1026"/>
                      <a:pt x="24634" y="631"/>
                      <a:pt x="24103" y="207"/>
                    </a:cubicBezTo>
                    <a:cubicBezTo>
                      <a:pt x="24036" y="151"/>
                      <a:pt x="23945" y="49"/>
                      <a:pt x="23855" y="15"/>
                    </a:cubicBezTo>
                    <a:cubicBezTo>
                      <a:pt x="23820" y="4"/>
                      <a:pt x="23780" y="1"/>
                      <a:pt x="23739"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9" name="Google Shape;1269;p44"/>
              <p:cNvSpPr/>
              <p:nvPr/>
            </p:nvSpPr>
            <p:spPr>
              <a:xfrm>
                <a:off x="2440000" y="3757225"/>
                <a:ext cx="176225" cy="7650"/>
              </a:xfrm>
              <a:custGeom>
                <a:avLst/>
                <a:gdLst/>
                <a:ahLst/>
                <a:cxnLst/>
                <a:rect l="l" t="t" r="r" b="b"/>
                <a:pathLst>
                  <a:path w="7049" h="306" extrusionOk="0">
                    <a:moveTo>
                      <a:pt x="148" y="1"/>
                    </a:moveTo>
                    <a:cubicBezTo>
                      <a:pt x="74" y="1"/>
                      <a:pt x="1" y="63"/>
                      <a:pt x="7" y="142"/>
                    </a:cubicBezTo>
                    <a:cubicBezTo>
                      <a:pt x="7" y="148"/>
                      <a:pt x="7" y="159"/>
                      <a:pt x="7" y="165"/>
                    </a:cubicBezTo>
                    <a:cubicBezTo>
                      <a:pt x="12" y="244"/>
                      <a:pt x="69" y="306"/>
                      <a:pt x="148" y="306"/>
                    </a:cubicBezTo>
                    <a:lnTo>
                      <a:pt x="6902" y="306"/>
                    </a:lnTo>
                    <a:cubicBezTo>
                      <a:pt x="6962" y="306"/>
                      <a:pt x="7003" y="274"/>
                      <a:pt x="7023" y="232"/>
                    </a:cubicBezTo>
                    <a:lnTo>
                      <a:pt x="7023" y="232"/>
                    </a:lnTo>
                    <a:cubicBezTo>
                      <a:pt x="7034" y="214"/>
                      <a:pt x="7042" y="191"/>
                      <a:pt x="7043" y="165"/>
                    </a:cubicBezTo>
                    <a:cubicBezTo>
                      <a:pt x="7043" y="159"/>
                      <a:pt x="7043" y="148"/>
                      <a:pt x="7043" y="142"/>
                    </a:cubicBezTo>
                    <a:cubicBezTo>
                      <a:pt x="7049" y="63"/>
                      <a:pt x="6975" y="1"/>
                      <a:pt x="6902"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0" name="Google Shape;1270;p44"/>
              <p:cNvSpPr/>
              <p:nvPr/>
            </p:nvSpPr>
            <p:spPr>
              <a:xfrm>
                <a:off x="2440000" y="3757800"/>
                <a:ext cx="176225" cy="47450"/>
              </a:xfrm>
              <a:custGeom>
                <a:avLst/>
                <a:gdLst/>
                <a:ahLst/>
                <a:cxnLst/>
                <a:rect l="l" t="t" r="r" b="b"/>
                <a:pathLst>
                  <a:path w="7049" h="1898" extrusionOk="0">
                    <a:moveTo>
                      <a:pt x="6741" y="283"/>
                    </a:moveTo>
                    <a:cubicBezTo>
                      <a:pt x="6725" y="362"/>
                      <a:pt x="6708" y="441"/>
                      <a:pt x="6682" y="520"/>
                    </a:cubicBezTo>
                    <a:cubicBezTo>
                      <a:pt x="6608" y="735"/>
                      <a:pt x="6495" y="944"/>
                      <a:pt x="6337" y="1113"/>
                    </a:cubicBezTo>
                    <a:cubicBezTo>
                      <a:pt x="6020" y="1454"/>
                      <a:pt x="5533" y="1618"/>
                      <a:pt x="5070" y="1618"/>
                    </a:cubicBezTo>
                    <a:cubicBezTo>
                      <a:pt x="4965" y="1618"/>
                      <a:pt x="4862" y="1610"/>
                      <a:pt x="4762" y="1593"/>
                    </a:cubicBezTo>
                    <a:cubicBezTo>
                      <a:pt x="4327" y="1520"/>
                      <a:pt x="3920" y="1328"/>
                      <a:pt x="3627" y="994"/>
                    </a:cubicBezTo>
                    <a:cubicBezTo>
                      <a:pt x="3601" y="966"/>
                      <a:pt x="3563" y="952"/>
                      <a:pt x="3526" y="952"/>
                    </a:cubicBezTo>
                    <a:cubicBezTo>
                      <a:pt x="3488" y="952"/>
                      <a:pt x="3452" y="966"/>
                      <a:pt x="3429" y="994"/>
                    </a:cubicBezTo>
                    <a:cubicBezTo>
                      <a:pt x="3096" y="1378"/>
                      <a:pt x="2559" y="1616"/>
                      <a:pt x="2051" y="1616"/>
                    </a:cubicBezTo>
                    <a:cubicBezTo>
                      <a:pt x="1582" y="1616"/>
                      <a:pt x="1102" y="1503"/>
                      <a:pt x="758" y="1158"/>
                    </a:cubicBezTo>
                    <a:cubicBezTo>
                      <a:pt x="543" y="944"/>
                      <a:pt x="402" y="673"/>
                      <a:pt x="334" y="384"/>
                    </a:cubicBezTo>
                    <a:cubicBezTo>
                      <a:pt x="324" y="349"/>
                      <a:pt x="317" y="316"/>
                      <a:pt x="312" y="283"/>
                    </a:cubicBezTo>
                    <a:close/>
                    <a:moveTo>
                      <a:pt x="148" y="0"/>
                    </a:moveTo>
                    <a:cubicBezTo>
                      <a:pt x="80" y="0"/>
                      <a:pt x="1" y="68"/>
                      <a:pt x="7" y="142"/>
                    </a:cubicBezTo>
                    <a:cubicBezTo>
                      <a:pt x="63" y="802"/>
                      <a:pt x="453" y="1429"/>
                      <a:pt x="1063" y="1706"/>
                    </a:cubicBezTo>
                    <a:cubicBezTo>
                      <a:pt x="1379" y="1847"/>
                      <a:pt x="1712" y="1898"/>
                      <a:pt x="2051" y="1898"/>
                    </a:cubicBezTo>
                    <a:cubicBezTo>
                      <a:pt x="2584" y="1898"/>
                      <a:pt x="3146" y="1670"/>
                      <a:pt x="3527" y="1298"/>
                    </a:cubicBezTo>
                    <a:lnTo>
                      <a:pt x="3527" y="1298"/>
                    </a:lnTo>
                    <a:cubicBezTo>
                      <a:pt x="3929" y="1698"/>
                      <a:pt x="4498" y="1894"/>
                      <a:pt x="5064" y="1894"/>
                    </a:cubicBezTo>
                    <a:cubicBezTo>
                      <a:pt x="5178" y="1894"/>
                      <a:pt x="5293" y="1886"/>
                      <a:pt x="5406" y="1870"/>
                    </a:cubicBezTo>
                    <a:cubicBezTo>
                      <a:pt x="6100" y="1774"/>
                      <a:pt x="6659" y="1356"/>
                      <a:pt x="6913" y="701"/>
                    </a:cubicBezTo>
                    <a:cubicBezTo>
                      <a:pt x="6987" y="520"/>
                      <a:pt x="7026" y="334"/>
                      <a:pt x="7043" y="142"/>
                    </a:cubicBezTo>
                    <a:cubicBezTo>
                      <a:pt x="7049" y="68"/>
                      <a:pt x="6975" y="0"/>
                      <a:pt x="6902"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271" name="Google Shape;1271;p44"/>
            <p:cNvGrpSpPr/>
            <p:nvPr/>
          </p:nvGrpSpPr>
          <p:grpSpPr>
            <a:xfrm flipH="1">
              <a:off x="6202137" y="2768403"/>
              <a:ext cx="1727168" cy="2064093"/>
              <a:chOff x="4081975" y="3119725"/>
              <a:chExt cx="999750" cy="1194775"/>
            </a:xfrm>
          </p:grpSpPr>
          <p:sp>
            <p:nvSpPr>
              <p:cNvPr id="1272" name="Google Shape;1272;p44"/>
              <p:cNvSpPr/>
              <p:nvPr/>
            </p:nvSpPr>
            <p:spPr>
              <a:xfrm>
                <a:off x="4757400" y="3180675"/>
                <a:ext cx="8225" cy="9275"/>
              </a:xfrm>
              <a:custGeom>
                <a:avLst/>
                <a:gdLst/>
                <a:ahLst/>
                <a:cxnLst/>
                <a:rect l="l" t="t" r="r" b="b"/>
                <a:pathLst>
                  <a:path w="329" h="371" extrusionOk="0">
                    <a:moveTo>
                      <a:pt x="151" y="1"/>
                    </a:moveTo>
                    <a:cubicBezTo>
                      <a:pt x="142" y="1"/>
                      <a:pt x="133" y="2"/>
                      <a:pt x="125" y="5"/>
                    </a:cubicBezTo>
                    <a:cubicBezTo>
                      <a:pt x="108" y="5"/>
                      <a:pt x="85" y="11"/>
                      <a:pt x="74" y="22"/>
                    </a:cubicBezTo>
                    <a:lnTo>
                      <a:pt x="40" y="44"/>
                    </a:lnTo>
                    <a:cubicBezTo>
                      <a:pt x="23" y="61"/>
                      <a:pt x="12" y="84"/>
                      <a:pt x="6" y="107"/>
                    </a:cubicBezTo>
                    <a:cubicBezTo>
                      <a:pt x="6" y="118"/>
                      <a:pt x="1" y="129"/>
                      <a:pt x="1" y="146"/>
                    </a:cubicBezTo>
                    <a:cubicBezTo>
                      <a:pt x="1" y="169"/>
                      <a:pt x="6" y="191"/>
                      <a:pt x="23" y="214"/>
                    </a:cubicBezTo>
                    <a:cubicBezTo>
                      <a:pt x="34" y="242"/>
                      <a:pt x="51" y="270"/>
                      <a:pt x="68" y="299"/>
                    </a:cubicBezTo>
                    <a:cubicBezTo>
                      <a:pt x="74" y="315"/>
                      <a:pt x="91" y="327"/>
                      <a:pt x="102" y="338"/>
                    </a:cubicBezTo>
                    <a:cubicBezTo>
                      <a:pt x="119" y="349"/>
                      <a:pt x="130" y="361"/>
                      <a:pt x="153" y="366"/>
                    </a:cubicBezTo>
                    <a:cubicBezTo>
                      <a:pt x="161" y="369"/>
                      <a:pt x="170" y="371"/>
                      <a:pt x="179" y="371"/>
                    </a:cubicBezTo>
                    <a:cubicBezTo>
                      <a:pt x="188" y="371"/>
                      <a:pt x="198" y="369"/>
                      <a:pt x="209" y="366"/>
                    </a:cubicBezTo>
                    <a:cubicBezTo>
                      <a:pt x="226" y="366"/>
                      <a:pt x="243" y="361"/>
                      <a:pt x="260" y="349"/>
                    </a:cubicBezTo>
                    <a:lnTo>
                      <a:pt x="289" y="327"/>
                    </a:lnTo>
                    <a:cubicBezTo>
                      <a:pt x="305" y="310"/>
                      <a:pt x="317" y="287"/>
                      <a:pt x="322" y="265"/>
                    </a:cubicBezTo>
                    <a:lnTo>
                      <a:pt x="328" y="225"/>
                    </a:lnTo>
                    <a:cubicBezTo>
                      <a:pt x="328" y="203"/>
                      <a:pt x="322" y="180"/>
                      <a:pt x="311" y="157"/>
                    </a:cubicBezTo>
                    <a:cubicBezTo>
                      <a:pt x="294" y="129"/>
                      <a:pt x="283" y="101"/>
                      <a:pt x="266" y="73"/>
                    </a:cubicBezTo>
                    <a:cubicBezTo>
                      <a:pt x="255" y="56"/>
                      <a:pt x="243" y="44"/>
                      <a:pt x="226" y="33"/>
                    </a:cubicBezTo>
                    <a:cubicBezTo>
                      <a:pt x="215" y="22"/>
                      <a:pt x="198" y="11"/>
                      <a:pt x="181" y="5"/>
                    </a:cubicBezTo>
                    <a:cubicBezTo>
                      <a:pt x="170" y="2"/>
                      <a:pt x="160" y="1"/>
                      <a:pt x="151"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3" name="Google Shape;1273;p44"/>
              <p:cNvSpPr/>
              <p:nvPr/>
            </p:nvSpPr>
            <p:spPr>
              <a:xfrm>
                <a:off x="4765725" y="3198325"/>
                <a:ext cx="8925" cy="11375"/>
              </a:xfrm>
              <a:custGeom>
                <a:avLst/>
                <a:gdLst/>
                <a:ahLst/>
                <a:cxnLst/>
                <a:rect l="l" t="t" r="r" b="b"/>
                <a:pathLst>
                  <a:path w="357" h="455" extrusionOk="0">
                    <a:moveTo>
                      <a:pt x="136" y="1"/>
                    </a:moveTo>
                    <a:cubicBezTo>
                      <a:pt x="126" y="1"/>
                      <a:pt x="116" y="2"/>
                      <a:pt x="108" y="5"/>
                    </a:cubicBezTo>
                    <a:cubicBezTo>
                      <a:pt x="74" y="16"/>
                      <a:pt x="40" y="39"/>
                      <a:pt x="23" y="73"/>
                    </a:cubicBezTo>
                    <a:cubicBezTo>
                      <a:pt x="18" y="84"/>
                      <a:pt x="12" y="95"/>
                      <a:pt x="6" y="106"/>
                    </a:cubicBezTo>
                    <a:cubicBezTo>
                      <a:pt x="1" y="129"/>
                      <a:pt x="1" y="157"/>
                      <a:pt x="6" y="180"/>
                    </a:cubicBezTo>
                    <a:cubicBezTo>
                      <a:pt x="29" y="236"/>
                      <a:pt x="52" y="293"/>
                      <a:pt x="68" y="349"/>
                    </a:cubicBezTo>
                    <a:cubicBezTo>
                      <a:pt x="74" y="366"/>
                      <a:pt x="85" y="383"/>
                      <a:pt x="97" y="400"/>
                    </a:cubicBezTo>
                    <a:cubicBezTo>
                      <a:pt x="108" y="411"/>
                      <a:pt x="119" y="423"/>
                      <a:pt x="136" y="434"/>
                    </a:cubicBezTo>
                    <a:cubicBezTo>
                      <a:pt x="153" y="445"/>
                      <a:pt x="170" y="451"/>
                      <a:pt x="187" y="451"/>
                    </a:cubicBezTo>
                    <a:cubicBezTo>
                      <a:pt x="196" y="453"/>
                      <a:pt x="205" y="455"/>
                      <a:pt x="213" y="455"/>
                    </a:cubicBezTo>
                    <a:cubicBezTo>
                      <a:pt x="224" y="455"/>
                      <a:pt x="234" y="452"/>
                      <a:pt x="244" y="445"/>
                    </a:cubicBezTo>
                    <a:cubicBezTo>
                      <a:pt x="277" y="440"/>
                      <a:pt x="311" y="417"/>
                      <a:pt x="328" y="383"/>
                    </a:cubicBezTo>
                    <a:cubicBezTo>
                      <a:pt x="345" y="349"/>
                      <a:pt x="356" y="310"/>
                      <a:pt x="345" y="276"/>
                    </a:cubicBezTo>
                    <a:cubicBezTo>
                      <a:pt x="323" y="219"/>
                      <a:pt x="300" y="163"/>
                      <a:pt x="283" y="106"/>
                    </a:cubicBezTo>
                    <a:cubicBezTo>
                      <a:pt x="277" y="89"/>
                      <a:pt x="266" y="73"/>
                      <a:pt x="255" y="56"/>
                    </a:cubicBezTo>
                    <a:cubicBezTo>
                      <a:pt x="244" y="44"/>
                      <a:pt x="232" y="33"/>
                      <a:pt x="215" y="22"/>
                    </a:cubicBezTo>
                    <a:cubicBezTo>
                      <a:pt x="198" y="10"/>
                      <a:pt x="181" y="5"/>
                      <a:pt x="164" y="5"/>
                    </a:cubicBezTo>
                    <a:cubicBezTo>
                      <a:pt x="156" y="2"/>
                      <a:pt x="146" y="1"/>
                      <a:pt x="136"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4" name="Google Shape;1274;p44"/>
              <p:cNvSpPr/>
              <p:nvPr/>
            </p:nvSpPr>
            <p:spPr>
              <a:xfrm>
                <a:off x="4762900" y="3191400"/>
                <a:ext cx="8650" cy="10400"/>
              </a:xfrm>
              <a:custGeom>
                <a:avLst/>
                <a:gdLst/>
                <a:ahLst/>
                <a:cxnLst/>
                <a:rect l="l" t="t" r="r" b="b"/>
                <a:pathLst>
                  <a:path w="346" h="416" extrusionOk="0">
                    <a:moveTo>
                      <a:pt x="151" y="1"/>
                    </a:moveTo>
                    <a:cubicBezTo>
                      <a:pt x="142" y="1"/>
                      <a:pt x="133" y="2"/>
                      <a:pt x="125" y="5"/>
                    </a:cubicBezTo>
                    <a:cubicBezTo>
                      <a:pt x="102" y="5"/>
                      <a:pt x="85" y="11"/>
                      <a:pt x="69" y="22"/>
                    </a:cubicBezTo>
                    <a:lnTo>
                      <a:pt x="40" y="45"/>
                    </a:lnTo>
                    <a:cubicBezTo>
                      <a:pt x="23" y="62"/>
                      <a:pt x="12" y="78"/>
                      <a:pt x="6" y="107"/>
                    </a:cubicBezTo>
                    <a:lnTo>
                      <a:pt x="1" y="141"/>
                    </a:lnTo>
                    <a:cubicBezTo>
                      <a:pt x="1" y="169"/>
                      <a:pt x="6" y="191"/>
                      <a:pt x="18" y="214"/>
                    </a:cubicBezTo>
                    <a:cubicBezTo>
                      <a:pt x="18" y="214"/>
                      <a:pt x="18" y="214"/>
                      <a:pt x="18" y="214"/>
                    </a:cubicBezTo>
                    <a:lnTo>
                      <a:pt x="18" y="214"/>
                    </a:lnTo>
                    <a:cubicBezTo>
                      <a:pt x="34" y="243"/>
                      <a:pt x="48" y="275"/>
                      <a:pt x="63" y="306"/>
                    </a:cubicBezTo>
                    <a:lnTo>
                      <a:pt x="63" y="306"/>
                    </a:lnTo>
                    <a:cubicBezTo>
                      <a:pt x="63" y="308"/>
                      <a:pt x="63" y="310"/>
                      <a:pt x="63" y="310"/>
                    </a:cubicBezTo>
                    <a:cubicBezTo>
                      <a:pt x="66" y="321"/>
                      <a:pt x="72" y="332"/>
                      <a:pt x="79" y="342"/>
                    </a:cubicBezTo>
                    <a:lnTo>
                      <a:pt x="79" y="342"/>
                    </a:lnTo>
                    <a:cubicBezTo>
                      <a:pt x="79" y="343"/>
                      <a:pt x="80" y="343"/>
                      <a:pt x="80" y="344"/>
                    </a:cubicBezTo>
                    <a:cubicBezTo>
                      <a:pt x="80" y="344"/>
                      <a:pt x="80" y="343"/>
                      <a:pt x="80" y="343"/>
                    </a:cubicBezTo>
                    <a:lnTo>
                      <a:pt x="80" y="343"/>
                    </a:lnTo>
                    <a:cubicBezTo>
                      <a:pt x="83" y="349"/>
                      <a:pt x="87" y="355"/>
                      <a:pt x="91" y="361"/>
                    </a:cubicBezTo>
                    <a:cubicBezTo>
                      <a:pt x="102" y="372"/>
                      <a:pt x="114" y="383"/>
                      <a:pt x="131" y="395"/>
                    </a:cubicBezTo>
                    <a:cubicBezTo>
                      <a:pt x="148" y="406"/>
                      <a:pt x="165" y="412"/>
                      <a:pt x="181" y="412"/>
                    </a:cubicBezTo>
                    <a:cubicBezTo>
                      <a:pt x="191" y="414"/>
                      <a:pt x="199" y="415"/>
                      <a:pt x="207" y="415"/>
                    </a:cubicBezTo>
                    <a:cubicBezTo>
                      <a:pt x="218" y="415"/>
                      <a:pt x="228" y="413"/>
                      <a:pt x="238" y="406"/>
                    </a:cubicBezTo>
                    <a:cubicBezTo>
                      <a:pt x="249" y="406"/>
                      <a:pt x="261" y="400"/>
                      <a:pt x="272" y="395"/>
                    </a:cubicBezTo>
                    <a:cubicBezTo>
                      <a:pt x="294" y="383"/>
                      <a:pt x="311" y="366"/>
                      <a:pt x="323" y="344"/>
                    </a:cubicBezTo>
                    <a:cubicBezTo>
                      <a:pt x="328" y="333"/>
                      <a:pt x="334" y="321"/>
                      <a:pt x="340" y="310"/>
                    </a:cubicBezTo>
                    <a:cubicBezTo>
                      <a:pt x="345" y="287"/>
                      <a:pt x="345" y="259"/>
                      <a:pt x="340" y="237"/>
                    </a:cubicBezTo>
                    <a:cubicBezTo>
                      <a:pt x="317" y="180"/>
                      <a:pt x="289" y="124"/>
                      <a:pt x="266" y="73"/>
                    </a:cubicBezTo>
                    <a:cubicBezTo>
                      <a:pt x="255" y="56"/>
                      <a:pt x="244" y="39"/>
                      <a:pt x="227" y="33"/>
                    </a:cubicBezTo>
                    <a:cubicBezTo>
                      <a:pt x="215" y="16"/>
                      <a:pt x="198" y="11"/>
                      <a:pt x="181" y="5"/>
                    </a:cubicBezTo>
                    <a:cubicBezTo>
                      <a:pt x="170" y="2"/>
                      <a:pt x="160" y="1"/>
                      <a:pt x="151"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5" name="Google Shape;1275;p44"/>
              <p:cNvSpPr/>
              <p:nvPr/>
            </p:nvSpPr>
            <p:spPr>
              <a:xfrm>
                <a:off x="4772075" y="3222725"/>
                <a:ext cx="7950" cy="12875"/>
              </a:xfrm>
              <a:custGeom>
                <a:avLst/>
                <a:gdLst/>
                <a:ahLst/>
                <a:cxnLst/>
                <a:rect l="l" t="t" r="r" b="b"/>
                <a:pathLst>
                  <a:path w="318" h="515" extrusionOk="0">
                    <a:moveTo>
                      <a:pt x="145" y="0"/>
                    </a:moveTo>
                    <a:cubicBezTo>
                      <a:pt x="132" y="0"/>
                      <a:pt x="119" y="2"/>
                      <a:pt x="108" y="6"/>
                    </a:cubicBezTo>
                    <a:cubicBezTo>
                      <a:pt x="74" y="17"/>
                      <a:pt x="40" y="40"/>
                      <a:pt x="23" y="74"/>
                    </a:cubicBezTo>
                    <a:cubicBezTo>
                      <a:pt x="18" y="85"/>
                      <a:pt x="12" y="96"/>
                      <a:pt x="12" y="102"/>
                    </a:cubicBezTo>
                    <a:cubicBezTo>
                      <a:pt x="1" y="130"/>
                      <a:pt x="1" y="153"/>
                      <a:pt x="12" y="181"/>
                    </a:cubicBezTo>
                    <a:cubicBezTo>
                      <a:pt x="12" y="183"/>
                      <a:pt x="12" y="185"/>
                      <a:pt x="12" y="187"/>
                    </a:cubicBezTo>
                    <a:lnTo>
                      <a:pt x="12" y="187"/>
                    </a:lnTo>
                    <a:lnTo>
                      <a:pt x="12" y="186"/>
                    </a:lnTo>
                    <a:lnTo>
                      <a:pt x="12" y="186"/>
                    </a:lnTo>
                    <a:cubicBezTo>
                      <a:pt x="12" y="186"/>
                      <a:pt x="12" y="186"/>
                      <a:pt x="12" y="186"/>
                    </a:cubicBezTo>
                    <a:lnTo>
                      <a:pt x="12" y="186"/>
                    </a:lnTo>
                    <a:cubicBezTo>
                      <a:pt x="12" y="195"/>
                      <a:pt x="12" y="204"/>
                      <a:pt x="15" y="215"/>
                    </a:cubicBezTo>
                    <a:lnTo>
                      <a:pt x="15" y="215"/>
                    </a:lnTo>
                    <a:cubicBezTo>
                      <a:pt x="20" y="268"/>
                      <a:pt x="24" y="320"/>
                      <a:pt x="29" y="373"/>
                    </a:cubicBezTo>
                    <a:cubicBezTo>
                      <a:pt x="29" y="390"/>
                      <a:pt x="35" y="407"/>
                      <a:pt x="46" y="424"/>
                    </a:cubicBezTo>
                    <a:cubicBezTo>
                      <a:pt x="52" y="441"/>
                      <a:pt x="57" y="458"/>
                      <a:pt x="74" y="469"/>
                    </a:cubicBezTo>
                    <a:cubicBezTo>
                      <a:pt x="97" y="497"/>
                      <a:pt x="136" y="514"/>
                      <a:pt x="170" y="514"/>
                    </a:cubicBezTo>
                    <a:cubicBezTo>
                      <a:pt x="210" y="508"/>
                      <a:pt x="249" y="497"/>
                      <a:pt x="272" y="469"/>
                    </a:cubicBezTo>
                    <a:cubicBezTo>
                      <a:pt x="295" y="446"/>
                      <a:pt x="317" y="407"/>
                      <a:pt x="311" y="373"/>
                    </a:cubicBezTo>
                    <a:cubicBezTo>
                      <a:pt x="306" y="282"/>
                      <a:pt x="295" y="192"/>
                      <a:pt x="283" y="102"/>
                    </a:cubicBezTo>
                    <a:cubicBezTo>
                      <a:pt x="278" y="85"/>
                      <a:pt x="272" y="68"/>
                      <a:pt x="255" y="57"/>
                    </a:cubicBezTo>
                    <a:cubicBezTo>
                      <a:pt x="249" y="40"/>
                      <a:pt x="232" y="28"/>
                      <a:pt x="215" y="23"/>
                    </a:cubicBezTo>
                    <a:cubicBezTo>
                      <a:pt x="197" y="8"/>
                      <a:pt x="170" y="0"/>
                      <a:pt x="145"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6" name="Google Shape;1276;p44"/>
              <p:cNvSpPr/>
              <p:nvPr/>
            </p:nvSpPr>
            <p:spPr>
              <a:xfrm>
                <a:off x="4753175" y="3174050"/>
                <a:ext cx="8350" cy="9025"/>
              </a:xfrm>
              <a:custGeom>
                <a:avLst/>
                <a:gdLst/>
                <a:ahLst/>
                <a:cxnLst/>
                <a:rect l="l" t="t" r="r" b="b"/>
                <a:pathLst>
                  <a:path w="334" h="361" extrusionOk="0">
                    <a:moveTo>
                      <a:pt x="150" y="0"/>
                    </a:moveTo>
                    <a:cubicBezTo>
                      <a:pt x="141" y="0"/>
                      <a:pt x="133" y="2"/>
                      <a:pt x="124" y="4"/>
                    </a:cubicBezTo>
                    <a:cubicBezTo>
                      <a:pt x="102" y="4"/>
                      <a:pt x="85" y="10"/>
                      <a:pt x="74" y="21"/>
                    </a:cubicBezTo>
                    <a:cubicBezTo>
                      <a:pt x="62" y="27"/>
                      <a:pt x="51" y="33"/>
                      <a:pt x="40" y="38"/>
                    </a:cubicBezTo>
                    <a:cubicBezTo>
                      <a:pt x="23" y="61"/>
                      <a:pt x="11" y="78"/>
                      <a:pt x="6" y="100"/>
                    </a:cubicBezTo>
                    <a:cubicBezTo>
                      <a:pt x="6" y="117"/>
                      <a:pt x="0" y="129"/>
                      <a:pt x="0" y="140"/>
                    </a:cubicBezTo>
                    <a:cubicBezTo>
                      <a:pt x="0" y="168"/>
                      <a:pt x="6" y="191"/>
                      <a:pt x="23" y="213"/>
                    </a:cubicBezTo>
                    <a:cubicBezTo>
                      <a:pt x="40" y="236"/>
                      <a:pt x="57" y="264"/>
                      <a:pt x="74" y="292"/>
                    </a:cubicBezTo>
                    <a:cubicBezTo>
                      <a:pt x="79" y="304"/>
                      <a:pt x="90" y="321"/>
                      <a:pt x="107" y="332"/>
                    </a:cubicBezTo>
                    <a:cubicBezTo>
                      <a:pt x="119" y="343"/>
                      <a:pt x="136" y="349"/>
                      <a:pt x="158" y="355"/>
                    </a:cubicBezTo>
                    <a:cubicBezTo>
                      <a:pt x="175" y="360"/>
                      <a:pt x="192" y="360"/>
                      <a:pt x="209" y="360"/>
                    </a:cubicBezTo>
                    <a:cubicBezTo>
                      <a:pt x="232" y="355"/>
                      <a:pt x="249" y="349"/>
                      <a:pt x="266" y="343"/>
                    </a:cubicBezTo>
                    <a:lnTo>
                      <a:pt x="294" y="321"/>
                    </a:lnTo>
                    <a:cubicBezTo>
                      <a:pt x="311" y="304"/>
                      <a:pt x="322" y="281"/>
                      <a:pt x="328" y="259"/>
                    </a:cubicBezTo>
                    <a:lnTo>
                      <a:pt x="333" y="219"/>
                    </a:lnTo>
                    <a:cubicBezTo>
                      <a:pt x="333" y="191"/>
                      <a:pt x="328" y="168"/>
                      <a:pt x="316" y="146"/>
                    </a:cubicBezTo>
                    <a:cubicBezTo>
                      <a:pt x="299" y="123"/>
                      <a:pt x="282" y="95"/>
                      <a:pt x="266" y="67"/>
                    </a:cubicBezTo>
                    <a:cubicBezTo>
                      <a:pt x="254" y="55"/>
                      <a:pt x="243" y="38"/>
                      <a:pt x="226" y="27"/>
                    </a:cubicBezTo>
                    <a:cubicBezTo>
                      <a:pt x="215" y="16"/>
                      <a:pt x="198" y="10"/>
                      <a:pt x="181" y="4"/>
                    </a:cubicBezTo>
                    <a:cubicBezTo>
                      <a:pt x="170" y="2"/>
                      <a:pt x="160" y="0"/>
                      <a:pt x="150"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7" name="Google Shape;1277;p44"/>
              <p:cNvSpPr/>
              <p:nvPr/>
            </p:nvSpPr>
            <p:spPr>
              <a:xfrm>
                <a:off x="4773075" y="3231325"/>
                <a:ext cx="7500" cy="15850"/>
              </a:xfrm>
              <a:custGeom>
                <a:avLst/>
                <a:gdLst/>
                <a:ahLst/>
                <a:cxnLst/>
                <a:rect l="l" t="t" r="r" b="b"/>
                <a:pathLst>
                  <a:path w="300" h="634" extrusionOk="0">
                    <a:moveTo>
                      <a:pt x="147" y="1"/>
                    </a:moveTo>
                    <a:cubicBezTo>
                      <a:pt x="108" y="1"/>
                      <a:pt x="68" y="12"/>
                      <a:pt x="46" y="40"/>
                    </a:cubicBezTo>
                    <a:cubicBezTo>
                      <a:pt x="23" y="68"/>
                      <a:pt x="0" y="102"/>
                      <a:pt x="6" y="142"/>
                    </a:cubicBezTo>
                    <a:cubicBezTo>
                      <a:pt x="12" y="260"/>
                      <a:pt x="17" y="373"/>
                      <a:pt x="17" y="492"/>
                    </a:cubicBezTo>
                    <a:cubicBezTo>
                      <a:pt x="17" y="563"/>
                      <a:pt x="75" y="633"/>
                      <a:pt x="150" y="633"/>
                    </a:cubicBezTo>
                    <a:cubicBezTo>
                      <a:pt x="153" y="633"/>
                      <a:pt x="156" y="633"/>
                      <a:pt x="158" y="633"/>
                    </a:cubicBezTo>
                    <a:cubicBezTo>
                      <a:pt x="232" y="633"/>
                      <a:pt x="300" y="571"/>
                      <a:pt x="300" y="492"/>
                    </a:cubicBezTo>
                    <a:cubicBezTo>
                      <a:pt x="300" y="373"/>
                      <a:pt x="294" y="260"/>
                      <a:pt x="288" y="142"/>
                    </a:cubicBezTo>
                    <a:cubicBezTo>
                      <a:pt x="283" y="102"/>
                      <a:pt x="271" y="68"/>
                      <a:pt x="243" y="40"/>
                    </a:cubicBezTo>
                    <a:cubicBezTo>
                      <a:pt x="221" y="18"/>
                      <a:pt x="181" y="1"/>
                      <a:pt x="147"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8" name="Google Shape;1278;p44"/>
              <p:cNvSpPr/>
              <p:nvPr/>
            </p:nvSpPr>
            <p:spPr>
              <a:xfrm>
                <a:off x="4770525" y="3214325"/>
                <a:ext cx="8225" cy="12075"/>
              </a:xfrm>
              <a:custGeom>
                <a:avLst/>
                <a:gdLst/>
                <a:ahLst/>
                <a:cxnLst/>
                <a:rect l="l" t="t" r="r" b="b"/>
                <a:pathLst>
                  <a:path w="329" h="483" extrusionOk="0">
                    <a:moveTo>
                      <a:pt x="148" y="1"/>
                    </a:moveTo>
                    <a:cubicBezTo>
                      <a:pt x="135" y="1"/>
                      <a:pt x="120" y="5"/>
                      <a:pt x="108" y="9"/>
                    </a:cubicBezTo>
                    <a:cubicBezTo>
                      <a:pt x="74" y="20"/>
                      <a:pt x="40" y="37"/>
                      <a:pt x="23" y="71"/>
                    </a:cubicBezTo>
                    <a:cubicBezTo>
                      <a:pt x="6" y="105"/>
                      <a:pt x="1" y="144"/>
                      <a:pt x="6" y="178"/>
                    </a:cubicBezTo>
                    <a:cubicBezTo>
                      <a:pt x="23" y="246"/>
                      <a:pt x="35" y="314"/>
                      <a:pt x="52" y="381"/>
                    </a:cubicBezTo>
                    <a:cubicBezTo>
                      <a:pt x="52" y="398"/>
                      <a:pt x="63" y="415"/>
                      <a:pt x="74" y="426"/>
                    </a:cubicBezTo>
                    <a:cubicBezTo>
                      <a:pt x="85" y="443"/>
                      <a:pt x="97" y="455"/>
                      <a:pt x="114" y="466"/>
                    </a:cubicBezTo>
                    <a:cubicBezTo>
                      <a:pt x="131" y="477"/>
                      <a:pt x="148" y="483"/>
                      <a:pt x="164" y="483"/>
                    </a:cubicBezTo>
                    <a:cubicBezTo>
                      <a:pt x="187" y="483"/>
                      <a:pt x="204" y="483"/>
                      <a:pt x="221" y="477"/>
                    </a:cubicBezTo>
                    <a:cubicBezTo>
                      <a:pt x="255" y="466"/>
                      <a:pt x="289" y="449"/>
                      <a:pt x="306" y="415"/>
                    </a:cubicBezTo>
                    <a:lnTo>
                      <a:pt x="323" y="381"/>
                    </a:lnTo>
                    <a:cubicBezTo>
                      <a:pt x="328" y="353"/>
                      <a:pt x="328" y="330"/>
                      <a:pt x="323" y="308"/>
                    </a:cubicBezTo>
                    <a:cubicBezTo>
                      <a:pt x="311" y="240"/>
                      <a:pt x="294" y="172"/>
                      <a:pt x="283" y="105"/>
                    </a:cubicBezTo>
                    <a:cubicBezTo>
                      <a:pt x="277" y="88"/>
                      <a:pt x="266" y="71"/>
                      <a:pt x="255" y="59"/>
                    </a:cubicBezTo>
                    <a:cubicBezTo>
                      <a:pt x="244" y="42"/>
                      <a:pt x="232" y="31"/>
                      <a:pt x="215" y="20"/>
                    </a:cubicBezTo>
                    <a:cubicBezTo>
                      <a:pt x="198" y="9"/>
                      <a:pt x="181" y="3"/>
                      <a:pt x="164" y="3"/>
                    </a:cubicBezTo>
                    <a:cubicBezTo>
                      <a:pt x="160" y="1"/>
                      <a:pt x="154" y="1"/>
                      <a:pt x="148"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9" name="Google Shape;1279;p44"/>
              <p:cNvSpPr/>
              <p:nvPr/>
            </p:nvSpPr>
            <p:spPr>
              <a:xfrm>
                <a:off x="4768275" y="3206225"/>
                <a:ext cx="8625" cy="11675"/>
              </a:xfrm>
              <a:custGeom>
                <a:avLst/>
                <a:gdLst/>
                <a:ahLst/>
                <a:cxnLst/>
                <a:rect l="l" t="t" r="r" b="b"/>
                <a:pathLst>
                  <a:path w="345" h="467" extrusionOk="0">
                    <a:moveTo>
                      <a:pt x="139" y="1"/>
                    </a:moveTo>
                    <a:cubicBezTo>
                      <a:pt x="130" y="1"/>
                      <a:pt x="122" y="2"/>
                      <a:pt x="113" y="5"/>
                    </a:cubicBezTo>
                    <a:cubicBezTo>
                      <a:pt x="79" y="16"/>
                      <a:pt x="46" y="39"/>
                      <a:pt x="29" y="73"/>
                    </a:cubicBezTo>
                    <a:cubicBezTo>
                      <a:pt x="12" y="101"/>
                      <a:pt x="0" y="141"/>
                      <a:pt x="12" y="180"/>
                    </a:cubicBezTo>
                    <a:cubicBezTo>
                      <a:pt x="34" y="242"/>
                      <a:pt x="51" y="299"/>
                      <a:pt x="62" y="361"/>
                    </a:cubicBezTo>
                    <a:cubicBezTo>
                      <a:pt x="74" y="395"/>
                      <a:pt x="102" y="429"/>
                      <a:pt x="130" y="446"/>
                    </a:cubicBezTo>
                    <a:cubicBezTo>
                      <a:pt x="147" y="457"/>
                      <a:pt x="164" y="462"/>
                      <a:pt x="181" y="462"/>
                    </a:cubicBezTo>
                    <a:cubicBezTo>
                      <a:pt x="192" y="465"/>
                      <a:pt x="202" y="467"/>
                      <a:pt x="211" y="467"/>
                    </a:cubicBezTo>
                    <a:cubicBezTo>
                      <a:pt x="221" y="467"/>
                      <a:pt x="229" y="465"/>
                      <a:pt x="238" y="462"/>
                    </a:cubicBezTo>
                    <a:cubicBezTo>
                      <a:pt x="271" y="451"/>
                      <a:pt x="305" y="429"/>
                      <a:pt x="322" y="395"/>
                    </a:cubicBezTo>
                    <a:cubicBezTo>
                      <a:pt x="339" y="361"/>
                      <a:pt x="345" y="327"/>
                      <a:pt x="339" y="287"/>
                    </a:cubicBezTo>
                    <a:cubicBezTo>
                      <a:pt x="322" y="225"/>
                      <a:pt x="305" y="163"/>
                      <a:pt x="288" y="101"/>
                    </a:cubicBezTo>
                    <a:cubicBezTo>
                      <a:pt x="277" y="67"/>
                      <a:pt x="254" y="39"/>
                      <a:pt x="221" y="22"/>
                    </a:cubicBezTo>
                    <a:cubicBezTo>
                      <a:pt x="204" y="11"/>
                      <a:pt x="187" y="5"/>
                      <a:pt x="170" y="5"/>
                    </a:cubicBezTo>
                    <a:cubicBezTo>
                      <a:pt x="158" y="2"/>
                      <a:pt x="149" y="1"/>
                      <a:pt x="139"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0" name="Google Shape;1280;p44"/>
              <p:cNvSpPr/>
              <p:nvPr/>
            </p:nvSpPr>
            <p:spPr>
              <a:xfrm>
                <a:off x="4744000" y="3162150"/>
                <a:ext cx="7775" cy="7925"/>
              </a:xfrm>
              <a:custGeom>
                <a:avLst/>
                <a:gdLst/>
                <a:ahLst/>
                <a:cxnLst/>
                <a:rect l="l" t="t" r="r" b="b"/>
                <a:pathLst>
                  <a:path w="311" h="317" extrusionOk="0">
                    <a:moveTo>
                      <a:pt x="141" y="0"/>
                    </a:moveTo>
                    <a:cubicBezTo>
                      <a:pt x="119" y="0"/>
                      <a:pt x="102" y="6"/>
                      <a:pt x="85" y="12"/>
                    </a:cubicBezTo>
                    <a:cubicBezTo>
                      <a:pt x="68" y="17"/>
                      <a:pt x="51" y="29"/>
                      <a:pt x="40" y="40"/>
                    </a:cubicBezTo>
                    <a:lnTo>
                      <a:pt x="17" y="68"/>
                    </a:lnTo>
                    <a:cubicBezTo>
                      <a:pt x="6" y="91"/>
                      <a:pt x="0" y="113"/>
                      <a:pt x="0" y="142"/>
                    </a:cubicBezTo>
                    <a:lnTo>
                      <a:pt x="6" y="181"/>
                    </a:lnTo>
                    <a:cubicBezTo>
                      <a:pt x="11" y="204"/>
                      <a:pt x="23" y="226"/>
                      <a:pt x="40" y="243"/>
                    </a:cubicBezTo>
                    <a:cubicBezTo>
                      <a:pt x="51" y="255"/>
                      <a:pt x="62" y="266"/>
                      <a:pt x="73" y="277"/>
                    </a:cubicBezTo>
                    <a:cubicBezTo>
                      <a:pt x="85" y="288"/>
                      <a:pt x="96" y="300"/>
                      <a:pt x="119" y="305"/>
                    </a:cubicBezTo>
                    <a:cubicBezTo>
                      <a:pt x="136" y="311"/>
                      <a:pt x="152" y="317"/>
                      <a:pt x="169" y="317"/>
                    </a:cubicBezTo>
                    <a:cubicBezTo>
                      <a:pt x="192" y="317"/>
                      <a:pt x="209" y="311"/>
                      <a:pt x="226" y="305"/>
                    </a:cubicBezTo>
                    <a:cubicBezTo>
                      <a:pt x="243" y="300"/>
                      <a:pt x="260" y="288"/>
                      <a:pt x="271" y="277"/>
                    </a:cubicBezTo>
                    <a:lnTo>
                      <a:pt x="294" y="249"/>
                    </a:lnTo>
                    <a:cubicBezTo>
                      <a:pt x="305" y="226"/>
                      <a:pt x="311" y="204"/>
                      <a:pt x="311" y="175"/>
                    </a:cubicBezTo>
                    <a:cubicBezTo>
                      <a:pt x="311" y="164"/>
                      <a:pt x="311" y="153"/>
                      <a:pt x="305" y="136"/>
                    </a:cubicBezTo>
                    <a:cubicBezTo>
                      <a:pt x="299" y="113"/>
                      <a:pt x="288" y="91"/>
                      <a:pt x="271" y="74"/>
                    </a:cubicBezTo>
                    <a:cubicBezTo>
                      <a:pt x="260" y="63"/>
                      <a:pt x="249" y="51"/>
                      <a:pt x="237" y="40"/>
                    </a:cubicBezTo>
                    <a:cubicBezTo>
                      <a:pt x="226" y="29"/>
                      <a:pt x="209" y="17"/>
                      <a:pt x="192" y="12"/>
                    </a:cubicBezTo>
                    <a:cubicBezTo>
                      <a:pt x="175" y="6"/>
                      <a:pt x="158" y="0"/>
                      <a:pt x="141"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1" name="Google Shape;1281;p44"/>
              <p:cNvSpPr/>
              <p:nvPr/>
            </p:nvSpPr>
            <p:spPr>
              <a:xfrm>
                <a:off x="4748650" y="3167800"/>
                <a:ext cx="8200" cy="8600"/>
              </a:xfrm>
              <a:custGeom>
                <a:avLst/>
                <a:gdLst/>
                <a:ahLst/>
                <a:cxnLst/>
                <a:rect l="l" t="t" r="r" b="b"/>
                <a:pathLst>
                  <a:path w="328" h="344" extrusionOk="0">
                    <a:moveTo>
                      <a:pt x="142" y="0"/>
                    </a:moveTo>
                    <a:cubicBezTo>
                      <a:pt x="119" y="0"/>
                      <a:pt x="102" y="0"/>
                      <a:pt x="85" y="12"/>
                    </a:cubicBezTo>
                    <a:cubicBezTo>
                      <a:pt x="68" y="17"/>
                      <a:pt x="51" y="29"/>
                      <a:pt x="40" y="40"/>
                    </a:cubicBezTo>
                    <a:lnTo>
                      <a:pt x="17" y="68"/>
                    </a:lnTo>
                    <a:cubicBezTo>
                      <a:pt x="6" y="91"/>
                      <a:pt x="0" y="113"/>
                      <a:pt x="0" y="141"/>
                    </a:cubicBezTo>
                    <a:cubicBezTo>
                      <a:pt x="0" y="153"/>
                      <a:pt x="0" y="164"/>
                      <a:pt x="6" y="175"/>
                    </a:cubicBezTo>
                    <a:cubicBezTo>
                      <a:pt x="12" y="204"/>
                      <a:pt x="23" y="221"/>
                      <a:pt x="40" y="243"/>
                    </a:cubicBezTo>
                    <a:lnTo>
                      <a:pt x="41" y="245"/>
                    </a:lnTo>
                    <a:lnTo>
                      <a:pt x="41" y="245"/>
                    </a:lnTo>
                    <a:cubicBezTo>
                      <a:pt x="49" y="255"/>
                      <a:pt x="57" y="264"/>
                      <a:pt x="68" y="271"/>
                    </a:cubicBezTo>
                    <a:cubicBezTo>
                      <a:pt x="74" y="288"/>
                      <a:pt x="85" y="305"/>
                      <a:pt x="102" y="311"/>
                    </a:cubicBezTo>
                    <a:cubicBezTo>
                      <a:pt x="119" y="328"/>
                      <a:pt x="130" y="334"/>
                      <a:pt x="153" y="339"/>
                    </a:cubicBezTo>
                    <a:cubicBezTo>
                      <a:pt x="161" y="342"/>
                      <a:pt x="170" y="343"/>
                      <a:pt x="179" y="343"/>
                    </a:cubicBezTo>
                    <a:cubicBezTo>
                      <a:pt x="188" y="343"/>
                      <a:pt x="198" y="342"/>
                      <a:pt x="209" y="339"/>
                    </a:cubicBezTo>
                    <a:cubicBezTo>
                      <a:pt x="226" y="339"/>
                      <a:pt x="243" y="334"/>
                      <a:pt x="260" y="322"/>
                    </a:cubicBezTo>
                    <a:lnTo>
                      <a:pt x="288" y="305"/>
                    </a:lnTo>
                    <a:cubicBezTo>
                      <a:pt x="305" y="283"/>
                      <a:pt x="317" y="266"/>
                      <a:pt x="322" y="243"/>
                    </a:cubicBezTo>
                    <a:lnTo>
                      <a:pt x="328" y="204"/>
                    </a:lnTo>
                    <a:cubicBezTo>
                      <a:pt x="328" y="175"/>
                      <a:pt x="322" y="153"/>
                      <a:pt x="311" y="130"/>
                    </a:cubicBezTo>
                    <a:cubicBezTo>
                      <a:pt x="288" y="102"/>
                      <a:pt x="266" y="68"/>
                      <a:pt x="238" y="40"/>
                    </a:cubicBezTo>
                    <a:cubicBezTo>
                      <a:pt x="226" y="29"/>
                      <a:pt x="215" y="17"/>
                      <a:pt x="192" y="12"/>
                    </a:cubicBezTo>
                    <a:cubicBezTo>
                      <a:pt x="175" y="0"/>
                      <a:pt x="159" y="0"/>
                      <a:pt x="142"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2" name="Google Shape;1282;p44"/>
              <p:cNvSpPr/>
              <p:nvPr/>
            </p:nvSpPr>
            <p:spPr>
              <a:xfrm>
                <a:off x="4484925" y="3138725"/>
                <a:ext cx="336850" cy="477075"/>
              </a:xfrm>
              <a:custGeom>
                <a:avLst/>
                <a:gdLst/>
                <a:ahLst/>
                <a:cxnLst/>
                <a:rect l="l" t="t" r="r" b="b"/>
                <a:pathLst>
                  <a:path w="13474" h="19083" extrusionOk="0">
                    <a:moveTo>
                      <a:pt x="9707" y="536"/>
                    </a:moveTo>
                    <a:lnTo>
                      <a:pt x="9707" y="536"/>
                    </a:lnTo>
                    <a:cubicBezTo>
                      <a:pt x="10371" y="1035"/>
                      <a:pt x="10918" y="1715"/>
                      <a:pt x="11216" y="2490"/>
                    </a:cubicBezTo>
                    <a:cubicBezTo>
                      <a:pt x="11396" y="2970"/>
                      <a:pt x="11509" y="3462"/>
                      <a:pt x="11538" y="3976"/>
                    </a:cubicBezTo>
                    <a:cubicBezTo>
                      <a:pt x="11549" y="4185"/>
                      <a:pt x="11543" y="4399"/>
                      <a:pt x="11543" y="4608"/>
                    </a:cubicBezTo>
                    <a:lnTo>
                      <a:pt x="11543" y="5755"/>
                    </a:lnTo>
                    <a:cubicBezTo>
                      <a:pt x="11543" y="5992"/>
                      <a:pt x="11532" y="6229"/>
                      <a:pt x="11543" y="6466"/>
                    </a:cubicBezTo>
                    <a:cubicBezTo>
                      <a:pt x="11549" y="6602"/>
                      <a:pt x="11713" y="6686"/>
                      <a:pt x="11814" y="6765"/>
                    </a:cubicBezTo>
                    <a:cubicBezTo>
                      <a:pt x="12193" y="7065"/>
                      <a:pt x="12577" y="7364"/>
                      <a:pt x="12955" y="7669"/>
                    </a:cubicBezTo>
                    <a:cubicBezTo>
                      <a:pt x="13136" y="7816"/>
                      <a:pt x="13221" y="8030"/>
                      <a:pt x="13130" y="8251"/>
                    </a:cubicBezTo>
                    <a:cubicBezTo>
                      <a:pt x="13034" y="8477"/>
                      <a:pt x="12808" y="8590"/>
                      <a:pt x="12577" y="8590"/>
                    </a:cubicBezTo>
                    <a:cubicBezTo>
                      <a:pt x="12477" y="8591"/>
                      <a:pt x="12378" y="8592"/>
                      <a:pt x="12279" y="8592"/>
                    </a:cubicBezTo>
                    <a:cubicBezTo>
                      <a:pt x="12081" y="8592"/>
                      <a:pt x="11884" y="8590"/>
                      <a:pt x="11684" y="8590"/>
                    </a:cubicBezTo>
                    <a:cubicBezTo>
                      <a:pt x="11605" y="8590"/>
                      <a:pt x="11543" y="8657"/>
                      <a:pt x="11543" y="8731"/>
                    </a:cubicBezTo>
                    <a:cubicBezTo>
                      <a:pt x="11543" y="9030"/>
                      <a:pt x="11549" y="9329"/>
                      <a:pt x="11538" y="9623"/>
                    </a:cubicBezTo>
                    <a:cubicBezTo>
                      <a:pt x="11515" y="10154"/>
                      <a:pt x="11408" y="10685"/>
                      <a:pt x="11210" y="11182"/>
                    </a:cubicBezTo>
                    <a:cubicBezTo>
                      <a:pt x="10832" y="12147"/>
                      <a:pt x="10126" y="12983"/>
                      <a:pt x="9239" y="13525"/>
                    </a:cubicBezTo>
                    <a:cubicBezTo>
                      <a:pt x="8748" y="13822"/>
                      <a:pt x="8210" y="14026"/>
                      <a:pt x="7645" y="14138"/>
                    </a:cubicBezTo>
                    <a:lnTo>
                      <a:pt x="7645" y="14138"/>
                    </a:lnTo>
                    <a:cubicBezTo>
                      <a:pt x="7652" y="14108"/>
                      <a:pt x="7659" y="14078"/>
                      <a:pt x="7664" y="14051"/>
                    </a:cubicBezTo>
                    <a:cubicBezTo>
                      <a:pt x="7703" y="13825"/>
                      <a:pt x="7720" y="13599"/>
                      <a:pt x="7709" y="13373"/>
                    </a:cubicBezTo>
                    <a:cubicBezTo>
                      <a:pt x="7675" y="12475"/>
                      <a:pt x="7285" y="11628"/>
                      <a:pt x="6783" y="10894"/>
                    </a:cubicBezTo>
                    <a:cubicBezTo>
                      <a:pt x="6382" y="10306"/>
                      <a:pt x="5896" y="9770"/>
                      <a:pt x="5371" y="9290"/>
                    </a:cubicBezTo>
                    <a:cubicBezTo>
                      <a:pt x="5128" y="9070"/>
                      <a:pt x="4874" y="8889"/>
                      <a:pt x="4687" y="8606"/>
                    </a:cubicBezTo>
                    <a:cubicBezTo>
                      <a:pt x="4416" y="8194"/>
                      <a:pt x="4320" y="7703"/>
                      <a:pt x="4462" y="7223"/>
                    </a:cubicBezTo>
                    <a:cubicBezTo>
                      <a:pt x="4563" y="6890"/>
                      <a:pt x="4795" y="6624"/>
                      <a:pt x="5134" y="6528"/>
                    </a:cubicBezTo>
                    <a:cubicBezTo>
                      <a:pt x="5184" y="6517"/>
                      <a:pt x="5235" y="6506"/>
                      <a:pt x="5286" y="6494"/>
                    </a:cubicBezTo>
                    <a:cubicBezTo>
                      <a:pt x="5294" y="6493"/>
                      <a:pt x="5298" y="6493"/>
                      <a:pt x="5299" y="6493"/>
                    </a:cubicBezTo>
                    <a:cubicBezTo>
                      <a:pt x="5301" y="6493"/>
                      <a:pt x="5282" y="6496"/>
                      <a:pt x="5282" y="6496"/>
                    </a:cubicBezTo>
                    <a:cubicBezTo>
                      <a:pt x="5282" y="6496"/>
                      <a:pt x="5285" y="6496"/>
                      <a:pt x="5292" y="6494"/>
                    </a:cubicBezTo>
                    <a:lnTo>
                      <a:pt x="5326" y="6494"/>
                    </a:lnTo>
                    <a:cubicBezTo>
                      <a:pt x="5354" y="6489"/>
                      <a:pt x="5382" y="6489"/>
                      <a:pt x="5410" y="6489"/>
                    </a:cubicBezTo>
                    <a:cubicBezTo>
                      <a:pt x="5414" y="6489"/>
                      <a:pt x="5417" y="6488"/>
                      <a:pt x="5420" y="6488"/>
                    </a:cubicBezTo>
                    <a:lnTo>
                      <a:pt x="5420" y="6488"/>
                    </a:lnTo>
                    <a:cubicBezTo>
                      <a:pt x="6703" y="6429"/>
                      <a:pt x="8006" y="6056"/>
                      <a:pt x="8912" y="5099"/>
                    </a:cubicBezTo>
                    <a:cubicBezTo>
                      <a:pt x="9392" y="4597"/>
                      <a:pt x="9759" y="3976"/>
                      <a:pt x="9939" y="3298"/>
                    </a:cubicBezTo>
                    <a:cubicBezTo>
                      <a:pt x="10086" y="2739"/>
                      <a:pt x="10098" y="2152"/>
                      <a:pt x="10007" y="1587"/>
                    </a:cubicBezTo>
                    <a:cubicBezTo>
                      <a:pt x="9946" y="1225"/>
                      <a:pt x="9842" y="873"/>
                      <a:pt x="9707" y="536"/>
                    </a:cubicBezTo>
                    <a:close/>
                    <a:moveTo>
                      <a:pt x="7466" y="14937"/>
                    </a:moveTo>
                    <a:lnTo>
                      <a:pt x="7466" y="15863"/>
                    </a:lnTo>
                    <a:lnTo>
                      <a:pt x="7466" y="18359"/>
                    </a:lnTo>
                    <a:lnTo>
                      <a:pt x="7466" y="18800"/>
                    </a:lnTo>
                    <a:lnTo>
                      <a:pt x="283" y="18800"/>
                    </a:lnTo>
                    <a:lnTo>
                      <a:pt x="283" y="17586"/>
                    </a:lnTo>
                    <a:lnTo>
                      <a:pt x="3383" y="17586"/>
                    </a:lnTo>
                    <a:cubicBezTo>
                      <a:pt x="4078" y="17586"/>
                      <a:pt x="4778" y="17518"/>
                      <a:pt x="5427" y="17253"/>
                    </a:cubicBezTo>
                    <a:cubicBezTo>
                      <a:pt x="6065" y="16987"/>
                      <a:pt x="6613" y="16552"/>
                      <a:pt x="6997" y="15976"/>
                    </a:cubicBezTo>
                    <a:cubicBezTo>
                      <a:pt x="7207" y="15657"/>
                      <a:pt x="7364" y="15302"/>
                      <a:pt x="7466" y="14937"/>
                    </a:cubicBezTo>
                    <a:close/>
                    <a:moveTo>
                      <a:pt x="9374" y="0"/>
                    </a:moveTo>
                    <a:cubicBezTo>
                      <a:pt x="9277" y="0"/>
                      <a:pt x="9206" y="115"/>
                      <a:pt x="9256" y="215"/>
                    </a:cubicBezTo>
                    <a:cubicBezTo>
                      <a:pt x="9680" y="1062"/>
                      <a:pt x="9906" y="2044"/>
                      <a:pt x="9719" y="2987"/>
                    </a:cubicBezTo>
                    <a:cubicBezTo>
                      <a:pt x="9476" y="4247"/>
                      <a:pt x="8562" y="5314"/>
                      <a:pt x="7387" y="5800"/>
                    </a:cubicBezTo>
                    <a:cubicBezTo>
                      <a:pt x="6760" y="6060"/>
                      <a:pt x="6082" y="6178"/>
                      <a:pt x="5405" y="6206"/>
                    </a:cubicBezTo>
                    <a:cubicBezTo>
                      <a:pt x="5403" y="6206"/>
                      <a:pt x="5402" y="6207"/>
                      <a:pt x="5400" y="6207"/>
                    </a:cubicBezTo>
                    <a:lnTo>
                      <a:pt x="5400" y="6207"/>
                    </a:lnTo>
                    <a:cubicBezTo>
                      <a:pt x="5138" y="6214"/>
                      <a:pt x="4882" y="6287"/>
                      <a:pt x="4676" y="6438"/>
                    </a:cubicBezTo>
                    <a:cubicBezTo>
                      <a:pt x="4292" y="6715"/>
                      <a:pt x="4128" y="7178"/>
                      <a:pt x="4111" y="7635"/>
                    </a:cubicBezTo>
                    <a:cubicBezTo>
                      <a:pt x="4094" y="8234"/>
                      <a:pt x="4394" y="8844"/>
                      <a:pt x="4857" y="9216"/>
                    </a:cubicBezTo>
                    <a:cubicBezTo>
                      <a:pt x="5241" y="9527"/>
                      <a:pt x="5591" y="9877"/>
                      <a:pt x="5919" y="10250"/>
                    </a:cubicBezTo>
                    <a:cubicBezTo>
                      <a:pt x="6478" y="10877"/>
                      <a:pt x="6975" y="11600"/>
                      <a:pt x="7246" y="12407"/>
                    </a:cubicBezTo>
                    <a:cubicBezTo>
                      <a:pt x="7381" y="12831"/>
                      <a:pt x="7455" y="13271"/>
                      <a:pt x="7421" y="13717"/>
                    </a:cubicBezTo>
                    <a:cubicBezTo>
                      <a:pt x="7404" y="13949"/>
                      <a:pt x="7336" y="14158"/>
                      <a:pt x="7291" y="14384"/>
                    </a:cubicBezTo>
                    <a:cubicBezTo>
                      <a:pt x="7285" y="14412"/>
                      <a:pt x="7285" y="14440"/>
                      <a:pt x="7280" y="14468"/>
                    </a:cubicBezTo>
                    <a:cubicBezTo>
                      <a:pt x="7281" y="14453"/>
                      <a:pt x="7282" y="14447"/>
                      <a:pt x="7282" y="14447"/>
                    </a:cubicBezTo>
                    <a:lnTo>
                      <a:pt x="7282" y="14447"/>
                    </a:lnTo>
                    <a:cubicBezTo>
                      <a:pt x="7282" y="14447"/>
                      <a:pt x="7278" y="14477"/>
                      <a:pt x="7274" y="14497"/>
                    </a:cubicBezTo>
                    <a:cubicBezTo>
                      <a:pt x="7274" y="14525"/>
                      <a:pt x="7268" y="14553"/>
                      <a:pt x="7263" y="14581"/>
                    </a:cubicBezTo>
                    <a:cubicBezTo>
                      <a:pt x="7246" y="14655"/>
                      <a:pt x="7229" y="14734"/>
                      <a:pt x="7212" y="14807"/>
                    </a:cubicBezTo>
                    <a:cubicBezTo>
                      <a:pt x="7155" y="15005"/>
                      <a:pt x="7088" y="15203"/>
                      <a:pt x="7008" y="15372"/>
                    </a:cubicBezTo>
                    <a:cubicBezTo>
                      <a:pt x="6754" y="15908"/>
                      <a:pt x="6370" y="16377"/>
                      <a:pt x="5873" y="16699"/>
                    </a:cubicBezTo>
                    <a:cubicBezTo>
                      <a:pt x="5184" y="17151"/>
                      <a:pt x="4354" y="17303"/>
                      <a:pt x="3547" y="17303"/>
                    </a:cubicBezTo>
                    <a:lnTo>
                      <a:pt x="141" y="17303"/>
                    </a:lnTo>
                    <a:cubicBezTo>
                      <a:pt x="62" y="17303"/>
                      <a:pt x="0" y="17365"/>
                      <a:pt x="0" y="17445"/>
                    </a:cubicBezTo>
                    <a:lnTo>
                      <a:pt x="0" y="18941"/>
                    </a:lnTo>
                    <a:cubicBezTo>
                      <a:pt x="0" y="19015"/>
                      <a:pt x="62" y="19082"/>
                      <a:pt x="141" y="19082"/>
                    </a:cubicBezTo>
                    <a:lnTo>
                      <a:pt x="7607" y="19082"/>
                    </a:lnTo>
                    <a:cubicBezTo>
                      <a:pt x="7681" y="19082"/>
                      <a:pt x="7748" y="19015"/>
                      <a:pt x="7748" y="18941"/>
                    </a:cubicBezTo>
                    <a:lnTo>
                      <a:pt x="7748" y="17365"/>
                    </a:lnTo>
                    <a:lnTo>
                      <a:pt x="7748" y="14869"/>
                    </a:lnTo>
                    <a:lnTo>
                      <a:pt x="7748" y="14403"/>
                    </a:lnTo>
                    <a:lnTo>
                      <a:pt x="7748" y="14403"/>
                    </a:lnTo>
                    <a:cubicBezTo>
                      <a:pt x="8791" y="14194"/>
                      <a:pt x="9755" y="13651"/>
                      <a:pt x="10476" y="12870"/>
                    </a:cubicBezTo>
                    <a:cubicBezTo>
                      <a:pt x="11233" y="12051"/>
                      <a:pt x="11701" y="10995"/>
                      <a:pt x="11803" y="9888"/>
                    </a:cubicBezTo>
                    <a:cubicBezTo>
                      <a:pt x="11833" y="9551"/>
                      <a:pt x="11828" y="9214"/>
                      <a:pt x="11826" y="8872"/>
                    </a:cubicBezTo>
                    <a:lnTo>
                      <a:pt x="11826" y="8872"/>
                    </a:lnTo>
                    <a:cubicBezTo>
                      <a:pt x="11971" y="8873"/>
                      <a:pt x="12116" y="8874"/>
                      <a:pt x="12261" y="8874"/>
                    </a:cubicBezTo>
                    <a:cubicBezTo>
                      <a:pt x="12357" y="8874"/>
                      <a:pt x="12453" y="8874"/>
                      <a:pt x="12549" y="8872"/>
                    </a:cubicBezTo>
                    <a:cubicBezTo>
                      <a:pt x="12983" y="8872"/>
                      <a:pt x="13384" y="8601"/>
                      <a:pt x="13441" y="8149"/>
                    </a:cubicBezTo>
                    <a:cubicBezTo>
                      <a:pt x="13474" y="7895"/>
                      <a:pt x="13361" y="7646"/>
                      <a:pt x="13166" y="7477"/>
                    </a:cubicBezTo>
                    <a:lnTo>
                      <a:pt x="13166" y="7477"/>
                    </a:lnTo>
                    <a:cubicBezTo>
                      <a:pt x="13162" y="7473"/>
                      <a:pt x="13157" y="7469"/>
                      <a:pt x="13153" y="7466"/>
                    </a:cubicBezTo>
                    <a:lnTo>
                      <a:pt x="13153" y="7466"/>
                    </a:lnTo>
                    <a:cubicBezTo>
                      <a:pt x="13153" y="7466"/>
                      <a:pt x="13153" y="7466"/>
                      <a:pt x="13153" y="7466"/>
                    </a:cubicBezTo>
                    <a:cubicBezTo>
                      <a:pt x="13151" y="7464"/>
                      <a:pt x="13149" y="7463"/>
                      <a:pt x="13148" y="7462"/>
                    </a:cubicBezTo>
                    <a:lnTo>
                      <a:pt x="13148" y="7462"/>
                    </a:lnTo>
                    <a:cubicBezTo>
                      <a:pt x="12711" y="7112"/>
                      <a:pt x="12268" y="6762"/>
                      <a:pt x="11826" y="6413"/>
                    </a:cubicBezTo>
                    <a:lnTo>
                      <a:pt x="11826" y="6413"/>
                    </a:lnTo>
                    <a:lnTo>
                      <a:pt x="11826" y="4840"/>
                    </a:lnTo>
                    <a:cubicBezTo>
                      <a:pt x="11826" y="4461"/>
                      <a:pt x="11837" y="4083"/>
                      <a:pt x="11797" y="3705"/>
                    </a:cubicBezTo>
                    <a:cubicBezTo>
                      <a:pt x="11724" y="2999"/>
                      <a:pt x="11504" y="2304"/>
                      <a:pt x="11131" y="1694"/>
                    </a:cubicBezTo>
                    <a:cubicBezTo>
                      <a:pt x="10708" y="1011"/>
                      <a:pt x="10137" y="435"/>
                      <a:pt x="9448" y="23"/>
                    </a:cubicBezTo>
                    <a:cubicBezTo>
                      <a:pt x="9423" y="7"/>
                      <a:pt x="9397" y="0"/>
                      <a:pt x="9374"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3" name="Google Shape;1283;p44"/>
              <p:cNvSpPr/>
              <p:nvPr/>
            </p:nvSpPr>
            <p:spPr>
              <a:xfrm>
                <a:off x="4214400" y="3119725"/>
                <a:ext cx="583975" cy="458800"/>
              </a:xfrm>
              <a:custGeom>
                <a:avLst/>
                <a:gdLst/>
                <a:ahLst/>
                <a:cxnLst/>
                <a:rect l="l" t="t" r="r" b="b"/>
                <a:pathLst>
                  <a:path w="23359" h="18352" extrusionOk="0">
                    <a:moveTo>
                      <a:pt x="10827" y="285"/>
                    </a:moveTo>
                    <a:cubicBezTo>
                      <a:pt x="10889" y="285"/>
                      <a:pt x="10951" y="286"/>
                      <a:pt x="11013" y="286"/>
                    </a:cubicBezTo>
                    <a:lnTo>
                      <a:pt x="17683" y="286"/>
                    </a:lnTo>
                    <a:cubicBezTo>
                      <a:pt x="18029" y="286"/>
                      <a:pt x="18378" y="293"/>
                      <a:pt x="18728" y="293"/>
                    </a:cubicBezTo>
                    <a:cubicBezTo>
                      <a:pt x="18902" y="293"/>
                      <a:pt x="19078" y="291"/>
                      <a:pt x="19253" y="286"/>
                    </a:cubicBezTo>
                    <a:lnTo>
                      <a:pt x="19275" y="286"/>
                    </a:lnTo>
                    <a:cubicBezTo>
                      <a:pt x="19279" y="286"/>
                      <a:pt x="19282" y="286"/>
                      <a:pt x="19286" y="286"/>
                    </a:cubicBezTo>
                    <a:cubicBezTo>
                      <a:pt x="19288" y="286"/>
                      <a:pt x="19291" y="286"/>
                      <a:pt x="19293" y="286"/>
                    </a:cubicBezTo>
                    <a:lnTo>
                      <a:pt x="19293" y="286"/>
                    </a:lnTo>
                    <a:cubicBezTo>
                      <a:pt x="19350" y="287"/>
                      <a:pt x="19412" y="292"/>
                      <a:pt x="19473" y="297"/>
                    </a:cubicBezTo>
                    <a:cubicBezTo>
                      <a:pt x="19535" y="303"/>
                      <a:pt x="19597" y="314"/>
                      <a:pt x="19659" y="319"/>
                    </a:cubicBezTo>
                    <a:cubicBezTo>
                      <a:pt x="19669" y="319"/>
                      <a:pt x="19674" y="319"/>
                      <a:pt x="19682" y="323"/>
                    </a:cubicBezTo>
                    <a:lnTo>
                      <a:pt x="19682" y="323"/>
                    </a:lnTo>
                    <a:cubicBezTo>
                      <a:pt x="19681" y="323"/>
                      <a:pt x="19680" y="323"/>
                      <a:pt x="19679" y="323"/>
                    </a:cubicBezTo>
                    <a:cubicBezTo>
                      <a:pt x="19676" y="323"/>
                      <a:pt x="19676" y="323"/>
                      <a:pt x="19687" y="325"/>
                    </a:cubicBezTo>
                    <a:cubicBezTo>
                      <a:pt x="19704" y="325"/>
                      <a:pt x="19721" y="331"/>
                      <a:pt x="19738" y="331"/>
                    </a:cubicBezTo>
                    <a:cubicBezTo>
                      <a:pt x="19783" y="336"/>
                      <a:pt x="19829" y="342"/>
                      <a:pt x="19868" y="353"/>
                    </a:cubicBezTo>
                    <a:cubicBezTo>
                      <a:pt x="20286" y="421"/>
                      <a:pt x="20732" y="545"/>
                      <a:pt x="21099" y="698"/>
                    </a:cubicBezTo>
                    <a:cubicBezTo>
                      <a:pt x="21579" y="901"/>
                      <a:pt x="22020" y="1178"/>
                      <a:pt x="22364" y="1568"/>
                    </a:cubicBezTo>
                    <a:cubicBezTo>
                      <a:pt x="22754" y="2002"/>
                      <a:pt x="22986" y="2567"/>
                      <a:pt x="23042" y="3160"/>
                    </a:cubicBezTo>
                    <a:cubicBezTo>
                      <a:pt x="23117" y="3968"/>
                      <a:pt x="22932" y="4783"/>
                      <a:pt x="22647" y="5546"/>
                    </a:cubicBezTo>
                    <a:lnTo>
                      <a:pt x="22647" y="5546"/>
                    </a:lnTo>
                    <a:cubicBezTo>
                      <a:pt x="22647" y="5352"/>
                      <a:pt x="22647" y="5157"/>
                      <a:pt x="22647" y="4962"/>
                    </a:cubicBezTo>
                    <a:cubicBezTo>
                      <a:pt x="22641" y="3906"/>
                      <a:pt x="22297" y="2866"/>
                      <a:pt x="21658" y="2025"/>
                    </a:cubicBezTo>
                    <a:cubicBezTo>
                      <a:pt x="21280" y="1528"/>
                      <a:pt x="20806" y="1104"/>
                      <a:pt x="20269" y="783"/>
                    </a:cubicBezTo>
                    <a:cubicBezTo>
                      <a:pt x="20244" y="767"/>
                      <a:pt x="20218" y="760"/>
                      <a:pt x="20195" y="760"/>
                    </a:cubicBezTo>
                    <a:cubicBezTo>
                      <a:pt x="20098" y="760"/>
                      <a:pt x="20027" y="875"/>
                      <a:pt x="20077" y="975"/>
                    </a:cubicBezTo>
                    <a:cubicBezTo>
                      <a:pt x="20501" y="1822"/>
                      <a:pt x="20727" y="2804"/>
                      <a:pt x="20540" y="3747"/>
                    </a:cubicBezTo>
                    <a:cubicBezTo>
                      <a:pt x="20297" y="5007"/>
                      <a:pt x="19383" y="6074"/>
                      <a:pt x="18208" y="6565"/>
                    </a:cubicBezTo>
                    <a:cubicBezTo>
                      <a:pt x="17581" y="6820"/>
                      <a:pt x="16903" y="6938"/>
                      <a:pt x="16231" y="6966"/>
                    </a:cubicBezTo>
                    <a:cubicBezTo>
                      <a:pt x="15796" y="6978"/>
                      <a:pt x="15390" y="7181"/>
                      <a:pt x="15164" y="7559"/>
                    </a:cubicBezTo>
                    <a:cubicBezTo>
                      <a:pt x="14797" y="8158"/>
                      <a:pt x="14887" y="8943"/>
                      <a:pt x="15266" y="9513"/>
                    </a:cubicBezTo>
                    <a:cubicBezTo>
                      <a:pt x="15395" y="9711"/>
                      <a:pt x="15554" y="9875"/>
                      <a:pt x="15740" y="10027"/>
                    </a:cubicBezTo>
                    <a:cubicBezTo>
                      <a:pt x="16011" y="10259"/>
                      <a:pt x="16271" y="10502"/>
                      <a:pt x="16514" y="10761"/>
                    </a:cubicBezTo>
                    <a:cubicBezTo>
                      <a:pt x="17316" y="11603"/>
                      <a:pt x="18067" y="12659"/>
                      <a:pt x="18225" y="13839"/>
                    </a:cubicBezTo>
                    <a:cubicBezTo>
                      <a:pt x="18264" y="14155"/>
                      <a:pt x="18264" y="14477"/>
                      <a:pt x="18202" y="14794"/>
                    </a:cubicBezTo>
                    <a:cubicBezTo>
                      <a:pt x="18174" y="14935"/>
                      <a:pt x="18118" y="15076"/>
                      <a:pt x="18101" y="15217"/>
                    </a:cubicBezTo>
                    <a:cubicBezTo>
                      <a:pt x="18101" y="15219"/>
                      <a:pt x="18101" y="15221"/>
                      <a:pt x="18101" y="15223"/>
                    </a:cubicBezTo>
                    <a:lnTo>
                      <a:pt x="18101" y="15223"/>
                    </a:lnTo>
                    <a:cubicBezTo>
                      <a:pt x="18101" y="15223"/>
                      <a:pt x="18101" y="15223"/>
                      <a:pt x="18101" y="15223"/>
                    </a:cubicBezTo>
                    <a:cubicBezTo>
                      <a:pt x="18101" y="15240"/>
                      <a:pt x="18095" y="15257"/>
                      <a:pt x="18095" y="15274"/>
                    </a:cubicBezTo>
                    <a:cubicBezTo>
                      <a:pt x="18089" y="15319"/>
                      <a:pt x="18078" y="15358"/>
                      <a:pt x="18067" y="15403"/>
                    </a:cubicBezTo>
                    <a:cubicBezTo>
                      <a:pt x="18044" y="15528"/>
                      <a:pt x="18010" y="15646"/>
                      <a:pt x="17971" y="15765"/>
                    </a:cubicBezTo>
                    <a:cubicBezTo>
                      <a:pt x="17728" y="16516"/>
                      <a:pt x="17208" y="17188"/>
                      <a:pt x="16497" y="17583"/>
                    </a:cubicBezTo>
                    <a:cubicBezTo>
                      <a:pt x="15949" y="17883"/>
                      <a:pt x="15328" y="18018"/>
                      <a:pt x="14712" y="18052"/>
                    </a:cubicBezTo>
                    <a:cubicBezTo>
                      <a:pt x="14529" y="18062"/>
                      <a:pt x="14346" y="18064"/>
                      <a:pt x="14164" y="18064"/>
                    </a:cubicBezTo>
                    <a:cubicBezTo>
                      <a:pt x="14043" y="18064"/>
                      <a:pt x="13923" y="18063"/>
                      <a:pt x="13803" y="18063"/>
                    </a:cubicBezTo>
                    <a:lnTo>
                      <a:pt x="4720" y="18063"/>
                    </a:lnTo>
                    <a:cubicBezTo>
                      <a:pt x="4700" y="18046"/>
                      <a:pt x="4676" y="18034"/>
                      <a:pt x="4647" y="18034"/>
                    </a:cubicBezTo>
                    <a:cubicBezTo>
                      <a:pt x="4642" y="18034"/>
                      <a:pt x="4637" y="18034"/>
                      <a:pt x="4632" y="18035"/>
                    </a:cubicBezTo>
                    <a:cubicBezTo>
                      <a:pt x="4493" y="18051"/>
                      <a:pt x="4355" y="18060"/>
                      <a:pt x="4217" y="18060"/>
                    </a:cubicBezTo>
                    <a:cubicBezTo>
                      <a:pt x="3639" y="18060"/>
                      <a:pt x="3069" y="17917"/>
                      <a:pt x="2553" y="17634"/>
                    </a:cubicBezTo>
                    <a:cubicBezTo>
                      <a:pt x="1960" y="17301"/>
                      <a:pt x="1469" y="16810"/>
                      <a:pt x="1119" y="16228"/>
                    </a:cubicBezTo>
                    <a:cubicBezTo>
                      <a:pt x="334" y="14918"/>
                      <a:pt x="278" y="13212"/>
                      <a:pt x="983" y="11857"/>
                    </a:cubicBezTo>
                    <a:cubicBezTo>
                      <a:pt x="1317" y="11208"/>
                      <a:pt x="1825" y="10643"/>
                      <a:pt x="2452" y="10264"/>
                    </a:cubicBezTo>
                    <a:cubicBezTo>
                      <a:pt x="2632" y="10157"/>
                      <a:pt x="2808" y="10061"/>
                      <a:pt x="2977" y="9937"/>
                    </a:cubicBezTo>
                    <a:cubicBezTo>
                      <a:pt x="3649" y="9440"/>
                      <a:pt x="4208" y="8807"/>
                      <a:pt x="4694" y="8135"/>
                    </a:cubicBezTo>
                    <a:cubicBezTo>
                      <a:pt x="5095" y="7576"/>
                      <a:pt x="5445" y="6989"/>
                      <a:pt x="5755" y="6379"/>
                    </a:cubicBezTo>
                    <a:cubicBezTo>
                      <a:pt x="5942" y="6012"/>
                      <a:pt x="6117" y="5639"/>
                      <a:pt x="6275" y="5261"/>
                    </a:cubicBezTo>
                    <a:cubicBezTo>
                      <a:pt x="6456" y="4826"/>
                      <a:pt x="6653" y="4386"/>
                      <a:pt x="6772" y="3934"/>
                    </a:cubicBezTo>
                    <a:cubicBezTo>
                      <a:pt x="6829" y="3715"/>
                      <a:pt x="6911" y="3510"/>
                      <a:pt x="6981" y="3302"/>
                    </a:cubicBezTo>
                    <a:lnTo>
                      <a:pt x="6981" y="3302"/>
                    </a:lnTo>
                    <a:cubicBezTo>
                      <a:pt x="6983" y="3298"/>
                      <a:pt x="6985" y="3294"/>
                      <a:pt x="6987" y="3290"/>
                    </a:cubicBezTo>
                    <a:cubicBezTo>
                      <a:pt x="7308" y="2545"/>
                      <a:pt x="7783" y="1867"/>
                      <a:pt x="8376" y="1319"/>
                    </a:cubicBezTo>
                    <a:cubicBezTo>
                      <a:pt x="8952" y="799"/>
                      <a:pt x="9669" y="382"/>
                      <a:pt x="10454" y="303"/>
                    </a:cubicBezTo>
                    <a:cubicBezTo>
                      <a:pt x="10578" y="287"/>
                      <a:pt x="10703" y="285"/>
                      <a:pt x="10827" y="285"/>
                    </a:cubicBezTo>
                    <a:close/>
                    <a:moveTo>
                      <a:pt x="19155" y="1"/>
                    </a:moveTo>
                    <a:cubicBezTo>
                      <a:pt x="19074" y="1"/>
                      <a:pt x="18993" y="3"/>
                      <a:pt x="18914" y="3"/>
                    </a:cubicBezTo>
                    <a:lnTo>
                      <a:pt x="10742" y="3"/>
                    </a:lnTo>
                    <a:cubicBezTo>
                      <a:pt x="9127" y="9"/>
                      <a:pt x="7760" y="1263"/>
                      <a:pt x="7009" y="2601"/>
                    </a:cubicBezTo>
                    <a:cubicBezTo>
                      <a:pt x="6916" y="2776"/>
                      <a:pt x="6829" y="2951"/>
                      <a:pt x="6751" y="3131"/>
                    </a:cubicBezTo>
                    <a:lnTo>
                      <a:pt x="6751" y="3131"/>
                    </a:lnTo>
                    <a:cubicBezTo>
                      <a:pt x="6741" y="3144"/>
                      <a:pt x="6733" y="3159"/>
                      <a:pt x="6727" y="3177"/>
                    </a:cubicBezTo>
                    <a:cubicBezTo>
                      <a:pt x="6653" y="3409"/>
                      <a:pt x="6557" y="3640"/>
                      <a:pt x="6495" y="3877"/>
                    </a:cubicBezTo>
                    <a:cubicBezTo>
                      <a:pt x="6428" y="4114"/>
                      <a:pt x="6332" y="4346"/>
                      <a:pt x="6247" y="4578"/>
                    </a:cubicBezTo>
                    <a:cubicBezTo>
                      <a:pt x="6083" y="4995"/>
                      <a:pt x="5908" y="5408"/>
                      <a:pt x="5722" y="5814"/>
                    </a:cubicBezTo>
                    <a:cubicBezTo>
                      <a:pt x="5405" y="6475"/>
                      <a:pt x="5050" y="7119"/>
                      <a:pt x="4637" y="7723"/>
                    </a:cubicBezTo>
                    <a:cubicBezTo>
                      <a:pt x="4338" y="8164"/>
                      <a:pt x="4010" y="8582"/>
                      <a:pt x="3643" y="8966"/>
                    </a:cubicBezTo>
                    <a:cubicBezTo>
                      <a:pt x="3508" y="9107"/>
                      <a:pt x="3367" y="9248"/>
                      <a:pt x="3220" y="9378"/>
                    </a:cubicBezTo>
                    <a:cubicBezTo>
                      <a:pt x="3158" y="9434"/>
                      <a:pt x="3096" y="9485"/>
                      <a:pt x="3028" y="9542"/>
                    </a:cubicBezTo>
                    <a:cubicBezTo>
                      <a:pt x="3000" y="9564"/>
                      <a:pt x="2971" y="9587"/>
                      <a:pt x="2943" y="9609"/>
                    </a:cubicBezTo>
                    <a:cubicBezTo>
                      <a:pt x="2904" y="9643"/>
                      <a:pt x="2921" y="9626"/>
                      <a:pt x="2881" y="9660"/>
                    </a:cubicBezTo>
                    <a:cubicBezTo>
                      <a:pt x="2728" y="9773"/>
                      <a:pt x="2576" y="9875"/>
                      <a:pt x="2412" y="9965"/>
                    </a:cubicBezTo>
                    <a:cubicBezTo>
                      <a:pt x="1752" y="10327"/>
                      <a:pt x="1209" y="10886"/>
                      <a:pt x="837" y="11535"/>
                    </a:cubicBezTo>
                    <a:cubicBezTo>
                      <a:pt x="46" y="12896"/>
                      <a:pt x="1" y="14635"/>
                      <a:pt x="701" y="16047"/>
                    </a:cubicBezTo>
                    <a:cubicBezTo>
                      <a:pt x="1322" y="17312"/>
                      <a:pt x="2553" y="18250"/>
                      <a:pt x="3982" y="18340"/>
                    </a:cubicBezTo>
                    <a:cubicBezTo>
                      <a:pt x="4041" y="18343"/>
                      <a:pt x="4100" y="18345"/>
                      <a:pt x="4158" y="18345"/>
                    </a:cubicBezTo>
                    <a:cubicBezTo>
                      <a:pt x="4295" y="18345"/>
                      <a:pt x="4429" y="18337"/>
                      <a:pt x="4564" y="18324"/>
                    </a:cubicBezTo>
                    <a:lnTo>
                      <a:pt x="4564" y="18324"/>
                    </a:lnTo>
                    <a:cubicBezTo>
                      <a:pt x="4584" y="18338"/>
                      <a:pt x="4608" y="18346"/>
                      <a:pt x="4637" y="18346"/>
                    </a:cubicBezTo>
                    <a:lnTo>
                      <a:pt x="13137" y="18346"/>
                    </a:lnTo>
                    <a:cubicBezTo>
                      <a:pt x="13428" y="18346"/>
                      <a:pt x="13723" y="18352"/>
                      <a:pt x="14018" y="18352"/>
                    </a:cubicBezTo>
                    <a:cubicBezTo>
                      <a:pt x="14609" y="18352"/>
                      <a:pt x="15200" y="18327"/>
                      <a:pt x="15768" y="18176"/>
                    </a:cubicBezTo>
                    <a:cubicBezTo>
                      <a:pt x="16717" y="17917"/>
                      <a:pt x="17530" y="17312"/>
                      <a:pt x="17993" y="16437"/>
                    </a:cubicBezTo>
                    <a:cubicBezTo>
                      <a:pt x="18140" y="16160"/>
                      <a:pt x="18247" y="15867"/>
                      <a:pt x="18321" y="15562"/>
                    </a:cubicBezTo>
                    <a:cubicBezTo>
                      <a:pt x="18343" y="15477"/>
                      <a:pt x="18360" y="15392"/>
                      <a:pt x="18372" y="15302"/>
                    </a:cubicBezTo>
                    <a:cubicBezTo>
                      <a:pt x="18383" y="15228"/>
                      <a:pt x="18394" y="15183"/>
                      <a:pt x="18411" y="15132"/>
                    </a:cubicBezTo>
                    <a:cubicBezTo>
                      <a:pt x="18778" y="13867"/>
                      <a:pt x="18259" y="12569"/>
                      <a:pt x="17525" y="11546"/>
                    </a:cubicBezTo>
                    <a:cubicBezTo>
                      <a:pt x="17056" y="10880"/>
                      <a:pt x="16491" y="10287"/>
                      <a:pt x="15864" y="9767"/>
                    </a:cubicBezTo>
                    <a:cubicBezTo>
                      <a:pt x="15604" y="9553"/>
                      <a:pt x="15395" y="9254"/>
                      <a:pt x="15294" y="8932"/>
                    </a:cubicBezTo>
                    <a:cubicBezTo>
                      <a:pt x="15113" y="8378"/>
                      <a:pt x="15232" y="7605"/>
                      <a:pt x="15813" y="7339"/>
                    </a:cubicBezTo>
                    <a:cubicBezTo>
                      <a:pt x="15887" y="7305"/>
                      <a:pt x="15966" y="7283"/>
                      <a:pt x="16045" y="7266"/>
                    </a:cubicBezTo>
                    <a:cubicBezTo>
                      <a:pt x="16062" y="7260"/>
                      <a:pt x="16084" y="7260"/>
                      <a:pt x="16101" y="7254"/>
                    </a:cubicBezTo>
                    <a:cubicBezTo>
                      <a:pt x="16109" y="7253"/>
                      <a:pt x="16112" y="7253"/>
                      <a:pt x="16113" y="7253"/>
                    </a:cubicBezTo>
                    <a:cubicBezTo>
                      <a:pt x="16116" y="7253"/>
                      <a:pt x="16103" y="7256"/>
                      <a:pt x="16107" y="7256"/>
                    </a:cubicBezTo>
                    <a:cubicBezTo>
                      <a:pt x="16108" y="7256"/>
                      <a:pt x="16111" y="7256"/>
                      <a:pt x="16118" y="7254"/>
                    </a:cubicBezTo>
                    <a:cubicBezTo>
                      <a:pt x="16158" y="7249"/>
                      <a:pt x="16192" y="7249"/>
                      <a:pt x="16231" y="7249"/>
                    </a:cubicBezTo>
                    <a:cubicBezTo>
                      <a:pt x="16232" y="7249"/>
                      <a:pt x="16232" y="7249"/>
                      <a:pt x="16233" y="7249"/>
                    </a:cubicBezTo>
                    <a:lnTo>
                      <a:pt x="16233" y="7249"/>
                    </a:lnTo>
                    <a:cubicBezTo>
                      <a:pt x="17514" y="7192"/>
                      <a:pt x="18824" y="6819"/>
                      <a:pt x="19733" y="5859"/>
                    </a:cubicBezTo>
                    <a:cubicBezTo>
                      <a:pt x="20213" y="5357"/>
                      <a:pt x="20580" y="4736"/>
                      <a:pt x="20760" y="4058"/>
                    </a:cubicBezTo>
                    <a:cubicBezTo>
                      <a:pt x="20907" y="3499"/>
                      <a:pt x="20919" y="2917"/>
                      <a:pt x="20828" y="2347"/>
                    </a:cubicBezTo>
                    <a:cubicBezTo>
                      <a:pt x="20767" y="1986"/>
                      <a:pt x="20663" y="1635"/>
                      <a:pt x="20529" y="1298"/>
                    </a:cubicBezTo>
                    <a:lnTo>
                      <a:pt x="20529" y="1298"/>
                    </a:lnTo>
                    <a:cubicBezTo>
                      <a:pt x="21237" y="1835"/>
                      <a:pt x="21783" y="2567"/>
                      <a:pt x="22093" y="3409"/>
                    </a:cubicBezTo>
                    <a:cubicBezTo>
                      <a:pt x="22274" y="3900"/>
                      <a:pt x="22364" y="4431"/>
                      <a:pt x="22364" y="4956"/>
                    </a:cubicBezTo>
                    <a:cubicBezTo>
                      <a:pt x="22364" y="5159"/>
                      <a:pt x="22364" y="5363"/>
                      <a:pt x="22364" y="5560"/>
                    </a:cubicBezTo>
                    <a:lnTo>
                      <a:pt x="22364" y="6260"/>
                    </a:lnTo>
                    <a:cubicBezTo>
                      <a:pt x="22364" y="6342"/>
                      <a:pt x="22445" y="6402"/>
                      <a:pt x="22521" y="6402"/>
                    </a:cubicBezTo>
                    <a:cubicBezTo>
                      <a:pt x="22565" y="6402"/>
                      <a:pt x="22607" y="6382"/>
                      <a:pt x="22630" y="6334"/>
                    </a:cubicBezTo>
                    <a:cubicBezTo>
                      <a:pt x="23031" y="5425"/>
                      <a:pt x="23358" y="4442"/>
                      <a:pt x="23341" y="3442"/>
                    </a:cubicBezTo>
                    <a:cubicBezTo>
                      <a:pt x="23324" y="2782"/>
                      <a:pt x="23144" y="2121"/>
                      <a:pt x="22743" y="1584"/>
                    </a:cubicBezTo>
                    <a:cubicBezTo>
                      <a:pt x="22404" y="1138"/>
                      <a:pt x="21952" y="794"/>
                      <a:pt x="21449" y="545"/>
                    </a:cubicBezTo>
                    <a:cubicBezTo>
                      <a:pt x="21020" y="342"/>
                      <a:pt x="20563" y="195"/>
                      <a:pt x="20094" y="105"/>
                    </a:cubicBezTo>
                    <a:cubicBezTo>
                      <a:pt x="19840" y="54"/>
                      <a:pt x="19563" y="9"/>
                      <a:pt x="19298" y="3"/>
                    </a:cubicBezTo>
                    <a:lnTo>
                      <a:pt x="19275" y="3"/>
                    </a:lnTo>
                    <a:cubicBezTo>
                      <a:pt x="19236" y="1"/>
                      <a:pt x="19196" y="1"/>
                      <a:pt x="19155"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4" name="Google Shape;1284;p44"/>
              <p:cNvSpPr/>
              <p:nvPr/>
            </p:nvSpPr>
            <p:spPr>
              <a:xfrm>
                <a:off x="4769675" y="3210750"/>
                <a:ext cx="8075" cy="10675"/>
              </a:xfrm>
              <a:custGeom>
                <a:avLst/>
                <a:gdLst/>
                <a:ahLst/>
                <a:cxnLst/>
                <a:rect l="l" t="t" r="r" b="b"/>
                <a:pathLst>
                  <a:path w="323" h="427" extrusionOk="0">
                    <a:moveTo>
                      <a:pt x="136" y="1"/>
                    </a:moveTo>
                    <a:cubicBezTo>
                      <a:pt x="126" y="1"/>
                      <a:pt x="117" y="2"/>
                      <a:pt x="108" y="5"/>
                    </a:cubicBezTo>
                    <a:cubicBezTo>
                      <a:pt x="97" y="10"/>
                      <a:pt x="86" y="16"/>
                      <a:pt x="74" y="22"/>
                    </a:cubicBezTo>
                    <a:cubicBezTo>
                      <a:pt x="52" y="33"/>
                      <a:pt x="35" y="50"/>
                      <a:pt x="23" y="73"/>
                    </a:cubicBezTo>
                    <a:lnTo>
                      <a:pt x="6" y="106"/>
                    </a:lnTo>
                    <a:cubicBezTo>
                      <a:pt x="1" y="129"/>
                      <a:pt x="1" y="157"/>
                      <a:pt x="6" y="180"/>
                    </a:cubicBezTo>
                    <a:cubicBezTo>
                      <a:pt x="23" y="231"/>
                      <a:pt x="35" y="276"/>
                      <a:pt x="40" y="321"/>
                    </a:cubicBezTo>
                    <a:cubicBezTo>
                      <a:pt x="46" y="344"/>
                      <a:pt x="57" y="361"/>
                      <a:pt x="69" y="372"/>
                    </a:cubicBezTo>
                    <a:cubicBezTo>
                      <a:pt x="80" y="389"/>
                      <a:pt x="91" y="400"/>
                      <a:pt x="108" y="406"/>
                    </a:cubicBezTo>
                    <a:cubicBezTo>
                      <a:pt x="125" y="417"/>
                      <a:pt x="142" y="423"/>
                      <a:pt x="159" y="423"/>
                    </a:cubicBezTo>
                    <a:cubicBezTo>
                      <a:pt x="170" y="425"/>
                      <a:pt x="180" y="427"/>
                      <a:pt x="189" y="427"/>
                    </a:cubicBezTo>
                    <a:cubicBezTo>
                      <a:pt x="198" y="427"/>
                      <a:pt x="207" y="425"/>
                      <a:pt x="215" y="423"/>
                    </a:cubicBezTo>
                    <a:cubicBezTo>
                      <a:pt x="227" y="417"/>
                      <a:pt x="238" y="411"/>
                      <a:pt x="249" y="406"/>
                    </a:cubicBezTo>
                    <a:cubicBezTo>
                      <a:pt x="272" y="394"/>
                      <a:pt x="289" y="377"/>
                      <a:pt x="300" y="355"/>
                    </a:cubicBezTo>
                    <a:lnTo>
                      <a:pt x="317" y="321"/>
                    </a:lnTo>
                    <a:cubicBezTo>
                      <a:pt x="323" y="298"/>
                      <a:pt x="323" y="276"/>
                      <a:pt x="317" y="248"/>
                    </a:cubicBezTo>
                    <a:cubicBezTo>
                      <a:pt x="306" y="202"/>
                      <a:pt x="294" y="152"/>
                      <a:pt x="283" y="106"/>
                    </a:cubicBezTo>
                    <a:cubicBezTo>
                      <a:pt x="278" y="89"/>
                      <a:pt x="266" y="73"/>
                      <a:pt x="255" y="56"/>
                    </a:cubicBezTo>
                    <a:cubicBezTo>
                      <a:pt x="244" y="44"/>
                      <a:pt x="232" y="33"/>
                      <a:pt x="215" y="22"/>
                    </a:cubicBezTo>
                    <a:cubicBezTo>
                      <a:pt x="198" y="10"/>
                      <a:pt x="182" y="5"/>
                      <a:pt x="165" y="5"/>
                    </a:cubicBezTo>
                    <a:cubicBezTo>
                      <a:pt x="156" y="2"/>
                      <a:pt x="146" y="1"/>
                      <a:pt x="136"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5" name="Google Shape;1285;p44"/>
              <p:cNvSpPr/>
              <p:nvPr/>
            </p:nvSpPr>
            <p:spPr>
              <a:xfrm>
                <a:off x="4772800" y="3228450"/>
                <a:ext cx="7500" cy="9950"/>
              </a:xfrm>
              <a:custGeom>
                <a:avLst/>
                <a:gdLst/>
                <a:ahLst/>
                <a:cxnLst/>
                <a:rect l="l" t="t" r="r" b="b"/>
                <a:pathLst>
                  <a:path w="300" h="398" extrusionOk="0">
                    <a:moveTo>
                      <a:pt x="158" y="0"/>
                    </a:moveTo>
                    <a:cubicBezTo>
                      <a:pt x="153" y="0"/>
                      <a:pt x="147" y="1"/>
                      <a:pt x="141" y="3"/>
                    </a:cubicBezTo>
                    <a:lnTo>
                      <a:pt x="107" y="3"/>
                    </a:lnTo>
                    <a:cubicBezTo>
                      <a:pt x="85" y="14"/>
                      <a:pt x="62" y="25"/>
                      <a:pt x="45" y="42"/>
                    </a:cubicBezTo>
                    <a:cubicBezTo>
                      <a:pt x="34" y="53"/>
                      <a:pt x="28" y="59"/>
                      <a:pt x="23" y="70"/>
                    </a:cubicBezTo>
                    <a:cubicBezTo>
                      <a:pt x="11" y="93"/>
                      <a:pt x="0" y="116"/>
                      <a:pt x="0" y="144"/>
                    </a:cubicBezTo>
                    <a:cubicBezTo>
                      <a:pt x="6" y="178"/>
                      <a:pt x="11" y="217"/>
                      <a:pt x="17" y="257"/>
                    </a:cubicBezTo>
                    <a:cubicBezTo>
                      <a:pt x="11" y="274"/>
                      <a:pt x="17" y="296"/>
                      <a:pt x="28" y="313"/>
                    </a:cubicBezTo>
                    <a:cubicBezTo>
                      <a:pt x="34" y="330"/>
                      <a:pt x="40" y="342"/>
                      <a:pt x="57" y="358"/>
                    </a:cubicBezTo>
                    <a:cubicBezTo>
                      <a:pt x="68" y="370"/>
                      <a:pt x="85" y="381"/>
                      <a:pt x="102" y="387"/>
                    </a:cubicBezTo>
                    <a:cubicBezTo>
                      <a:pt x="119" y="392"/>
                      <a:pt x="136" y="398"/>
                      <a:pt x="158" y="398"/>
                    </a:cubicBezTo>
                    <a:lnTo>
                      <a:pt x="192" y="392"/>
                    </a:lnTo>
                    <a:cubicBezTo>
                      <a:pt x="215" y="387"/>
                      <a:pt x="237" y="375"/>
                      <a:pt x="254" y="358"/>
                    </a:cubicBezTo>
                    <a:cubicBezTo>
                      <a:pt x="266" y="347"/>
                      <a:pt x="271" y="336"/>
                      <a:pt x="277" y="330"/>
                    </a:cubicBezTo>
                    <a:cubicBezTo>
                      <a:pt x="288" y="308"/>
                      <a:pt x="299" y="285"/>
                      <a:pt x="299" y="257"/>
                    </a:cubicBezTo>
                    <a:cubicBezTo>
                      <a:pt x="294" y="217"/>
                      <a:pt x="288" y="178"/>
                      <a:pt x="282" y="144"/>
                    </a:cubicBezTo>
                    <a:cubicBezTo>
                      <a:pt x="288" y="121"/>
                      <a:pt x="282" y="104"/>
                      <a:pt x="271" y="87"/>
                    </a:cubicBezTo>
                    <a:cubicBezTo>
                      <a:pt x="266" y="70"/>
                      <a:pt x="260" y="53"/>
                      <a:pt x="243" y="42"/>
                    </a:cubicBezTo>
                    <a:cubicBezTo>
                      <a:pt x="232" y="25"/>
                      <a:pt x="215" y="20"/>
                      <a:pt x="198" y="14"/>
                    </a:cubicBezTo>
                    <a:cubicBezTo>
                      <a:pt x="185" y="6"/>
                      <a:pt x="173" y="0"/>
                      <a:pt x="158"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6" name="Google Shape;1286;p44"/>
              <p:cNvSpPr/>
              <p:nvPr/>
            </p:nvSpPr>
            <p:spPr>
              <a:xfrm>
                <a:off x="4771525" y="3219375"/>
                <a:ext cx="7775" cy="10425"/>
              </a:xfrm>
              <a:custGeom>
                <a:avLst/>
                <a:gdLst/>
                <a:ahLst/>
                <a:cxnLst/>
                <a:rect l="l" t="t" r="r" b="b"/>
                <a:pathLst>
                  <a:path w="311" h="417" extrusionOk="0">
                    <a:moveTo>
                      <a:pt x="136" y="0"/>
                    </a:moveTo>
                    <a:cubicBezTo>
                      <a:pt x="126" y="0"/>
                      <a:pt x="116" y="1"/>
                      <a:pt x="108" y="4"/>
                    </a:cubicBezTo>
                    <a:cubicBezTo>
                      <a:pt x="96" y="10"/>
                      <a:pt x="85" y="16"/>
                      <a:pt x="74" y="21"/>
                    </a:cubicBezTo>
                    <a:cubicBezTo>
                      <a:pt x="51" y="32"/>
                      <a:pt x="34" y="49"/>
                      <a:pt x="23" y="72"/>
                    </a:cubicBezTo>
                    <a:lnTo>
                      <a:pt x="12" y="106"/>
                    </a:lnTo>
                    <a:cubicBezTo>
                      <a:pt x="0" y="128"/>
                      <a:pt x="0" y="151"/>
                      <a:pt x="12" y="179"/>
                    </a:cubicBezTo>
                    <a:cubicBezTo>
                      <a:pt x="17" y="224"/>
                      <a:pt x="23" y="270"/>
                      <a:pt x="34" y="315"/>
                    </a:cubicBezTo>
                    <a:cubicBezTo>
                      <a:pt x="34" y="332"/>
                      <a:pt x="45" y="349"/>
                      <a:pt x="57" y="360"/>
                    </a:cubicBezTo>
                    <a:cubicBezTo>
                      <a:pt x="68" y="377"/>
                      <a:pt x="79" y="388"/>
                      <a:pt x="96" y="400"/>
                    </a:cubicBezTo>
                    <a:cubicBezTo>
                      <a:pt x="113" y="411"/>
                      <a:pt x="130" y="416"/>
                      <a:pt x="147" y="416"/>
                    </a:cubicBezTo>
                    <a:cubicBezTo>
                      <a:pt x="170" y="416"/>
                      <a:pt x="187" y="416"/>
                      <a:pt x="204" y="411"/>
                    </a:cubicBezTo>
                    <a:cubicBezTo>
                      <a:pt x="215" y="405"/>
                      <a:pt x="226" y="405"/>
                      <a:pt x="237" y="400"/>
                    </a:cubicBezTo>
                    <a:cubicBezTo>
                      <a:pt x="260" y="388"/>
                      <a:pt x="277" y="371"/>
                      <a:pt x="288" y="349"/>
                    </a:cubicBezTo>
                    <a:lnTo>
                      <a:pt x="305" y="315"/>
                    </a:lnTo>
                    <a:cubicBezTo>
                      <a:pt x="311" y="287"/>
                      <a:pt x="311" y="264"/>
                      <a:pt x="305" y="236"/>
                    </a:cubicBezTo>
                    <a:cubicBezTo>
                      <a:pt x="300" y="191"/>
                      <a:pt x="288" y="145"/>
                      <a:pt x="283" y="106"/>
                    </a:cubicBezTo>
                    <a:cubicBezTo>
                      <a:pt x="277" y="83"/>
                      <a:pt x="266" y="66"/>
                      <a:pt x="254" y="55"/>
                    </a:cubicBezTo>
                    <a:cubicBezTo>
                      <a:pt x="243" y="38"/>
                      <a:pt x="232" y="27"/>
                      <a:pt x="215" y="21"/>
                    </a:cubicBezTo>
                    <a:cubicBezTo>
                      <a:pt x="198" y="10"/>
                      <a:pt x="181" y="4"/>
                      <a:pt x="164" y="4"/>
                    </a:cubicBezTo>
                    <a:cubicBezTo>
                      <a:pt x="156" y="1"/>
                      <a:pt x="146" y="0"/>
                      <a:pt x="136"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7" name="Google Shape;1287;p44"/>
              <p:cNvSpPr/>
              <p:nvPr/>
            </p:nvSpPr>
            <p:spPr>
              <a:xfrm>
                <a:off x="4754425" y="3175975"/>
                <a:ext cx="10200" cy="11850"/>
              </a:xfrm>
              <a:custGeom>
                <a:avLst/>
                <a:gdLst/>
                <a:ahLst/>
                <a:cxnLst/>
                <a:rect l="l" t="t" r="r" b="b"/>
                <a:pathLst>
                  <a:path w="408" h="474" extrusionOk="0">
                    <a:moveTo>
                      <a:pt x="125" y="1"/>
                    </a:moveTo>
                    <a:cubicBezTo>
                      <a:pt x="108" y="7"/>
                      <a:pt x="86" y="12"/>
                      <a:pt x="74" y="18"/>
                    </a:cubicBezTo>
                    <a:cubicBezTo>
                      <a:pt x="40" y="40"/>
                      <a:pt x="18" y="69"/>
                      <a:pt x="7" y="103"/>
                    </a:cubicBezTo>
                    <a:cubicBezTo>
                      <a:pt x="1" y="142"/>
                      <a:pt x="1" y="182"/>
                      <a:pt x="24" y="215"/>
                    </a:cubicBezTo>
                    <a:cubicBezTo>
                      <a:pt x="63" y="278"/>
                      <a:pt x="103" y="340"/>
                      <a:pt x="142" y="402"/>
                    </a:cubicBezTo>
                    <a:cubicBezTo>
                      <a:pt x="159" y="436"/>
                      <a:pt x="187" y="458"/>
                      <a:pt x="227" y="470"/>
                    </a:cubicBezTo>
                    <a:cubicBezTo>
                      <a:pt x="235" y="472"/>
                      <a:pt x="244" y="474"/>
                      <a:pt x="252" y="474"/>
                    </a:cubicBezTo>
                    <a:cubicBezTo>
                      <a:pt x="261" y="474"/>
                      <a:pt x="269" y="472"/>
                      <a:pt x="278" y="470"/>
                    </a:cubicBezTo>
                    <a:cubicBezTo>
                      <a:pt x="300" y="470"/>
                      <a:pt x="317" y="464"/>
                      <a:pt x="334" y="453"/>
                    </a:cubicBezTo>
                    <a:cubicBezTo>
                      <a:pt x="362" y="436"/>
                      <a:pt x="391" y="407"/>
                      <a:pt x="396" y="368"/>
                    </a:cubicBezTo>
                    <a:cubicBezTo>
                      <a:pt x="408" y="334"/>
                      <a:pt x="402" y="295"/>
                      <a:pt x="385" y="261"/>
                    </a:cubicBezTo>
                    <a:cubicBezTo>
                      <a:pt x="345" y="199"/>
                      <a:pt x="306" y="131"/>
                      <a:pt x="266" y="69"/>
                    </a:cubicBezTo>
                    <a:cubicBezTo>
                      <a:pt x="244" y="40"/>
                      <a:pt x="216" y="18"/>
                      <a:pt x="182" y="7"/>
                    </a:cubicBezTo>
                    <a:cubicBezTo>
                      <a:pt x="159" y="1"/>
                      <a:pt x="142" y="1"/>
                      <a:pt x="125"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8" name="Google Shape;1288;p44"/>
              <p:cNvSpPr/>
              <p:nvPr/>
            </p:nvSpPr>
            <p:spPr>
              <a:xfrm>
                <a:off x="4758100" y="3182850"/>
                <a:ext cx="11900" cy="15625"/>
              </a:xfrm>
              <a:custGeom>
                <a:avLst/>
                <a:gdLst/>
                <a:ahLst/>
                <a:cxnLst/>
                <a:rect l="l" t="t" r="r" b="b"/>
                <a:pathLst>
                  <a:path w="476" h="625" extrusionOk="0">
                    <a:moveTo>
                      <a:pt x="161" y="0"/>
                    </a:moveTo>
                    <a:cubicBezTo>
                      <a:pt x="136" y="0"/>
                      <a:pt x="112" y="6"/>
                      <a:pt x="91" y="20"/>
                    </a:cubicBezTo>
                    <a:cubicBezTo>
                      <a:pt x="23" y="59"/>
                      <a:pt x="1" y="144"/>
                      <a:pt x="40" y="212"/>
                    </a:cubicBezTo>
                    <a:cubicBezTo>
                      <a:pt x="102" y="324"/>
                      <a:pt x="159" y="437"/>
                      <a:pt x="210" y="556"/>
                    </a:cubicBezTo>
                    <a:cubicBezTo>
                      <a:pt x="227" y="584"/>
                      <a:pt x="266" y="612"/>
                      <a:pt x="294" y="618"/>
                    </a:cubicBezTo>
                    <a:cubicBezTo>
                      <a:pt x="306" y="622"/>
                      <a:pt x="320" y="624"/>
                      <a:pt x="334" y="624"/>
                    </a:cubicBezTo>
                    <a:cubicBezTo>
                      <a:pt x="359" y="624"/>
                      <a:pt x="385" y="618"/>
                      <a:pt x="407" y="607"/>
                    </a:cubicBezTo>
                    <a:cubicBezTo>
                      <a:pt x="436" y="584"/>
                      <a:pt x="464" y="556"/>
                      <a:pt x="469" y="522"/>
                    </a:cubicBezTo>
                    <a:lnTo>
                      <a:pt x="475" y="483"/>
                    </a:lnTo>
                    <a:cubicBezTo>
                      <a:pt x="475" y="460"/>
                      <a:pt x="469" y="437"/>
                      <a:pt x="458" y="415"/>
                    </a:cubicBezTo>
                    <a:cubicBezTo>
                      <a:pt x="402" y="296"/>
                      <a:pt x="345" y="183"/>
                      <a:pt x="283" y="70"/>
                    </a:cubicBezTo>
                    <a:cubicBezTo>
                      <a:pt x="261" y="25"/>
                      <a:pt x="210" y="0"/>
                      <a:pt x="161"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9" name="Google Shape;1289;p44"/>
              <p:cNvSpPr/>
              <p:nvPr/>
            </p:nvSpPr>
            <p:spPr>
              <a:xfrm>
                <a:off x="4749775" y="3169350"/>
                <a:ext cx="10625" cy="11750"/>
              </a:xfrm>
              <a:custGeom>
                <a:avLst/>
                <a:gdLst/>
                <a:ahLst/>
                <a:cxnLst/>
                <a:rect l="l" t="t" r="r" b="b"/>
                <a:pathLst>
                  <a:path w="425" h="470" extrusionOk="0">
                    <a:moveTo>
                      <a:pt x="125" y="0"/>
                    </a:moveTo>
                    <a:cubicBezTo>
                      <a:pt x="108" y="0"/>
                      <a:pt x="91" y="6"/>
                      <a:pt x="74" y="17"/>
                    </a:cubicBezTo>
                    <a:cubicBezTo>
                      <a:pt x="40" y="40"/>
                      <a:pt x="18" y="68"/>
                      <a:pt x="6" y="102"/>
                    </a:cubicBezTo>
                    <a:cubicBezTo>
                      <a:pt x="6" y="113"/>
                      <a:pt x="6" y="130"/>
                      <a:pt x="1" y="142"/>
                    </a:cubicBezTo>
                    <a:cubicBezTo>
                      <a:pt x="1" y="164"/>
                      <a:pt x="6" y="192"/>
                      <a:pt x="23" y="209"/>
                    </a:cubicBezTo>
                    <a:cubicBezTo>
                      <a:pt x="68" y="272"/>
                      <a:pt x="114" y="334"/>
                      <a:pt x="159" y="401"/>
                    </a:cubicBezTo>
                    <a:cubicBezTo>
                      <a:pt x="164" y="418"/>
                      <a:pt x="176" y="430"/>
                      <a:pt x="193" y="441"/>
                    </a:cubicBezTo>
                    <a:cubicBezTo>
                      <a:pt x="204" y="452"/>
                      <a:pt x="221" y="458"/>
                      <a:pt x="238" y="464"/>
                    </a:cubicBezTo>
                    <a:cubicBezTo>
                      <a:pt x="260" y="469"/>
                      <a:pt x="277" y="469"/>
                      <a:pt x="294" y="469"/>
                    </a:cubicBezTo>
                    <a:cubicBezTo>
                      <a:pt x="317" y="464"/>
                      <a:pt x="334" y="464"/>
                      <a:pt x="351" y="452"/>
                    </a:cubicBezTo>
                    <a:cubicBezTo>
                      <a:pt x="379" y="430"/>
                      <a:pt x="407" y="401"/>
                      <a:pt x="413" y="368"/>
                    </a:cubicBezTo>
                    <a:cubicBezTo>
                      <a:pt x="424" y="328"/>
                      <a:pt x="418" y="288"/>
                      <a:pt x="402" y="255"/>
                    </a:cubicBezTo>
                    <a:cubicBezTo>
                      <a:pt x="356" y="192"/>
                      <a:pt x="311" y="130"/>
                      <a:pt x="266" y="68"/>
                    </a:cubicBezTo>
                    <a:cubicBezTo>
                      <a:pt x="255" y="51"/>
                      <a:pt x="243" y="40"/>
                      <a:pt x="226" y="29"/>
                    </a:cubicBezTo>
                    <a:cubicBezTo>
                      <a:pt x="215" y="17"/>
                      <a:pt x="198" y="12"/>
                      <a:pt x="181" y="6"/>
                    </a:cubicBezTo>
                    <a:cubicBezTo>
                      <a:pt x="164" y="0"/>
                      <a:pt x="142" y="0"/>
                      <a:pt x="125"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90" name="Google Shape;1290;p44"/>
              <p:cNvSpPr/>
              <p:nvPr/>
            </p:nvSpPr>
            <p:spPr>
              <a:xfrm>
                <a:off x="4744700" y="3163000"/>
                <a:ext cx="11025" cy="11875"/>
              </a:xfrm>
              <a:custGeom>
                <a:avLst/>
                <a:gdLst/>
                <a:ahLst/>
                <a:cxnLst/>
                <a:rect l="l" t="t" r="r" b="b"/>
                <a:pathLst>
                  <a:path w="441" h="475" extrusionOk="0">
                    <a:moveTo>
                      <a:pt x="141" y="0"/>
                    </a:moveTo>
                    <a:cubicBezTo>
                      <a:pt x="124" y="0"/>
                      <a:pt x="108" y="6"/>
                      <a:pt x="91" y="12"/>
                    </a:cubicBezTo>
                    <a:cubicBezTo>
                      <a:pt x="68" y="17"/>
                      <a:pt x="57" y="29"/>
                      <a:pt x="45" y="40"/>
                    </a:cubicBezTo>
                    <a:cubicBezTo>
                      <a:pt x="17" y="68"/>
                      <a:pt x="0" y="102"/>
                      <a:pt x="0" y="141"/>
                    </a:cubicBezTo>
                    <a:cubicBezTo>
                      <a:pt x="0" y="153"/>
                      <a:pt x="6" y="164"/>
                      <a:pt x="6" y="181"/>
                    </a:cubicBezTo>
                    <a:cubicBezTo>
                      <a:pt x="12" y="204"/>
                      <a:pt x="23" y="226"/>
                      <a:pt x="45" y="243"/>
                    </a:cubicBezTo>
                    <a:cubicBezTo>
                      <a:pt x="96" y="305"/>
                      <a:pt x="147" y="367"/>
                      <a:pt x="198" y="430"/>
                    </a:cubicBezTo>
                    <a:cubicBezTo>
                      <a:pt x="209" y="446"/>
                      <a:pt x="226" y="458"/>
                      <a:pt x="243" y="463"/>
                    </a:cubicBezTo>
                    <a:cubicBezTo>
                      <a:pt x="260" y="469"/>
                      <a:pt x="277" y="475"/>
                      <a:pt x="300" y="475"/>
                    </a:cubicBezTo>
                    <a:cubicBezTo>
                      <a:pt x="317" y="475"/>
                      <a:pt x="333" y="469"/>
                      <a:pt x="350" y="463"/>
                    </a:cubicBezTo>
                    <a:cubicBezTo>
                      <a:pt x="373" y="458"/>
                      <a:pt x="384" y="446"/>
                      <a:pt x="401" y="430"/>
                    </a:cubicBezTo>
                    <a:cubicBezTo>
                      <a:pt x="424" y="407"/>
                      <a:pt x="441" y="367"/>
                      <a:pt x="441" y="333"/>
                    </a:cubicBezTo>
                    <a:cubicBezTo>
                      <a:pt x="441" y="322"/>
                      <a:pt x="435" y="305"/>
                      <a:pt x="435" y="294"/>
                    </a:cubicBezTo>
                    <a:cubicBezTo>
                      <a:pt x="429" y="271"/>
                      <a:pt x="418" y="249"/>
                      <a:pt x="401" y="232"/>
                    </a:cubicBezTo>
                    <a:cubicBezTo>
                      <a:pt x="350" y="170"/>
                      <a:pt x="294" y="102"/>
                      <a:pt x="243" y="40"/>
                    </a:cubicBezTo>
                    <a:cubicBezTo>
                      <a:pt x="232" y="29"/>
                      <a:pt x="215" y="17"/>
                      <a:pt x="198" y="12"/>
                    </a:cubicBezTo>
                    <a:cubicBezTo>
                      <a:pt x="181" y="6"/>
                      <a:pt x="164" y="0"/>
                      <a:pt x="141"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91" name="Google Shape;1291;p44"/>
              <p:cNvSpPr/>
              <p:nvPr/>
            </p:nvSpPr>
            <p:spPr>
              <a:xfrm>
                <a:off x="4767150" y="3202550"/>
                <a:ext cx="8625" cy="10725"/>
              </a:xfrm>
              <a:custGeom>
                <a:avLst/>
                <a:gdLst/>
                <a:ahLst/>
                <a:cxnLst/>
                <a:rect l="l" t="t" r="r" b="b"/>
                <a:pathLst>
                  <a:path w="345" h="429" extrusionOk="0">
                    <a:moveTo>
                      <a:pt x="139" y="1"/>
                    </a:moveTo>
                    <a:cubicBezTo>
                      <a:pt x="130" y="1"/>
                      <a:pt x="122" y="2"/>
                      <a:pt x="113" y="5"/>
                    </a:cubicBezTo>
                    <a:cubicBezTo>
                      <a:pt x="102" y="11"/>
                      <a:pt x="91" y="16"/>
                      <a:pt x="79" y="22"/>
                    </a:cubicBezTo>
                    <a:cubicBezTo>
                      <a:pt x="57" y="33"/>
                      <a:pt x="40" y="50"/>
                      <a:pt x="28" y="73"/>
                    </a:cubicBezTo>
                    <a:cubicBezTo>
                      <a:pt x="11" y="107"/>
                      <a:pt x="0" y="146"/>
                      <a:pt x="11" y="180"/>
                    </a:cubicBezTo>
                    <a:cubicBezTo>
                      <a:pt x="28" y="231"/>
                      <a:pt x="45" y="276"/>
                      <a:pt x="57" y="327"/>
                    </a:cubicBezTo>
                    <a:cubicBezTo>
                      <a:pt x="62" y="344"/>
                      <a:pt x="74" y="361"/>
                      <a:pt x="85" y="372"/>
                    </a:cubicBezTo>
                    <a:cubicBezTo>
                      <a:pt x="96" y="389"/>
                      <a:pt x="107" y="401"/>
                      <a:pt x="124" y="412"/>
                    </a:cubicBezTo>
                    <a:cubicBezTo>
                      <a:pt x="141" y="423"/>
                      <a:pt x="158" y="429"/>
                      <a:pt x="175" y="429"/>
                    </a:cubicBezTo>
                    <a:cubicBezTo>
                      <a:pt x="192" y="429"/>
                      <a:pt x="215" y="429"/>
                      <a:pt x="232" y="423"/>
                    </a:cubicBezTo>
                    <a:cubicBezTo>
                      <a:pt x="243" y="417"/>
                      <a:pt x="254" y="417"/>
                      <a:pt x="266" y="412"/>
                    </a:cubicBezTo>
                    <a:cubicBezTo>
                      <a:pt x="288" y="401"/>
                      <a:pt x="305" y="384"/>
                      <a:pt x="316" y="361"/>
                    </a:cubicBezTo>
                    <a:cubicBezTo>
                      <a:pt x="333" y="327"/>
                      <a:pt x="345" y="288"/>
                      <a:pt x="333" y="248"/>
                    </a:cubicBezTo>
                    <a:cubicBezTo>
                      <a:pt x="316" y="203"/>
                      <a:pt x="299" y="152"/>
                      <a:pt x="288" y="107"/>
                    </a:cubicBezTo>
                    <a:cubicBezTo>
                      <a:pt x="283" y="84"/>
                      <a:pt x="271" y="73"/>
                      <a:pt x="260" y="56"/>
                    </a:cubicBezTo>
                    <a:cubicBezTo>
                      <a:pt x="249" y="39"/>
                      <a:pt x="237" y="28"/>
                      <a:pt x="220" y="22"/>
                    </a:cubicBezTo>
                    <a:cubicBezTo>
                      <a:pt x="203" y="11"/>
                      <a:pt x="187" y="5"/>
                      <a:pt x="170" y="5"/>
                    </a:cubicBezTo>
                    <a:cubicBezTo>
                      <a:pt x="158" y="2"/>
                      <a:pt x="148" y="1"/>
                      <a:pt x="139"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92" name="Google Shape;1292;p44"/>
              <p:cNvSpPr/>
              <p:nvPr/>
            </p:nvSpPr>
            <p:spPr>
              <a:xfrm>
                <a:off x="4764325" y="3194650"/>
                <a:ext cx="8625" cy="10825"/>
              </a:xfrm>
              <a:custGeom>
                <a:avLst/>
                <a:gdLst/>
                <a:ahLst/>
                <a:cxnLst/>
                <a:rect l="l" t="t" r="r" b="b"/>
                <a:pathLst>
                  <a:path w="345" h="433" extrusionOk="0">
                    <a:moveTo>
                      <a:pt x="136" y="1"/>
                    </a:moveTo>
                    <a:cubicBezTo>
                      <a:pt x="126" y="1"/>
                      <a:pt x="116" y="2"/>
                      <a:pt x="108" y="5"/>
                    </a:cubicBezTo>
                    <a:cubicBezTo>
                      <a:pt x="96" y="11"/>
                      <a:pt x="85" y="16"/>
                      <a:pt x="74" y="22"/>
                    </a:cubicBezTo>
                    <a:cubicBezTo>
                      <a:pt x="51" y="33"/>
                      <a:pt x="34" y="50"/>
                      <a:pt x="23" y="73"/>
                    </a:cubicBezTo>
                    <a:lnTo>
                      <a:pt x="6" y="107"/>
                    </a:lnTo>
                    <a:cubicBezTo>
                      <a:pt x="0" y="129"/>
                      <a:pt x="0" y="157"/>
                      <a:pt x="6" y="180"/>
                    </a:cubicBezTo>
                    <a:cubicBezTo>
                      <a:pt x="28" y="231"/>
                      <a:pt x="45" y="276"/>
                      <a:pt x="62" y="327"/>
                    </a:cubicBezTo>
                    <a:cubicBezTo>
                      <a:pt x="68" y="344"/>
                      <a:pt x="79" y="361"/>
                      <a:pt x="91" y="378"/>
                    </a:cubicBezTo>
                    <a:cubicBezTo>
                      <a:pt x="102" y="389"/>
                      <a:pt x="113" y="406"/>
                      <a:pt x="130" y="412"/>
                    </a:cubicBezTo>
                    <a:cubicBezTo>
                      <a:pt x="147" y="423"/>
                      <a:pt x="164" y="429"/>
                      <a:pt x="181" y="429"/>
                    </a:cubicBezTo>
                    <a:cubicBezTo>
                      <a:pt x="192" y="431"/>
                      <a:pt x="202" y="433"/>
                      <a:pt x="211" y="433"/>
                    </a:cubicBezTo>
                    <a:cubicBezTo>
                      <a:pt x="220" y="433"/>
                      <a:pt x="229" y="431"/>
                      <a:pt x="237" y="429"/>
                    </a:cubicBezTo>
                    <a:cubicBezTo>
                      <a:pt x="249" y="423"/>
                      <a:pt x="260" y="417"/>
                      <a:pt x="271" y="412"/>
                    </a:cubicBezTo>
                    <a:cubicBezTo>
                      <a:pt x="294" y="400"/>
                      <a:pt x="311" y="383"/>
                      <a:pt x="322" y="361"/>
                    </a:cubicBezTo>
                    <a:lnTo>
                      <a:pt x="339" y="327"/>
                    </a:lnTo>
                    <a:cubicBezTo>
                      <a:pt x="345" y="304"/>
                      <a:pt x="345" y="276"/>
                      <a:pt x="339" y="253"/>
                    </a:cubicBezTo>
                    <a:cubicBezTo>
                      <a:pt x="316" y="203"/>
                      <a:pt x="300" y="152"/>
                      <a:pt x="283" y="107"/>
                    </a:cubicBezTo>
                    <a:cubicBezTo>
                      <a:pt x="277" y="84"/>
                      <a:pt x="266" y="73"/>
                      <a:pt x="254" y="56"/>
                    </a:cubicBezTo>
                    <a:cubicBezTo>
                      <a:pt x="243" y="44"/>
                      <a:pt x="232" y="28"/>
                      <a:pt x="215" y="22"/>
                    </a:cubicBezTo>
                    <a:cubicBezTo>
                      <a:pt x="198" y="11"/>
                      <a:pt x="181" y="5"/>
                      <a:pt x="164" y="5"/>
                    </a:cubicBezTo>
                    <a:cubicBezTo>
                      <a:pt x="156" y="2"/>
                      <a:pt x="146" y="1"/>
                      <a:pt x="136"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93" name="Google Shape;1293;p44"/>
              <p:cNvSpPr/>
              <p:nvPr/>
            </p:nvSpPr>
            <p:spPr>
              <a:xfrm>
                <a:off x="4081975" y="3608550"/>
                <a:ext cx="999750" cy="705950"/>
              </a:xfrm>
              <a:custGeom>
                <a:avLst/>
                <a:gdLst/>
                <a:ahLst/>
                <a:cxnLst/>
                <a:rect l="l" t="t" r="r" b="b"/>
                <a:pathLst>
                  <a:path w="39990" h="28238" extrusionOk="0">
                    <a:moveTo>
                      <a:pt x="23780" y="300"/>
                    </a:moveTo>
                    <a:cubicBezTo>
                      <a:pt x="24485" y="893"/>
                      <a:pt x="25251" y="1417"/>
                      <a:pt x="26018" y="1910"/>
                    </a:cubicBezTo>
                    <a:cubicBezTo>
                      <a:pt x="26831" y="2430"/>
                      <a:pt x="27667" y="2915"/>
                      <a:pt x="28531" y="3344"/>
                    </a:cubicBezTo>
                    <a:cubicBezTo>
                      <a:pt x="29418" y="3785"/>
                      <a:pt x="30316" y="4186"/>
                      <a:pt x="31168" y="4694"/>
                    </a:cubicBezTo>
                    <a:cubicBezTo>
                      <a:pt x="33393" y="6021"/>
                      <a:pt x="35426" y="7840"/>
                      <a:pt x="36669" y="10138"/>
                    </a:cubicBezTo>
                    <a:cubicBezTo>
                      <a:pt x="36883" y="10527"/>
                      <a:pt x="37080" y="10916"/>
                      <a:pt x="37199" y="11338"/>
                    </a:cubicBezTo>
                    <a:lnTo>
                      <a:pt x="37199" y="11338"/>
                    </a:lnTo>
                    <a:cubicBezTo>
                      <a:pt x="37199" y="11339"/>
                      <a:pt x="37199" y="11340"/>
                      <a:pt x="37200" y="11341"/>
                    </a:cubicBezTo>
                    <a:cubicBezTo>
                      <a:pt x="37482" y="12290"/>
                      <a:pt x="37697" y="13261"/>
                      <a:pt x="37911" y="14227"/>
                    </a:cubicBezTo>
                    <a:cubicBezTo>
                      <a:pt x="38470" y="16813"/>
                      <a:pt x="38894" y="19434"/>
                      <a:pt x="39199" y="22060"/>
                    </a:cubicBezTo>
                    <a:cubicBezTo>
                      <a:pt x="39430" y="24018"/>
                      <a:pt x="39598" y="25986"/>
                      <a:pt x="39700" y="27955"/>
                    </a:cubicBezTo>
                    <a:lnTo>
                      <a:pt x="296" y="27955"/>
                    </a:lnTo>
                    <a:cubicBezTo>
                      <a:pt x="480" y="24417"/>
                      <a:pt x="867" y="20884"/>
                      <a:pt x="1469" y="17389"/>
                    </a:cubicBezTo>
                    <a:cubicBezTo>
                      <a:pt x="1796" y="15514"/>
                      <a:pt x="2175" y="13645"/>
                      <a:pt x="2661" y="11804"/>
                    </a:cubicBezTo>
                    <a:cubicBezTo>
                      <a:pt x="2836" y="11166"/>
                      <a:pt x="3067" y="10596"/>
                      <a:pt x="3395" y="10008"/>
                    </a:cubicBezTo>
                    <a:cubicBezTo>
                      <a:pt x="4569" y="7908"/>
                      <a:pt x="6399" y="6213"/>
                      <a:pt x="8421" y="4943"/>
                    </a:cubicBezTo>
                    <a:cubicBezTo>
                      <a:pt x="9189" y="4463"/>
                      <a:pt x="9985" y="4039"/>
                      <a:pt x="10804" y="3661"/>
                    </a:cubicBezTo>
                    <a:cubicBezTo>
                      <a:pt x="11662" y="3260"/>
                      <a:pt x="12498" y="2814"/>
                      <a:pt x="13306" y="2328"/>
                    </a:cubicBezTo>
                    <a:cubicBezTo>
                      <a:pt x="14294" y="1729"/>
                      <a:pt x="15248" y="1080"/>
                      <a:pt x="16146" y="357"/>
                    </a:cubicBezTo>
                    <a:cubicBezTo>
                      <a:pt x="16164" y="341"/>
                      <a:pt x="16182" y="327"/>
                      <a:pt x="16199" y="312"/>
                    </a:cubicBezTo>
                    <a:lnTo>
                      <a:pt x="16199" y="312"/>
                    </a:lnTo>
                    <a:cubicBezTo>
                      <a:pt x="16766" y="1161"/>
                      <a:pt x="17337" y="2004"/>
                      <a:pt x="17903" y="2853"/>
                    </a:cubicBezTo>
                    <a:cubicBezTo>
                      <a:pt x="17933" y="2900"/>
                      <a:pt x="17975" y="2921"/>
                      <a:pt x="18018" y="2921"/>
                    </a:cubicBezTo>
                    <a:cubicBezTo>
                      <a:pt x="18064" y="2921"/>
                      <a:pt x="18111" y="2897"/>
                      <a:pt x="18146" y="2853"/>
                    </a:cubicBezTo>
                    <a:lnTo>
                      <a:pt x="19981" y="437"/>
                    </a:lnTo>
                    <a:lnTo>
                      <a:pt x="19981" y="437"/>
                    </a:lnTo>
                    <a:cubicBezTo>
                      <a:pt x="20520" y="1244"/>
                      <a:pt x="21058" y="2046"/>
                      <a:pt x="21596" y="2853"/>
                    </a:cubicBezTo>
                    <a:cubicBezTo>
                      <a:pt x="21626" y="2900"/>
                      <a:pt x="21670" y="2921"/>
                      <a:pt x="21713" y="2921"/>
                    </a:cubicBezTo>
                    <a:cubicBezTo>
                      <a:pt x="21760" y="2921"/>
                      <a:pt x="21807" y="2897"/>
                      <a:pt x="21839" y="2853"/>
                    </a:cubicBezTo>
                    <a:cubicBezTo>
                      <a:pt x="22484" y="2000"/>
                      <a:pt x="23134" y="1153"/>
                      <a:pt x="23780" y="300"/>
                    </a:cubicBezTo>
                    <a:close/>
                    <a:moveTo>
                      <a:pt x="23761" y="0"/>
                    </a:moveTo>
                    <a:cubicBezTo>
                      <a:pt x="23742" y="0"/>
                      <a:pt x="23723" y="3"/>
                      <a:pt x="23703" y="7"/>
                    </a:cubicBezTo>
                    <a:cubicBezTo>
                      <a:pt x="23573" y="35"/>
                      <a:pt x="23460" y="255"/>
                      <a:pt x="23386" y="357"/>
                    </a:cubicBezTo>
                    <a:lnTo>
                      <a:pt x="22810" y="1114"/>
                    </a:lnTo>
                    <a:lnTo>
                      <a:pt x="21726" y="2542"/>
                    </a:lnTo>
                    <a:lnTo>
                      <a:pt x="21726" y="2542"/>
                    </a:lnTo>
                    <a:cubicBezTo>
                      <a:pt x="21187" y="1735"/>
                      <a:pt x="20649" y="928"/>
                      <a:pt x="20111" y="125"/>
                    </a:cubicBezTo>
                    <a:cubicBezTo>
                      <a:pt x="20081" y="79"/>
                      <a:pt x="20037" y="58"/>
                      <a:pt x="19994" y="58"/>
                    </a:cubicBezTo>
                    <a:cubicBezTo>
                      <a:pt x="19947" y="58"/>
                      <a:pt x="19900" y="82"/>
                      <a:pt x="19868" y="125"/>
                    </a:cubicBezTo>
                    <a:lnTo>
                      <a:pt x="18031" y="2543"/>
                    </a:lnTo>
                    <a:lnTo>
                      <a:pt x="18031" y="2543"/>
                    </a:lnTo>
                    <a:cubicBezTo>
                      <a:pt x="17545" y="1819"/>
                      <a:pt x="17063" y="1091"/>
                      <a:pt x="16581" y="368"/>
                    </a:cubicBezTo>
                    <a:cubicBezTo>
                      <a:pt x="16479" y="219"/>
                      <a:pt x="16373" y="5"/>
                      <a:pt x="16212" y="5"/>
                    </a:cubicBezTo>
                    <a:cubicBezTo>
                      <a:pt x="16161" y="5"/>
                      <a:pt x="16104" y="27"/>
                      <a:pt x="16039" y="80"/>
                    </a:cubicBezTo>
                    <a:cubicBezTo>
                      <a:pt x="15695" y="363"/>
                      <a:pt x="15339" y="628"/>
                      <a:pt x="14977" y="888"/>
                    </a:cubicBezTo>
                    <a:cubicBezTo>
                      <a:pt x="14266" y="1396"/>
                      <a:pt x="13532" y="1871"/>
                      <a:pt x="12775" y="2311"/>
                    </a:cubicBezTo>
                    <a:cubicBezTo>
                      <a:pt x="11821" y="2870"/>
                      <a:pt x="10821" y="3311"/>
                      <a:pt x="9838" y="3813"/>
                    </a:cubicBezTo>
                    <a:cubicBezTo>
                      <a:pt x="8223" y="4638"/>
                      <a:pt x="6704" y="5677"/>
                      <a:pt x="5411" y="6953"/>
                    </a:cubicBezTo>
                    <a:cubicBezTo>
                      <a:pt x="4558" y="7789"/>
                      <a:pt x="3796" y="8732"/>
                      <a:pt x="3203" y="9771"/>
                    </a:cubicBezTo>
                    <a:cubicBezTo>
                      <a:pt x="2937" y="10234"/>
                      <a:pt x="2689" y="10720"/>
                      <a:pt x="2531" y="11228"/>
                    </a:cubicBezTo>
                    <a:cubicBezTo>
                      <a:pt x="2135" y="12482"/>
                      <a:pt x="1876" y="13798"/>
                      <a:pt x="1616" y="15085"/>
                    </a:cubicBezTo>
                    <a:cubicBezTo>
                      <a:pt x="865" y="18801"/>
                      <a:pt x="373" y="22568"/>
                      <a:pt x="108" y="26346"/>
                    </a:cubicBezTo>
                    <a:cubicBezTo>
                      <a:pt x="68" y="26928"/>
                      <a:pt x="35" y="27515"/>
                      <a:pt x="6" y="28097"/>
                    </a:cubicBezTo>
                    <a:cubicBezTo>
                      <a:pt x="1" y="28176"/>
                      <a:pt x="74" y="28238"/>
                      <a:pt x="147" y="28238"/>
                    </a:cubicBezTo>
                    <a:lnTo>
                      <a:pt x="39848" y="28238"/>
                    </a:lnTo>
                    <a:cubicBezTo>
                      <a:pt x="39922" y="28238"/>
                      <a:pt x="39989" y="28176"/>
                      <a:pt x="39989" y="28097"/>
                    </a:cubicBezTo>
                    <a:cubicBezTo>
                      <a:pt x="39820" y="24737"/>
                      <a:pt x="39464" y="21382"/>
                      <a:pt x="38922" y="18056"/>
                    </a:cubicBezTo>
                    <a:cubicBezTo>
                      <a:pt x="38600" y="16096"/>
                      <a:pt x="38216" y="14148"/>
                      <a:pt x="37731" y="12222"/>
                    </a:cubicBezTo>
                    <a:cubicBezTo>
                      <a:pt x="37651" y="11900"/>
                      <a:pt x="37567" y="11578"/>
                      <a:pt x="37471" y="11262"/>
                    </a:cubicBezTo>
                    <a:cubicBezTo>
                      <a:pt x="37313" y="10697"/>
                      <a:pt x="37019" y="10149"/>
                      <a:pt x="36720" y="9647"/>
                    </a:cubicBezTo>
                    <a:cubicBezTo>
                      <a:pt x="35918" y="8292"/>
                      <a:pt x="34845" y="7106"/>
                      <a:pt x="33636" y="6095"/>
                    </a:cubicBezTo>
                    <a:cubicBezTo>
                      <a:pt x="32778" y="5378"/>
                      <a:pt x="31846" y="4745"/>
                      <a:pt x="30863" y="4192"/>
                    </a:cubicBezTo>
                    <a:cubicBezTo>
                      <a:pt x="29700" y="3542"/>
                      <a:pt x="28463" y="3028"/>
                      <a:pt x="27300" y="2362"/>
                    </a:cubicBezTo>
                    <a:cubicBezTo>
                      <a:pt x="26408" y="1848"/>
                      <a:pt x="25544" y="1283"/>
                      <a:pt x="24713" y="668"/>
                    </a:cubicBezTo>
                    <a:cubicBezTo>
                      <a:pt x="24493" y="504"/>
                      <a:pt x="24273" y="340"/>
                      <a:pt x="24064" y="165"/>
                    </a:cubicBezTo>
                    <a:cubicBezTo>
                      <a:pt x="23966" y="91"/>
                      <a:pt x="23884" y="0"/>
                      <a:pt x="23761"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94" name="Google Shape;1294;p44"/>
              <p:cNvSpPr/>
              <p:nvPr/>
            </p:nvSpPr>
            <p:spPr>
              <a:xfrm>
                <a:off x="4577950" y="3608700"/>
                <a:ext cx="101825" cy="72875"/>
              </a:xfrm>
              <a:custGeom>
                <a:avLst/>
                <a:gdLst/>
                <a:ahLst/>
                <a:cxnLst/>
                <a:rect l="l" t="t" r="r" b="b"/>
                <a:pathLst>
                  <a:path w="4073" h="2915" extrusionOk="0">
                    <a:moveTo>
                      <a:pt x="3599" y="283"/>
                    </a:moveTo>
                    <a:lnTo>
                      <a:pt x="2011" y="2373"/>
                    </a:lnTo>
                    <a:lnTo>
                      <a:pt x="1887" y="2536"/>
                    </a:lnTo>
                    <a:lnTo>
                      <a:pt x="1887" y="2536"/>
                    </a:lnTo>
                    <a:cubicBezTo>
                      <a:pt x="1421" y="1837"/>
                      <a:pt x="951" y="1141"/>
                      <a:pt x="486" y="441"/>
                    </a:cubicBezTo>
                    <a:lnTo>
                      <a:pt x="381" y="283"/>
                    </a:lnTo>
                    <a:close/>
                    <a:moveTo>
                      <a:pt x="187" y="1"/>
                    </a:moveTo>
                    <a:cubicBezTo>
                      <a:pt x="141" y="1"/>
                      <a:pt x="107" y="19"/>
                      <a:pt x="84" y="46"/>
                    </a:cubicBezTo>
                    <a:lnTo>
                      <a:pt x="84" y="46"/>
                    </a:lnTo>
                    <a:cubicBezTo>
                      <a:pt x="77" y="53"/>
                      <a:pt x="70" y="60"/>
                      <a:pt x="63" y="69"/>
                    </a:cubicBezTo>
                    <a:cubicBezTo>
                      <a:pt x="52" y="86"/>
                      <a:pt x="40" y="103"/>
                      <a:pt x="29" y="119"/>
                    </a:cubicBezTo>
                    <a:cubicBezTo>
                      <a:pt x="1" y="153"/>
                      <a:pt x="1" y="221"/>
                      <a:pt x="29" y="261"/>
                    </a:cubicBezTo>
                    <a:cubicBezTo>
                      <a:pt x="532" y="1017"/>
                      <a:pt x="1034" y="1769"/>
                      <a:pt x="1542" y="2525"/>
                    </a:cubicBezTo>
                    <a:cubicBezTo>
                      <a:pt x="1610" y="2633"/>
                      <a:pt x="1684" y="2740"/>
                      <a:pt x="1757" y="2847"/>
                    </a:cubicBezTo>
                    <a:cubicBezTo>
                      <a:pt x="1787" y="2894"/>
                      <a:pt x="1831" y="2915"/>
                      <a:pt x="1874" y="2915"/>
                    </a:cubicBezTo>
                    <a:cubicBezTo>
                      <a:pt x="1921" y="2915"/>
                      <a:pt x="1968" y="2891"/>
                      <a:pt x="2000" y="2847"/>
                    </a:cubicBezTo>
                    <a:lnTo>
                      <a:pt x="3751" y="543"/>
                    </a:lnTo>
                    <a:cubicBezTo>
                      <a:pt x="3835" y="430"/>
                      <a:pt x="3920" y="323"/>
                      <a:pt x="4005" y="210"/>
                    </a:cubicBezTo>
                    <a:cubicBezTo>
                      <a:pt x="4072" y="119"/>
                      <a:pt x="3976" y="1"/>
                      <a:pt x="3880"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95" name="Google Shape;1295;p44"/>
              <p:cNvSpPr/>
              <p:nvPr/>
            </p:nvSpPr>
            <p:spPr>
              <a:xfrm>
                <a:off x="4484175" y="3608700"/>
                <a:ext cx="101300" cy="72875"/>
              </a:xfrm>
              <a:custGeom>
                <a:avLst/>
                <a:gdLst/>
                <a:ahLst/>
                <a:cxnLst/>
                <a:rect l="l" t="t" r="r" b="b"/>
                <a:pathLst>
                  <a:path w="4052" h="2915" extrusionOk="0">
                    <a:moveTo>
                      <a:pt x="3655" y="283"/>
                    </a:moveTo>
                    <a:cubicBezTo>
                      <a:pt x="3121" y="981"/>
                      <a:pt x="2592" y="1682"/>
                      <a:pt x="2058" y="2378"/>
                    </a:cubicBezTo>
                    <a:cubicBezTo>
                      <a:pt x="2020" y="2432"/>
                      <a:pt x="1982" y="2484"/>
                      <a:pt x="1943" y="2535"/>
                    </a:cubicBezTo>
                    <a:lnTo>
                      <a:pt x="1943" y="2535"/>
                    </a:lnTo>
                    <a:cubicBezTo>
                      <a:pt x="1467" y="1824"/>
                      <a:pt x="992" y="1113"/>
                      <a:pt x="516" y="402"/>
                    </a:cubicBezTo>
                    <a:cubicBezTo>
                      <a:pt x="490" y="362"/>
                      <a:pt x="464" y="323"/>
                      <a:pt x="439" y="283"/>
                    </a:cubicBezTo>
                    <a:close/>
                    <a:moveTo>
                      <a:pt x="171" y="1"/>
                    </a:moveTo>
                    <a:cubicBezTo>
                      <a:pt x="132" y="1"/>
                      <a:pt x="101" y="14"/>
                      <a:pt x="79" y="36"/>
                    </a:cubicBezTo>
                    <a:lnTo>
                      <a:pt x="79" y="36"/>
                    </a:lnTo>
                    <a:cubicBezTo>
                      <a:pt x="27" y="74"/>
                      <a:pt x="1" y="141"/>
                      <a:pt x="47" y="210"/>
                    </a:cubicBezTo>
                    <a:lnTo>
                      <a:pt x="1589" y="2514"/>
                    </a:lnTo>
                    <a:cubicBezTo>
                      <a:pt x="1668" y="2627"/>
                      <a:pt x="1741" y="2734"/>
                      <a:pt x="1815" y="2847"/>
                    </a:cubicBezTo>
                    <a:cubicBezTo>
                      <a:pt x="1845" y="2894"/>
                      <a:pt x="1887" y="2915"/>
                      <a:pt x="1930" y="2915"/>
                    </a:cubicBezTo>
                    <a:cubicBezTo>
                      <a:pt x="1976" y="2915"/>
                      <a:pt x="2023" y="2891"/>
                      <a:pt x="2058" y="2847"/>
                    </a:cubicBezTo>
                    <a:cubicBezTo>
                      <a:pt x="2628" y="2090"/>
                      <a:pt x="3204" y="1339"/>
                      <a:pt x="3774" y="583"/>
                    </a:cubicBezTo>
                    <a:cubicBezTo>
                      <a:pt x="3859" y="475"/>
                      <a:pt x="3938" y="368"/>
                      <a:pt x="4023" y="261"/>
                    </a:cubicBezTo>
                    <a:cubicBezTo>
                      <a:pt x="4051" y="221"/>
                      <a:pt x="4045" y="153"/>
                      <a:pt x="4023" y="119"/>
                    </a:cubicBezTo>
                    <a:cubicBezTo>
                      <a:pt x="3966" y="35"/>
                      <a:pt x="3910" y="1"/>
                      <a:pt x="3820"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96" name="Google Shape;1296;p44"/>
              <p:cNvSpPr/>
              <p:nvPr/>
            </p:nvSpPr>
            <p:spPr>
              <a:xfrm>
                <a:off x="4577250" y="3608600"/>
                <a:ext cx="8925" cy="8325"/>
              </a:xfrm>
              <a:custGeom>
                <a:avLst/>
                <a:gdLst/>
                <a:ahLst/>
                <a:cxnLst/>
                <a:rect l="l" t="t" r="r" b="b"/>
                <a:pathLst>
                  <a:path w="357" h="333" extrusionOk="0">
                    <a:moveTo>
                      <a:pt x="215" y="1"/>
                    </a:moveTo>
                    <a:cubicBezTo>
                      <a:pt x="202" y="1"/>
                      <a:pt x="190" y="2"/>
                      <a:pt x="176" y="5"/>
                    </a:cubicBezTo>
                    <a:lnTo>
                      <a:pt x="142" y="5"/>
                    </a:lnTo>
                    <a:cubicBezTo>
                      <a:pt x="91" y="5"/>
                      <a:pt x="46" y="27"/>
                      <a:pt x="23" y="73"/>
                    </a:cubicBezTo>
                    <a:cubicBezTo>
                      <a:pt x="6" y="95"/>
                      <a:pt x="1" y="118"/>
                      <a:pt x="1" y="146"/>
                    </a:cubicBezTo>
                    <a:cubicBezTo>
                      <a:pt x="1" y="169"/>
                      <a:pt x="6" y="191"/>
                      <a:pt x="23" y="214"/>
                    </a:cubicBezTo>
                    <a:cubicBezTo>
                      <a:pt x="34" y="231"/>
                      <a:pt x="46" y="248"/>
                      <a:pt x="57" y="265"/>
                    </a:cubicBezTo>
                    <a:cubicBezTo>
                      <a:pt x="68" y="287"/>
                      <a:pt x="85" y="304"/>
                      <a:pt x="108" y="316"/>
                    </a:cubicBezTo>
                    <a:cubicBezTo>
                      <a:pt x="125" y="327"/>
                      <a:pt x="153" y="332"/>
                      <a:pt x="176" y="332"/>
                    </a:cubicBezTo>
                    <a:cubicBezTo>
                      <a:pt x="204" y="332"/>
                      <a:pt x="226" y="327"/>
                      <a:pt x="249" y="316"/>
                    </a:cubicBezTo>
                    <a:cubicBezTo>
                      <a:pt x="272" y="304"/>
                      <a:pt x="289" y="287"/>
                      <a:pt x="300" y="265"/>
                    </a:cubicBezTo>
                    <a:cubicBezTo>
                      <a:pt x="305" y="256"/>
                      <a:pt x="311" y="249"/>
                      <a:pt x="317" y="242"/>
                    </a:cubicBezTo>
                    <a:lnTo>
                      <a:pt x="317" y="242"/>
                    </a:lnTo>
                    <a:cubicBezTo>
                      <a:pt x="317" y="242"/>
                      <a:pt x="317" y="242"/>
                      <a:pt x="317" y="242"/>
                    </a:cubicBezTo>
                    <a:cubicBezTo>
                      <a:pt x="323" y="236"/>
                      <a:pt x="330" y="227"/>
                      <a:pt x="335" y="218"/>
                    </a:cubicBezTo>
                    <a:lnTo>
                      <a:pt x="335" y="218"/>
                    </a:lnTo>
                    <a:cubicBezTo>
                      <a:pt x="336" y="217"/>
                      <a:pt x="337" y="216"/>
                      <a:pt x="339" y="214"/>
                    </a:cubicBezTo>
                    <a:cubicBezTo>
                      <a:pt x="345" y="197"/>
                      <a:pt x="351" y="180"/>
                      <a:pt x="356" y="163"/>
                    </a:cubicBezTo>
                    <a:cubicBezTo>
                      <a:pt x="356" y="159"/>
                      <a:pt x="356" y="154"/>
                      <a:pt x="356" y="150"/>
                    </a:cubicBezTo>
                    <a:lnTo>
                      <a:pt x="356" y="150"/>
                    </a:lnTo>
                    <a:cubicBezTo>
                      <a:pt x="356" y="148"/>
                      <a:pt x="356" y="147"/>
                      <a:pt x="356" y="146"/>
                    </a:cubicBezTo>
                    <a:lnTo>
                      <a:pt x="356" y="145"/>
                    </a:lnTo>
                    <a:lnTo>
                      <a:pt x="356" y="145"/>
                    </a:lnTo>
                    <a:cubicBezTo>
                      <a:pt x="356" y="132"/>
                      <a:pt x="354" y="118"/>
                      <a:pt x="351" y="107"/>
                    </a:cubicBezTo>
                    <a:cubicBezTo>
                      <a:pt x="348" y="96"/>
                      <a:pt x="344" y="85"/>
                      <a:pt x="339" y="75"/>
                    </a:cubicBezTo>
                    <a:lnTo>
                      <a:pt x="339" y="75"/>
                    </a:lnTo>
                    <a:cubicBezTo>
                      <a:pt x="336" y="68"/>
                      <a:pt x="332" y="62"/>
                      <a:pt x="328" y="56"/>
                    </a:cubicBezTo>
                    <a:cubicBezTo>
                      <a:pt x="317" y="44"/>
                      <a:pt x="305" y="27"/>
                      <a:pt x="289" y="22"/>
                    </a:cubicBezTo>
                    <a:cubicBezTo>
                      <a:pt x="277" y="16"/>
                      <a:pt x="266" y="11"/>
                      <a:pt x="255" y="5"/>
                    </a:cubicBezTo>
                    <a:cubicBezTo>
                      <a:pt x="241" y="2"/>
                      <a:pt x="228" y="1"/>
                      <a:pt x="215"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297" name="Google Shape;1297;p44"/>
            <p:cNvGrpSpPr/>
            <p:nvPr/>
          </p:nvGrpSpPr>
          <p:grpSpPr>
            <a:xfrm>
              <a:off x="5266976" y="3118726"/>
              <a:ext cx="1403949" cy="1713667"/>
              <a:chOff x="2530500" y="1412150"/>
              <a:chExt cx="999750" cy="1220300"/>
            </a:xfrm>
          </p:grpSpPr>
          <p:sp>
            <p:nvSpPr>
              <p:cNvPr id="1298" name="Google Shape;1298;p44"/>
              <p:cNvSpPr/>
              <p:nvPr/>
            </p:nvSpPr>
            <p:spPr>
              <a:xfrm>
                <a:off x="2932025" y="1470100"/>
                <a:ext cx="334350" cy="463500"/>
              </a:xfrm>
              <a:custGeom>
                <a:avLst/>
                <a:gdLst/>
                <a:ahLst/>
                <a:cxnLst/>
                <a:rect l="l" t="t" r="r" b="b"/>
                <a:pathLst>
                  <a:path w="13374" h="18540" extrusionOk="0">
                    <a:moveTo>
                      <a:pt x="2578" y="415"/>
                    </a:moveTo>
                    <a:lnTo>
                      <a:pt x="2578" y="415"/>
                    </a:lnTo>
                    <a:cubicBezTo>
                      <a:pt x="4084" y="774"/>
                      <a:pt x="5637" y="1007"/>
                      <a:pt x="7189" y="1007"/>
                    </a:cubicBezTo>
                    <a:cubicBezTo>
                      <a:pt x="7284" y="1007"/>
                      <a:pt x="7378" y="1006"/>
                      <a:pt x="7472" y="1004"/>
                    </a:cubicBezTo>
                    <a:cubicBezTo>
                      <a:pt x="8387" y="988"/>
                      <a:pt x="9330" y="897"/>
                      <a:pt x="10211" y="620"/>
                    </a:cubicBezTo>
                    <a:cubicBezTo>
                      <a:pt x="10318" y="586"/>
                      <a:pt x="10428" y="552"/>
                      <a:pt x="10534" y="508"/>
                    </a:cubicBezTo>
                    <a:lnTo>
                      <a:pt x="10534" y="508"/>
                    </a:lnTo>
                    <a:cubicBezTo>
                      <a:pt x="11027" y="1155"/>
                      <a:pt x="11345" y="1943"/>
                      <a:pt x="11426" y="2755"/>
                    </a:cubicBezTo>
                    <a:cubicBezTo>
                      <a:pt x="11465" y="3145"/>
                      <a:pt x="11454" y="3546"/>
                      <a:pt x="11454" y="3941"/>
                    </a:cubicBezTo>
                    <a:lnTo>
                      <a:pt x="11454" y="5359"/>
                    </a:lnTo>
                    <a:cubicBezTo>
                      <a:pt x="11454" y="5455"/>
                      <a:pt x="11426" y="5613"/>
                      <a:pt x="11493" y="5686"/>
                    </a:cubicBezTo>
                    <a:cubicBezTo>
                      <a:pt x="11584" y="5782"/>
                      <a:pt x="11714" y="5861"/>
                      <a:pt x="11815" y="5940"/>
                    </a:cubicBezTo>
                    <a:cubicBezTo>
                      <a:pt x="12160" y="6217"/>
                      <a:pt x="12504" y="6488"/>
                      <a:pt x="12854" y="6765"/>
                    </a:cubicBezTo>
                    <a:cubicBezTo>
                      <a:pt x="13029" y="6912"/>
                      <a:pt x="13120" y="7132"/>
                      <a:pt x="13018" y="7352"/>
                    </a:cubicBezTo>
                    <a:cubicBezTo>
                      <a:pt x="12922" y="7567"/>
                      <a:pt x="12702" y="7674"/>
                      <a:pt x="12476" y="7680"/>
                    </a:cubicBezTo>
                    <a:lnTo>
                      <a:pt x="11567" y="7680"/>
                    </a:lnTo>
                    <a:cubicBezTo>
                      <a:pt x="11488" y="7680"/>
                      <a:pt x="11431" y="7742"/>
                      <a:pt x="11426" y="7821"/>
                    </a:cubicBezTo>
                    <a:cubicBezTo>
                      <a:pt x="11267" y="9588"/>
                      <a:pt x="10307" y="11232"/>
                      <a:pt x="8833" y="12231"/>
                    </a:cubicBezTo>
                    <a:cubicBezTo>
                      <a:pt x="8421" y="12514"/>
                      <a:pt x="7975" y="12740"/>
                      <a:pt x="7512" y="12909"/>
                    </a:cubicBezTo>
                    <a:cubicBezTo>
                      <a:pt x="7450" y="12932"/>
                      <a:pt x="7405" y="12982"/>
                      <a:pt x="7405" y="13045"/>
                    </a:cubicBezTo>
                    <a:lnTo>
                      <a:pt x="7405" y="14857"/>
                    </a:lnTo>
                    <a:lnTo>
                      <a:pt x="7405" y="17738"/>
                    </a:lnTo>
                    <a:lnTo>
                      <a:pt x="7405" y="18257"/>
                    </a:lnTo>
                    <a:lnTo>
                      <a:pt x="283" y="18257"/>
                    </a:lnTo>
                    <a:lnTo>
                      <a:pt x="283" y="16710"/>
                    </a:lnTo>
                    <a:lnTo>
                      <a:pt x="283" y="14022"/>
                    </a:lnTo>
                    <a:lnTo>
                      <a:pt x="283" y="13406"/>
                    </a:lnTo>
                    <a:lnTo>
                      <a:pt x="283" y="11746"/>
                    </a:lnTo>
                    <a:lnTo>
                      <a:pt x="283" y="10808"/>
                    </a:lnTo>
                    <a:lnTo>
                      <a:pt x="283" y="8617"/>
                    </a:lnTo>
                    <a:lnTo>
                      <a:pt x="283" y="6347"/>
                    </a:lnTo>
                    <a:lnTo>
                      <a:pt x="283" y="5534"/>
                    </a:lnTo>
                    <a:cubicBezTo>
                      <a:pt x="283" y="5445"/>
                      <a:pt x="291" y="5351"/>
                      <a:pt x="291" y="5261"/>
                    </a:cubicBezTo>
                    <a:lnTo>
                      <a:pt x="291" y="5261"/>
                    </a:lnTo>
                    <a:cubicBezTo>
                      <a:pt x="1182" y="5259"/>
                      <a:pt x="2088" y="4818"/>
                      <a:pt x="2650" y="4144"/>
                    </a:cubicBezTo>
                    <a:cubicBezTo>
                      <a:pt x="3276" y="3393"/>
                      <a:pt x="3497" y="2360"/>
                      <a:pt x="3180" y="1428"/>
                    </a:cubicBezTo>
                    <a:cubicBezTo>
                      <a:pt x="3051" y="1049"/>
                      <a:pt x="2843" y="707"/>
                      <a:pt x="2578" y="415"/>
                    </a:cubicBezTo>
                    <a:close/>
                    <a:moveTo>
                      <a:pt x="2078" y="0"/>
                    </a:moveTo>
                    <a:cubicBezTo>
                      <a:pt x="1940" y="0"/>
                      <a:pt x="1898" y="182"/>
                      <a:pt x="2011" y="265"/>
                    </a:cubicBezTo>
                    <a:cubicBezTo>
                      <a:pt x="2763" y="846"/>
                      <a:pt x="3175" y="1806"/>
                      <a:pt x="3005" y="2750"/>
                    </a:cubicBezTo>
                    <a:cubicBezTo>
                      <a:pt x="2859" y="3574"/>
                      <a:pt x="2305" y="4269"/>
                      <a:pt x="1571" y="4653"/>
                    </a:cubicBezTo>
                    <a:cubicBezTo>
                      <a:pt x="1181" y="4853"/>
                      <a:pt x="721" y="4978"/>
                      <a:pt x="275" y="4978"/>
                    </a:cubicBezTo>
                    <a:cubicBezTo>
                      <a:pt x="231" y="4978"/>
                      <a:pt x="186" y="4977"/>
                      <a:pt x="142" y="4975"/>
                    </a:cubicBezTo>
                    <a:cubicBezTo>
                      <a:pt x="69" y="4975"/>
                      <a:pt x="1" y="5042"/>
                      <a:pt x="1" y="5116"/>
                    </a:cubicBezTo>
                    <a:lnTo>
                      <a:pt x="1" y="6115"/>
                    </a:lnTo>
                    <a:lnTo>
                      <a:pt x="1" y="8323"/>
                    </a:lnTo>
                    <a:lnTo>
                      <a:pt x="1" y="10588"/>
                    </a:lnTo>
                    <a:lnTo>
                      <a:pt x="1" y="11734"/>
                    </a:lnTo>
                    <a:lnTo>
                      <a:pt x="1" y="13338"/>
                    </a:lnTo>
                    <a:lnTo>
                      <a:pt x="1" y="13406"/>
                    </a:lnTo>
                    <a:lnTo>
                      <a:pt x="1" y="15095"/>
                    </a:lnTo>
                    <a:lnTo>
                      <a:pt x="1" y="17783"/>
                    </a:lnTo>
                    <a:lnTo>
                      <a:pt x="1" y="18398"/>
                    </a:lnTo>
                    <a:cubicBezTo>
                      <a:pt x="1" y="18472"/>
                      <a:pt x="69" y="18539"/>
                      <a:pt x="142" y="18539"/>
                    </a:cubicBezTo>
                    <a:lnTo>
                      <a:pt x="7546" y="18539"/>
                    </a:lnTo>
                    <a:cubicBezTo>
                      <a:pt x="7625" y="18539"/>
                      <a:pt x="7687" y="18472"/>
                      <a:pt x="7687" y="18398"/>
                    </a:cubicBezTo>
                    <a:lnTo>
                      <a:pt x="7687" y="16585"/>
                    </a:lnTo>
                    <a:lnTo>
                      <a:pt x="7687" y="13705"/>
                    </a:lnTo>
                    <a:lnTo>
                      <a:pt x="7687" y="13142"/>
                    </a:lnTo>
                    <a:lnTo>
                      <a:pt x="7687" y="13142"/>
                    </a:lnTo>
                    <a:cubicBezTo>
                      <a:pt x="9390" y="12493"/>
                      <a:pt x="10754" y="11113"/>
                      <a:pt x="11369" y="9385"/>
                    </a:cubicBezTo>
                    <a:cubicBezTo>
                      <a:pt x="11534" y="8927"/>
                      <a:pt x="11642" y="8446"/>
                      <a:pt x="11694" y="7962"/>
                    </a:cubicBezTo>
                    <a:lnTo>
                      <a:pt x="12448" y="7962"/>
                    </a:lnTo>
                    <a:cubicBezTo>
                      <a:pt x="12866" y="7956"/>
                      <a:pt x="13272" y="7702"/>
                      <a:pt x="13334" y="7262"/>
                    </a:cubicBezTo>
                    <a:cubicBezTo>
                      <a:pt x="13373" y="6994"/>
                      <a:pt x="13264" y="6742"/>
                      <a:pt x="13059" y="6568"/>
                    </a:cubicBezTo>
                    <a:lnTo>
                      <a:pt x="13059" y="6568"/>
                    </a:lnTo>
                    <a:cubicBezTo>
                      <a:pt x="13057" y="6566"/>
                      <a:pt x="13055" y="6563"/>
                      <a:pt x="13052" y="6561"/>
                    </a:cubicBezTo>
                    <a:lnTo>
                      <a:pt x="13052" y="6561"/>
                    </a:lnTo>
                    <a:cubicBezTo>
                      <a:pt x="13052" y="6561"/>
                      <a:pt x="13052" y="6561"/>
                      <a:pt x="13052" y="6561"/>
                    </a:cubicBezTo>
                    <a:cubicBezTo>
                      <a:pt x="13051" y="6561"/>
                      <a:pt x="13051" y="6560"/>
                      <a:pt x="13050" y="6560"/>
                    </a:cubicBezTo>
                    <a:lnTo>
                      <a:pt x="13050" y="6560"/>
                    </a:lnTo>
                    <a:cubicBezTo>
                      <a:pt x="12614" y="6216"/>
                      <a:pt x="12173" y="5868"/>
                      <a:pt x="11736" y="5524"/>
                    </a:cubicBezTo>
                    <a:lnTo>
                      <a:pt x="11736" y="5524"/>
                    </a:lnTo>
                    <a:lnTo>
                      <a:pt x="11736" y="4009"/>
                    </a:lnTo>
                    <a:cubicBezTo>
                      <a:pt x="11736" y="3309"/>
                      <a:pt x="11747" y="2614"/>
                      <a:pt x="11555" y="1931"/>
                    </a:cubicBezTo>
                    <a:cubicBezTo>
                      <a:pt x="11380" y="1298"/>
                      <a:pt x="11064" y="711"/>
                      <a:pt x="10646" y="203"/>
                    </a:cubicBezTo>
                    <a:cubicBezTo>
                      <a:pt x="10618" y="167"/>
                      <a:pt x="10586" y="153"/>
                      <a:pt x="10554" y="153"/>
                    </a:cubicBezTo>
                    <a:cubicBezTo>
                      <a:pt x="10501" y="153"/>
                      <a:pt x="10449" y="195"/>
                      <a:pt x="10426" y="250"/>
                    </a:cubicBezTo>
                    <a:lnTo>
                      <a:pt x="10426" y="250"/>
                    </a:lnTo>
                    <a:cubicBezTo>
                      <a:pt x="10354" y="276"/>
                      <a:pt x="10283" y="301"/>
                      <a:pt x="10211" y="327"/>
                    </a:cubicBezTo>
                    <a:cubicBezTo>
                      <a:pt x="9906" y="428"/>
                      <a:pt x="9590" y="502"/>
                      <a:pt x="9274" y="558"/>
                    </a:cubicBezTo>
                    <a:cubicBezTo>
                      <a:pt x="8602" y="679"/>
                      <a:pt x="7916" y="729"/>
                      <a:pt x="7230" y="729"/>
                    </a:cubicBezTo>
                    <a:cubicBezTo>
                      <a:pt x="6637" y="729"/>
                      <a:pt x="6043" y="692"/>
                      <a:pt x="5456" y="632"/>
                    </a:cubicBezTo>
                    <a:cubicBezTo>
                      <a:pt x="4333" y="513"/>
                      <a:pt x="3214" y="293"/>
                      <a:pt x="2119" y="5"/>
                    </a:cubicBezTo>
                    <a:cubicBezTo>
                      <a:pt x="2104" y="2"/>
                      <a:pt x="2091" y="0"/>
                      <a:pt x="2078"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99" name="Google Shape;1299;p44"/>
              <p:cNvSpPr/>
              <p:nvPr/>
            </p:nvSpPr>
            <p:spPr>
              <a:xfrm>
                <a:off x="2793250" y="1412150"/>
                <a:ext cx="406800" cy="355175"/>
              </a:xfrm>
              <a:custGeom>
                <a:avLst/>
                <a:gdLst/>
                <a:ahLst/>
                <a:cxnLst/>
                <a:rect l="l" t="t" r="r" b="b"/>
                <a:pathLst>
                  <a:path w="16272" h="14207" extrusionOk="0">
                    <a:moveTo>
                      <a:pt x="9000" y="284"/>
                    </a:moveTo>
                    <a:cubicBezTo>
                      <a:pt x="10460" y="284"/>
                      <a:pt x="11941" y="445"/>
                      <a:pt x="13328" y="917"/>
                    </a:cubicBezTo>
                    <a:cubicBezTo>
                      <a:pt x="13712" y="1041"/>
                      <a:pt x="14085" y="1199"/>
                      <a:pt x="14447" y="1385"/>
                    </a:cubicBezTo>
                    <a:cubicBezTo>
                      <a:pt x="14627" y="1476"/>
                      <a:pt x="14808" y="1577"/>
                      <a:pt x="14977" y="1690"/>
                    </a:cubicBezTo>
                    <a:cubicBezTo>
                      <a:pt x="15175" y="1815"/>
                      <a:pt x="15344" y="1961"/>
                      <a:pt x="15525" y="2108"/>
                    </a:cubicBezTo>
                    <a:cubicBezTo>
                      <a:pt x="15667" y="2250"/>
                      <a:pt x="15824" y="2407"/>
                      <a:pt x="15925" y="2587"/>
                    </a:cubicBezTo>
                    <a:lnTo>
                      <a:pt x="15925" y="2587"/>
                    </a:lnTo>
                    <a:cubicBezTo>
                      <a:pt x="15871" y="2606"/>
                      <a:pt x="15816" y="2625"/>
                      <a:pt x="15762" y="2645"/>
                    </a:cubicBezTo>
                    <a:cubicBezTo>
                      <a:pt x="15457" y="2746"/>
                      <a:pt x="15141" y="2820"/>
                      <a:pt x="14825" y="2876"/>
                    </a:cubicBezTo>
                    <a:cubicBezTo>
                      <a:pt x="14153" y="2997"/>
                      <a:pt x="13467" y="3047"/>
                      <a:pt x="12781" y="3047"/>
                    </a:cubicBezTo>
                    <a:cubicBezTo>
                      <a:pt x="12188" y="3047"/>
                      <a:pt x="11594" y="3010"/>
                      <a:pt x="11007" y="2950"/>
                    </a:cubicBezTo>
                    <a:cubicBezTo>
                      <a:pt x="9884" y="2831"/>
                      <a:pt x="8765" y="2611"/>
                      <a:pt x="7670" y="2323"/>
                    </a:cubicBezTo>
                    <a:cubicBezTo>
                      <a:pt x="7655" y="2320"/>
                      <a:pt x="7642" y="2318"/>
                      <a:pt x="7629" y="2318"/>
                    </a:cubicBezTo>
                    <a:cubicBezTo>
                      <a:pt x="7491" y="2318"/>
                      <a:pt x="7449" y="2500"/>
                      <a:pt x="7562" y="2583"/>
                    </a:cubicBezTo>
                    <a:cubicBezTo>
                      <a:pt x="8314" y="3164"/>
                      <a:pt x="8726" y="4124"/>
                      <a:pt x="8556" y="5068"/>
                    </a:cubicBezTo>
                    <a:cubicBezTo>
                      <a:pt x="8410" y="5892"/>
                      <a:pt x="7856" y="6587"/>
                      <a:pt x="7122" y="6971"/>
                    </a:cubicBezTo>
                    <a:cubicBezTo>
                      <a:pt x="6732" y="7171"/>
                      <a:pt x="6272" y="7296"/>
                      <a:pt x="5826" y="7296"/>
                    </a:cubicBezTo>
                    <a:cubicBezTo>
                      <a:pt x="5782" y="7296"/>
                      <a:pt x="5737" y="7295"/>
                      <a:pt x="5693" y="7293"/>
                    </a:cubicBezTo>
                    <a:cubicBezTo>
                      <a:pt x="5620" y="7293"/>
                      <a:pt x="5552" y="7360"/>
                      <a:pt x="5552" y="7434"/>
                    </a:cubicBezTo>
                    <a:lnTo>
                      <a:pt x="5552" y="9676"/>
                    </a:lnTo>
                    <a:lnTo>
                      <a:pt x="5552" y="13239"/>
                    </a:lnTo>
                    <a:lnTo>
                      <a:pt x="5552" y="13844"/>
                    </a:lnTo>
                    <a:lnTo>
                      <a:pt x="5552" y="13844"/>
                    </a:lnTo>
                    <a:cubicBezTo>
                      <a:pt x="5431" y="13786"/>
                      <a:pt x="5314" y="13726"/>
                      <a:pt x="5202" y="13663"/>
                    </a:cubicBezTo>
                    <a:cubicBezTo>
                      <a:pt x="4744" y="13414"/>
                      <a:pt x="4315" y="13121"/>
                      <a:pt x="3909" y="12793"/>
                    </a:cubicBezTo>
                    <a:cubicBezTo>
                      <a:pt x="3899" y="12785"/>
                      <a:pt x="3888" y="12779"/>
                      <a:pt x="3876" y="12773"/>
                    </a:cubicBezTo>
                    <a:lnTo>
                      <a:pt x="3876" y="12773"/>
                    </a:lnTo>
                    <a:cubicBezTo>
                      <a:pt x="2190" y="11740"/>
                      <a:pt x="1073" y="9951"/>
                      <a:pt x="594" y="8055"/>
                    </a:cubicBezTo>
                    <a:cubicBezTo>
                      <a:pt x="164" y="6344"/>
                      <a:pt x="198" y="4305"/>
                      <a:pt x="1356" y="2876"/>
                    </a:cubicBezTo>
                    <a:cubicBezTo>
                      <a:pt x="2192" y="1849"/>
                      <a:pt x="3423" y="1244"/>
                      <a:pt x="4671" y="872"/>
                    </a:cubicBezTo>
                    <a:cubicBezTo>
                      <a:pt x="6049" y="471"/>
                      <a:pt x="7489" y="296"/>
                      <a:pt x="8923" y="284"/>
                    </a:cubicBezTo>
                    <a:cubicBezTo>
                      <a:pt x="8949" y="284"/>
                      <a:pt x="8974" y="284"/>
                      <a:pt x="9000" y="284"/>
                    </a:cubicBezTo>
                    <a:close/>
                    <a:moveTo>
                      <a:pt x="9022" y="0"/>
                    </a:moveTo>
                    <a:cubicBezTo>
                      <a:pt x="8410" y="0"/>
                      <a:pt x="7798" y="33"/>
                      <a:pt x="7190" y="98"/>
                    </a:cubicBezTo>
                    <a:cubicBezTo>
                      <a:pt x="6314" y="194"/>
                      <a:pt x="5439" y="352"/>
                      <a:pt x="4592" y="595"/>
                    </a:cubicBezTo>
                    <a:cubicBezTo>
                      <a:pt x="4584" y="597"/>
                      <a:pt x="4577" y="600"/>
                      <a:pt x="4570" y="603"/>
                    </a:cubicBezTo>
                    <a:lnTo>
                      <a:pt x="4570" y="603"/>
                    </a:lnTo>
                    <a:cubicBezTo>
                      <a:pt x="3427" y="948"/>
                      <a:pt x="2309" y="1477"/>
                      <a:pt x="1463" y="2334"/>
                    </a:cubicBezTo>
                    <a:cubicBezTo>
                      <a:pt x="769" y="3034"/>
                      <a:pt x="339" y="3921"/>
                      <a:pt x="164" y="4892"/>
                    </a:cubicBezTo>
                    <a:cubicBezTo>
                      <a:pt x="1" y="5830"/>
                      <a:pt x="40" y="6796"/>
                      <a:pt x="232" y="7727"/>
                    </a:cubicBezTo>
                    <a:cubicBezTo>
                      <a:pt x="430" y="8727"/>
                      <a:pt x="808" y="9698"/>
                      <a:pt x="1339" y="10568"/>
                    </a:cubicBezTo>
                    <a:cubicBezTo>
                      <a:pt x="1870" y="11443"/>
                      <a:pt x="2570" y="12223"/>
                      <a:pt x="3417" y="12810"/>
                    </a:cubicBezTo>
                    <a:cubicBezTo>
                      <a:pt x="3524" y="12883"/>
                      <a:pt x="3631" y="12951"/>
                      <a:pt x="3738" y="13018"/>
                    </a:cubicBezTo>
                    <a:lnTo>
                      <a:pt x="3738" y="13018"/>
                    </a:lnTo>
                    <a:cubicBezTo>
                      <a:pt x="4318" y="13485"/>
                      <a:pt x="4959" y="13921"/>
                      <a:pt x="5659" y="14199"/>
                    </a:cubicBezTo>
                    <a:cubicBezTo>
                      <a:pt x="5672" y="14204"/>
                      <a:pt x="5685" y="14207"/>
                      <a:pt x="5697" y="14207"/>
                    </a:cubicBezTo>
                    <a:cubicBezTo>
                      <a:pt x="5769" y="14207"/>
                      <a:pt x="5834" y="14131"/>
                      <a:pt x="5834" y="14064"/>
                    </a:cubicBezTo>
                    <a:lnTo>
                      <a:pt x="5834" y="11822"/>
                    </a:lnTo>
                    <a:lnTo>
                      <a:pt x="5834" y="8258"/>
                    </a:lnTo>
                    <a:lnTo>
                      <a:pt x="5834" y="7579"/>
                    </a:lnTo>
                    <a:lnTo>
                      <a:pt x="5834" y="7579"/>
                    </a:lnTo>
                    <a:cubicBezTo>
                      <a:pt x="5835" y="7579"/>
                      <a:pt x="5836" y="7579"/>
                      <a:pt x="5837" y="7579"/>
                    </a:cubicBezTo>
                    <a:cubicBezTo>
                      <a:pt x="6730" y="7579"/>
                      <a:pt x="7638" y="7138"/>
                      <a:pt x="8201" y="6462"/>
                    </a:cubicBezTo>
                    <a:cubicBezTo>
                      <a:pt x="8827" y="5711"/>
                      <a:pt x="9048" y="4678"/>
                      <a:pt x="8731" y="3746"/>
                    </a:cubicBezTo>
                    <a:cubicBezTo>
                      <a:pt x="8602" y="3367"/>
                      <a:pt x="8394" y="3025"/>
                      <a:pt x="8129" y="2733"/>
                    </a:cubicBezTo>
                    <a:lnTo>
                      <a:pt x="8129" y="2733"/>
                    </a:lnTo>
                    <a:cubicBezTo>
                      <a:pt x="9635" y="3092"/>
                      <a:pt x="11188" y="3325"/>
                      <a:pt x="12740" y="3325"/>
                    </a:cubicBezTo>
                    <a:cubicBezTo>
                      <a:pt x="12835" y="3325"/>
                      <a:pt x="12929" y="3324"/>
                      <a:pt x="13023" y="3322"/>
                    </a:cubicBezTo>
                    <a:cubicBezTo>
                      <a:pt x="13938" y="3306"/>
                      <a:pt x="14881" y="3215"/>
                      <a:pt x="15762" y="2938"/>
                    </a:cubicBezTo>
                    <a:cubicBezTo>
                      <a:pt x="15904" y="2893"/>
                      <a:pt x="16050" y="2848"/>
                      <a:pt x="16186" y="2780"/>
                    </a:cubicBezTo>
                    <a:cubicBezTo>
                      <a:pt x="16194" y="2777"/>
                      <a:pt x="16201" y="2772"/>
                      <a:pt x="16208" y="2768"/>
                    </a:cubicBezTo>
                    <a:lnTo>
                      <a:pt x="16208" y="2768"/>
                    </a:lnTo>
                    <a:cubicBezTo>
                      <a:pt x="16248" y="2742"/>
                      <a:pt x="16272" y="2698"/>
                      <a:pt x="16255" y="2641"/>
                    </a:cubicBezTo>
                    <a:lnTo>
                      <a:pt x="16255" y="2641"/>
                    </a:lnTo>
                    <a:cubicBezTo>
                      <a:pt x="16252" y="2628"/>
                      <a:pt x="16247" y="2615"/>
                      <a:pt x="16240" y="2603"/>
                    </a:cubicBezTo>
                    <a:lnTo>
                      <a:pt x="16240" y="2603"/>
                    </a:lnTo>
                    <a:cubicBezTo>
                      <a:pt x="16129" y="2343"/>
                      <a:pt x="15944" y="2123"/>
                      <a:pt x="15742" y="1929"/>
                    </a:cubicBezTo>
                    <a:lnTo>
                      <a:pt x="15742" y="1929"/>
                    </a:lnTo>
                    <a:cubicBezTo>
                      <a:pt x="15736" y="1922"/>
                      <a:pt x="15730" y="1916"/>
                      <a:pt x="15723" y="1911"/>
                    </a:cubicBezTo>
                    <a:lnTo>
                      <a:pt x="15723" y="1911"/>
                    </a:lnTo>
                    <a:cubicBezTo>
                      <a:pt x="15723" y="1911"/>
                      <a:pt x="15723" y="1911"/>
                      <a:pt x="15723" y="1911"/>
                    </a:cubicBezTo>
                    <a:cubicBezTo>
                      <a:pt x="15565" y="1781"/>
                      <a:pt x="15412" y="1645"/>
                      <a:pt x="15243" y="1527"/>
                    </a:cubicBezTo>
                    <a:cubicBezTo>
                      <a:pt x="15090" y="1419"/>
                      <a:pt x="14932" y="1323"/>
                      <a:pt x="14768" y="1233"/>
                    </a:cubicBezTo>
                    <a:cubicBezTo>
                      <a:pt x="14435" y="1052"/>
                      <a:pt x="14091" y="900"/>
                      <a:pt x="13741" y="764"/>
                    </a:cubicBezTo>
                    <a:cubicBezTo>
                      <a:pt x="13023" y="488"/>
                      <a:pt x="12267" y="307"/>
                      <a:pt x="11510" y="188"/>
                    </a:cubicBezTo>
                    <a:cubicBezTo>
                      <a:pt x="10687" y="61"/>
                      <a:pt x="9854" y="0"/>
                      <a:pt x="902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00" name="Google Shape;1300;p44"/>
              <p:cNvSpPr/>
              <p:nvPr/>
            </p:nvSpPr>
            <p:spPr>
              <a:xfrm>
                <a:off x="3144650" y="1661975"/>
                <a:ext cx="80675" cy="37250"/>
              </a:xfrm>
              <a:custGeom>
                <a:avLst/>
                <a:gdLst/>
                <a:ahLst/>
                <a:cxnLst/>
                <a:rect l="l" t="t" r="r" b="b"/>
                <a:pathLst>
                  <a:path w="3227" h="1490" extrusionOk="0">
                    <a:moveTo>
                      <a:pt x="2922" y="287"/>
                    </a:moveTo>
                    <a:cubicBezTo>
                      <a:pt x="2887" y="597"/>
                      <a:pt x="2837" y="913"/>
                      <a:pt x="2737" y="1208"/>
                    </a:cubicBezTo>
                    <a:lnTo>
                      <a:pt x="298" y="1208"/>
                    </a:lnTo>
                    <a:cubicBezTo>
                      <a:pt x="334" y="918"/>
                      <a:pt x="480" y="643"/>
                      <a:pt x="718" y="468"/>
                    </a:cubicBezTo>
                    <a:cubicBezTo>
                      <a:pt x="904" y="332"/>
                      <a:pt x="1113" y="287"/>
                      <a:pt x="1339" y="287"/>
                    </a:cubicBezTo>
                    <a:close/>
                    <a:moveTo>
                      <a:pt x="1503" y="0"/>
                    </a:moveTo>
                    <a:cubicBezTo>
                      <a:pt x="1170" y="0"/>
                      <a:pt x="840" y="30"/>
                      <a:pt x="554" y="242"/>
                    </a:cubicBezTo>
                    <a:cubicBezTo>
                      <a:pt x="204" y="502"/>
                      <a:pt x="12" y="914"/>
                      <a:pt x="7" y="1349"/>
                    </a:cubicBezTo>
                    <a:cubicBezTo>
                      <a:pt x="1" y="1422"/>
                      <a:pt x="69" y="1490"/>
                      <a:pt x="148" y="1490"/>
                    </a:cubicBezTo>
                    <a:lnTo>
                      <a:pt x="2836" y="1490"/>
                    </a:lnTo>
                    <a:cubicBezTo>
                      <a:pt x="2904" y="1490"/>
                      <a:pt x="2954" y="1445"/>
                      <a:pt x="2971" y="1388"/>
                    </a:cubicBezTo>
                    <a:cubicBezTo>
                      <a:pt x="3118" y="993"/>
                      <a:pt x="3175" y="558"/>
                      <a:pt x="3220" y="146"/>
                    </a:cubicBezTo>
                    <a:cubicBezTo>
                      <a:pt x="3226" y="78"/>
                      <a:pt x="3190" y="35"/>
                      <a:pt x="3141" y="18"/>
                    </a:cubicBezTo>
                    <a:lnTo>
                      <a:pt x="3141" y="18"/>
                    </a:lnTo>
                    <a:cubicBezTo>
                      <a:pt x="3124" y="10"/>
                      <a:pt x="3103" y="5"/>
                      <a:pt x="3079" y="5"/>
                    </a:cubicBezTo>
                    <a:lnTo>
                      <a:pt x="1887" y="5"/>
                    </a:lnTo>
                    <a:cubicBezTo>
                      <a:pt x="1760" y="5"/>
                      <a:pt x="1631" y="0"/>
                      <a:pt x="150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01" name="Google Shape;1301;p44"/>
              <p:cNvSpPr/>
              <p:nvPr/>
            </p:nvSpPr>
            <p:spPr>
              <a:xfrm>
                <a:off x="2530500" y="1926450"/>
                <a:ext cx="999750" cy="706000"/>
              </a:xfrm>
              <a:custGeom>
                <a:avLst/>
                <a:gdLst/>
                <a:ahLst/>
                <a:cxnLst/>
                <a:rect l="l" t="t" r="r" b="b"/>
                <a:pathLst>
                  <a:path w="39990" h="28240" extrusionOk="0">
                    <a:moveTo>
                      <a:pt x="23761" y="285"/>
                    </a:moveTo>
                    <a:cubicBezTo>
                      <a:pt x="24471" y="879"/>
                      <a:pt x="25245" y="1409"/>
                      <a:pt x="26018" y="1906"/>
                    </a:cubicBezTo>
                    <a:cubicBezTo>
                      <a:pt x="26831" y="2431"/>
                      <a:pt x="27667" y="2911"/>
                      <a:pt x="28531" y="3341"/>
                    </a:cubicBezTo>
                    <a:cubicBezTo>
                      <a:pt x="29418" y="3781"/>
                      <a:pt x="30316" y="4188"/>
                      <a:pt x="31169" y="4696"/>
                    </a:cubicBezTo>
                    <a:cubicBezTo>
                      <a:pt x="33394" y="6023"/>
                      <a:pt x="35427" y="7836"/>
                      <a:pt x="36669" y="10134"/>
                    </a:cubicBezTo>
                    <a:cubicBezTo>
                      <a:pt x="36883" y="10523"/>
                      <a:pt x="37080" y="10912"/>
                      <a:pt x="37199" y="11334"/>
                    </a:cubicBezTo>
                    <a:lnTo>
                      <a:pt x="37199" y="11334"/>
                    </a:lnTo>
                    <a:cubicBezTo>
                      <a:pt x="37199" y="11335"/>
                      <a:pt x="37200" y="11336"/>
                      <a:pt x="37200" y="11337"/>
                    </a:cubicBezTo>
                    <a:cubicBezTo>
                      <a:pt x="37200" y="11337"/>
                      <a:pt x="37200" y="11337"/>
                      <a:pt x="37200" y="11337"/>
                    </a:cubicBezTo>
                    <a:lnTo>
                      <a:pt x="37200" y="11337"/>
                    </a:lnTo>
                    <a:cubicBezTo>
                      <a:pt x="37200" y="11338"/>
                      <a:pt x="37200" y="11339"/>
                      <a:pt x="37201" y="11339"/>
                    </a:cubicBezTo>
                    <a:lnTo>
                      <a:pt x="37201" y="11339"/>
                    </a:lnTo>
                    <a:cubicBezTo>
                      <a:pt x="37483" y="12288"/>
                      <a:pt x="37697" y="13258"/>
                      <a:pt x="37912" y="14229"/>
                    </a:cubicBezTo>
                    <a:cubicBezTo>
                      <a:pt x="38471" y="16815"/>
                      <a:pt x="38894" y="19430"/>
                      <a:pt x="39199" y="22056"/>
                    </a:cubicBezTo>
                    <a:cubicBezTo>
                      <a:pt x="39431" y="24019"/>
                      <a:pt x="39598" y="25983"/>
                      <a:pt x="39700" y="27957"/>
                    </a:cubicBezTo>
                    <a:lnTo>
                      <a:pt x="296" y="27957"/>
                    </a:lnTo>
                    <a:cubicBezTo>
                      <a:pt x="480" y="24413"/>
                      <a:pt x="867" y="20880"/>
                      <a:pt x="1469" y="17386"/>
                    </a:cubicBezTo>
                    <a:cubicBezTo>
                      <a:pt x="1797" y="15516"/>
                      <a:pt x="2175" y="13641"/>
                      <a:pt x="2661" y="11806"/>
                    </a:cubicBezTo>
                    <a:cubicBezTo>
                      <a:pt x="2836" y="11162"/>
                      <a:pt x="3067" y="10592"/>
                      <a:pt x="3395" y="10010"/>
                    </a:cubicBezTo>
                    <a:cubicBezTo>
                      <a:pt x="4570" y="7909"/>
                      <a:pt x="6399" y="6215"/>
                      <a:pt x="8421" y="4939"/>
                    </a:cubicBezTo>
                    <a:cubicBezTo>
                      <a:pt x="9189" y="4459"/>
                      <a:pt x="9985" y="4035"/>
                      <a:pt x="10799" y="3657"/>
                    </a:cubicBezTo>
                    <a:cubicBezTo>
                      <a:pt x="11663" y="3262"/>
                      <a:pt x="12499" y="2815"/>
                      <a:pt x="13306" y="2324"/>
                    </a:cubicBezTo>
                    <a:cubicBezTo>
                      <a:pt x="14294" y="1731"/>
                      <a:pt x="15249" y="1076"/>
                      <a:pt x="16147" y="353"/>
                    </a:cubicBezTo>
                    <a:cubicBezTo>
                      <a:pt x="16175" y="332"/>
                      <a:pt x="16203" y="308"/>
                      <a:pt x="16230" y="285"/>
                    </a:cubicBezTo>
                    <a:close/>
                    <a:moveTo>
                      <a:pt x="16542" y="1"/>
                    </a:moveTo>
                    <a:cubicBezTo>
                      <a:pt x="16440" y="1"/>
                      <a:pt x="16339" y="1"/>
                      <a:pt x="16237" y="3"/>
                    </a:cubicBezTo>
                    <a:cubicBezTo>
                      <a:pt x="16079" y="3"/>
                      <a:pt x="15977" y="127"/>
                      <a:pt x="15853" y="223"/>
                    </a:cubicBezTo>
                    <a:cubicBezTo>
                      <a:pt x="14938" y="957"/>
                      <a:pt x="13956" y="1613"/>
                      <a:pt x="12945" y="2211"/>
                    </a:cubicBezTo>
                    <a:cubicBezTo>
                      <a:pt x="11414" y="3115"/>
                      <a:pt x="9760" y="3764"/>
                      <a:pt x="8257" y="4713"/>
                    </a:cubicBezTo>
                    <a:cubicBezTo>
                      <a:pt x="6286" y="5955"/>
                      <a:pt x="4508" y="7587"/>
                      <a:pt x="3305" y="9598"/>
                    </a:cubicBezTo>
                    <a:cubicBezTo>
                      <a:pt x="2955" y="10180"/>
                      <a:pt x="2650" y="10801"/>
                      <a:pt x="2463" y="11456"/>
                    </a:cubicBezTo>
                    <a:cubicBezTo>
                      <a:pt x="2057" y="12935"/>
                      <a:pt x="1735" y="14438"/>
                      <a:pt x="1447" y="15945"/>
                    </a:cubicBezTo>
                    <a:cubicBezTo>
                      <a:pt x="859" y="19018"/>
                      <a:pt x="447" y="22124"/>
                      <a:pt x="193" y="25241"/>
                    </a:cubicBezTo>
                    <a:cubicBezTo>
                      <a:pt x="114" y="26190"/>
                      <a:pt x="52" y="27144"/>
                      <a:pt x="7" y="28098"/>
                    </a:cubicBezTo>
                    <a:cubicBezTo>
                      <a:pt x="1" y="28172"/>
                      <a:pt x="74" y="28240"/>
                      <a:pt x="148" y="28240"/>
                    </a:cubicBezTo>
                    <a:lnTo>
                      <a:pt x="39849" y="28240"/>
                    </a:lnTo>
                    <a:cubicBezTo>
                      <a:pt x="39922" y="28240"/>
                      <a:pt x="39990" y="28172"/>
                      <a:pt x="39990" y="28098"/>
                    </a:cubicBezTo>
                    <a:cubicBezTo>
                      <a:pt x="39820" y="24733"/>
                      <a:pt x="39465" y="21378"/>
                      <a:pt x="38922" y="18052"/>
                    </a:cubicBezTo>
                    <a:cubicBezTo>
                      <a:pt x="38601" y="16098"/>
                      <a:pt x="38217" y="14144"/>
                      <a:pt x="37731" y="12218"/>
                    </a:cubicBezTo>
                    <a:cubicBezTo>
                      <a:pt x="37652" y="11902"/>
                      <a:pt x="37567" y="11580"/>
                      <a:pt x="37471" y="11264"/>
                    </a:cubicBezTo>
                    <a:cubicBezTo>
                      <a:pt x="37398" y="10987"/>
                      <a:pt x="37273" y="10716"/>
                      <a:pt x="37155" y="10462"/>
                    </a:cubicBezTo>
                    <a:cubicBezTo>
                      <a:pt x="36833" y="9779"/>
                      <a:pt x="36426" y="9140"/>
                      <a:pt x="35980" y="8542"/>
                    </a:cubicBezTo>
                    <a:cubicBezTo>
                      <a:pt x="34309" y="6322"/>
                      <a:pt x="31993" y="4662"/>
                      <a:pt x="29497" y="3487"/>
                    </a:cubicBezTo>
                    <a:cubicBezTo>
                      <a:pt x="28012" y="2793"/>
                      <a:pt x="26589" y="1991"/>
                      <a:pt x="25239" y="1048"/>
                    </a:cubicBezTo>
                    <a:cubicBezTo>
                      <a:pt x="24866" y="782"/>
                      <a:pt x="24499" y="511"/>
                      <a:pt x="24138" y="223"/>
                    </a:cubicBezTo>
                    <a:cubicBezTo>
                      <a:pt x="24070" y="172"/>
                      <a:pt x="24002" y="110"/>
                      <a:pt x="23929" y="60"/>
                    </a:cubicBezTo>
                    <a:cubicBezTo>
                      <a:pt x="23863" y="9"/>
                      <a:pt x="23792" y="1"/>
                      <a:pt x="23716" y="1"/>
                    </a:cubicBezTo>
                    <a:cubicBezTo>
                      <a:pt x="23681" y="1"/>
                      <a:pt x="23644" y="3"/>
                      <a:pt x="23607" y="3"/>
                    </a:cubicBezTo>
                    <a:lnTo>
                      <a:pt x="17152" y="3"/>
                    </a:lnTo>
                    <a:cubicBezTo>
                      <a:pt x="16949" y="3"/>
                      <a:pt x="16745" y="1"/>
                      <a:pt x="1654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302" name="Google Shape;1302;p44"/>
            <p:cNvGrpSpPr/>
            <p:nvPr/>
          </p:nvGrpSpPr>
          <p:grpSpPr>
            <a:xfrm>
              <a:off x="7683773" y="2919174"/>
              <a:ext cx="1503024" cy="1913264"/>
              <a:chOff x="511450" y="3191125"/>
              <a:chExt cx="999750" cy="1272625"/>
            </a:xfrm>
          </p:grpSpPr>
          <p:sp>
            <p:nvSpPr>
              <p:cNvPr id="1303" name="Google Shape;1303;p44"/>
              <p:cNvSpPr/>
              <p:nvPr/>
            </p:nvSpPr>
            <p:spPr>
              <a:xfrm>
                <a:off x="511450" y="3757725"/>
                <a:ext cx="999750" cy="706025"/>
              </a:xfrm>
              <a:custGeom>
                <a:avLst/>
                <a:gdLst/>
                <a:ahLst/>
                <a:cxnLst/>
                <a:rect l="l" t="t" r="r" b="b"/>
                <a:pathLst>
                  <a:path w="39990" h="28241" extrusionOk="0">
                    <a:moveTo>
                      <a:pt x="23761" y="286"/>
                    </a:moveTo>
                    <a:cubicBezTo>
                      <a:pt x="24470" y="880"/>
                      <a:pt x="25239" y="1409"/>
                      <a:pt x="26018" y="1912"/>
                    </a:cubicBezTo>
                    <a:cubicBezTo>
                      <a:pt x="26831" y="2432"/>
                      <a:pt x="27667" y="2912"/>
                      <a:pt x="28531" y="3347"/>
                    </a:cubicBezTo>
                    <a:cubicBezTo>
                      <a:pt x="29417" y="3787"/>
                      <a:pt x="30315" y="4188"/>
                      <a:pt x="31168" y="4696"/>
                    </a:cubicBezTo>
                    <a:cubicBezTo>
                      <a:pt x="33393" y="6024"/>
                      <a:pt x="35426" y="7842"/>
                      <a:pt x="36668" y="10140"/>
                    </a:cubicBezTo>
                    <a:cubicBezTo>
                      <a:pt x="36877" y="10529"/>
                      <a:pt x="37080" y="10919"/>
                      <a:pt x="37199" y="11336"/>
                    </a:cubicBezTo>
                    <a:lnTo>
                      <a:pt x="37199" y="11336"/>
                    </a:lnTo>
                    <a:cubicBezTo>
                      <a:pt x="37199" y="11336"/>
                      <a:pt x="37199" y="11337"/>
                      <a:pt x="37199" y="11338"/>
                    </a:cubicBezTo>
                    <a:cubicBezTo>
                      <a:pt x="37199" y="11338"/>
                      <a:pt x="37199" y="11338"/>
                      <a:pt x="37199" y="11338"/>
                    </a:cubicBezTo>
                    <a:lnTo>
                      <a:pt x="37199" y="11338"/>
                    </a:lnTo>
                    <a:cubicBezTo>
                      <a:pt x="37199" y="11338"/>
                      <a:pt x="37200" y="11339"/>
                      <a:pt x="37200" y="11339"/>
                    </a:cubicBezTo>
                    <a:lnTo>
                      <a:pt x="37200" y="11339"/>
                    </a:lnTo>
                    <a:cubicBezTo>
                      <a:pt x="37482" y="12293"/>
                      <a:pt x="37696" y="13264"/>
                      <a:pt x="37905" y="14229"/>
                    </a:cubicBezTo>
                    <a:cubicBezTo>
                      <a:pt x="38470" y="16816"/>
                      <a:pt x="38888" y="19436"/>
                      <a:pt x="39198" y="22062"/>
                    </a:cubicBezTo>
                    <a:cubicBezTo>
                      <a:pt x="39430" y="24020"/>
                      <a:pt x="39597" y="25989"/>
                      <a:pt x="39694" y="27958"/>
                    </a:cubicBezTo>
                    <a:lnTo>
                      <a:pt x="295" y="27958"/>
                    </a:lnTo>
                    <a:cubicBezTo>
                      <a:pt x="479" y="24419"/>
                      <a:pt x="861" y="20886"/>
                      <a:pt x="1469" y="17392"/>
                    </a:cubicBezTo>
                    <a:cubicBezTo>
                      <a:pt x="1790" y="15517"/>
                      <a:pt x="2174" y="13647"/>
                      <a:pt x="2660" y="11806"/>
                    </a:cubicBezTo>
                    <a:cubicBezTo>
                      <a:pt x="2835" y="11163"/>
                      <a:pt x="3061" y="10598"/>
                      <a:pt x="3389" y="10011"/>
                    </a:cubicBezTo>
                    <a:cubicBezTo>
                      <a:pt x="4563" y="7910"/>
                      <a:pt x="6399" y="6216"/>
                      <a:pt x="8420" y="4945"/>
                    </a:cubicBezTo>
                    <a:cubicBezTo>
                      <a:pt x="9183" y="4465"/>
                      <a:pt x="9979" y="4041"/>
                      <a:pt x="10798" y="3663"/>
                    </a:cubicBezTo>
                    <a:cubicBezTo>
                      <a:pt x="11656" y="3262"/>
                      <a:pt x="12492" y="2816"/>
                      <a:pt x="13305" y="2330"/>
                    </a:cubicBezTo>
                    <a:cubicBezTo>
                      <a:pt x="14288" y="1732"/>
                      <a:pt x="15248" y="1082"/>
                      <a:pt x="16146" y="359"/>
                    </a:cubicBezTo>
                    <a:cubicBezTo>
                      <a:pt x="16172" y="333"/>
                      <a:pt x="16200" y="310"/>
                      <a:pt x="16229" y="286"/>
                    </a:cubicBezTo>
                    <a:close/>
                    <a:moveTo>
                      <a:pt x="16541" y="1"/>
                    </a:moveTo>
                    <a:cubicBezTo>
                      <a:pt x="16440" y="1"/>
                      <a:pt x="16338" y="2"/>
                      <a:pt x="16236" y="3"/>
                    </a:cubicBezTo>
                    <a:cubicBezTo>
                      <a:pt x="16078" y="9"/>
                      <a:pt x="15977" y="133"/>
                      <a:pt x="15852" y="229"/>
                    </a:cubicBezTo>
                    <a:cubicBezTo>
                      <a:pt x="14937" y="958"/>
                      <a:pt x="13955" y="1619"/>
                      <a:pt x="12944" y="2217"/>
                    </a:cubicBezTo>
                    <a:cubicBezTo>
                      <a:pt x="11414" y="3121"/>
                      <a:pt x="9753" y="3765"/>
                      <a:pt x="8251" y="4719"/>
                    </a:cubicBezTo>
                    <a:cubicBezTo>
                      <a:pt x="6286" y="5961"/>
                      <a:pt x="4501" y="7588"/>
                      <a:pt x="3304" y="9598"/>
                    </a:cubicBezTo>
                    <a:cubicBezTo>
                      <a:pt x="2954" y="10186"/>
                      <a:pt x="2643" y="10801"/>
                      <a:pt x="2463" y="11462"/>
                    </a:cubicBezTo>
                    <a:cubicBezTo>
                      <a:pt x="2056" y="12936"/>
                      <a:pt x="1734" y="14444"/>
                      <a:pt x="1446" y="15946"/>
                    </a:cubicBezTo>
                    <a:cubicBezTo>
                      <a:pt x="859" y="19018"/>
                      <a:pt x="446" y="22124"/>
                      <a:pt x="192" y="25241"/>
                    </a:cubicBezTo>
                    <a:cubicBezTo>
                      <a:pt x="113" y="26196"/>
                      <a:pt x="51" y="27145"/>
                      <a:pt x="6" y="28099"/>
                    </a:cubicBezTo>
                    <a:cubicBezTo>
                      <a:pt x="0" y="28178"/>
                      <a:pt x="74" y="28240"/>
                      <a:pt x="147" y="28240"/>
                    </a:cubicBezTo>
                    <a:lnTo>
                      <a:pt x="39842" y="28240"/>
                    </a:lnTo>
                    <a:cubicBezTo>
                      <a:pt x="39921" y="28240"/>
                      <a:pt x="39989" y="28178"/>
                      <a:pt x="39983" y="28099"/>
                    </a:cubicBezTo>
                    <a:cubicBezTo>
                      <a:pt x="39820" y="24739"/>
                      <a:pt x="39464" y="21384"/>
                      <a:pt x="38922" y="18058"/>
                    </a:cubicBezTo>
                    <a:cubicBezTo>
                      <a:pt x="38600" y="16098"/>
                      <a:pt x="38216" y="14150"/>
                      <a:pt x="37730" y="12224"/>
                    </a:cubicBezTo>
                    <a:cubicBezTo>
                      <a:pt x="37645" y="11902"/>
                      <a:pt x="37566" y="11580"/>
                      <a:pt x="37470" y="11264"/>
                    </a:cubicBezTo>
                    <a:cubicBezTo>
                      <a:pt x="37391" y="10988"/>
                      <a:pt x="37273" y="10722"/>
                      <a:pt x="37148" y="10462"/>
                    </a:cubicBezTo>
                    <a:cubicBezTo>
                      <a:pt x="36832" y="9785"/>
                      <a:pt x="36426" y="9146"/>
                      <a:pt x="35974" y="8542"/>
                    </a:cubicBezTo>
                    <a:cubicBezTo>
                      <a:pt x="34308" y="6323"/>
                      <a:pt x="31992" y="4663"/>
                      <a:pt x="29496" y="3494"/>
                    </a:cubicBezTo>
                    <a:cubicBezTo>
                      <a:pt x="28011" y="2793"/>
                      <a:pt x="26582" y="1991"/>
                      <a:pt x="25238" y="1048"/>
                    </a:cubicBezTo>
                    <a:cubicBezTo>
                      <a:pt x="24866" y="788"/>
                      <a:pt x="24493" y="517"/>
                      <a:pt x="24137" y="229"/>
                    </a:cubicBezTo>
                    <a:cubicBezTo>
                      <a:pt x="24069" y="173"/>
                      <a:pt x="24001" y="111"/>
                      <a:pt x="23928" y="60"/>
                    </a:cubicBezTo>
                    <a:cubicBezTo>
                      <a:pt x="23862" y="10"/>
                      <a:pt x="23791" y="2"/>
                      <a:pt x="23715" y="2"/>
                    </a:cubicBezTo>
                    <a:cubicBezTo>
                      <a:pt x="23680" y="2"/>
                      <a:pt x="23644" y="3"/>
                      <a:pt x="23606" y="3"/>
                    </a:cubicBezTo>
                    <a:lnTo>
                      <a:pt x="17151" y="3"/>
                    </a:lnTo>
                    <a:cubicBezTo>
                      <a:pt x="16948" y="3"/>
                      <a:pt x="16745" y="1"/>
                      <a:pt x="16541"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04" name="Google Shape;1304;p44"/>
              <p:cNvSpPr/>
              <p:nvPr/>
            </p:nvSpPr>
            <p:spPr>
              <a:xfrm>
                <a:off x="916775" y="3306225"/>
                <a:ext cx="335625" cy="458650"/>
              </a:xfrm>
              <a:custGeom>
                <a:avLst/>
                <a:gdLst/>
                <a:ahLst/>
                <a:cxnLst/>
                <a:rect l="l" t="t" r="r" b="b"/>
                <a:pathLst>
                  <a:path w="13425" h="18346" extrusionOk="0">
                    <a:moveTo>
                      <a:pt x="10560" y="355"/>
                    </a:moveTo>
                    <a:cubicBezTo>
                      <a:pt x="11145" y="1137"/>
                      <a:pt x="11448" y="2090"/>
                      <a:pt x="11448" y="3064"/>
                    </a:cubicBezTo>
                    <a:cubicBezTo>
                      <a:pt x="11448" y="3635"/>
                      <a:pt x="11448" y="4205"/>
                      <a:pt x="11448" y="4775"/>
                    </a:cubicBezTo>
                    <a:cubicBezTo>
                      <a:pt x="11448" y="4979"/>
                      <a:pt x="11437" y="5182"/>
                      <a:pt x="11448" y="5385"/>
                    </a:cubicBezTo>
                    <a:cubicBezTo>
                      <a:pt x="11454" y="5464"/>
                      <a:pt x="11487" y="5493"/>
                      <a:pt x="11544" y="5538"/>
                    </a:cubicBezTo>
                    <a:cubicBezTo>
                      <a:pt x="11634" y="5605"/>
                      <a:pt x="11725" y="5679"/>
                      <a:pt x="11809" y="5747"/>
                    </a:cubicBezTo>
                    <a:cubicBezTo>
                      <a:pt x="12075" y="5956"/>
                      <a:pt x="12335" y="6159"/>
                      <a:pt x="12594" y="6368"/>
                    </a:cubicBezTo>
                    <a:cubicBezTo>
                      <a:pt x="12758" y="6498"/>
                      <a:pt x="12984" y="6628"/>
                      <a:pt x="13046" y="6842"/>
                    </a:cubicBezTo>
                    <a:cubicBezTo>
                      <a:pt x="13097" y="7023"/>
                      <a:pt x="13024" y="7215"/>
                      <a:pt x="12888" y="7339"/>
                    </a:cubicBezTo>
                    <a:cubicBezTo>
                      <a:pt x="12764" y="7452"/>
                      <a:pt x="12600" y="7486"/>
                      <a:pt x="12436" y="7486"/>
                    </a:cubicBezTo>
                    <a:lnTo>
                      <a:pt x="11567" y="7486"/>
                    </a:lnTo>
                    <a:cubicBezTo>
                      <a:pt x="11487" y="7486"/>
                      <a:pt x="11431" y="7554"/>
                      <a:pt x="11425" y="7627"/>
                    </a:cubicBezTo>
                    <a:cubicBezTo>
                      <a:pt x="11267" y="9400"/>
                      <a:pt x="10302" y="11044"/>
                      <a:pt x="8833" y="12043"/>
                    </a:cubicBezTo>
                    <a:cubicBezTo>
                      <a:pt x="8421" y="12320"/>
                      <a:pt x="7975" y="12552"/>
                      <a:pt x="7506" y="12721"/>
                    </a:cubicBezTo>
                    <a:cubicBezTo>
                      <a:pt x="7450" y="12744"/>
                      <a:pt x="7404" y="12789"/>
                      <a:pt x="7404" y="12857"/>
                    </a:cubicBezTo>
                    <a:lnTo>
                      <a:pt x="7404" y="14664"/>
                    </a:lnTo>
                    <a:lnTo>
                      <a:pt x="7404" y="17550"/>
                    </a:lnTo>
                    <a:lnTo>
                      <a:pt x="7404" y="18063"/>
                    </a:lnTo>
                    <a:lnTo>
                      <a:pt x="283" y="18063"/>
                    </a:lnTo>
                    <a:lnTo>
                      <a:pt x="283" y="16522"/>
                    </a:lnTo>
                    <a:lnTo>
                      <a:pt x="283" y="13834"/>
                    </a:lnTo>
                    <a:lnTo>
                      <a:pt x="283" y="13218"/>
                    </a:lnTo>
                    <a:lnTo>
                      <a:pt x="283" y="11563"/>
                    </a:lnTo>
                    <a:lnTo>
                      <a:pt x="283" y="10643"/>
                    </a:lnTo>
                    <a:lnTo>
                      <a:pt x="283" y="8480"/>
                    </a:lnTo>
                    <a:lnTo>
                      <a:pt x="283" y="6221"/>
                    </a:lnTo>
                    <a:lnTo>
                      <a:pt x="283" y="5425"/>
                    </a:lnTo>
                    <a:cubicBezTo>
                      <a:pt x="283" y="5353"/>
                      <a:pt x="288" y="5278"/>
                      <a:pt x="290" y="5204"/>
                    </a:cubicBezTo>
                    <a:lnTo>
                      <a:pt x="290" y="5204"/>
                    </a:lnTo>
                    <a:cubicBezTo>
                      <a:pt x="583" y="5290"/>
                      <a:pt x="878" y="5370"/>
                      <a:pt x="1175" y="5430"/>
                    </a:cubicBezTo>
                    <a:cubicBezTo>
                      <a:pt x="1435" y="5487"/>
                      <a:pt x="1712" y="5543"/>
                      <a:pt x="1983" y="5543"/>
                    </a:cubicBezTo>
                    <a:cubicBezTo>
                      <a:pt x="2056" y="5543"/>
                      <a:pt x="2119" y="5476"/>
                      <a:pt x="2124" y="5402"/>
                    </a:cubicBezTo>
                    <a:cubicBezTo>
                      <a:pt x="2135" y="4933"/>
                      <a:pt x="2152" y="4465"/>
                      <a:pt x="2164" y="4002"/>
                    </a:cubicBezTo>
                    <a:cubicBezTo>
                      <a:pt x="2192" y="3262"/>
                      <a:pt x="2215" y="2516"/>
                      <a:pt x="2237" y="1777"/>
                    </a:cubicBezTo>
                    <a:cubicBezTo>
                      <a:pt x="2241" y="1658"/>
                      <a:pt x="2245" y="1536"/>
                      <a:pt x="2249" y="1416"/>
                    </a:cubicBezTo>
                    <a:lnTo>
                      <a:pt x="2249" y="1416"/>
                    </a:lnTo>
                    <a:cubicBezTo>
                      <a:pt x="3183" y="1496"/>
                      <a:pt x="4132" y="1554"/>
                      <a:pt x="5078" y="1554"/>
                    </a:cubicBezTo>
                    <a:cubicBezTo>
                      <a:pt x="6103" y="1554"/>
                      <a:pt x="7126" y="1486"/>
                      <a:pt x="8127" y="1302"/>
                    </a:cubicBezTo>
                    <a:cubicBezTo>
                      <a:pt x="8907" y="1161"/>
                      <a:pt x="9754" y="952"/>
                      <a:pt x="10403" y="478"/>
                    </a:cubicBezTo>
                    <a:cubicBezTo>
                      <a:pt x="10458" y="440"/>
                      <a:pt x="10509" y="399"/>
                      <a:pt x="10560" y="355"/>
                    </a:cubicBezTo>
                    <a:close/>
                    <a:moveTo>
                      <a:pt x="10570" y="1"/>
                    </a:moveTo>
                    <a:cubicBezTo>
                      <a:pt x="10532" y="1"/>
                      <a:pt x="10494" y="15"/>
                      <a:pt x="10471" y="43"/>
                    </a:cubicBezTo>
                    <a:cubicBezTo>
                      <a:pt x="10463" y="52"/>
                      <a:pt x="10457" y="59"/>
                      <a:pt x="10453" y="65"/>
                    </a:cubicBezTo>
                    <a:lnTo>
                      <a:pt x="10453" y="65"/>
                    </a:lnTo>
                    <a:cubicBezTo>
                      <a:pt x="10457" y="60"/>
                      <a:pt x="10460" y="55"/>
                      <a:pt x="10460" y="55"/>
                    </a:cubicBezTo>
                    <a:cubicBezTo>
                      <a:pt x="10459" y="55"/>
                      <a:pt x="10457" y="56"/>
                      <a:pt x="10454" y="60"/>
                    </a:cubicBezTo>
                    <a:cubicBezTo>
                      <a:pt x="10443" y="71"/>
                      <a:pt x="10431" y="82"/>
                      <a:pt x="10420" y="94"/>
                    </a:cubicBezTo>
                    <a:cubicBezTo>
                      <a:pt x="10381" y="138"/>
                      <a:pt x="10332" y="177"/>
                      <a:pt x="10287" y="216"/>
                    </a:cubicBezTo>
                    <a:lnTo>
                      <a:pt x="10287" y="216"/>
                    </a:lnTo>
                    <a:cubicBezTo>
                      <a:pt x="10276" y="224"/>
                      <a:pt x="10261" y="236"/>
                      <a:pt x="10256" y="241"/>
                    </a:cubicBezTo>
                    <a:cubicBezTo>
                      <a:pt x="10234" y="252"/>
                      <a:pt x="10217" y="263"/>
                      <a:pt x="10194" y="280"/>
                    </a:cubicBezTo>
                    <a:cubicBezTo>
                      <a:pt x="10149" y="314"/>
                      <a:pt x="10098" y="342"/>
                      <a:pt x="10047" y="376"/>
                    </a:cubicBezTo>
                    <a:cubicBezTo>
                      <a:pt x="9912" y="449"/>
                      <a:pt x="9771" y="517"/>
                      <a:pt x="9630" y="579"/>
                    </a:cubicBezTo>
                    <a:cubicBezTo>
                      <a:pt x="9596" y="596"/>
                      <a:pt x="9584" y="602"/>
                      <a:pt x="9528" y="625"/>
                    </a:cubicBezTo>
                    <a:cubicBezTo>
                      <a:pt x="9477" y="641"/>
                      <a:pt x="9426" y="664"/>
                      <a:pt x="9381" y="681"/>
                    </a:cubicBezTo>
                    <a:cubicBezTo>
                      <a:pt x="9274" y="721"/>
                      <a:pt x="9172" y="754"/>
                      <a:pt x="9065" y="788"/>
                    </a:cubicBezTo>
                    <a:cubicBezTo>
                      <a:pt x="8805" y="867"/>
                      <a:pt x="8540" y="930"/>
                      <a:pt x="8280" y="986"/>
                    </a:cubicBezTo>
                    <a:cubicBezTo>
                      <a:pt x="7534" y="1138"/>
                      <a:pt x="6772" y="1212"/>
                      <a:pt x="6015" y="1240"/>
                    </a:cubicBezTo>
                    <a:cubicBezTo>
                      <a:pt x="5681" y="1255"/>
                      <a:pt x="5347" y="1261"/>
                      <a:pt x="5012" y="1261"/>
                    </a:cubicBezTo>
                    <a:cubicBezTo>
                      <a:pt x="4044" y="1261"/>
                      <a:pt x="3074" y="1205"/>
                      <a:pt x="2113" y="1122"/>
                    </a:cubicBezTo>
                    <a:cubicBezTo>
                      <a:pt x="2108" y="1121"/>
                      <a:pt x="2103" y="1120"/>
                      <a:pt x="2098" y="1120"/>
                    </a:cubicBezTo>
                    <a:cubicBezTo>
                      <a:pt x="2026" y="1120"/>
                      <a:pt x="1972" y="1194"/>
                      <a:pt x="1972" y="1263"/>
                    </a:cubicBezTo>
                    <a:cubicBezTo>
                      <a:pt x="1955" y="1726"/>
                      <a:pt x="1943" y="2195"/>
                      <a:pt x="1927" y="2663"/>
                    </a:cubicBezTo>
                    <a:cubicBezTo>
                      <a:pt x="1904" y="3403"/>
                      <a:pt x="1881" y="4143"/>
                      <a:pt x="1859" y="4888"/>
                    </a:cubicBezTo>
                    <a:lnTo>
                      <a:pt x="1847" y="5256"/>
                    </a:lnTo>
                    <a:lnTo>
                      <a:pt x="1847" y="5256"/>
                    </a:lnTo>
                    <a:cubicBezTo>
                      <a:pt x="1632" y="5241"/>
                      <a:pt x="1419" y="5196"/>
                      <a:pt x="1209" y="5154"/>
                    </a:cubicBezTo>
                    <a:cubicBezTo>
                      <a:pt x="859" y="5075"/>
                      <a:pt x="520" y="4979"/>
                      <a:pt x="182" y="4871"/>
                    </a:cubicBezTo>
                    <a:cubicBezTo>
                      <a:pt x="169" y="4867"/>
                      <a:pt x="156" y="4866"/>
                      <a:pt x="144" y="4866"/>
                    </a:cubicBezTo>
                    <a:cubicBezTo>
                      <a:pt x="67" y="4866"/>
                      <a:pt x="1" y="4934"/>
                      <a:pt x="1" y="5007"/>
                    </a:cubicBezTo>
                    <a:lnTo>
                      <a:pt x="1" y="5995"/>
                    </a:lnTo>
                    <a:lnTo>
                      <a:pt x="1" y="8186"/>
                    </a:lnTo>
                    <a:lnTo>
                      <a:pt x="1" y="10423"/>
                    </a:lnTo>
                    <a:lnTo>
                      <a:pt x="1" y="11546"/>
                    </a:lnTo>
                    <a:lnTo>
                      <a:pt x="1" y="13150"/>
                    </a:lnTo>
                    <a:lnTo>
                      <a:pt x="1" y="13218"/>
                    </a:lnTo>
                    <a:lnTo>
                      <a:pt x="1" y="14907"/>
                    </a:lnTo>
                    <a:lnTo>
                      <a:pt x="1" y="17589"/>
                    </a:lnTo>
                    <a:lnTo>
                      <a:pt x="1" y="18205"/>
                    </a:lnTo>
                    <a:cubicBezTo>
                      <a:pt x="1" y="18284"/>
                      <a:pt x="63" y="18346"/>
                      <a:pt x="142" y="18346"/>
                    </a:cubicBezTo>
                    <a:lnTo>
                      <a:pt x="7546" y="18346"/>
                    </a:lnTo>
                    <a:cubicBezTo>
                      <a:pt x="7575" y="18346"/>
                      <a:pt x="7600" y="18338"/>
                      <a:pt x="7620" y="18326"/>
                    </a:cubicBezTo>
                    <a:lnTo>
                      <a:pt x="7620" y="18326"/>
                    </a:lnTo>
                    <a:cubicBezTo>
                      <a:pt x="7659" y="18304"/>
                      <a:pt x="7687" y="18264"/>
                      <a:pt x="7687" y="18205"/>
                    </a:cubicBezTo>
                    <a:lnTo>
                      <a:pt x="7687" y="16398"/>
                    </a:lnTo>
                    <a:lnTo>
                      <a:pt x="7687" y="13517"/>
                    </a:lnTo>
                    <a:lnTo>
                      <a:pt x="7687" y="12954"/>
                    </a:lnTo>
                    <a:lnTo>
                      <a:pt x="7687" y="12954"/>
                    </a:lnTo>
                    <a:cubicBezTo>
                      <a:pt x="9390" y="12299"/>
                      <a:pt x="10754" y="10919"/>
                      <a:pt x="11369" y="9197"/>
                    </a:cubicBezTo>
                    <a:cubicBezTo>
                      <a:pt x="11534" y="8734"/>
                      <a:pt x="11642" y="8256"/>
                      <a:pt x="11694" y="7768"/>
                    </a:cubicBezTo>
                    <a:lnTo>
                      <a:pt x="12402" y="7768"/>
                    </a:lnTo>
                    <a:cubicBezTo>
                      <a:pt x="12781" y="7768"/>
                      <a:pt x="13137" y="7616"/>
                      <a:pt x="13283" y="7249"/>
                    </a:cubicBezTo>
                    <a:cubicBezTo>
                      <a:pt x="13425" y="6916"/>
                      <a:pt x="13295" y="6566"/>
                      <a:pt x="13018" y="6345"/>
                    </a:cubicBezTo>
                    <a:cubicBezTo>
                      <a:pt x="12786" y="6165"/>
                      <a:pt x="12555" y="5984"/>
                      <a:pt x="12323" y="5797"/>
                    </a:cubicBezTo>
                    <a:cubicBezTo>
                      <a:pt x="12127" y="5639"/>
                      <a:pt x="11927" y="5485"/>
                      <a:pt x="11730" y="5327"/>
                    </a:cubicBezTo>
                    <a:lnTo>
                      <a:pt x="11730" y="5327"/>
                    </a:lnTo>
                    <a:lnTo>
                      <a:pt x="11730" y="3838"/>
                    </a:lnTo>
                    <a:cubicBezTo>
                      <a:pt x="11730" y="3143"/>
                      <a:pt x="11753" y="2460"/>
                      <a:pt x="11567" y="1777"/>
                    </a:cubicBezTo>
                    <a:cubicBezTo>
                      <a:pt x="11391" y="1144"/>
                      <a:pt x="11081" y="557"/>
                      <a:pt x="10669" y="43"/>
                    </a:cubicBezTo>
                    <a:cubicBezTo>
                      <a:pt x="10646" y="15"/>
                      <a:pt x="10608" y="1"/>
                      <a:pt x="10570"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05" name="Google Shape;1305;p44"/>
              <p:cNvSpPr/>
              <p:nvPr/>
            </p:nvSpPr>
            <p:spPr>
              <a:xfrm>
                <a:off x="748200" y="3191125"/>
                <a:ext cx="458600" cy="407500"/>
              </a:xfrm>
              <a:custGeom>
                <a:avLst/>
                <a:gdLst/>
                <a:ahLst/>
                <a:cxnLst/>
                <a:rect l="l" t="t" r="r" b="b"/>
                <a:pathLst>
                  <a:path w="18344" h="16300" extrusionOk="0">
                    <a:moveTo>
                      <a:pt x="17197" y="4664"/>
                    </a:moveTo>
                    <a:cubicBezTo>
                      <a:pt x="17188" y="4677"/>
                      <a:pt x="17183" y="4681"/>
                      <a:pt x="17183" y="4681"/>
                    </a:cubicBezTo>
                    <a:cubicBezTo>
                      <a:pt x="17182" y="4681"/>
                      <a:pt x="17188" y="4673"/>
                      <a:pt x="17197" y="4664"/>
                    </a:cubicBezTo>
                    <a:close/>
                    <a:moveTo>
                      <a:pt x="17035" y="4812"/>
                    </a:moveTo>
                    <a:cubicBezTo>
                      <a:pt x="17033" y="4813"/>
                      <a:pt x="17031" y="4814"/>
                      <a:pt x="17028" y="4816"/>
                    </a:cubicBezTo>
                    <a:cubicBezTo>
                      <a:pt x="17030" y="4815"/>
                      <a:pt x="17033" y="4814"/>
                      <a:pt x="17035" y="4812"/>
                    </a:cubicBezTo>
                    <a:close/>
                    <a:moveTo>
                      <a:pt x="8794" y="286"/>
                    </a:moveTo>
                    <a:cubicBezTo>
                      <a:pt x="8833" y="286"/>
                      <a:pt x="8873" y="287"/>
                      <a:pt x="8912" y="287"/>
                    </a:cubicBezTo>
                    <a:cubicBezTo>
                      <a:pt x="9720" y="293"/>
                      <a:pt x="10544" y="394"/>
                      <a:pt x="11307" y="660"/>
                    </a:cubicBezTo>
                    <a:cubicBezTo>
                      <a:pt x="11561" y="750"/>
                      <a:pt x="11815" y="858"/>
                      <a:pt x="12030" y="1021"/>
                    </a:cubicBezTo>
                    <a:cubicBezTo>
                      <a:pt x="12346" y="1258"/>
                      <a:pt x="12685" y="1456"/>
                      <a:pt x="13063" y="1580"/>
                    </a:cubicBezTo>
                    <a:cubicBezTo>
                      <a:pt x="13442" y="1705"/>
                      <a:pt x="13843" y="1750"/>
                      <a:pt x="14238" y="1784"/>
                    </a:cubicBezTo>
                    <a:cubicBezTo>
                      <a:pt x="14769" y="1829"/>
                      <a:pt x="15300" y="1846"/>
                      <a:pt x="15830" y="1885"/>
                    </a:cubicBezTo>
                    <a:cubicBezTo>
                      <a:pt x="16175" y="1908"/>
                      <a:pt x="16519" y="1936"/>
                      <a:pt x="16857" y="1970"/>
                    </a:cubicBezTo>
                    <a:lnTo>
                      <a:pt x="16857" y="1970"/>
                    </a:lnTo>
                    <a:cubicBezTo>
                      <a:pt x="16857" y="1970"/>
                      <a:pt x="16858" y="1970"/>
                      <a:pt x="16858" y="1970"/>
                    </a:cubicBezTo>
                    <a:cubicBezTo>
                      <a:pt x="17304" y="2015"/>
                      <a:pt x="17863" y="2162"/>
                      <a:pt x="17988" y="2636"/>
                    </a:cubicBezTo>
                    <a:cubicBezTo>
                      <a:pt x="18089" y="2992"/>
                      <a:pt x="17942" y="3404"/>
                      <a:pt x="17784" y="3738"/>
                    </a:cubicBezTo>
                    <a:cubicBezTo>
                      <a:pt x="17638" y="4037"/>
                      <a:pt x="17457" y="4319"/>
                      <a:pt x="17259" y="4590"/>
                    </a:cubicBezTo>
                    <a:cubicBezTo>
                      <a:pt x="17253" y="4596"/>
                      <a:pt x="17242" y="4607"/>
                      <a:pt x="17237" y="4613"/>
                    </a:cubicBezTo>
                    <a:cubicBezTo>
                      <a:pt x="17235" y="4616"/>
                      <a:pt x="17234" y="4617"/>
                      <a:pt x="17234" y="4617"/>
                    </a:cubicBezTo>
                    <a:cubicBezTo>
                      <a:pt x="17235" y="4617"/>
                      <a:pt x="17245" y="4603"/>
                      <a:pt x="17247" y="4603"/>
                    </a:cubicBezTo>
                    <a:cubicBezTo>
                      <a:pt x="17247" y="4603"/>
                      <a:pt x="17246" y="4606"/>
                      <a:pt x="17242" y="4613"/>
                    </a:cubicBezTo>
                    <a:cubicBezTo>
                      <a:pt x="17231" y="4624"/>
                      <a:pt x="17225" y="4636"/>
                      <a:pt x="17214" y="4641"/>
                    </a:cubicBezTo>
                    <a:cubicBezTo>
                      <a:pt x="17207" y="4650"/>
                      <a:pt x="17202" y="4658"/>
                      <a:pt x="17197" y="4664"/>
                    </a:cubicBezTo>
                    <a:lnTo>
                      <a:pt x="17197" y="4664"/>
                    </a:lnTo>
                    <a:cubicBezTo>
                      <a:pt x="17183" y="4679"/>
                      <a:pt x="17173" y="4693"/>
                      <a:pt x="17157" y="4703"/>
                    </a:cubicBezTo>
                    <a:cubicBezTo>
                      <a:pt x="17129" y="4737"/>
                      <a:pt x="17095" y="4765"/>
                      <a:pt x="17061" y="4794"/>
                    </a:cubicBezTo>
                    <a:cubicBezTo>
                      <a:pt x="17053" y="4798"/>
                      <a:pt x="17044" y="4806"/>
                      <a:pt x="17035" y="4812"/>
                    </a:cubicBezTo>
                    <a:lnTo>
                      <a:pt x="17035" y="4812"/>
                    </a:lnTo>
                    <a:cubicBezTo>
                      <a:pt x="17040" y="4809"/>
                      <a:pt x="17042" y="4808"/>
                      <a:pt x="17042" y="4808"/>
                    </a:cubicBezTo>
                    <a:cubicBezTo>
                      <a:pt x="17043" y="4808"/>
                      <a:pt x="17031" y="4817"/>
                      <a:pt x="17016" y="4828"/>
                    </a:cubicBezTo>
                    <a:cubicBezTo>
                      <a:pt x="16988" y="4850"/>
                      <a:pt x="16960" y="4873"/>
                      <a:pt x="16926" y="4890"/>
                    </a:cubicBezTo>
                    <a:cubicBezTo>
                      <a:pt x="16751" y="5008"/>
                      <a:pt x="16565" y="5104"/>
                      <a:pt x="16373" y="5183"/>
                    </a:cubicBezTo>
                    <a:cubicBezTo>
                      <a:pt x="16339" y="5200"/>
                      <a:pt x="16350" y="5195"/>
                      <a:pt x="16299" y="5217"/>
                    </a:cubicBezTo>
                    <a:cubicBezTo>
                      <a:pt x="16265" y="5229"/>
                      <a:pt x="16231" y="5245"/>
                      <a:pt x="16197" y="5257"/>
                    </a:cubicBezTo>
                    <a:cubicBezTo>
                      <a:pt x="16124" y="5285"/>
                      <a:pt x="16051" y="5313"/>
                      <a:pt x="15972" y="5336"/>
                    </a:cubicBezTo>
                    <a:cubicBezTo>
                      <a:pt x="15802" y="5392"/>
                      <a:pt x="15627" y="5443"/>
                      <a:pt x="15452" y="5488"/>
                    </a:cubicBezTo>
                    <a:cubicBezTo>
                      <a:pt x="15000" y="5607"/>
                      <a:pt x="14537" y="5686"/>
                      <a:pt x="14074" y="5742"/>
                    </a:cubicBezTo>
                    <a:cubicBezTo>
                      <a:pt x="13324" y="5834"/>
                      <a:pt x="12567" y="5870"/>
                      <a:pt x="11809" y="5870"/>
                    </a:cubicBezTo>
                    <a:cubicBezTo>
                      <a:pt x="11066" y="5870"/>
                      <a:pt x="10323" y="5835"/>
                      <a:pt x="9584" y="5782"/>
                    </a:cubicBezTo>
                    <a:cubicBezTo>
                      <a:pt x="9342" y="5765"/>
                      <a:pt x="9099" y="5748"/>
                      <a:pt x="8856" y="5726"/>
                    </a:cubicBezTo>
                    <a:cubicBezTo>
                      <a:pt x="8851" y="5725"/>
                      <a:pt x="8846" y="5724"/>
                      <a:pt x="8841" y="5724"/>
                    </a:cubicBezTo>
                    <a:cubicBezTo>
                      <a:pt x="8769" y="5724"/>
                      <a:pt x="8715" y="5798"/>
                      <a:pt x="8715" y="5867"/>
                    </a:cubicBezTo>
                    <a:cubicBezTo>
                      <a:pt x="8698" y="6330"/>
                      <a:pt x="8686" y="6799"/>
                      <a:pt x="8670" y="7267"/>
                    </a:cubicBezTo>
                    <a:cubicBezTo>
                      <a:pt x="8647" y="8007"/>
                      <a:pt x="8624" y="8747"/>
                      <a:pt x="8602" y="9492"/>
                    </a:cubicBezTo>
                    <a:lnTo>
                      <a:pt x="8590" y="9860"/>
                    </a:lnTo>
                    <a:lnTo>
                      <a:pt x="8590" y="9860"/>
                    </a:lnTo>
                    <a:cubicBezTo>
                      <a:pt x="8375" y="9845"/>
                      <a:pt x="8162" y="9800"/>
                      <a:pt x="7952" y="9758"/>
                    </a:cubicBezTo>
                    <a:cubicBezTo>
                      <a:pt x="7602" y="9679"/>
                      <a:pt x="7263" y="9583"/>
                      <a:pt x="6925" y="9475"/>
                    </a:cubicBezTo>
                    <a:cubicBezTo>
                      <a:pt x="6912" y="9471"/>
                      <a:pt x="6899" y="9470"/>
                      <a:pt x="6887" y="9470"/>
                    </a:cubicBezTo>
                    <a:cubicBezTo>
                      <a:pt x="6810" y="9470"/>
                      <a:pt x="6744" y="9538"/>
                      <a:pt x="6744" y="9611"/>
                    </a:cubicBezTo>
                    <a:lnTo>
                      <a:pt x="6744" y="11825"/>
                    </a:lnTo>
                    <a:lnTo>
                      <a:pt x="6744" y="15343"/>
                    </a:lnTo>
                    <a:lnTo>
                      <a:pt x="6744" y="15939"/>
                    </a:lnTo>
                    <a:lnTo>
                      <a:pt x="6744" y="15939"/>
                    </a:lnTo>
                    <a:cubicBezTo>
                      <a:pt x="6623" y="15884"/>
                      <a:pt x="6505" y="15824"/>
                      <a:pt x="6388" y="15761"/>
                    </a:cubicBezTo>
                    <a:cubicBezTo>
                      <a:pt x="5936" y="15512"/>
                      <a:pt x="5501" y="15219"/>
                      <a:pt x="5100" y="14891"/>
                    </a:cubicBezTo>
                    <a:cubicBezTo>
                      <a:pt x="5090" y="14883"/>
                      <a:pt x="5079" y="14876"/>
                      <a:pt x="5067" y="14871"/>
                    </a:cubicBezTo>
                    <a:lnTo>
                      <a:pt x="5067" y="14871"/>
                    </a:lnTo>
                    <a:cubicBezTo>
                      <a:pt x="5069" y="14870"/>
                      <a:pt x="5071" y="14869"/>
                      <a:pt x="5072" y="14869"/>
                    </a:cubicBezTo>
                    <a:cubicBezTo>
                      <a:pt x="4767" y="14682"/>
                      <a:pt x="4479" y="14473"/>
                      <a:pt x="4214" y="14242"/>
                    </a:cubicBezTo>
                    <a:cubicBezTo>
                      <a:pt x="4084" y="14129"/>
                      <a:pt x="3954" y="14004"/>
                      <a:pt x="3830" y="13880"/>
                    </a:cubicBezTo>
                    <a:cubicBezTo>
                      <a:pt x="3773" y="13824"/>
                      <a:pt x="3722" y="13756"/>
                      <a:pt x="3660" y="13705"/>
                    </a:cubicBezTo>
                    <a:cubicBezTo>
                      <a:pt x="3615" y="13660"/>
                      <a:pt x="3553" y="13632"/>
                      <a:pt x="3502" y="13598"/>
                    </a:cubicBezTo>
                    <a:cubicBezTo>
                      <a:pt x="3096" y="13344"/>
                      <a:pt x="2740" y="13011"/>
                      <a:pt x="2429" y="12649"/>
                    </a:cubicBezTo>
                    <a:cubicBezTo>
                      <a:pt x="1723" y="11836"/>
                      <a:pt x="1204" y="10853"/>
                      <a:pt x="854" y="9842"/>
                    </a:cubicBezTo>
                    <a:cubicBezTo>
                      <a:pt x="526" y="8894"/>
                      <a:pt x="317" y="7860"/>
                      <a:pt x="436" y="6861"/>
                    </a:cubicBezTo>
                    <a:cubicBezTo>
                      <a:pt x="492" y="6381"/>
                      <a:pt x="650" y="5912"/>
                      <a:pt x="893" y="5500"/>
                    </a:cubicBezTo>
                    <a:cubicBezTo>
                      <a:pt x="1108" y="5133"/>
                      <a:pt x="1407" y="4839"/>
                      <a:pt x="1752" y="4590"/>
                    </a:cubicBezTo>
                    <a:cubicBezTo>
                      <a:pt x="2113" y="4336"/>
                      <a:pt x="2497" y="4116"/>
                      <a:pt x="2853" y="3851"/>
                    </a:cubicBezTo>
                    <a:cubicBezTo>
                      <a:pt x="3327" y="3495"/>
                      <a:pt x="3745" y="3077"/>
                      <a:pt x="4101" y="2603"/>
                    </a:cubicBezTo>
                    <a:cubicBezTo>
                      <a:pt x="4287" y="2360"/>
                      <a:pt x="4434" y="2094"/>
                      <a:pt x="4626" y="1857"/>
                    </a:cubicBezTo>
                    <a:cubicBezTo>
                      <a:pt x="4762" y="1688"/>
                      <a:pt x="4914" y="1530"/>
                      <a:pt x="5083" y="1388"/>
                    </a:cubicBezTo>
                    <a:cubicBezTo>
                      <a:pt x="5411" y="1112"/>
                      <a:pt x="5795" y="897"/>
                      <a:pt x="6196" y="733"/>
                    </a:cubicBezTo>
                    <a:cubicBezTo>
                      <a:pt x="7018" y="409"/>
                      <a:pt x="7912" y="286"/>
                      <a:pt x="8794" y="286"/>
                    </a:cubicBezTo>
                    <a:close/>
                    <a:moveTo>
                      <a:pt x="8785" y="0"/>
                    </a:moveTo>
                    <a:cubicBezTo>
                      <a:pt x="8056" y="0"/>
                      <a:pt x="7319" y="87"/>
                      <a:pt x="6620" y="293"/>
                    </a:cubicBezTo>
                    <a:cubicBezTo>
                      <a:pt x="5739" y="553"/>
                      <a:pt x="4908" y="1016"/>
                      <a:pt x="4349" y="1755"/>
                    </a:cubicBezTo>
                    <a:cubicBezTo>
                      <a:pt x="4152" y="2015"/>
                      <a:pt x="3988" y="2303"/>
                      <a:pt x="3779" y="2557"/>
                    </a:cubicBezTo>
                    <a:cubicBezTo>
                      <a:pt x="3581" y="2806"/>
                      <a:pt x="3367" y="3037"/>
                      <a:pt x="3135" y="3252"/>
                    </a:cubicBezTo>
                    <a:cubicBezTo>
                      <a:pt x="2774" y="3585"/>
                      <a:pt x="2367" y="3851"/>
                      <a:pt x="1955" y="4116"/>
                    </a:cubicBezTo>
                    <a:cubicBezTo>
                      <a:pt x="1599" y="4348"/>
                      <a:pt x="1243" y="4590"/>
                      <a:pt x="967" y="4912"/>
                    </a:cubicBezTo>
                    <a:cubicBezTo>
                      <a:pt x="628" y="5302"/>
                      <a:pt x="402" y="5776"/>
                      <a:pt x="266" y="6268"/>
                    </a:cubicBezTo>
                    <a:cubicBezTo>
                      <a:pt x="1" y="7222"/>
                      <a:pt x="125" y="8267"/>
                      <a:pt x="368" y="9210"/>
                    </a:cubicBezTo>
                    <a:cubicBezTo>
                      <a:pt x="645" y="10283"/>
                      <a:pt x="1108" y="11316"/>
                      <a:pt x="1746" y="12226"/>
                    </a:cubicBezTo>
                    <a:cubicBezTo>
                      <a:pt x="2040" y="12649"/>
                      <a:pt x="2378" y="13056"/>
                      <a:pt x="2768" y="13400"/>
                    </a:cubicBezTo>
                    <a:cubicBezTo>
                      <a:pt x="2949" y="13558"/>
                      <a:pt x="3141" y="13705"/>
                      <a:pt x="3344" y="13835"/>
                    </a:cubicBezTo>
                    <a:cubicBezTo>
                      <a:pt x="3395" y="13869"/>
                      <a:pt x="3446" y="13897"/>
                      <a:pt x="3491" y="13931"/>
                    </a:cubicBezTo>
                    <a:cubicBezTo>
                      <a:pt x="3559" y="13993"/>
                      <a:pt x="3621" y="14072"/>
                      <a:pt x="3689" y="14134"/>
                    </a:cubicBezTo>
                    <a:cubicBezTo>
                      <a:pt x="3813" y="14259"/>
                      <a:pt x="3943" y="14383"/>
                      <a:pt x="4078" y="14496"/>
                    </a:cubicBezTo>
                    <a:cubicBezTo>
                      <a:pt x="4343" y="14721"/>
                      <a:pt x="4630" y="14930"/>
                      <a:pt x="4929" y="15110"/>
                    </a:cubicBezTo>
                    <a:lnTo>
                      <a:pt x="4929" y="15110"/>
                    </a:lnTo>
                    <a:cubicBezTo>
                      <a:pt x="5509" y="15582"/>
                      <a:pt x="6150" y="16019"/>
                      <a:pt x="6845" y="16292"/>
                    </a:cubicBezTo>
                    <a:cubicBezTo>
                      <a:pt x="6859" y="16297"/>
                      <a:pt x="6873" y="16299"/>
                      <a:pt x="6887" y="16299"/>
                    </a:cubicBezTo>
                    <a:cubicBezTo>
                      <a:pt x="6962" y="16299"/>
                      <a:pt x="7026" y="16228"/>
                      <a:pt x="7026" y="16156"/>
                    </a:cubicBezTo>
                    <a:lnTo>
                      <a:pt x="7026" y="13948"/>
                    </a:lnTo>
                    <a:lnTo>
                      <a:pt x="7026" y="10424"/>
                    </a:lnTo>
                    <a:lnTo>
                      <a:pt x="7026" y="9806"/>
                    </a:lnTo>
                    <a:lnTo>
                      <a:pt x="7026" y="9806"/>
                    </a:lnTo>
                    <a:cubicBezTo>
                      <a:pt x="7322" y="9893"/>
                      <a:pt x="7618" y="9973"/>
                      <a:pt x="7918" y="10034"/>
                    </a:cubicBezTo>
                    <a:cubicBezTo>
                      <a:pt x="8178" y="10091"/>
                      <a:pt x="8455" y="10147"/>
                      <a:pt x="8726" y="10147"/>
                    </a:cubicBezTo>
                    <a:cubicBezTo>
                      <a:pt x="8799" y="10147"/>
                      <a:pt x="8862" y="10080"/>
                      <a:pt x="8867" y="10006"/>
                    </a:cubicBezTo>
                    <a:cubicBezTo>
                      <a:pt x="8878" y="9537"/>
                      <a:pt x="8895" y="9069"/>
                      <a:pt x="8907" y="8606"/>
                    </a:cubicBezTo>
                    <a:cubicBezTo>
                      <a:pt x="8935" y="7866"/>
                      <a:pt x="8958" y="7120"/>
                      <a:pt x="8980" y="6381"/>
                    </a:cubicBezTo>
                    <a:cubicBezTo>
                      <a:pt x="8984" y="6262"/>
                      <a:pt x="8988" y="6140"/>
                      <a:pt x="8992" y="6020"/>
                    </a:cubicBezTo>
                    <a:lnTo>
                      <a:pt x="8992" y="6020"/>
                    </a:lnTo>
                    <a:cubicBezTo>
                      <a:pt x="9912" y="6100"/>
                      <a:pt x="10840" y="6154"/>
                      <a:pt x="11767" y="6154"/>
                    </a:cubicBezTo>
                    <a:cubicBezTo>
                      <a:pt x="12439" y="6154"/>
                      <a:pt x="13111" y="6126"/>
                      <a:pt x="13780" y="6059"/>
                    </a:cubicBezTo>
                    <a:cubicBezTo>
                      <a:pt x="14656" y="5968"/>
                      <a:pt x="15548" y="5822"/>
                      <a:pt x="16367" y="5494"/>
                    </a:cubicBezTo>
                    <a:cubicBezTo>
                      <a:pt x="16711" y="5353"/>
                      <a:pt x="17073" y="5183"/>
                      <a:pt x="17338" y="4924"/>
                    </a:cubicBezTo>
                    <a:cubicBezTo>
                      <a:pt x="17361" y="4907"/>
                      <a:pt x="17378" y="4884"/>
                      <a:pt x="17395" y="4867"/>
                    </a:cubicBezTo>
                    <a:cubicBezTo>
                      <a:pt x="17404" y="4857"/>
                      <a:pt x="17414" y="4844"/>
                      <a:pt x="17424" y="4833"/>
                    </a:cubicBezTo>
                    <a:lnTo>
                      <a:pt x="17424" y="4833"/>
                    </a:lnTo>
                    <a:cubicBezTo>
                      <a:pt x="17419" y="4838"/>
                      <a:pt x="17416" y="4842"/>
                      <a:pt x="17416" y="4842"/>
                    </a:cubicBezTo>
                    <a:lnTo>
                      <a:pt x="17416" y="4842"/>
                    </a:lnTo>
                    <a:cubicBezTo>
                      <a:pt x="17416" y="4842"/>
                      <a:pt x="17419" y="4838"/>
                      <a:pt x="17429" y="4828"/>
                    </a:cubicBezTo>
                    <a:lnTo>
                      <a:pt x="17429" y="4828"/>
                    </a:lnTo>
                    <a:cubicBezTo>
                      <a:pt x="17427" y="4829"/>
                      <a:pt x="17425" y="4831"/>
                      <a:pt x="17424" y="4833"/>
                    </a:cubicBezTo>
                    <a:lnTo>
                      <a:pt x="17424" y="4833"/>
                    </a:lnTo>
                    <a:cubicBezTo>
                      <a:pt x="17431" y="4823"/>
                      <a:pt x="17443" y="4807"/>
                      <a:pt x="17446" y="4799"/>
                    </a:cubicBezTo>
                    <a:cubicBezTo>
                      <a:pt x="17649" y="4545"/>
                      <a:pt x="17830" y="4269"/>
                      <a:pt x="17976" y="3980"/>
                    </a:cubicBezTo>
                    <a:cubicBezTo>
                      <a:pt x="18168" y="3608"/>
                      <a:pt x="18343" y="3167"/>
                      <a:pt x="18293" y="2738"/>
                    </a:cubicBezTo>
                    <a:cubicBezTo>
                      <a:pt x="18236" y="2224"/>
                      <a:pt x="17846" y="1914"/>
                      <a:pt x="17372" y="1778"/>
                    </a:cubicBezTo>
                    <a:cubicBezTo>
                      <a:pt x="17203" y="1733"/>
                      <a:pt x="17034" y="1705"/>
                      <a:pt x="16859" y="1688"/>
                    </a:cubicBezTo>
                    <a:lnTo>
                      <a:pt x="16859" y="1688"/>
                    </a:lnTo>
                    <a:cubicBezTo>
                      <a:pt x="16859" y="1688"/>
                      <a:pt x="16859" y="1688"/>
                      <a:pt x="16858" y="1688"/>
                    </a:cubicBezTo>
                    <a:cubicBezTo>
                      <a:pt x="16214" y="1626"/>
                      <a:pt x="15565" y="1586"/>
                      <a:pt x="14915" y="1546"/>
                    </a:cubicBezTo>
                    <a:cubicBezTo>
                      <a:pt x="14469" y="1524"/>
                      <a:pt x="14023" y="1501"/>
                      <a:pt x="13583" y="1417"/>
                    </a:cubicBezTo>
                    <a:cubicBezTo>
                      <a:pt x="13210" y="1349"/>
                      <a:pt x="12860" y="1225"/>
                      <a:pt x="12538" y="1027"/>
                    </a:cubicBezTo>
                    <a:cubicBezTo>
                      <a:pt x="12261" y="863"/>
                      <a:pt x="12030" y="654"/>
                      <a:pt x="11730" y="524"/>
                    </a:cubicBezTo>
                    <a:cubicBezTo>
                      <a:pt x="11008" y="208"/>
                      <a:pt x="10206" y="78"/>
                      <a:pt x="9421" y="22"/>
                    </a:cubicBezTo>
                    <a:cubicBezTo>
                      <a:pt x="9210" y="8"/>
                      <a:pt x="8998" y="0"/>
                      <a:pt x="8785"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306" name="Google Shape;1306;p44"/>
            <p:cNvGrpSpPr/>
            <p:nvPr/>
          </p:nvGrpSpPr>
          <p:grpSpPr>
            <a:xfrm flipH="1">
              <a:off x="-58" y="3367312"/>
              <a:ext cx="1200250" cy="1464756"/>
              <a:chOff x="5687100" y="3067925"/>
              <a:chExt cx="999875" cy="1220325"/>
            </a:xfrm>
          </p:grpSpPr>
          <p:sp>
            <p:nvSpPr>
              <p:cNvPr id="1307" name="Google Shape;1307;p44"/>
              <p:cNvSpPr/>
              <p:nvPr/>
            </p:nvSpPr>
            <p:spPr>
              <a:xfrm>
                <a:off x="6088625" y="3125875"/>
                <a:ext cx="335625" cy="463525"/>
              </a:xfrm>
              <a:custGeom>
                <a:avLst/>
                <a:gdLst/>
                <a:ahLst/>
                <a:cxnLst/>
                <a:rect l="l" t="t" r="r" b="b"/>
                <a:pathLst>
                  <a:path w="13425" h="18541" extrusionOk="0">
                    <a:moveTo>
                      <a:pt x="2576" y="413"/>
                    </a:moveTo>
                    <a:cubicBezTo>
                      <a:pt x="4087" y="770"/>
                      <a:pt x="5639" y="1008"/>
                      <a:pt x="7193" y="1008"/>
                    </a:cubicBezTo>
                    <a:cubicBezTo>
                      <a:pt x="7286" y="1008"/>
                      <a:pt x="7379" y="1007"/>
                      <a:pt x="7472" y="1005"/>
                    </a:cubicBezTo>
                    <a:cubicBezTo>
                      <a:pt x="8387" y="988"/>
                      <a:pt x="9330" y="898"/>
                      <a:pt x="10211" y="621"/>
                    </a:cubicBezTo>
                    <a:cubicBezTo>
                      <a:pt x="10317" y="587"/>
                      <a:pt x="10427" y="553"/>
                      <a:pt x="10533" y="509"/>
                    </a:cubicBezTo>
                    <a:lnTo>
                      <a:pt x="10533" y="509"/>
                    </a:lnTo>
                    <a:cubicBezTo>
                      <a:pt x="11133" y="1297"/>
                      <a:pt x="11448" y="2259"/>
                      <a:pt x="11453" y="3247"/>
                    </a:cubicBezTo>
                    <a:cubicBezTo>
                      <a:pt x="11453" y="3812"/>
                      <a:pt x="11453" y="4377"/>
                      <a:pt x="11453" y="4941"/>
                    </a:cubicBezTo>
                    <a:cubicBezTo>
                      <a:pt x="11453" y="5150"/>
                      <a:pt x="11442" y="5365"/>
                      <a:pt x="11453" y="5574"/>
                    </a:cubicBezTo>
                    <a:cubicBezTo>
                      <a:pt x="11453" y="5647"/>
                      <a:pt x="11487" y="5681"/>
                      <a:pt x="11538" y="5726"/>
                    </a:cubicBezTo>
                    <a:lnTo>
                      <a:pt x="11815" y="5941"/>
                    </a:lnTo>
                    <a:lnTo>
                      <a:pt x="12594" y="6557"/>
                    </a:lnTo>
                    <a:cubicBezTo>
                      <a:pt x="12752" y="6686"/>
                      <a:pt x="12978" y="6816"/>
                      <a:pt x="13040" y="7020"/>
                    </a:cubicBezTo>
                    <a:cubicBezTo>
                      <a:pt x="13097" y="7200"/>
                      <a:pt x="13034" y="7392"/>
                      <a:pt x="12899" y="7522"/>
                    </a:cubicBezTo>
                    <a:cubicBezTo>
                      <a:pt x="12775" y="7641"/>
                      <a:pt x="12611" y="7675"/>
                      <a:pt x="12441" y="7675"/>
                    </a:cubicBezTo>
                    <a:cubicBezTo>
                      <a:pt x="12344" y="7677"/>
                      <a:pt x="12246" y="7677"/>
                      <a:pt x="12149" y="7677"/>
                    </a:cubicBezTo>
                    <a:cubicBezTo>
                      <a:pt x="11955" y="7677"/>
                      <a:pt x="11762" y="7675"/>
                      <a:pt x="11566" y="7675"/>
                    </a:cubicBezTo>
                    <a:cubicBezTo>
                      <a:pt x="11487" y="7675"/>
                      <a:pt x="11436" y="7743"/>
                      <a:pt x="11425" y="7816"/>
                    </a:cubicBezTo>
                    <a:cubicBezTo>
                      <a:pt x="11272" y="9589"/>
                      <a:pt x="10307" y="11233"/>
                      <a:pt x="8833" y="12232"/>
                    </a:cubicBezTo>
                    <a:cubicBezTo>
                      <a:pt x="8421" y="12515"/>
                      <a:pt x="7974" y="12740"/>
                      <a:pt x="7511" y="12910"/>
                    </a:cubicBezTo>
                    <a:cubicBezTo>
                      <a:pt x="7449" y="12932"/>
                      <a:pt x="7404" y="12983"/>
                      <a:pt x="7404" y="13045"/>
                    </a:cubicBezTo>
                    <a:lnTo>
                      <a:pt x="7404" y="14858"/>
                    </a:lnTo>
                    <a:lnTo>
                      <a:pt x="7404" y="17738"/>
                    </a:lnTo>
                    <a:lnTo>
                      <a:pt x="7404" y="18258"/>
                    </a:lnTo>
                    <a:lnTo>
                      <a:pt x="283" y="18258"/>
                    </a:lnTo>
                    <a:lnTo>
                      <a:pt x="283" y="16710"/>
                    </a:lnTo>
                    <a:lnTo>
                      <a:pt x="283" y="14022"/>
                    </a:lnTo>
                    <a:lnTo>
                      <a:pt x="283" y="13407"/>
                    </a:lnTo>
                    <a:lnTo>
                      <a:pt x="283" y="11746"/>
                    </a:lnTo>
                    <a:lnTo>
                      <a:pt x="283" y="10809"/>
                    </a:lnTo>
                    <a:lnTo>
                      <a:pt x="283" y="8618"/>
                    </a:lnTo>
                    <a:lnTo>
                      <a:pt x="283" y="6348"/>
                    </a:lnTo>
                    <a:lnTo>
                      <a:pt x="283" y="5534"/>
                    </a:lnTo>
                    <a:cubicBezTo>
                      <a:pt x="283" y="5446"/>
                      <a:pt x="290" y="5353"/>
                      <a:pt x="290" y="5262"/>
                    </a:cubicBezTo>
                    <a:lnTo>
                      <a:pt x="290" y="5262"/>
                    </a:lnTo>
                    <a:cubicBezTo>
                      <a:pt x="1181" y="5260"/>
                      <a:pt x="2087" y="4819"/>
                      <a:pt x="2649" y="4145"/>
                    </a:cubicBezTo>
                    <a:cubicBezTo>
                      <a:pt x="3276" y="3394"/>
                      <a:pt x="3496" y="2361"/>
                      <a:pt x="3180" y="1429"/>
                    </a:cubicBezTo>
                    <a:cubicBezTo>
                      <a:pt x="3050" y="1048"/>
                      <a:pt x="2842" y="706"/>
                      <a:pt x="2576" y="413"/>
                    </a:cubicBezTo>
                    <a:close/>
                    <a:moveTo>
                      <a:pt x="2079" y="1"/>
                    </a:moveTo>
                    <a:cubicBezTo>
                      <a:pt x="1944" y="1"/>
                      <a:pt x="1897" y="183"/>
                      <a:pt x="2011" y="265"/>
                    </a:cubicBezTo>
                    <a:cubicBezTo>
                      <a:pt x="2762" y="847"/>
                      <a:pt x="3180" y="1807"/>
                      <a:pt x="3005" y="2750"/>
                    </a:cubicBezTo>
                    <a:cubicBezTo>
                      <a:pt x="2858" y="3575"/>
                      <a:pt x="2310" y="4269"/>
                      <a:pt x="1570" y="4648"/>
                    </a:cubicBezTo>
                    <a:cubicBezTo>
                      <a:pt x="1180" y="4853"/>
                      <a:pt x="720" y="4979"/>
                      <a:pt x="275" y="4979"/>
                    </a:cubicBezTo>
                    <a:cubicBezTo>
                      <a:pt x="230" y="4979"/>
                      <a:pt x="186" y="4978"/>
                      <a:pt x="142" y="4975"/>
                    </a:cubicBezTo>
                    <a:cubicBezTo>
                      <a:pt x="139" y="4975"/>
                      <a:pt x="136" y="4975"/>
                      <a:pt x="134" y="4975"/>
                    </a:cubicBezTo>
                    <a:cubicBezTo>
                      <a:pt x="63" y="4975"/>
                      <a:pt x="0" y="5046"/>
                      <a:pt x="0" y="5117"/>
                    </a:cubicBezTo>
                    <a:lnTo>
                      <a:pt x="0" y="6116"/>
                    </a:lnTo>
                    <a:lnTo>
                      <a:pt x="0" y="8324"/>
                    </a:lnTo>
                    <a:lnTo>
                      <a:pt x="0" y="10589"/>
                    </a:lnTo>
                    <a:lnTo>
                      <a:pt x="0" y="11735"/>
                    </a:lnTo>
                    <a:lnTo>
                      <a:pt x="0" y="13339"/>
                    </a:lnTo>
                    <a:lnTo>
                      <a:pt x="0" y="13407"/>
                    </a:lnTo>
                    <a:lnTo>
                      <a:pt x="0" y="15095"/>
                    </a:lnTo>
                    <a:lnTo>
                      <a:pt x="0" y="17783"/>
                    </a:lnTo>
                    <a:lnTo>
                      <a:pt x="0" y="18399"/>
                    </a:lnTo>
                    <a:cubicBezTo>
                      <a:pt x="0" y="18472"/>
                      <a:pt x="68" y="18540"/>
                      <a:pt x="142" y="18540"/>
                    </a:cubicBezTo>
                    <a:lnTo>
                      <a:pt x="7545" y="18540"/>
                    </a:lnTo>
                    <a:cubicBezTo>
                      <a:pt x="7591" y="18540"/>
                      <a:pt x="7626" y="18522"/>
                      <a:pt x="7649" y="18494"/>
                    </a:cubicBezTo>
                    <a:lnTo>
                      <a:pt x="7649" y="18494"/>
                    </a:lnTo>
                    <a:cubicBezTo>
                      <a:pt x="7672" y="18472"/>
                      <a:pt x="7686" y="18440"/>
                      <a:pt x="7686" y="18399"/>
                    </a:cubicBezTo>
                    <a:lnTo>
                      <a:pt x="7686" y="16586"/>
                    </a:lnTo>
                    <a:lnTo>
                      <a:pt x="7686" y="13706"/>
                    </a:lnTo>
                    <a:lnTo>
                      <a:pt x="7686" y="13143"/>
                    </a:lnTo>
                    <a:lnTo>
                      <a:pt x="7686" y="13143"/>
                    </a:lnTo>
                    <a:cubicBezTo>
                      <a:pt x="9390" y="12494"/>
                      <a:pt x="10754" y="11114"/>
                      <a:pt x="11374" y="9386"/>
                    </a:cubicBezTo>
                    <a:cubicBezTo>
                      <a:pt x="11534" y="8922"/>
                      <a:pt x="11642" y="8445"/>
                      <a:pt x="11694" y="7957"/>
                    </a:cubicBezTo>
                    <a:lnTo>
                      <a:pt x="12408" y="7957"/>
                    </a:lnTo>
                    <a:cubicBezTo>
                      <a:pt x="12780" y="7957"/>
                      <a:pt x="13136" y="7805"/>
                      <a:pt x="13289" y="7438"/>
                    </a:cubicBezTo>
                    <a:cubicBezTo>
                      <a:pt x="13424" y="7104"/>
                      <a:pt x="13294" y="6760"/>
                      <a:pt x="13023" y="6540"/>
                    </a:cubicBezTo>
                    <a:cubicBezTo>
                      <a:pt x="12792" y="6353"/>
                      <a:pt x="12560" y="6173"/>
                      <a:pt x="12328" y="5986"/>
                    </a:cubicBezTo>
                    <a:cubicBezTo>
                      <a:pt x="12129" y="5834"/>
                      <a:pt x="11934" y="5677"/>
                      <a:pt x="11736" y="5524"/>
                    </a:cubicBezTo>
                    <a:lnTo>
                      <a:pt x="11736" y="5524"/>
                    </a:lnTo>
                    <a:lnTo>
                      <a:pt x="11736" y="4010"/>
                    </a:lnTo>
                    <a:cubicBezTo>
                      <a:pt x="11736" y="3309"/>
                      <a:pt x="11752" y="2615"/>
                      <a:pt x="11555" y="1931"/>
                    </a:cubicBezTo>
                    <a:cubicBezTo>
                      <a:pt x="11380" y="1299"/>
                      <a:pt x="11063" y="712"/>
                      <a:pt x="10646" y="203"/>
                    </a:cubicBezTo>
                    <a:cubicBezTo>
                      <a:pt x="10618" y="168"/>
                      <a:pt x="10585" y="154"/>
                      <a:pt x="10554" y="154"/>
                    </a:cubicBezTo>
                    <a:cubicBezTo>
                      <a:pt x="10500" y="154"/>
                      <a:pt x="10448" y="196"/>
                      <a:pt x="10425" y="251"/>
                    </a:cubicBezTo>
                    <a:lnTo>
                      <a:pt x="10425" y="251"/>
                    </a:lnTo>
                    <a:cubicBezTo>
                      <a:pt x="10354" y="277"/>
                      <a:pt x="10282" y="302"/>
                      <a:pt x="10211" y="328"/>
                    </a:cubicBezTo>
                    <a:cubicBezTo>
                      <a:pt x="9906" y="429"/>
                      <a:pt x="9590" y="503"/>
                      <a:pt x="9273" y="559"/>
                    </a:cubicBezTo>
                    <a:cubicBezTo>
                      <a:pt x="8601" y="680"/>
                      <a:pt x="7916" y="730"/>
                      <a:pt x="7231" y="730"/>
                    </a:cubicBezTo>
                    <a:cubicBezTo>
                      <a:pt x="6638" y="730"/>
                      <a:pt x="6045" y="693"/>
                      <a:pt x="5461" y="633"/>
                    </a:cubicBezTo>
                    <a:cubicBezTo>
                      <a:pt x="4332" y="514"/>
                      <a:pt x="3214" y="294"/>
                      <a:pt x="2118" y="6"/>
                    </a:cubicBezTo>
                    <a:cubicBezTo>
                      <a:pt x="2104" y="2"/>
                      <a:pt x="2091" y="1"/>
                      <a:pt x="2079"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08" name="Google Shape;1308;p44"/>
              <p:cNvSpPr/>
              <p:nvPr/>
            </p:nvSpPr>
            <p:spPr>
              <a:xfrm>
                <a:off x="6301250" y="3317650"/>
                <a:ext cx="80700" cy="37375"/>
              </a:xfrm>
              <a:custGeom>
                <a:avLst/>
                <a:gdLst/>
                <a:ahLst/>
                <a:cxnLst/>
                <a:rect l="l" t="t" r="r" b="b"/>
                <a:pathLst>
                  <a:path w="3228" h="1495" extrusionOk="0">
                    <a:moveTo>
                      <a:pt x="2922" y="286"/>
                    </a:moveTo>
                    <a:cubicBezTo>
                      <a:pt x="2887" y="600"/>
                      <a:pt x="2836" y="917"/>
                      <a:pt x="2736" y="1212"/>
                    </a:cubicBezTo>
                    <a:lnTo>
                      <a:pt x="297" y="1212"/>
                    </a:lnTo>
                    <a:cubicBezTo>
                      <a:pt x="333" y="920"/>
                      <a:pt x="479" y="648"/>
                      <a:pt x="717" y="473"/>
                    </a:cubicBezTo>
                    <a:cubicBezTo>
                      <a:pt x="904" y="337"/>
                      <a:pt x="1113" y="286"/>
                      <a:pt x="1339" y="286"/>
                    </a:cubicBezTo>
                    <a:close/>
                    <a:moveTo>
                      <a:pt x="1531" y="0"/>
                    </a:moveTo>
                    <a:cubicBezTo>
                      <a:pt x="1188" y="0"/>
                      <a:pt x="847" y="28"/>
                      <a:pt x="554" y="247"/>
                    </a:cubicBezTo>
                    <a:cubicBezTo>
                      <a:pt x="204" y="506"/>
                      <a:pt x="12" y="919"/>
                      <a:pt x="6" y="1353"/>
                    </a:cubicBezTo>
                    <a:cubicBezTo>
                      <a:pt x="0" y="1427"/>
                      <a:pt x="68" y="1495"/>
                      <a:pt x="147" y="1495"/>
                    </a:cubicBezTo>
                    <a:lnTo>
                      <a:pt x="2835" y="1495"/>
                    </a:lnTo>
                    <a:cubicBezTo>
                      <a:pt x="2903" y="1495"/>
                      <a:pt x="2954" y="1449"/>
                      <a:pt x="2976" y="1387"/>
                    </a:cubicBezTo>
                    <a:cubicBezTo>
                      <a:pt x="3118" y="998"/>
                      <a:pt x="3174" y="563"/>
                      <a:pt x="3219" y="145"/>
                    </a:cubicBezTo>
                    <a:cubicBezTo>
                      <a:pt x="3227" y="83"/>
                      <a:pt x="3197" y="43"/>
                      <a:pt x="3154" y="25"/>
                    </a:cubicBezTo>
                    <a:lnTo>
                      <a:pt x="3154" y="25"/>
                    </a:lnTo>
                    <a:cubicBezTo>
                      <a:pt x="3133" y="12"/>
                      <a:pt x="3108" y="4"/>
                      <a:pt x="3078" y="4"/>
                    </a:cubicBezTo>
                    <a:lnTo>
                      <a:pt x="1886" y="4"/>
                    </a:lnTo>
                    <a:cubicBezTo>
                      <a:pt x="1769" y="4"/>
                      <a:pt x="1650" y="0"/>
                      <a:pt x="1531"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09" name="Google Shape;1309;p44"/>
              <p:cNvSpPr/>
              <p:nvPr/>
            </p:nvSpPr>
            <p:spPr>
              <a:xfrm>
                <a:off x="5687100" y="3582250"/>
                <a:ext cx="999875" cy="706000"/>
              </a:xfrm>
              <a:custGeom>
                <a:avLst/>
                <a:gdLst/>
                <a:ahLst/>
                <a:cxnLst/>
                <a:rect l="l" t="t" r="r" b="b"/>
                <a:pathLst>
                  <a:path w="39995" h="28240" extrusionOk="0">
                    <a:moveTo>
                      <a:pt x="23767" y="285"/>
                    </a:moveTo>
                    <a:cubicBezTo>
                      <a:pt x="24475" y="882"/>
                      <a:pt x="25246" y="1410"/>
                      <a:pt x="26018" y="1906"/>
                    </a:cubicBezTo>
                    <a:cubicBezTo>
                      <a:pt x="26831" y="2431"/>
                      <a:pt x="27667" y="2911"/>
                      <a:pt x="28531" y="3340"/>
                    </a:cubicBezTo>
                    <a:cubicBezTo>
                      <a:pt x="29417" y="3781"/>
                      <a:pt x="30315" y="4188"/>
                      <a:pt x="31168" y="4696"/>
                    </a:cubicBezTo>
                    <a:cubicBezTo>
                      <a:pt x="33393" y="6017"/>
                      <a:pt x="35426" y="7836"/>
                      <a:pt x="36674" y="10134"/>
                    </a:cubicBezTo>
                    <a:cubicBezTo>
                      <a:pt x="36883" y="10523"/>
                      <a:pt x="37080" y="10912"/>
                      <a:pt x="37199" y="11334"/>
                    </a:cubicBezTo>
                    <a:lnTo>
                      <a:pt x="37199" y="11334"/>
                    </a:lnTo>
                    <a:cubicBezTo>
                      <a:pt x="37199" y="11335"/>
                      <a:pt x="37199" y="11336"/>
                      <a:pt x="37199" y="11337"/>
                    </a:cubicBezTo>
                    <a:cubicBezTo>
                      <a:pt x="37199" y="11337"/>
                      <a:pt x="37199" y="11337"/>
                      <a:pt x="37199" y="11337"/>
                    </a:cubicBezTo>
                    <a:lnTo>
                      <a:pt x="37199" y="11337"/>
                    </a:lnTo>
                    <a:cubicBezTo>
                      <a:pt x="37200" y="11338"/>
                      <a:pt x="37200" y="11339"/>
                      <a:pt x="37200" y="11339"/>
                    </a:cubicBezTo>
                    <a:lnTo>
                      <a:pt x="37200" y="11339"/>
                    </a:lnTo>
                    <a:cubicBezTo>
                      <a:pt x="37482" y="12287"/>
                      <a:pt x="37702" y="13258"/>
                      <a:pt x="37911" y="14228"/>
                    </a:cubicBezTo>
                    <a:cubicBezTo>
                      <a:pt x="38470" y="16815"/>
                      <a:pt x="38894" y="19430"/>
                      <a:pt x="39199" y="22056"/>
                    </a:cubicBezTo>
                    <a:cubicBezTo>
                      <a:pt x="39430" y="24019"/>
                      <a:pt x="39597" y="25983"/>
                      <a:pt x="39700" y="27957"/>
                    </a:cubicBezTo>
                    <a:lnTo>
                      <a:pt x="296" y="27957"/>
                    </a:lnTo>
                    <a:cubicBezTo>
                      <a:pt x="479" y="24413"/>
                      <a:pt x="867" y="20880"/>
                      <a:pt x="1469" y="17385"/>
                    </a:cubicBezTo>
                    <a:cubicBezTo>
                      <a:pt x="1796" y="15510"/>
                      <a:pt x="2175" y="13641"/>
                      <a:pt x="2666" y="11806"/>
                    </a:cubicBezTo>
                    <a:cubicBezTo>
                      <a:pt x="2835" y="11162"/>
                      <a:pt x="3067" y="10592"/>
                      <a:pt x="3394" y="10010"/>
                    </a:cubicBezTo>
                    <a:cubicBezTo>
                      <a:pt x="4569" y="7903"/>
                      <a:pt x="6404" y="6215"/>
                      <a:pt x="8426" y="4939"/>
                    </a:cubicBezTo>
                    <a:cubicBezTo>
                      <a:pt x="9189" y="4459"/>
                      <a:pt x="9985" y="4035"/>
                      <a:pt x="10804" y="3657"/>
                    </a:cubicBezTo>
                    <a:cubicBezTo>
                      <a:pt x="11662" y="3261"/>
                      <a:pt x="12498" y="2815"/>
                      <a:pt x="13305" y="2324"/>
                    </a:cubicBezTo>
                    <a:cubicBezTo>
                      <a:pt x="14294" y="1731"/>
                      <a:pt x="15248" y="1076"/>
                      <a:pt x="16146" y="353"/>
                    </a:cubicBezTo>
                    <a:cubicBezTo>
                      <a:pt x="16173" y="329"/>
                      <a:pt x="16200" y="307"/>
                      <a:pt x="16228" y="285"/>
                    </a:cubicBezTo>
                    <a:close/>
                    <a:moveTo>
                      <a:pt x="16541" y="0"/>
                    </a:moveTo>
                    <a:cubicBezTo>
                      <a:pt x="16440" y="0"/>
                      <a:pt x="16338" y="1"/>
                      <a:pt x="16236" y="3"/>
                    </a:cubicBezTo>
                    <a:cubicBezTo>
                      <a:pt x="16078" y="3"/>
                      <a:pt x="15977" y="127"/>
                      <a:pt x="15858" y="223"/>
                    </a:cubicBezTo>
                    <a:cubicBezTo>
                      <a:pt x="14938" y="957"/>
                      <a:pt x="13955" y="1612"/>
                      <a:pt x="12944" y="2211"/>
                    </a:cubicBezTo>
                    <a:cubicBezTo>
                      <a:pt x="11419" y="3115"/>
                      <a:pt x="9759" y="3764"/>
                      <a:pt x="8257" y="4713"/>
                    </a:cubicBezTo>
                    <a:cubicBezTo>
                      <a:pt x="6286" y="5955"/>
                      <a:pt x="4507" y="7587"/>
                      <a:pt x="3304" y="9598"/>
                    </a:cubicBezTo>
                    <a:cubicBezTo>
                      <a:pt x="2954" y="10179"/>
                      <a:pt x="2649" y="10801"/>
                      <a:pt x="2463" y="11456"/>
                    </a:cubicBezTo>
                    <a:cubicBezTo>
                      <a:pt x="2056" y="12935"/>
                      <a:pt x="1734" y="14437"/>
                      <a:pt x="1446" y="15945"/>
                    </a:cubicBezTo>
                    <a:cubicBezTo>
                      <a:pt x="859" y="19017"/>
                      <a:pt x="446" y="22123"/>
                      <a:pt x="192" y="25241"/>
                    </a:cubicBezTo>
                    <a:cubicBezTo>
                      <a:pt x="113" y="26189"/>
                      <a:pt x="51" y="27144"/>
                      <a:pt x="6" y="28098"/>
                    </a:cubicBezTo>
                    <a:cubicBezTo>
                      <a:pt x="0" y="28172"/>
                      <a:pt x="74" y="28239"/>
                      <a:pt x="147" y="28239"/>
                    </a:cubicBezTo>
                    <a:lnTo>
                      <a:pt x="39848" y="28239"/>
                    </a:lnTo>
                    <a:cubicBezTo>
                      <a:pt x="39921" y="28239"/>
                      <a:pt x="39995" y="28172"/>
                      <a:pt x="39989" y="28098"/>
                    </a:cubicBezTo>
                    <a:cubicBezTo>
                      <a:pt x="39820" y="24732"/>
                      <a:pt x="39464" y="21378"/>
                      <a:pt x="38922" y="18052"/>
                    </a:cubicBezTo>
                    <a:cubicBezTo>
                      <a:pt x="38600" y="16098"/>
                      <a:pt x="38216" y="14144"/>
                      <a:pt x="37730" y="12218"/>
                    </a:cubicBezTo>
                    <a:cubicBezTo>
                      <a:pt x="37651" y="11896"/>
                      <a:pt x="37566" y="11580"/>
                      <a:pt x="37476" y="11258"/>
                    </a:cubicBezTo>
                    <a:cubicBezTo>
                      <a:pt x="37397" y="10987"/>
                      <a:pt x="37273" y="10716"/>
                      <a:pt x="37154" y="10462"/>
                    </a:cubicBezTo>
                    <a:cubicBezTo>
                      <a:pt x="36832" y="9778"/>
                      <a:pt x="36431" y="9140"/>
                      <a:pt x="35980" y="8542"/>
                    </a:cubicBezTo>
                    <a:cubicBezTo>
                      <a:pt x="34308" y="6322"/>
                      <a:pt x="31992" y="4662"/>
                      <a:pt x="29496" y="3487"/>
                    </a:cubicBezTo>
                    <a:cubicBezTo>
                      <a:pt x="28011" y="2793"/>
                      <a:pt x="26588" y="1991"/>
                      <a:pt x="25244" y="1048"/>
                    </a:cubicBezTo>
                    <a:cubicBezTo>
                      <a:pt x="24866" y="782"/>
                      <a:pt x="24498" y="511"/>
                      <a:pt x="24137" y="223"/>
                    </a:cubicBezTo>
                    <a:cubicBezTo>
                      <a:pt x="24069" y="172"/>
                      <a:pt x="24001" y="110"/>
                      <a:pt x="23934" y="59"/>
                    </a:cubicBezTo>
                    <a:cubicBezTo>
                      <a:pt x="23864" y="9"/>
                      <a:pt x="23795" y="1"/>
                      <a:pt x="23718" y="1"/>
                    </a:cubicBezTo>
                    <a:cubicBezTo>
                      <a:pt x="23682" y="1"/>
                      <a:pt x="23645" y="3"/>
                      <a:pt x="23606" y="3"/>
                    </a:cubicBezTo>
                    <a:lnTo>
                      <a:pt x="17151" y="3"/>
                    </a:lnTo>
                    <a:cubicBezTo>
                      <a:pt x="16948" y="3"/>
                      <a:pt x="16745" y="0"/>
                      <a:pt x="16541"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10" name="Google Shape;1310;p44"/>
              <p:cNvSpPr/>
              <p:nvPr/>
            </p:nvSpPr>
            <p:spPr>
              <a:xfrm>
                <a:off x="6258900" y="3189675"/>
                <a:ext cx="108150" cy="100700"/>
              </a:xfrm>
              <a:custGeom>
                <a:avLst/>
                <a:gdLst/>
                <a:ahLst/>
                <a:cxnLst/>
                <a:rect l="l" t="t" r="r" b="b"/>
                <a:pathLst>
                  <a:path w="4326" h="4028" extrusionOk="0">
                    <a:moveTo>
                      <a:pt x="2186" y="283"/>
                    </a:moveTo>
                    <a:cubicBezTo>
                      <a:pt x="2908" y="289"/>
                      <a:pt x="3575" y="746"/>
                      <a:pt x="3818" y="1429"/>
                    </a:cubicBezTo>
                    <a:cubicBezTo>
                      <a:pt x="4060" y="2113"/>
                      <a:pt x="3846" y="2886"/>
                      <a:pt x="3287" y="3355"/>
                    </a:cubicBezTo>
                    <a:cubicBezTo>
                      <a:pt x="2976" y="3615"/>
                      <a:pt x="2583" y="3747"/>
                      <a:pt x="2188" y="3747"/>
                    </a:cubicBezTo>
                    <a:cubicBezTo>
                      <a:pt x="1879" y="3747"/>
                      <a:pt x="1569" y="3666"/>
                      <a:pt x="1299" y="3502"/>
                    </a:cubicBezTo>
                    <a:cubicBezTo>
                      <a:pt x="683" y="3129"/>
                      <a:pt x="345" y="2389"/>
                      <a:pt x="486" y="1684"/>
                    </a:cubicBezTo>
                    <a:cubicBezTo>
                      <a:pt x="649" y="876"/>
                      <a:pt x="1367" y="294"/>
                      <a:pt x="2186" y="283"/>
                    </a:cubicBezTo>
                    <a:close/>
                    <a:moveTo>
                      <a:pt x="2186" y="1"/>
                    </a:moveTo>
                    <a:cubicBezTo>
                      <a:pt x="2184" y="1"/>
                      <a:pt x="2182" y="1"/>
                      <a:pt x="2180" y="1"/>
                    </a:cubicBezTo>
                    <a:lnTo>
                      <a:pt x="2180" y="1"/>
                    </a:lnTo>
                    <a:cubicBezTo>
                      <a:pt x="1347" y="14"/>
                      <a:pt x="592" y="539"/>
                      <a:pt x="299" y="1322"/>
                    </a:cubicBezTo>
                    <a:cubicBezTo>
                      <a:pt x="0" y="2107"/>
                      <a:pt x="254" y="3033"/>
                      <a:pt x="898" y="3564"/>
                    </a:cubicBezTo>
                    <a:cubicBezTo>
                      <a:pt x="1270" y="3869"/>
                      <a:pt x="1733" y="4028"/>
                      <a:pt x="2196" y="4028"/>
                    </a:cubicBezTo>
                    <a:cubicBezTo>
                      <a:pt x="2550" y="4028"/>
                      <a:pt x="2904" y="3935"/>
                      <a:pt x="3219" y="3745"/>
                    </a:cubicBezTo>
                    <a:cubicBezTo>
                      <a:pt x="3948" y="3310"/>
                      <a:pt x="4326" y="2452"/>
                      <a:pt x="4162" y="1627"/>
                    </a:cubicBezTo>
                    <a:cubicBezTo>
                      <a:pt x="3987" y="691"/>
                      <a:pt x="3137" y="14"/>
                      <a:pt x="2190" y="1"/>
                    </a:cubicBezTo>
                    <a:lnTo>
                      <a:pt x="2190" y="1"/>
                    </a:lnTo>
                    <a:cubicBezTo>
                      <a:pt x="2189" y="1"/>
                      <a:pt x="2187" y="1"/>
                      <a:pt x="2186"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11" name="Google Shape;1311;p44"/>
              <p:cNvSpPr/>
              <p:nvPr/>
            </p:nvSpPr>
            <p:spPr>
              <a:xfrm>
                <a:off x="6139025" y="3179100"/>
                <a:ext cx="243275" cy="122000"/>
              </a:xfrm>
              <a:custGeom>
                <a:avLst/>
                <a:gdLst/>
                <a:ahLst/>
                <a:cxnLst/>
                <a:rect l="l" t="t" r="r" b="b"/>
                <a:pathLst>
                  <a:path w="9731" h="4880" extrusionOk="0">
                    <a:moveTo>
                      <a:pt x="6978" y="278"/>
                    </a:moveTo>
                    <a:cubicBezTo>
                      <a:pt x="7697" y="278"/>
                      <a:pt x="8391" y="648"/>
                      <a:pt x="8788" y="1254"/>
                    </a:cubicBezTo>
                    <a:cubicBezTo>
                      <a:pt x="9047" y="1649"/>
                      <a:pt x="9166" y="2112"/>
                      <a:pt x="9138" y="2587"/>
                    </a:cubicBezTo>
                    <a:cubicBezTo>
                      <a:pt x="9134" y="2648"/>
                      <a:pt x="9164" y="2688"/>
                      <a:pt x="9206" y="2708"/>
                    </a:cubicBezTo>
                    <a:lnTo>
                      <a:pt x="9206" y="2708"/>
                    </a:lnTo>
                    <a:cubicBezTo>
                      <a:pt x="9225" y="2720"/>
                      <a:pt x="9250" y="2728"/>
                      <a:pt x="9279" y="2728"/>
                    </a:cubicBezTo>
                    <a:lnTo>
                      <a:pt x="9448" y="2728"/>
                    </a:lnTo>
                    <a:lnTo>
                      <a:pt x="9448" y="2875"/>
                    </a:lnTo>
                    <a:lnTo>
                      <a:pt x="9211" y="2875"/>
                    </a:lnTo>
                    <a:cubicBezTo>
                      <a:pt x="9149" y="2875"/>
                      <a:pt x="9087" y="2920"/>
                      <a:pt x="9076" y="2976"/>
                    </a:cubicBezTo>
                    <a:cubicBezTo>
                      <a:pt x="8850" y="3812"/>
                      <a:pt x="8155" y="4450"/>
                      <a:pt x="7302" y="4580"/>
                    </a:cubicBezTo>
                    <a:cubicBezTo>
                      <a:pt x="7199" y="4596"/>
                      <a:pt x="7096" y="4603"/>
                      <a:pt x="6992" y="4603"/>
                    </a:cubicBezTo>
                    <a:cubicBezTo>
                      <a:pt x="6272" y="4603"/>
                      <a:pt x="5574" y="4233"/>
                      <a:pt x="5179" y="3626"/>
                    </a:cubicBezTo>
                    <a:cubicBezTo>
                      <a:pt x="4908" y="3219"/>
                      <a:pt x="4795" y="2739"/>
                      <a:pt x="4829" y="2253"/>
                    </a:cubicBezTo>
                    <a:cubicBezTo>
                      <a:pt x="4835" y="2180"/>
                      <a:pt x="4761" y="2112"/>
                      <a:pt x="4688" y="2112"/>
                    </a:cubicBezTo>
                    <a:lnTo>
                      <a:pt x="546" y="2112"/>
                    </a:lnTo>
                    <a:cubicBezTo>
                      <a:pt x="588" y="2067"/>
                      <a:pt x="628" y="2020"/>
                      <a:pt x="666" y="1971"/>
                    </a:cubicBezTo>
                    <a:lnTo>
                      <a:pt x="4767" y="1971"/>
                    </a:lnTo>
                    <a:cubicBezTo>
                      <a:pt x="4829" y="1971"/>
                      <a:pt x="4885" y="1926"/>
                      <a:pt x="4902" y="1864"/>
                    </a:cubicBezTo>
                    <a:cubicBezTo>
                      <a:pt x="5134" y="1045"/>
                      <a:pt x="5834" y="418"/>
                      <a:pt x="6681" y="299"/>
                    </a:cubicBezTo>
                    <a:cubicBezTo>
                      <a:pt x="6780" y="285"/>
                      <a:pt x="6879" y="278"/>
                      <a:pt x="6978" y="278"/>
                    </a:cubicBezTo>
                    <a:close/>
                    <a:moveTo>
                      <a:pt x="6987" y="1"/>
                    </a:moveTo>
                    <a:cubicBezTo>
                      <a:pt x="6461" y="1"/>
                      <a:pt x="5936" y="167"/>
                      <a:pt x="5507" y="497"/>
                    </a:cubicBezTo>
                    <a:cubicBezTo>
                      <a:pt x="5111" y="798"/>
                      <a:pt x="4819" y="1216"/>
                      <a:pt x="4663" y="1689"/>
                    </a:cubicBezTo>
                    <a:lnTo>
                      <a:pt x="927" y="1689"/>
                    </a:lnTo>
                    <a:cubicBezTo>
                      <a:pt x="863" y="1689"/>
                      <a:pt x="799" y="1686"/>
                      <a:pt x="735" y="1686"/>
                    </a:cubicBezTo>
                    <a:cubicBezTo>
                      <a:pt x="703" y="1686"/>
                      <a:pt x="671" y="1687"/>
                      <a:pt x="639" y="1689"/>
                    </a:cubicBezTo>
                    <a:cubicBezTo>
                      <a:pt x="624" y="1689"/>
                      <a:pt x="606" y="1686"/>
                      <a:pt x="589" y="1686"/>
                    </a:cubicBezTo>
                    <a:cubicBezTo>
                      <a:pt x="581" y="1686"/>
                      <a:pt x="573" y="1687"/>
                      <a:pt x="565" y="1689"/>
                    </a:cubicBezTo>
                    <a:cubicBezTo>
                      <a:pt x="475" y="1717"/>
                      <a:pt x="401" y="1852"/>
                      <a:pt x="339" y="1920"/>
                    </a:cubicBezTo>
                    <a:cubicBezTo>
                      <a:pt x="260" y="2005"/>
                      <a:pt x="181" y="2084"/>
                      <a:pt x="96" y="2157"/>
                    </a:cubicBezTo>
                    <a:cubicBezTo>
                      <a:pt x="0" y="2236"/>
                      <a:pt x="79" y="2395"/>
                      <a:pt x="192" y="2395"/>
                    </a:cubicBezTo>
                    <a:lnTo>
                      <a:pt x="4541" y="2395"/>
                    </a:lnTo>
                    <a:cubicBezTo>
                      <a:pt x="4529" y="3293"/>
                      <a:pt x="5017" y="4151"/>
                      <a:pt x="5812" y="4586"/>
                    </a:cubicBezTo>
                    <a:cubicBezTo>
                      <a:pt x="6175" y="4783"/>
                      <a:pt x="6576" y="4880"/>
                      <a:pt x="6975" y="4880"/>
                    </a:cubicBezTo>
                    <a:cubicBezTo>
                      <a:pt x="7514" y="4880"/>
                      <a:pt x="8051" y="4704"/>
                      <a:pt x="8488" y="4360"/>
                    </a:cubicBezTo>
                    <a:cubicBezTo>
                      <a:pt x="8879" y="4054"/>
                      <a:pt x="9165" y="3630"/>
                      <a:pt x="9317" y="3157"/>
                    </a:cubicBezTo>
                    <a:lnTo>
                      <a:pt x="9590" y="3157"/>
                    </a:lnTo>
                    <a:cubicBezTo>
                      <a:pt x="9663" y="3157"/>
                      <a:pt x="9731" y="3095"/>
                      <a:pt x="9731" y="3016"/>
                    </a:cubicBezTo>
                    <a:lnTo>
                      <a:pt x="9731" y="2587"/>
                    </a:lnTo>
                    <a:cubicBezTo>
                      <a:pt x="9731" y="2513"/>
                      <a:pt x="9663" y="2445"/>
                      <a:pt x="9590" y="2445"/>
                    </a:cubicBezTo>
                    <a:lnTo>
                      <a:pt x="9425" y="2445"/>
                    </a:lnTo>
                    <a:cubicBezTo>
                      <a:pt x="9430" y="1563"/>
                      <a:pt x="8933" y="717"/>
                      <a:pt x="8155" y="294"/>
                    </a:cubicBezTo>
                    <a:cubicBezTo>
                      <a:pt x="7793" y="98"/>
                      <a:pt x="7390" y="1"/>
                      <a:pt x="6987"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12" name="Google Shape;1312;p44"/>
              <p:cNvSpPr/>
              <p:nvPr/>
            </p:nvSpPr>
            <p:spPr>
              <a:xfrm>
                <a:off x="6260150" y="3189800"/>
                <a:ext cx="108050" cy="100700"/>
              </a:xfrm>
              <a:custGeom>
                <a:avLst/>
                <a:gdLst/>
                <a:ahLst/>
                <a:cxnLst/>
                <a:rect l="l" t="t" r="r" b="b"/>
                <a:pathLst>
                  <a:path w="4322" h="4028" extrusionOk="0">
                    <a:moveTo>
                      <a:pt x="2139" y="282"/>
                    </a:moveTo>
                    <a:cubicBezTo>
                      <a:pt x="2448" y="282"/>
                      <a:pt x="2757" y="363"/>
                      <a:pt x="3028" y="526"/>
                    </a:cubicBezTo>
                    <a:cubicBezTo>
                      <a:pt x="3643" y="899"/>
                      <a:pt x="3982" y="1639"/>
                      <a:pt x="3841" y="2345"/>
                    </a:cubicBezTo>
                    <a:cubicBezTo>
                      <a:pt x="3677" y="3153"/>
                      <a:pt x="2960" y="3734"/>
                      <a:pt x="2136" y="3745"/>
                    </a:cubicBezTo>
                    <a:cubicBezTo>
                      <a:pt x="1418" y="3740"/>
                      <a:pt x="752" y="3282"/>
                      <a:pt x="509" y="2599"/>
                    </a:cubicBezTo>
                    <a:cubicBezTo>
                      <a:pt x="266" y="1916"/>
                      <a:pt x="475" y="1142"/>
                      <a:pt x="1040" y="673"/>
                    </a:cubicBezTo>
                    <a:cubicBezTo>
                      <a:pt x="1350" y="414"/>
                      <a:pt x="1744" y="282"/>
                      <a:pt x="2139" y="282"/>
                    </a:cubicBezTo>
                    <a:close/>
                    <a:moveTo>
                      <a:pt x="2126" y="1"/>
                    </a:moveTo>
                    <a:cubicBezTo>
                      <a:pt x="1772" y="1"/>
                      <a:pt x="1417" y="93"/>
                      <a:pt x="1102" y="284"/>
                    </a:cubicBezTo>
                    <a:cubicBezTo>
                      <a:pt x="379" y="719"/>
                      <a:pt x="1" y="1577"/>
                      <a:pt x="165" y="2401"/>
                    </a:cubicBezTo>
                    <a:cubicBezTo>
                      <a:pt x="339" y="3337"/>
                      <a:pt x="1190" y="4014"/>
                      <a:pt x="2131" y="4028"/>
                    </a:cubicBezTo>
                    <a:lnTo>
                      <a:pt x="2131" y="4028"/>
                    </a:lnTo>
                    <a:cubicBezTo>
                      <a:pt x="2133" y="4028"/>
                      <a:pt x="2134" y="4028"/>
                      <a:pt x="2136" y="4028"/>
                    </a:cubicBezTo>
                    <a:cubicBezTo>
                      <a:pt x="2137" y="4028"/>
                      <a:pt x="2139" y="4028"/>
                      <a:pt x="2141" y="4028"/>
                    </a:cubicBezTo>
                    <a:lnTo>
                      <a:pt x="2141" y="4028"/>
                    </a:lnTo>
                    <a:cubicBezTo>
                      <a:pt x="2980" y="4014"/>
                      <a:pt x="3734" y="3490"/>
                      <a:pt x="4027" y="2706"/>
                    </a:cubicBezTo>
                    <a:cubicBezTo>
                      <a:pt x="4321" y="1921"/>
                      <a:pt x="4073" y="995"/>
                      <a:pt x="3423" y="464"/>
                    </a:cubicBezTo>
                    <a:cubicBezTo>
                      <a:pt x="3055" y="160"/>
                      <a:pt x="2591" y="1"/>
                      <a:pt x="2126"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13" name="Google Shape;1313;p44"/>
              <p:cNvSpPr/>
              <p:nvPr/>
            </p:nvSpPr>
            <p:spPr>
              <a:xfrm>
                <a:off x="5949825" y="3067925"/>
                <a:ext cx="407000" cy="355200"/>
              </a:xfrm>
              <a:custGeom>
                <a:avLst/>
                <a:gdLst/>
                <a:ahLst/>
                <a:cxnLst/>
                <a:rect l="l" t="t" r="r" b="b"/>
                <a:pathLst>
                  <a:path w="16280" h="14208" extrusionOk="0">
                    <a:moveTo>
                      <a:pt x="9000" y="285"/>
                    </a:moveTo>
                    <a:cubicBezTo>
                      <a:pt x="10461" y="285"/>
                      <a:pt x="11941" y="446"/>
                      <a:pt x="13329" y="912"/>
                    </a:cubicBezTo>
                    <a:cubicBezTo>
                      <a:pt x="13713" y="1042"/>
                      <a:pt x="14091" y="1200"/>
                      <a:pt x="14447" y="1386"/>
                    </a:cubicBezTo>
                    <a:cubicBezTo>
                      <a:pt x="14628" y="1477"/>
                      <a:pt x="14808" y="1578"/>
                      <a:pt x="14978" y="1691"/>
                    </a:cubicBezTo>
                    <a:cubicBezTo>
                      <a:pt x="15175" y="1815"/>
                      <a:pt x="15345" y="1962"/>
                      <a:pt x="15526" y="2109"/>
                    </a:cubicBezTo>
                    <a:cubicBezTo>
                      <a:pt x="15667" y="2250"/>
                      <a:pt x="15824" y="2407"/>
                      <a:pt x="15924" y="2586"/>
                    </a:cubicBezTo>
                    <a:lnTo>
                      <a:pt x="15924" y="2586"/>
                    </a:lnTo>
                    <a:cubicBezTo>
                      <a:pt x="15870" y="2607"/>
                      <a:pt x="15817" y="2626"/>
                      <a:pt x="15763" y="2646"/>
                    </a:cubicBezTo>
                    <a:cubicBezTo>
                      <a:pt x="15458" y="2747"/>
                      <a:pt x="15142" y="2821"/>
                      <a:pt x="14825" y="2877"/>
                    </a:cubicBezTo>
                    <a:cubicBezTo>
                      <a:pt x="14153" y="2998"/>
                      <a:pt x="13468" y="3048"/>
                      <a:pt x="12783" y="3048"/>
                    </a:cubicBezTo>
                    <a:cubicBezTo>
                      <a:pt x="12190" y="3048"/>
                      <a:pt x="11597" y="3011"/>
                      <a:pt x="11013" y="2951"/>
                    </a:cubicBezTo>
                    <a:cubicBezTo>
                      <a:pt x="9884" y="2832"/>
                      <a:pt x="8766" y="2612"/>
                      <a:pt x="7670" y="2324"/>
                    </a:cubicBezTo>
                    <a:cubicBezTo>
                      <a:pt x="7656" y="2320"/>
                      <a:pt x="7643" y="2319"/>
                      <a:pt x="7631" y="2319"/>
                    </a:cubicBezTo>
                    <a:cubicBezTo>
                      <a:pt x="7496" y="2319"/>
                      <a:pt x="7449" y="2501"/>
                      <a:pt x="7563" y="2583"/>
                    </a:cubicBezTo>
                    <a:cubicBezTo>
                      <a:pt x="8235" y="3103"/>
                      <a:pt x="8636" y="3922"/>
                      <a:pt x="8591" y="4775"/>
                    </a:cubicBezTo>
                    <a:cubicBezTo>
                      <a:pt x="8545" y="5701"/>
                      <a:pt x="7958" y="6520"/>
                      <a:pt x="7151" y="6949"/>
                    </a:cubicBezTo>
                    <a:cubicBezTo>
                      <a:pt x="6754" y="7165"/>
                      <a:pt x="6282" y="7297"/>
                      <a:pt x="5825" y="7297"/>
                    </a:cubicBezTo>
                    <a:cubicBezTo>
                      <a:pt x="5781" y="7297"/>
                      <a:pt x="5737" y="7296"/>
                      <a:pt x="5694" y="7293"/>
                    </a:cubicBezTo>
                    <a:cubicBezTo>
                      <a:pt x="5691" y="7293"/>
                      <a:pt x="5688" y="7293"/>
                      <a:pt x="5686" y="7293"/>
                    </a:cubicBezTo>
                    <a:cubicBezTo>
                      <a:pt x="5615" y="7293"/>
                      <a:pt x="5552" y="7364"/>
                      <a:pt x="5552" y="7435"/>
                    </a:cubicBezTo>
                    <a:lnTo>
                      <a:pt x="5552" y="9671"/>
                    </a:lnTo>
                    <a:lnTo>
                      <a:pt x="5552" y="13240"/>
                    </a:lnTo>
                    <a:lnTo>
                      <a:pt x="5552" y="13845"/>
                    </a:lnTo>
                    <a:lnTo>
                      <a:pt x="5552" y="13845"/>
                    </a:lnTo>
                    <a:cubicBezTo>
                      <a:pt x="5431" y="13786"/>
                      <a:pt x="5315" y="13727"/>
                      <a:pt x="5202" y="13664"/>
                    </a:cubicBezTo>
                    <a:cubicBezTo>
                      <a:pt x="4745" y="13415"/>
                      <a:pt x="4316" y="13121"/>
                      <a:pt x="3909" y="12794"/>
                    </a:cubicBezTo>
                    <a:cubicBezTo>
                      <a:pt x="3899" y="12786"/>
                      <a:pt x="3888" y="12779"/>
                      <a:pt x="3876" y="12774"/>
                    </a:cubicBezTo>
                    <a:lnTo>
                      <a:pt x="3876" y="12774"/>
                    </a:lnTo>
                    <a:cubicBezTo>
                      <a:pt x="2190" y="11740"/>
                      <a:pt x="1074" y="9946"/>
                      <a:pt x="594" y="8056"/>
                    </a:cubicBezTo>
                    <a:cubicBezTo>
                      <a:pt x="165" y="6345"/>
                      <a:pt x="199" y="4306"/>
                      <a:pt x="1356" y="2877"/>
                    </a:cubicBezTo>
                    <a:cubicBezTo>
                      <a:pt x="2192" y="1849"/>
                      <a:pt x="3423" y="1239"/>
                      <a:pt x="4671" y="872"/>
                    </a:cubicBezTo>
                    <a:cubicBezTo>
                      <a:pt x="4683" y="868"/>
                      <a:pt x="4694" y="863"/>
                      <a:pt x="4704" y="857"/>
                    </a:cubicBezTo>
                    <a:lnTo>
                      <a:pt x="4704" y="857"/>
                    </a:lnTo>
                    <a:cubicBezTo>
                      <a:pt x="6072" y="463"/>
                      <a:pt x="7506" y="291"/>
                      <a:pt x="8924" y="285"/>
                    </a:cubicBezTo>
                    <a:cubicBezTo>
                      <a:pt x="8949" y="285"/>
                      <a:pt x="8975" y="285"/>
                      <a:pt x="9000" y="285"/>
                    </a:cubicBezTo>
                    <a:close/>
                    <a:moveTo>
                      <a:pt x="9024" y="1"/>
                    </a:moveTo>
                    <a:cubicBezTo>
                      <a:pt x="8411" y="1"/>
                      <a:pt x="7798" y="34"/>
                      <a:pt x="7190" y="99"/>
                    </a:cubicBezTo>
                    <a:cubicBezTo>
                      <a:pt x="6315" y="195"/>
                      <a:pt x="5439" y="353"/>
                      <a:pt x="4592" y="596"/>
                    </a:cubicBezTo>
                    <a:cubicBezTo>
                      <a:pt x="4584" y="598"/>
                      <a:pt x="4577" y="601"/>
                      <a:pt x="4570" y="604"/>
                    </a:cubicBezTo>
                    <a:lnTo>
                      <a:pt x="4570" y="604"/>
                    </a:lnTo>
                    <a:cubicBezTo>
                      <a:pt x="3428" y="949"/>
                      <a:pt x="2310" y="1478"/>
                      <a:pt x="1464" y="2329"/>
                    </a:cubicBezTo>
                    <a:cubicBezTo>
                      <a:pt x="769" y="3035"/>
                      <a:pt x="340" y="3922"/>
                      <a:pt x="170" y="4893"/>
                    </a:cubicBezTo>
                    <a:cubicBezTo>
                      <a:pt x="1" y="5831"/>
                      <a:pt x="46" y="6796"/>
                      <a:pt x="233" y="7728"/>
                    </a:cubicBezTo>
                    <a:cubicBezTo>
                      <a:pt x="430" y="8728"/>
                      <a:pt x="809" y="9693"/>
                      <a:pt x="1339" y="10569"/>
                    </a:cubicBezTo>
                    <a:cubicBezTo>
                      <a:pt x="1876" y="11444"/>
                      <a:pt x="2571" y="12223"/>
                      <a:pt x="3418" y="12811"/>
                    </a:cubicBezTo>
                    <a:cubicBezTo>
                      <a:pt x="3525" y="12884"/>
                      <a:pt x="3632" y="12952"/>
                      <a:pt x="3739" y="13019"/>
                    </a:cubicBezTo>
                    <a:lnTo>
                      <a:pt x="3739" y="13019"/>
                    </a:lnTo>
                    <a:cubicBezTo>
                      <a:pt x="4319" y="13485"/>
                      <a:pt x="4965" y="13922"/>
                      <a:pt x="5660" y="14200"/>
                    </a:cubicBezTo>
                    <a:cubicBezTo>
                      <a:pt x="5672" y="14205"/>
                      <a:pt x="5685" y="14207"/>
                      <a:pt x="5697" y="14207"/>
                    </a:cubicBezTo>
                    <a:cubicBezTo>
                      <a:pt x="5769" y="14207"/>
                      <a:pt x="5835" y="14131"/>
                      <a:pt x="5835" y="14059"/>
                    </a:cubicBezTo>
                    <a:lnTo>
                      <a:pt x="5835" y="11823"/>
                    </a:lnTo>
                    <a:lnTo>
                      <a:pt x="5835" y="8253"/>
                    </a:lnTo>
                    <a:lnTo>
                      <a:pt x="5835" y="7580"/>
                    </a:lnTo>
                    <a:lnTo>
                      <a:pt x="5835" y="7580"/>
                    </a:lnTo>
                    <a:cubicBezTo>
                      <a:pt x="5838" y="7580"/>
                      <a:pt x="5841" y="7580"/>
                      <a:pt x="5844" y="7580"/>
                    </a:cubicBezTo>
                    <a:cubicBezTo>
                      <a:pt x="6794" y="7580"/>
                      <a:pt x="7739" y="7079"/>
                      <a:pt x="8303" y="6328"/>
                    </a:cubicBezTo>
                    <a:cubicBezTo>
                      <a:pt x="8907" y="5537"/>
                      <a:pt x="9042" y="4464"/>
                      <a:pt x="8658" y="3549"/>
                    </a:cubicBezTo>
                    <a:cubicBezTo>
                      <a:pt x="8527" y="3245"/>
                      <a:pt x="8347" y="2971"/>
                      <a:pt x="8130" y="2732"/>
                    </a:cubicBezTo>
                    <a:lnTo>
                      <a:pt x="8130" y="2732"/>
                    </a:lnTo>
                    <a:cubicBezTo>
                      <a:pt x="9641" y="3089"/>
                      <a:pt x="11192" y="3326"/>
                      <a:pt x="12745" y="3326"/>
                    </a:cubicBezTo>
                    <a:cubicBezTo>
                      <a:pt x="12838" y="3326"/>
                      <a:pt x="12931" y="3325"/>
                      <a:pt x="13024" y="3323"/>
                    </a:cubicBezTo>
                    <a:cubicBezTo>
                      <a:pt x="13939" y="3306"/>
                      <a:pt x="14882" y="3216"/>
                      <a:pt x="15763" y="2939"/>
                    </a:cubicBezTo>
                    <a:cubicBezTo>
                      <a:pt x="15904" y="2894"/>
                      <a:pt x="16051" y="2849"/>
                      <a:pt x="16186" y="2781"/>
                    </a:cubicBezTo>
                    <a:cubicBezTo>
                      <a:pt x="16197" y="2776"/>
                      <a:pt x="16207" y="2770"/>
                      <a:pt x="16215" y="2763"/>
                    </a:cubicBezTo>
                    <a:lnTo>
                      <a:pt x="16215" y="2763"/>
                    </a:lnTo>
                    <a:cubicBezTo>
                      <a:pt x="16257" y="2735"/>
                      <a:pt x="16279" y="2686"/>
                      <a:pt x="16254" y="2623"/>
                    </a:cubicBezTo>
                    <a:cubicBezTo>
                      <a:pt x="16138" y="2352"/>
                      <a:pt x="15945" y="2124"/>
                      <a:pt x="15736" y="1923"/>
                    </a:cubicBezTo>
                    <a:lnTo>
                      <a:pt x="15736" y="1923"/>
                    </a:lnTo>
                    <a:cubicBezTo>
                      <a:pt x="15732" y="1919"/>
                      <a:pt x="15728" y="1915"/>
                      <a:pt x="15723" y="1911"/>
                    </a:cubicBezTo>
                    <a:lnTo>
                      <a:pt x="15723" y="1911"/>
                    </a:lnTo>
                    <a:cubicBezTo>
                      <a:pt x="15723" y="1911"/>
                      <a:pt x="15723" y="1911"/>
                      <a:pt x="15723" y="1911"/>
                    </a:cubicBezTo>
                    <a:cubicBezTo>
                      <a:pt x="15565" y="1782"/>
                      <a:pt x="15413" y="1646"/>
                      <a:pt x="15243" y="1527"/>
                    </a:cubicBezTo>
                    <a:cubicBezTo>
                      <a:pt x="15091" y="1420"/>
                      <a:pt x="14933" y="1324"/>
                      <a:pt x="14769" y="1234"/>
                    </a:cubicBezTo>
                    <a:cubicBezTo>
                      <a:pt x="14436" y="1053"/>
                      <a:pt x="14097" y="895"/>
                      <a:pt x="13741" y="765"/>
                    </a:cubicBezTo>
                    <a:cubicBezTo>
                      <a:pt x="13024" y="488"/>
                      <a:pt x="12267" y="308"/>
                      <a:pt x="11510" y="189"/>
                    </a:cubicBezTo>
                    <a:cubicBezTo>
                      <a:pt x="10690" y="62"/>
                      <a:pt x="9857" y="1"/>
                      <a:pt x="9024"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314" name="Google Shape;1314;p44"/>
            <p:cNvGrpSpPr/>
            <p:nvPr/>
          </p:nvGrpSpPr>
          <p:grpSpPr>
            <a:xfrm>
              <a:off x="2328951" y="2917164"/>
              <a:ext cx="1603799" cy="1915254"/>
              <a:chOff x="4245050" y="1417375"/>
              <a:chExt cx="999750" cy="1193900"/>
            </a:xfrm>
          </p:grpSpPr>
          <p:sp>
            <p:nvSpPr>
              <p:cNvPr id="1315" name="Google Shape;1315;p44"/>
              <p:cNvSpPr/>
              <p:nvPr/>
            </p:nvSpPr>
            <p:spPr>
              <a:xfrm>
                <a:off x="4339925" y="1417375"/>
                <a:ext cx="597075" cy="489400"/>
              </a:xfrm>
              <a:custGeom>
                <a:avLst/>
                <a:gdLst/>
                <a:ahLst/>
                <a:cxnLst/>
                <a:rect l="l" t="t" r="r" b="b"/>
                <a:pathLst>
                  <a:path w="23883" h="19576" extrusionOk="0">
                    <a:moveTo>
                      <a:pt x="19457" y="283"/>
                    </a:moveTo>
                    <a:cubicBezTo>
                      <a:pt x="20001" y="283"/>
                      <a:pt x="20540" y="344"/>
                      <a:pt x="21059" y="516"/>
                    </a:cubicBezTo>
                    <a:cubicBezTo>
                      <a:pt x="21330" y="606"/>
                      <a:pt x="21584" y="719"/>
                      <a:pt x="21833" y="855"/>
                    </a:cubicBezTo>
                    <a:cubicBezTo>
                      <a:pt x="22347" y="1148"/>
                      <a:pt x="22804" y="1544"/>
                      <a:pt x="23121" y="2052"/>
                    </a:cubicBezTo>
                    <a:cubicBezTo>
                      <a:pt x="23363" y="2453"/>
                      <a:pt x="23516" y="2905"/>
                      <a:pt x="23567" y="3373"/>
                    </a:cubicBezTo>
                    <a:cubicBezTo>
                      <a:pt x="23612" y="3780"/>
                      <a:pt x="23595" y="4198"/>
                      <a:pt x="23522" y="4604"/>
                    </a:cubicBezTo>
                    <a:cubicBezTo>
                      <a:pt x="23482" y="4842"/>
                      <a:pt x="23431" y="5073"/>
                      <a:pt x="23290" y="5276"/>
                    </a:cubicBezTo>
                    <a:cubicBezTo>
                      <a:pt x="23109" y="5525"/>
                      <a:pt x="22816" y="5689"/>
                      <a:pt x="22511" y="5723"/>
                    </a:cubicBezTo>
                    <a:cubicBezTo>
                      <a:pt x="21568" y="5830"/>
                      <a:pt x="20602" y="5847"/>
                      <a:pt x="19647" y="5886"/>
                    </a:cubicBezTo>
                    <a:cubicBezTo>
                      <a:pt x="18597" y="5926"/>
                      <a:pt x="17541" y="5960"/>
                      <a:pt x="16491" y="6005"/>
                    </a:cubicBezTo>
                    <a:cubicBezTo>
                      <a:pt x="16135" y="6022"/>
                      <a:pt x="15779" y="6039"/>
                      <a:pt x="15423" y="6073"/>
                    </a:cubicBezTo>
                    <a:cubicBezTo>
                      <a:pt x="15039" y="6107"/>
                      <a:pt x="14683" y="6197"/>
                      <a:pt x="14401" y="6479"/>
                    </a:cubicBezTo>
                    <a:cubicBezTo>
                      <a:pt x="13921" y="6959"/>
                      <a:pt x="13797" y="7727"/>
                      <a:pt x="13802" y="8388"/>
                    </a:cubicBezTo>
                    <a:cubicBezTo>
                      <a:pt x="13802" y="8416"/>
                      <a:pt x="13802" y="8450"/>
                      <a:pt x="13802" y="8484"/>
                    </a:cubicBezTo>
                    <a:cubicBezTo>
                      <a:pt x="13803" y="8485"/>
                      <a:pt x="13803" y="8486"/>
                      <a:pt x="13803" y="8487"/>
                    </a:cubicBezTo>
                    <a:lnTo>
                      <a:pt x="13803" y="8487"/>
                    </a:lnTo>
                    <a:cubicBezTo>
                      <a:pt x="13772" y="8539"/>
                      <a:pt x="13756" y="8623"/>
                      <a:pt x="13735" y="8682"/>
                    </a:cubicBezTo>
                    <a:lnTo>
                      <a:pt x="13368" y="9681"/>
                    </a:lnTo>
                    <a:cubicBezTo>
                      <a:pt x="13243" y="10031"/>
                      <a:pt x="13113" y="10382"/>
                      <a:pt x="12989" y="10732"/>
                    </a:cubicBezTo>
                    <a:cubicBezTo>
                      <a:pt x="12938" y="10856"/>
                      <a:pt x="12871" y="10980"/>
                      <a:pt x="12871" y="11116"/>
                    </a:cubicBezTo>
                    <a:lnTo>
                      <a:pt x="12871" y="13104"/>
                    </a:lnTo>
                    <a:lnTo>
                      <a:pt x="12871" y="14617"/>
                    </a:lnTo>
                    <a:lnTo>
                      <a:pt x="12871" y="14881"/>
                    </a:lnTo>
                    <a:lnTo>
                      <a:pt x="12871" y="14881"/>
                    </a:lnTo>
                    <a:cubicBezTo>
                      <a:pt x="11283" y="14606"/>
                      <a:pt x="9793" y="13925"/>
                      <a:pt x="8618" y="12804"/>
                    </a:cubicBezTo>
                    <a:cubicBezTo>
                      <a:pt x="7669" y="11901"/>
                      <a:pt x="6952" y="10766"/>
                      <a:pt x="6455" y="9557"/>
                    </a:cubicBezTo>
                    <a:cubicBezTo>
                      <a:pt x="6218" y="8975"/>
                      <a:pt x="6026" y="8371"/>
                      <a:pt x="5890" y="7756"/>
                    </a:cubicBezTo>
                    <a:cubicBezTo>
                      <a:pt x="5877" y="7687"/>
                      <a:pt x="5822" y="7656"/>
                      <a:pt x="5763" y="7656"/>
                    </a:cubicBezTo>
                    <a:cubicBezTo>
                      <a:pt x="5724" y="7656"/>
                      <a:pt x="5684" y="7669"/>
                      <a:pt x="5653" y="7693"/>
                    </a:cubicBezTo>
                    <a:cubicBezTo>
                      <a:pt x="5156" y="8106"/>
                      <a:pt x="5422" y="8851"/>
                      <a:pt x="5580" y="9365"/>
                    </a:cubicBezTo>
                    <a:cubicBezTo>
                      <a:pt x="5761" y="9947"/>
                      <a:pt x="5958" y="10523"/>
                      <a:pt x="6139" y="11099"/>
                    </a:cubicBezTo>
                    <a:cubicBezTo>
                      <a:pt x="6647" y="12686"/>
                      <a:pt x="7110" y="14295"/>
                      <a:pt x="7381" y="15939"/>
                    </a:cubicBezTo>
                    <a:cubicBezTo>
                      <a:pt x="7522" y="16791"/>
                      <a:pt x="7610" y="17663"/>
                      <a:pt x="7564" y="18532"/>
                    </a:cubicBezTo>
                    <a:lnTo>
                      <a:pt x="7564" y="18532"/>
                    </a:lnTo>
                    <a:cubicBezTo>
                      <a:pt x="6953" y="18616"/>
                      <a:pt x="6337" y="18695"/>
                      <a:pt x="5727" y="18779"/>
                    </a:cubicBezTo>
                    <a:cubicBezTo>
                      <a:pt x="4682" y="18915"/>
                      <a:pt x="3643" y="19056"/>
                      <a:pt x="2598" y="19191"/>
                    </a:cubicBezTo>
                    <a:cubicBezTo>
                      <a:pt x="2407" y="19218"/>
                      <a:pt x="2219" y="19245"/>
                      <a:pt x="2030" y="19271"/>
                    </a:cubicBezTo>
                    <a:lnTo>
                      <a:pt x="2030" y="19271"/>
                    </a:lnTo>
                    <a:cubicBezTo>
                      <a:pt x="2070" y="18715"/>
                      <a:pt x="2053" y="18155"/>
                      <a:pt x="2028" y="17599"/>
                    </a:cubicBezTo>
                    <a:cubicBezTo>
                      <a:pt x="1954" y="16136"/>
                      <a:pt x="1717" y="14674"/>
                      <a:pt x="1311" y="13267"/>
                    </a:cubicBezTo>
                    <a:cubicBezTo>
                      <a:pt x="1079" y="12482"/>
                      <a:pt x="785" y="11720"/>
                      <a:pt x="622" y="10918"/>
                    </a:cubicBezTo>
                    <a:cubicBezTo>
                      <a:pt x="497" y="10331"/>
                      <a:pt x="430" y="9732"/>
                      <a:pt x="475" y="9139"/>
                    </a:cubicBezTo>
                    <a:cubicBezTo>
                      <a:pt x="531" y="8332"/>
                      <a:pt x="847" y="7558"/>
                      <a:pt x="1503" y="7055"/>
                    </a:cubicBezTo>
                    <a:cubicBezTo>
                      <a:pt x="2118" y="6578"/>
                      <a:pt x="2869" y="6404"/>
                      <a:pt x="3631" y="6404"/>
                    </a:cubicBezTo>
                    <a:cubicBezTo>
                      <a:pt x="4114" y="6404"/>
                      <a:pt x="4601" y="6474"/>
                      <a:pt x="5060" y="6581"/>
                    </a:cubicBezTo>
                    <a:cubicBezTo>
                      <a:pt x="5224" y="6620"/>
                      <a:pt x="5382" y="6660"/>
                      <a:pt x="5546" y="6711"/>
                    </a:cubicBezTo>
                    <a:cubicBezTo>
                      <a:pt x="5557" y="6714"/>
                      <a:pt x="5569" y="6715"/>
                      <a:pt x="5580" y="6715"/>
                    </a:cubicBezTo>
                    <a:cubicBezTo>
                      <a:pt x="5656" y="6715"/>
                      <a:pt x="5732" y="6654"/>
                      <a:pt x="5727" y="6575"/>
                    </a:cubicBezTo>
                    <a:cubicBezTo>
                      <a:pt x="5670" y="5491"/>
                      <a:pt x="5845" y="4378"/>
                      <a:pt x="6337" y="3407"/>
                    </a:cubicBezTo>
                    <a:cubicBezTo>
                      <a:pt x="6698" y="2690"/>
                      <a:pt x="7223" y="2063"/>
                      <a:pt x="7867" y="1589"/>
                    </a:cubicBezTo>
                    <a:cubicBezTo>
                      <a:pt x="8601" y="1047"/>
                      <a:pt x="9460" y="691"/>
                      <a:pt x="10358" y="521"/>
                    </a:cubicBezTo>
                    <a:cubicBezTo>
                      <a:pt x="10815" y="442"/>
                      <a:pt x="11272" y="420"/>
                      <a:pt x="11735" y="408"/>
                    </a:cubicBezTo>
                    <a:cubicBezTo>
                      <a:pt x="12712" y="397"/>
                      <a:pt x="13684" y="380"/>
                      <a:pt x="14661" y="363"/>
                    </a:cubicBezTo>
                    <a:cubicBezTo>
                      <a:pt x="15858" y="341"/>
                      <a:pt x="17055" y="324"/>
                      <a:pt x="18253" y="301"/>
                    </a:cubicBezTo>
                    <a:cubicBezTo>
                      <a:pt x="18608" y="295"/>
                      <a:pt x="18964" y="290"/>
                      <a:pt x="19314" y="284"/>
                    </a:cubicBezTo>
                    <a:cubicBezTo>
                      <a:pt x="19362" y="283"/>
                      <a:pt x="19410" y="283"/>
                      <a:pt x="19457" y="283"/>
                    </a:cubicBezTo>
                    <a:close/>
                    <a:moveTo>
                      <a:pt x="19551" y="1"/>
                    </a:moveTo>
                    <a:cubicBezTo>
                      <a:pt x="19515" y="1"/>
                      <a:pt x="19480" y="1"/>
                      <a:pt x="19444" y="2"/>
                    </a:cubicBezTo>
                    <a:cubicBezTo>
                      <a:pt x="19162" y="7"/>
                      <a:pt x="18879" y="13"/>
                      <a:pt x="18597" y="13"/>
                    </a:cubicBezTo>
                    <a:cubicBezTo>
                      <a:pt x="17422" y="36"/>
                      <a:pt x="16248" y="53"/>
                      <a:pt x="15067" y="75"/>
                    </a:cubicBezTo>
                    <a:cubicBezTo>
                      <a:pt x="14011" y="92"/>
                      <a:pt x="12950" y="109"/>
                      <a:pt x="11888" y="126"/>
                    </a:cubicBezTo>
                    <a:cubicBezTo>
                      <a:pt x="11566" y="132"/>
                      <a:pt x="11239" y="132"/>
                      <a:pt x="10911" y="166"/>
                    </a:cubicBezTo>
                    <a:cubicBezTo>
                      <a:pt x="9900" y="262"/>
                      <a:pt x="8906" y="578"/>
                      <a:pt x="8048" y="1126"/>
                    </a:cubicBezTo>
                    <a:cubicBezTo>
                      <a:pt x="7376" y="1549"/>
                      <a:pt x="6800" y="2114"/>
                      <a:pt x="6371" y="2780"/>
                    </a:cubicBezTo>
                    <a:cubicBezTo>
                      <a:pt x="5823" y="3627"/>
                      <a:pt x="5535" y="4627"/>
                      <a:pt x="5450" y="5627"/>
                    </a:cubicBezTo>
                    <a:cubicBezTo>
                      <a:pt x="5432" y="5879"/>
                      <a:pt x="5428" y="6131"/>
                      <a:pt x="5436" y="6383"/>
                    </a:cubicBezTo>
                    <a:lnTo>
                      <a:pt x="5436" y="6383"/>
                    </a:lnTo>
                    <a:cubicBezTo>
                      <a:pt x="4858" y="6227"/>
                      <a:pt x="4237" y="6120"/>
                      <a:pt x="3624" y="6120"/>
                    </a:cubicBezTo>
                    <a:cubicBezTo>
                      <a:pt x="2921" y="6120"/>
                      <a:pt x="2228" y="6261"/>
                      <a:pt x="1621" y="6632"/>
                    </a:cubicBezTo>
                    <a:cubicBezTo>
                      <a:pt x="915" y="7067"/>
                      <a:pt x="441" y="7756"/>
                      <a:pt x="271" y="8563"/>
                    </a:cubicBezTo>
                    <a:cubicBezTo>
                      <a:pt x="0" y="9834"/>
                      <a:pt x="328" y="11189"/>
                      <a:pt x="729" y="12398"/>
                    </a:cubicBezTo>
                    <a:cubicBezTo>
                      <a:pt x="1006" y="13217"/>
                      <a:pt x="1243" y="14041"/>
                      <a:pt x="1412" y="14888"/>
                    </a:cubicBezTo>
                    <a:cubicBezTo>
                      <a:pt x="1553" y="15605"/>
                      <a:pt x="1655" y="16328"/>
                      <a:pt x="1711" y="17057"/>
                    </a:cubicBezTo>
                    <a:cubicBezTo>
                      <a:pt x="1774" y="17842"/>
                      <a:pt x="1768" y="18615"/>
                      <a:pt x="1740" y="19400"/>
                    </a:cubicBezTo>
                    <a:cubicBezTo>
                      <a:pt x="1740" y="19412"/>
                      <a:pt x="1734" y="19423"/>
                      <a:pt x="1734" y="19434"/>
                    </a:cubicBezTo>
                    <a:cubicBezTo>
                      <a:pt x="1729" y="19500"/>
                      <a:pt x="1802" y="19576"/>
                      <a:pt x="1868" y="19576"/>
                    </a:cubicBezTo>
                    <a:cubicBezTo>
                      <a:pt x="1871" y="19576"/>
                      <a:pt x="1873" y="19576"/>
                      <a:pt x="1875" y="19575"/>
                    </a:cubicBezTo>
                    <a:cubicBezTo>
                      <a:pt x="2536" y="19485"/>
                      <a:pt x="3191" y="19395"/>
                      <a:pt x="3846" y="19310"/>
                    </a:cubicBezTo>
                    <a:cubicBezTo>
                      <a:pt x="4891" y="19169"/>
                      <a:pt x="5936" y="19033"/>
                      <a:pt x="6975" y="18892"/>
                    </a:cubicBezTo>
                    <a:cubicBezTo>
                      <a:pt x="7218" y="18858"/>
                      <a:pt x="7455" y="18830"/>
                      <a:pt x="7698" y="18796"/>
                    </a:cubicBezTo>
                    <a:cubicBezTo>
                      <a:pt x="7777" y="18785"/>
                      <a:pt x="7833" y="18740"/>
                      <a:pt x="7839" y="18655"/>
                    </a:cubicBezTo>
                    <a:cubicBezTo>
                      <a:pt x="7895" y="17864"/>
                      <a:pt x="7828" y="17074"/>
                      <a:pt x="7720" y="16294"/>
                    </a:cubicBezTo>
                    <a:cubicBezTo>
                      <a:pt x="7602" y="15447"/>
                      <a:pt x="7421" y="14611"/>
                      <a:pt x="7212" y="13787"/>
                    </a:cubicBezTo>
                    <a:cubicBezTo>
                      <a:pt x="6856" y="12364"/>
                      <a:pt x="6399" y="10980"/>
                      <a:pt x="5947" y="9585"/>
                    </a:cubicBezTo>
                    <a:cubicBezTo>
                      <a:pt x="5874" y="9359"/>
                      <a:pt x="5800" y="9128"/>
                      <a:pt x="5738" y="8896"/>
                    </a:cubicBezTo>
                    <a:cubicBezTo>
                      <a:pt x="5673" y="8663"/>
                      <a:pt x="5607" y="8371"/>
                      <a:pt x="5690" y="8135"/>
                    </a:cubicBezTo>
                    <a:lnTo>
                      <a:pt x="5690" y="8135"/>
                    </a:lnTo>
                    <a:cubicBezTo>
                      <a:pt x="5953" y="9194"/>
                      <a:pt x="6379" y="10227"/>
                      <a:pt x="6947" y="11161"/>
                    </a:cubicBezTo>
                    <a:cubicBezTo>
                      <a:pt x="7720" y="12432"/>
                      <a:pt x="8788" y="13522"/>
                      <a:pt x="10103" y="14233"/>
                    </a:cubicBezTo>
                    <a:cubicBezTo>
                      <a:pt x="10996" y="14724"/>
                      <a:pt x="11973" y="15029"/>
                      <a:pt x="12978" y="15182"/>
                    </a:cubicBezTo>
                    <a:cubicBezTo>
                      <a:pt x="12989" y="15184"/>
                      <a:pt x="13001" y="15185"/>
                      <a:pt x="13012" y="15185"/>
                    </a:cubicBezTo>
                    <a:cubicBezTo>
                      <a:pt x="13088" y="15185"/>
                      <a:pt x="13153" y="15135"/>
                      <a:pt x="13153" y="15046"/>
                    </a:cubicBezTo>
                    <a:lnTo>
                      <a:pt x="13153" y="13651"/>
                    </a:lnTo>
                    <a:lnTo>
                      <a:pt x="13153" y="11376"/>
                    </a:lnTo>
                    <a:cubicBezTo>
                      <a:pt x="13153" y="11287"/>
                      <a:pt x="13158" y="11198"/>
                      <a:pt x="13153" y="11104"/>
                    </a:cubicBezTo>
                    <a:lnTo>
                      <a:pt x="13153" y="11104"/>
                    </a:lnTo>
                    <a:cubicBezTo>
                      <a:pt x="13153" y="11104"/>
                      <a:pt x="13153" y="11104"/>
                      <a:pt x="13153" y="11104"/>
                    </a:cubicBezTo>
                    <a:cubicBezTo>
                      <a:pt x="13153" y="11104"/>
                      <a:pt x="13153" y="11104"/>
                      <a:pt x="13153" y="11104"/>
                    </a:cubicBezTo>
                    <a:lnTo>
                      <a:pt x="13153" y="11104"/>
                    </a:lnTo>
                    <a:cubicBezTo>
                      <a:pt x="13153" y="11104"/>
                      <a:pt x="13153" y="11104"/>
                      <a:pt x="13153" y="11104"/>
                    </a:cubicBezTo>
                    <a:lnTo>
                      <a:pt x="13153" y="11104"/>
                    </a:lnTo>
                    <a:cubicBezTo>
                      <a:pt x="13158" y="11094"/>
                      <a:pt x="13160" y="11086"/>
                      <a:pt x="13160" y="11080"/>
                    </a:cubicBezTo>
                    <a:lnTo>
                      <a:pt x="13160" y="11080"/>
                    </a:lnTo>
                    <a:cubicBezTo>
                      <a:pt x="13158" y="11088"/>
                      <a:pt x="13156" y="11096"/>
                      <a:pt x="13153" y="11104"/>
                    </a:cubicBezTo>
                    <a:lnTo>
                      <a:pt x="13153" y="11104"/>
                    </a:lnTo>
                    <a:cubicBezTo>
                      <a:pt x="13153" y="11102"/>
                      <a:pt x="13153" y="11100"/>
                      <a:pt x="13153" y="11099"/>
                    </a:cubicBezTo>
                    <a:cubicBezTo>
                      <a:pt x="13153" y="11079"/>
                      <a:pt x="13156" y="11071"/>
                      <a:pt x="13158" y="11071"/>
                    </a:cubicBezTo>
                    <a:lnTo>
                      <a:pt x="13158" y="11071"/>
                    </a:lnTo>
                    <a:cubicBezTo>
                      <a:pt x="13160" y="11071"/>
                      <a:pt x="13161" y="11075"/>
                      <a:pt x="13160" y="11080"/>
                    </a:cubicBezTo>
                    <a:lnTo>
                      <a:pt x="13160" y="11080"/>
                    </a:lnTo>
                    <a:cubicBezTo>
                      <a:pt x="13164" y="11070"/>
                      <a:pt x="13167" y="11060"/>
                      <a:pt x="13170" y="11054"/>
                    </a:cubicBezTo>
                    <a:cubicBezTo>
                      <a:pt x="13272" y="10777"/>
                      <a:pt x="13368" y="10500"/>
                      <a:pt x="13469" y="10223"/>
                    </a:cubicBezTo>
                    <a:lnTo>
                      <a:pt x="13881" y="9094"/>
                    </a:lnTo>
                    <a:cubicBezTo>
                      <a:pt x="13932" y="8958"/>
                      <a:pt x="13983" y="8823"/>
                      <a:pt x="14028" y="8693"/>
                    </a:cubicBezTo>
                    <a:cubicBezTo>
                      <a:pt x="14051" y="8631"/>
                      <a:pt x="14085" y="8569"/>
                      <a:pt x="14090" y="8507"/>
                    </a:cubicBezTo>
                    <a:cubicBezTo>
                      <a:pt x="14102" y="8326"/>
                      <a:pt x="14085" y="8140"/>
                      <a:pt x="14102" y="7953"/>
                    </a:cubicBezTo>
                    <a:cubicBezTo>
                      <a:pt x="14136" y="7603"/>
                      <a:pt x="14220" y="7242"/>
                      <a:pt x="14401" y="6937"/>
                    </a:cubicBezTo>
                    <a:cubicBezTo>
                      <a:pt x="14599" y="6609"/>
                      <a:pt x="14909" y="6406"/>
                      <a:pt x="15288" y="6366"/>
                    </a:cubicBezTo>
                    <a:cubicBezTo>
                      <a:pt x="15615" y="6332"/>
                      <a:pt x="15948" y="6316"/>
                      <a:pt x="16276" y="6299"/>
                    </a:cubicBezTo>
                    <a:cubicBezTo>
                      <a:pt x="17309" y="6248"/>
                      <a:pt x="18349" y="6220"/>
                      <a:pt x="19382" y="6174"/>
                    </a:cubicBezTo>
                    <a:cubicBezTo>
                      <a:pt x="20376" y="6140"/>
                      <a:pt x="21370" y="6107"/>
                      <a:pt x="22364" y="6016"/>
                    </a:cubicBezTo>
                    <a:cubicBezTo>
                      <a:pt x="22646" y="5994"/>
                      <a:pt x="22917" y="5937"/>
                      <a:pt x="23160" y="5779"/>
                    </a:cubicBezTo>
                    <a:cubicBezTo>
                      <a:pt x="23414" y="5610"/>
                      <a:pt x="23606" y="5361"/>
                      <a:pt x="23708" y="5067"/>
                    </a:cubicBezTo>
                    <a:cubicBezTo>
                      <a:pt x="23832" y="4689"/>
                      <a:pt x="23872" y="4249"/>
                      <a:pt x="23872" y="3853"/>
                    </a:cubicBezTo>
                    <a:cubicBezTo>
                      <a:pt x="23883" y="2837"/>
                      <a:pt x="23505" y="1860"/>
                      <a:pt x="22748" y="1171"/>
                    </a:cubicBezTo>
                    <a:cubicBezTo>
                      <a:pt x="22511" y="956"/>
                      <a:pt x="22251" y="770"/>
                      <a:pt x="21974" y="612"/>
                    </a:cubicBezTo>
                    <a:cubicBezTo>
                      <a:pt x="21973" y="611"/>
                      <a:pt x="21973" y="611"/>
                      <a:pt x="21972" y="610"/>
                    </a:cubicBezTo>
                    <a:lnTo>
                      <a:pt x="21972" y="610"/>
                    </a:lnTo>
                    <a:cubicBezTo>
                      <a:pt x="21230" y="194"/>
                      <a:pt x="20395" y="1"/>
                      <a:pt x="19551"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16" name="Google Shape;1316;p44"/>
              <p:cNvSpPr/>
              <p:nvPr/>
            </p:nvSpPr>
            <p:spPr>
              <a:xfrm>
                <a:off x="4661250" y="1558750"/>
                <a:ext cx="292000" cy="353675"/>
              </a:xfrm>
              <a:custGeom>
                <a:avLst/>
                <a:gdLst/>
                <a:ahLst/>
                <a:cxnLst/>
                <a:rect l="l" t="t" r="r" b="b"/>
                <a:pathLst>
                  <a:path w="11680" h="14147" extrusionOk="0">
                    <a:moveTo>
                      <a:pt x="9845" y="317"/>
                    </a:moveTo>
                    <a:lnTo>
                      <a:pt x="9845" y="317"/>
                    </a:lnTo>
                    <a:cubicBezTo>
                      <a:pt x="9934" y="775"/>
                      <a:pt x="9934" y="1238"/>
                      <a:pt x="9934" y="1705"/>
                    </a:cubicBezTo>
                    <a:lnTo>
                      <a:pt x="9934" y="2366"/>
                    </a:lnTo>
                    <a:cubicBezTo>
                      <a:pt x="9934" y="2468"/>
                      <a:pt x="9900" y="2643"/>
                      <a:pt x="9974" y="2722"/>
                    </a:cubicBezTo>
                    <a:cubicBezTo>
                      <a:pt x="10064" y="2818"/>
                      <a:pt x="10188" y="2891"/>
                      <a:pt x="10284" y="2970"/>
                    </a:cubicBezTo>
                    <a:cubicBezTo>
                      <a:pt x="10465" y="3111"/>
                      <a:pt x="10646" y="3258"/>
                      <a:pt x="10827" y="3399"/>
                    </a:cubicBezTo>
                    <a:cubicBezTo>
                      <a:pt x="10934" y="3484"/>
                      <a:pt x="11041" y="3569"/>
                      <a:pt x="11149" y="3654"/>
                    </a:cubicBezTo>
                    <a:cubicBezTo>
                      <a:pt x="11318" y="3795"/>
                      <a:pt x="11386" y="4015"/>
                      <a:pt x="11256" y="4207"/>
                    </a:cubicBezTo>
                    <a:cubicBezTo>
                      <a:pt x="11120" y="4410"/>
                      <a:pt x="10894" y="4416"/>
                      <a:pt x="10680" y="4416"/>
                    </a:cubicBezTo>
                    <a:lnTo>
                      <a:pt x="10076" y="4416"/>
                    </a:lnTo>
                    <a:cubicBezTo>
                      <a:pt x="9996" y="4416"/>
                      <a:pt x="9934" y="4478"/>
                      <a:pt x="9934" y="4557"/>
                    </a:cubicBezTo>
                    <a:lnTo>
                      <a:pt x="9934" y="5404"/>
                    </a:lnTo>
                    <a:cubicBezTo>
                      <a:pt x="9934" y="5715"/>
                      <a:pt x="9946" y="6031"/>
                      <a:pt x="9917" y="6342"/>
                    </a:cubicBezTo>
                    <a:cubicBezTo>
                      <a:pt x="9810" y="7398"/>
                      <a:pt x="9155" y="8358"/>
                      <a:pt x="8218" y="8866"/>
                    </a:cubicBezTo>
                    <a:cubicBezTo>
                      <a:pt x="7709" y="9143"/>
                      <a:pt x="7150" y="9250"/>
                      <a:pt x="6569" y="9250"/>
                    </a:cubicBezTo>
                    <a:cubicBezTo>
                      <a:pt x="6495" y="9250"/>
                      <a:pt x="6427" y="9318"/>
                      <a:pt x="6427" y="9391"/>
                    </a:cubicBezTo>
                    <a:lnTo>
                      <a:pt x="6427" y="10944"/>
                    </a:lnTo>
                    <a:lnTo>
                      <a:pt x="6427" y="13435"/>
                    </a:lnTo>
                    <a:lnTo>
                      <a:pt x="6427" y="13864"/>
                    </a:lnTo>
                    <a:lnTo>
                      <a:pt x="300" y="13864"/>
                    </a:lnTo>
                    <a:lnTo>
                      <a:pt x="300" y="12463"/>
                    </a:lnTo>
                    <a:lnTo>
                      <a:pt x="300" y="9979"/>
                    </a:lnTo>
                    <a:lnTo>
                      <a:pt x="300" y="8691"/>
                    </a:lnTo>
                    <a:lnTo>
                      <a:pt x="300" y="6748"/>
                    </a:lnTo>
                    <a:lnTo>
                      <a:pt x="300" y="5653"/>
                    </a:lnTo>
                    <a:cubicBezTo>
                      <a:pt x="300" y="5588"/>
                      <a:pt x="320" y="5494"/>
                      <a:pt x="303" y="5431"/>
                    </a:cubicBezTo>
                    <a:lnTo>
                      <a:pt x="303" y="5431"/>
                    </a:lnTo>
                    <a:cubicBezTo>
                      <a:pt x="304" y="5430"/>
                      <a:pt x="305" y="5428"/>
                      <a:pt x="306" y="5427"/>
                    </a:cubicBezTo>
                    <a:cubicBezTo>
                      <a:pt x="323" y="5399"/>
                      <a:pt x="328" y="5359"/>
                      <a:pt x="340" y="5325"/>
                    </a:cubicBezTo>
                    <a:cubicBezTo>
                      <a:pt x="599" y="4614"/>
                      <a:pt x="859" y="3902"/>
                      <a:pt x="1119" y="3191"/>
                    </a:cubicBezTo>
                    <a:cubicBezTo>
                      <a:pt x="1175" y="3049"/>
                      <a:pt x="1237" y="2925"/>
                      <a:pt x="1232" y="2773"/>
                    </a:cubicBezTo>
                    <a:cubicBezTo>
                      <a:pt x="1226" y="2479"/>
                      <a:pt x="1249" y="2185"/>
                      <a:pt x="1317" y="1897"/>
                    </a:cubicBezTo>
                    <a:cubicBezTo>
                      <a:pt x="1401" y="1525"/>
                      <a:pt x="1565" y="1135"/>
                      <a:pt x="1887" y="903"/>
                    </a:cubicBezTo>
                    <a:cubicBezTo>
                      <a:pt x="2181" y="700"/>
                      <a:pt x="2542" y="694"/>
                      <a:pt x="2881" y="677"/>
                    </a:cubicBezTo>
                    <a:cubicBezTo>
                      <a:pt x="3903" y="610"/>
                      <a:pt x="4925" y="581"/>
                      <a:pt x="5947" y="542"/>
                    </a:cubicBezTo>
                    <a:cubicBezTo>
                      <a:pt x="7049" y="502"/>
                      <a:pt x="8150" y="469"/>
                      <a:pt x="9245" y="384"/>
                    </a:cubicBezTo>
                    <a:cubicBezTo>
                      <a:pt x="9444" y="370"/>
                      <a:pt x="9649" y="360"/>
                      <a:pt x="9845" y="317"/>
                    </a:cubicBezTo>
                    <a:close/>
                    <a:moveTo>
                      <a:pt x="9952" y="0"/>
                    </a:moveTo>
                    <a:cubicBezTo>
                      <a:pt x="9940" y="0"/>
                      <a:pt x="9929" y="2"/>
                      <a:pt x="9917" y="5"/>
                    </a:cubicBezTo>
                    <a:cubicBezTo>
                      <a:pt x="9680" y="85"/>
                      <a:pt x="9420" y="90"/>
                      <a:pt x="9172" y="107"/>
                    </a:cubicBezTo>
                    <a:cubicBezTo>
                      <a:pt x="8929" y="124"/>
                      <a:pt x="8686" y="141"/>
                      <a:pt x="8443" y="152"/>
                    </a:cubicBezTo>
                    <a:cubicBezTo>
                      <a:pt x="7873" y="186"/>
                      <a:pt x="7303" y="209"/>
                      <a:pt x="6732" y="231"/>
                    </a:cubicBezTo>
                    <a:cubicBezTo>
                      <a:pt x="5620" y="277"/>
                      <a:pt x="4502" y="310"/>
                      <a:pt x="3389" y="361"/>
                    </a:cubicBezTo>
                    <a:cubicBezTo>
                      <a:pt x="3050" y="378"/>
                      <a:pt x="2711" y="395"/>
                      <a:pt x="2378" y="435"/>
                    </a:cubicBezTo>
                    <a:cubicBezTo>
                      <a:pt x="1909" y="491"/>
                      <a:pt x="1531" y="751"/>
                      <a:pt x="1294" y="1157"/>
                    </a:cubicBezTo>
                    <a:cubicBezTo>
                      <a:pt x="1096" y="1508"/>
                      <a:pt x="1006" y="1909"/>
                      <a:pt x="966" y="2310"/>
                    </a:cubicBezTo>
                    <a:cubicBezTo>
                      <a:pt x="955" y="2445"/>
                      <a:pt x="949" y="2581"/>
                      <a:pt x="949" y="2722"/>
                    </a:cubicBezTo>
                    <a:cubicBezTo>
                      <a:pt x="949" y="2756"/>
                      <a:pt x="944" y="2795"/>
                      <a:pt x="949" y="2829"/>
                    </a:cubicBezTo>
                    <a:cubicBezTo>
                      <a:pt x="949" y="2829"/>
                      <a:pt x="950" y="2830"/>
                      <a:pt x="950" y="2830"/>
                    </a:cubicBezTo>
                    <a:lnTo>
                      <a:pt x="950" y="2830"/>
                    </a:lnTo>
                    <a:cubicBezTo>
                      <a:pt x="908" y="2885"/>
                      <a:pt x="892" y="3001"/>
                      <a:pt x="865" y="3066"/>
                    </a:cubicBezTo>
                    <a:cubicBezTo>
                      <a:pt x="808" y="3236"/>
                      <a:pt x="746" y="3399"/>
                      <a:pt x="684" y="3569"/>
                    </a:cubicBezTo>
                    <a:cubicBezTo>
                      <a:pt x="537" y="3976"/>
                      <a:pt x="385" y="4382"/>
                      <a:pt x="238" y="4789"/>
                    </a:cubicBezTo>
                    <a:cubicBezTo>
                      <a:pt x="187" y="4936"/>
                      <a:pt x="131" y="5082"/>
                      <a:pt x="80" y="5229"/>
                    </a:cubicBezTo>
                    <a:cubicBezTo>
                      <a:pt x="57" y="5286"/>
                      <a:pt x="23" y="5348"/>
                      <a:pt x="18" y="5410"/>
                    </a:cubicBezTo>
                    <a:cubicBezTo>
                      <a:pt x="1" y="5625"/>
                      <a:pt x="18" y="5845"/>
                      <a:pt x="18" y="6059"/>
                    </a:cubicBezTo>
                    <a:lnTo>
                      <a:pt x="18" y="8459"/>
                    </a:lnTo>
                    <a:lnTo>
                      <a:pt x="18" y="9578"/>
                    </a:lnTo>
                    <a:lnTo>
                      <a:pt x="18" y="11780"/>
                    </a:lnTo>
                    <a:lnTo>
                      <a:pt x="18" y="13887"/>
                    </a:lnTo>
                    <a:lnTo>
                      <a:pt x="18" y="14005"/>
                    </a:lnTo>
                    <a:cubicBezTo>
                      <a:pt x="18" y="14079"/>
                      <a:pt x="85" y="14146"/>
                      <a:pt x="159" y="14146"/>
                    </a:cubicBezTo>
                    <a:lnTo>
                      <a:pt x="6569" y="14146"/>
                    </a:lnTo>
                    <a:cubicBezTo>
                      <a:pt x="6627" y="14146"/>
                      <a:pt x="6668" y="14118"/>
                      <a:pt x="6689" y="14079"/>
                    </a:cubicBezTo>
                    <a:lnTo>
                      <a:pt x="6689" y="14079"/>
                    </a:lnTo>
                    <a:cubicBezTo>
                      <a:pt x="6702" y="14060"/>
                      <a:pt x="6710" y="14035"/>
                      <a:pt x="6710" y="14005"/>
                    </a:cubicBezTo>
                    <a:lnTo>
                      <a:pt x="6710" y="12452"/>
                    </a:lnTo>
                    <a:lnTo>
                      <a:pt x="6710" y="9962"/>
                    </a:lnTo>
                    <a:lnTo>
                      <a:pt x="6710" y="9530"/>
                    </a:lnTo>
                    <a:lnTo>
                      <a:pt x="6710" y="9530"/>
                    </a:lnTo>
                    <a:cubicBezTo>
                      <a:pt x="7201" y="9516"/>
                      <a:pt x="7674" y="9423"/>
                      <a:pt x="8127" y="9222"/>
                    </a:cubicBezTo>
                    <a:cubicBezTo>
                      <a:pt x="8630" y="9002"/>
                      <a:pt x="9082" y="8651"/>
                      <a:pt x="9426" y="8222"/>
                    </a:cubicBezTo>
                    <a:cubicBezTo>
                      <a:pt x="9776" y="7782"/>
                      <a:pt x="10030" y="7262"/>
                      <a:pt x="10143" y="6709"/>
                    </a:cubicBezTo>
                    <a:cubicBezTo>
                      <a:pt x="10217" y="6342"/>
                      <a:pt x="10217" y="5975"/>
                      <a:pt x="10217" y="5602"/>
                    </a:cubicBezTo>
                    <a:lnTo>
                      <a:pt x="10217" y="4698"/>
                    </a:lnTo>
                    <a:lnTo>
                      <a:pt x="10787" y="4698"/>
                    </a:lnTo>
                    <a:cubicBezTo>
                      <a:pt x="11120" y="4698"/>
                      <a:pt x="11437" y="4552"/>
                      <a:pt x="11561" y="4224"/>
                    </a:cubicBezTo>
                    <a:cubicBezTo>
                      <a:pt x="11679" y="3925"/>
                      <a:pt x="11561" y="3625"/>
                      <a:pt x="11324" y="3433"/>
                    </a:cubicBezTo>
                    <a:cubicBezTo>
                      <a:pt x="11120" y="3275"/>
                      <a:pt x="10923" y="3117"/>
                      <a:pt x="10725" y="2959"/>
                    </a:cubicBezTo>
                    <a:cubicBezTo>
                      <a:pt x="10554" y="2824"/>
                      <a:pt x="10387" y="2694"/>
                      <a:pt x="10217" y="2560"/>
                    </a:cubicBezTo>
                    <a:lnTo>
                      <a:pt x="10217" y="2560"/>
                    </a:lnTo>
                    <a:cubicBezTo>
                      <a:pt x="10219" y="1748"/>
                      <a:pt x="10269" y="906"/>
                      <a:pt x="10092" y="101"/>
                    </a:cubicBezTo>
                    <a:cubicBezTo>
                      <a:pt x="10078" y="45"/>
                      <a:pt x="10013" y="0"/>
                      <a:pt x="9952"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17" name="Google Shape;1317;p44"/>
              <p:cNvSpPr/>
              <p:nvPr/>
            </p:nvSpPr>
            <p:spPr>
              <a:xfrm>
                <a:off x="4245050" y="1905325"/>
                <a:ext cx="999750" cy="705950"/>
              </a:xfrm>
              <a:custGeom>
                <a:avLst/>
                <a:gdLst/>
                <a:ahLst/>
                <a:cxnLst/>
                <a:rect l="l" t="t" r="r" b="b"/>
                <a:pathLst>
                  <a:path w="39990" h="28238" extrusionOk="0">
                    <a:moveTo>
                      <a:pt x="16098" y="390"/>
                    </a:moveTo>
                    <a:cubicBezTo>
                      <a:pt x="16349" y="1643"/>
                      <a:pt x="16601" y="2900"/>
                      <a:pt x="16852" y="4152"/>
                    </a:cubicBezTo>
                    <a:cubicBezTo>
                      <a:pt x="16886" y="4344"/>
                      <a:pt x="16925" y="4530"/>
                      <a:pt x="16959" y="4716"/>
                    </a:cubicBezTo>
                    <a:cubicBezTo>
                      <a:pt x="16973" y="4783"/>
                      <a:pt x="17036" y="4820"/>
                      <a:pt x="17097" y="4820"/>
                    </a:cubicBezTo>
                    <a:cubicBezTo>
                      <a:pt x="17134" y="4820"/>
                      <a:pt x="17171" y="4806"/>
                      <a:pt x="17196" y="4779"/>
                    </a:cubicBezTo>
                    <a:cubicBezTo>
                      <a:pt x="18044" y="3932"/>
                      <a:pt x="18891" y="3090"/>
                      <a:pt x="19738" y="2243"/>
                    </a:cubicBezTo>
                    <a:cubicBezTo>
                      <a:pt x="19823" y="2157"/>
                      <a:pt x="19909" y="2072"/>
                      <a:pt x="19995" y="1986"/>
                    </a:cubicBezTo>
                    <a:lnTo>
                      <a:pt x="19995" y="1986"/>
                    </a:lnTo>
                    <a:lnTo>
                      <a:pt x="22437" y="4423"/>
                    </a:lnTo>
                    <a:cubicBezTo>
                      <a:pt x="22556" y="4541"/>
                      <a:pt x="22674" y="4660"/>
                      <a:pt x="22799" y="4779"/>
                    </a:cubicBezTo>
                    <a:cubicBezTo>
                      <a:pt x="22824" y="4806"/>
                      <a:pt x="22861" y="4820"/>
                      <a:pt x="22898" y="4820"/>
                    </a:cubicBezTo>
                    <a:cubicBezTo>
                      <a:pt x="22959" y="4820"/>
                      <a:pt x="23020" y="4783"/>
                      <a:pt x="23030" y="4716"/>
                    </a:cubicBezTo>
                    <a:cubicBezTo>
                      <a:pt x="23296" y="3389"/>
                      <a:pt x="23561" y="2068"/>
                      <a:pt x="23826" y="741"/>
                    </a:cubicBezTo>
                    <a:cubicBezTo>
                      <a:pt x="23848" y="625"/>
                      <a:pt x="23871" y="509"/>
                      <a:pt x="23893" y="393"/>
                    </a:cubicBezTo>
                    <a:lnTo>
                      <a:pt x="23893" y="393"/>
                    </a:lnTo>
                    <a:cubicBezTo>
                      <a:pt x="24567" y="943"/>
                      <a:pt x="25292" y="1438"/>
                      <a:pt x="26018" y="1904"/>
                    </a:cubicBezTo>
                    <a:cubicBezTo>
                      <a:pt x="26831" y="2429"/>
                      <a:pt x="27667" y="2909"/>
                      <a:pt x="28531" y="3339"/>
                    </a:cubicBezTo>
                    <a:cubicBezTo>
                      <a:pt x="29417" y="3779"/>
                      <a:pt x="30315" y="4186"/>
                      <a:pt x="31168" y="4694"/>
                    </a:cubicBezTo>
                    <a:cubicBezTo>
                      <a:pt x="33393" y="6021"/>
                      <a:pt x="35426" y="7834"/>
                      <a:pt x="36669" y="10132"/>
                    </a:cubicBezTo>
                    <a:cubicBezTo>
                      <a:pt x="36883" y="10521"/>
                      <a:pt x="37080" y="10910"/>
                      <a:pt x="37198" y="11332"/>
                    </a:cubicBezTo>
                    <a:lnTo>
                      <a:pt x="37198" y="11332"/>
                    </a:lnTo>
                    <a:cubicBezTo>
                      <a:pt x="37199" y="11333"/>
                      <a:pt x="37199" y="11334"/>
                      <a:pt x="37199" y="11335"/>
                    </a:cubicBezTo>
                    <a:cubicBezTo>
                      <a:pt x="37199" y="11335"/>
                      <a:pt x="37199" y="11335"/>
                      <a:pt x="37199" y="11335"/>
                    </a:cubicBezTo>
                    <a:lnTo>
                      <a:pt x="37199" y="11335"/>
                    </a:lnTo>
                    <a:cubicBezTo>
                      <a:pt x="37200" y="11336"/>
                      <a:pt x="37200" y="11337"/>
                      <a:pt x="37200" y="11337"/>
                    </a:cubicBezTo>
                    <a:lnTo>
                      <a:pt x="37200" y="11337"/>
                    </a:lnTo>
                    <a:cubicBezTo>
                      <a:pt x="37482" y="12285"/>
                      <a:pt x="37696" y="13256"/>
                      <a:pt x="37911" y="14227"/>
                    </a:cubicBezTo>
                    <a:cubicBezTo>
                      <a:pt x="38470" y="16813"/>
                      <a:pt x="38894" y="19428"/>
                      <a:pt x="39199" y="22054"/>
                    </a:cubicBezTo>
                    <a:cubicBezTo>
                      <a:pt x="39430" y="24017"/>
                      <a:pt x="39597" y="25981"/>
                      <a:pt x="39700" y="27955"/>
                    </a:cubicBezTo>
                    <a:lnTo>
                      <a:pt x="296" y="27955"/>
                    </a:lnTo>
                    <a:cubicBezTo>
                      <a:pt x="479" y="24411"/>
                      <a:pt x="867" y="20878"/>
                      <a:pt x="1469" y="17389"/>
                    </a:cubicBezTo>
                    <a:cubicBezTo>
                      <a:pt x="1796" y="15514"/>
                      <a:pt x="2175" y="13639"/>
                      <a:pt x="2660" y="11804"/>
                    </a:cubicBezTo>
                    <a:cubicBezTo>
                      <a:pt x="2835" y="11160"/>
                      <a:pt x="3067" y="10590"/>
                      <a:pt x="3394" y="10008"/>
                    </a:cubicBezTo>
                    <a:cubicBezTo>
                      <a:pt x="4569" y="7907"/>
                      <a:pt x="6399" y="6213"/>
                      <a:pt x="8420" y="4937"/>
                    </a:cubicBezTo>
                    <a:cubicBezTo>
                      <a:pt x="9189" y="4457"/>
                      <a:pt x="9985" y="4033"/>
                      <a:pt x="10804" y="3655"/>
                    </a:cubicBezTo>
                    <a:cubicBezTo>
                      <a:pt x="11662" y="3259"/>
                      <a:pt x="12498" y="2813"/>
                      <a:pt x="13305" y="2322"/>
                    </a:cubicBezTo>
                    <a:cubicBezTo>
                      <a:pt x="14276" y="1740"/>
                      <a:pt x="15214" y="1098"/>
                      <a:pt x="16098" y="390"/>
                    </a:cubicBezTo>
                    <a:close/>
                    <a:moveTo>
                      <a:pt x="16191" y="1"/>
                    </a:moveTo>
                    <a:cubicBezTo>
                      <a:pt x="16112" y="1"/>
                      <a:pt x="16050" y="63"/>
                      <a:pt x="15994" y="114"/>
                    </a:cubicBezTo>
                    <a:cubicBezTo>
                      <a:pt x="15881" y="204"/>
                      <a:pt x="15762" y="295"/>
                      <a:pt x="15649" y="385"/>
                    </a:cubicBezTo>
                    <a:cubicBezTo>
                      <a:pt x="15180" y="746"/>
                      <a:pt x="14695" y="1091"/>
                      <a:pt x="14203" y="1418"/>
                    </a:cubicBezTo>
                    <a:cubicBezTo>
                      <a:pt x="13497" y="1893"/>
                      <a:pt x="12763" y="2333"/>
                      <a:pt x="12012" y="2734"/>
                    </a:cubicBezTo>
                    <a:cubicBezTo>
                      <a:pt x="11159" y="3197"/>
                      <a:pt x="10267" y="3570"/>
                      <a:pt x="9420" y="4033"/>
                    </a:cubicBezTo>
                    <a:cubicBezTo>
                      <a:pt x="7076" y="5298"/>
                      <a:pt x="4925" y="7049"/>
                      <a:pt x="3479" y="9308"/>
                    </a:cubicBezTo>
                    <a:cubicBezTo>
                      <a:pt x="3061" y="9968"/>
                      <a:pt x="2683" y="10674"/>
                      <a:pt x="2468" y="11437"/>
                    </a:cubicBezTo>
                    <a:cubicBezTo>
                      <a:pt x="2022" y="13041"/>
                      <a:pt x="1683" y="14678"/>
                      <a:pt x="1378" y="16316"/>
                    </a:cubicBezTo>
                    <a:cubicBezTo>
                      <a:pt x="746" y="19704"/>
                      <a:pt x="322" y="23132"/>
                      <a:pt x="96" y="26566"/>
                    </a:cubicBezTo>
                    <a:cubicBezTo>
                      <a:pt x="62" y="27074"/>
                      <a:pt x="29" y="27588"/>
                      <a:pt x="6" y="28096"/>
                    </a:cubicBezTo>
                    <a:cubicBezTo>
                      <a:pt x="0" y="28170"/>
                      <a:pt x="74" y="28238"/>
                      <a:pt x="147" y="28238"/>
                    </a:cubicBezTo>
                    <a:lnTo>
                      <a:pt x="39848" y="28238"/>
                    </a:lnTo>
                    <a:cubicBezTo>
                      <a:pt x="39921" y="28238"/>
                      <a:pt x="39989" y="28170"/>
                      <a:pt x="39989" y="28096"/>
                    </a:cubicBezTo>
                    <a:cubicBezTo>
                      <a:pt x="39820" y="24731"/>
                      <a:pt x="39464" y="21376"/>
                      <a:pt x="38922" y="18050"/>
                    </a:cubicBezTo>
                    <a:cubicBezTo>
                      <a:pt x="38600" y="16096"/>
                      <a:pt x="38216" y="14142"/>
                      <a:pt x="37730" y="12216"/>
                    </a:cubicBezTo>
                    <a:cubicBezTo>
                      <a:pt x="37651" y="11900"/>
                      <a:pt x="37566" y="11578"/>
                      <a:pt x="37470" y="11262"/>
                    </a:cubicBezTo>
                    <a:cubicBezTo>
                      <a:pt x="37369" y="10900"/>
                      <a:pt x="37205" y="10550"/>
                      <a:pt x="37036" y="10223"/>
                    </a:cubicBezTo>
                    <a:cubicBezTo>
                      <a:pt x="36589" y="9347"/>
                      <a:pt x="36019" y="8540"/>
                      <a:pt x="35381" y="7800"/>
                    </a:cubicBezTo>
                    <a:cubicBezTo>
                      <a:pt x="34387" y="6654"/>
                      <a:pt x="33212" y="5671"/>
                      <a:pt x="31947" y="4841"/>
                    </a:cubicBezTo>
                    <a:cubicBezTo>
                      <a:pt x="31112" y="4299"/>
                      <a:pt x="30236" y="3830"/>
                      <a:pt x="29333" y="3412"/>
                    </a:cubicBezTo>
                    <a:cubicBezTo>
                      <a:pt x="28412" y="2983"/>
                      <a:pt x="27514" y="2497"/>
                      <a:pt x="26644" y="1966"/>
                    </a:cubicBezTo>
                    <a:cubicBezTo>
                      <a:pt x="25933" y="1531"/>
                      <a:pt x="25244" y="1063"/>
                      <a:pt x="24578" y="566"/>
                    </a:cubicBezTo>
                    <a:cubicBezTo>
                      <a:pt x="24402" y="430"/>
                      <a:pt x="24227" y="295"/>
                      <a:pt x="24052" y="159"/>
                    </a:cubicBezTo>
                    <a:cubicBezTo>
                      <a:pt x="23985" y="103"/>
                      <a:pt x="23894" y="1"/>
                      <a:pt x="23798" y="1"/>
                    </a:cubicBezTo>
                    <a:cubicBezTo>
                      <a:pt x="23742" y="1"/>
                      <a:pt x="23674" y="46"/>
                      <a:pt x="23663" y="103"/>
                    </a:cubicBezTo>
                    <a:cubicBezTo>
                      <a:pt x="23403" y="1430"/>
                      <a:pt x="23137" y="2757"/>
                      <a:pt x="22872" y="4078"/>
                    </a:cubicBezTo>
                    <a:cubicBezTo>
                      <a:pt x="22850" y="4182"/>
                      <a:pt x="22830" y="4288"/>
                      <a:pt x="22809" y="4394"/>
                    </a:cubicBezTo>
                    <a:lnTo>
                      <a:pt x="22809" y="4394"/>
                    </a:lnTo>
                    <a:cubicBezTo>
                      <a:pt x="22024" y="3610"/>
                      <a:pt x="21240" y="2830"/>
                      <a:pt x="20455" y="2045"/>
                    </a:cubicBezTo>
                    <a:cubicBezTo>
                      <a:pt x="20336" y="1927"/>
                      <a:pt x="20218" y="1808"/>
                      <a:pt x="20094" y="1690"/>
                    </a:cubicBezTo>
                    <a:cubicBezTo>
                      <a:pt x="20068" y="1661"/>
                      <a:pt x="20033" y="1647"/>
                      <a:pt x="19997" y="1647"/>
                    </a:cubicBezTo>
                    <a:cubicBezTo>
                      <a:pt x="19961" y="1647"/>
                      <a:pt x="19924" y="1661"/>
                      <a:pt x="19896" y="1690"/>
                    </a:cubicBezTo>
                    <a:cubicBezTo>
                      <a:pt x="19049" y="2531"/>
                      <a:pt x="18202" y="3378"/>
                      <a:pt x="17355" y="4225"/>
                    </a:cubicBezTo>
                    <a:cubicBezTo>
                      <a:pt x="17298" y="4281"/>
                      <a:pt x="17242" y="4338"/>
                      <a:pt x="17186" y="4394"/>
                    </a:cubicBezTo>
                    <a:lnTo>
                      <a:pt x="17186" y="4394"/>
                    </a:lnTo>
                    <a:lnTo>
                      <a:pt x="16440" y="667"/>
                    </a:lnTo>
                    <a:cubicBezTo>
                      <a:pt x="16406" y="481"/>
                      <a:pt x="16366" y="289"/>
                      <a:pt x="16327" y="103"/>
                    </a:cubicBezTo>
                    <a:cubicBezTo>
                      <a:pt x="16315" y="46"/>
                      <a:pt x="16253" y="1"/>
                      <a:pt x="16191"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18" name="Google Shape;1318;p44"/>
              <p:cNvSpPr/>
              <p:nvPr/>
            </p:nvSpPr>
            <p:spPr>
              <a:xfrm>
                <a:off x="4645925" y="1903625"/>
                <a:ext cx="198325" cy="122200"/>
              </a:xfrm>
              <a:custGeom>
                <a:avLst/>
                <a:gdLst/>
                <a:ahLst/>
                <a:cxnLst/>
                <a:rect l="l" t="t" r="r" b="b"/>
                <a:pathLst>
                  <a:path w="7933" h="4888" extrusionOk="0">
                    <a:moveTo>
                      <a:pt x="7609" y="284"/>
                    </a:moveTo>
                    <a:lnTo>
                      <a:pt x="7340" y="1639"/>
                    </a:lnTo>
                    <a:cubicBezTo>
                      <a:pt x="7170" y="2469"/>
                      <a:pt x="7006" y="3299"/>
                      <a:pt x="6843" y="4129"/>
                    </a:cubicBezTo>
                    <a:cubicBezTo>
                      <a:pt x="6820" y="4239"/>
                      <a:pt x="6797" y="4351"/>
                      <a:pt x="6775" y="4462"/>
                    </a:cubicBezTo>
                    <a:lnTo>
                      <a:pt x="6775" y="4462"/>
                    </a:lnTo>
                    <a:cubicBezTo>
                      <a:pt x="6509" y="4197"/>
                      <a:pt x="6244" y="3932"/>
                      <a:pt x="5979" y="3666"/>
                    </a:cubicBezTo>
                    <a:cubicBezTo>
                      <a:pt x="5459" y="3152"/>
                      <a:pt x="4940" y="2633"/>
                      <a:pt x="4420" y="2113"/>
                    </a:cubicBezTo>
                    <a:cubicBezTo>
                      <a:pt x="4301" y="1995"/>
                      <a:pt x="4183" y="1876"/>
                      <a:pt x="4059" y="1758"/>
                    </a:cubicBezTo>
                    <a:cubicBezTo>
                      <a:pt x="4033" y="1729"/>
                      <a:pt x="3998" y="1715"/>
                      <a:pt x="3962" y="1715"/>
                    </a:cubicBezTo>
                    <a:cubicBezTo>
                      <a:pt x="3926" y="1715"/>
                      <a:pt x="3889" y="1729"/>
                      <a:pt x="3861" y="1758"/>
                    </a:cubicBezTo>
                    <a:cubicBezTo>
                      <a:pt x="3533" y="2085"/>
                      <a:pt x="3206" y="2407"/>
                      <a:pt x="2878" y="2735"/>
                    </a:cubicBezTo>
                    <a:cubicBezTo>
                      <a:pt x="2359" y="3254"/>
                      <a:pt x="1839" y="3774"/>
                      <a:pt x="1325" y="4288"/>
                    </a:cubicBezTo>
                    <a:cubicBezTo>
                      <a:pt x="1266" y="4344"/>
                      <a:pt x="1208" y="4402"/>
                      <a:pt x="1150" y="4460"/>
                    </a:cubicBezTo>
                    <a:lnTo>
                      <a:pt x="1150" y="4460"/>
                    </a:lnTo>
                    <a:cubicBezTo>
                      <a:pt x="1061" y="4019"/>
                      <a:pt x="975" y="3577"/>
                      <a:pt x="885" y="3135"/>
                    </a:cubicBezTo>
                    <a:cubicBezTo>
                      <a:pt x="721" y="2317"/>
                      <a:pt x="557" y="1492"/>
                      <a:pt x="393" y="673"/>
                    </a:cubicBezTo>
                    <a:cubicBezTo>
                      <a:pt x="366" y="542"/>
                      <a:pt x="342" y="413"/>
                      <a:pt x="317" y="284"/>
                    </a:cubicBezTo>
                    <a:close/>
                    <a:moveTo>
                      <a:pt x="160" y="0"/>
                    </a:moveTo>
                    <a:cubicBezTo>
                      <a:pt x="154" y="0"/>
                      <a:pt x="148" y="1"/>
                      <a:pt x="143" y="1"/>
                    </a:cubicBezTo>
                    <a:lnTo>
                      <a:pt x="143" y="1"/>
                    </a:lnTo>
                    <a:cubicBezTo>
                      <a:pt x="84" y="2"/>
                      <a:pt x="44" y="33"/>
                      <a:pt x="24" y="74"/>
                    </a:cubicBezTo>
                    <a:lnTo>
                      <a:pt x="24" y="74"/>
                    </a:lnTo>
                    <a:cubicBezTo>
                      <a:pt x="8" y="102"/>
                      <a:pt x="0" y="137"/>
                      <a:pt x="9" y="176"/>
                    </a:cubicBezTo>
                    <a:cubicBezTo>
                      <a:pt x="111" y="690"/>
                      <a:pt x="213" y="1198"/>
                      <a:pt x="314" y="1712"/>
                    </a:cubicBezTo>
                    <a:lnTo>
                      <a:pt x="811" y="4203"/>
                    </a:lnTo>
                    <a:cubicBezTo>
                      <a:pt x="851" y="4400"/>
                      <a:pt x="890" y="4592"/>
                      <a:pt x="924" y="4784"/>
                    </a:cubicBezTo>
                    <a:cubicBezTo>
                      <a:pt x="938" y="4851"/>
                      <a:pt x="1001" y="4888"/>
                      <a:pt x="1062" y="4888"/>
                    </a:cubicBezTo>
                    <a:cubicBezTo>
                      <a:pt x="1099" y="4888"/>
                      <a:pt x="1136" y="4874"/>
                      <a:pt x="1161" y="4847"/>
                    </a:cubicBezTo>
                    <a:cubicBezTo>
                      <a:pt x="1489" y="4519"/>
                      <a:pt x="1817" y="4192"/>
                      <a:pt x="2144" y="3870"/>
                    </a:cubicBezTo>
                    <a:cubicBezTo>
                      <a:pt x="2664" y="3350"/>
                      <a:pt x="3183" y="2831"/>
                      <a:pt x="3703" y="2317"/>
                    </a:cubicBezTo>
                    <a:lnTo>
                      <a:pt x="3961" y="2055"/>
                    </a:lnTo>
                    <a:lnTo>
                      <a:pt x="3961" y="2055"/>
                    </a:lnTo>
                    <a:cubicBezTo>
                      <a:pt x="4255" y="2349"/>
                      <a:pt x="4549" y="2643"/>
                      <a:pt x="4844" y="2938"/>
                    </a:cubicBezTo>
                    <a:cubicBezTo>
                      <a:pt x="5363" y="3452"/>
                      <a:pt x="5883" y="3971"/>
                      <a:pt x="6402" y="4491"/>
                    </a:cubicBezTo>
                    <a:cubicBezTo>
                      <a:pt x="6521" y="4609"/>
                      <a:pt x="6639" y="4728"/>
                      <a:pt x="6764" y="4847"/>
                    </a:cubicBezTo>
                    <a:cubicBezTo>
                      <a:pt x="6789" y="4874"/>
                      <a:pt x="6826" y="4888"/>
                      <a:pt x="6863" y="4888"/>
                    </a:cubicBezTo>
                    <a:cubicBezTo>
                      <a:pt x="6924" y="4888"/>
                      <a:pt x="6985" y="4851"/>
                      <a:pt x="6995" y="4784"/>
                    </a:cubicBezTo>
                    <a:cubicBezTo>
                      <a:pt x="7102" y="4259"/>
                      <a:pt x="7204" y="3734"/>
                      <a:pt x="7311" y="3209"/>
                    </a:cubicBezTo>
                    <a:cubicBezTo>
                      <a:pt x="7475" y="2390"/>
                      <a:pt x="7639" y="1571"/>
                      <a:pt x="7803" y="747"/>
                    </a:cubicBezTo>
                    <a:cubicBezTo>
                      <a:pt x="7842" y="560"/>
                      <a:pt x="7876" y="368"/>
                      <a:pt x="7916" y="176"/>
                    </a:cubicBezTo>
                    <a:cubicBezTo>
                      <a:pt x="7933" y="86"/>
                      <a:pt x="7876" y="1"/>
                      <a:pt x="7780" y="1"/>
                    </a:cubicBezTo>
                    <a:lnTo>
                      <a:pt x="177" y="1"/>
                    </a:lnTo>
                    <a:cubicBezTo>
                      <a:pt x="171" y="1"/>
                      <a:pt x="166" y="0"/>
                      <a:pt x="160"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319" name="Google Shape;1319;p44"/>
            <p:cNvGrpSpPr/>
            <p:nvPr/>
          </p:nvGrpSpPr>
          <p:grpSpPr>
            <a:xfrm>
              <a:off x="585552" y="2593746"/>
              <a:ext cx="1603799" cy="2238661"/>
              <a:chOff x="2034250" y="3068250"/>
              <a:chExt cx="999750" cy="1395500"/>
            </a:xfrm>
          </p:grpSpPr>
          <p:sp>
            <p:nvSpPr>
              <p:cNvPr id="1320" name="Google Shape;1320;p44"/>
              <p:cNvSpPr/>
              <p:nvPr/>
            </p:nvSpPr>
            <p:spPr>
              <a:xfrm>
                <a:off x="2439725" y="3414150"/>
                <a:ext cx="310600" cy="350175"/>
              </a:xfrm>
              <a:custGeom>
                <a:avLst/>
                <a:gdLst/>
                <a:ahLst/>
                <a:cxnLst/>
                <a:rect l="l" t="t" r="r" b="b"/>
                <a:pathLst>
                  <a:path w="12424" h="14007" extrusionOk="0">
                    <a:moveTo>
                      <a:pt x="1001" y="2863"/>
                    </a:moveTo>
                    <a:lnTo>
                      <a:pt x="1001" y="2863"/>
                    </a:lnTo>
                    <a:cubicBezTo>
                      <a:pt x="1002" y="2874"/>
                      <a:pt x="1002" y="2878"/>
                      <a:pt x="1002" y="2878"/>
                    </a:cubicBezTo>
                    <a:cubicBezTo>
                      <a:pt x="1001" y="2878"/>
                      <a:pt x="1000" y="2871"/>
                      <a:pt x="1001" y="2863"/>
                    </a:cubicBezTo>
                    <a:close/>
                    <a:moveTo>
                      <a:pt x="9480" y="289"/>
                    </a:moveTo>
                    <a:cubicBezTo>
                      <a:pt x="9699" y="674"/>
                      <a:pt x="9887" y="1078"/>
                      <a:pt x="10036" y="1497"/>
                    </a:cubicBezTo>
                    <a:cubicBezTo>
                      <a:pt x="10115" y="1723"/>
                      <a:pt x="10183" y="1955"/>
                      <a:pt x="10239" y="2186"/>
                    </a:cubicBezTo>
                    <a:cubicBezTo>
                      <a:pt x="10268" y="2299"/>
                      <a:pt x="10290" y="2424"/>
                      <a:pt x="10318" y="2537"/>
                    </a:cubicBezTo>
                    <a:cubicBezTo>
                      <a:pt x="10330" y="2576"/>
                      <a:pt x="10341" y="2604"/>
                      <a:pt x="10369" y="2627"/>
                    </a:cubicBezTo>
                    <a:cubicBezTo>
                      <a:pt x="10488" y="2740"/>
                      <a:pt x="10629" y="2836"/>
                      <a:pt x="10759" y="2938"/>
                    </a:cubicBezTo>
                    <a:cubicBezTo>
                      <a:pt x="10962" y="3096"/>
                      <a:pt x="11171" y="3259"/>
                      <a:pt x="11374" y="3423"/>
                    </a:cubicBezTo>
                    <a:cubicBezTo>
                      <a:pt x="11499" y="3525"/>
                      <a:pt x="11623" y="3621"/>
                      <a:pt x="11747" y="3722"/>
                    </a:cubicBezTo>
                    <a:cubicBezTo>
                      <a:pt x="11911" y="3852"/>
                      <a:pt x="11990" y="4050"/>
                      <a:pt x="11900" y="4248"/>
                    </a:cubicBezTo>
                    <a:cubicBezTo>
                      <a:pt x="11809" y="4434"/>
                      <a:pt x="11617" y="4530"/>
                      <a:pt x="11414" y="4536"/>
                    </a:cubicBezTo>
                    <a:lnTo>
                      <a:pt x="10573" y="4536"/>
                    </a:lnTo>
                    <a:cubicBezTo>
                      <a:pt x="10488" y="4536"/>
                      <a:pt x="10437" y="4598"/>
                      <a:pt x="10431" y="4677"/>
                    </a:cubicBezTo>
                    <a:cubicBezTo>
                      <a:pt x="10245" y="6258"/>
                      <a:pt x="9370" y="7726"/>
                      <a:pt x="8054" y="8636"/>
                    </a:cubicBezTo>
                    <a:cubicBezTo>
                      <a:pt x="7687" y="8890"/>
                      <a:pt x="7291" y="9099"/>
                      <a:pt x="6879" y="9257"/>
                    </a:cubicBezTo>
                    <a:cubicBezTo>
                      <a:pt x="6817" y="9279"/>
                      <a:pt x="6772" y="9330"/>
                      <a:pt x="6772" y="9398"/>
                    </a:cubicBezTo>
                    <a:lnTo>
                      <a:pt x="6772" y="10900"/>
                    </a:lnTo>
                    <a:lnTo>
                      <a:pt x="6772" y="13312"/>
                    </a:lnTo>
                    <a:lnTo>
                      <a:pt x="6772" y="13724"/>
                    </a:lnTo>
                    <a:lnTo>
                      <a:pt x="300" y="13724"/>
                    </a:lnTo>
                    <a:lnTo>
                      <a:pt x="300" y="12301"/>
                    </a:lnTo>
                    <a:lnTo>
                      <a:pt x="300" y="10047"/>
                    </a:lnTo>
                    <a:lnTo>
                      <a:pt x="300" y="9076"/>
                    </a:lnTo>
                    <a:lnTo>
                      <a:pt x="300" y="6648"/>
                    </a:lnTo>
                    <a:lnTo>
                      <a:pt x="300" y="5756"/>
                    </a:lnTo>
                    <a:cubicBezTo>
                      <a:pt x="300" y="5702"/>
                      <a:pt x="310" y="5644"/>
                      <a:pt x="302" y="5589"/>
                    </a:cubicBezTo>
                    <a:lnTo>
                      <a:pt x="302" y="5589"/>
                    </a:lnTo>
                    <a:cubicBezTo>
                      <a:pt x="317" y="5567"/>
                      <a:pt x="323" y="5529"/>
                      <a:pt x="334" y="5501"/>
                    </a:cubicBezTo>
                    <a:cubicBezTo>
                      <a:pt x="588" y="4807"/>
                      <a:pt x="842" y="4112"/>
                      <a:pt x="1096" y="3423"/>
                    </a:cubicBezTo>
                    <a:cubicBezTo>
                      <a:pt x="1141" y="3293"/>
                      <a:pt x="1187" y="3163"/>
                      <a:pt x="1237" y="3039"/>
                    </a:cubicBezTo>
                    <a:cubicBezTo>
                      <a:pt x="1254" y="2988"/>
                      <a:pt x="1277" y="2932"/>
                      <a:pt x="1283" y="2881"/>
                    </a:cubicBezTo>
                    <a:cubicBezTo>
                      <a:pt x="1294" y="2678"/>
                      <a:pt x="1283" y="2474"/>
                      <a:pt x="1300" y="2271"/>
                    </a:cubicBezTo>
                    <a:cubicBezTo>
                      <a:pt x="1379" y="1537"/>
                      <a:pt x="1701" y="712"/>
                      <a:pt x="2531" y="616"/>
                    </a:cubicBezTo>
                    <a:cubicBezTo>
                      <a:pt x="2886" y="577"/>
                      <a:pt x="3242" y="560"/>
                      <a:pt x="3598" y="543"/>
                    </a:cubicBezTo>
                    <a:cubicBezTo>
                      <a:pt x="4135" y="520"/>
                      <a:pt x="4665" y="498"/>
                      <a:pt x="5196" y="475"/>
                    </a:cubicBezTo>
                    <a:cubicBezTo>
                      <a:pt x="6399" y="430"/>
                      <a:pt x="7602" y="396"/>
                      <a:pt x="8805" y="328"/>
                    </a:cubicBezTo>
                    <a:cubicBezTo>
                      <a:pt x="9027" y="318"/>
                      <a:pt x="9253" y="304"/>
                      <a:pt x="9480" y="289"/>
                    </a:cubicBezTo>
                    <a:close/>
                    <a:moveTo>
                      <a:pt x="9572" y="0"/>
                    </a:moveTo>
                    <a:cubicBezTo>
                      <a:pt x="9568" y="0"/>
                      <a:pt x="9565" y="0"/>
                      <a:pt x="9562" y="1"/>
                    </a:cubicBezTo>
                    <a:cubicBezTo>
                      <a:pt x="8387" y="80"/>
                      <a:pt x="7212" y="119"/>
                      <a:pt x="6038" y="165"/>
                    </a:cubicBezTo>
                    <a:cubicBezTo>
                      <a:pt x="4999" y="204"/>
                      <a:pt x="3959" y="227"/>
                      <a:pt x="2920" y="300"/>
                    </a:cubicBezTo>
                    <a:cubicBezTo>
                      <a:pt x="2548" y="328"/>
                      <a:pt x="2169" y="351"/>
                      <a:pt x="1847" y="566"/>
                    </a:cubicBezTo>
                    <a:cubicBezTo>
                      <a:pt x="1497" y="803"/>
                      <a:pt x="1283" y="1176"/>
                      <a:pt x="1158" y="1571"/>
                    </a:cubicBezTo>
                    <a:cubicBezTo>
                      <a:pt x="1051" y="1898"/>
                      <a:pt x="1006" y="2249"/>
                      <a:pt x="1000" y="2599"/>
                    </a:cubicBezTo>
                    <a:cubicBezTo>
                      <a:pt x="995" y="2682"/>
                      <a:pt x="989" y="2771"/>
                      <a:pt x="1000" y="2855"/>
                    </a:cubicBezTo>
                    <a:lnTo>
                      <a:pt x="1000" y="2855"/>
                    </a:lnTo>
                    <a:cubicBezTo>
                      <a:pt x="987" y="2873"/>
                      <a:pt x="983" y="2900"/>
                      <a:pt x="978" y="2915"/>
                    </a:cubicBezTo>
                    <a:cubicBezTo>
                      <a:pt x="729" y="3604"/>
                      <a:pt x="475" y="4293"/>
                      <a:pt x="227" y="4982"/>
                    </a:cubicBezTo>
                    <a:cubicBezTo>
                      <a:pt x="176" y="5117"/>
                      <a:pt x="125" y="5253"/>
                      <a:pt x="74" y="5388"/>
                    </a:cubicBezTo>
                    <a:cubicBezTo>
                      <a:pt x="57" y="5451"/>
                      <a:pt x="23" y="5513"/>
                      <a:pt x="18" y="5575"/>
                    </a:cubicBezTo>
                    <a:cubicBezTo>
                      <a:pt x="1" y="5733"/>
                      <a:pt x="18" y="5897"/>
                      <a:pt x="18" y="6055"/>
                    </a:cubicBezTo>
                    <a:lnTo>
                      <a:pt x="18" y="8455"/>
                    </a:lnTo>
                    <a:lnTo>
                      <a:pt x="18" y="9799"/>
                    </a:lnTo>
                    <a:lnTo>
                      <a:pt x="18" y="11634"/>
                    </a:lnTo>
                    <a:lnTo>
                      <a:pt x="18" y="13741"/>
                    </a:lnTo>
                    <a:lnTo>
                      <a:pt x="18" y="13865"/>
                    </a:lnTo>
                    <a:cubicBezTo>
                      <a:pt x="18" y="13938"/>
                      <a:pt x="80" y="14006"/>
                      <a:pt x="159" y="14006"/>
                    </a:cubicBezTo>
                    <a:lnTo>
                      <a:pt x="6913" y="14006"/>
                    </a:lnTo>
                    <a:cubicBezTo>
                      <a:pt x="6992" y="14006"/>
                      <a:pt x="7054" y="13944"/>
                      <a:pt x="7054" y="13865"/>
                    </a:cubicBezTo>
                    <a:lnTo>
                      <a:pt x="7054" y="12357"/>
                    </a:lnTo>
                    <a:lnTo>
                      <a:pt x="7054" y="9946"/>
                    </a:lnTo>
                    <a:lnTo>
                      <a:pt x="7054" y="9493"/>
                    </a:lnTo>
                    <a:lnTo>
                      <a:pt x="7054" y="9493"/>
                    </a:lnTo>
                    <a:cubicBezTo>
                      <a:pt x="8582" y="8869"/>
                      <a:pt x="9800" y="7625"/>
                      <a:pt x="10381" y="6077"/>
                    </a:cubicBezTo>
                    <a:cubicBezTo>
                      <a:pt x="10533" y="5670"/>
                      <a:pt x="10635" y="5245"/>
                      <a:pt x="10695" y="4818"/>
                    </a:cubicBezTo>
                    <a:lnTo>
                      <a:pt x="11086" y="4818"/>
                    </a:lnTo>
                    <a:cubicBezTo>
                      <a:pt x="11150" y="4818"/>
                      <a:pt x="11216" y="4820"/>
                      <a:pt x="11283" y="4820"/>
                    </a:cubicBezTo>
                    <a:cubicBezTo>
                      <a:pt x="11399" y="4820"/>
                      <a:pt x="11517" y="4815"/>
                      <a:pt x="11629" y="4790"/>
                    </a:cubicBezTo>
                    <a:cubicBezTo>
                      <a:pt x="12208" y="4649"/>
                      <a:pt x="12424" y="3913"/>
                      <a:pt x="11955" y="3523"/>
                    </a:cubicBezTo>
                    <a:lnTo>
                      <a:pt x="11955" y="3523"/>
                    </a:lnTo>
                    <a:cubicBezTo>
                      <a:pt x="11953" y="3522"/>
                      <a:pt x="11952" y="3520"/>
                      <a:pt x="11950" y="3519"/>
                    </a:cubicBezTo>
                    <a:lnTo>
                      <a:pt x="11950" y="3519"/>
                    </a:lnTo>
                    <a:cubicBezTo>
                      <a:pt x="11950" y="3519"/>
                      <a:pt x="11950" y="3519"/>
                      <a:pt x="11950" y="3519"/>
                    </a:cubicBezTo>
                    <a:cubicBezTo>
                      <a:pt x="11949" y="3518"/>
                      <a:pt x="11948" y="3517"/>
                      <a:pt x="11947" y="3516"/>
                    </a:cubicBezTo>
                    <a:lnTo>
                      <a:pt x="11947" y="3516"/>
                    </a:lnTo>
                    <a:cubicBezTo>
                      <a:pt x="11643" y="3280"/>
                      <a:pt x="11345" y="3044"/>
                      <a:pt x="11047" y="2802"/>
                    </a:cubicBezTo>
                    <a:cubicBezTo>
                      <a:pt x="10894" y="2689"/>
                      <a:pt x="10748" y="2570"/>
                      <a:pt x="10595" y="2452"/>
                    </a:cubicBezTo>
                    <a:cubicBezTo>
                      <a:pt x="10590" y="2447"/>
                      <a:pt x="10584" y="2442"/>
                      <a:pt x="10579" y="2438"/>
                    </a:cubicBezTo>
                    <a:lnTo>
                      <a:pt x="10579" y="2438"/>
                    </a:lnTo>
                    <a:cubicBezTo>
                      <a:pt x="10581" y="2434"/>
                      <a:pt x="10581" y="2423"/>
                      <a:pt x="10578" y="2401"/>
                    </a:cubicBezTo>
                    <a:cubicBezTo>
                      <a:pt x="10578" y="2339"/>
                      <a:pt x="10550" y="2271"/>
                      <a:pt x="10539" y="2215"/>
                    </a:cubicBezTo>
                    <a:cubicBezTo>
                      <a:pt x="10482" y="1977"/>
                      <a:pt x="10414" y="1752"/>
                      <a:pt x="10341" y="1520"/>
                    </a:cubicBezTo>
                    <a:cubicBezTo>
                      <a:pt x="10172" y="1017"/>
                      <a:pt x="9946" y="532"/>
                      <a:pt x="9680" y="69"/>
                    </a:cubicBezTo>
                    <a:cubicBezTo>
                      <a:pt x="9659" y="32"/>
                      <a:pt x="9614" y="0"/>
                      <a:pt x="9572"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21" name="Google Shape;1321;p44"/>
              <p:cNvSpPr/>
              <p:nvPr/>
            </p:nvSpPr>
            <p:spPr>
              <a:xfrm>
                <a:off x="2238400" y="3068250"/>
                <a:ext cx="491350" cy="593850"/>
              </a:xfrm>
              <a:custGeom>
                <a:avLst/>
                <a:gdLst/>
                <a:ahLst/>
                <a:cxnLst/>
                <a:rect l="l" t="t" r="r" b="b"/>
                <a:pathLst>
                  <a:path w="19654" h="23754" extrusionOk="0">
                    <a:moveTo>
                      <a:pt x="9053" y="16696"/>
                    </a:moveTo>
                    <a:cubicBezTo>
                      <a:pt x="9052" y="16706"/>
                      <a:pt x="9051" y="16710"/>
                      <a:pt x="9050" y="16710"/>
                    </a:cubicBezTo>
                    <a:cubicBezTo>
                      <a:pt x="9049" y="16710"/>
                      <a:pt x="9049" y="16704"/>
                      <a:pt x="9053" y="16696"/>
                    </a:cubicBezTo>
                    <a:close/>
                    <a:moveTo>
                      <a:pt x="10377" y="281"/>
                    </a:moveTo>
                    <a:cubicBezTo>
                      <a:pt x="10954" y="281"/>
                      <a:pt x="11532" y="408"/>
                      <a:pt x="12063" y="667"/>
                    </a:cubicBezTo>
                    <a:cubicBezTo>
                      <a:pt x="13306" y="1272"/>
                      <a:pt x="14164" y="2525"/>
                      <a:pt x="14260" y="3909"/>
                    </a:cubicBezTo>
                    <a:cubicBezTo>
                      <a:pt x="14362" y="5388"/>
                      <a:pt x="13599" y="6829"/>
                      <a:pt x="12312" y="7574"/>
                    </a:cubicBezTo>
                    <a:cubicBezTo>
                      <a:pt x="12154" y="7664"/>
                      <a:pt x="11990" y="7743"/>
                      <a:pt x="11826" y="7811"/>
                    </a:cubicBezTo>
                    <a:cubicBezTo>
                      <a:pt x="11687" y="7867"/>
                      <a:pt x="11690" y="8088"/>
                      <a:pt x="11854" y="8088"/>
                    </a:cubicBezTo>
                    <a:cubicBezTo>
                      <a:pt x="11856" y="8088"/>
                      <a:pt x="11858" y="8088"/>
                      <a:pt x="11860" y="8088"/>
                    </a:cubicBezTo>
                    <a:lnTo>
                      <a:pt x="13492" y="8065"/>
                    </a:lnTo>
                    <a:cubicBezTo>
                      <a:pt x="13970" y="8056"/>
                      <a:pt x="14453" y="8034"/>
                      <a:pt x="14932" y="8034"/>
                    </a:cubicBezTo>
                    <a:cubicBezTo>
                      <a:pt x="15025" y="8034"/>
                      <a:pt x="15117" y="8035"/>
                      <a:pt x="15209" y="8037"/>
                    </a:cubicBezTo>
                    <a:cubicBezTo>
                      <a:pt x="16016" y="8054"/>
                      <a:pt x="16818" y="8252"/>
                      <a:pt x="17524" y="8647"/>
                    </a:cubicBezTo>
                    <a:cubicBezTo>
                      <a:pt x="18055" y="8958"/>
                      <a:pt x="18530" y="9364"/>
                      <a:pt x="18857" y="9889"/>
                    </a:cubicBezTo>
                    <a:cubicBezTo>
                      <a:pt x="19117" y="10302"/>
                      <a:pt x="19281" y="10770"/>
                      <a:pt x="19337" y="11256"/>
                    </a:cubicBezTo>
                    <a:cubicBezTo>
                      <a:pt x="19394" y="11680"/>
                      <a:pt x="19377" y="12109"/>
                      <a:pt x="19309" y="12532"/>
                    </a:cubicBezTo>
                    <a:cubicBezTo>
                      <a:pt x="19275" y="12753"/>
                      <a:pt x="19235" y="12984"/>
                      <a:pt x="19128" y="13176"/>
                    </a:cubicBezTo>
                    <a:cubicBezTo>
                      <a:pt x="18993" y="13436"/>
                      <a:pt x="18761" y="13639"/>
                      <a:pt x="18484" y="13730"/>
                    </a:cubicBezTo>
                    <a:cubicBezTo>
                      <a:pt x="18179" y="13831"/>
                      <a:pt x="17829" y="13820"/>
                      <a:pt x="17507" y="13843"/>
                    </a:cubicBezTo>
                    <a:cubicBezTo>
                      <a:pt x="17242" y="13859"/>
                      <a:pt x="16982" y="13876"/>
                      <a:pt x="16722" y="13888"/>
                    </a:cubicBezTo>
                    <a:cubicBezTo>
                      <a:pt x="16124" y="13922"/>
                      <a:pt x="15531" y="13944"/>
                      <a:pt x="14932" y="13967"/>
                    </a:cubicBezTo>
                    <a:cubicBezTo>
                      <a:pt x="13808" y="14012"/>
                      <a:pt x="12690" y="14046"/>
                      <a:pt x="11566" y="14102"/>
                    </a:cubicBezTo>
                    <a:cubicBezTo>
                      <a:pt x="11222" y="14119"/>
                      <a:pt x="10877" y="14136"/>
                      <a:pt x="10533" y="14176"/>
                    </a:cubicBezTo>
                    <a:cubicBezTo>
                      <a:pt x="10092" y="14232"/>
                      <a:pt x="9725" y="14464"/>
                      <a:pt x="9477" y="14831"/>
                    </a:cubicBezTo>
                    <a:cubicBezTo>
                      <a:pt x="9262" y="15153"/>
                      <a:pt x="9149" y="15542"/>
                      <a:pt x="9093" y="15921"/>
                    </a:cubicBezTo>
                    <a:cubicBezTo>
                      <a:pt x="9059" y="16169"/>
                      <a:pt x="9036" y="16429"/>
                      <a:pt x="9053" y="16677"/>
                    </a:cubicBezTo>
                    <a:cubicBezTo>
                      <a:pt x="9053" y="16683"/>
                      <a:pt x="9053" y="16688"/>
                      <a:pt x="9053" y="16692"/>
                    </a:cubicBezTo>
                    <a:lnTo>
                      <a:pt x="9053" y="16692"/>
                    </a:lnTo>
                    <a:cubicBezTo>
                      <a:pt x="9047" y="16704"/>
                      <a:pt x="9046" y="16721"/>
                      <a:pt x="9042" y="16734"/>
                    </a:cubicBezTo>
                    <a:cubicBezTo>
                      <a:pt x="9002" y="16836"/>
                      <a:pt x="8963" y="16937"/>
                      <a:pt x="8929" y="17039"/>
                    </a:cubicBezTo>
                    <a:lnTo>
                      <a:pt x="8522" y="18146"/>
                    </a:lnTo>
                    <a:cubicBezTo>
                      <a:pt x="8398" y="18485"/>
                      <a:pt x="8274" y="18823"/>
                      <a:pt x="8155" y="19162"/>
                    </a:cubicBezTo>
                    <a:cubicBezTo>
                      <a:pt x="8110" y="19281"/>
                      <a:pt x="8071" y="19371"/>
                      <a:pt x="8071" y="19496"/>
                    </a:cubicBezTo>
                    <a:lnTo>
                      <a:pt x="8071" y="21466"/>
                    </a:lnTo>
                    <a:lnTo>
                      <a:pt x="8071" y="23459"/>
                    </a:lnTo>
                    <a:lnTo>
                      <a:pt x="8071" y="23459"/>
                    </a:lnTo>
                    <a:cubicBezTo>
                      <a:pt x="7965" y="23442"/>
                      <a:pt x="7855" y="23412"/>
                      <a:pt x="7754" y="23392"/>
                    </a:cubicBezTo>
                    <a:cubicBezTo>
                      <a:pt x="7602" y="23364"/>
                      <a:pt x="7455" y="23336"/>
                      <a:pt x="7303" y="23302"/>
                    </a:cubicBezTo>
                    <a:cubicBezTo>
                      <a:pt x="7037" y="23245"/>
                      <a:pt x="6772" y="23178"/>
                      <a:pt x="6512" y="23099"/>
                    </a:cubicBezTo>
                    <a:cubicBezTo>
                      <a:pt x="6111" y="22974"/>
                      <a:pt x="5716" y="22822"/>
                      <a:pt x="5354" y="22602"/>
                    </a:cubicBezTo>
                    <a:cubicBezTo>
                      <a:pt x="4784" y="22251"/>
                      <a:pt x="4383" y="21749"/>
                      <a:pt x="4084" y="21156"/>
                    </a:cubicBezTo>
                    <a:cubicBezTo>
                      <a:pt x="3739" y="20461"/>
                      <a:pt x="3496" y="19727"/>
                      <a:pt x="3186" y="19021"/>
                    </a:cubicBezTo>
                    <a:cubicBezTo>
                      <a:pt x="2982" y="18558"/>
                      <a:pt x="2756" y="18106"/>
                      <a:pt x="2502" y="17666"/>
                    </a:cubicBezTo>
                    <a:cubicBezTo>
                      <a:pt x="2333" y="17366"/>
                      <a:pt x="2147" y="17078"/>
                      <a:pt x="1921" y="16819"/>
                    </a:cubicBezTo>
                    <a:cubicBezTo>
                      <a:pt x="1779" y="16649"/>
                      <a:pt x="1621" y="16502"/>
                      <a:pt x="1469" y="16344"/>
                    </a:cubicBezTo>
                    <a:cubicBezTo>
                      <a:pt x="899" y="15734"/>
                      <a:pt x="509" y="14972"/>
                      <a:pt x="362" y="14147"/>
                    </a:cubicBezTo>
                    <a:cubicBezTo>
                      <a:pt x="147" y="12928"/>
                      <a:pt x="498" y="11595"/>
                      <a:pt x="1153" y="10556"/>
                    </a:cubicBezTo>
                    <a:cubicBezTo>
                      <a:pt x="1667" y="9748"/>
                      <a:pt x="2418" y="9133"/>
                      <a:pt x="3282" y="8737"/>
                    </a:cubicBezTo>
                    <a:cubicBezTo>
                      <a:pt x="4021" y="8399"/>
                      <a:pt x="4835" y="8218"/>
                      <a:pt x="5642" y="8144"/>
                    </a:cubicBezTo>
                    <a:cubicBezTo>
                      <a:pt x="5930" y="8120"/>
                      <a:pt x="6218" y="8108"/>
                      <a:pt x="6506" y="8108"/>
                    </a:cubicBezTo>
                    <a:cubicBezTo>
                      <a:pt x="6760" y="8108"/>
                      <a:pt x="7015" y="8118"/>
                      <a:pt x="7269" y="8139"/>
                    </a:cubicBezTo>
                    <a:cubicBezTo>
                      <a:pt x="7453" y="8156"/>
                      <a:pt x="7638" y="8162"/>
                      <a:pt x="7824" y="8162"/>
                    </a:cubicBezTo>
                    <a:cubicBezTo>
                      <a:pt x="8118" y="8162"/>
                      <a:pt x="8413" y="8148"/>
                      <a:pt x="8703" y="8144"/>
                    </a:cubicBezTo>
                    <a:cubicBezTo>
                      <a:pt x="8799" y="8139"/>
                      <a:pt x="8890" y="8139"/>
                      <a:pt x="8980" y="8139"/>
                    </a:cubicBezTo>
                    <a:cubicBezTo>
                      <a:pt x="9149" y="8133"/>
                      <a:pt x="9166" y="7913"/>
                      <a:pt x="9019" y="7862"/>
                    </a:cubicBezTo>
                    <a:cubicBezTo>
                      <a:pt x="7653" y="7359"/>
                      <a:pt x="6636" y="6089"/>
                      <a:pt x="6478" y="4637"/>
                    </a:cubicBezTo>
                    <a:cubicBezTo>
                      <a:pt x="6320" y="3231"/>
                      <a:pt x="6941" y="1814"/>
                      <a:pt x="8099" y="1001"/>
                    </a:cubicBezTo>
                    <a:cubicBezTo>
                      <a:pt x="8770" y="527"/>
                      <a:pt x="9573" y="281"/>
                      <a:pt x="10377" y="281"/>
                    </a:cubicBezTo>
                    <a:close/>
                    <a:moveTo>
                      <a:pt x="10357" y="1"/>
                    </a:moveTo>
                    <a:cubicBezTo>
                      <a:pt x="9678" y="1"/>
                      <a:pt x="8998" y="162"/>
                      <a:pt x="8387" y="487"/>
                    </a:cubicBezTo>
                    <a:cubicBezTo>
                      <a:pt x="7065" y="1193"/>
                      <a:pt x="6207" y="2587"/>
                      <a:pt x="6167" y="4090"/>
                    </a:cubicBezTo>
                    <a:cubicBezTo>
                      <a:pt x="6134" y="5640"/>
                      <a:pt x="6987" y="7120"/>
                      <a:pt x="8349" y="7866"/>
                    </a:cubicBezTo>
                    <a:lnTo>
                      <a:pt x="8349" y="7866"/>
                    </a:lnTo>
                    <a:cubicBezTo>
                      <a:pt x="8259" y="7867"/>
                      <a:pt x="8168" y="7868"/>
                      <a:pt x="8076" y="7868"/>
                    </a:cubicBezTo>
                    <a:cubicBezTo>
                      <a:pt x="7931" y="7871"/>
                      <a:pt x="7783" y="7886"/>
                      <a:pt x="7636" y="7886"/>
                    </a:cubicBezTo>
                    <a:cubicBezTo>
                      <a:pt x="7566" y="7886"/>
                      <a:pt x="7496" y="7882"/>
                      <a:pt x="7427" y="7873"/>
                    </a:cubicBezTo>
                    <a:cubicBezTo>
                      <a:pt x="7121" y="7839"/>
                      <a:pt x="6810" y="7825"/>
                      <a:pt x="6501" y="7825"/>
                    </a:cubicBezTo>
                    <a:cubicBezTo>
                      <a:pt x="6353" y="7825"/>
                      <a:pt x="6206" y="7828"/>
                      <a:pt x="6060" y="7834"/>
                    </a:cubicBezTo>
                    <a:cubicBezTo>
                      <a:pt x="5253" y="7873"/>
                      <a:pt x="4445" y="8003"/>
                      <a:pt x="3683" y="8274"/>
                    </a:cubicBezTo>
                    <a:cubicBezTo>
                      <a:pt x="2790" y="8591"/>
                      <a:pt x="1960" y="9104"/>
                      <a:pt x="1339" y="9833"/>
                    </a:cubicBezTo>
                    <a:cubicBezTo>
                      <a:pt x="966" y="10268"/>
                      <a:pt x="684" y="10753"/>
                      <a:pt x="469" y="11279"/>
                    </a:cubicBezTo>
                    <a:cubicBezTo>
                      <a:pt x="204" y="11928"/>
                      <a:pt x="34" y="12623"/>
                      <a:pt x="18" y="13329"/>
                    </a:cubicBezTo>
                    <a:cubicBezTo>
                      <a:pt x="1" y="14323"/>
                      <a:pt x="311" y="15300"/>
                      <a:pt x="899" y="16096"/>
                    </a:cubicBezTo>
                    <a:cubicBezTo>
                      <a:pt x="1130" y="16412"/>
                      <a:pt x="1412" y="16661"/>
                      <a:pt x="1667" y="16954"/>
                    </a:cubicBezTo>
                    <a:cubicBezTo>
                      <a:pt x="2079" y="17417"/>
                      <a:pt x="2372" y="17982"/>
                      <a:pt x="2649" y="18535"/>
                    </a:cubicBezTo>
                    <a:cubicBezTo>
                      <a:pt x="3028" y="19304"/>
                      <a:pt x="3310" y="20105"/>
                      <a:pt x="3649" y="20890"/>
                    </a:cubicBezTo>
                    <a:cubicBezTo>
                      <a:pt x="3920" y="21512"/>
                      <a:pt x="4259" y="22110"/>
                      <a:pt x="4790" y="22545"/>
                    </a:cubicBezTo>
                    <a:cubicBezTo>
                      <a:pt x="5501" y="23127"/>
                      <a:pt x="6410" y="23403"/>
                      <a:pt x="7291" y="23590"/>
                    </a:cubicBezTo>
                    <a:cubicBezTo>
                      <a:pt x="7444" y="23624"/>
                      <a:pt x="7596" y="23652"/>
                      <a:pt x="7749" y="23680"/>
                    </a:cubicBezTo>
                    <a:cubicBezTo>
                      <a:pt x="7896" y="23703"/>
                      <a:pt x="8059" y="23754"/>
                      <a:pt x="8212" y="23754"/>
                    </a:cubicBezTo>
                    <a:cubicBezTo>
                      <a:pt x="8285" y="23754"/>
                      <a:pt x="8353" y="23686"/>
                      <a:pt x="8353" y="23612"/>
                    </a:cubicBezTo>
                    <a:lnTo>
                      <a:pt x="8353" y="22071"/>
                    </a:lnTo>
                    <a:lnTo>
                      <a:pt x="8353" y="19761"/>
                    </a:lnTo>
                    <a:lnTo>
                      <a:pt x="8353" y="19479"/>
                    </a:lnTo>
                    <a:cubicBezTo>
                      <a:pt x="8353" y="19465"/>
                      <a:pt x="8357" y="19448"/>
                      <a:pt x="8355" y="19430"/>
                    </a:cubicBezTo>
                    <a:lnTo>
                      <a:pt x="8355" y="19430"/>
                    </a:lnTo>
                    <a:cubicBezTo>
                      <a:pt x="8399" y="19357"/>
                      <a:pt x="8416" y="19257"/>
                      <a:pt x="8449" y="19179"/>
                    </a:cubicBezTo>
                    <a:cubicBezTo>
                      <a:pt x="8505" y="19021"/>
                      <a:pt x="8562" y="18857"/>
                      <a:pt x="8618" y="18699"/>
                    </a:cubicBezTo>
                    <a:cubicBezTo>
                      <a:pt x="8765" y="18304"/>
                      <a:pt x="8912" y="17909"/>
                      <a:pt x="9053" y="17513"/>
                    </a:cubicBezTo>
                    <a:cubicBezTo>
                      <a:pt x="9144" y="17270"/>
                      <a:pt x="9251" y="17022"/>
                      <a:pt x="9324" y="16774"/>
                    </a:cubicBezTo>
                    <a:cubicBezTo>
                      <a:pt x="9336" y="16734"/>
                      <a:pt x="9336" y="16694"/>
                      <a:pt x="9336" y="16655"/>
                    </a:cubicBezTo>
                    <a:cubicBezTo>
                      <a:pt x="9330" y="16548"/>
                      <a:pt x="9330" y="16446"/>
                      <a:pt x="9336" y="16339"/>
                    </a:cubicBezTo>
                    <a:cubicBezTo>
                      <a:pt x="9353" y="15994"/>
                      <a:pt x="9415" y="15644"/>
                      <a:pt x="9539" y="15322"/>
                    </a:cubicBezTo>
                    <a:cubicBezTo>
                      <a:pt x="9674" y="14972"/>
                      <a:pt x="9929" y="14644"/>
                      <a:pt x="10296" y="14520"/>
                    </a:cubicBezTo>
                    <a:cubicBezTo>
                      <a:pt x="10612" y="14407"/>
                      <a:pt x="10985" y="14419"/>
                      <a:pt x="11318" y="14396"/>
                    </a:cubicBezTo>
                    <a:cubicBezTo>
                      <a:pt x="12419" y="14334"/>
                      <a:pt x="13526" y="14306"/>
                      <a:pt x="14627" y="14260"/>
                    </a:cubicBezTo>
                    <a:cubicBezTo>
                      <a:pt x="15824" y="14215"/>
                      <a:pt x="17027" y="14187"/>
                      <a:pt x="18219" y="14068"/>
                    </a:cubicBezTo>
                    <a:cubicBezTo>
                      <a:pt x="18840" y="14006"/>
                      <a:pt x="19360" y="13583"/>
                      <a:pt x="19512" y="12967"/>
                    </a:cubicBezTo>
                    <a:cubicBezTo>
                      <a:pt x="19603" y="12566"/>
                      <a:pt x="19653" y="12154"/>
                      <a:pt x="19653" y="11742"/>
                    </a:cubicBezTo>
                    <a:cubicBezTo>
                      <a:pt x="19648" y="10691"/>
                      <a:pt x="19247" y="9686"/>
                      <a:pt x="18456" y="8975"/>
                    </a:cubicBezTo>
                    <a:cubicBezTo>
                      <a:pt x="18214" y="8760"/>
                      <a:pt x="17949" y="8569"/>
                      <a:pt x="17668" y="8405"/>
                    </a:cubicBezTo>
                    <a:lnTo>
                      <a:pt x="17668" y="8405"/>
                    </a:lnTo>
                    <a:cubicBezTo>
                      <a:pt x="17667" y="8405"/>
                      <a:pt x="17666" y="8405"/>
                      <a:pt x="17665" y="8404"/>
                    </a:cubicBezTo>
                    <a:lnTo>
                      <a:pt x="17665" y="8404"/>
                    </a:lnTo>
                    <a:cubicBezTo>
                      <a:pt x="17665" y="8404"/>
                      <a:pt x="17665" y="8404"/>
                      <a:pt x="17665" y="8404"/>
                    </a:cubicBezTo>
                    <a:cubicBezTo>
                      <a:pt x="17665" y="8404"/>
                      <a:pt x="17664" y="8403"/>
                      <a:pt x="17663" y="8403"/>
                    </a:cubicBezTo>
                    <a:lnTo>
                      <a:pt x="17663" y="8403"/>
                    </a:lnTo>
                    <a:cubicBezTo>
                      <a:pt x="17031" y="8048"/>
                      <a:pt x="16326" y="7845"/>
                      <a:pt x="15604" y="7777"/>
                    </a:cubicBezTo>
                    <a:cubicBezTo>
                      <a:pt x="15430" y="7761"/>
                      <a:pt x="15255" y="7756"/>
                      <a:pt x="15078" y="7756"/>
                    </a:cubicBezTo>
                    <a:cubicBezTo>
                      <a:pt x="14956" y="7756"/>
                      <a:pt x="14834" y="7758"/>
                      <a:pt x="14712" y="7760"/>
                    </a:cubicBezTo>
                    <a:cubicBezTo>
                      <a:pt x="13983" y="7772"/>
                      <a:pt x="13249" y="7783"/>
                      <a:pt x="12515" y="7794"/>
                    </a:cubicBezTo>
                    <a:cubicBezTo>
                      <a:pt x="12504" y="7795"/>
                      <a:pt x="12493" y="7795"/>
                      <a:pt x="12482" y="7795"/>
                    </a:cubicBezTo>
                    <a:lnTo>
                      <a:pt x="12482" y="7795"/>
                    </a:lnTo>
                    <a:cubicBezTo>
                      <a:pt x="13647" y="7105"/>
                      <a:pt x="14435" y="5881"/>
                      <a:pt x="14542" y="4502"/>
                    </a:cubicBezTo>
                    <a:cubicBezTo>
                      <a:pt x="14655" y="2994"/>
                      <a:pt x="13921" y="1514"/>
                      <a:pt x="12662" y="684"/>
                    </a:cubicBezTo>
                    <a:cubicBezTo>
                      <a:pt x="11974" y="230"/>
                      <a:pt x="11166" y="1"/>
                      <a:pt x="1035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22" name="Google Shape;1322;p44"/>
              <p:cNvSpPr/>
              <p:nvPr/>
            </p:nvSpPr>
            <p:spPr>
              <a:xfrm>
                <a:off x="2034250" y="3757575"/>
                <a:ext cx="999750" cy="706175"/>
              </a:xfrm>
              <a:custGeom>
                <a:avLst/>
                <a:gdLst/>
                <a:ahLst/>
                <a:cxnLst/>
                <a:rect l="l" t="t" r="r" b="b"/>
                <a:pathLst>
                  <a:path w="39990" h="28247" extrusionOk="0">
                    <a:moveTo>
                      <a:pt x="23761" y="292"/>
                    </a:moveTo>
                    <a:lnTo>
                      <a:pt x="23761" y="292"/>
                    </a:lnTo>
                    <a:cubicBezTo>
                      <a:pt x="24471" y="886"/>
                      <a:pt x="25244" y="1415"/>
                      <a:pt x="26018" y="1918"/>
                    </a:cubicBezTo>
                    <a:cubicBezTo>
                      <a:pt x="26831" y="2438"/>
                      <a:pt x="27667" y="2918"/>
                      <a:pt x="28531" y="3353"/>
                    </a:cubicBezTo>
                    <a:cubicBezTo>
                      <a:pt x="29418" y="3793"/>
                      <a:pt x="30315" y="4194"/>
                      <a:pt x="31168" y="4702"/>
                    </a:cubicBezTo>
                    <a:cubicBezTo>
                      <a:pt x="33393" y="6030"/>
                      <a:pt x="35426" y="7848"/>
                      <a:pt x="36674" y="10146"/>
                    </a:cubicBezTo>
                    <a:cubicBezTo>
                      <a:pt x="36883" y="10535"/>
                      <a:pt x="37080" y="10925"/>
                      <a:pt x="37199" y="11342"/>
                    </a:cubicBezTo>
                    <a:lnTo>
                      <a:pt x="37199" y="11342"/>
                    </a:lnTo>
                    <a:cubicBezTo>
                      <a:pt x="37199" y="11342"/>
                      <a:pt x="37199" y="11343"/>
                      <a:pt x="37200" y="11344"/>
                    </a:cubicBezTo>
                    <a:cubicBezTo>
                      <a:pt x="37200" y="11344"/>
                      <a:pt x="37200" y="11344"/>
                      <a:pt x="37200" y="11344"/>
                    </a:cubicBezTo>
                    <a:lnTo>
                      <a:pt x="37200" y="11344"/>
                    </a:lnTo>
                    <a:cubicBezTo>
                      <a:pt x="37200" y="11344"/>
                      <a:pt x="37200" y="11345"/>
                      <a:pt x="37200" y="11345"/>
                    </a:cubicBezTo>
                    <a:lnTo>
                      <a:pt x="37200" y="11345"/>
                    </a:lnTo>
                    <a:cubicBezTo>
                      <a:pt x="37482" y="12299"/>
                      <a:pt x="37697" y="13270"/>
                      <a:pt x="37911" y="14235"/>
                    </a:cubicBezTo>
                    <a:cubicBezTo>
                      <a:pt x="38470" y="16822"/>
                      <a:pt x="38894" y="19442"/>
                      <a:pt x="39199" y="22068"/>
                    </a:cubicBezTo>
                    <a:cubicBezTo>
                      <a:pt x="39430" y="24026"/>
                      <a:pt x="39597" y="25995"/>
                      <a:pt x="39700" y="27964"/>
                    </a:cubicBezTo>
                    <a:lnTo>
                      <a:pt x="296" y="27964"/>
                    </a:lnTo>
                    <a:cubicBezTo>
                      <a:pt x="480" y="24425"/>
                      <a:pt x="867" y="20892"/>
                      <a:pt x="1469" y="17398"/>
                    </a:cubicBezTo>
                    <a:cubicBezTo>
                      <a:pt x="1796" y="15523"/>
                      <a:pt x="2175" y="13653"/>
                      <a:pt x="2666" y="11812"/>
                    </a:cubicBezTo>
                    <a:cubicBezTo>
                      <a:pt x="2835" y="11169"/>
                      <a:pt x="3067" y="10604"/>
                      <a:pt x="3395" y="10017"/>
                    </a:cubicBezTo>
                    <a:cubicBezTo>
                      <a:pt x="4569" y="7916"/>
                      <a:pt x="6399" y="6222"/>
                      <a:pt x="8421" y="4951"/>
                    </a:cubicBezTo>
                    <a:cubicBezTo>
                      <a:pt x="9189" y="4471"/>
                      <a:pt x="9985" y="4047"/>
                      <a:pt x="10804" y="3669"/>
                    </a:cubicBezTo>
                    <a:cubicBezTo>
                      <a:pt x="11662" y="3268"/>
                      <a:pt x="12498" y="2822"/>
                      <a:pt x="13306" y="2336"/>
                    </a:cubicBezTo>
                    <a:cubicBezTo>
                      <a:pt x="14294" y="1738"/>
                      <a:pt x="15248" y="1088"/>
                      <a:pt x="16146" y="365"/>
                    </a:cubicBezTo>
                    <a:cubicBezTo>
                      <a:pt x="16176" y="339"/>
                      <a:pt x="16205" y="316"/>
                      <a:pt x="16233" y="292"/>
                    </a:cubicBezTo>
                    <a:lnTo>
                      <a:pt x="16254" y="292"/>
                    </a:lnTo>
                    <a:cubicBezTo>
                      <a:pt x="16316" y="684"/>
                      <a:pt x="16490" y="1065"/>
                      <a:pt x="16767" y="1348"/>
                    </a:cubicBezTo>
                    <a:cubicBezTo>
                      <a:pt x="17137" y="1727"/>
                      <a:pt x="17676" y="1907"/>
                      <a:pt x="18203" y="1907"/>
                    </a:cubicBezTo>
                    <a:cubicBezTo>
                      <a:pt x="18336" y="1907"/>
                      <a:pt x="18469" y="1896"/>
                      <a:pt x="18597" y="1873"/>
                    </a:cubicBezTo>
                    <a:cubicBezTo>
                      <a:pt x="19030" y="1802"/>
                      <a:pt x="19444" y="1611"/>
                      <a:pt x="19757" y="1306"/>
                    </a:cubicBezTo>
                    <a:lnTo>
                      <a:pt x="19757" y="1306"/>
                    </a:lnTo>
                    <a:cubicBezTo>
                      <a:pt x="20163" y="1705"/>
                      <a:pt x="20725" y="1905"/>
                      <a:pt x="21280" y="1905"/>
                    </a:cubicBezTo>
                    <a:cubicBezTo>
                      <a:pt x="22060" y="1905"/>
                      <a:pt x="22828" y="1511"/>
                      <a:pt x="23138" y="727"/>
                    </a:cubicBezTo>
                    <a:cubicBezTo>
                      <a:pt x="23194" y="585"/>
                      <a:pt x="23233" y="440"/>
                      <a:pt x="23256" y="292"/>
                    </a:cubicBezTo>
                    <a:close/>
                    <a:moveTo>
                      <a:pt x="23739" y="1"/>
                    </a:moveTo>
                    <a:cubicBezTo>
                      <a:pt x="23674" y="1"/>
                      <a:pt x="23606" y="9"/>
                      <a:pt x="23550" y="9"/>
                    </a:cubicBezTo>
                    <a:lnTo>
                      <a:pt x="23132" y="9"/>
                    </a:lnTo>
                    <a:cubicBezTo>
                      <a:pt x="23053" y="9"/>
                      <a:pt x="22997" y="77"/>
                      <a:pt x="22991" y="151"/>
                    </a:cubicBezTo>
                    <a:cubicBezTo>
                      <a:pt x="22951" y="642"/>
                      <a:pt x="22652" y="1173"/>
                      <a:pt x="22178" y="1421"/>
                    </a:cubicBezTo>
                    <a:cubicBezTo>
                      <a:pt x="21912" y="1562"/>
                      <a:pt x="21610" y="1630"/>
                      <a:pt x="21308" y="1630"/>
                    </a:cubicBezTo>
                    <a:cubicBezTo>
                      <a:pt x="20762" y="1630"/>
                      <a:pt x="20213" y="1410"/>
                      <a:pt x="19857" y="1003"/>
                    </a:cubicBezTo>
                    <a:cubicBezTo>
                      <a:pt x="19831" y="975"/>
                      <a:pt x="19793" y="961"/>
                      <a:pt x="19756" y="961"/>
                    </a:cubicBezTo>
                    <a:cubicBezTo>
                      <a:pt x="19718" y="961"/>
                      <a:pt x="19682" y="975"/>
                      <a:pt x="19659" y="1003"/>
                    </a:cubicBezTo>
                    <a:cubicBezTo>
                      <a:pt x="19299" y="1410"/>
                      <a:pt x="18751" y="1630"/>
                      <a:pt x="18206" y="1630"/>
                    </a:cubicBezTo>
                    <a:cubicBezTo>
                      <a:pt x="17904" y="1630"/>
                      <a:pt x="17604" y="1562"/>
                      <a:pt x="17338" y="1421"/>
                    </a:cubicBezTo>
                    <a:cubicBezTo>
                      <a:pt x="16863" y="1173"/>
                      <a:pt x="16559" y="642"/>
                      <a:pt x="16519" y="151"/>
                    </a:cubicBezTo>
                    <a:cubicBezTo>
                      <a:pt x="16513" y="77"/>
                      <a:pt x="16463" y="9"/>
                      <a:pt x="16378" y="9"/>
                    </a:cubicBezTo>
                    <a:cubicBezTo>
                      <a:pt x="16350" y="9"/>
                      <a:pt x="16324" y="9"/>
                      <a:pt x="16298" y="9"/>
                    </a:cubicBezTo>
                    <a:cubicBezTo>
                      <a:pt x="16208" y="9"/>
                      <a:pt x="16129" y="16"/>
                      <a:pt x="16050" y="77"/>
                    </a:cubicBezTo>
                    <a:cubicBezTo>
                      <a:pt x="15960" y="145"/>
                      <a:pt x="15875" y="224"/>
                      <a:pt x="15785" y="292"/>
                    </a:cubicBezTo>
                    <a:cubicBezTo>
                      <a:pt x="15373" y="619"/>
                      <a:pt x="14943" y="924"/>
                      <a:pt x="14509" y="1224"/>
                    </a:cubicBezTo>
                    <a:cubicBezTo>
                      <a:pt x="13820" y="1698"/>
                      <a:pt x="13102" y="2139"/>
                      <a:pt x="12374" y="2551"/>
                    </a:cubicBezTo>
                    <a:cubicBezTo>
                      <a:pt x="11527" y="3025"/>
                      <a:pt x="10640" y="3409"/>
                      <a:pt x="9776" y="3855"/>
                    </a:cubicBezTo>
                    <a:cubicBezTo>
                      <a:pt x="7336" y="5115"/>
                      <a:pt x="5083" y="6882"/>
                      <a:pt x="3558" y="9198"/>
                    </a:cubicBezTo>
                    <a:cubicBezTo>
                      <a:pt x="3112" y="9881"/>
                      <a:pt x="2700" y="10626"/>
                      <a:pt x="2474" y="11423"/>
                    </a:cubicBezTo>
                    <a:cubicBezTo>
                      <a:pt x="2034" y="13015"/>
                      <a:pt x="1695" y="14636"/>
                      <a:pt x="1390" y="16257"/>
                    </a:cubicBezTo>
                    <a:cubicBezTo>
                      <a:pt x="752" y="19657"/>
                      <a:pt x="328" y="23096"/>
                      <a:pt x="97" y="26541"/>
                    </a:cubicBezTo>
                    <a:cubicBezTo>
                      <a:pt x="63" y="27060"/>
                      <a:pt x="34" y="27585"/>
                      <a:pt x="6" y="28105"/>
                    </a:cubicBezTo>
                    <a:cubicBezTo>
                      <a:pt x="1" y="28184"/>
                      <a:pt x="74" y="28246"/>
                      <a:pt x="147" y="28246"/>
                    </a:cubicBezTo>
                    <a:lnTo>
                      <a:pt x="39848" y="28246"/>
                    </a:lnTo>
                    <a:cubicBezTo>
                      <a:pt x="39922" y="28246"/>
                      <a:pt x="39989" y="28184"/>
                      <a:pt x="39989" y="28105"/>
                    </a:cubicBezTo>
                    <a:cubicBezTo>
                      <a:pt x="39820" y="24745"/>
                      <a:pt x="39464" y="21390"/>
                      <a:pt x="38922" y="18064"/>
                    </a:cubicBezTo>
                    <a:cubicBezTo>
                      <a:pt x="38600" y="16104"/>
                      <a:pt x="38216" y="14156"/>
                      <a:pt x="37730" y="12230"/>
                    </a:cubicBezTo>
                    <a:cubicBezTo>
                      <a:pt x="37651" y="11908"/>
                      <a:pt x="37567" y="11586"/>
                      <a:pt x="37476" y="11270"/>
                    </a:cubicBezTo>
                    <a:cubicBezTo>
                      <a:pt x="37363" y="10881"/>
                      <a:pt x="37177" y="10502"/>
                      <a:pt x="36991" y="10146"/>
                    </a:cubicBezTo>
                    <a:cubicBezTo>
                      <a:pt x="36494" y="9192"/>
                      <a:pt x="35850" y="8311"/>
                      <a:pt x="35121" y="7520"/>
                    </a:cubicBezTo>
                    <a:cubicBezTo>
                      <a:pt x="33992" y="6284"/>
                      <a:pt x="32648" y="5245"/>
                      <a:pt x="31202" y="4397"/>
                    </a:cubicBezTo>
                    <a:cubicBezTo>
                      <a:pt x="30259" y="3844"/>
                      <a:pt x="29259" y="3415"/>
                      <a:pt x="28294" y="2912"/>
                    </a:cubicBezTo>
                    <a:cubicBezTo>
                      <a:pt x="27413" y="2455"/>
                      <a:pt x="26566" y="1947"/>
                      <a:pt x="25741" y="1399"/>
                    </a:cubicBezTo>
                    <a:cubicBezTo>
                      <a:pt x="25182" y="1026"/>
                      <a:pt x="24634" y="631"/>
                      <a:pt x="24103" y="207"/>
                    </a:cubicBezTo>
                    <a:cubicBezTo>
                      <a:pt x="24036" y="151"/>
                      <a:pt x="23945" y="49"/>
                      <a:pt x="23855" y="15"/>
                    </a:cubicBezTo>
                    <a:cubicBezTo>
                      <a:pt x="23820" y="4"/>
                      <a:pt x="23780" y="1"/>
                      <a:pt x="23739"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23" name="Google Shape;1323;p44"/>
              <p:cNvSpPr/>
              <p:nvPr/>
            </p:nvSpPr>
            <p:spPr>
              <a:xfrm>
                <a:off x="2440000" y="3757225"/>
                <a:ext cx="176225" cy="7650"/>
              </a:xfrm>
              <a:custGeom>
                <a:avLst/>
                <a:gdLst/>
                <a:ahLst/>
                <a:cxnLst/>
                <a:rect l="l" t="t" r="r" b="b"/>
                <a:pathLst>
                  <a:path w="7049" h="306" extrusionOk="0">
                    <a:moveTo>
                      <a:pt x="148" y="1"/>
                    </a:moveTo>
                    <a:cubicBezTo>
                      <a:pt x="74" y="1"/>
                      <a:pt x="1" y="63"/>
                      <a:pt x="7" y="142"/>
                    </a:cubicBezTo>
                    <a:cubicBezTo>
                      <a:pt x="7" y="148"/>
                      <a:pt x="7" y="159"/>
                      <a:pt x="7" y="165"/>
                    </a:cubicBezTo>
                    <a:cubicBezTo>
                      <a:pt x="12" y="244"/>
                      <a:pt x="69" y="306"/>
                      <a:pt x="148" y="306"/>
                    </a:cubicBezTo>
                    <a:lnTo>
                      <a:pt x="6902" y="306"/>
                    </a:lnTo>
                    <a:cubicBezTo>
                      <a:pt x="6962" y="306"/>
                      <a:pt x="7003" y="274"/>
                      <a:pt x="7023" y="232"/>
                    </a:cubicBezTo>
                    <a:lnTo>
                      <a:pt x="7023" y="232"/>
                    </a:lnTo>
                    <a:cubicBezTo>
                      <a:pt x="7034" y="214"/>
                      <a:pt x="7042" y="191"/>
                      <a:pt x="7043" y="165"/>
                    </a:cubicBezTo>
                    <a:cubicBezTo>
                      <a:pt x="7043" y="159"/>
                      <a:pt x="7043" y="148"/>
                      <a:pt x="7043" y="142"/>
                    </a:cubicBezTo>
                    <a:cubicBezTo>
                      <a:pt x="7049" y="63"/>
                      <a:pt x="6975" y="1"/>
                      <a:pt x="6902"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24" name="Google Shape;1324;p44"/>
              <p:cNvSpPr/>
              <p:nvPr/>
            </p:nvSpPr>
            <p:spPr>
              <a:xfrm>
                <a:off x="2440000" y="3757800"/>
                <a:ext cx="176225" cy="47450"/>
              </a:xfrm>
              <a:custGeom>
                <a:avLst/>
                <a:gdLst/>
                <a:ahLst/>
                <a:cxnLst/>
                <a:rect l="l" t="t" r="r" b="b"/>
                <a:pathLst>
                  <a:path w="7049" h="1898" extrusionOk="0">
                    <a:moveTo>
                      <a:pt x="6741" y="283"/>
                    </a:moveTo>
                    <a:cubicBezTo>
                      <a:pt x="6725" y="362"/>
                      <a:pt x="6708" y="441"/>
                      <a:pt x="6682" y="520"/>
                    </a:cubicBezTo>
                    <a:cubicBezTo>
                      <a:pt x="6608" y="735"/>
                      <a:pt x="6495" y="944"/>
                      <a:pt x="6337" y="1113"/>
                    </a:cubicBezTo>
                    <a:cubicBezTo>
                      <a:pt x="6020" y="1454"/>
                      <a:pt x="5533" y="1618"/>
                      <a:pt x="5070" y="1618"/>
                    </a:cubicBezTo>
                    <a:cubicBezTo>
                      <a:pt x="4965" y="1618"/>
                      <a:pt x="4862" y="1610"/>
                      <a:pt x="4762" y="1593"/>
                    </a:cubicBezTo>
                    <a:cubicBezTo>
                      <a:pt x="4327" y="1520"/>
                      <a:pt x="3920" y="1328"/>
                      <a:pt x="3627" y="994"/>
                    </a:cubicBezTo>
                    <a:cubicBezTo>
                      <a:pt x="3601" y="966"/>
                      <a:pt x="3563" y="952"/>
                      <a:pt x="3526" y="952"/>
                    </a:cubicBezTo>
                    <a:cubicBezTo>
                      <a:pt x="3488" y="952"/>
                      <a:pt x="3452" y="966"/>
                      <a:pt x="3429" y="994"/>
                    </a:cubicBezTo>
                    <a:cubicBezTo>
                      <a:pt x="3096" y="1378"/>
                      <a:pt x="2559" y="1616"/>
                      <a:pt x="2051" y="1616"/>
                    </a:cubicBezTo>
                    <a:cubicBezTo>
                      <a:pt x="1582" y="1616"/>
                      <a:pt x="1102" y="1503"/>
                      <a:pt x="758" y="1158"/>
                    </a:cubicBezTo>
                    <a:cubicBezTo>
                      <a:pt x="543" y="944"/>
                      <a:pt x="402" y="673"/>
                      <a:pt x="334" y="384"/>
                    </a:cubicBezTo>
                    <a:cubicBezTo>
                      <a:pt x="324" y="349"/>
                      <a:pt x="317" y="316"/>
                      <a:pt x="312" y="283"/>
                    </a:cubicBezTo>
                    <a:close/>
                    <a:moveTo>
                      <a:pt x="148" y="0"/>
                    </a:moveTo>
                    <a:cubicBezTo>
                      <a:pt x="80" y="0"/>
                      <a:pt x="1" y="68"/>
                      <a:pt x="7" y="142"/>
                    </a:cubicBezTo>
                    <a:cubicBezTo>
                      <a:pt x="63" y="802"/>
                      <a:pt x="453" y="1429"/>
                      <a:pt x="1063" y="1706"/>
                    </a:cubicBezTo>
                    <a:cubicBezTo>
                      <a:pt x="1379" y="1847"/>
                      <a:pt x="1712" y="1898"/>
                      <a:pt x="2051" y="1898"/>
                    </a:cubicBezTo>
                    <a:cubicBezTo>
                      <a:pt x="2584" y="1898"/>
                      <a:pt x="3146" y="1670"/>
                      <a:pt x="3527" y="1298"/>
                    </a:cubicBezTo>
                    <a:lnTo>
                      <a:pt x="3527" y="1298"/>
                    </a:lnTo>
                    <a:cubicBezTo>
                      <a:pt x="3929" y="1698"/>
                      <a:pt x="4498" y="1894"/>
                      <a:pt x="5064" y="1894"/>
                    </a:cubicBezTo>
                    <a:cubicBezTo>
                      <a:pt x="5178" y="1894"/>
                      <a:pt x="5293" y="1886"/>
                      <a:pt x="5406" y="1870"/>
                    </a:cubicBezTo>
                    <a:cubicBezTo>
                      <a:pt x="6100" y="1774"/>
                      <a:pt x="6659" y="1356"/>
                      <a:pt x="6913" y="701"/>
                    </a:cubicBezTo>
                    <a:cubicBezTo>
                      <a:pt x="6987" y="520"/>
                      <a:pt x="7026" y="334"/>
                      <a:pt x="7043" y="142"/>
                    </a:cubicBezTo>
                    <a:cubicBezTo>
                      <a:pt x="7049" y="68"/>
                      <a:pt x="6975" y="0"/>
                      <a:pt x="6902"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325" name="Google Shape;1325;p44"/>
            <p:cNvGrpSpPr/>
            <p:nvPr/>
          </p:nvGrpSpPr>
          <p:grpSpPr>
            <a:xfrm>
              <a:off x="3143803" y="2768345"/>
              <a:ext cx="1691077" cy="2064137"/>
              <a:chOff x="2530500" y="1412150"/>
              <a:chExt cx="999750" cy="1220300"/>
            </a:xfrm>
          </p:grpSpPr>
          <p:sp>
            <p:nvSpPr>
              <p:cNvPr id="1326" name="Google Shape;1326;p44"/>
              <p:cNvSpPr/>
              <p:nvPr/>
            </p:nvSpPr>
            <p:spPr>
              <a:xfrm>
                <a:off x="2932025" y="1470100"/>
                <a:ext cx="334350" cy="463500"/>
              </a:xfrm>
              <a:custGeom>
                <a:avLst/>
                <a:gdLst/>
                <a:ahLst/>
                <a:cxnLst/>
                <a:rect l="l" t="t" r="r" b="b"/>
                <a:pathLst>
                  <a:path w="13374" h="18540" extrusionOk="0">
                    <a:moveTo>
                      <a:pt x="2578" y="415"/>
                    </a:moveTo>
                    <a:lnTo>
                      <a:pt x="2578" y="415"/>
                    </a:lnTo>
                    <a:cubicBezTo>
                      <a:pt x="4084" y="774"/>
                      <a:pt x="5637" y="1007"/>
                      <a:pt x="7189" y="1007"/>
                    </a:cubicBezTo>
                    <a:cubicBezTo>
                      <a:pt x="7284" y="1007"/>
                      <a:pt x="7378" y="1006"/>
                      <a:pt x="7472" y="1004"/>
                    </a:cubicBezTo>
                    <a:cubicBezTo>
                      <a:pt x="8387" y="988"/>
                      <a:pt x="9330" y="897"/>
                      <a:pt x="10211" y="620"/>
                    </a:cubicBezTo>
                    <a:cubicBezTo>
                      <a:pt x="10318" y="586"/>
                      <a:pt x="10428" y="552"/>
                      <a:pt x="10534" y="508"/>
                    </a:cubicBezTo>
                    <a:lnTo>
                      <a:pt x="10534" y="508"/>
                    </a:lnTo>
                    <a:cubicBezTo>
                      <a:pt x="11027" y="1155"/>
                      <a:pt x="11345" y="1943"/>
                      <a:pt x="11426" y="2755"/>
                    </a:cubicBezTo>
                    <a:cubicBezTo>
                      <a:pt x="11465" y="3145"/>
                      <a:pt x="11454" y="3546"/>
                      <a:pt x="11454" y="3941"/>
                    </a:cubicBezTo>
                    <a:lnTo>
                      <a:pt x="11454" y="5359"/>
                    </a:lnTo>
                    <a:cubicBezTo>
                      <a:pt x="11454" y="5455"/>
                      <a:pt x="11426" y="5613"/>
                      <a:pt x="11493" y="5686"/>
                    </a:cubicBezTo>
                    <a:cubicBezTo>
                      <a:pt x="11584" y="5782"/>
                      <a:pt x="11714" y="5861"/>
                      <a:pt x="11815" y="5940"/>
                    </a:cubicBezTo>
                    <a:cubicBezTo>
                      <a:pt x="12160" y="6217"/>
                      <a:pt x="12504" y="6488"/>
                      <a:pt x="12854" y="6765"/>
                    </a:cubicBezTo>
                    <a:cubicBezTo>
                      <a:pt x="13029" y="6912"/>
                      <a:pt x="13120" y="7132"/>
                      <a:pt x="13018" y="7352"/>
                    </a:cubicBezTo>
                    <a:cubicBezTo>
                      <a:pt x="12922" y="7567"/>
                      <a:pt x="12702" y="7674"/>
                      <a:pt x="12476" y="7680"/>
                    </a:cubicBezTo>
                    <a:lnTo>
                      <a:pt x="11567" y="7680"/>
                    </a:lnTo>
                    <a:cubicBezTo>
                      <a:pt x="11488" y="7680"/>
                      <a:pt x="11431" y="7742"/>
                      <a:pt x="11426" y="7821"/>
                    </a:cubicBezTo>
                    <a:cubicBezTo>
                      <a:pt x="11267" y="9588"/>
                      <a:pt x="10307" y="11232"/>
                      <a:pt x="8833" y="12231"/>
                    </a:cubicBezTo>
                    <a:cubicBezTo>
                      <a:pt x="8421" y="12514"/>
                      <a:pt x="7975" y="12740"/>
                      <a:pt x="7512" y="12909"/>
                    </a:cubicBezTo>
                    <a:cubicBezTo>
                      <a:pt x="7450" y="12932"/>
                      <a:pt x="7405" y="12982"/>
                      <a:pt x="7405" y="13045"/>
                    </a:cubicBezTo>
                    <a:lnTo>
                      <a:pt x="7405" y="14857"/>
                    </a:lnTo>
                    <a:lnTo>
                      <a:pt x="7405" y="17738"/>
                    </a:lnTo>
                    <a:lnTo>
                      <a:pt x="7405" y="18257"/>
                    </a:lnTo>
                    <a:lnTo>
                      <a:pt x="283" y="18257"/>
                    </a:lnTo>
                    <a:lnTo>
                      <a:pt x="283" y="16710"/>
                    </a:lnTo>
                    <a:lnTo>
                      <a:pt x="283" y="14022"/>
                    </a:lnTo>
                    <a:lnTo>
                      <a:pt x="283" y="13406"/>
                    </a:lnTo>
                    <a:lnTo>
                      <a:pt x="283" y="11746"/>
                    </a:lnTo>
                    <a:lnTo>
                      <a:pt x="283" y="10808"/>
                    </a:lnTo>
                    <a:lnTo>
                      <a:pt x="283" y="8617"/>
                    </a:lnTo>
                    <a:lnTo>
                      <a:pt x="283" y="6347"/>
                    </a:lnTo>
                    <a:lnTo>
                      <a:pt x="283" y="5534"/>
                    </a:lnTo>
                    <a:cubicBezTo>
                      <a:pt x="283" y="5445"/>
                      <a:pt x="291" y="5351"/>
                      <a:pt x="291" y="5261"/>
                    </a:cubicBezTo>
                    <a:lnTo>
                      <a:pt x="291" y="5261"/>
                    </a:lnTo>
                    <a:cubicBezTo>
                      <a:pt x="1182" y="5259"/>
                      <a:pt x="2088" y="4818"/>
                      <a:pt x="2650" y="4144"/>
                    </a:cubicBezTo>
                    <a:cubicBezTo>
                      <a:pt x="3276" y="3393"/>
                      <a:pt x="3497" y="2360"/>
                      <a:pt x="3180" y="1428"/>
                    </a:cubicBezTo>
                    <a:cubicBezTo>
                      <a:pt x="3051" y="1049"/>
                      <a:pt x="2843" y="707"/>
                      <a:pt x="2578" y="415"/>
                    </a:cubicBezTo>
                    <a:close/>
                    <a:moveTo>
                      <a:pt x="2078" y="0"/>
                    </a:moveTo>
                    <a:cubicBezTo>
                      <a:pt x="1940" y="0"/>
                      <a:pt x="1898" y="182"/>
                      <a:pt x="2011" y="265"/>
                    </a:cubicBezTo>
                    <a:cubicBezTo>
                      <a:pt x="2763" y="846"/>
                      <a:pt x="3175" y="1806"/>
                      <a:pt x="3005" y="2750"/>
                    </a:cubicBezTo>
                    <a:cubicBezTo>
                      <a:pt x="2859" y="3574"/>
                      <a:pt x="2305" y="4269"/>
                      <a:pt x="1571" y="4653"/>
                    </a:cubicBezTo>
                    <a:cubicBezTo>
                      <a:pt x="1181" y="4853"/>
                      <a:pt x="721" y="4978"/>
                      <a:pt x="275" y="4978"/>
                    </a:cubicBezTo>
                    <a:cubicBezTo>
                      <a:pt x="231" y="4978"/>
                      <a:pt x="186" y="4977"/>
                      <a:pt x="142" y="4975"/>
                    </a:cubicBezTo>
                    <a:cubicBezTo>
                      <a:pt x="69" y="4975"/>
                      <a:pt x="1" y="5042"/>
                      <a:pt x="1" y="5116"/>
                    </a:cubicBezTo>
                    <a:lnTo>
                      <a:pt x="1" y="6115"/>
                    </a:lnTo>
                    <a:lnTo>
                      <a:pt x="1" y="8323"/>
                    </a:lnTo>
                    <a:lnTo>
                      <a:pt x="1" y="10588"/>
                    </a:lnTo>
                    <a:lnTo>
                      <a:pt x="1" y="11734"/>
                    </a:lnTo>
                    <a:lnTo>
                      <a:pt x="1" y="13338"/>
                    </a:lnTo>
                    <a:lnTo>
                      <a:pt x="1" y="13406"/>
                    </a:lnTo>
                    <a:lnTo>
                      <a:pt x="1" y="15095"/>
                    </a:lnTo>
                    <a:lnTo>
                      <a:pt x="1" y="17783"/>
                    </a:lnTo>
                    <a:lnTo>
                      <a:pt x="1" y="18398"/>
                    </a:lnTo>
                    <a:cubicBezTo>
                      <a:pt x="1" y="18472"/>
                      <a:pt x="69" y="18539"/>
                      <a:pt x="142" y="18539"/>
                    </a:cubicBezTo>
                    <a:lnTo>
                      <a:pt x="7546" y="18539"/>
                    </a:lnTo>
                    <a:cubicBezTo>
                      <a:pt x="7625" y="18539"/>
                      <a:pt x="7687" y="18472"/>
                      <a:pt x="7687" y="18398"/>
                    </a:cubicBezTo>
                    <a:lnTo>
                      <a:pt x="7687" y="16585"/>
                    </a:lnTo>
                    <a:lnTo>
                      <a:pt x="7687" y="13705"/>
                    </a:lnTo>
                    <a:lnTo>
                      <a:pt x="7687" y="13142"/>
                    </a:lnTo>
                    <a:lnTo>
                      <a:pt x="7687" y="13142"/>
                    </a:lnTo>
                    <a:cubicBezTo>
                      <a:pt x="9390" y="12493"/>
                      <a:pt x="10754" y="11113"/>
                      <a:pt x="11369" y="9385"/>
                    </a:cubicBezTo>
                    <a:cubicBezTo>
                      <a:pt x="11534" y="8927"/>
                      <a:pt x="11642" y="8446"/>
                      <a:pt x="11694" y="7962"/>
                    </a:cubicBezTo>
                    <a:lnTo>
                      <a:pt x="12448" y="7962"/>
                    </a:lnTo>
                    <a:cubicBezTo>
                      <a:pt x="12866" y="7956"/>
                      <a:pt x="13272" y="7702"/>
                      <a:pt x="13334" y="7262"/>
                    </a:cubicBezTo>
                    <a:cubicBezTo>
                      <a:pt x="13373" y="6994"/>
                      <a:pt x="13264" y="6742"/>
                      <a:pt x="13059" y="6568"/>
                    </a:cubicBezTo>
                    <a:lnTo>
                      <a:pt x="13059" y="6568"/>
                    </a:lnTo>
                    <a:cubicBezTo>
                      <a:pt x="13057" y="6566"/>
                      <a:pt x="13055" y="6563"/>
                      <a:pt x="13052" y="6561"/>
                    </a:cubicBezTo>
                    <a:lnTo>
                      <a:pt x="13052" y="6561"/>
                    </a:lnTo>
                    <a:cubicBezTo>
                      <a:pt x="13052" y="6561"/>
                      <a:pt x="13052" y="6561"/>
                      <a:pt x="13052" y="6561"/>
                    </a:cubicBezTo>
                    <a:cubicBezTo>
                      <a:pt x="13051" y="6561"/>
                      <a:pt x="13051" y="6560"/>
                      <a:pt x="13050" y="6560"/>
                    </a:cubicBezTo>
                    <a:lnTo>
                      <a:pt x="13050" y="6560"/>
                    </a:lnTo>
                    <a:cubicBezTo>
                      <a:pt x="12614" y="6216"/>
                      <a:pt x="12173" y="5868"/>
                      <a:pt x="11736" y="5524"/>
                    </a:cubicBezTo>
                    <a:lnTo>
                      <a:pt x="11736" y="5524"/>
                    </a:lnTo>
                    <a:lnTo>
                      <a:pt x="11736" y="4009"/>
                    </a:lnTo>
                    <a:cubicBezTo>
                      <a:pt x="11736" y="3309"/>
                      <a:pt x="11747" y="2614"/>
                      <a:pt x="11555" y="1931"/>
                    </a:cubicBezTo>
                    <a:cubicBezTo>
                      <a:pt x="11380" y="1298"/>
                      <a:pt x="11064" y="711"/>
                      <a:pt x="10646" y="203"/>
                    </a:cubicBezTo>
                    <a:cubicBezTo>
                      <a:pt x="10618" y="167"/>
                      <a:pt x="10586" y="153"/>
                      <a:pt x="10554" y="153"/>
                    </a:cubicBezTo>
                    <a:cubicBezTo>
                      <a:pt x="10501" y="153"/>
                      <a:pt x="10449" y="195"/>
                      <a:pt x="10426" y="250"/>
                    </a:cubicBezTo>
                    <a:lnTo>
                      <a:pt x="10426" y="250"/>
                    </a:lnTo>
                    <a:cubicBezTo>
                      <a:pt x="10354" y="276"/>
                      <a:pt x="10283" y="301"/>
                      <a:pt x="10211" y="327"/>
                    </a:cubicBezTo>
                    <a:cubicBezTo>
                      <a:pt x="9906" y="428"/>
                      <a:pt x="9590" y="502"/>
                      <a:pt x="9274" y="558"/>
                    </a:cubicBezTo>
                    <a:cubicBezTo>
                      <a:pt x="8602" y="679"/>
                      <a:pt x="7916" y="729"/>
                      <a:pt x="7230" y="729"/>
                    </a:cubicBezTo>
                    <a:cubicBezTo>
                      <a:pt x="6637" y="729"/>
                      <a:pt x="6043" y="692"/>
                      <a:pt x="5456" y="632"/>
                    </a:cubicBezTo>
                    <a:cubicBezTo>
                      <a:pt x="4333" y="513"/>
                      <a:pt x="3214" y="293"/>
                      <a:pt x="2119" y="5"/>
                    </a:cubicBezTo>
                    <a:cubicBezTo>
                      <a:pt x="2104" y="2"/>
                      <a:pt x="2091" y="0"/>
                      <a:pt x="2078"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27" name="Google Shape;1327;p44"/>
              <p:cNvSpPr/>
              <p:nvPr/>
            </p:nvSpPr>
            <p:spPr>
              <a:xfrm>
                <a:off x="2793250" y="1412150"/>
                <a:ext cx="406800" cy="355175"/>
              </a:xfrm>
              <a:custGeom>
                <a:avLst/>
                <a:gdLst/>
                <a:ahLst/>
                <a:cxnLst/>
                <a:rect l="l" t="t" r="r" b="b"/>
                <a:pathLst>
                  <a:path w="16272" h="14207" extrusionOk="0">
                    <a:moveTo>
                      <a:pt x="9000" y="284"/>
                    </a:moveTo>
                    <a:cubicBezTo>
                      <a:pt x="10460" y="284"/>
                      <a:pt x="11941" y="445"/>
                      <a:pt x="13328" y="917"/>
                    </a:cubicBezTo>
                    <a:cubicBezTo>
                      <a:pt x="13712" y="1041"/>
                      <a:pt x="14085" y="1199"/>
                      <a:pt x="14447" y="1385"/>
                    </a:cubicBezTo>
                    <a:cubicBezTo>
                      <a:pt x="14627" y="1476"/>
                      <a:pt x="14808" y="1577"/>
                      <a:pt x="14977" y="1690"/>
                    </a:cubicBezTo>
                    <a:cubicBezTo>
                      <a:pt x="15175" y="1815"/>
                      <a:pt x="15344" y="1961"/>
                      <a:pt x="15525" y="2108"/>
                    </a:cubicBezTo>
                    <a:cubicBezTo>
                      <a:pt x="15667" y="2250"/>
                      <a:pt x="15824" y="2407"/>
                      <a:pt x="15925" y="2587"/>
                    </a:cubicBezTo>
                    <a:lnTo>
                      <a:pt x="15925" y="2587"/>
                    </a:lnTo>
                    <a:cubicBezTo>
                      <a:pt x="15871" y="2606"/>
                      <a:pt x="15816" y="2625"/>
                      <a:pt x="15762" y="2645"/>
                    </a:cubicBezTo>
                    <a:cubicBezTo>
                      <a:pt x="15457" y="2746"/>
                      <a:pt x="15141" y="2820"/>
                      <a:pt x="14825" y="2876"/>
                    </a:cubicBezTo>
                    <a:cubicBezTo>
                      <a:pt x="14153" y="2997"/>
                      <a:pt x="13467" y="3047"/>
                      <a:pt x="12781" y="3047"/>
                    </a:cubicBezTo>
                    <a:cubicBezTo>
                      <a:pt x="12188" y="3047"/>
                      <a:pt x="11594" y="3010"/>
                      <a:pt x="11007" y="2950"/>
                    </a:cubicBezTo>
                    <a:cubicBezTo>
                      <a:pt x="9884" y="2831"/>
                      <a:pt x="8765" y="2611"/>
                      <a:pt x="7670" y="2323"/>
                    </a:cubicBezTo>
                    <a:cubicBezTo>
                      <a:pt x="7655" y="2320"/>
                      <a:pt x="7642" y="2318"/>
                      <a:pt x="7629" y="2318"/>
                    </a:cubicBezTo>
                    <a:cubicBezTo>
                      <a:pt x="7491" y="2318"/>
                      <a:pt x="7449" y="2500"/>
                      <a:pt x="7562" y="2583"/>
                    </a:cubicBezTo>
                    <a:cubicBezTo>
                      <a:pt x="8314" y="3164"/>
                      <a:pt x="8726" y="4124"/>
                      <a:pt x="8556" y="5068"/>
                    </a:cubicBezTo>
                    <a:cubicBezTo>
                      <a:pt x="8410" y="5892"/>
                      <a:pt x="7856" y="6587"/>
                      <a:pt x="7122" y="6971"/>
                    </a:cubicBezTo>
                    <a:cubicBezTo>
                      <a:pt x="6732" y="7171"/>
                      <a:pt x="6272" y="7296"/>
                      <a:pt x="5826" y="7296"/>
                    </a:cubicBezTo>
                    <a:cubicBezTo>
                      <a:pt x="5782" y="7296"/>
                      <a:pt x="5737" y="7295"/>
                      <a:pt x="5693" y="7293"/>
                    </a:cubicBezTo>
                    <a:cubicBezTo>
                      <a:pt x="5620" y="7293"/>
                      <a:pt x="5552" y="7360"/>
                      <a:pt x="5552" y="7434"/>
                    </a:cubicBezTo>
                    <a:lnTo>
                      <a:pt x="5552" y="9676"/>
                    </a:lnTo>
                    <a:lnTo>
                      <a:pt x="5552" y="13239"/>
                    </a:lnTo>
                    <a:lnTo>
                      <a:pt x="5552" y="13844"/>
                    </a:lnTo>
                    <a:lnTo>
                      <a:pt x="5552" y="13844"/>
                    </a:lnTo>
                    <a:cubicBezTo>
                      <a:pt x="5431" y="13786"/>
                      <a:pt x="5314" y="13726"/>
                      <a:pt x="5202" y="13663"/>
                    </a:cubicBezTo>
                    <a:cubicBezTo>
                      <a:pt x="4744" y="13414"/>
                      <a:pt x="4315" y="13121"/>
                      <a:pt x="3909" y="12793"/>
                    </a:cubicBezTo>
                    <a:cubicBezTo>
                      <a:pt x="3899" y="12785"/>
                      <a:pt x="3888" y="12779"/>
                      <a:pt x="3876" y="12773"/>
                    </a:cubicBezTo>
                    <a:lnTo>
                      <a:pt x="3876" y="12773"/>
                    </a:lnTo>
                    <a:cubicBezTo>
                      <a:pt x="2190" y="11740"/>
                      <a:pt x="1073" y="9951"/>
                      <a:pt x="594" y="8055"/>
                    </a:cubicBezTo>
                    <a:cubicBezTo>
                      <a:pt x="164" y="6344"/>
                      <a:pt x="198" y="4305"/>
                      <a:pt x="1356" y="2876"/>
                    </a:cubicBezTo>
                    <a:cubicBezTo>
                      <a:pt x="2192" y="1849"/>
                      <a:pt x="3423" y="1244"/>
                      <a:pt x="4671" y="872"/>
                    </a:cubicBezTo>
                    <a:cubicBezTo>
                      <a:pt x="6049" y="471"/>
                      <a:pt x="7489" y="296"/>
                      <a:pt x="8923" y="284"/>
                    </a:cubicBezTo>
                    <a:cubicBezTo>
                      <a:pt x="8949" y="284"/>
                      <a:pt x="8974" y="284"/>
                      <a:pt x="9000" y="284"/>
                    </a:cubicBezTo>
                    <a:close/>
                    <a:moveTo>
                      <a:pt x="9022" y="0"/>
                    </a:moveTo>
                    <a:cubicBezTo>
                      <a:pt x="8410" y="0"/>
                      <a:pt x="7798" y="33"/>
                      <a:pt x="7190" y="98"/>
                    </a:cubicBezTo>
                    <a:cubicBezTo>
                      <a:pt x="6314" y="194"/>
                      <a:pt x="5439" y="352"/>
                      <a:pt x="4592" y="595"/>
                    </a:cubicBezTo>
                    <a:cubicBezTo>
                      <a:pt x="4584" y="597"/>
                      <a:pt x="4577" y="600"/>
                      <a:pt x="4570" y="603"/>
                    </a:cubicBezTo>
                    <a:lnTo>
                      <a:pt x="4570" y="603"/>
                    </a:lnTo>
                    <a:cubicBezTo>
                      <a:pt x="3427" y="948"/>
                      <a:pt x="2309" y="1477"/>
                      <a:pt x="1463" y="2334"/>
                    </a:cubicBezTo>
                    <a:cubicBezTo>
                      <a:pt x="769" y="3034"/>
                      <a:pt x="339" y="3921"/>
                      <a:pt x="164" y="4892"/>
                    </a:cubicBezTo>
                    <a:cubicBezTo>
                      <a:pt x="1" y="5830"/>
                      <a:pt x="40" y="6796"/>
                      <a:pt x="232" y="7727"/>
                    </a:cubicBezTo>
                    <a:cubicBezTo>
                      <a:pt x="430" y="8727"/>
                      <a:pt x="808" y="9698"/>
                      <a:pt x="1339" y="10568"/>
                    </a:cubicBezTo>
                    <a:cubicBezTo>
                      <a:pt x="1870" y="11443"/>
                      <a:pt x="2570" y="12223"/>
                      <a:pt x="3417" y="12810"/>
                    </a:cubicBezTo>
                    <a:cubicBezTo>
                      <a:pt x="3524" y="12883"/>
                      <a:pt x="3631" y="12951"/>
                      <a:pt x="3738" y="13018"/>
                    </a:cubicBezTo>
                    <a:lnTo>
                      <a:pt x="3738" y="13018"/>
                    </a:lnTo>
                    <a:cubicBezTo>
                      <a:pt x="4318" y="13485"/>
                      <a:pt x="4959" y="13921"/>
                      <a:pt x="5659" y="14199"/>
                    </a:cubicBezTo>
                    <a:cubicBezTo>
                      <a:pt x="5672" y="14204"/>
                      <a:pt x="5685" y="14207"/>
                      <a:pt x="5697" y="14207"/>
                    </a:cubicBezTo>
                    <a:cubicBezTo>
                      <a:pt x="5769" y="14207"/>
                      <a:pt x="5834" y="14131"/>
                      <a:pt x="5834" y="14064"/>
                    </a:cubicBezTo>
                    <a:lnTo>
                      <a:pt x="5834" y="11822"/>
                    </a:lnTo>
                    <a:lnTo>
                      <a:pt x="5834" y="8258"/>
                    </a:lnTo>
                    <a:lnTo>
                      <a:pt x="5834" y="7579"/>
                    </a:lnTo>
                    <a:lnTo>
                      <a:pt x="5834" y="7579"/>
                    </a:lnTo>
                    <a:cubicBezTo>
                      <a:pt x="5835" y="7579"/>
                      <a:pt x="5836" y="7579"/>
                      <a:pt x="5837" y="7579"/>
                    </a:cubicBezTo>
                    <a:cubicBezTo>
                      <a:pt x="6730" y="7579"/>
                      <a:pt x="7638" y="7138"/>
                      <a:pt x="8201" y="6462"/>
                    </a:cubicBezTo>
                    <a:cubicBezTo>
                      <a:pt x="8827" y="5711"/>
                      <a:pt x="9048" y="4678"/>
                      <a:pt x="8731" y="3746"/>
                    </a:cubicBezTo>
                    <a:cubicBezTo>
                      <a:pt x="8602" y="3367"/>
                      <a:pt x="8394" y="3025"/>
                      <a:pt x="8129" y="2733"/>
                    </a:cubicBezTo>
                    <a:lnTo>
                      <a:pt x="8129" y="2733"/>
                    </a:lnTo>
                    <a:cubicBezTo>
                      <a:pt x="9635" y="3092"/>
                      <a:pt x="11188" y="3325"/>
                      <a:pt x="12740" y="3325"/>
                    </a:cubicBezTo>
                    <a:cubicBezTo>
                      <a:pt x="12835" y="3325"/>
                      <a:pt x="12929" y="3324"/>
                      <a:pt x="13023" y="3322"/>
                    </a:cubicBezTo>
                    <a:cubicBezTo>
                      <a:pt x="13938" y="3306"/>
                      <a:pt x="14881" y="3215"/>
                      <a:pt x="15762" y="2938"/>
                    </a:cubicBezTo>
                    <a:cubicBezTo>
                      <a:pt x="15904" y="2893"/>
                      <a:pt x="16050" y="2848"/>
                      <a:pt x="16186" y="2780"/>
                    </a:cubicBezTo>
                    <a:cubicBezTo>
                      <a:pt x="16194" y="2777"/>
                      <a:pt x="16201" y="2772"/>
                      <a:pt x="16208" y="2768"/>
                    </a:cubicBezTo>
                    <a:lnTo>
                      <a:pt x="16208" y="2768"/>
                    </a:lnTo>
                    <a:cubicBezTo>
                      <a:pt x="16248" y="2742"/>
                      <a:pt x="16272" y="2698"/>
                      <a:pt x="16255" y="2641"/>
                    </a:cubicBezTo>
                    <a:lnTo>
                      <a:pt x="16255" y="2641"/>
                    </a:lnTo>
                    <a:cubicBezTo>
                      <a:pt x="16252" y="2628"/>
                      <a:pt x="16247" y="2615"/>
                      <a:pt x="16240" y="2603"/>
                    </a:cubicBezTo>
                    <a:lnTo>
                      <a:pt x="16240" y="2603"/>
                    </a:lnTo>
                    <a:cubicBezTo>
                      <a:pt x="16129" y="2343"/>
                      <a:pt x="15944" y="2123"/>
                      <a:pt x="15742" y="1929"/>
                    </a:cubicBezTo>
                    <a:lnTo>
                      <a:pt x="15742" y="1929"/>
                    </a:lnTo>
                    <a:cubicBezTo>
                      <a:pt x="15736" y="1922"/>
                      <a:pt x="15730" y="1916"/>
                      <a:pt x="15723" y="1911"/>
                    </a:cubicBezTo>
                    <a:lnTo>
                      <a:pt x="15723" y="1911"/>
                    </a:lnTo>
                    <a:cubicBezTo>
                      <a:pt x="15723" y="1911"/>
                      <a:pt x="15723" y="1911"/>
                      <a:pt x="15723" y="1911"/>
                    </a:cubicBezTo>
                    <a:cubicBezTo>
                      <a:pt x="15565" y="1781"/>
                      <a:pt x="15412" y="1645"/>
                      <a:pt x="15243" y="1527"/>
                    </a:cubicBezTo>
                    <a:cubicBezTo>
                      <a:pt x="15090" y="1419"/>
                      <a:pt x="14932" y="1323"/>
                      <a:pt x="14768" y="1233"/>
                    </a:cubicBezTo>
                    <a:cubicBezTo>
                      <a:pt x="14435" y="1052"/>
                      <a:pt x="14091" y="900"/>
                      <a:pt x="13741" y="764"/>
                    </a:cubicBezTo>
                    <a:cubicBezTo>
                      <a:pt x="13023" y="488"/>
                      <a:pt x="12267" y="307"/>
                      <a:pt x="11510" y="188"/>
                    </a:cubicBezTo>
                    <a:cubicBezTo>
                      <a:pt x="10687" y="61"/>
                      <a:pt x="9854" y="0"/>
                      <a:pt x="9022"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28" name="Google Shape;1328;p44"/>
              <p:cNvSpPr/>
              <p:nvPr/>
            </p:nvSpPr>
            <p:spPr>
              <a:xfrm>
                <a:off x="3144650" y="1661975"/>
                <a:ext cx="80675" cy="37250"/>
              </a:xfrm>
              <a:custGeom>
                <a:avLst/>
                <a:gdLst/>
                <a:ahLst/>
                <a:cxnLst/>
                <a:rect l="l" t="t" r="r" b="b"/>
                <a:pathLst>
                  <a:path w="3227" h="1490" extrusionOk="0">
                    <a:moveTo>
                      <a:pt x="2922" y="287"/>
                    </a:moveTo>
                    <a:cubicBezTo>
                      <a:pt x="2887" y="597"/>
                      <a:pt x="2837" y="913"/>
                      <a:pt x="2737" y="1208"/>
                    </a:cubicBezTo>
                    <a:lnTo>
                      <a:pt x="298" y="1208"/>
                    </a:lnTo>
                    <a:cubicBezTo>
                      <a:pt x="334" y="918"/>
                      <a:pt x="480" y="643"/>
                      <a:pt x="718" y="468"/>
                    </a:cubicBezTo>
                    <a:cubicBezTo>
                      <a:pt x="904" y="332"/>
                      <a:pt x="1113" y="287"/>
                      <a:pt x="1339" y="287"/>
                    </a:cubicBezTo>
                    <a:close/>
                    <a:moveTo>
                      <a:pt x="1503" y="0"/>
                    </a:moveTo>
                    <a:cubicBezTo>
                      <a:pt x="1170" y="0"/>
                      <a:pt x="840" y="30"/>
                      <a:pt x="554" y="242"/>
                    </a:cubicBezTo>
                    <a:cubicBezTo>
                      <a:pt x="204" y="502"/>
                      <a:pt x="12" y="914"/>
                      <a:pt x="7" y="1349"/>
                    </a:cubicBezTo>
                    <a:cubicBezTo>
                      <a:pt x="1" y="1422"/>
                      <a:pt x="69" y="1490"/>
                      <a:pt x="148" y="1490"/>
                    </a:cubicBezTo>
                    <a:lnTo>
                      <a:pt x="2836" y="1490"/>
                    </a:lnTo>
                    <a:cubicBezTo>
                      <a:pt x="2904" y="1490"/>
                      <a:pt x="2954" y="1445"/>
                      <a:pt x="2971" y="1388"/>
                    </a:cubicBezTo>
                    <a:cubicBezTo>
                      <a:pt x="3118" y="993"/>
                      <a:pt x="3175" y="558"/>
                      <a:pt x="3220" y="146"/>
                    </a:cubicBezTo>
                    <a:cubicBezTo>
                      <a:pt x="3226" y="78"/>
                      <a:pt x="3190" y="35"/>
                      <a:pt x="3141" y="18"/>
                    </a:cubicBezTo>
                    <a:lnTo>
                      <a:pt x="3141" y="18"/>
                    </a:lnTo>
                    <a:cubicBezTo>
                      <a:pt x="3124" y="10"/>
                      <a:pt x="3103" y="5"/>
                      <a:pt x="3079" y="5"/>
                    </a:cubicBezTo>
                    <a:lnTo>
                      <a:pt x="1887" y="5"/>
                    </a:lnTo>
                    <a:cubicBezTo>
                      <a:pt x="1760" y="5"/>
                      <a:pt x="1631" y="0"/>
                      <a:pt x="1503"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29" name="Google Shape;1329;p44"/>
              <p:cNvSpPr/>
              <p:nvPr/>
            </p:nvSpPr>
            <p:spPr>
              <a:xfrm>
                <a:off x="2530500" y="1926450"/>
                <a:ext cx="999750" cy="706000"/>
              </a:xfrm>
              <a:custGeom>
                <a:avLst/>
                <a:gdLst/>
                <a:ahLst/>
                <a:cxnLst/>
                <a:rect l="l" t="t" r="r" b="b"/>
                <a:pathLst>
                  <a:path w="39990" h="28240" extrusionOk="0">
                    <a:moveTo>
                      <a:pt x="23761" y="285"/>
                    </a:moveTo>
                    <a:cubicBezTo>
                      <a:pt x="24471" y="879"/>
                      <a:pt x="25245" y="1409"/>
                      <a:pt x="26018" y="1906"/>
                    </a:cubicBezTo>
                    <a:cubicBezTo>
                      <a:pt x="26831" y="2431"/>
                      <a:pt x="27667" y="2911"/>
                      <a:pt x="28531" y="3341"/>
                    </a:cubicBezTo>
                    <a:cubicBezTo>
                      <a:pt x="29418" y="3781"/>
                      <a:pt x="30316" y="4188"/>
                      <a:pt x="31169" y="4696"/>
                    </a:cubicBezTo>
                    <a:cubicBezTo>
                      <a:pt x="33394" y="6023"/>
                      <a:pt x="35427" y="7836"/>
                      <a:pt x="36669" y="10134"/>
                    </a:cubicBezTo>
                    <a:cubicBezTo>
                      <a:pt x="36883" y="10523"/>
                      <a:pt x="37080" y="10912"/>
                      <a:pt x="37199" y="11334"/>
                    </a:cubicBezTo>
                    <a:lnTo>
                      <a:pt x="37199" y="11334"/>
                    </a:lnTo>
                    <a:cubicBezTo>
                      <a:pt x="37199" y="11335"/>
                      <a:pt x="37200" y="11336"/>
                      <a:pt x="37200" y="11337"/>
                    </a:cubicBezTo>
                    <a:cubicBezTo>
                      <a:pt x="37200" y="11337"/>
                      <a:pt x="37200" y="11337"/>
                      <a:pt x="37200" y="11337"/>
                    </a:cubicBezTo>
                    <a:lnTo>
                      <a:pt x="37200" y="11337"/>
                    </a:lnTo>
                    <a:cubicBezTo>
                      <a:pt x="37200" y="11338"/>
                      <a:pt x="37200" y="11339"/>
                      <a:pt x="37201" y="11339"/>
                    </a:cubicBezTo>
                    <a:lnTo>
                      <a:pt x="37201" y="11339"/>
                    </a:lnTo>
                    <a:cubicBezTo>
                      <a:pt x="37483" y="12288"/>
                      <a:pt x="37697" y="13258"/>
                      <a:pt x="37912" y="14229"/>
                    </a:cubicBezTo>
                    <a:cubicBezTo>
                      <a:pt x="38471" y="16815"/>
                      <a:pt x="38894" y="19430"/>
                      <a:pt x="39199" y="22056"/>
                    </a:cubicBezTo>
                    <a:cubicBezTo>
                      <a:pt x="39431" y="24019"/>
                      <a:pt x="39598" y="25983"/>
                      <a:pt x="39700" y="27957"/>
                    </a:cubicBezTo>
                    <a:lnTo>
                      <a:pt x="296" y="27957"/>
                    </a:lnTo>
                    <a:cubicBezTo>
                      <a:pt x="480" y="24413"/>
                      <a:pt x="867" y="20880"/>
                      <a:pt x="1469" y="17386"/>
                    </a:cubicBezTo>
                    <a:cubicBezTo>
                      <a:pt x="1797" y="15516"/>
                      <a:pt x="2175" y="13641"/>
                      <a:pt x="2661" y="11806"/>
                    </a:cubicBezTo>
                    <a:cubicBezTo>
                      <a:pt x="2836" y="11162"/>
                      <a:pt x="3067" y="10592"/>
                      <a:pt x="3395" y="10010"/>
                    </a:cubicBezTo>
                    <a:cubicBezTo>
                      <a:pt x="4570" y="7909"/>
                      <a:pt x="6399" y="6215"/>
                      <a:pt x="8421" y="4939"/>
                    </a:cubicBezTo>
                    <a:cubicBezTo>
                      <a:pt x="9189" y="4459"/>
                      <a:pt x="9985" y="4035"/>
                      <a:pt x="10799" y="3657"/>
                    </a:cubicBezTo>
                    <a:cubicBezTo>
                      <a:pt x="11663" y="3262"/>
                      <a:pt x="12499" y="2815"/>
                      <a:pt x="13306" y="2324"/>
                    </a:cubicBezTo>
                    <a:cubicBezTo>
                      <a:pt x="14294" y="1731"/>
                      <a:pt x="15249" y="1076"/>
                      <a:pt x="16147" y="353"/>
                    </a:cubicBezTo>
                    <a:cubicBezTo>
                      <a:pt x="16175" y="332"/>
                      <a:pt x="16203" y="308"/>
                      <a:pt x="16230" y="285"/>
                    </a:cubicBezTo>
                    <a:close/>
                    <a:moveTo>
                      <a:pt x="16542" y="1"/>
                    </a:moveTo>
                    <a:cubicBezTo>
                      <a:pt x="16440" y="1"/>
                      <a:pt x="16339" y="1"/>
                      <a:pt x="16237" y="3"/>
                    </a:cubicBezTo>
                    <a:cubicBezTo>
                      <a:pt x="16079" y="3"/>
                      <a:pt x="15977" y="127"/>
                      <a:pt x="15853" y="223"/>
                    </a:cubicBezTo>
                    <a:cubicBezTo>
                      <a:pt x="14938" y="957"/>
                      <a:pt x="13956" y="1613"/>
                      <a:pt x="12945" y="2211"/>
                    </a:cubicBezTo>
                    <a:cubicBezTo>
                      <a:pt x="11414" y="3115"/>
                      <a:pt x="9760" y="3764"/>
                      <a:pt x="8257" y="4713"/>
                    </a:cubicBezTo>
                    <a:cubicBezTo>
                      <a:pt x="6286" y="5955"/>
                      <a:pt x="4508" y="7587"/>
                      <a:pt x="3305" y="9598"/>
                    </a:cubicBezTo>
                    <a:cubicBezTo>
                      <a:pt x="2955" y="10180"/>
                      <a:pt x="2650" y="10801"/>
                      <a:pt x="2463" y="11456"/>
                    </a:cubicBezTo>
                    <a:cubicBezTo>
                      <a:pt x="2057" y="12935"/>
                      <a:pt x="1735" y="14438"/>
                      <a:pt x="1447" y="15945"/>
                    </a:cubicBezTo>
                    <a:cubicBezTo>
                      <a:pt x="859" y="19018"/>
                      <a:pt x="447" y="22124"/>
                      <a:pt x="193" y="25241"/>
                    </a:cubicBezTo>
                    <a:cubicBezTo>
                      <a:pt x="114" y="26190"/>
                      <a:pt x="52" y="27144"/>
                      <a:pt x="7" y="28098"/>
                    </a:cubicBezTo>
                    <a:cubicBezTo>
                      <a:pt x="1" y="28172"/>
                      <a:pt x="74" y="28240"/>
                      <a:pt x="148" y="28240"/>
                    </a:cubicBezTo>
                    <a:lnTo>
                      <a:pt x="39849" y="28240"/>
                    </a:lnTo>
                    <a:cubicBezTo>
                      <a:pt x="39922" y="28240"/>
                      <a:pt x="39990" y="28172"/>
                      <a:pt x="39990" y="28098"/>
                    </a:cubicBezTo>
                    <a:cubicBezTo>
                      <a:pt x="39820" y="24733"/>
                      <a:pt x="39465" y="21378"/>
                      <a:pt x="38922" y="18052"/>
                    </a:cubicBezTo>
                    <a:cubicBezTo>
                      <a:pt x="38601" y="16098"/>
                      <a:pt x="38217" y="14144"/>
                      <a:pt x="37731" y="12218"/>
                    </a:cubicBezTo>
                    <a:cubicBezTo>
                      <a:pt x="37652" y="11902"/>
                      <a:pt x="37567" y="11580"/>
                      <a:pt x="37471" y="11264"/>
                    </a:cubicBezTo>
                    <a:cubicBezTo>
                      <a:pt x="37398" y="10987"/>
                      <a:pt x="37273" y="10716"/>
                      <a:pt x="37155" y="10462"/>
                    </a:cubicBezTo>
                    <a:cubicBezTo>
                      <a:pt x="36833" y="9779"/>
                      <a:pt x="36426" y="9140"/>
                      <a:pt x="35980" y="8542"/>
                    </a:cubicBezTo>
                    <a:cubicBezTo>
                      <a:pt x="34309" y="6322"/>
                      <a:pt x="31993" y="4662"/>
                      <a:pt x="29497" y="3487"/>
                    </a:cubicBezTo>
                    <a:cubicBezTo>
                      <a:pt x="28012" y="2793"/>
                      <a:pt x="26589" y="1991"/>
                      <a:pt x="25239" y="1048"/>
                    </a:cubicBezTo>
                    <a:cubicBezTo>
                      <a:pt x="24866" y="782"/>
                      <a:pt x="24499" y="511"/>
                      <a:pt x="24138" y="223"/>
                    </a:cubicBezTo>
                    <a:cubicBezTo>
                      <a:pt x="24070" y="172"/>
                      <a:pt x="24002" y="110"/>
                      <a:pt x="23929" y="60"/>
                    </a:cubicBezTo>
                    <a:cubicBezTo>
                      <a:pt x="23863" y="9"/>
                      <a:pt x="23792" y="1"/>
                      <a:pt x="23716" y="1"/>
                    </a:cubicBezTo>
                    <a:cubicBezTo>
                      <a:pt x="23681" y="1"/>
                      <a:pt x="23644" y="3"/>
                      <a:pt x="23607" y="3"/>
                    </a:cubicBezTo>
                    <a:lnTo>
                      <a:pt x="17152" y="3"/>
                    </a:lnTo>
                    <a:cubicBezTo>
                      <a:pt x="16949" y="3"/>
                      <a:pt x="16745" y="1"/>
                      <a:pt x="16542"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330" name="Google Shape;1330;p44"/>
            <p:cNvGrpSpPr/>
            <p:nvPr/>
          </p:nvGrpSpPr>
          <p:grpSpPr>
            <a:xfrm flipH="1">
              <a:off x="1669773" y="3367903"/>
              <a:ext cx="1150712" cy="1464791"/>
              <a:chOff x="511450" y="3191125"/>
              <a:chExt cx="999750" cy="1272625"/>
            </a:xfrm>
          </p:grpSpPr>
          <p:sp>
            <p:nvSpPr>
              <p:cNvPr id="1331" name="Google Shape;1331;p44"/>
              <p:cNvSpPr/>
              <p:nvPr/>
            </p:nvSpPr>
            <p:spPr>
              <a:xfrm>
                <a:off x="511450" y="3757725"/>
                <a:ext cx="999750" cy="706025"/>
              </a:xfrm>
              <a:custGeom>
                <a:avLst/>
                <a:gdLst/>
                <a:ahLst/>
                <a:cxnLst/>
                <a:rect l="l" t="t" r="r" b="b"/>
                <a:pathLst>
                  <a:path w="39990" h="28241" extrusionOk="0">
                    <a:moveTo>
                      <a:pt x="23761" y="286"/>
                    </a:moveTo>
                    <a:cubicBezTo>
                      <a:pt x="24470" y="880"/>
                      <a:pt x="25239" y="1409"/>
                      <a:pt x="26018" y="1912"/>
                    </a:cubicBezTo>
                    <a:cubicBezTo>
                      <a:pt x="26831" y="2432"/>
                      <a:pt x="27667" y="2912"/>
                      <a:pt x="28531" y="3347"/>
                    </a:cubicBezTo>
                    <a:cubicBezTo>
                      <a:pt x="29417" y="3787"/>
                      <a:pt x="30315" y="4188"/>
                      <a:pt x="31168" y="4696"/>
                    </a:cubicBezTo>
                    <a:cubicBezTo>
                      <a:pt x="33393" y="6024"/>
                      <a:pt x="35426" y="7842"/>
                      <a:pt x="36668" y="10140"/>
                    </a:cubicBezTo>
                    <a:cubicBezTo>
                      <a:pt x="36877" y="10529"/>
                      <a:pt x="37080" y="10919"/>
                      <a:pt x="37199" y="11336"/>
                    </a:cubicBezTo>
                    <a:lnTo>
                      <a:pt x="37199" y="11336"/>
                    </a:lnTo>
                    <a:cubicBezTo>
                      <a:pt x="37199" y="11336"/>
                      <a:pt x="37199" y="11337"/>
                      <a:pt x="37199" y="11338"/>
                    </a:cubicBezTo>
                    <a:cubicBezTo>
                      <a:pt x="37199" y="11338"/>
                      <a:pt x="37199" y="11338"/>
                      <a:pt x="37199" y="11338"/>
                    </a:cubicBezTo>
                    <a:lnTo>
                      <a:pt x="37199" y="11338"/>
                    </a:lnTo>
                    <a:cubicBezTo>
                      <a:pt x="37199" y="11338"/>
                      <a:pt x="37200" y="11339"/>
                      <a:pt x="37200" y="11339"/>
                    </a:cubicBezTo>
                    <a:lnTo>
                      <a:pt x="37200" y="11339"/>
                    </a:lnTo>
                    <a:cubicBezTo>
                      <a:pt x="37482" y="12293"/>
                      <a:pt x="37696" y="13264"/>
                      <a:pt x="37905" y="14229"/>
                    </a:cubicBezTo>
                    <a:cubicBezTo>
                      <a:pt x="38470" y="16816"/>
                      <a:pt x="38888" y="19436"/>
                      <a:pt x="39198" y="22062"/>
                    </a:cubicBezTo>
                    <a:cubicBezTo>
                      <a:pt x="39430" y="24020"/>
                      <a:pt x="39597" y="25989"/>
                      <a:pt x="39694" y="27958"/>
                    </a:cubicBezTo>
                    <a:lnTo>
                      <a:pt x="295" y="27958"/>
                    </a:lnTo>
                    <a:cubicBezTo>
                      <a:pt x="479" y="24419"/>
                      <a:pt x="861" y="20886"/>
                      <a:pt x="1469" y="17392"/>
                    </a:cubicBezTo>
                    <a:cubicBezTo>
                      <a:pt x="1790" y="15517"/>
                      <a:pt x="2174" y="13647"/>
                      <a:pt x="2660" y="11806"/>
                    </a:cubicBezTo>
                    <a:cubicBezTo>
                      <a:pt x="2835" y="11163"/>
                      <a:pt x="3061" y="10598"/>
                      <a:pt x="3389" y="10011"/>
                    </a:cubicBezTo>
                    <a:cubicBezTo>
                      <a:pt x="4563" y="7910"/>
                      <a:pt x="6399" y="6216"/>
                      <a:pt x="8420" y="4945"/>
                    </a:cubicBezTo>
                    <a:cubicBezTo>
                      <a:pt x="9183" y="4465"/>
                      <a:pt x="9979" y="4041"/>
                      <a:pt x="10798" y="3663"/>
                    </a:cubicBezTo>
                    <a:cubicBezTo>
                      <a:pt x="11656" y="3262"/>
                      <a:pt x="12492" y="2816"/>
                      <a:pt x="13305" y="2330"/>
                    </a:cubicBezTo>
                    <a:cubicBezTo>
                      <a:pt x="14288" y="1732"/>
                      <a:pt x="15248" y="1082"/>
                      <a:pt x="16146" y="359"/>
                    </a:cubicBezTo>
                    <a:cubicBezTo>
                      <a:pt x="16172" y="333"/>
                      <a:pt x="16200" y="310"/>
                      <a:pt x="16229" y="286"/>
                    </a:cubicBezTo>
                    <a:close/>
                    <a:moveTo>
                      <a:pt x="16541" y="1"/>
                    </a:moveTo>
                    <a:cubicBezTo>
                      <a:pt x="16440" y="1"/>
                      <a:pt x="16338" y="2"/>
                      <a:pt x="16236" y="3"/>
                    </a:cubicBezTo>
                    <a:cubicBezTo>
                      <a:pt x="16078" y="9"/>
                      <a:pt x="15977" y="133"/>
                      <a:pt x="15852" y="229"/>
                    </a:cubicBezTo>
                    <a:cubicBezTo>
                      <a:pt x="14937" y="958"/>
                      <a:pt x="13955" y="1619"/>
                      <a:pt x="12944" y="2217"/>
                    </a:cubicBezTo>
                    <a:cubicBezTo>
                      <a:pt x="11414" y="3121"/>
                      <a:pt x="9753" y="3765"/>
                      <a:pt x="8251" y="4719"/>
                    </a:cubicBezTo>
                    <a:cubicBezTo>
                      <a:pt x="6286" y="5961"/>
                      <a:pt x="4501" y="7588"/>
                      <a:pt x="3304" y="9598"/>
                    </a:cubicBezTo>
                    <a:cubicBezTo>
                      <a:pt x="2954" y="10186"/>
                      <a:pt x="2643" y="10801"/>
                      <a:pt x="2463" y="11462"/>
                    </a:cubicBezTo>
                    <a:cubicBezTo>
                      <a:pt x="2056" y="12936"/>
                      <a:pt x="1734" y="14444"/>
                      <a:pt x="1446" y="15946"/>
                    </a:cubicBezTo>
                    <a:cubicBezTo>
                      <a:pt x="859" y="19018"/>
                      <a:pt x="446" y="22124"/>
                      <a:pt x="192" y="25241"/>
                    </a:cubicBezTo>
                    <a:cubicBezTo>
                      <a:pt x="113" y="26196"/>
                      <a:pt x="51" y="27145"/>
                      <a:pt x="6" y="28099"/>
                    </a:cubicBezTo>
                    <a:cubicBezTo>
                      <a:pt x="0" y="28178"/>
                      <a:pt x="74" y="28240"/>
                      <a:pt x="147" y="28240"/>
                    </a:cubicBezTo>
                    <a:lnTo>
                      <a:pt x="39842" y="28240"/>
                    </a:lnTo>
                    <a:cubicBezTo>
                      <a:pt x="39921" y="28240"/>
                      <a:pt x="39989" y="28178"/>
                      <a:pt x="39983" y="28099"/>
                    </a:cubicBezTo>
                    <a:cubicBezTo>
                      <a:pt x="39820" y="24739"/>
                      <a:pt x="39464" y="21384"/>
                      <a:pt x="38922" y="18058"/>
                    </a:cubicBezTo>
                    <a:cubicBezTo>
                      <a:pt x="38600" y="16098"/>
                      <a:pt x="38216" y="14150"/>
                      <a:pt x="37730" y="12224"/>
                    </a:cubicBezTo>
                    <a:cubicBezTo>
                      <a:pt x="37645" y="11902"/>
                      <a:pt x="37566" y="11580"/>
                      <a:pt x="37470" y="11264"/>
                    </a:cubicBezTo>
                    <a:cubicBezTo>
                      <a:pt x="37391" y="10988"/>
                      <a:pt x="37273" y="10722"/>
                      <a:pt x="37148" y="10462"/>
                    </a:cubicBezTo>
                    <a:cubicBezTo>
                      <a:pt x="36832" y="9785"/>
                      <a:pt x="36426" y="9146"/>
                      <a:pt x="35974" y="8542"/>
                    </a:cubicBezTo>
                    <a:cubicBezTo>
                      <a:pt x="34308" y="6323"/>
                      <a:pt x="31992" y="4663"/>
                      <a:pt x="29496" y="3494"/>
                    </a:cubicBezTo>
                    <a:cubicBezTo>
                      <a:pt x="28011" y="2793"/>
                      <a:pt x="26582" y="1991"/>
                      <a:pt x="25238" y="1048"/>
                    </a:cubicBezTo>
                    <a:cubicBezTo>
                      <a:pt x="24866" y="788"/>
                      <a:pt x="24493" y="517"/>
                      <a:pt x="24137" y="229"/>
                    </a:cubicBezTo>
                    <a:cubicBezTo>
                      <a:pt x="24069" y="173"/>
                      <a:pt x="24001" y="111"/>
                      <a:pt x="23928" y="60"/>
                    </a:cubicBezTo>
                    <a:cubicBezTo>
                      <a:pt x="23862" y="10"/>
                      <a:pt x="23791" y="2"/>
                      <a:pt x="23715" y="2"/>
                    </a:cubicBezTo>
                    <a:cubicBezTo>
                      <a:pt x="23680" y="2"/>
                      <a:pt x="23644" y="3"/>
                      <a:pt x="23606" y="3"/>
                    </a:cubicBezTo>
                    <a:lnTo>
                      <a:pt x="17151" y="3"/>
                    </a:lnTo>
                    <a:cubicBezTo>
                      <a:pt x="16948" y="3"/>
                      <a:pt x="16745" y="1"/>
                      <a:pt x="16541"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32" name="Google Shape;1332;p44"/>
              <p:cNvSpPr/>
              <p:nvPr/>
            </p:nvSpPr>
            <p:spPr>
              <a:xfrm>
                <a:off x="916775" y="3306225"/>
                <a:ext cx="335625" cy="458650"/>
              </a:xfrm>
              <a:custGeom>
                <a:avLst/>
                <a:gdLst/>
                <a:ahLst/>
                <a:cxnLst/>
                <a:rect l="l" t="t" r="r" b="b"/>
                <a:pathLst>
                  <a:path w="13425" h="18346" extrusionOk="0">
                    <a:moveTo>
                      <a:pt x="10560" y="355"/>
                    </a:moveTo>
                    <a:cubicBezTo>
                      <a:pt x="11145" y="1137"/>
                      <a:pt x="11448" y="2090"/>
                      <a:pt x="11448" y="3064"/>
                    </a:cubicBezTo>
                    <a:cubicBezTo>
                      <a:pt x="11448" y="3635"/>
                      <a:pt x="11448" y="4205"/>
                      <a:pt x="11448" y="4775"/>
                    </a:cubicBezTo>
                    <a:cubicBezTo>
                      <a:pt x="11448" y="4979"/>
                      <a:pt x="11437" y="5182"/>
                      <a:pt x="11448" y="5385"/>
                    </a:cubicBezTo>
                    <a:cubicBezTo>
                      <a:pt x="11454" y="5464"/>
                      <a:pt x="11487" y="5493"/>
                      <a:pt x="11544" y="5538"/>
                    </a:cubicBezTo>
                    <a:cubicBezTo>
                      <a:pt x="11634" y="5605"/>
                      <a:pt x="11725" y="5679"/>
                      <a:pt x="11809" y="5747"/>
                    </a:cubicBezTo>
                    <a:cubicBezTo>
                      <a:pt x="12075" y="5956"/>
                      <a:pt x="12335" y="6159"/>
                      <a:pt x="12594" y="6368"/>
                    </a:cubicBezTo>
                    <a:cubicBezTo>
                      <a:pt x="12758" y="6498"/>
                      <a:pt x="12984" y="6628"/>
                      <a:pt x="13046" y="6842"/>
                    </a:cubicBezTo>
                    <a:cubicBezTo>
                      <a:pt x="13097" y="7023"/>
                      <a:pt x="13024" y="7215"/>
                      <a:pt x="12888" y="7339"/>
                    </a:cubicBezTo>
                    <a:cubicBezTo>
                      <a:pt x="12764" y="7452"/>
                      <a:pt x="12600" y="7486"/>
                      <a:pt x="12436" y="7486"/>
                    </a:cubicBezTo>
                    <a:lnTo>
                      <a:pt x="11567" y="7486"/>
                    </a:lnTo>
                    <a:cubicBezTo>
                      <a:pt x="11487" y="7486"/>
                      <a:pt x="11431" y="7554"/>
                      <a:pt x="11425" y="7627"/>
                    </a:cubicBezTo>
                    <a:cubicBezTo>
                      <a:pt x="11267" y="9400"/>
                      <a:pt x="10302" y="11044"/>
                      <a:pt x="8833" y="12043"/>
                    </a:cubicBezTo>
                    <a:cubicBezTo>
                      <a:pt x="8421" y="12320"/>
                      <a:pt x="7975" y="12552"/>
                      <a:pt x="7506" y="12721"/>
                    </a:cubicBezTo>
                    <a:cubicBezTo>
                      <a:pt x="7450" y="12744"/>
                      <a:pt x="7404" y="12789"/>
                      <a:pt x="7404" y="12857"/>
                    </a:cubicBezTo>
                    <a:lnTo>
                      <a:pt x="7404" y="14664"/>
                    </a:lnTo>
                    <a:lnTo>
                      <a:pt x="7404" y="17550"/>
                    </a:lnTo>
                    <a:lnTo>
                      <a:pt x="7404" y="18063"/>
                    </a:lnTo>
                    <a:lnTo>
                      <a:pt x="283" y="18063"/>
                    </a:lnTo>
                    <a:lnTo>
                      <a:pt x="283" y="16522"/>
                    </a:lnTo>
                    <a:lnTo>
                      <a:pt x="283" y="13834"/>
                    </a:lnTo>
                    <a:lnTo>
                      <a:pt x="283" y="13218"/>
                    </a:lnTo>
                    <a:lnTo>
                      <a:pt x="283" y="11563"/>
                    </a:lnTo>
                    <a:lnTo>
                      <a:pt x="283" y="10643"/>
                    </a:lnTo>
                    <a:lnTo>
                      <a:pt x="283" y="8480"/>
                    </a:lnTo>
                    <a:lnTo>
                      <a:pt x="283" y="6221"/>
                    </a:lnTo>
                    <a:lnTo>
                      <a:pt x="283" y="5425"/>
                    </a:lnTo>
                    <a:cubicBezTo>
                      <a:pt x="283" y="5353"/>
                      <a:pt x="288" y="5278"/>
                      <a:pt x="290" y="5204"/>
                    </a:cubicBezTo>
                    <a:lnTo>
                      <a:pt x="290" y="5204"/>
                    </a:lnTo>
                    <a:cubicBezTo>
                      <a:pt x="583" y="5290"/>
                      <a:pt x="878" y="5370"/>
                      <a:pt x="1175" y="5430"/>
                    </a:cubicBezTo>
                    <a:cubicBezTo>
                      <a:pt x="1435" y="5487"/>
                      <a:pt x="1712" y="5543"/>
                      <a:pt x="1983" y="5543"/>
                    </a:cubicBezTo>
                    <a:cubicBezTo>
                      <a:pt x="2056" y="5543"/>
                      <a:pt x="2119" y="5476"/>
                      <a:pt x="2124" y="5402"/>
                    </a:cubicBezTo>
                    <a:cubicBezTo>
                      <a:pt x="2135" y="4933"/>
                      <a:pt x="2152" y="4465"/>
                      <a:pt x="2164" y="4002"/>
                    </a:cubicBezTo>
                    <a:cubicBezTo>
                      <a:pt x="2192" y="3262"/>
                      <a:pt x="2215" y="2516"/>
                      <a:pt x="2237" y="1777"/>
                    </a:cubicBezTo>
                    <a:cubicBezTo>
                      <a:pt x="2241" y="1658"/>
                      <a:pt x="2245" y="1536"/>
                      <a:pt x="2249" y="1416"/>
                    </a:cubicBezTo>
                    <a:lnTo>
                      <a:pt x="2249" y="1416"/>
                    </a:lnTo>
                    <a:cubicBezTo>
                      <a:pt x="3183" y="1496"/>
                      <a:pt x="4132" y="1554"/>
                      <a:pt x="5078" y="1554"/>
                    </a:cubicBezTo>
                    <a:cubicBezTo>
                      <a:pt x="6103" y="1554"/>
                      <a:pt x="7126" y="1486"/>
                      <a:pt x="8127" y="1302"/>
                    </a:cubicBezTo>
                    <a:cubicBezTo>
                      <a:pt x="8907" y="1161"/>
                      <a:pt x="9754" y="952"/>
                      <a:pt x="10403" y="478"/>
                    </a:cubicBezTo>
                    <a:cubicBezTo>
                      <a:pt x="10458" y="440"/>
                      <a:pt x="10509" y="399"/>
                      <a:pt x="10560" y="355"/>
                    </a:cubicBezTo>
                    <a:close/>
                    <a:moveTo>
                      <a:pt x="10570" y="1"/>
                    </a:moveTo>
                    <a:cubicBezTo>
                      <a:pt x="10532" y="1"/>
                      <a:pt x="10494" y="15"/>
                      <a:pt x="10471" y="43"/>
                    </a:cubicBezTo>
                    <a:cubicBezTo>
                      <a:pt x="10463" y="52"/>
                      <a:pt x="10457" y="59"/>
                      <a:pt x="10453" y="65"/>
                    </a:cubicBezTo>
                    <a:lnTo>
                      <a:pt x="10453" y="65"/>
                    </a:lnTo>
                    <a:cubicBezTo>
                      <a:pt x="10457" y="60"/>
                      <a:pt x="10460" y="55"/>
                      <a:pt x="10460" y="55"/>
                    </a:cubicBezTo>
                    <a:cubicBezTo>
                      <a:pt x="10459" y="55"/>
                      <a:pt x="10457" y="56"/>
                      <a:pt x="10454" y="60"/>
                    </a:cubicBezTo>
                    <a:cubicBezTo>
                      <a:pt x="10443" y="71"/>
                      <a:pt x="10431" y="82"/>
                      <a:pt x="10420" y="94"/>
                    </a:cubicBezTo>
                    <a:cubicBezTo>
                      <a:pt x="10381" y="138"/>
                      <a:pt x="10332" y="177"/>
                      <a:pt x="10287" y="216"/>
                    </a:cubicBezTo>
                    <a:lnTo>
                      <a:pt x="10287" y="216"/>
                    </a:lnTo>
                    <a:cubicBezTo>
                      <a:pt x="10276" y="224"/>
                      <a:pt x="10261" y="236"/>
                      <a:pt x="10256" y="241"/>
                    </a:cubicBezTo>
                    <a:cubicBezTo>
                      <a:pt x="10234" y="252"/>
                      <a:pt x="10217" y="263"/>
                      <a:pt x="10194" y="280"/>
                    </a:cubicBezTo>
                    <a:cubicBezTo>
                      <a:pt x="10149" y="314"/>
                      <a:pt x="10098" y="342"/>
                      <a:pt x="10047" y="376"/>
                    </a:cubicBezTo>
                    <a:cubicBezTo>
                      <a:pt x="9912" y="449"/>
                      <a:pt x="9771" y="517"/>
                      <a:pt x="9630" y="579"/>
                    </a:cubicBezTo>
                    <a:cubicBezTo>
                      <a:pt x="9596" y="596"/>
                      <a:pt x="9584" y="602"/>
                      <a:pt x="9528" y="625"/>
                    </a:cubicBezTo>
                    <a:cubicBezTo>
                      <a:pt x="9477" y="641"/>
                      <a:pt x="9426" y="664"/>
                      <a:pt x="9381" y="681"/>
                    </a:cubicBezTo>
                    <a:cubicBezTo>
                      <a:pt x="9274" y="721"/>
                      <a:pt x="9172" y="754"/>
                      <a:pt x="9065" y="788"/>
                    </a:cubicBezTo>
                    <a:cubicBezTo>
                      <a:pt x="8805" y="867"/>
                      <a:pt x="8540" y="930"/>
                      <a:pt x="8280" y="986"/>
                    </a:cubicBezTo>
                    <a:cubicBezTo>
                      <a:pt x="7534" y="1138"/>
                      <a:pt x="6772" y="1212"/>
                      <a:pt x="6015" y="1240"/>
                    </a:cubicBezTo>
                    <a:cubicBezTo>
                      <a:pt x="5681" y="1255"/>
                      <a:pt x="5347" y="1261"/>
                      <a:pt x="5012" y="1261"/>
                    </a:cubicBezTo>
                    <a:cubicBezTo>
                      <a:pt x="4044" y="1261"/>
                      <a:pt x="3074" y="1205"/>
                      <a:pt x="2113" y="1122"/>
                    </a:cubicBezTo>
                    <a:cubicBezTo>
                      <a:pt x="2108" y="1121"/>
                      <a:pt x="2103" y="1120"/>
                      <a:pt x="2098" y="1120"/>
                    </a:cubicBezTo>
                    <a:cubicBezTo>
                      <a:pt x="2026" y="1120"/>
                      <a:pt x="1972" y="1194"/>
                      <a:pt x="1972" y="1263"/>
                    </a:cubicBezTo>
                    <a:cubicBezTo>
                      <a:pt x="1955" y="1726"/>
                      <a:pt x="1943" y="2195"/>
                      <a:pt x="1927" y="2663"/>
                    </a:cubicBezTo>
                    <a:cubicBezTo>
                      <a:pt x="1904" y="3403"/>
                      <a:pt x="1881" y="4143"/>
                      <a:pt x="1859" y="4888"/>
                    </a:cubicBezTo>
                    <a:lnTo>
                      <a:pt x="1847" y="5256"/>
                    </a:lnTo>
                    <a:lnTo>
                      <a:pt x="1847" y="5256"/>
                    </a:lnTo>
                    <a:cubicBezTo>
                      <a:pt x="1632" y="5241"/>
                      <a:pt x="1419" y="5196"/>
                      <a:pt x="1209" y="5154"/>
                    </a:cubicBezTo>
                    <a:cubicBezTo>
                      <a:pt x="859" y="5075"/>
                      <a:pt x="520" y="4979"/>
                      <a:pt x="182" y="4871"/>
                    </a:cubicBezTo>
                    <a:cubicBezTo>
                      <a:pt x="169" y="4867"/>
                      <a:pt x="156" y="4866"/>
                      <a:pt x="144" y="4866"/>
                    </a:cubicBezTo>
                    <a:cubicBezTo>
                      <a:pt x="67" y="4866"/>
                      <a:pt x="1" y="4934"/>
                      <a:pt x="1" y="5007"/>
                    </a:cubicBezTo>
                    <a:lnTo>
                      <a:pt x="1" y="5995"/>
                    </a:lnTo>
                    <a:lnTo>
                      <a:pt x="1" y="8186"/>
                    </a:lnTo>
                    <a:lnTo>
                      <a:pt x="1" y="10423"/>
                    </a:lnTo>
                    <a:lnTo>
                      <a:pt x="1" y="11546"/>
                    </a:lnTo>
                    <a:lnTo>
                      <a:pt x="1" y="13150"/>
                    </a:lnTo>
                    <a:lnTo>
                      <a:pt x="1" y="13218"/>
                    </a:lnTo>
                    <a:lnTo>
                      <a:pt x="1" y="14907"/>
                    </a:lnTo>
                    <a:lnTo>
                      <a:pt x="1" y="17589"/>
                    </a:lnTo>
                    <a:lnTo>
                      <a:pt x="1" y="18205"/>
                    </a:lnTo>
                    <a:cubicBezTo>
                      <a:pt x="1" y="18284"/>
                      <a:pt x="63" y="18346"/>
                      <a:pt x="142" y="18346"/>
                    </a:cubicBezTo>
                    <a:lnTo>
                      <a:pt x="7546" y="18346"/>
                    </a:lnTo>
                    <a:cubicBezTo>
                      <a:pt x="7575" y="18346"/>
                      <a:pt x="7600" y="18338"/>
                      <a:pt x="7620" y="18326"/>
                    </a:cubicBezTo>
                    <a:lnTo>
                      <a:pt x="7620" y="18326"/>
                    </a:lnTo>
                    <a:cubicBezTo>
                      <a:pt x="7659" y="18304"/>
                      <a:pt x="7687" y="18264"/>
                      <a:pt x="7687" y="18205"/>
                    </a:cubicBezTo>
                    <a:lnTo>
                      <a:pt x="7687" y="16398"/>
                    </a:lnTo>
                    <a:lnTo>
                      <a:pt x="7687" y="13517"/>
                    </a:lnTo>
                    <a:lnTo>
                      <a:pt x="7687" y="12954"/>
                    </a:lnTo>
                    <a:lnTo>
                      <a:pt x="7687" y="12954"/>
                    </a:lnTo>
                    <a:cubicBezTo>
                      <a:pt x="9390" y="12299"/>
                      <a:pt x="10754" y="10919"/>
                      <a:pt x="11369" y="9197"/>
                    </a:cubicBezTo>
                    <a:cubicBezTo>
                      <a:pt x="11534" y="8734"/>
                      <a:pt x="11642" y="8256"/>
                      <a:pt x="11694" y="7768"/>
                    </a:cubicBezTo>
                    <a:lnTo>
                      <a:pt x="12402" y="7768"/>
                    </a:lnTo>
                    <a:cubicBezTo>
                      <a:pt x="12781" y="7768"/>
                      <a:pt x="13137" y="7616"/>
                      <a:pt x="13283" y="7249"/>
                    </a:cubicBezTo>
                    <a:cubicBezTo>
                      <a:pt x="13425" y="6916"/>
                      <a:pt x="13295" y="6566"/>
                      <a:pt x="13018" y="6345"/>
                    </a:cubicBezTo>
                    <a:cubicBezTo>
                      <a:pt x="12786" y="6165"/>
                      <a:pt x="12555" y="5984"/>
                      <a:pt x="12323" y="5797"/>
                    </a:cubicBezTo>
                    <a:cubicBezTo>
                      <a:pt x="12127" y="5639"/>
                      <a:pt x="11927" y="5485"/>
                      <a:pt x="11730" y="5327"/>
                    </a:cubicBezTo>
                    <a:lnTo>
                      <a:pt x="11730" y="5327"/>
                    </a:lnTo>
                    <a:lnTo>
                      <a:pt x="11730" y="3838"/>
                    </a:lnTo>
                    <a:cubicBezTo>
                      <a:pt x="11730" y="3143"/>
                      <a:pt x="11753" y="2460"/>
                      <a:pt x="11567" y="1777"/>
                    </a:cubicBezTo>
                    <a:cubicBezTo>
                      <a:pt x="11391" y="1144"/>
                      <a:pt x="11081" y="557"/>
                      <a:pt x="10669" y="43"/>
                    </a:cubicBezTo>
                    <a:cubicBezTo>
                      <a:pt x="10646" y="15"/>
                      <a:pt x="10608" y="1"/>
                      <a:pt x="10570"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33" name="Google Shape;1333;p44"/>
              <p:cNvSpPr/>
              <p:nvPr/>
            </p:nvSpPr>
            <p:spPr>
              <a:xfrm>
                <a:off x="748200" y="3191125"/>
                <a:ext cx="458600" cy="407500"/>
              </a:xfrm>
              <a:custGeom>
                <a:avLst/>
                <a:gdLst/>
                <a:ahLst/>
                <a:cxnLst/>
                <a:rect l="l" t="t" r="r" b="b"/>
                <a:pathLst>
                  <a:path w="18344" h="16300" extrusionOk="0">
                    <a:moveTo>
                      <a:pt x="17197" y="4664"/>
                    </a:moveTo>
                    <a:cubicBezTo>
                      <a:pt x="17188" y="4677"/>
                      <a:pt x="17183" y="4681"/>
                      <a:pt x="17183" y="4681"/>
                    </a:cubicBezTo>
                    <a:cubicBezTo>
                      <a:pt x="17182" y="4681"/>
                      <a:pt x="17188" y="4673"/>
                      <a:pt x="17197" y="4664"/>
                    </a:cubicBezTo>
                    <a:close/>
                    <a:moveTo>
                      <a:pt x="17035" y="4812"/>
                    </a:moveTo>
                    <a:cubicBezTo>
                      <a:pt x="17033" y="4813"/>
                      <a:pt x="17031" y="4814"/>
                      <a:pt x="17028" y="4816"/>
                    </a:cubicBezTo>
                    <a:cubicBezTo>
                      <a:pt x="17030" y="4815"/>
                      <a:pt x="17033" y="4814"/>
                      <a:pt x="17035" y="4812"/>
                    </a:cubicBezTo>
                    <a:close/>
                    <a:moveTo>
                      <a:pt x="8794" y="286"/>
                    </a:moveTo>
                    <a:cubicBezTo>
                      <a:pt x="8833" y="286"/>
                      <a:pt x="8873" y="287"/>
                      <a:pt x="8912" y="287"/>
                    </a:cubicBezTo>
                    <a:cubicBezTo>
                      <a:pt x="9720" y="293"/>
                      <a:pt x="10544" y="394"/>
                      <a:pt x="11307" y="660"/>
                    </a:cubicBezTo>
                    <a:cubicBezTo>
                      <a:pt x="11561" y="750"/>
                      <a:pt x="11815" y="858"/>
                      <a:pt x="12030" y="1021"/>
                    </a:cubicBezTo>
                    <a:cubicBezTo>
                      <a:pt x="12346" y="1258"/>
                      <a:pt x="12685" y="1456"/>
                      <a:pt x="13063" y="1580"/>
                    </a:cubicBezTo>
                    <a:cubicBezTo>
                      <a:pt x="13442" y="1705"/>
                      <a:pt x="13843" y="1750"/>
                      <a:pt x="14238" y="1784"/>
                    </a:cubicBezTo>
                    <a:cubicBezTo>
                      <a:pt x="14769" y="1829"/>
                      <a:pt x="15300" y="1846"/>
                      <a:pt x="15830" y="1885"/>
                    </a:cubicBezTo>
                    <a:cubicBezTo>
                      <a:pt x="16175" y="1908"/>
                      <a:pt x="16519" y="1936"/>
                      <a:pt x="16857" y="1970"/>
                    </a:cubicBezTo>
                    <a:lnTo>
                      <a:pt x="16857" y="1970"/>
                    </a:lnTo>
                    <a:cubicBezTo>
                      <a:pt x="16857" y="1970"/>
                      <a:pt x="16858" y="1970"/>
                      <a:pt x="16858" y="1970"/>
                    </a:cubicBezTo>
                    <a:cubicBezTo>
                      <a:pt x="17304" y="2015"/>
                      <a:pt x="17863" y="2162"/>
                      <a:pt x="17988" y="2636"/>
                    </a:cubicBezTo>
                    <a:cubicBezTo>
                      <a:pt x="18089" y="2992"/>
                      <a:pt x="17942" y="3404"/>
                      <a:pt x="17784" y="3738"/>
                    </a:cubicBezTo>
                    <a:cubicBezTo>
                      <a:pt x="17638" y="4037"/>
                      <a:pt x="17457" y="4319"/>
                      <a:pt x="17259" y="4590"/>
                    </a:cubicBezTo>
                    <a:cubicBezTo>
                      <a:pt x="17253" y="4596"/>
                      <a:pt x="17242" y="4607"/>
                      <a:pt x="17237" y="4613"/>
                    </a:cubicBezTo>
                    <a:cubicBezTo>
                      <a:pt x="17235" y="4616"/>
                      <a:pt x="17234" y="4617"/>
                      <a:pt x="17234" y="4617"/>
                    </a:cubicBezTo>
                    <a:cubicBezTo>
                      <a:pt x="17235" y="4617"/>
                      <a:pt x="17245" y="4603"/>
                      <a:pt x="17247" y="4603"/>
                    </a:cubicBezTo>
                    <a:cubicBezTo>
                      <a:pt x="17247" y="4603"/>
                      <a:pt x="17246" y="4606"/>
                      <a:pt x="17242" y="4613"/>
                    </a:cubicBezTo>
                    <a:cubicBezTo>
                      <a:pt x="17231" y="4624"/>
                      <a:pt x="17225" y="4636"/>
                      <a:pt x="17214" y="4641"/>
                    </a:cubicBezTo>
                    <a:cubicBezTo>
                      <a:pt x="17207" y="4650"/>
                      <a:pt x="17202" y="4658"/>
                      <a:pt x="17197" y="4664"/>
                    </a:cubicBezTo>
                    <a:lnTo>
                      <a:pt x="17197" y="4664"/>
                    </a:lnTo>
                    <a:cubicBezTo>
                      <a:pt x="17183" y="4679"/>
                      <a:pt x="17173" y="4693"/>
                      <a:pt x="17157" y="4703"/>
                    </a:cubicBezTo>
                    <a:cubicBezTo>
                      <a:pt x="17129" y="4737"/>
                      <a:pt x="17095" y="4765"/>
                      <a:pt x="17061" y="4794"/>
                    </a:cubicBezTo>
                    <a:cubicBezTo>
                      <a:pt x="17053" y="4798"/>
                      <a:pt x="17044" y="4806"/>
                      <a:pt x="17035" y="4812"/>
                    </a:cubicBezTo>
                    <a:lnTo>
                      <a:pt x="17035" y="4812"/>
                    </a:lnTo>
                    <a:cubicBezTo>
                      <a:pt x="17040" y="4809"/>
                      <a:pt x="17042" y="4808"/>
                      <a:pt x="17042" y="4808"/>
                    </a:cubicBezTo>
                    <a:cubicBezTo>
                      <a:pt x="17043" y="4808"/>
                      <a:pt x="17031" y="4817"/>
                      <a:pt x="17016" y="4828"/>
                    </a:cubicBezTo>
                    <a:cubicBezTo>
                      <a:pt x="16988" y="4850"/>
                      <a:pt x="16960" y="4873"/>
                      <a:pt x="16926" y="4890"/>
                    </a:cubicBezTo>
                    <a:cubicBezTo>
                      <a:pt x="16751" y="5008"/>
                      <a:pt x="16565" y="5104"/>
                      <a:pt x="16373" y="5183"/>
                    </a:cubicBezTo>
                    <a:cubicBezTo>
                      <a:pt x="16339" y="5200"/>
                      <a:pt x="16350" y="5195"/>
                      <a:pt x="16299" y="5217"/>
                    </a:cubicBezTo>
                    <a:cubicBezTo>
                      <a:pt x="16265" y="5229"/>
                      <a:pt x="16231" y="5245"/>
                      <a:pt x="16197" y="5257"/>
                    </a:cubicBezTo>
                    <a:cubicBezTo>
                      <a:pt x="16124" y="5285"/>
                      <a:pt x="16051" y="5313"/>
                      <a:pt x="15972" y="5336"/>
                    </a:cubicBezTo>
                    <a:cubicBezTo>
                      <a:pt x="15802" y="5392"/>
                      <a:pt x="15627" y="5443"/>
                      <a:pt x="15452" y="5488"/>
                    </a:cubicBezTo>
                    <a:cubicBezTo>
                      <a:pt x="15000" y="5607"/>
                      <a:pt x="14537" y="5686"/>
                      <a:pt x="14074" y="5742"/>
                    </a:cubicBezTo>
                    <a:cubicBezTo>
                      <a:pt x="13324" y="5834"/>
                      <a:pt x="12567" y="5870"/>
                      <a:pt x="11809" y="5870"/>
                    </a:cubicBezTo>
                    <a:cubicBezTo>
                      <a:pt x="11066" y="5870"/>
                      <a:pt x="10323" y="5835"/>
                      <a:pt x="9584" y="5782"/>
                    </a:cubicBezTo>
                    <a:cubicBezTo>
                      <a:pt x="9342" y="5765"/>
                      <a:pt x="9099" y="5748"/>
                      <a:pt x="8856" y="5726"/>
                    </a:cubicBezTo>
                    <a:cubicBezTo>
                      <a:pt x="8851" y="5725"/>
                      <a:pt x="8846" y="5724"/>
                      <a:pt x="8841" y="5724"/>
                    </a:cubicBezTo>
                    <a:cubicBezTo>
                      <a:pt x="8769" y="5724"/>
                      <a:pt x="8715" y="5798"/>
                      <a:pt x="8715" y="5867"/>
                    </a:cubicBezTo>
                    <a:cubicBezTo>
                      <a:pt x="8698" y="6330"/>
                      <a:pt x="8686" y="6799"/>
                      <a:pt x="8670" y="7267"/>
                    </a:cubicBezTo>
                    <a:cubicBezTo>
                      <a:pt x="8647" y="8007"/>
                      <a:pt x="8624" y="8747"/>
                      <a:pt x="8602" y="9492"/>
                    </a:cubicBezTo>
                    <a:lnTo>
                      <a:pt x="8590" y="9860"/>
                    </a:lnTo>
                    <a:lnTo>
                      <a:pt x="8590" y="9860"/>
                    </a:lnTo>
                    <a:cubicBezTo>
                      <a:pt x="8375" y="9845"/>
                      <a:pt x="8162" y="9800"/>
                      <a:pt x="7952" y="9758"/>
                    </a:cubicBezTo>
                    <a:cubicBezTo>
                      <a:pt x="7602" y="9679"/>
                      <a:pt x="7263" y="9583"/>
                      <a:pt x="6925" y="9475"/>
                    </a:cubicBezTo>
                    <a:cubicBezTo>
                      <a:pt x="6912" y="9471"/>
                      <a:pt x="6899" y="9470"/>
                      <a:pt x="6887" y="9470"/>
                    </a:cubicBezTo>
                    <a:cubicBezTo>
                      <a:pt x="6810" y="9470"/>
                      <a:pt x="6744" y="9538"/>
                      <a:pt x="6744" y="9611"/>
                    </a:cubicBezTo>
                    <a:lnTo>
                      <a:pt x="6744" y="11825"/>
                    </a:lnTo>
                    <a:lnTo>
                      <a:pt x="6744" y="15343"/>
                    </a:lnTo>
                    <a:lnTo>
                      <a:pt x="6744" y="15939"/>
                    </a:lnTo>
                    <a:lnTo>
                      <a:pt x="6744" y="15939"/>
                    </a:lnTo>
                    <a:cubicBezTo>
                      <a:pt x="6623" y="15884"/>
                      <a:pt x="6505" y="15824"/>
                      <a:pt x="6388" y="15761"/>
                    </a:cubicBezTo>
                    <a:cubicBezTo>
                      <a:pt x="5936" y="15512"/>
                      <a:pt x="5501" y="15219"/>
                      <a:pt x="5100" y="14891"/>
                    </a:cubicBezTo>
                    <a:cubicBezTo>
                      <a:pt x="5090" y="14883"/>
                      <a:pt x="5079" y="14876"/>
                      <a:pt x="5067" y="14871"/>
                    </a:cubicBezTo>
                    <a:lnTo>
                      <a:pt x="5067" y="14871"/>
                    </a:lnTo>
                    <a:cubicBezTo>
                      <a:pt x="5069" y="14870"/>
                      <a:pt x="5071" y="14869"/>
                      <a:pt x="5072" y="14869"/>
                    </a:cubicBezTo>
                    <a:cubicBezTo>
                      <a:pt x="4767" y="14682"/>
                      <a:pt x="4479" y="14473"/>
                      <a:pt x="4214" y="14242"/>
                    </a:cubicBezTo>
                    <a:cubicBezTo>
                      <a:pt x="4084" y="14129"/>
                      <a:pt x="3954" y="14004"/>
                      <a:pt x="3830" y="13880"/>
                    </a:cubicBezTo>
                    <a:cubicBezTo>
                      <a:pt x="3773" y="13824"/>
                      <a:pt x="3722" y="13756"/>
                      <a:pt x="3660" y="13705"/>
                    </a:cubicBezTo>
                    <a:cubicBezTo>
                      <a:pt x="3615" y="13660"/>
                      <a:pt x="3553" y="13632"/>
                      <a:pt x="3502" y="13598"/>
                    </a:cubicBezTo>
                    <a:cubicBezTo>
                      <a:pt x="3096" y="13344"/>
                      <a:pt x="2740" y="13011"/>
                      <a:pt x="2429" y="12649"/>
                    </a:cubicBezTo>
                    <a:cubicBezTo>
                      <a:pt x="1723" y="11836"/>
                      <a:pt x="1204" y="10853"/>
                      <a:pt x="854" y="9842"/>
                    </a:cubicBezTo>
                    <a:cubicBezTo>
                      <a:pt x="526" y="8894"/>
                      <a:pt x="317" y="7860"/>
                      <a:pt x="436" y="6861"/>
                    </a:cubicBezTo>
                    <a:cubicBezTo>
                      <a:pt x="492" y="6381"/>
                      <a:pt x="650" y="5912"/>
                      <a:pt x="893" y="5500"/>
                    </a:cubicBezTo>
                    <a:cubicBezTo>
                      <a:pt x="1108" y="5133"/>
                      <a:pt x="1407" y="4839"/>
                      <a:pt x="1752" y="4590"/>
                    </a:cubicBezTo>
                    <a:cubicBezTo>
                      <a:pt x="2113" y="4336"/>
                      <a:pt x="2497" y="4116"/>
                      <a:pt x="2853" y="3851"/>
                    </a:cubicBezTo>
                    <a:cubicBezTo>
                      <a:pt x="3327" y="3495"/>
                      <a:pt x="3745" y="3077"/>
                      <a:pt x="4101" y="2603"/>
                    </a:cubicBezTo>
                    <a:cubicBezTo>
                      <a:pt x="4287" y="2360"/>
                      <a:pt x="4434" y="2094"/>
                      <a:pt x="4626" y="1857"/>
                    </a:cubicBezTo>
                    <a:cubicBezTo>
                      <a:pt x="4762" y="1688"/>
                      <a:pt x="4914" y="1530"/>
                      <a:pt x="5083" y="1388"/>
                    </a:cubicBezTo>
                    <a:cubicBezTo>
                      <a:pt x="5411" y="1112"/>
                      <a:pt x="5795" y="897"/>
                      <a:pt x="6196" y="733"/>
                    </a:cubicBezTo>
                    <a:cubicBezTo>
                      <a:pt x="7018" y="409"/>
                      <a:pt x="7912" y="286"/>
                      <a:pt x="8794" y="286"/>
                    </a:cubicBezTo>
                    <a:close/>
                    <a:moveTo>
                      <a:pt x="8785" y="0"/>
                    </a:moveTo>
                    <a:cubicBezTo>
                      <a:pt x="8056" y="0"/>
                      <a:pt x="7319" y="87"/>
                      <a:pt x="6620" y="293"/>
                    </a:cubicBezTo>
                    <a:cubicBezTo>
                      <a:pt x="5739" y="553"/>
                      <a:pt x="4908" y="1016"/>
                      <a:pt x="4349" y="1755"/>
                    </a:cubicBezTo>
                    <a:cubicBezTo>
                      <a:pt x="4152" y="2015"/>
                      <a:pt x="3988" y="2303"/>
                      <a:pt x="3779" y="2557"/>
                    </a:cubicBezTo>
                    <a:cubicBezTo>
                      <a:pt x="3581" y="2806"/>
                      <a:pt x="3367" y="3037"/>
                      <a:pt x="3135" y="3252"/>
                    </a:cubicBezTo>
                    <a:cubicBezTo>
                      <a:pt x="2774" y="3585"/>
                      <a:pt x="2367" y="3851"/>
                      <a:pt x="1955" y="4116"/>
                    </a:cubicBezTo>
                    <a:cubicBezTo>
                      <a:pt x="1599" y="4348"/>
                      <a:pt x="1243" y="4590"/>
                      <a:pt x="967" y="4912"/>
                    </a:cubicBezTo>
                    <a:cubicBezTo>
                      <a:pt x="628" y="5302"/>
                      <a:pt x="402" y="5776"/>
                      <a:pt x="266" y="6268"/>
                    </a:cubicBezTo>
                    <a:cubicBezTo>
                      <a:pt x="1" y="7222"/>
                      <a:pt x="125" y="8267"/>
                      <a:pt x="368" y="9210"/>
                    </a:cubicBezTo>
                    <a:cubicBezTo>
                      <a:pt x="645" y="10283"/>
                      <a:pt x="1108" y="11316"/>
                      <a:pt x="1746" y="12226"/>
                    </a:cubicBezTo>
                    <a:cubicBezTo>
                      <a:pt x="2040" y="12649"/>
                      <a:pt x="2378" y="13056"/>
                      <a:pt x="2768" y="13400"/>
                    </a:cubicBezTo>
                    <a:cubicBezTo>
                      <a:pt x="2949" y="13558"/>
                      <a:pt x="3141" y="13705"/>
                      <a:pt x="3344" y="13835"/>
                    </a:cubicBezTo>
                    <a:cubicBezTo>
                      <a:pt x="3395" y="13869"/>
                      <a:pt x="3446" y="13897"/>
                      <a:pt x="3491" y="13931"/>
                    </a:cubicBezTo>
                    <a:cubicBezTo>
                      <a:pt x="3559" y="13993"/>
                      <a:pt x="3621" y="14072"/>
                      <a:pt x="3689" y="14134"/>
                    </a:cubicBezTo>
                    <a:cubicBezTo>
                      <a:pt x="3813" y="14259"/>
                      <a:pt x="3943" y="14383"/>
                      <a:pt x="4078" y="14496"/>
                    </a:cubicBezTo>
                    <a:cubicBezTo>
                      <a:pt x="4343" y="14721"/>
                      <a:pt x="4630" y="14930"/>
                      <a:pt x="4929" y="15110"/>
                    </a:cubicBezTo>
                    <a:lnTo>
                      <a:pt x="4929" y="15110"/>
                    </a:lnTo>
                    <a:cubicBezTo>
                      <a:pt x="5509" y="15582"/>
                      <a:pt x="6150" y="16019"/>
                      <a:pt x="6845" y="16292"/>
                    </a:cubicBezTo>
                    <a:cubicBezTo>
                      <a:pt x="6859" y="16297"/>
                      <a:pt x="6873" y="16299"/>
                      <a:pt x="6887" y="16299"/>
                    </a:cubicBezTo>
                    <a:cubicBezTo>
                      <a:pt x="6962" y="16299"/>
                      <a:pt x="7026" y="16228"/>
                      <a:pt x="7026" y="16156"/>
                    </a:cubicBezTo>
                    <a:lnTo>
                      <a:pt x="7026" y="13948"/>
                    </a:lnTo>
                    <a:lnTo>
                      <a:pt x="7026" y="10424"/>
                    </a:lnTo>
                    <a:lnTo>
                      <a:pt x="7026" y="9806"/>
                    </a:lnTo>
                    <a:lnTo>
                      <a:pt x="7026" y="9806"/>
                    </a:lnTo>
                    <a:cubicBezTo>
                      <a:pt x="7322" y="9893"/>
                      <a:pt x="7618" y="9973"/>
                      <a:pt x="7918" y="10034"/>
                    </a:cubicBezTo>
                    <a:cubicBezTo>
                      <a:pt x="8178" y="10091"/>
                      <a:pt x="8455" y="10147"/>
                      <a:pt x="8726" y="10147"/>
                    </a:cubicBezTo>
                    <a:cubicBezTo>
                      <a:pt x="8799" y="10147"/>
                      <a:pt x="8862" y="10080"/>
                      <a:pt x="8867" y="10006"/>
                    </a:cubicBezTo>
                    <a:cubicBezTo>
                      <a:pt x="8878" y="9537"/>
                      <a:pt x="8895" y="9069"/>
                      <a:pt x="8907" y="8606"/>
                    </a:cubicBezTo>
                    <a:cubicBezTo>
                      <a:pt x="8935" y="7866"/>
                      <a:pt x="8958" y="7120"/>
                      <a:pt x="8980" y="6381"/>
                    </a:cubicBezTo>
                    <a:cubicBezTo>
                      <a:pt x="8984" y="6262"/>
                      <a:pt x="8988" y="6140"/>
                      <a:pt x="8992" y="6020"/>
                    </a:cubicBezTo>
                    <a:lnTo>
                      <a:pt x="8992" y="6020"/>
                    </a:lnTo>
                    <a:cubicBezTo>
                      <a:pt x="9912" y="6100"/>
                      <a:pt x="10840" y="6154"/>
                      <a:pt x="11767" y="6154"/>
                    </a:cubicBezTo>
                    <a:cubicBezTo>
                      <a:pt x="12439" y="6154"/>
                      <a:pt x="13111" y="6126"/>
                      <a:pt x="13780" y="6059"/>
                    </a:cubicBezTo>
                    <a:cubicBezTo>
                      <a:pt x="14656" y="5968"/>
                      <a:pt x="15548" y="5822"/>
                      <a:pt x="16367" y="5494"/>
                    </a:cubicBezTo>
                    <a:cubicBezTo>
                      <a:pt x="16711" y="5353"/>
                      <a:pt x="17073" y="5183"/>
                      <a:pt x="17338" y="4924"/>
                    </a:cubicBezTo>
                    <a:cubicBezTo>
                      <a:pt x="17361" y="4907"/>
                      <a:pt x="17378" y="4884"/>
                      <a:pt x="17395" y="4867"/>
                    </a:cubicBezTo>
                    <a:cubicBezTo>
                      <a:pt x="17404" y="4857"/>
                      <a:pt x="17414" y="4844"/>
                      <a:pt x="17424" y="4833"/>
                    </a:cubicBezTo>
                    <a:lnTo>
                      <a:pt x="17424" y="4833"/>
                    </a:lnTo>
                    <a:cubicBezTo>
                      <a:pt x="17419" y="4838"/>
                      <a:pt x="17416" y="4842"/>
                      <a:pt x="17416" y="4842"/>
                    </a:cubicBezTo>
                    <a:lnTo>
                      <a:pt x="17416" y="4842"/>
                    </a:lnTo>
                    <a:cubicBezTo>
                      <a:pt x="17416" y="4842"/>
                      <a:pt x="17419" y="4838"/>
                      <a:pt x="17429" y="4828"/>
                    </a:cubicBezTo>
                    <a:lnTo>
                      <a:pt x="17429" y="4828"/>
                    </a:lnTo>
                    <a:cubicBezTo>
                      <a:pt x="17427" y="4829"/>
                      <a:pt x="17425" y="4831"/>
                      <a:pt x="17424" y="4833"/>
                    </a:cubicBezTo>
                    <a:lnTo>
                      <a:pt x="17424" y="4833"/>
                    </a:lnTo>
                    <a:cubicBezTo>
                      <a:pt x="17431" y="4823"/>
                      <a:pt x="17443" y="4807"/>
                      <a:pt x="17446" y="4799"/>
                    </a:cubicBezTo>
                    <a:cubicBezTo>
                      <a:pt x="17649" y="4545"/>
                      <a:pt x="17830" y="4269"/>
                      <a:pt x="17976" y="3980"/>
                    </a:cubicBezTo>
                    <a:cubicBezTo>
                      <a:pt x="18168" y="3608"/>
                      <a:pt x="18343" y="3167"/>
                      <a:pt x="18293" y="2738"/>
                    </a:cubicBezTo>
                    <a:cubicBezTo>
                      <a:pt x="18236" y="2224"/>
                      <a:pt x="17846" y="1914"/>
                      <a:pt x="17372" y="1778"/>
                    </a:cubicBezTo>
                    <a:cubicBezTo>
                      <a:pt x="17203" y="1733"/>
                      <a:pt x="17034" y="1705"/>
                      <a:pt x="16859" y="1688"/>
                    </a:cubicBezTo>
                    <a:lnTo>
                      <a:pt x="16859" y="1688"/>
                    </a:lnTo>
                    <a:cubicBezTo>
                      <a:pt x="16859" y="1688"/>
                      <a:pt x="16859" y="1688"/>
                      <a:pt x="16858" y="1688"/>
                    </a:cubicBezTo>
                    <a:cubicBezTo>
                      <a:pt x="16214" y="1626"/>
                      <a:pt x="15565" y="1586"/>
                      <a:pt x="14915" y="1546"/>
                    </a:cubicBezTo>
                    <a:cubicBezTo>
                      <a:pt x="14469" y="1524"/>
                      <a:pt x="14023" y="1501"/>
                      <a:pt x="13583" y="1417"/>
                    </a:cubicBezTo>
                    <a:cubicBezTo>
                      <a:pt x="13210" y="1349"/>
                      <a:pt x="12860" y="1225"/>
                      <a:pt x="12538" y="1027"/>
                    </a:cubicBezTo>
                    <a:cubicBezTo>
                      <a:pt x="12261" y="863"/>
                      <a:pt x="12030" y="654"/>
                      <a:pt x="11730" y="524"/>
                    </a:cubicBezTo>
                    <a:cubicBezTo>
                      <a:pt x="11008" y="208"/>
                      <a:pt x="10206" y="78"/>
                      <a:pt x="9421" y="22"/>
                    </a:cubicBezTo>
                    <a:cubicBezTo>
                      <a:pt x="9210" y="8"/>
                      <a:pt x="8998" y="0"/>
                      <a:pt x="8785"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481"/>
        <p:cNvGrpSpPr/>
        <p:nvPr/>
      </p:nvGrpSpPr>
      <p:grpSpPr>
        <a:xfrm>
          <a:off x="0" y="0"/>
          <a:ext cx="0" cy="0"/>
          <a:chOff x="0" y="0"/>
          <a:chExt cx="0" cy="0"/>
        </a:xfrm>
      </p:grpSpPr>
      <p:grpSp>
        <p:nvGrpSpPr>
          <p:cNvPr id="1484" name="Google Shape;1484;p49"/>
          <p:cNvGrpSpPr/>
          <p:nvPr/>
        </p:nvGrpSpPr>
        <p:grpSpPr>
          <a:xfrm>
            <a:off x="-596800" y="1693072"/>
            <a:ext cx="3496756" cy="3139622"/>
            <a:chOff x="-596800" y="1693072"/>
            <a:chExt cx="3496756" cy="3139622"/>
          </a:xfrm>
        </p:grpSpPr>
        <p:grpSp>
          <p:nvGrpSpPr>
            <p:cNvPr id="1485" name="Google Shape;1485;p49"/>
            <p:cNvGrpSpPr/>
            <p:nvPr/>
          </p:nvGrpSpPr>
          <p:grpSpPr>
            <a:xfrm>
              <a:off x="-596800" y="1693072"/>
              <a:ext cx="2249238" cy="3139596"/>
              <a:chOff x="2034250" y="3068250"/>
              <a:chExt cx="999750" cy="1395500"/>
            </a:xfrm>
          </p:grpSpPr>
          <p:sp>
            <p:nvSpPr>
              <p:cNvPr id="1486" name="Google Shape;1486;p49"/>
              <p:cNvSpPr/>
              <p:nvPr/>
            </p:nvSpPr>
            <p:spPr>
              <a:xfrm>
                <a:off x="2439725" y="3414150"/>
                <a:ext cx="310600" cy="350175"/>
              </a:xfrm>
              <a:custGeom>
                <a:avLst/>
                <a:gdLst/>
                <a:ahLst/>
                <a:cxnLst/>
                <a:rect l="l" t="t" r="r" b="b"/>
                <a:pathLst>
                  <a:path w="12424" h="14007" extrusionOk="0">
                    <a:moveTo>
                      <a:pt x="1001" y="2863"/>
                    </a:moveTo>
                    <a:lnTo>
                      <a:pt x="1001" y="2863"/>
                    </a:lnTo>
                    <a:cubicBezTo>
                      <a:pt x="1002" y="2874"/>
                      <a:pt x="1002" y="2878"/>
                      <a:pt x="1002" y="2878"/>
                    </a:cubicBezTo>
                    <a:cubicBezTo>
                      <a:pt x="1001" y="2878"/>
                      <a:pt x="1000" y="2871"/>
                      <a:pt x="1001" y="2863"/>
                    </a:cubicBezTo>
                    <a:close/>
                    <a:moveTo>
                      <a:pt x="9480" y="289"/>
                    </a:moveTo>
                    <a:cubicBezTo>
                      <a:pt x="9699" y="674"/>
                      <a:pt x="9887" y="1078"/>
                      <a:pt x="10036" y="1497"/>
                    </a:cubicBezTo>
                    <a:cubicBezTo>
                      <a:pt x="10115" y="1723"/>
                      <a:pt x="10183" y="1955"/>
                      <a:pt x="10239" y="2186"/>
                    </a:cubicBezTo>
                    <a:cubicBezTo>
                      <a:pt x="10268" y="2299"/>
                      <a:pt x="10290" y="2424"/>
                      <a:pt x="10318" y="2537"/>
                    </a:cubicBezTo>
                    <a:cubicBezTo>
                      <a:pt x="10330" y="2576"/>
                      <a:pt x="10341" y="2604"/>
                      <a:pt x="10369" y="2627"/>
                    </a:cubicBezTo>
                    <a:cubicBezTo>
                      <a:pt x="10488" y="2740"/>
                      <a:pt x="10629" y="2836"/>
                      <a:pt x="10759" y="2938"/>
                    </a:cubicBezTo>
                    <a:cubicBezTo>
                      <a:pt x="10962" y="3096"/>
                      <a:pt x="11171" y="3259"/>
                      <a:pt x="11374" y="3423"/>
                    </a:cubicBezTo>
                    <a:cubicBezTo>
                      <a:pt x="11499" y="3525"/>
                      <a:pt x="11623" y="3621"/>
                      <a:pt x="11747" y="3722"/>
                    </a:cubicBezTo>
                    <a:cubicBezTo>
                      <a:pt x="11911" y="3852"/>
                      <a:pt x="11990" y="4050"/>
                      <a:pt x="11900" y="4248"/>
                    </a:cubicBezTo>
                    <a:cubicBezTo>
                      <a:pt x="11809" y="4434"/>
                      <a:pt x="11617" y="4530"/>
                      <a:pt x="11414" y="4536"/>
                    </a:cubicBezTo>
                    <a:lnTo>
                      <a:pt x="10573" y="4536"/>
                    </a:lnTo>
                    <a:cubicBezTo>
                      <a:pt x="10488" y="4536"/>
                      <a:pt x="10437" y="4598"/>
                      <a:pt x="10431" y="4677"/>
                    </a:cubicBezTo>
                    <a:cubicBezTo>
                      <a:pt x="10245" y="6258"/>
                      <a:pt x="9370" y="7726"/>
                      <a:pt x="8054" y="8636"/>
                    </a:cubicBezTo>
                    <a:cubicBezTo>
                      <a:pt x="7687" y="8890"/>
                      <a:pt x="7291" y="9099"/>
                      <a:pt x="6879" y="9257"/>
                    </a:cubicBezTo>
                    <a:cubicBezTo>
                      <a:pt x="6817" y="9279"/>
                      <a:pt x="6772" y="9330"/>
                      <a:pt x="6772" y="9398"/>
                    </a:cubicBezTo>
                    <a:lnTo>
                      <a:pt x="6772" y="10900"/>
                    </a:lnTo>
                    <a:lnTo>
                      <a:pt x="6772" y="13312"/>
                    </a:lnTo>
                    <a:lnTo>
                      <a:pt x="6772" y="13724"/>
                    </a:lnTo>
                    <a:lnTo>
                      <a:pt x="300" y="13724"/>
                    </a:lnTo>
                    <a:lnTo>
                      <a:pt x="300" y="12301"/>
                    </a:lnTo>
                    <a:lnTo>
                      <a:pt x="300" y="10047"/>
                    </a:lnTo>
                    <a:lnTo>
                      <a:pt x="300" y="9076"/>
                    </a:lnTo>
                    <a:lnTo>
                      <a:pt x="300" y="6648"/>
                    </a:lnTo>
                    <a:lnTo>
                      <a:pt x="300" y="5756"/>
                    </a:lnTo>
                    <a:cubicBezTo>
                      <a:pt x="300" y="5702"/>
                      <a:pt x="310" y="5644"/>
                      <a:pt x="302" y="5589"/>
                    </a:cubicBezTo>
                    <a:lnTo>
                      <a:pt x="302" y="5589"/>
                    </a:lnTo>
                    <a:cubicBezTo>
                      <a:pt x="317" y="5567"/>
                      <a:pt x="323" y="5529"/>
                      <a:pt x="334" y="5501"/>
                    </a:cubicBezTo>
                    <a:cubicBezTo>
                      <a:pt x="588" y="4807"/>
                      <a:pt x="842" y="4112"/>
                      <a:pt x="1096" y="3423"/>
                    </a:cubicBezTo>
                    <a:cubicBezTo>
                      <a:pt x="1141" y="3293"/>
                      <a:pt x="1187" y="3163"/>
                      <a:pt x="1237" y="3039"/>
                    </a:cubicBezTo>
                    <a:cubicBezTo>
                      <a:pt x="1254" y="2988"/>
                      <a:pt x="1277" y="2932"/>
                      <a:pt x="1283" y="2881"/>
                    </a:cubicBezTo>
                    <a:cubicBezTo>
                      <a:pt x="1294" y="2678"/>
                      <a:pt x="1283" y="2474"/>
                      <a:pt x="1300" y="2271"/>
                    </a:cubicBezTo>
                    <a:cubicBezTo>
                      <a:pt x="1379" y="1537"/>
                      <a:pt x="1701" y="712"/>
                      <a:pt x="2531" y="616"/>
                    </a:cubicBezTo>
                    <a:cubicBezTo>
                      <a:pt x="2886" y="577"/>
                      <a:pt x="3242" y="560"/>
                      <a:pt x="3598" y="543"/>
                    </a:cubicBezTo>
                    <a:cubicBezTo>
                      <a:pt x="4135" y="520"/>
                      <a:pt x="4665" y="498"/>
                      <a:pt x="5196" y="475"/>
                    </a:cubicBezTo>
                    <a:cubicBezTo>
                      <a:pt x="6399" y="430"/>
                      <a:pt x="7602" y="396"/>
                      <a:pt x="8805" y="328"/>
                    </a:cubicBezTo>
                    <a:cubicBezTo>
                      <a:pt x="9027" y="318"/>
                      <a:pt x="9253" y="304"/>
                      <a:pt x="9480" y="289"/>
                    </a:cubicBezTo>
                    <a:close/>
                    <a:moveTo>
                      <a:pt x="9572" y="0"/>
                    </a:moveTo>
                    <a:cubicBezTo>
                      <a:pt x="9568" y="0"/>
                      <a:pt x="9565" y="0"/>
                      <a:pt x="9562" y="1"/>
                    </a:cubicBezTo>
                    <a:cubicBezTo>
                      <a:pt x="8387" y="80"/>
                      <a:pt x="7212" y="119"/>
                      <a:pt x="6038" y="165"/>
                    </a:cubicBezTo>
                    <a:cubicBezTo>
                      <a:pt x="4999" y="204"/>
                      <a:pt x="3959" y="227"/>
                      <a:pt x="2920" y="300"/>
                    </a:cubicBezTo>
                    <a:cubicBezTo>
                      <a:pt x="2548" y="328"/>
                      <a:pt x="2169" y="351"/>
                      <a:pt x="1847" y="566"/>
                    </a:cubicBezTo>
                    <a:cubicBezTo>
                      <a:pt x="1497" y="803"/>
                      <a:pt x="1283" y="1176"/>
                      <a:pt x="1158" y="1571"/>
                    </a:cubicBezTo>
                    <a:cubicBezTo>
                      <a:pt x="1051" y="1898"/>
                      <a:pt x="1006" y="2249"/>
                      <a:pt x="1000" y="2599"/>
                    </a:cubicBezTo>
                    <a:cubicBezTo>
                      <a:pt x="995" y="2682"/>
                      <a:pt x="989" y="2771"/>
                      <a:pt x="1000" y="2855"/>
                    </a:cubicBezTo>
                    <a:lnTo>
                      <a:pt x="1000" y="2855"/>
                    </a:lnTo>
                    <a:cubicBezTo>
                      <a:pt x="987" y="2873"/>
                      <a:pt x="983" y="2900"/>
                      <a:pt x="978" y="2915"/>
                    </a:cubicBezTo>
                    <a:cubicBezTo>
                      <a:pt x="729" y="3604"/>
                      <a:pt x="475" y="4293"/>
                      <a:pt x="227" y="4982"/>
                    </a:cubicBezTo>
                    <a:cubicBezTo>
                      <a:pt x="176" y="5117"/>
                      <a:pt x="125" y="5253"/>
                      <a:pt x="74" y="5388"/>
                    </a:cubicBezTo>
                    <a:cubicBezTo>
                      <a:pt x="57" y="5451"/>
                      <a:pt x="23" y="5513"/>
                      <a:pt x="18" y="5575"/>
                    </a:cubicBezTo>
                    <a:cubicBezTo>
                      <a:pt x="1" y="5733"/>
                      <a:pt x="18" y="5897"/>
                      <a:pt x="18" y="6055"/>
                    </a:cubicBezTo>
                    <a:lnTo>
                      <a:pt x="18" y="8455"/>
                    </a:lnTo>
                    <a:lnTo>
                      <a:pt x="18" y="9799"/>
                    </a:lnTo>
                    <a:lnTo>
                      <a:pt x="18" y="11634"/>
                    </a:lnTo>
                    <a:lnTo>
                      <a:pt x="18" y="13741"/>
                    </a:lnTo>
                    <a:lnTo>
                      <a:pt x="18" y="13865"/>
                    </a:lnTo>
                    <a:cubicBezTo>
                      <a:pt x="18" y="13938"/>
                      <a:pt x="80" y="14006"/>
                      <a:pt x="159" y="14006"/>
                    </a:cubicBezTo>
                    <a:lnTo>
                      <a:pt x="6913" y="14006"/>
                    </a:lnTo>
                    <a:cubicBezTo>
                      <a:pt x="6992" y="14006"/>
                      <a:pt x="7054" y="13944"/>
                      <a:pt x="7054" y="13865"/>
                    </a:cubicBezTo>
                    <a:lnTo>
                      <a:pt x="7054" y="12357"/>
                    </a:lnTo>
                    <a:lnTo>
                      <a:pt x="7054" y="9946"/>
                    </a:lnTo>
                    <a:lnTo>
                      <a:pt x="7054" y="9493"/>
                    </a:lnTo>
                    <a:lnTo>
                      <a:pt x="7054" y="9493"/>
                    </a:lnTo>
                    <a:cubicBezTo>
                      <a:pt x="8582" y="8869"/>
                      <a:pt x="9800" y="7625"/>
                      <a:pt x="10381" y="6077"/>
                    </a:cubicBezTo>
                    <a:cubicBezTo>
                      <a:pt x="10533" y="5670"/>
                      <a:pt x="10635" y="5245"/>
                      <a:pt x="10695" y="4818"/>
                    </a:cubicBezTo>
                    <a:lnTo>
                      <a:pt x="11086" y="4818"/>
                    </a:lnTo>
                    <a:cubicBezTo>
                      <a:pt x="11150" y="4818"/>
                      <a:pt x="11216" y="4820"/>
                      <a:pt x="11283" y="4820"/>
                    </a:cubicBezTo>
                    <a:cubicBezTo>
                      <a:pt x="11399" y="4820"/>
                      <a:pt x="11517" y="4815"/>
                      <a:pt x="11629" y="4790"/>
                    </a:cubicBezTo>
                    <a:cubicBezTo>
                      <a:pt x="12208" y="4649"/>
                      <a:pt x="12424" y="3913"/>
                      <a:pt x="11955" y="3523"/>
                    </a:cubicBezTo>
                    <a:lnTo>
                      <a:pt x="11955" y="3523"/>
                    </a:lnTo>
                    <a:cubicBezTo>
                      <a:pt x="11953" y="3522"/>
                      <a:pt x="11952" y="3520"/>
                      <a:pt x="11950" y="3519"/>
                    </a:cubicBezTo>
                    <a:lnTo>
                      <a:pt x="11950" y="3519"/>
                    </a:lnTo>
                    <a:cubicBezTo>
                      <a:pt x="11950" y="3519"/>
                      <a:pt x="11950" y="3519"/>
                      <a:pt x="11950" y="3519"/>
                    </a:cubicBezTo>
                    <a:cubicBezTo>
                      <a:pt x="11949" y="3518"/>
                      <a:pt x="11948" y="3517"/>
                      <a:pt x="11947" y="3516"/>
                    </a:cubicBezTo>
                    <a:lnTo>
                      <a:pt x="11947" y="3516"/>
                    </a:lnTo>
                    <a:cubicBezTo>
                      <a:pt x="11643" y="3280"/>
                      <a:pt x="11345" y="3044"/>
                      <a:pt x="11047" y="2802"/>
                    </a:cubicBezTo>
                    <a:cubicBezTo>
                      <a:pt x="10894" y="2689"/>
                      <a:pt x="10748" y="2570"/>
                      <a:pt x="10595" y="2452"/>
                    </a:cubicBezTo>
                    <a:cubicBezTo>
                      <a:pt x="10590" y="2447"/>
                      <a:pt x="10584" y="2442"/>
                      <a:pt x="10579" y="2438"/>
                    </a:cubicBezTo>
                    <a:lnTo>
                      <a:pt x="10579" y="2438"/>
                    </a:lnTo>
                    <a:cubicBezTo>
                      <a:pt x="10581" y="2434"/>
                      <a:pt x="10581" y="2423"/>
                      <a:pt x="10578" y="2401"/>
                    </a:cubicBezTo>
                    <a:cubicBezTo>
                      <a:pt x="10578" y="2339"/>
                      <a:pt x="10550" y="2271"/>
                      <a:pt x="10539" y="2215"/>
                    </a:cubicBezTo>
                    <a:cubicBezTo>
                      <a:pt x="10482" y="1977"/>
                      <a:pt x="10414" y="1752"/>
                      <a:pt x="10341" y="1520"/>
                    </a:cubicBezTo>
                    <a:cubicBezTo>
                      <a:pt x="10172" y="1017"/>
                      <a:pt x="9946" y="532"/>
                      <a:pt x="9680" y="69"/>
                    </a:cubicBezTo>
                    <a:cubicBezTo>
                      <a:pt x="9659" y="32"/>
                      <a:pt x="9614" y="0"/>
                      <a:pt x="957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87" name="Google Shape;1487;p49"/>
              <p:cNvSpPr/>
              <p:nvPr/>
            </p:nvSpPr>
            <p:spPr>
              <a:xfrm>
                <a:off x="2238400" y="3068250"/>
                <a:ext cx="491350" cy="593850"/>
              </a:xfrm>
              <a:custGeom>
                <a:avLst/>
                <a:gdLst/>
                <a:ahLst/>
                <a:cxnLst/>
                <a:rect l="l" t="t" r="r" b="b"/>
                <a:pathLst>
                  <a:path w="19654" h="23754" extrusionOk="0">
                    <a:moveTo>
                      <a:pt x="9053" y="16696"/>
                    </a:moveTo>
                    <a:cubicBezTo>
                      <a:pt x="9052" y="16706"/>
                      <a:pt x="9051" y="16710"/>
                      <a:pt x="9050" y="16710"/>
                    </a:cubicBezTo>
                    <a:cubicBezTo>
                      <a:pt x="9049" y="16710"/>
                      <a:pt x="9049" y="16704"/>
                      <a:pt x="9053" y="16696"/>
                    </a:cubicBezTo>
                    <a:close/>
                    <a:moveTo>
                      <a:pt x="10377" y="281"/>
                    </a:moveTo>
                    <a:cubicBezTo>
                      <a:pt x="10954" y="281"/>
                      <a:pt x="11532" y="408"/>
                      <a:pt x="12063" y="667"/>
                    </a:cubicBezTo>
                    <a:cubicBezTo>
                      <a:pt x="13306" y="1272"/>
                      <a:pt x="14164" y="2525"/>
                      <a:pt x="14260" y="3909"/>
                    </a:cubicBezTo>
                    <a:cubicBezTo>
                      <a:pt x="14362" y="5388"/>
                      <a:pt x="13599" y="6829"/>
                      <a:pt x="12312" y="7574"/>
                    </a:cubicBezTo>
                    <a:cubicBezTo>
                      <a:pt x="12154" y="7664"/>
                      <a:pt x="11990" y="7743"/>
                      <a:pt x="11826" y="7811"/>
                    </a:cubicBezTo>
                    <a:cubicBezTo>
                      <a:pt x="11687" y="7867"/>
                      <a:pt x="11690" y="8088"/>
                      <a:pt x="11854" y="8088"/>
                    </a:cubicBezTo>
                    <a:cubicBezTo>
                      <a:pt x="11856" y="8088"/>
                      <a:pt x="11858" y="8088"/>
                      <a:pt x="11860" y="8088"/>
                    </a:cubicBezTo>
                    <a:lnTo>
                      <a:pt x="13492" y="8065"/>
                    </a:lnTo>
                    <a:cubicBezTo>
                      <a:pt x="13970" y="8056"/>
                      <a:pt x="14453" y="8034"/>
                      <a:pt x="14932" y="8034"/>
                    </a:cubicBezTo>
                    <a:cubicBezTo>
                      <a:pt x="15025" y="8034"/>
                      <a:pt x="15117" y="8035"/>
                      <a:pt x="15209" y="8037"/>
                    </a:cubicBezTo>
                    <a:cubicBezTo>
                      <a:pt x="16016" y="8054"/>
                      <a:pt x="16818" y="8252"/>
                      <a:pt x="17524" y="8647"/>
                    </a:cubicBezTo>
                    <a:cubicBezTo>
                      <a:pt x="18055" y="8958"/>
                      <a:pt x="18530" y="9364"/>
                      <a:pt x="18857" y="9889"/>
                    </a:cubicBezTo>
                    <a:cubicBezTo>
                      <a:pt x="19117" y="10302"/>
                      <a:pt x="19281" y="10770"/>
                      <a:pt x="19337" y="11256"/>
                    </a:cubicBezTo>
                    <a:cubicBezTo>
                      <a:pt x="19394" y="11680"/>
                      <a:pt x="19377" y="12109"/>
                      <a:pt x="19309" y="12532"/>
                    </a:cubicBezTo>
                    <a:cubicBezTo>
                      <a:pt x="19275" y="12753"/>
                      <a:pt x="19235" y="12984"/>
                      <a:pt x="19128" y="13176"/>
                    </a:cubicBezTo>
                    <a:cubicBezTo>
                      <a:pt x="18993" y="13436"/>
                      <a:pt x="18761" y="13639"/>
                      <a:pt x="18484" y="13730"/>
                    </a:cubicBezTo>
                    <a:cubicBezTo>
                      <a:pt x="18179" y="13831"/>
                      <a:pt x="17829" y="13820"/>
                      <a:pt x="17507" y="13843"/>
                    </a:cubicBezTo>
                    <a:cubicBezTo>
                      <a:pt x="17242" y="13859"/>
                      <a:pt x="16982" y="13876"/>
                      <a:pt x="16722" y="13888"/>
                    </a:cubicBezTo>
                    <a:cubicBezTo>
                      <a:pt x="16124" y="13922"/>
                      <a:pt x="15531" y="13944"/>
                      <a:pt x="14932" y="13967"/>
                    </a:cubicBezTo>
                    <a:cubicBezTo>
                      <a:pt x="13808" y="14012"/>
                      <a:pt x="12690" y="14046"/>
                      <a:pt x="11566" y="14102"/>
                    </a:cubicBezTo>
                    <a:cubicBezTo>
                      <a:pt x="11222" y="14119"/>
                      <a:pt x="10877" y="14136"/>
                      <a:pt x="10533" y="14176"/>
                    </a:cubicBezTo>
                    <a:cubicBezTo>
                      <a:pt x="10092" y="14232"/>
                      <a:pt x="9725" y="14464"/>
                      <a:pt x="9477" y="14831"/>
                    </a:cubicBezTo>
                    <a:cubicBezTo>
                      <a:pt x="9262" y="15153"/>
                      <a:pt x="9149" y="15542"/>
                      <a:pt x="9093" y="15921"/>
                    </a:cubicBezTo>
                    <a:cubicBezTo>
                      <a:pt x="9059" y="16169"/>
                      <a:pt x="9036" y="16429"/>
                      <a:pt x="9053" y="16677"/>
                    </a:cubicBezTo>
                    <a:cubicBezTo>
                      <a:pt x="9053" y="16683"/>
                      <a:pt x="9053" y="16688"/>
                      <a:pt x="9053" y="16692"/>
                    </a:cubicBezTo>
                    <a:lnTo>
                      <a:pt x="9053" y="16692"/>
                    </a:lnTo>
                    <a:cubicBezTo>
                      <a:pt x="9047" y="16704"/>
                      <a:pt x="9046" y="16721"/>
                      <a:pt x="9042" y="16734"/>
                    </a:cubicBezTo>
                    <a:cubicBezTo>
                      <a:pt x="9002" y="16836"/>
                      <a:pt x="8963" y="16937"/>
                      <a:pt x="8929" y="17039"/>
                    </a:cubicBezTo>
                    <a:lnTo>
                      <a:pt x="8522" y="18146"/>
                    </a:lnTo>
                    <a:cubicBezTo>
                      <a:pt x="8398" y="18485"/>
                      <a:pt x="8274" y="18823"/>
                      <a:pt x="8155" y="19162"/>
                    </a:cubicBezTo>
                    <a:cubicBezTo>
                      <a:pt x="8110" y="19281"/>
                      <a:pt x="8071" y="19371"/>
                      <a:pt x="8071" y="19496"/>
                    </a:cubicBezTo>
                    <a:lnTo>
                      <a:pt x="8071" y="21466"/>
                    </a:lnTo>
                    <a:lnTo>
                      <a:pt x="8071" y="23459"/>
                    </a:lnTo>
                    <a:lnTo>
                      <a:pt x="8071" y="23459"/>
                    </a:lnTo>
                    <a:cubicBezTo>
                      <a:pt x="7965" y="23442"/>
                      <a:pt x="7855" y="23412"/>
                      <a:pt x="7754" y="23392"/>
                    </a:cubicBezTo>
                    <a:cubicBezTo>
                      <a:pt x="7602" y="23364"/>
                      <a:pt x="7455" y="23336"/>
                      <a:pt x="7303" y="23302"/>
                    </a:cubicBezTo>
                    <a:cubicBezTo>
                      <a:pt x="7037" y="23245"/>
                      <a:pt x="6772" y="23178"/>
                      <a:pt x="6512" y="23099"/>
                    </a:cubicBezTo>
                    <a:cubicBezTo>
                      <a:pt x="6111" y="22974"/>
                      <a:pt x="5716" y="22822"/>
                      <a:pt x="5354" y="22602"/>
                    </a:cubicBezTo>
                    <a:cubicBezTo>
                      <a:pt x="4784" y="22251"/>
                      <a:pt x="4383" y="21749"/>
                      <a:pt x="4084" y="21156"/>
                    </a:cubicBezTo>
                    <a:cubicBezTo>
                      <a:pt x="3739" y="20461"/>
                      <a:pt x="3496" y="19727"/>
                      <a:pt x="3186" y="19021"/>
                    </a:cubicBezTo>
                    <a:cubicBezTo>
                      <a:pt x="2982" y="18558"/>
                      <a:pt x="2756" y="18106"/>
                      <a:pt x="2502" y="17666"/>
                    </a:cubicBezTo>
                    <a:cubicBezTo>
                      <a:pt x="2333" y="17366"/>
                      <a:pt x="2147" y="17078"/>
                      <a:pt x="1921" y="16819"/>
                    </a:cubicBezTo>
                    <a:cubicBezTo>
                      <a:pt x="1779" y="16649"/>
                      <a:pt x="1621" y="16502"/>
                      <a:pt x="1469" y="16344"/>
                    </a:cubicBezTo>
                    <a:cubicBezTo>
                      <a:pt x="899" y="15734"/>
                      <a:pt x="509" y="14972"/>
                      <a:pt x="362" y="14147"/>
                    </a:cubicBezTo>
                    <a:cubicBezTo>
                      <a:pt x="147" y="12928"/>
                      <a:pt x="498" y="11595"/>
                      <a:pt x="1153" y="10556"/>
                    </a:cubicBezTo>
                    <a:cubicBezTo>
                      <a:pt x="1667" y="9748"/>
                      <a:pt x="2418" y="9133"/>
                      <a:pt x="3282" y="8737"/>
                    </a:cubicBezTo>
                    <a:cubicBezTo>
                      <a:pt x="4021" y="8399"/>
                      <a:pt x="4835" y="8218"/>
                      <a:pt x="5642" y="8144"/>
                    </a:cubicBezTo>
                    <a:cubicBezTo>
                      <a:pt x="5930" y="8120"/>
                      <a:pt x="6218" y="8108"/>
                      <a:pt x="6506" y="8108"/>
                    </a:cubicBezTo>
                    <a:cubicBezTo>
                      <a:pt x="6760" y="8108"/>
                      <a:pt x="7015" y="8118"/>
                      <a:pt x="7269" y="8139"/>
                    </a:cubicBezTo>
                    <a:cubicBezTo>
                      <a:pt x="7453" y="8156"/>
                      <a:pt x="7638" y="8162"/>
                      <a:pt x="7824" y="8162"/>
                    </a:cubicBezTo>
                    <a:cubicBezTo>
                      <a:pt x="8118" y="8162"/>
                      <a:pt x="8413" y="8148"/>
                      <a:pt x="8703" y="8144"/>
                    </a:cubicBezTo>
                    <a:cubicBezTo>
                      <a:pt x="8799" y="8139"/>
                      <a:pt x="8890" y="8139"/>
                      <a:pt x="8980" y="8139"/>
                    </a:cubicBezTo>
                    <a:cubicBezTo>
                      <a:pt x="9149" y="8133"/>
                      <a:pt x="9166" y="7913"/>
                      <a:pt x="9019" y="7862"/>
                    </a:cubicBezTo>
                    <a:cubicBezTo>
                      <a:pt x="7653" y="7359"/>
                      <a:pt x="6636" y="6089"/>
                      <a:pt x="6478" y="4637"/>
                    </a:cubicBezTo>
                    <a:cubicBezTo>
                      <a:pt x="6320" y="3231"/>
                      <a:pt x="6941" y="1814"/>
                      <a:pt x="8099" y="1001"/>
                    </a:cubicBezTo>
                    <a:cubicBezTo>
                      <a:pt x="8770" y="527"/>
                      <a:pt x="9573" y="281"/>
                      <a:pt x="10377" y="281"/>
                    </a:cubicBezTo>
                    <a:close/>
                    <a:moveTo>
                      <a:pt x="10357" y="1"/>
                    </a:moveTo>
                    <a:cubicBezTo>
                      <a:pt x="9678" y="1"/>
                      <a:pt x="8998" y="162"/>
                      <a:pt x="8387" y="487"/>
                    </a:cubicBezTo>
                    <a:cubicBezTo>
                      <a:pt x="7065" y="1193"/>
                      <a:pt x="6207" y="2587"/>
                      <a:pt x="6167" y="4090"/>
                    </a:cubicBezTo>
                    <a:cubicBezTo>
                      <a:pt x="6134" y="5640"/>
                      <a:pt x="6987" y="7120"/>
                      <a:pt x="8349" y="7866"/>
                    </a:cubicBezTo>
                    <a:lnTo>
                      <a:pt x="8349" y="7866"/>
                    </a:lnTo>
                    <a:cubicBezTo>
                      <a:pt x="8259" y="7867"/>
                      <a:pt x="8168" y="7868"/>
                      <a:pt x="8076" y="7868"/>
                    </a:cubicBezTo>
                    <a:cubicBezTo>
                      <a:pt x="7931" y="7871"/>
                      <a:pt x="7783" y="7886"/>
                      <a:pt x="7636" y="7886"/>
                    </a:cubicBezTo>
                    <a:cubicBezTo>
                      <a:pt x="7566" y="7886"/>
                      <a:pt x="7496" y="7882"/>
                      <a:pt x="7427" y="7873"/>
                    </a:cubicBezTo>
                    <a:cubicBezTo>
                      <a:pt x="7121" y="7839"/>
                      <a:pt x="6810" y="7825"/>
                      <a:pt x="6501" y="7825"/>
                    </a:cubicBezTo>
                    <a:cubicBezTo>
                      <a:pt x="6353" y="7825"/>
                      <a:pt x="6206" y="7828"/>
                      <a:pt x="6060" y="7834"/>
                    </a:cubicBezTo>
                    <a:cubicBezTo>
                      <a:pt x="5253" y="7873"/>
                      <a:pt x="4445" y="8003"/>
                      <a:pt x="3683" y="8274"/>
                    </a:cubicBezTo>
                    <a:cubicBezTo>
                      <a:pt x="2790" y="8591"/>
                      <a:pt x="1960" y="9104"/>
                      <a:pt x="1339" y="9833"/>
                    </a:cubicBezTo>
                    <a:cubicBezTo>
                      <a:pt x="966" y="10268"/>
                      <a:pt x="684" y="10753"/>
                      <a:pt x="469" y="11279"/>
                    </a:cubicBezTo>
                    <a:cubicBezTo>
                      <a:pt x="204" y="11928"/>
                      <a:pt x="34" y="12623"/>
                      <a:pt x="18" y="13329"/>
                    </a:cubicBezTo>
                    <a:cubicBezTo>
                      <a:pt x="1" y="14323"/>
                      <a:pt x="311" y="15300"/>
                      <a:pt x="899" y="16096"/>
                    </a:cubicBezTo>
                    <a:cubicBezTo>
                      <a:pt x="1130" y="16412"/>
                      <a:pt x="1412" y="16661"/>
                      <a:pt x="1667" y="16954"/>
                    </a:cubicBezTo>
                    <a:cubicBezTo>
                      <a:pt x="2079" y="17417"/>
                      <a:pt x="2372" y="17982"/>
                      <a:pt x="2649" y="18535"/>
                    </a:cubicBezTo>
                    <a:cubicBezTo>
                      <a:pt x="3028" y="19304"/>
                      <a:pt x="3310" y="20105"/>
                      <a:pt x="3649" y="20890"/>
                    </a:cubicBezTo>
                    <a:cubicBezTo>
                      <a:pt x="3920" y="21512"/>
                      <a:pt x="4259" y="22110"/>
                      <a:pt x="4790" y="22545"/>
                    </a:cubicBezTo>
                    <a:cubicBezTo>
                      <a:pt x="5501" y="23127"/>
                      <a:pt x="6410" y="23403"/>
                      <a:pt x="7291" y="23590"/>
                    </a:cubicBezTo>
                    <a:cubicBezTo>
                      <a:pt x="7444" y="23624"/>
                      <a:pt x="7596" y="23652"/>
                      <a:pt x="7749" y="23680"/>
                    </a:cubicBezTo>
                    <a:cubicBezTo>
                      <a:pt x="7896" y="23703"/>
                      <a:pt x="8059" y="23754"/>
                      <a:pt x="8212" y="23754"/>
                    </a:cubicBezTo>
                    <a:cubicBezTo>
                      <a:pt x="8285" y="23754"/>
                      <a:pt x="8353" y="23686"/>
                      <a:pt x="8353" y="23612"/>
                    </a:cubicBezTo>
                    <a:lnTo>
                      <a:pt x="8353" y="22071"/>
                    </a:lnTo>
                    <a:lnTo>
                      <a:pt x="8353" y="19761"/>
                    </a:lnTo>
                    <a:lnTo>
                      <a:pt x="8353" y="19479"/>
                    </a:lnTo>
                    <a:cubicBezTo>
                      <a:pt x="8353" y="19465"/>
                      <a:pt x="8357" y="19448"/>
                      <a:pt x="8355" y="19430"/>
                    </a:cubicBezTo>
                    <a:lnTo>
                      <a:pt x="8355" y="19430"/>
                    </a:lnTo>
                    <a:cubicBezTo>
                      <a:pt x="8399" y="19357"/>
                      <a:pt x="8416" y="19257"/>
                      <a:pt x="8449" y="19179"/>
                    </a:cubicBezTo>
                    <a:cubicBezTo>
                      <a:pt x="8505" y="19021"/>
                      <a:pt x="8562" y="18857"/>
                      <a:pt x="8618" y="18699"/>
                    </a:cubicBezTo>
                    <a:cubicBezTo>
                      <a:pt x="8765" y="18304"/>
                      <a:pt x="8912" y="17909"/>
                      <a:pt x="9053" y="17513"/>
                    </a:cubicBezTo>
                    <a:cubicBezTo>
                      <a:pt x="9144" y="17270"/>
                      <a:pt x="9251" y="17022"/>
                      <a:pt x="9324" y="16774"/>
                    </a:cubicBezTo>
                    <a:cubicBezTo>
                      <a:pt x="9336" y="16734"/>
                      <a:pt x="9336" y="16694"/>
                      <a:pt x="9336" y="16655"/>
                    </a:cubicBezTo>
                    <a:cubicBezTo>
                      <a:pt x="9330" y="16548"/>
                      <a:pt x="9330" y="16446"/>
                      <a:pt x="9336" y="16339"/>
                    </a:cubicBezTo>
                    <a:cubicBezTo>
                      <a:pt x="9353" y="15994"/>
                      <a:pt x="9415" y="15644"/>
                      <a:pt x="9539" y="15322"/>
                    </a:cubicBezTo>
                    <a:cubicBezTo>
                      <a:pt x="9674" y="14972"/>
                      <a:pt x="9929" y="14644"/>
                      <a:pt x="10296" y="14520"/>
                    </a:cubicBezTo>
                    <a:cubicBezTo>
                      <a:pt x="10612" y="14407"/>
                      <a:pt x="10985" y="14419"/>
                      <a:pt x="11318" y="14396"/>
                    </a:cubicBezTo>
                    <a:cubicBezTo>
                      <a:pt x="12419" y="14334"/>
                      <a:pt x="13526" y="14306"/>
                      <a:pt x="14627" y="14260"/>
                    </a:cubicBezTo>
                    <a:cubicBezTo>
                      <a:pt x="15824" y="14215"/>
                      <a:pt x="17027" y="14187"/>
                      <a:pt x="18219" y="14068"/>
                    </a:cubicBezTo>
                    <a:cubicBezTo>
                      <a:pt x="18840" y="14006"/>
                      <a:pt x="19360" y="13583"/>
                      <a:pt x="19512" y="12967"/>
                    </a:cubicBezTo>
                    <a:cubicBezTo>
                      <a:pt x="19603" y="12566"/>
                      <a:pt x="19653" y="12154"/>
                      <a:pt x="19653" y="11742"/>
                    </a:cubicBezTo>
                    <a:cubicBezTo>
                      <a:pt x="19648" y="10691"/>
                      <a:pt x="19247" y="9686"/>
                      <a:pt x="18456" y="8975"/>
                    </a:cubicBezTo>
                    <a:cubicBezTo>
                      <a:pt x="18214" y="8760"/>
                      <a:pt x="17949" y="8569"/>
                      <a:pt x="17668" y="8405"/>
                    </a:cubicBezTo>
                    <a:lnTo>
                      <a:pt x="17668" y="8405"/>
                    </a:lnTo>
                    <a:cubicBezTo>
                      <a:pt x="17667" y="8405"/>
                      <a:pt x="17666" y="8405"/>
                      <a:pt x="17665" y="8404"/>
                    </a:cubicBezTo>
                    <a:lnTo>
                      <a:pt x="17665" y="8404"/>
                    </a:lnTo>
                    <a:cubicBezTo>
                      <a:pt x="17665" y="8404"/>
                      <a:pt x="17665" y="8404"/>
                      <a:pt x="17665" y="8404"/>
                    </a:cubicBezTo>
                    <a:cubicBezTo>
                      <a:pt x="17665" y="8404"/>
                      <a:pt x="17664" y="8403"/>
                      <a:pt x="17663" y="8403"/>
                    </a:cubicBezTo>
                    <a:lnTo>
                      <a:pt x="17663" y="8403"/>
                    </a:lnTo>
                    <a:cubicBezTo>
                      <a:pt x="17031" y="8048"/>
                      <a:pt x="16326" y="7845"/>
                      <a:pt x="15604" y="7777"/>
                    </a:cubicBezTo>
                    <a:cubicBezTo>
                      <a:pt x="15430" y="7761"/>
                      <a:pt x="15255" y="7756"/>
                      <a:pt x="15078" y="7756"/>
                    </a:cubicBezTo>
                    <a:cubicBezTo>
                      <a:pt x="14956" y="7756"/>
                      <a:pt x="14834" y="7758"/>
                      <a:pt x="14712" y="7760"/>
                    </a:cubicBezTo>
                    <a:cubicBezTo>
                      <a:pt x="13983" y="7772"/>
                      <a:pt x="13249" y="7783"/>
                      <a:pt x="12515" y="7794"/>
                    </a:cubicBezTo>
                    <a:cubicBezTo>
                      <a:pt x="12504" y="7795"/>
                      <a:pt x="12493" y="7795"/>
                      <a:pt x="12482" y="7795"/>
                    </a:cubicBezTo>
                    <a:lnTo>
                      <a:pt x="12482" y="7795"/>
                    </a:lnTo>
                    <a:cubicBezTo>
                      <a:pt x="13647" y="7105"/>
                      <a:pt x="14435" y="5881"/>
                      <a:pt x="14542" y="4502"/>
                    </a:cubicBezTo>
                    <a:cubicBezTo>
                      <a:pt x="14655" y="2994"/>
                      <a:pt x="13921" y="1514"/>
                      <a:pt x="12662" y="684"/>
                    </a:cubicBezTo>
                    <a:cubicBezTo>
                      <a:pt x="11974" y="230"/>
                      <a:pt x="11166" y="1"/>
                      <a:pt x="10357"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88" name="Google Shape;1488;p49"/>
              <p:cNvSpPr/>
              <p:nvPr/>
            </p:nvSpPr>
            <p:spPr>
              <a:xfrm>
                <a:off x="2034250" y="3757575"/>
                <a:ext cx="999750" cy="706175"/>
              </a:xfrm>
              <a:custGeom>
                <a:avLst/>
                <a:gdLst/>
                <a:ahLst/>
                <a:cxnLst/>
                <a:rect l="l" t="t" r="r" b="b"/>
                <a:pathLst>
                  <a:path w="39990" h="28247" extrusionOk="0">
                    <a:moveTo>
                      <a:pt x="23761" y="292"/>
                    </a:moveTo>
                    <a:lnTo>
                      <a:pt x="23761" y="292"/>
                    </a:lnTo>
                    <a:cubicBezTo>
                      <a:pt x="24471" y="886"/>
                      <a:pt x="25244" y="1415"/>
                      <a:pt x="26018" y="1918"/>
                    </a:cubicBezTo>
                    <a:cubicBezTo>
                      <a:pt x="26831" y="2438"/>
                      <a:pt x="27667" y="2918"/>
                      <a:pt x="28531" y="3353"/>
                    </a:cubicBezTo>
                    <a:cubicBezTo>
                      <a:pt x="29418" y="3793"/>
                      <a:pt x="30315" y="4194"/>
                      <a:pt x="31168" y="4702"/>
                    </a:cubicBezTo>
                    <a:cubicBezTo>
                      <a:pt x="33393" y="6030"/>
                      <a:pt x="35426" y="7848"/>
                      <a:pt x="36674" y="10146"/>
                    </a:cubicBezTo>
                    <a:cubicBezTo>
                      <a:pt x="36883" y="10535"/>
                      <a:pt x="37080" y="10925"/>
                      <a:pt x="37199" y="11342"/>
                    </a:cubicBezTo>
                    <a:lnTo>
                      <a:pt x="37199" y="11342"/>
                    </a:lnTo>
                    <a:cubicBezTo>
                      <a:pt x="37199" y="11342"/>
                      <a:pt x="37199" y="11343"/>
                      <a:pt x="37200" y="11344"/>
                    </a:cubicBezTo>
                    <a:cubicBezTo>
                      <a:pt x="37200" y="11344"/>
                      <a:pt x="37200" y="11344"/>
                      <a:pt x="37200" y="11344"/>
                    </a:cubicBezTo>
                    <a:lnTo>
                      <a:pt x="37200" y="11344"/>
                    </a:lnTo>
                    <a:cubicBezTo>
                      <a:pt x="37200" y="11344"/>
                      <a:pt x="37200" y="11345"/>
                      <a:pt x="37200" y="11345"/>
                    </a:cubicBezTo>
                    <a:lnTo>
                      <a:pt x="37200" y="11345"/>
                    </a:lnTo>
                    <a:cubicBezTo>
                      <a:pt x="37482" y="12299"/>
                      <a:pt x="37697" y="13270"/>
                      <a:pt x="37911" y="14235"/>
                    </a:cubicBezTo>
                    <a:cubicBezTo>
                      <a:pt x="38470" y="16822"/>
                      <a:pt x="38894" y="19442"/>
                      <a:pt x="39199" y="22068"/>
                    </a:cubicBezTo>
                    <a:cubicBezTo>
                      <a:pt x="39430" y="24026"/>
                      <a:pt x="39597" y="25995"/>
                      <a:pt x="39700" y="27964"/>
                    </a:cubicBezTo>
                    <a:lnTo>
                      <a:pt x="296" y="27964"/>
                    </a:lnTo>
                    <a:cubicBezTo>
                      <a:pt x="480" y="24425"/>
                      <a:pt x="867" y="20892"/>
                      <a:pt x="1469" y="17398"/>
                    </a:cubicBezTo>
                    <a:cubicBezTo>
                      <a:pt x="1796" y="15523"/>
                      <a:pt x="2175" y="13653"/>
                      <a:pt x="2666" y="11812"/>
                    </a:cubicBezTo>
                    <a:cubicBezTo>
                      <a:pt x="2835" y="11169"/>
                      <a:pt x="3067" y="10604"/>
                      <a:pt x="3395" y="10017"/>
                    </a:cubicBezTo>
                    <a:cubicBezTo>
                      <a:pt x="4569" y="7916"/>
                      <a:pt x="6399" y="6222"/>
                      <a:pt x="8421" y="4951"/>
                    </a:cubicBezTo>
                    <a:cubicBezTo>
                      <a:pt x="9189" y="4471"/>
                      <a:pt x="9985" y="4047"/>
                      <a:pt x="10804" y="3669"/>
                    </a:cubicBezTo>
                    <a:cubicBezTo>
                      <a:pt x="11662" y="3268"/>
                      <a:pt x="12498" y="2822"/>
                      <a:pt x="13306" y="2336"/>
                    </a:cubicBezTo>
                    <a:cubicBezTo>
                      <a:pt x="14294" y="1738"/>
                      <a:pt x="15248" y="1088"/>
                      <a:pt x="16146" y="365"/>
                    </a:cubicBezTo>
                    <a:cubicBezTo>
                      <a:pt x="16176" y="339"/>
                      <a:pt x="16205" y="316"/>
                      <a:pt x="16233" y="292"/>
                    </a:cubicBezTo>
                    <a:lnTo>
                      <a:pt x="16254" y="292"/>
                    </a:lnTo>
                    <a:cubicBezTo>
                      <a:pt x="16316" y="684"/>
                      <a:pt x="16490" y="1065"/>
                      <a:pt x="16767" y="1348"/>
                    </a:cubicBezTo>
                    <a:cubicBezTo>
                      <a:pt x="17137" y="1727"/>
                      <a:pt x="17676" y="1907"/>
                      <a:pt x="18203" y="1907"/>
                    </a:cubicBezTo>
                    <a:cubicBezTo>
                      <a:pt x="18336" y="1907"/>
                      <a:pt x="18469" y="1896"/>
                      <a:pt x="18597" y="1873"/>
                    </a:cubicBezTo>
                    <a:cubicBezTo>
                      <a:pt x="19030" y="1802"/>
                      <a:pt x="19444" y="1611"/>
                      <a:pt x="19757" y="1306"/>
                    </a:cubicBezTo>
                    <a:lnTo>
                      <a:pt x="19757" y="1306"/>
                    </a:lnTo>
                    <a:cubicBezTo>
                      <a:pt x="20163" y="1705"/>
                      <a:pt x="20725" y="1905"/>
                      <a:pt x="21280" y="1905"/>
                    </a:cubicBezTo>
                    <a:cubicBezTo>
                      <a:pt x="22060" y="1905"/>
                      <a:pt x="22828" y="1511"/>
                      <a:pt x="23138" y="727"/>
                    </a:cubicBezTo>
                    <a:cubicBezTo>
                      <a:pt x="23194" y="585"/>
                      <a:pt x="23233" y="440"/>
                      <a:pt x="23256" y="292"/>
                    </a:cubicBezTo>
                    <a:close/>
                    <a:moveTo>
                      <a:pt x="23739" y="1"/>
                    </a:moveTo>
                    <a:cubicBezTo>
                      <a:pt x="23674" y="1"/>
                      <a:pt x="23606" y="9"/>
                      <a:pt x="23550" y="9"/>
                    </a:cubicBezTo>
                    <a:lnTo>
                      <a:pt x="23132" y="9"/>
                    </a:lnTo>
                    <a:cubicBezTo>
                      <a:pt x="23053" y="9"/>
                      <a:pt x="22997" y="77"/>
                      <a:pt x="22991" y="151"/>
                    </a:cubicBezTo>
                    <a:cubicBezTo>
                      <a:pt x="22951" y="642"/>
                      <a:pt x="22652" y="1173"/>
                      <a:pt x="22178" y="1421"/>
                    </a:cubicBezTo>
                    <a:cubicBezTo>
                      <a:pt x="21912" y="1562"/>
                      <a:pt x="21610" y="1630"/>
                      <a:pt x="21308" y="1630"/>
                    </a:cubicBezTo>
                    <a:cubicBezTo>
                      <a:pt x="20762" y="1630"/>
                      <a:pt x="20213" y="1410"/>
                      <a:pt x="19857" y="1003"/>
                    </a:cubicBezTo>
                    <a:cubicBezTo>
                      <a:pt x="19831" y="975"/>
                      <a:pt x="19793" y="961"/>
                      <a:pt x="19756" y="961"/>
                    </a:cubicBezTo>
                    <a:cubicBezTo>
                      <a:pt x="19718" y="961"/>
                      <a:pt x="19682" y="975"/>
                      <a:pt x="19659" y="1003"/>
                    </a:cubicBezTo>
                    <a:cubicBezTo>
                      <a:pt x="19299" y="1410"/>
                      <a:pt x="18751" y="1630"/>
                      <a:pt x="18206" y="1630"/>
                    </a:cubicBezTo>
                    <a:cubicBezTo>
                      <a:pt x="17904" y="1630"/>
                      <a:pt x="17604" y="1562"/>
                      <a:pt x="17338" y="1421"/>
                    </a:cubicBezTo>
                    <a:cubicBezTo>
                      <a:pt x="16863" y="1173"/>
                      <a:pt x="16559" y="642"/>
                      <a:pt x="16519" y="151"/>
                    </a:cubicBezTo>
                    <a:cubicBezTo>
                      <a:pt x="16513" y="77"/>
                      <a:pt x="16463" y="9"/>
                      <a:pt x="16378" y="9"/>
                    </a:cubicBezTo>
                    <a:cubicBezTo>
                      <a:pt x="16350" y="9"/>
                      <a:pt x="16324" y="9"/>
                      <a:pt x="16298" y="9"/>
                    </a:cubicBezTo>
                    <a:cubicBezTo>
                      <a:pt x="16208" y="9"/>
                      <a:pt x="16129" y="16"/>
                      <a:pt x="16050" y="77"/>
                    </a:cubicBezTo>
                    <a:cubicBezTo>
                      <a:pt x="15960" y="145"/>
                      <a:pt x="15875" y="224"/>
                      <a:pt x="15785" y="292"/>
                    </a:cubicBezTo>
                    <a:cubicBezTo>
                      <a:pt x="15373" y="619"/>
                      <a:pt x="14943" y="924"/>
                      <a:pt x="14509" y="1224"/>
                    </a:cubicBezTo>
                    <a:cubicBezTo>
                      <a:pt x="13820" y="1698"/>
                      <a:pt x="13102" y="2139"/>
                      <a:pt x="12374" y="2551"/>
                    </a:cubicBezTo>
                    <a:cubicBezTo>
                      <a:pt x="11527" y="3025"/>
                      <a:pt x="10640" y="3409"/>
                      <a:pt x="9776" y="3855"/>
                    </a:cubicBezTo>
                    <a:cubicBezTo>
                      <a:pt x="7336" y="5115"/>
                      <a:pt x="5083" y="6882"/>
                      <a:pt x="3558" y="9198"/>
                    </a:cubicBezTo>
                    <a:cubicBezTo>
                      <a:pt x="3112" y="9881"/>
                      <a:pt x="2700" y="10626"/>
                      <a:pt x="2474" y="11423"/>
                    </a:cubicBezTo>
                    <a:cubicBezTo>
                      <a:pt x="2034" y="13015"/>
                      <a:pt x="1695" y="14636"/>
                      <a:pt x="1390" y="16257"/>
                    </a:cubicBezTo>
                    <a:cubicBezTo>
                      <a:pt x="752" y="19657"/>
                      <a:pt x="328" y="23096"/>
                      <a:pt x="97" y="26541"/>
                    </a:cubicBezTo>
                    <a:cubicBezTo>
                      <a:pt x="63" y="27060"/>
                      <a:pt x="34" y="27585"/>
                      <a:pt x="6" y="28105"/>
                    </a:cubicBezTo>
                    <a:cubicBezTo>
                      <a:pt x="1" y="28184"/>
                      <a:pt x="74" y="28246"/>
                      <a:pt x="147" y="28246"/>
                    </a:cubicBezTo>
                    <a:lnTo>
                      <a:pt x="39848" y="28246"/>
                    </a:lnTo>
                    <a:cubicBezTo>
                      <a:pt x="39922" y="28246"/>
                      <a:pt x="39989" y="28184"/>
                      <a:pt x="39989" y="28105"/>
                    </a:cubicBezTo>
                    <a:cubicBezTo>
                      <a:pt x="39820" y="24745"/>
                      <a:pt x="39464" y="21390"/>
                      <a:pt x="38922" y="18064"/>
                    </a:cubicBezTo>
                    <a:cubicBezTo>
                      <a:pt x="38600" y="16104"/>
                      <a:pt x="38216" y="14156"/>
                      <a:pt x="37730" y="12230"/>
                    </a:cubicBezTo>
                    <a:cubicBezTo>
                      <a:pt x="37651" y="11908"/>
                      <a:pt x="37567" y="11586"/>
                      <a:pt x="37476" y="11270"/>
                    </a:cubicBezTo>
                    <a:cubicBezTo>
                      <a:pt x="37363" y="10881"/>
                      <a:pt x="37177" y="10502"/>
                      <a:pt x="36991" y="10146"/>
                    </a:cubicBezTo>
                    <a:cubicBezTo>
                      <a:pt x="36494" y="9192"/>
                      <a:pt x="35850" y="8311"/>
                      <a:pt x="35121" y="7520"/>
                    </a:cubicBezTo>
                    <a:cubicBezTo>
                      <a:pt x="33992" y="6284"/>
                      <a:pt x="32648" y="5245"/>
                      <a:pt x="31202" y="4397"/>
                    </a:cubicBezTo>
                    <a:cubicBezTo>
                      <a:pt x="30259" y="3844"/>
                      <a:pt x="29259" y="3415"/>
                      <a:pt x="28294" y="2912"/>
                    </a:cubicBezTo>
                    <a:cubicBezTo>
                      <a:pt x="27413" y="2455"/>
                      <a:pt x="26566" y="1947"/>
                      <a:pt x="25741" y="1399"/>
                    </a:cubicBezTo>
                    <a:cubicBezTo>
                      <a:pt x="25182" y="1026"/>
                      <a:pt x="24634" y="631"/>
                      <a:pt x="24103" y="207"/>
                    </a:cubicBezTo>
                    <a:cubicBezTo>
                      <a:pt x="24036" y="151"/>
                      <a:pt x="23945" y="49"/>
                      <a:pt x="23855" y="15"/>
                    </a:cubicBezTo>
                    <a:cubicBezTo>
                      <a:pt x="23820" y="4"/>
                      <a:pt x="23780" y="1"/>
                      <a:pt x="23739"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89" name="Google Shape;1489;p49"/>
              <p:cNvSpPr/>
              <p:nvPr/>
            </p:nvSpPr>
            <p:spPr>
              <a:xfrm>
                <a:off x="2440000" y="3757225"/>
                <a:ext cx="176225" cy="7650"/>
              </a:xfrm>
              <a:custGeom>
                <a:avLst/>
                <a:gdLst/>
                <a:ahLst/>
                <a:cxnLst/>
                <a:rect l="l" t="t" r="r" b="b"/>
                <a:pathLst>
                  <a:path w="7049" h="306" extrusionOk="0">
                    <a:moveTo>
                      <a:pt x="148" y="1"/>
                    </a:moveTo>
                    <a:cubicBezTo>
                      <a:pt x="74" y="1"/>
                      <a:pt x="1" y="63"/>
                      <a:pt x="7" y="142"/>
                    </a:cubicBezTo>
                    <a:cubicBezTo>
                      <a:pt x="7" y="148"/>
                      <a:pt x="7" y="159"/>
                      <a:pt x="7" y="165"/>
                    </a:cubicBezTo>
                    <a:cubicBezTo>
                      <a:pt x="12" y="244"/>
                      <a:pt x="69" y="306"/>
                      <a:pt x="148" y="306"/>
                    </a:cubicBezTo>
                    <a:lnTo>
                      <a:pt x="6902" y="306"/>
                    </a:lnTo>
                    <a:cubicBezTo>
                      <a:pt x="6962" y="306"/>
                      <a:pt x="7003" y="274"/>
                      <a:pt x="7023" y="232"/>
                    </a:cubicBezTo>
                    <a:lnTo>
                      <a:pt x="7023" y="232"/>
                    </a:lnTo>
                    <a:cubicBezTo>
                      <a:pt x="7034" y="214"/>
                      <a:pt x="7042" y="191"/>
                      <a:pt x="7043" y="165"/>
                    </a:cubicBezTo>
                    <a:cubicBezTo>
                      <a:pt x="7043" y="159"/>
                      <a:pt x="7043" y="148"/>
                      <a:pt x="7043" y="142"/>
                    </a:cubicBezTo>
                    <a:cubicBezTo>
                      <a:pt x="7049" y="63"/>
                      <a:pt x="6975" y="1"/>
                      <a:pt x="690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90" name="Google Shape;1490;p49"/>
              <p:cNvSpPr/>
              <p:nvPr/>
            </p:nvSpPr>
            <p:spPr>
              <a:xfrm>
                <a:off x="2440000" y="3757800"/>
                <a:ext cx="176225" cy="47450"/>
              </a:xfrm>
              <a:custGeom>
                <a:avLst/>
                <a:gdLst/>
                <a:ahLst/>
                <a:cxnLst/>
                <a:rect l="l" t="t" r="r" b="b"/>
                <a:pathLst>
                  <a:path w="7049" h="1898" extrusionOk="0">
                    <a:moveTo>
                      <a:pt x="6741" y="283"/>
                    </a:moveTo>
                    <a:cubicBezTo>
                      <a:pt x="6725" y="362"/>
                      <a:pt x="6708" y="441"/>
                      <a:pt x="6682" y="520"/>
                    </a:cubicBezTo>
                    <a:cubicBezTo>
                      <a:pt x="6608" y="735"/>
                      <a:pt x="6495" y="944"/>
                      <a:pt x="6337" y="1113"/>
                    </a:cubicBezTo>
                    <a:cubicBezTo>
                      <a:pt x="6020" y="1454"/>
                      <a:pt x="5533" y="1618"/>
                      <a:pt x="5070" y="1618"/>
                    </a:cubicBezTo>
                    <a:cubicBezTo>
                      <a:pt x="4965" y="1618"/>
                      <a:pt x="4862" y="1610"/>
                      <a:pt x="4762" y="1593"/>
                    </a:cubicBezTo>
                    <a:cubicBezTo>
                      <a:pt x="4327" y="1520"/>
                      <a:pt x="3920" y="1328"/>
                      <a:pt x="3627" y="994"/>
                    </a:cubicBezTo>
                    <a:cubicBezTo>
                      <a:pt x="3601" y="966"/>
                      <a:pt x="3563" y="952"/>
                      <a:pt x="3526" y="952"/>
                    </a:cubicBezTo>
                    <a:cubicBezTo>
                      <a:pt x="3488" y="952"/>
                      <a:pt x="3452" y="966"/>
                      <a:pt x="3429" y="994"/>
                    </a:cubicBezTo>
                    <a:cubicBezTo>
                      <a:pt x="3096" y="1378"/>
                      <a:pt x="2559" y="1616"/>
                      <a:pt x="2051" y="1616"/>
                    </a:cubicBezTo>
                    <a:cubicBezTo>
                      <a:pt x="1582" y="1616"/>
                      <a:pt x="1102" y="1503"/>
                      <a:pt x="758" y="1158"/>
                    </a:cubicBezTo>
                    <a:cubicBezTo>
                      <a:pt x="543" y="944"/>
                      <a:pt x="402" y="673"/>
                      <a:pt x="334" y="384"/>
                    </a:cubicBezTo>
                    <a:cubicBezTo>
                      <a:pt x="324" y="349"/>
                      <a:pt x="317" y="316"/>
                      <a:pt x="312" y="283"/>
                    </a:cubicBezTo>
                    <a:close/>
                    <a:moveTo>
                      <a:pt x="148" y="0"/>
                    </a:moveTo>
                    <a:cubicBezTo>
                      <a:pt x="80" y="0"/>
                      <a:pt x="1" y="68"/>
                      <a:pt x="7" y="142"/>
                    </a:cubicBezTo>
                    <a:cubicBezTo>
                      <a:pt x="63" y="802"/>
                      <a:pt x="453" y="1429"/>
                      <a:pt x="1063" y="1706"/>
                    </a:cubicBezTo>
                    <a:cubicBezTo>
                      <a:pt x="1379" y="1847"/>
                      <a:pt x="1712" y="1898"/>
                      <a:pt x="2051" y="1898"/>
                    </a:cubicBezTo>
                    <a:cubicBezTo>
                      <a:pt x="2584" y="1898"/>
                      <a:pt x="3146" y="1670"/>
                      <a:pt x="3527" y="1298"/>
                    </a:cubicBezTo>
                    <a:lnTo>
                      <a:pt x="3527" y="1298"/>
                    </a:lnTo>
                    <a:cubicBezTo>
                      <a:pt x="3929" y="1698"/>
                      <a:pt x="4498" y="1894"/>
                      <a:pt x="5064" y="1894"/>
                    </a:cubicBezTo>
                    <a:cubicBezTo>
                      <a:pt x="5178" y="1894"/>
                      <a:pt x="5293" y="1886"/>
                      <a:pt x="5406" y="1870"/>
                    </a:cubicBezTo>
                    <a:cubicBezTo>
                      <a:pt x="6100" y="1774"/>
                      <a:pt x="6659" y="1356"/>
                      <a:pt x="6913" y="701"/>
                    </a:cubicBezTo>
                    <a:cubicBezTo>
                      <a:pt x="6987" y="520"/>
                      <a:pt x="7026" y="334"/>
                      <a:pt x="7043" y="142"/>
                    </a:cubicBezTo>
                    <a:cubicBezTo>
                      <a:pt x="7049" y="68"/>
                      <a:pt x="6975" y="0"/>
                      <a:pt x="690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491" name="Google Shape;1491;p49"/>
            <p:cNvGrpSpPr/>
            <p:nvPr/>
          </p:nvGrpSpPr>
          <p:grpSpPr>
            <a:xfrm flipH="1">
              <a:off x="1748045" y="3455955"/>
              <a:ext cx="1151912" cy="1376739"/>
              <a:chOff x="4081975" y="3119725"/>
              <a:chExt cx="999750" cy="1194775"/>
            </a:xfrm>
          </p:grpSpPr>
          <p:sp>
            <p:nvSpPr>
              <p:cNvPr id="1492" name="Google Shape;1492;p49"/>
              <p:cNvSpPr/>
              <p:nvPr/>
            </p:nvSpPr>
            <p:spPr>
              <a:xfrm>
                <a:off x="4757400" y="3180675"/>
                <a:ext cx="8225" cy="9275"/>
              </a:xfrm>
              <a:custGeom>
                <a:avLst/>
                <a:gdLst/>
                <a:ahLst/>
                <a:cxnLst/>
                <a:rect l="l" t="t" r="r" b="b"/>
                <a:pathLst>
                  <a:path w="329" h="371" extrusionOk="0">
                    <a:moveTo>
                      <a:pt x="151" y="1"/>
                    </a:moveTo>
                    <a:cubicBezTo>
                      <a:pt x="142" y="1"/>
                      <a:pt x="133" y="2"/>
                      <a:pt x="125" y="5"/>
                    </a:cubicBezTo>
                    <a:cubicBezTo>
                      <a:pt x="108" y="5"/>
                      <a:pt x="85" y="11"/>
                      <a:pt x="74" y="22"/>
                    </a:cubicBezTo>
                    <a:lnTo>
                      <a:pt x="40" y="44"/>
                    </a:lnTo>
                    <a:cubicBezTo>
                      <a:pt x="23" y="61"/>
                      <a:pt x="12" y="84"/>
                      <a:pt x="6" y="107"/>
                    </a:cubicBezTo>
                    <a:cubicBezTo>
                      <a:pt x="6" y="118"/>
                      <a:pt x="1" y="129"/>
                      <a:pt x="1" y="146"/>
                    </a:cubicBezTo>
                    <a:cubicBezTo>
                      <a:pt x="1" y="169"/>
                      <a:pt x="6" y="191"/>
                      <a:pt x="23" y="214"/>
                    </a:cubicBezTo>
                    <a:cubicBezTo>
                      <a:pt x="34" y="242"/>
                      <a:pt x="51" y="270"/>
                      <a:pt x="68" y="299"/>
                    </a:cubicBezTo>
                    <a:cubicBezTo>
                      <a:pt x="74" y="315"/>
                      <a:pt x="91" y="327"/>
                      <a:pt x="102" y="338"/>
                    </a:cubicBezTo>
                    <a:cubicBezTo>
                      <a:pt x="119" y="349"/>
                      <a:pt x="130" y="361"/>
                      <a:pt x="153" y="366"/>
                    </a:cubicBezTo>
                    <a:cubicBezTo>
                      <a:pt x="161" y="369"/>
                      <a:pt x="170" y="371"/>
                      <a:pt x="179" y="371"/>
                    </a:cubicBezTo>
                    <a:cubicBezTo>
                      <a:pt x="188" y="371"/>
                      <a:pt x="198" y="369"/>
                      <a:pt x="209" y="366"/>
                    </a:cubicBezTo>
                    <a:cubicBezTo>
                      <a:pt x="226" y="366"/>
                      <a:pt x="243" y="361"/>
                      <a:pt x="260" y="349"/>
                    </a:cubicBezTo>
                    <a:lnTo>
                      <a:pt x="289" y="327"/>
                    </a:lnTo>
                    <a:cubicBezTo>
                      <a:pt x="305" y="310"/>
                      <a:pt x="317" y="287"/>
                      <a:pt x="322" y="265"/>
                    </a:cubicBezTo>
                    <a:lnTo>
                      <a:pt x="328" y="225"/>
                    </a:lnTo>
                    <a:cubicBezTo>
                      <a:pt x="328" y="203"/>
                      <a:pt x="322" y="180"/>
                      <a:pt x="311" y="157"/>
                    </a:cubicBezTo>
                    <a:cubicBezTo>
                      <a:pt x="294" y="129"/>
                      <a:pt x="283" y="101"/>
                      <a:pt x="266" y="73"/>
                    </a:cubicBezTo>
                    <a:cubicBezTo>
                      <a:pt x="255" y="56"/>
                      <a:pt x="243" y="44"/>
                      <a:pt x="226" y="33"/>
                    </a:cubicBezTo>
                    <a:cubicBezTo>
                      <a:pt x="215" y="22"/>
                      <a:pt x="198" y="11"/>
                      <a:pt x="181" y="5"/>
                    </a:cubicBezTo>
                    <a:cubicBezTo>
                      <a:pt x="170" y="2"/>
                      <a:pt x="160" y="1"/>
                      <a:pt x="151"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93" name="Google Shape;1493;p49"/>
              <p:cNvSpPr/>
              <p:nvPr/>
            </p:nvSpPr>
            <p:spPr>
              <a:xfrm>
                <a:off x="4765725" y="3198325"/>
                <a:ext cx="8925" cy="11375"/>
              </a:xfrm>
              <a:custGeom>
                <a:avLst/>
                <a:gdLst/>
                <a:ahLst/>
                <a:cxnLst/>
                <a:rect l="l" t="t" r="r" b="b"/>
                <a:pathLst>
                  <a:path w="357" h="455" extrusionOk="0">
                    <a:moveTo>
                      <a:pt x="136" y="1"/>
                    </a:moveTo>
                    <a:cubicBezTo>
                      <a:pt x="126" y="1"/>
                      <a:pt x="116" y="2"/>
                      <a:pt x="108" y="5"/>
                    </a:cubicBezTo>
                    <a:cubicBezTo>
                      <a:pt x="74" y="16"/>
                      <a:pt x="40" y="39"/>
                      <a:pt x="23" y="73"/>
                    </a:cubicBezTo>
                    <a:cubicBezTo>
                      <a:pt x="18" y="84"/>
                      <a:pt x="12" y="95"/>
                      <a:pt x="6" y="106"/>
                    </a:cubicBezTo>
                    <a:cubicBezTo>
                      <a:pt x="1" y="129"/>
                      <a:pt x="1" y="157"/>
                      <a:pt x="6" y="180"/>
                    </a:cubicBezTo>
                    <a:cubicBezTo>
                      <a:pt x="29" y="236"/>
                      <a:pt x="52" y="293"/>
                      <a:pt x="68" y="349"/>
                    </a:cubicBezTo>
                    <a:cubicBezTo>
                      <a:pt x="74" y="366"/>
                      <a:pt x="85" y="383"/>
                      <a:pt x="97" y="400"/>
                    </a:cubicBezTo>
                    <a:cubicBezTo>
                      <a:pt x="108" y="411"/>
                      <a:pt x="119" y="423"/>
                      <a:pt x="136" y="434"/>
                    </a:cubicBezTo>
                    <a:cubicBezTo>
                      <a:pt x="153" y="445"/>
                      <a:pt x="170" y="451"/>
                      <a:pt x="187" y="451"/>
                    </a:cubicBezTo>
                    <a:cubicBezTo>
                      <a:pt x="196" y="453"/>
                      <a:pt x="205" y="455"/>
                      <a:pt x="213" y="455"/>
                    </a:cubicBezTo>
                    <a:cubicBezTo>
                      <a:pt x="224" y="455"/>
                      <a:pt x="234" y="452"/>
                      <a:pt x="244" y="445"/>
                    </a:cubicBezTo>
                    <a:cubicBezTo>
                      <a:pt x="277" y="440"/>
                      <a:pt x="311" y="417"/>
                      <a:pt x="328" y="383"/>
                    </a:cubicBezTo>
                    <a:cubicBezTo>
                      <a:pt x="345" y="349"/>
                      <a:pt x="356" y="310"/>
                      <a:pt x="345" y="276"/>
                    </a:cubicBezTo>
                    <a:cubicBezTo>
                      <a:pt x="323" y="219"/>
                      <a:pt x="300" y="163"/>
                      <a:pt x="283" y="106"/>
                    </a:cubicBezTo>
                    <a:cubicBezTo>
                      <a:pt x="277" y="89"/>
                      <a:pt x="266" y="73"/>
                      <a:pt x="255" y="56"/>
                    </a:cubicBezTo>
                    <a:cubicBezTo>
                      <a:pt x="244" y="44"/>
                      <a:pt x="232" y="33"/>
                      <a:pt x="215" y="22"/>
                    </a:cubicBezTo>
                    <a:cubicBezTo>
                      <a:pt x="198" y="10"/>
                      <a:pt x="181" y="5"/>
                      <a:pt x="164" y="5"/>
                    </a:cubicBezTo>
                    <a:cubicBezTo>
                      <a:pt x="156" y="2"/>
                      <a:pt x="146" y="1"/>
                      <a:pt x="136"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94" name="Google Shape;1494;p49"/>
              <p:cNvSpPr/>
              <p:nvPr/>
            </p:nvSpPr>
            <p:spPr>
              <a:xfrm>
                <a:off x="4762900" y="3191400"/>
                <a:ext cx="8650" cy="10400"/>
              </a:xfrm>
              <a:custGeom>
                <a:avLst/>
                <a:gdLst/>
                <a:ahLst/>
                <a:cxnLst/>
                <a:rect l="l" t="t" r="r" b="b"/>
                <a:pathLst>
                  <a:path w="346" h="416" extrusionOk="0">
                    <a:moveTo>
                      <a:pt x="151" y="1"/>
                    </a:moveTo>
                    <a:cubicBezTo>
                      <a:pt x="142" y="1"/>
                      <a:pt x="133" y="2"/>
                      <a:pt x="125" y="5"/>
                    </a:cubicBezTo>
                    <a:cubicBezTo>
                      <a:pt x="102" y="5"/>
                      <a:pt x="85" y="11"/>
                      <a:pt x="69" y="22"/>
                    </a:cubicBezTo>
                    <a:lnTo>
                      <a:pt x="40" y="45"/>
                    </a:lnTo>
                    <a:cubicBezTo>
                      <a:pt x="23" y="62"/>
                      <a:pt x="12" y="78"/>
                      <a:pt x="6" y="107"/>
                    </a:cubicBezTo>
                    <a:lnTo>
                      <a:pt x="1" y="141"/>
                    </a:lnTo>
                    <a:cubicBezTo>
                      <a:pt x="1" y="169"/>
                      <a:pt x="6" y="191"/>
                      <a:pt x="18" y="214"/>
                    </a:cubicBezTo>
                    <a:cubicBezTo>
                      <a:pt x="18" y="214"/>
                      <a:pt x="18" y="214"/>
                      <a:pt x="18" y="214"/>
                    </a:cubicBezTo>
                    <a:lnTo>
                      <a:pt x="18" y="214"/>
                    </a:lnTo>
                    <a:cubicBezTo>
                      <a:pt x="34" y="243"/>
                      <a:pt x="48" y="275"/>
                      <a:pt x="63" y="306"/>
                    </a:cubicBezTo>
                    <a:lnTo>
                      <a:pt x="63" y="306"/>
                    </a:lnTo>
                    <a:cubicBezTo>
                      <a:pt x="63" y="308"/>
                      <a:pt x="63" y="310"/>
                      <a:pt x="63" y="310"/>
                    </a:cubicBezTo>
                    <a:cubicBezTo>
                      <a:pt x="66" y="321"/>
                      <a:pt x="72" y="332"/>
                      <a:pt x="79" y="342"/>
                    </a:cubicBezTo>
                    <a:lnTo>
                      <a:pt x="79" y="342"/>
                    </a:lnTo>
                    <a:cubicBezTo>
                      <a:pt x="79" y="343"/>
                      <a:pt x="80" y="343"/>
                      <a:pt x="80" y="344"/>
                    </a:cubicBezTo>
                    <a:cubicBezTo>
                      <a:pt x="80" y="344"/>
                      <a:pt x="80" y="343"/>
                      <a:pt x="80" y="343"/>
                    </a:cubicBezTo>
                    <a:lnTo>
                      <a:pt x="80" y="343"/>
                    </a:lnTo>
                    <a:cubicBezTo>
                      <a:pt x="83" y="349"/>
                      <a:pt x="87" y="355"/>
                      <a:pt x="91" y="361"/>
                    </a:cubicBezTo>
                    <a:cubicBezTo>
                      <a:pt x="102" y="372"/>
                      <a:pt x="114" y="383"/>
                      <a:pt x="131" y="395"/>
                    </a:cubicBezTo>
                    <a:cubicBezTo>
                      <a:pt x="148" y="406"/>
                      <a:pt x="165" y="412"/>
                      <a:pt x="181" y="412"/>
                    </a:cubicBezTo>
                    <a:cubicBezTo>
                      <a:pt x="191" y="414"/>
                      <a:pt x="199" y="415"/>
                      <a:pt x="207" y="415"/>
                    </a:cubicBezTo>
                    <a:cubicBezTo>
                      <a:pt x="218" y="415"/>
                      <a:pt x="228" y="413"/>
                      <a:pt x="238" y="406"/>
                    </a:cubicBezTo>
                    <a:cubicBezTo>
                      <a:pt x="249" y="406"/>
                      <a:pt x="261" y="400"/>
                      <a:pt x="272" y="395"/>
                    </a:cubicBezTo>
                    <a:cubicBezTo>
                      <a:pt x="294" y="383"/>
                      <a:pt x="311" y="366"/>
                      <a:pt x="323" y="344"/>
                    </a:cubicBezTo>
                    <a:cubicBezTo>
                      <a:pt x="328" y="333"/>
                      <a:pt x="334" y="321"/>
                      <a:pt x="340" y="310"/>
                    </a:cubicBezTo>
                    <a:cubicBezTo>
                      <a:pt x="345" y="287"/>
                      <a:pt x="345" y="259"/>
                      <a:pt x="340" y="237"/>
                    </a:cubicBezTo>
                    <a:cubicBezTo>
                      <a:pt x="317" y="180"/>
                      <a:pt x="289" y="124"/>
                      <a:pt x="266" y="73"/>
                    </a:cubicBezTo>
                    <a:cubicBezTo>
                      <a:pt x="255" y="56"/>
                      <a:pt x="244" y="39"/>
                      <a:pt x="227" y="33"/>
                    </a:cubicBezTo>
                    <a:cubicBezTo>
                      <a:pt x="215" y="16"/>
                      <a:pt x="198" y="11"/>
                      <a:pt x="181" y="5"/>
                    </a:cubicBezTo>
                    <a:cubicBezTo>
                      <a:pt x="170" y="2"/>
                      <a:pt x="160" y="1"/>
                      <a:pt x="151"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95" name="Google Shape;1495;p49"/>
              <p:cNvSpPr/>
              <p:nvPr/>
            </p:nvSpPr>
            <p:spPr>
              <a:xfrm>
                <a:off x="4772075" y="3222725"/>
                <a:ext cx="7950" cy="12875"/>
              </a:xfrm>
              <a:custGeom>
                <a:avLst/>
                <a:gdLst/>
                <a:ahLst/>
                <a:cxnLst/>
                <a:rect l="l" t="t" r="r" b="b"/>
                <a:pathLst>
                  <a:path w="318" h="515" extrusionOk="0">
                    <a:moveTo>
                      <a:pt x="145" y="0"/>
                    </a:moveTo>
                    <a:cubicBezTo>
                      <a:pt x="132" y="0"/>
                      <a:pt x="119" y="2"/>
                      <a:pt x="108" y="6"/>
                    </a:cubicBezTo>
                    <a:cubicBezTo>
                      <a:pt x="74" y="17"/>
                      <a:pt x="40" y="40"/>
                      <a:pt x="23" y="74"/>
                    </a:cubicBezTo>
                    <a:cubicBezTo>
                      <a:pt x="18" y="85"/>
                      <a:pt x="12" y="96"/>
                      <a:pt x="12" y="102"/>
                    </a:cubicBezTo>
                    <a:cubicBezTo>
                      <a:pt x="1" y="130"/>
                      <a:pt x="1" y="153"/>
                      <a:pt x="12" y="181"/>
                    </a:cubicBezTo>
                    <a:cubicBezTo>
                      <a:pt x="12" y="183"/>
                      <a:pt x="12" y="185"/>
                      <a:pt x="12" y="187"/>
                    </a:cubicBezTo>
                    <a:lnTo>
                      <a:pt x="12" y="187"/>
                    </a:lnTo>
                    <a:lnTo>
                      <a:pt x="12" y="186"/>
                    </a:lnTo>
                    <a:lnTo>
                      <a:pt x="12" y="186"/>
                    </a:lnTo>
                    <a:cubicBezTo>
                      <a:pt x="12" y="186"/>
                      <a:pt x="12" y="186"/>
                      <a:pt x="12" y="186"/>
                    </a:cubicBezTo>
                    <a:lnTo>
                      <a:pt x="12" y="186"/>
                    </a:lnTo>
                    <a:cubicBezTo>
                      <a:pt x="12" y="195"/>
                      <a:pt x="12" y="204"/>
                      <a:pt x="15" y="215"/>
                    </a:cubicBezTo>
                    <a:lnTo>
                      <a:pt x="15" y="215"/>
                    </a:lnTo>
                    <a:cubicBezTo>
                      <a:pt x="20" y="268"/>
                      <a:pt x="24" y="320"/>
                      <a:pt x="29" y="373"/>
                    </a:cubicBezTo>
                    <a:cubicBezTo>
                      <a:pt x="29" y="390"/>
                      <a:pt x="35" y="407"/>
                      <a:pt x="46" y="424"/>
                    </a:cubicBezTo>
                    <a:cubicBezTo>
                      <a:pt x="52" y="441"/>
                      <a:pt x="57" y="458"/>
                      <a:pt x="74" y="469"/>
                    </a:cubicBezTo>
                    <a:cubicBezTo>
                      <a:pt x="97" y="497"/>
                      <a:pt x="136" y="514"/>
                      <a:pt x="170" y="514"/>
                    </a:cubicBezTo>
                    <a:cubicBezTo>
                      <a:pt x="210" y="508"/>
                      <a:pt x="249" y="497"/>
                      <a:pt x="272" y="469"/>
                    </a:cubicBezTo>
                    <a:cubicBezTo>
                      <a:pt x="295" y="446"/>
                      <a:pt x="317" y="407"/>
                      <a:pt x="311" y="373"/>
                    </a:cubicBezTo>
                    <a:cubicBezTo>
                      <a:pt x="306" y="282"/>
                      <a:pt x="295" y="192"/>
                      <a:pt x="283" y="102"/>
                    </a:cubicBezTo>
                    <a:cubicBezTo>
                      <a:pt x="278" y="85"/>
                      <a:pt x="272" y="68"/>
                      <a:pt x="255" y="57"/>
                    </a:cubicBezTo>
                    <a:cubicBezTo>
                      <a:pt x="249" y="40"/>
                      <a:pt x="232" y="28"/>
                      <a:pt x="215" y="23"/>
                    </a:cubicBezTo>
                    <a:cubicBezTo>
                      <a:pt x="197" y="8"/>
                      <a:pt x="170" y="0"/>
                      <a:pt x="145"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96" name="Google Shape;1496;p49"/>
              <p:cNvSpPr/>
              <p:nvPr/>
            </p:nvSpPr>
            <p:spPr>
              <a:xfrm>
                <a:off x="4753175" y="3174050"/>
                <a:ext cx="8350" cy="9025"/>
              </a:xfrm>
              <a:custGeom>
                <a:avLst/>
                <a:gdLst/>
                <a:ahLst/>
                <a:cxnLst/>
                <a:rect l="l" t="t" r="r" b="b"/>
                <a:pathLst>
                  <a:path w="334" h="361" extrusionOk="0">
                    <a:moveTo>
                      <a:pt x="150" y="0"/>
                    </a:moveTo>
                    <a:cubicBezTo>
                      <a:pt x="141" y="0"/>
                      <a:pt x="133" y="2"/>
                      <a:pt x="124" y="4"/>
                    </a:cubicBezTo>
                    <a:cubicBezTo>
                      <a:pt x="102" y="4"/>
                      <a:pt x="85" y="10"/>
                      <a:pt x="74" y="21"/>
                    </a:cubicBezTo>
                    <a:cubicBezTo>
                      <a:pt x="62" y="27"/>
                      <a:pt x="51" y="33"/>
                      <a:pt x="40" y="38"/>
                    </a:cubicBezTo>
                    <a:cubicBezTo>
                      <a:pt x="23" y="61"/>
                      <a:pt x="11" y="78"/>
                      <a:pt x="6" y="100"/>
                    </a:cubicBezTo>
                    <a:cubicBezTo>
                      <a:pt x="6" y="117"/>
                      <a:pt x="0" y="129"/>
                      <a:pt x="0" y="140"/>
                    </a:cubicBezTo>
                    <a:cubicBezTo>
                      <a:pt x="0" y="168"/>
                      <a:pt x="6" y="191"/>
                      <a:pt x="23" y="213"/>
                    </a:cubicBezTo>
                    <a:cubicBezTo>
                      <a:pt x="40" y="236"/>
                      <a:pt x="57" y="264"/>
                      <a:pt x="74" y="292"/>
                    </a:cubicBezTo>
                    <a:cubicBezTo>
                      <a:pt x="79" y="304"/>
                      <a:pt x="90" y="321"/>
                      <a:pt x="107" y="332"/>
                    </a:cubicBezTo>
                    <a:cubicBezTo>
                      <a:pt x="119" y="343"/>
                      <a:pt x="136" y="349"/>
                      <a:pt x="158" y="355"/>
                    </a:cubicBezTo>
                    <a:cubicBezTo>
                      <a:pt x="175" y="360"/>
                      <a:pt x="192" y="360"/>
                      <a:pt x="209" y="360"/>
                    </a:cubicBezTo>
                    <a:cubicBezTo>
                      <a:pt x="232" y="355"/>
                      <a:pt x="249" y="349"/>
                      <a:pt x="266" y="343"/>
                    </a:cubicBezTo>
                    <a:lnTo>
                      <a:pt x="294" y="321"/>
                    </a:lnTo>
                    <a:cubicBezTo>
                      <a:pt x="311" y="304"/>
                      <a:pt x="322" y="281"/>
                      <a:pt x="328" y="259"/>
                    </a:cubicBezTo>
                    <a:lnTo>
                      <a:pt x="333" y="219"/>
                    </a:lnTo>
                    <a:cubicBezTo>
                      <a:pt x="333" y="191"/>
                      <a:pt x="328" y="168"/>
                      <a:pt x="316" y="146"/>
                    </a:cubicBezTo>
                    <a:cubicBezTo>
                      <a:pt x="299" y="123"/>
                      <a:pt x="282" y="95"/>
                      <a:pt x="266" y="67"/>
                    </a:cubicBezTo>
                    <a:cubicBezTo>
                      <a:pt x="254" y="55"/>
                      <a:pt x="243" y="38"/>
                      <a:pt x="226" y="27"/>
                    </a:cubicBezTo>
                    <a:cubicBezTo>
                      <a:pt x="215" y="16"/>
                      <a:pt x="198" y="10"/>
                      <a:pt x="181" y="4"/>
                    </a:cubicBezTo>
                    <a:cubicBezTo>
                      <a:pt x="170" y="2"/>
                      <a:pt x="160" y="0"/>
                      <a:pt x="150"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97" name="Google Shape;1497;p49"/>
              <p:cNvSpPr/>
              <p:nvPr/>
            </p:nvSpPr>
            <p:spPr>
              <a:xfrm>
                <a:off x="4773075" y="3231325"/>
                <a:ext cx="7500" cy="15850"/>
              </a:xfrm>
              <a:custGeom>
                <a:avLst/>
                <a:gdLst/>
                <a:ahLst/>
                <a:cxnLst/>
                <a:rect l="l" t="t" r="r" b="b"/>
                <a:pathLst>
                  <a:path w="300" h="634" extrusionOk="0">
                    <a:moveTo>
                      <a:pt x="147" y="1"/>
                    </a:moveTo>
                    <a:cubicBezTo>
                      <a:pt x="108" y="1"/>
                      <a:pt x="68" y="12"/>
                      <a:pt x="46" y="40"/>
                    </a:cubicBezTo>
                    <a:cubicBezTo>
                      <a:pt x="23" y="68"/>
                      <a:pt x="0" y="102"/>
                      <a:pt x="6" y="142"/>
                    </a:cubicBezTo>
                    <a:cubicBezTo>
                      <a:pt x="12" y="260"/>
                      <a:pt x="17" y="373"/>
                      <a:pt x="17" y="492"/>
                    </a:cubicBezTo>
                    <a:cubicBezTo>
                      <a:pt x="17" y="563"/>
                      <a:pt x="75" y="633"/>
                      <a:pt x="150" y="633"/>
                    </a:cubicBezTo>
                    <a:cubicBezTo>
                      <a:pt x="153" y="633"/>
                      <a:pt x="156" y="633"/>
                      <a:pt x="158" y="633"/>
                    </a:cubicBezTo>
                    <a:cubicBezTo>
                      <a:pt x="232" y="633"/>
                      <a:pt x="300" y="571"/>
                      <a:pt x="300" y="492"/>
                    </a:cubicBezTo>
                    <a:cubicBezTo>
                      <a:pt x="300" y="373"/>
                      <a:pt x="294" y="260"/>
                      <a:pt x="288" y="142"/>
                    </a:cubicBezTo>
                    <a:cubicBezTo>
                      <a:pt x="283" y="102"/>
                      <a:pt x="271" y="68"/>
                      <a:pt x="243" y="40"/>
                    </a:cubicBezTo>
                    <a:cubicBezTo>
                      <a:pt x="221" y="18"/>
                      <a:pt x="181" y="1"/>
                      <a:pt x="14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98" name="Google Shape;1498;p49"/>
              <p:cNvSpPr/>
              <p:nvPr/>
            </p:nvSpPr>
            <p:spPr>
              <a:xfrm>
                <a:off x="4770525" y="3214325"/>
                <a:ext cx="8225" cy="12075"/>
              </a:xfrm>
              <a:custGeom>
                <a:avLst/>
                <a:gdLst/>
                <a:ahLst/>
                <a:cxnLst/>
                <a:rect l="l" t="t" r="r" b="b"/>
                <a:pathLst>
                  <a:path w="329" h="483" extrusionOk="0">
                    <a:moveTo>
                      <a:pt x="148" y="1"/>
                    </a:moveTo>
                    <a:cubicBezTo>
                      <a:pt x="135" y="1"/>
                      <a:pt x="120" y="5"/>
                      <a:pt x="108" y="9"/>
                    </a:cubicBezTo>
                    <a:cubicBezTo>
                      <a:pt x="74" y="20"/>
                      <a:pt x="40" y="37"/>
                      <a:pt x="23" y="71"/>
                    </a:cubicBezTo>
                    <a:cubicBezTo>
                      <a:pt x="6" y="105"/>
                      <a:pt x="1" y="144"/>
                      <a:pt x="6" y="178"/>
                    </a:cubicBezTo>
                    <a:cubicBezTo>
                      <a:pt x="23" y="246"/>
                      <a:pt x="35" y="314"/>
                      <a:pt x="52" y="381"/>
                    </a:cubicBezTo>
                    <a:cubicBezTo>
                      <a:pt x="52" y="398"/>
                      <a:pt x="63" y="415"/>
                      <a:pt x="74" y="426"/>
                    </a:cubicBezTo>
                    <a:cubicBezTo>
                      <a:pt x="85" y="443"/>
                      <a:pt x="97" y="455"/>
                      <a:pt x="114" y="466"/>
                    </a:cubicBezTo>
                    <a:cubicBezTo>
                      <a:pt x="131" y="477"/>
                      <a:pt x="148" y="483"/>
                      <a:pt x="164" y="483"/>
                    </a:cubicBezTo>
                    <a:cubicBezTo>
                      <a:pt x="187" y="483"/>
                      <a:pt x="204" y="483"/>
                      <a:pt x="221" y="477"/>
                    </a:cubicBezTo>
                    <a:cubicBezTo>
                      <a:pt x="255" y="466"/>
                      <a:pt x="289" y="449"/>
                      <a:pt x="306" y="415"/>
                    </a:cubicBezTo>
                    <a:lnTo>
                      <a:pt x="323" y="381"/>
                    </a:lnTo>
                    <a:cubicBezTo>
                      <a:pt x="328" y="353"/>
                      <a:pt x="328" y="330"/>
                      <a:pt x="323" y="308"/>
                    </a:cubicBezTo>
                    <a:cubicBezTo>
                      <a:pt x="311" y="240"/>
                      <a:pt x="294" y="172"/>
                      <a:pt x="283" y="105"/>
                    </a:cubicBezTo>
                    <a:cubicBezTo>
                      <a:pt x="277" y="88"/>
                      <a:pt x="266" y="71"/>
                      <a:pt x="255" y="59"/>
                    </a:cubicBezTo>
                    <a:cubicBezTo>
                      <a:pt x="244" y="42"/>
                      <a:pt x="232" y="31"/>
                      <a:pt x="215" y="20"/>
                    </a:cubicBezTo>
                    <a:cubicBezTo>
                      <a:pt x="198" y="9"/>
                      <a:pt x="181" y="3"/>
                      <a:pt x="164" y="3"/>
                    </a:cubicBezTo>
                    <a:cubicBezTo>
                      <a:pt x="160" y="1"/>
                      <a:pt x="154" y="1"/>
                      <a:pt x="148"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99" name="Google Shape;1499;p49"/>
              <p:cNvSpPr/>
              <p:nvPr/>
            </p:nvSpPr>
            <p:spPr>
              <a:xfrm>
                <a:off x="4768275" y="3206225"/>
                <a:ext cx="8625" cy="11675"/>
              </a:xfrm>
              <a:custGeom>
                <a:avLst/>
                <a:gdLst/>
                <a:ahLst/>
                <a:cxnLst/>
                <a:rect l="l" t="t" r="r" b="b"/>
                <a:pathLst>
                  <a:path w="345" h="467" extrusionOk="0">
                    <a:moveTo>
                      <a:pt x="139" y="1"/>
                    </a:moveTo>
                    <a:cubicBezTo>
                      <a:pt x="130" y="1"/>
                      <a:pt x="122" y="2"/>
                      <a:pt x="113" y="5"/>
                    </a:cubicBezTo>
                    <a:cubicBezTo>
                      <a:pt x="79" y="16"/>
                      <a:pt x="46" y="39"/>
                      <a:pt x="29" y="73"/>
                    </a:cubicBezTo>
                    <a:cubicBezTo>
                      <a:pt x="12" y="101"/>
                      <a:pt x="0" y="141"/>
                      <a:pt x="12" y="180"/>
                    </a:cubicBezTo>
                    <a:cubicBezTo>
                      <a:pt x="34" y="242"/>
                      <a:pt x="51" y="299"/>
                      <a:pt x="62" y="361"/>
                    </a:cubicBezTo>
                    <a:cubicBezTo>
                      <a:pt x="74" y="395"/>
                      <a:pt x="102" y="429"/>
                      <a:pt x="130" y="446"/>
                    </a:cubicBezTo>
                    <a:cubicBezTo>
                      <a:pt x="147" y="457"/>
                      <a:pt x="164" y="462"/>
                      <a:pt x="181" y="462"/>
                    </a:cubicBezTo>
                    <a:cubicBezTo>
                      <a:pt x="192" y="465"/>
                      <a:pt x="202" y="467"/>
                      <a:pt x="211" y="467"/>
                    </a:cubicBezTo>
                    <a:cubicBezTo>
                      <a:pt x="221" y="467"/>
                      <a:pt x="229" y="465"/>
                      <a:pt x="238" y="462"/>
                    </a:cubicBezTo>
                    <a:cubicBezTo>
                      <a:pt x="271" y="451"/>
                      <a:pt x="305" y="429"/>
                      <a:pt x="322" y="395"/>
                    </a:cubicBezTo>
                    <a:cubicBezTo>
                      <a:pt x="339" y="361"/>
                      <a:pt x="345" y="327"/>
                      <a:pt x="339" y="287"/>
                    </a:cubicBezTo>
                    <a:cubicBezTo>
                      <a:pt x="322" y="225"/>
                      <a:pt x="305" y="163"/>
                      <a:pt x="288" y="101"/>
                    </a:cubicBezTo>
                    <a:cubicBezTo>
                      <a:pt x="277" y="67"/>
                      <a:pt x="254" y="39"/>
                      <a:pt x="221" y="22"/>
                    </a:cubicBezTo>
                    <a:cubicBezTo>
                      <a:pt x="204" y="11"/>
                      <a:pt x="187" y="5"/>
                      <a:pt x="170" y="5"/>
                    </a:cubicBezTo>
                    <a:cubicBezTo>
                      <a:pt x="158" y="2"/>
                      <a:pt x="149" y="1"/>
                      <a:pt x="139"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00" name="Google Shape;1500;p49"/>
              <p:cNvSpPr/>
              <p:nvPr/>
            </p:nvSpPr>
            <p:spPr>
              <a:xfrm>
                <a:off x="4744000" y="3162150"/>
                <a:ext cx="7775" cy="7925"/>
              </a:xfrm>
              <a:custGeom>
                <a:avLst/>
                <a:gdLst/>
                <a:ahLst/>
                <a:cxnLst/>
                <a:rect l="l" t="t" r="r" b="b"/>
                <a:pathLst>
                  <a:path w="311" h="317" extrusionOk="0">
                    <a:moveTo>
                      <a:pt x="141" y="0"/>
                    </a:moveTo>
                    <a:cubicBezTo>
                      <a:pt x="119" y="0"/>
                      <a:pt x="102" y="6"/>
                      <a:pt x="85" y="12"/>
                    </a:cubicBezTo>
                    <a:cubicBezTo>
                      <a:pt x="68" y="17"/>
                      <a:pt x="51" y="29"/>
                      <a:pt x="40" y="40"/>
                    </a:cubicBezTo>
                    <a:lnTo>
                      <a:pt x="17" y="68"/>
                    </a:lnTo>
                    <a:cubicBezTo>
                      <a:pt x="6" y="91"/>
                      <a:pt x="0" y="113"/>
                      <a:pt x="0" y="142"/>
                    </a:cubicBezTo>
                    <a:lnTo>
                      <a:pt x="6" y="181"/>
                    </a:lnTo>
                    <a:cubicBezTo>
                      <a:pt x="11" y="204"/>
                      <a:pt x="23" y="226"/>
                      <a:pt x="40" y="243"/>
                    </a:cubicBezTo>
                    <a:cubicBezTo>
                      <a:pt x="51" y="255"/>
                      <a:pt x="62" y="266"/>
                      <a:pt x="73" y="277"/>
                    </a:cubicBezTo>
                    <a:cubicBezTo>
                      <a:pt x="85" y="288"/>
                      <a:pt x="96" y="300"/>
                      <a:pt x="119" y="305"/>
                    </a:cubicBezTo>
                    <a:cubicBezTo>
                      <a:pt x="136" y="311"/>
                      <a:pt x="152" y="317"/>
                      <a:pt x="169" y="317"/>
                    </a:cubicBezTo>
                    <a:cubicBezTo>
                      <a:pt x="192" y="317"/>
                      <a:pt x="209" y="311"/>
                      <a:pt x="226" y="305"/>
                    </a:cubicBezTo>
                    <a:cubicBezTo>
                      <a:pt x="243" y="300"/>
                      <a:pt x="260" y="288"/>
                      <a:pt x="271" y="277"/>
                    </a:cubicBezTo>
                    <a:lnTo>
                      <a:pt x="294" y="249"/>
                    </a:lnTo>
                    <a:cubicBezTo>
                      <a:pt x="305" y="226"/>
                      <a:pt x="311" y="204"/>
                      <a:pt x="311" y="175"/>
                    </a:cubicBezTo>
                    <a:cubicBezTo>
                      <a:pt x="311" y="164"/>
                      <a:pt x="311" y="153"/>
                      <a:pt x="305" y="136"/>
                    </a:cubicBezTo>
                    <a:cubicBezTo>
                      <a:pt x="299" y="113"/>
                      <a:pt x="288" y="91"/>
                      <a:pt x="271" y="74"/>
                    </a:cubicBezTo>
                    <a:cubicBezTo>
                      <a:pt x="260" y="63"/>
                      <a:pt x="249" y="51"/>
                      <a:pt x="237" y="40"/>
                    </a:cubicBezTo>
                    <a:cubicBezTo>
                      <a:pt x="226" y="29"/>
                      <a:pt x="209" y="17"/>
                      <a:pt x="192" y="12"/>
                    </a:cubicBezTo>
                    <a:cubicBezTo>
                      <a:pt x="175" y="6"/>
                      <a:pt x="158" y="0"/>
                      <a:pt x="141"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01" name="Google Shape;1501;p49"/>
              <p:cNvSpPr/>
              <p:nvPr/>
            </p:nvSpPr>
            <p:spPr>
              <a:xfrm>
                <a:off x="4748650" y="3167800"/>
                <a:ext cx="8200" cy="8600"/>
              </a:xfrm>
              <a:custGeom>
                <a:avLst/>
                <a:gdLst/>
                <a:ahLst/>
                <a:cxnLst/>
                <a:rect l="l" t="t" r="r" b="b"/>
                <a:pathLst>
                  <a:path w="328" h="344" extrusionOk="0">
                    <a:moveTo>
                      <a:pt x="142" y="0"/>
                    </a:moveTo>
                    <a:cubicBezTo>
                      <a:pt x="119" y="0"/>
                      <a:pt x="102" y="0"/>
                      <a:pt x="85" y="12"/>
                    </a:cubicBezTo>
                    <a:cubicBezTo>
                      <a:pt x="68" y="17"/>
                      <a:pt x="51" y="29"/>
                      <a:pt x="40" y="40"/>
                    </a:cubicBezTo>
                    <a:lnTo>
                      <a:pt x="17" y="68"/>
                    </a:lnTo>
                    <a:cubicBezTo>
                      <a:pt x="6" y="91"/>
                      <a:pt x="0" y="113"/>
                      <a:pt x="0" y="141"/>
                    </a:cubicBezTo>
                    <a:cubicBezTo>
                      <a:pt x="0" y="153"/>
                      <a:pt x="0" y="164"/>
                      <a:pt x="6" y="175"/>
                    </a:cubicBezTo>
                    <a:cubicBezTo>
                      <a:pt x="12" y="204"/>
                      <a:pt x="23" y="221"/>
                      <a:pt x="40" y="243"/>
                    </a:cubicBezTo>
                    <a:lnTo>
                      <a:pt x="41" y="245"/>
                    </a:lnTo>
                    <a:lnTo>
                      <a:pt x="41" y="245"/>
                    </a:lnTo>
                    <a:cubicBezTo>
                      <a:pt x="49" y="255"/>
                      <a:pt x="57" y="264"/>
                      <a:pt x="68" y="271"/>
                    </a:cubicBezTo>
                    <a:cubicBezTo>
                      <a:pt x="74" y="288"/>
                      <a:pt x="85" y="305"/>
                      <a:pt x="102" y="311"/>
                    </a:cubicBezTo>
                    <a:cubicBezTo>
                      <a:pt x="119" y="328"/>
                      <a:pt x="130" y="334"/>
                      <a:pt x="153" y="339"/>
                    </a:cubicBezTo>
                    <a:cubicBezTo>
                      <a:pt x="161" y="342"/>
                      <a:pt x="170" y="343"/>
                      <a:pt x="179" y="343"/>
                    </a:cubicBezTo>
                    <a:cubicBezTo>
                      <a:pt x="188" y="343"/>
                      <a:pt x="198" y="342"/>
                      <a:pt x="209" y="339"/>
                    </a:cubicBezTo>
                    <a:cubicBezTo>
                      <a:pt x="226" y="339"/>
                      <a:pt x="243" y="334"/>
                      <a:pt x="260" y="322"/>
                    </a:cubicBezTo>
                    <a:lnTo>
                      <a:pt x="288" y="305"/>
                    </a:lnTo>
                    <a:cubicBezTo>
                      <a:pt x="305" y="283"/>
                      <a:pt x="317" y="266"/>
                      <a:pt x="322" y="243"/>
                    </a:cubicBezTo>
                    <a:lnTo>
                      <a:pt x="328" y="204"/>
                    </a:lnTo>
                    <a:cubicBezTo>
                      <a:pt x="328" y="175"/>
                      <a:pt x="322" y="153"/>
                      <a:pt x="311" y="130"/>
                    </a:cubicBezTo>
                    <a:cubicBezTo>
                      <a:pt x="288" y="102"/>
                      <a:pt x="266" y="68"/>
                      <a:pt x="238" y="40"/>
                    </a:cubicBezTo>
                    <a:cubicBezTo>
                      <a:pt x="226" y="29"/>
                      <a:pt x="215" y="17"/>
                      <a:pt x="192" y="12"/>
                    </a:cubicBezTo>
                    <a:cubicBezTo>
                      <a:pt x="175" y="0"/>
                      <a:pt x="159" y="0"/>
                      <a:pt x="142"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02" name="Google Shape;1502;p49"/>
              <p:cNvSpPr/>
              <p:nvPr/>
            </p:nvSpPr>
            <p:spPr>
              <a:xfrm>
                <a:off x="4484925" y="3138725"/>
                <a:ext cx="336850" cy="477075"/>
              </a:xfrm>
              <a:custGeom>
                <a:avLst/>
                <a:gdLst/>
                <a:ahLst/>
                <a:cxnLst/>
                <a:rect l="l" t="t" r="r" b="b"/>
                <a:pathLst>
                  <a:path w="13474" h="19083" extrusionOk="0">
                    <a:moveTo>
                      <a:pt x="9707" y="536"/>
                    </a:moveTo>
                    <a:lnTo>
                      <a:pt x="9707" y="536"/>
                    </a:lnTo>
                    <a:cubicBezTo>
                      <a:pt x="10371" y="1035"/>
                      <a:pt x="10918" y="1715"/>
                      <a:pt x="11216" y="2490"/>
                    </a:cubicBezTo>
                    <a:cubicBezTo>
                      <a:pt x="11396" y="2970"/>
                      <a:pt x="11509" y="3462"/>
                      <a:pt x="11538" y="3976"/>
                    </a:cubicBezTo>
                    <a:cubicBezTo>
                      <a:pt x="11549" y="4185"/>
                      <a:pt x="11543" y="4399"/>
                      <a:pt x="11543" y="4608"/>
                    </a:cubicBezTo>
                    <a:lnTo>
                      <a:pt x="11543" y="5755"/>
                    </a:lnTo>
                    <a:cubicBezTo>
                      <a:pt x="11543" y="5992"/>
                      <a:pt x="11532" y="6229"/>
                      <a:pt x="11543" y="6466"/>
                    </a:cubicBezTo>
                    <a:cubicBezTo>
                      <a:pt x="11549" y="6602"/>
                      <a:pt x="11713" y="6686"/>
                      <a:pt x="11814" y="6765"/>
                    </a:cubicBezTo>
                    <a:cubicBezTo>
                      <a:pt x="12193" y="7065"/>
                      <a:pt x="12577" y="7364"/>
                      <a:pt x="12955" y="7669"/>
                    </a:cubicBezTo>
                    <a:cubicBezTo>
                      <a:pt x="13136" y="7816"/>
                      <a:pt x="13221" y="8030"/>
                      <a:pt x="13130" y="8251"/>
                    </a:cubicBezTo>
                    <a:cubicBezTo>
                      <a:pt x="13034" y="8477"/>
                      <a:pt x="12808" y="8590"/>
                      <a:pt x="12577" y="8590"/>
                    </a:cubicBezTo>
                    <a:cubicBezTo>
                      <a:pt x="12477" y="8591"/>
                      <a:pt x="12378" y="8592"/>
                      <a:pt x="12279" y="8592"/>
                    </a:cubicBezTo>
                    <a:cubicBezTo>
                      <a:pt x="12081" y="8592"/>
                      <a:pt x="11884" y="8590"/>
                      <a:pt x="11684" y="8590"/>
                    </a:cubicBezTo>
                    <a:cubicBezTo>
                      <a:pt x="11605" y="8590"/>
                      <a:pt x="11543" y="8657"/>
                      <a:pt x="11543" y="8731"/>
                    </a:cubicBezTo>
                    <a:cubicBezTo>
                      <a:pt x="11543" y="9030"/>
                      <a:pt x="11549" y="9329"/>
                      <a:pt x="11538" y="9623"/>
                    </a:cubicBezTo>
                    <a:cubicBezTo>
                      <a:pt x="11515" y="10154"/>
                      <a:pt x="11408" y="10685"/>
                      <a:pt x="11210" y="11182"/>
                    </a:cubicBezTo>
                    <a:cubicBezTo>
                      <a:pt x="10832" y="12147"/>
                      <a:pt x="10126" y="12983"/>
                      <a:pt x="9239" y="13525"/>
                    </a:cubicBezTo>
                    <a:cubicBezTo>
                      <a:pt x="8748" y="13822"/>
                      <a:pt x="8210" y="14026"/>
                      <a:pt x="7645" y="14138"/>
                    </a:cubicBezTo>
                    <a:lnTo>
                      <a:pt x="7645" y="14138"/>
                    </a:lnTo>
                    <a:cubicBezTo>
                      <a:pt x="7652" y="14108"/>
                      <a:pt x="7659" y="14078"/>
                      <a:pt x="7664" y="14051"/>
                    </a:cubicBezTo>
                    <a:cubicBezTo>
                      <a:pt x="7703" y="13825"/>
                      <a:pt x="7720" y="13599"/>
                      <a:pt x="7709" y="13373"/>
                    </a:cubicBezTo>
                    <a:cubicBezTo>
                      <a:pt x="7675" y="12475"/>
                      <a:pt x="7285" y="11628"/>
                      <a:pt x="6783" y="10894"/>
                    </a:cubicBezTo>
                    <a:cubicBezTo>
                      <a:pt x="6382" y="10306"/>
                      <a:pt x="5896" y="9770"/>
                      <a:pt x="5371" y="9290"/>
                    </a:cubicBezTo>
                    <a:cubicBezTo>
                      <a:pt x="5128" y="9070"/>
                      <a:pt x="4874" y="8889"/>
                      <a:pt x="4687" y="8606"/>
                    </a:cubicBezTo>
                    <a:cubicBezTo>
                      <a:pt x="4416" y="8194"/>
                      <a:pt x="4320" y="7703"/>
                      <a:pt x="4462" y="7223"/>
                    </a:cubicBezTo>
                    <a:cubicBezTo>
                      <a:pt x="4563" y="6890"/>
                      <a:pt x="4795" y="6624"/>
                      <a:pt x="5134" y="6528"/>
                    </a:cubicBezTo>
                    <a:cubicBezTo>
                      <a:pt x="5184" y="6517"/>
                      <a:pt x="5235" y="6506"/>
                      <a:pt x="5286" y="6494"/>
                    </a:cubicBezTo>
                    <a:cubicBezTo>
                      <a:pt x="5294" y="6493"/>
                      <a:pt x="5298" y="6493"/>
                      <a:pt x="5299" y="6493"/>
                    </a:cubicBezTo>
                    <a:cubicBezTo>
                      <a:pt x="5301" y="6493"/>
                      <a:pt x="5282" y="6496"/>
                      <a:pt x="5282" y="6496"/>
                    </a:cubicBezTo>
                    <a:cubicBezTo>
                      <a:pt x="5282" y="6496"/>
                      <a:pt x="5285" y="6496"/>
                      <a:pt x="5292" y="6494"/>
                    </a:cubicBezTo>
                    <a:lnTo>
                      <a:pt x="5326" y="6494"/>
                    </a:lnTo>
                    <a:cubicBezTo>
                      <a:pt x="5354" y="6489"/>
                      <a:pt x="5382" y="6489"/>
                      <a:pt x="5410" y="6489"/>
                    </a:cubicBezTo>
                    <a:cubicBezTo>
                      <a:pt x="5414" y="6489"/>
                      <a:pt x="5417" y="6488"/>
                      <a:pt x="5420" y="6488"/>
                    </a:cubicBezTo>
                    <a:lnTo>
                      <a:pt x="5420" y="6488"/>
                    </a:lnTo>
                    <a:cubicBezTo>
                      <a:pt x="6703" y="6429"/>
                      <a:pt x="8006" y="6056"/>
                      <a:pt x="8912" y="5099"/>
                    </a:cubicBezTo>
                    <a:cubicBezTo>
                      <a:pt x="9392" y="4597"/>
                      <a:pt x="9759" y="3976"/>
                      <a:pt x="9939" y="3298"/>
                    </a:cubicBezTo>
                    <a:cubicBezTo>
                      <a:pt x="10086" y="2739"/>
                      <a:pt x="10098" y="2152"/>
                      <a:pt x="10007" y="1587"/>
                    </a:cubicBezTo>
                    <a:cubicBezTo>
                      <a:pt x="9946" y="1225"/>
                      <a:pt x="9842" y="873"/>
                      <a:pt x="9707" y="536"/>
                    </a:cubicBezTo>
                    <a:close/>
                    <a:moveTo>
                      <a:pt x="7466" y="14937"/>
                    </a:moveTo>
                    <a:lnTo>
                      <a:pt x="7466" y="15863"/>
                    </a:lnTo>
                    <a:lnTo>
                      <a:pt x="7466" y="18359"/>
                    </a:lnTo>
                    <a:lnTo>
                      <a:pt x="7466" y="18800"/>
                    </a:lnTo>
                    <a:lnTo>
                      <a:pt x="283" y="18800"/>
                    </a:lnTo>
                    <a:lnTo>
                      <a:pt x="283" y="17586"/>
                    </a:lnTo>
                    <a:lnTo>
                      <a:pt x="3383" y="17586"/>
                    </a:lnTo>
                    <a:cubicBezTo>
                      <a:pt x="4078" y="17586"/>
                      <a:pt x="4778" y="17518"/>
                      <a:pt x="5427" y="17253"/>
                    </a:cubicBezTo>
                    <a:cubicBezTo>
                      <a:pt x="6065" y="16987"/>
                      <a:pt x="6613" y="16552"/>
                      <a:pt x="6997" y="15976"/>
                    </a:cubicBezTo>
                    <a:cubicBezTo>
                      <a:pt x="7207" y="15657"/>
                      <a:pt x="7364" y="15302"/>
                      <a:pt x="7466" y="14937"/>
                    </a:cubicBezTo>
                    <a:close/>
                    <a:moveTo>
                      <a:pt x="9374" y="0"/>
                    </a:moveTo>
                    <a:cubicBezTo>
                      <a:pt x="9277" y="0"/>
                      <a:pt x="9206" y="115"/>
                      <a:pt x="9256" y="215"/>
                    </a:cubicBezTo>
                    <a:cubicBezTo>
                      <a:pt x="9680" y="1062"/>
                      <a:pt x="9906" y="2044"/>
                      <a:pt x="9719" y="2987"/>
                    </a:cubicBezTo>
                    <a:cubicBezTo>
                      <a:pt x="9476" y="4247"/>
                      <a:pt x="8562" y="5314"/>
                      <a:pt x="7387" y="5800"/>
                    </a:cubicBezTo>
                    <a:cubicBezTo>
                      <a:pt x="6760" y="6060"/>
                      <a:pt x="6082" y="6178"/>
                      <a:pt x="5405" y="6206"/>
                    </a:cubicBezTo>
                    <a:cubicBezTo>
                      <a:pt x="5403" y="6206"/>
                      <a:pt x="5402" y="6207"/>
                      <a:pt x="5400" y="6207"/>
                    </a:cubicBezTo>
                    <a:lnTo>
                      <a:pt x="5400" y="6207"/>
                    </a:lnTo>
                    <a:cubicBezTo>
                      <a:pt x="5138" y="6214"/>
                      <a:pt x="4882" y="6287"/>
                      <a:pt x="4676" y="6438"/>
                    </a:cubicBezTo>
                    <a:cubicBezTo>
                      <a:pt x="4292" y="6715"/>
                      <a:pt x="4128" y="7178"/>
                      <a:pt x="4111" y="7635"/>
                    </a:cubicBezTo>
                    <a:cubicBezTo>
                      <a:pt x="4094" y="8234"/>
                      <a:pt x="4394" y="8844"/>
                      <a:pt x="4857" y="9216"/>
                    </a:cubicBezTo>
                    <a:cubicBezTo>
                      <a:pt x="5241" y="9527"/>
                      <a:pt x="5591" y="9877"/>
                      <a:pt x="5919" y="10250"/>
                    </a:cubicBezTo>
                    <a:cubicBezTo>
                      <a:pt x="6478" y="10877"/>
                      <a:pt x="6975" y="11600"/>
                      <a:pt x="7246" y="12407"/>
                    </a:cubicBezTo>
                    <a:cubicBezTo>
                      <a:pt x="7381" y="12831"/>
                      <a:pt x="7455" y="13271"/>
                      <a:pt x="7421" y="13717"/>
                    </a:cubicBezTo>
                    <a:cubicBezTo>
                      <a:pt x="7404" y="13949"/>
                      <a:pt x="7336" y="14158"/>
                      <a:pt x="7291" y="14384"/>
                    </a:cubicBezTo>
                    <a:cubicBezTo>
                      <a:pt x="7285" y="14412"/>
                      <a:pt x="7285" y="14440"/>
                      <a:pt x="7280" y="14468"/>
                    </a:cubicBezTo>
                    <a:cubicBezTo>
                      <a:pt x="7281" y="14453"/>
                      <a:pt x="7282" y="14447"/>
                      <a:pt x="7282" y="14447"/>
                    </a:cubicBezTo>
                    <a:lnTo>
                      <a:pt x="7282" y="14447"/>
                    </a:lnTo>
                    <a:cubicBezTo>
                      <a:pt x="7282" y="14447"/>
                      <a:pt x="7278" y="14477"/>
                      <a:pt x="7274" y="14497"/>
                    </a:cubicBezTo>
                    <a:cubicBezTo>
                      <a:pt x="7274" y="14525"/>
                      <a:pt x="7268" y="14553"/>
                      <a:pt x="7263" y="14581"/>
                    </a:cubicBezTo>
                    <a:cubicBezTo>
                      <a:pt x="7246" y="14655"/>
                      <a:pt x="7229" y="14734"/>
                      <a:pt x="7212" y="14807"/>
                    </a:cubicBezTo>
                    <a:cubicBezTo>
                      <a:pt x="7155" y="15005"/>
                      <a:pt x="7088" y="15203"/>
                      <a:pt x="7008" y="15372"/>
                    </a:cubicBezTo>
                    <a:cubicBezTo>
                      <a:pt x="6754" y="15908"/>
                      <a:pt x="6370" y="16377"/>
                      <a:pt x="5873" y="16699"/>
                    </a:cubicBezTo>
                    <a:cubicBezTo>
                      <a:pt x="5184" y="17151"/>
                      <a:pt x="4354" y="17303"/>
                      <a:pt x="3547" y="17303"/>
                    </a:cubicBezTo>
                    <a:lnTo>
                      <a:pt x="141" y="17303"/>
                    </a:lnTo>
                    <a:cubicBezTo>
                      <a:pt x="62" y="17303"/>
                      <a:pt x="0" y="17365"/>
                      <a:pt x="0" y="17445"/>
                    </a:cubicBezTo>
                    <a:lnTo>
                      <a:pt x="0" y="18941"/>
                    </a:lnTo>
                    <a:cubicBezTo>
                      <a:pt x="0" y="19015"/>
                      <a:pt x="62" y="19082"/>
                      <a:pt x="141" y="19082"/>
                    </a:cubicBezTo>
                    <a:lnTo>
                      <a:pt x="7607" y="19082"/>
                    </a:lnTo>
                    <a:cubicBezTo>
                      <a:pt x="7681" y="19082"/>
                      <a:pt x="7748" y="19015"/>
                      <a:pt x="7748" y="18941"/>
                    </a:cubicBezTo>
                    <a:lnTo>
                      <a:pt x="7748" y="17365"/>
                    </a:lnTo>
                    <a:lnTo>
                      <a:pt x="7748" y="14869"/>
                    </a:lnTo>
                    <a:lnTo>
                      <a:pt x="7748" y="14403"/>
                    </a:lnTo>
                    <a:lnTo>
                      <a:pt x="7748" y="14403"/>
                    </a:lnTo>
                    <a:cubicBezTo>
                      <a:pt x="8791" y="14194"/>
                      <a:pt x="9755" y="13651"/>
                      <a:pt x="10476" y="12870"/>
                    </a:cubicBezTo>
                    <a:cubicBezTo>
                      <a:pt x="11233" y="12051"/>
                      <a:pt x="11701" y="10995"/>
                      <a:pt x="11803" y="9888"/>
                    </a:cubicBezTo>
                    <a:cubicBezTo>
                      <a:pt x="11833" y="9551"/>
                      <a:pt x="11828" y="9214"/>
                      <a:pt x="11826" y="8872"/>
                    </a:cubicBezTo>
                    <a:lnTo>
                      <a:pt x="11826" y="8872"/>
                    </a:lnTo>
                    <a:cubicBezTo>
                      <a:pt x="11971" y="8873"/>
                      <a:pt x="12116" y="8874"/>
                      <a:pt x="12261" y="8874"/>
                    </a:cubicBezTo>
                    <a:cubicBezTo>
                      <a:pt x="12357" y="8874"/>
                      <a:pt x="12453" y="8874"/>
                      <a:pt x="12549" y="8872"/>
                    </a:cubicBezTo>
                    <a:cubicBezTo>
                      <a:pt x="12983" y="8872"/>
                      <a:pt x="13384" y="8601"/>
                      <a:pt x="13441" y="8149"/>
                    </a:cubicBezTo>
                    <a:cubicBezTo>
                      <a:pt x="13474" y="7895"/>
                      <a:pt x="13361" y="7646"/>
                      <a:pt x="13166" y="7477"/>
                    </a:cubicBezTo>
                    <a:lnTo>
                      <a:pt x="13166" y="7477"/>
                    </a:lnTo>
                    <a:cubicBezTo>
                      <a:pt x="13162" y="7473"/>
                      <a:pt x="13157" y="7469"/>
                      <a:pt x="13153" y="7466"/>
                    </a:cubicBezTo>
                    <a:lnTo>
                      <a:pt x="13153" y="7466"/>
                    </a:lnTo>
                    <a:cubicBezTo>
                      <a:pt x="13153" y="7466"/>
                      <a:pt x="13153" y="7466"/>
                      <a:pt x="13153" y="7466"/>
                    </a:cubicBezTo>
                    <a:cubicBezTo>
                      <a:pt x="13151" y="7464"/>
                      <a:pt x="13149" y="7463"/>
                      <a:pt x="13148" y="7462"/>
                    </a:cubicBezTo>
                    <a:lnTo>
                      <a:pt x="13148" y="7462"/>
                    </a:lnTo>
                    <a:cubicBezTo>
                      <a:pt x="12711" y="7112"/>
                      <a:pt x="12268" y="6762"/>
                      <a:pt x="11826" y="6413"/>
                    </a:cubicBezTo>
                    <a:lnTo>
                      <a:pt x="11826" y="6413"/>
                    </a:lnTo>
                    <a:lnTo>
                      <a:pt x="11826" y="4840"/>
                    </a:lnTo>
                    <a:cubicBezTo>
                      <a:pt x="11826" y="4461"/>
                      <a:pt x="11837" y="4083"/>
                      <a:pt x="11797" y="3705"/>
                    </a:cubicBezTo>
                    <a:cubicBezTo>
                      <a:pt x="11724" y="2999"/>
                      <a:pt x="11504" y="2304"/>
                      <a:pt x="11131" y="1694"/>
                    </a:cubicBezTo>
                    <a:cubicBezTo>
                      <a:pt x="10708" y="1011"/>
                      <a:pt x="10137" y="435"/>
                      <a:pt x="9448" y="23"/>
                    </a:cubicBezTo>
                    <a:cubicBezTo>
                      <a:pt x="9423" y="7"/>
                      <a:pt x="9397" y="0"/>
                      <a:pt x="9374"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03" name="Google Shape;1503;p49"/>
              <p:cNvSpPr/>
              <p:nvPr/>
            </p:nvSpPr>
            <p:spPr>
              <a:xfrm>
                <a:off x="4214400" y="3119725"/>
                <a:ext cx="583975" cy="458800"/>
              </a:xfrm>
              <a:custGeom>
                <a:avLst/>
                <a:gdLst/>
                <a:ahLst/>
                <a:cxnLst/>
                <a:rect l="l" t="t" r="r" b="b"/>
                <a:pathLst>
                  <a:path w="23359" h="18352" extrusionOk="0">
                    <a:moveTo>
                      <a:pt x="10827" y="285"/>
                    </a:moveTo>
                    <a:cubicBezTo>
                      <a:pt x="10889" y="285"/>
                      <a:pt x="10951" y="286"/>
                      <a:pt x="11013" y="286"/>
                    </a:cubicBezTo>
                    <a:lnTo>
                      <a:pt x="17683" y="286"/>
                    </a:lnTo>
                    <a:cubicBezTo>
                      <a:pt x="18029" y="286"/>
                      <a:pt x="18378" y="293"/>
                      <a:pt x="18728" y="293"/>
                    </a:cubicBezTo>
                    <a:cubicBezTo>
                      <a:pt x="18902" y="293"/>
                      <a:pt x="19078" y="291"/>
                      <a:pt x="19253" y="286"/>
                    </a:cubicBezTo>
                    <a:lnTo>
                      <a:pt x="19275" y="286"/>
                    </a:lnTo>
                    <a:cubicBezTo>
                      <a:pt x="19279" y="286"/>
                      <a:pt x="19282" y="286"/>
                      <a:pt x="19286" y="286"/>
                    </a:cubicBezTo>
                    <a:cubicBezTo>
                      <a:pt x="19288" y="286"/>
                      <a:pt x="19291" y="286"/>
                      <a:pt x="19293" y="286"/>
                    </a:cubicBezTo>
                    <a:lnTo>
                      <a:pt x="19293" y="286"/>
                    </a:lnTo>
                    <a:cubicBezTo>
                      <a:pt x="19350" y="287"/>
                      <a:pt x="19412" y="292"/>
                      <a:pt x="19473" y="297"/>
                    </a:cubicBezTo>
                    <a:cubicBezTo>
                      <a:pt x="19535" y="303"/>
                      <a:pt x="19597" y="314"/>
                      <a:pt x="19659" y="319"/>
                    </a:cubicBezTo>
                    <a:cubicBezTo>
                      <a:pt x="19669" y="319"/>
                      <a:pt x="19674" y="319"/>
                      <a:pt x="19682" y="323"/>
                    </a:cubicBezTo>
                    <a:lnTo>
                      <a:pt x="19682" y="323"/>
                    </a:lnTo>
                    <a:cubicBezTo>
                      <a:pt x="19681" y="323"/>
                      <a:pt x="19680" y="323"/>
                      <a:pt x="19679" y="323"/>
                    </a:cubicBezTo>
                    <a:cubicBezTo>
                      <a:pt x="19676" y="323"/>
                      <a:pt x="19676" y="323"/>
                      <a:pt x="19687" y="325"/>
                    </a:cubicBezTo>
                    <a:cubicBezTo>
                      <a:pt x="19704" y="325"/>
                      <a:pt x="19721" y="331"/>
                      <a:pt x="19738" y="331"/>
                    </a:cubicBezTo>
                    <a:cubicBezTo>
                      <a:pt x="19783" y="336"/>
                      <a:pt x="19829" y="342"/>
                      <a:pt x="19868" y="353"/>
                    </a:cubicBezTo>
                    <a:cubicBezTo>
                      <a:pt x="20286" y="421"/>
                      <a:pt x="20732" y="545"/>
                      <a:pt x="21099" y="698"/>
                    </a:cubicBezTo>
                    <a:cubicBezTo>
                      <a:pt x="21579" y="901"/>
                      <a:pt x="22020" y="1178"/>
                      <a:pt x="22364" y="1568"/>
                    </a:cubicBezTo>
                    <a:cubicBezTo>
                      <a:pt x="22754" y="2002"/>
                      <a:pt x="22986" y="2567"/>
                      <a:pt x="23042" y="3160"/>
                    </a:cubicBezTo>
                    <a:cubicBezTo>
                      <a:pt x="23117" y="3968"/>
                      <a:pt x="22932" y="4783"/>
                      <a:pt x="22647" y="5546"/>
                    </a:cubicBezTo>
                    <a:lnTo>
                      <a:pt x="22647" y="5546"/>
                    </a:lnTo>
                    <a:cubicBezTo>
                      <a:pt x="22647" y="5352"/>
                      <a:pt x="22647" y="5157"/>
                      <a:pt x="22647" y="4962"/>
                    </a:cubicBezTo>
                    <a:cubicBezTo>
                      <a:pt x="22641" y="3906"/>
                      <a:pt x="22297" y="2866"/>
                      <a:pt x="21658" y="2025"/>
                    </a:cubicBezTo>
                    <a:cubicBezTo>
                      <a:pt x="21280" y="1528"/>
                      <a:pt x="20806" y="1104"/>
                      <a:pt x="20269" y="783"/>
                    </a:cubicBezTo>
                    <a:cubicBezTo>
                      <a:pt x="20244" y="767"/>
                      <a:pt x="20218" y="760"/>
                      <a:pt x="20195" y="760"/>
                    </a:cubicBezTo>
                    <a:cubicBezTo>
                      <a:pt x="20098" y="760"/>
                      <a:pt x="20027" y="875"/>
                      <a:pt x="20077" y="975"/>
                    </a:cubicBezTo>
                    <a:cubicBezTo>
                      <a:pt x="20501" y="1822"/>
                      <a:pt x="20727" y="2804"/>
                      <a:pt x="20540" y="3747"/>
                    </a:cubicBezTo>
                    <a:cubicBezTo>
                      <a:pt x="20297" y="5007"/>
                      <a:pt x="19383" y="6074"/>
                      <a:pt x="18208" y="6565"/>
                    </a:cubicBezTo>
                    <a:cubicBezTo>
                      <a:pt x="17581" y="6820"/>
                      <a:pt x="16903" y="6938"/>
                      <a:pt x="16231" y="6966"/>
                    </a:cubicBezTo>
                    <a:cubicBezTo>
                      <a:pt x="15796" y="6978"/>
                      <a:pt x="15390" y="7181"/>
                      <a:pt x="15164" y="7559"/>
                    </a:cubicBezTo>
                    <a:cubicBezTo>
                      <a:pt x="14797" y="8158"/>
                      <a:pt x="14887" y="8943"/>
                      <a:pt x="15266" y="9513"/>
                    </a:cubicBezTo>
                    <a:cubicBezTo>
                      <a:pt x="15395" y="9711"/>
                      <a:pt x="15554" y="9875"/>
                      <a:pt x="15740" y="10027"/>
                    </a:cubicBezTo>
                    <a:cubicBezTo>
                      <a:pt x="16011" y="10259"/>
                      <a:pt x="16271" y="10502"/>
                      <a:pt x="16514" y="10761"/>
                    </a:cubicBezTo>
                    <a:cubicBezTo>
                      <a:pt x="17316" y="11603"/>
                      <a:pt x="18067" y="12659"/>
                      <a:pt x="18225" y="13839"/>
                    </a:cubicBezTo>
                    <a:cubicBezTo>
                      <a:pt x="18264" y="14155"/>
                      <a:pt x="18264" y="14477"/>
                      <a:pt x="18202" y="14794"/>
                    </a:cubicBezTo>
                    <a:cubicBezTo>
                      <a:pt x="18174" y="14935"/>
                      <a:pt x="18118" y="15076"/>
                      <a:pt x="18101" y="15217"/>
                    </a:cubicBezTo>
                    <a:cubicBezTo>
                      <a:pt x="18101" y="15219"/>
                      <a:pt x="18101" y="15221"/>
                      <a:pt x="18101" y="15223"/>
                    </a:cubicBezTo>
                    <a:lnTo>
                      <a:pt x="18101" y="15223"/>
                    </a:lnTo>
                    <a:cubicBezTo>
                      <a:pt x="18101" y="15223"/>
                      <a:pt x="18101" y="15223"/>
                      <a:pt x="18101" y="15223"/>
                    </a:cubicBezTo>
                    <a:cubicBezTo>
                      <a:pt x="18101" y="15240"/>
                      <a:pt x="18095" y="15257"/>
                      <a:pt x="18095" y="15274"/>
                    </a:cubicBezTo>
                    <a:cubicBezTo>
                      <a:pt x="18089" y="15319"/>
                      <a:pt x="18078" y="15358"/>
                      <a:pt x="18067" y="15403"/>
                    </a:cubicBezTo>
                    <a:cubicBezTo>
                      <a:pt x="18044" y="15528"/>
                      <a:pt x="18010" y="15646"/>
                      <a:pt x="17971" y="15765"/>
                    </a:cubicBezTo>
                    <a:cubicBezTo>
                      <a:pt x="17728" y="16516"/>
                      <a:pt x="17208" y="17188"/>
                      <a:pt x="16497" y="17583"/>
                    </a:cubicBezTo>
                    <a:cubicBezTo>
                      <a:pt x="15949" y="17883"/>
                      <a:pt x="15328" y="18018"/>
                      <a:pt x="14712" y="18052"/>
                    </a:cubicBezTo>
                    <a:cubicBezTo>
                      <a:pt x="14529" y="18062"/>
                      <a:pt x="14346" y="18064"/>
                      <a:pt x="14164" y="18064"/>
                    </a:cubicBezTo>
                    <a:cubicBezTo>
                      <a:pt x="14043" y="18064"/>
                      <a:pt x="13923" y="18063"/>
                      <a:pt x="13803" y="18063"/>
                    </a:cubicBezTo>
                    <a:lnTo>
                      <a:pt x="4720" y="18063"/>
                    </a:lnTo>
                    <a:cubicBezTo>
                      <a:pt x="4700" y="18046"/>
                      <a:pt x="4676" y="18034"/>
                      <a:pt x="4647" y="18034"/>
                    </a:cubicBezTo>
                    <a:cubicBezTo>
                      <a:pt x="4642" y="18034"/>
                      <a:pt x="4637" y="18034"/>
                      <a:pt x="4632" y="18035"/>
                    </a:cubicBezTo>
                    <a:cubicBezTo>
                      <a:pt x="4493" y="18051"/>
                      <a:pt x="4355" y="18060"/>
                      <a:pt x="4217" y="18060"/>
                    </a:cubicBezTo>
                    <a:cubicBezTo>
                      <a:pt x="3639" y="18060"/>
                      <a:pt x="3069" y="17917"/>
                      <a:pt x="2553" y="17634"/>
                    </a:cubicBezTo>
                    <a:cubicBezTo>
                      <a:pt x="1960" y="17301"/>
                      <a:pt x="1469" y="16810"/>
                      <a:pt x="1119" y="16228"/>
                    </a:cubicBezTo>
                    <a:cubicBezTo>
                      <a:pt x="334" y="14918"/>
                      <a:pt x="278" y="13212"/>
                      <a:pt x="983" y="11857"/>
                    </a:cubicBezTo>
                    <a:cubicBezTo>
                      <a:pt x="1317" y="11208"/>
                      <a:pt x="1825" y="10643"/>
                      <a:pt x="2452" y="10264"/>
                    </a:cubicBezTo>
                    <a:cubicBezTo>
                      <a:pt x="2632" y="10157"/>
                      <a:pt x="2808" y="10061"/>
                      <a:pt x="2977" y="9937"/>
                    </a:cubicBezTo>
                    <a:cubicBezTo>
                      <a:pt x="3649" y="9440"/>
                      <a:pt x="4208" y="8807"/>
                      <a:pt x="4694" y="8135"/>
                    </a:cubicBezTo>
                    <a:cubicBezTo>
                      <a:pt x="5095" y="7576"/>
                      <a:pt x="5445" y="6989"/>
                      <a:pt x="5755" y="6379"/>
                    </a:cubicBezTo>
                    <a:cubicBezTo>
                      <a:pt x="5942" y="6012"/>
                      <a:pt x="6117" y="5639"/>
                      <a:pt x="6275" y="5261"/>
                    </a:cubicBezTo>
                    <a:cubicBezTo>
                      <a:pt x="6456" y="4826"/>
                      <a:pt x="6653" y="4386"/>
                      <a:pt x="6772" y="3934"/>
                    </a:cubicBezTo>
                    <a:cubicBezTo>
                      <a:pt x="6829" y="3715"/>
                      <a:pt x="6911" y="3510"/>
                      <a:pt x="6981" y="3302"/>
                    </a:cubicBezTo>
                    <a:lnTo>
                      <a:pt x="6981" y="3302"/>
                    </a:lnTo>
                    <a:cubicBezTo>
                      <a:pt x="6983" y="3298"/>
                      <a:pt x="6985" y="3294"/>
                      <a:pt x="6987" y="3290"/>
                    </a:cubicBezTo>
                    <a:cubicBezTo>
                      <a:pt x="7308" y="2545"/>
                      <a:pt x="7783" y="1867"/>
                      <a:pt x="8376" y="1319"/>
                    </a:cubicBezTo>
                    <a:cubicBezTo>
                      <a:pt x="8952" y="799"/>
                      <a:pt x="9669" y="382"/>
                      <a:pt x="10454" y="303"/>
                    </a:cubicBezTo>
                    <a:cubicBezTo>
                      <a:pt x="10578" y="287"/>
                      <a:pt x="10703" y="285"/>
                      <a:pt x="10827" y="285"/>
                    </a:cubicBezTo>
                    <a:close/>
                    <a:moveTo>
                      <a:pt x="19155" y="1"/>
                    </a:moveTo>
                    <a:cubicBezTo>
                      <a:pt x="19074" y="1"/>
                      <a:pt x="18993" y="3"/>
                      <a:pt x="18914" y="3"/>
                    </a:cubicBezTo>
                    <a:lnTo>
                      <a:pt x="10742" y="3"/>
                    </a:lnTo>
                    <a:cubicBezTo>
                      <a:pt x="9127" y="9"/>
                      <a:pt x="7760" y="1263"/>
                      <a:pt x="7009" y="2601"/>
                    </a:cubicBezTo>
                    <a:cubicBezTo>
                      <a:pt x="6916" y="2776"/>
                      <a:pt x="6829" y="2951"/>
                      <a:pt x="6751" y="3131"/>
                    </a:cubicBezTo>
                    <a:lnTo>
                      <a:pt x="6751" y="3131"/>
                    </a:lnTo>
                    <a:cubicBezTo>
                      <a:pt x="6741" y="3144"/>
                      <a:pt x="6733" y="3159"/>
                      <a:pt x="6727" y="3177"/>
                    </a:cubicBezTo>
                    <a:cubicBezTo>
                      <a:pt x="6653" y="3409"/>
                      <a:pt x="6557" y="3640"/>
                      <a:pt x="6495" y="3877"/>
                    </a:cubicBezTo>
                    <a:cubicBezTo>
                      <a:pt x="6428" y="4114"/>
                      <a:pt x="6332" y="4346"/>
                      <a:pt x="6247" y="4578"/>
                    </a:cubicBezTo>
                    <a:cubicBezTo>
                      <a:pt x="6083" y="4995"/>
                      <a:pt x="5908" y="5408"/>
                      <a:pt x="5722" y="5814"/>
                    </a:cubicBezTo>
                    <a:cubicBezTo>
                      <a:pt x="5405" y="6475"/>
                      <a:pt x="5050" y="7119"/>
                      <a:pt x="4637" y="7723"/>
                    </a:cubicBezTo>
                    <a:cubicBezTo>
                      <a:pt x="4338" y="8164"/>
                      <a:pt x="4010" y="8582"/>
                      <a:pt x="3643" y="8966"/>
                    </a:cubicBezTo>
                    <a:cubicBezTo>
                      <a:pt x="3508" y="9107"/>
                      <a:pt x="3367" y="9248"/>
                      <a:pt x="3220" y="9378"/>
                    </a:cubicBezTo>
                    <a:cubicBezTo>
                      <a:pt x="3158" y="9434"/>
                      <a:pt x="3096" y="9485"/>
                      <a:pt x="3028" y="9542"/>
                    </a:cubicBezTo>
                    <a:cubicBezTo>
                      <a:pt x="3000" y="9564"/>
                      <a:pt x="2971" y="9587"/>
                      <a:pt x="2943" y="9609"/>
                    </a:cubicBezTo>
                    <a:cubicBezTo>
                      <a:pt x="2904" y="9643"/>
                      <a:pt x="2921" y="9626"/>
                      <a:pt x="2881" y="9660"/>
                    </a:cubicBezTo>
                    <a:cubicBezTo>
                      <a:pt x="2728" y="9773"/>
                      <a:pt x="2576" y="9875"/>
                      <a:pt x="2412" y="9965"/>
                    </a:cubicBezTo>
                    <a:cubicBezTo>
                      <a:pt x="1752" y="10327"/>
                      <a:pt x="1209" y="10886"/>
                      <a:pt x="837" y="11535"/>
                    </a:cubicBezTo>
                    <a:cubicBezTo>
                      <a:pt x="46" y="12896"/>
                      <a:pt x="1" y="14635"/>
                      <a:pt x="701" y="16047"/>
                    </a:cubicBezTo>
                    <a:cubicBezTo>
                      <a:pt x="1322" y="17312"/>
                      <a:pt x="2553" y="18250"/>
                      <a:pt x="3982" y="18340"/>
                    </a:cubicBezTo>
                    <a:cubicBezTo>
                      <a:pt x="4041" y="18343"/>
                      <a:pt x="4100" y="18345"/>
                      <a:pt x="4158" y="18345"/>
                    </a:cubicBezTo>
                    <a:cubicBezTo>
                      <a:pt x="4295" y="18345"/>
                      <a:pt x="4429" y="18337"/>
                      <a:pt x="4564" y="18324"/>
                    </a:cubicBezTo>
                    <a:lnTo>
                      <a:pt x="4564" y="18324"/>
                    </a:lnTo>
                    <a:cubicBezTo>
                      <a:pt x="4584" y="18338"/>
                      <a:pt x="4608" y="18346"/>
                      <a:pt x="4637" y="18346"/>
                    </a:cubicBezTo>
                    <a:lnTo>
                      <a:pt x="13137" y="18346"/>
                    </a:lnTo>
                    <a:cubicBezTo>
                      <a:pt x="13428" y="18346"/>
                      <a:pt x="13723" y="18352"/>
                      <a:pt x="14018" y="18352"/>
                    </a:cubicBezTo>
                    <a:cubicBezTo>
                      <a:pt x="14609" y="18352"/>
                      <a:pt x="15200" y="18327"/>
                      <a:pt x="15768" y="18176"/>
                    </a:cubicBezTo>
                    <a:cubicBezTo>
                      <a:pt x="16717" y="17917"/>
                      <a:pt x="17530" y="17312"/>
                      <a:pt x="17993" y="16437"/>
                    </a:cubicBezTo>
                    <a:cubicBezTo>
                      <a:pt x="18140" y="16160"/>
                      <a:pt x="18247" y="15867"/>
                      <a:pt x="18321" y="15562"/>
                    </a:cubicBezTo>
                    <a:cubicBezTo>
                      <a:pt x="18343" y="15477"/>
                      <a:pt x="18360" y="15392"/>
                      <a:pt x="18372" y="15302"/>
                    </a:cubicBezTo>
                    <a:cubicBezTo>
                      <a:pt x="18383" y="15228"/>
                      <a:pt x="18394" y="15183"/>
                      <a:pt x="18411" y="15132"/>
                    </a:cubicBezTo>
                    <a:cubicBezTo>
                      <a:pt x="18778" y="13867"/>
                      <a:pt x="18259" y="12569"/>
                      <a:pt x="17525" y="11546"/>
                    </a:cubicBezTo>
                    <a:cubicBezTo>
                      <a:pt x="17056" y="10880"/>
                      <a:pt x="16491" y="10287"/>
                      <a:pt x="15864" y="9767"/>
                    </a:cubicBezTo>
                    <a:cubicBezTo>
                      <a:pt x="15604" y="9553"/>
                      <a:pt x="15395" y="9254"/>
                      <a:pt x="15294" y="8932"/>
                    </a:cubicBezTo>
                    <a:cubicBezTo>
                      <a:pt x="15113" y="8378"/>
                      <a:pt x="15232" y="7605"/>
                      <a:pt x="15813" y="7339"/>
                    </a:cubicBezTo>
                    <a:cubicBezTo>
                      <a:pt x="15887" y="7305"/>
                      <a:pt x="15966" y="7283"/>
                      <a:pt x="16045" y="7266"/>
                    </a:cubicBezTo>
                    <a:cubicBezTo>
                      <a:pt x="16062" y="7260"/>
                      <a:pt x="16084" y="7260"/>
                      <a:pt x="16101" y="7254"/>
                    </a:cubicBezTo>
                    <a:cubicBezTo>
                      <a:pt x="16109" y="7253"/>
                      <a:pt x="16112" y="7253"/>
                      <a:pt x="16113" y="7253"/>
                    </a:cubicBezTo>
                    <a:cubicBezTo>
                      <a:pt x="16116" y="7253"/>
                      <a:pt x="16103" y="7256"/>
                      <a:pt x="16107" y="7256"/>
                    </a:cubicBezTo>
                    <a:cubicBezTo>
                      <a:pt x="16108" y="7256"/>
                      <a:pt x="16111" y="7256"/>
                      <a:pt x="16118" y="7254"/>
                    </a:cubicBezTo>
                    <a:cubicBezTo>
                      <a:pt x="16158" y="7249"/>
                      <a:pt x="16192" y="7249"/>
                      <a:pt x="16231" y="7249"/>
                    </a:cubicBezTo>
                    <a:cubicBezTo>
                      <a:pt x="16232" y="7249"/>
                      <a:pt x="16232" y="7249"/>
                      <a:pt x="16233" y="7249"/>
                    </a:cubicBezTo>
                    <a:lnTo>
                      <a:pt x="16233" y="7249"/>
                    </a:lnTo>
                    <a:cubicBezTo>
                      <a:pt x="17514" y="7192"/>
                      <a:pt x="18824" y="6819"/>
                      <a:pt x="19733" y="5859"/>
                    </a:cubicBezTo>
                    <a:cubicBezTo>
                      <a:pt x="20213" y="5357"/>
                      <a:pt x="20580" y="4736"/>
                      <a:pt x="20760" y="4058"/>
                    </a:cubicBezTo>
                    <a:cubicBezTo>
                      <a:pt x="20907" y="3499"/>
                      <a:pt x="20919" y="2917"/>
                      <a:pt x="20828" y="2347"/>
                    </a:cubicBezTo>
                    <a:cubicBezTo>
                      <a:pt x="20767" y="1986"/>
                      <a:pt x="20663" y="1635"/>
                      <a:pt x="20529" y="1298"/>
                    </a:cubicBezTo>
                    <a:lnTo>
                      <a:pt x="20529" y="1298"/>
                    </a:lnTo>
                    <a:cubicBezTo>
                      <a:pt x="21237" y="1835"/>
                      <a:pt x="21783" y="2567"/>
                      <a:pt x="22093" y="3409"/>
                    </a:cubicBezTo>
                    <a:cubicBezTo>
                      <a:pt x="22274" y="3900"/>
                      <a:pt x="22364" y="4431"/>
                      <a:pt x="22364" y="4956"/>
                    </a:cubicBezTo>
                    <a:cubicBezTo>
                      <a:pt x="22364" y="5159"/>
                      <a:pt x="22364" y="5363"/>
                      <a:pt x="22364" y="5560"/>
                    </a:cubicBezTo>
                    <a:lnTo>
                      <a:pt x="22364" y="6260"/>
                    </a:lnTo>
                    <a:cubicBezTo>
                      <a:pt x="22364" y="6342"/>
                      <a:pt x="22445" y="6402"/>
                      <a:pt x="22521" y="6402"/>
                    </a:cubicBezTo>
                    <a:cubicBezTo>
                      <a:pt x="22565" y="6402"/>
                      <a:pt x="22607" y="6382"/>
                      <a:pt x="22630" y="6334"/>
                    </a:cubicBezTo>
                    <a:cubicBezTo>
                      <a:pt x="23031" y="5425"/>
                      <a:pt x="23358" y="4442"/>
                      <a:pt x="23341" y="3442"/>
                    </a:cubicBezTo>
                    <a:cubicBezTo>
                      <a:pt x="23324" y="2782"/>
                      <a:pt x="23144" y="2121"/>
                      <a:pt x="22743" y="1584"/>
                    </a:cubicBezTo>
                    <a:cubicBezTo>
                      <a:pt x="22404" y="1138"/>
                      <a:pt x="21952" y="794"/>
                      <a:pt x="21449" y="545"/>
                    </a:cubicBezTo>
                    <a:cubicBezTo>
                      <a:pt x="21020" y="342"/>
                      <a:pt x="20563" y="195"/>
                      <a:pt x="20094" y="105"/>
                    </a:cubicBezTo>
                    <a:cubicBezTo>
                      <a:pt x="19840" y="54"/>
                      <a:pt x="19563" y="9"/>
                      <a:pt x="19298" y="3"/>
                    </a:cubicBezTo>
                    <a:lnTo>
                      <a:pt x="19275" y="3"/>
                    </a:lnTo>
                    <a:cubicBezTo>
                      <a:pt x="19236" y="1"/>
                      <a:pt x="19196" y="1"/>
                      <a:pt x="19155"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04" name="Google Shape;1504;p49"/>
              <p:cNvSpPr/>
              <p:nvPr/>
            </p:nvSpPr>
            <p:spPr>
              <a:xfrm>
                <a:off x="4769675" y="3210750"/>
                <a:ext cx="8075" cy="10675"/>
              </a:xfrm>
              <a:custGeom>
                <a:avLst/>
                <a:gdLst/>
                <a:ahLst/>
                <a:cxnLst/>
                <a:rect l="l" t="t" r="r" b="b"/>
                <a:pathLst>
                  <a:path w="323" h="427" extrusionOk="0">
                    <a:moveTo>
                      <a:pt x="136" y="1"/>
                    </a:moveTo>
                    <a:cubicBezTo>
                      <a:pt x="126" y="1"/>
                      <a:pt x="117" y="2"/>
                      <a:pt x="108" y="5"/>
                    </a:cubicBezTo>
                    <a:cubicBezTo>
                      <a:pt x="97" y="10"/>
                      <a:pt x="86" y="16"/>
                      <a:pt x="74" y="22"/>
                    </a:cubicBezTo>
                    <a:cubicBezTo>
                      <a:pt x="52" y="33"/>
                      <a:pt x="35" y="50"/>
                      <a:pt x="23" y="73"/>
                    </a:cubicBezTo>
                    <a:lnTo>
                      <a:pt x="6" y="106"/>
                    </a:lnTo>
                    <a:cubicBezTo>
                      <a:pt x="1" y="129"/>
                      <a:pt x="1" y="157"/>
                      <a:pt x="6" y="180"/>
                    </a:cubicBezTo>
                    <a:cubicBezTo>
                      <a:pt x="23" y="231"/>
                      <a:pt x="35" y="276"/>
                      <a:pt x="40" y="321"/>
                    </a:cubicBezTo>
                    <a:cubicBezTo>
                      <a:pt x="46" y="344"/>
                      <a:pt x="57" y="361"/>
                      <a:pt x="69" y="372"/>
                    </a:cubicBezTo>
                    <a:cubicBezTo>
                      <a:pt x="80" y="389"/>
                      <a:pt x="91" y="400"/>
                      <a:pt x="108" y="406"/>
                    </a:cubicBezTo>
                    <a:cubicBezTo>
                      <a:pt x="125" y="417"/>
                      <a:pt x="142" y="423"/>
                      <a:pt x="159" y="423"/>
                    </a:cubicBezTo>
                    <a:cubicBezTo>
                      <a:pt x="170" y="425"/>
                      <a:pt x="180" y="427"/>
                      <a:pt x="189" y="427"/>
                    </a:cubicBezTo>
                    <a:cubicBezTo>
                      <a:pt x="198" y="427"/>
                      <a:pt x="207" y="425"/>
                      <a:pt x="215" y="423"/>
                    </a:cubicBezTo>
                    <a:cubicBezTo>
                      <a:pt x="227" y="417"/>
                      <a:pt x="238" y="411"/>
                      <a:pt x="249" y="406"/>
                    </a:cubicBezTo>
                    <a:cubicBezTo>
                      <a:pt x="272" y="394"/>
                      <a:pt x="289" y="377"/>
                      <a:pt x="300" y="355"/>
                    </a:cubicBezTo>
                    <a:lnTo>
                      <a:pt x="317" y="321"/>
                    </a:lnTo>
                    <a:cubicBezTo>
                      <a:pt x="323" y="298"/>
                      <a:pt x="323" y="276"/>
                      <a:pt x="317" y="248"/>
                    </a:cubicBezTo>
                    <a:cubicBezTo>
                      <a:pt x="306" y="202"/>
                      <a:pt x="294" y="152"/>
                      <a:pt x="283" y="106"/>
                    </a:cubicBezTo>
                    <a:cubicBezTo>
                      <a:pt x="278" y="89"/>
                      <a:pt x="266" y="73"/>
                      <a:pt x="255" y="56"/>
                    </a:cubicBezTo>
                    <a:cubicBezTo>
                      <a:pt x="244" y="44"/>
                      <a:pt x="232" y="33"/>
                      <a:pt x="215" y="22"/>
                    </a:cubicBezTo>
                    <a:cubicBezTo>
                      <a:pt x="198" y="10"/>
                      <a:pt x="182" y="5"/>
                      <a:pt x="165" y="5"/>
                    </a:cubicBezTo>
                    <a:cubicBezTo>
                      <a:pt x="156" y="2"/>
                      <a:pt x="146" y="1"/>
                      <a:pt x="136"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05" name="Google Shape;1505;p49"/>
              <p:cNvSpPr/>
              <p:nvPr/>
            </p:nvSpPr>
            <p:spPr>
              <a:xfrm>
                <a:off x="4772800" y="3228450"/>
                <a:ext cx="7500" cy="9950"/>
              </a:xfrm>
              <a:custGeom>
                <a:avLst/>
                <a:gdLst/>
                <a:ahLst/>
                <a:cxnLst/>
                <a:rect l="l" t="t" r="r" b="b"/>
                <a:pathLst>
                  <a:path w="300" h="398" extrusionOk="0">
                    <a:moveTo>
                      <a:pt x="158" y="0"/>
                    </a:moveTo>
                    <a:cubicBezTo>
                      <a:pt x="153" y="0"/>
                      <a:pt x="147" y="1"/>
                      <a:pt x="141" y="3"/>
                    </a:cubicBezTo>
                    <a:lnTo>
                      <a:pt x="107" y="3"/>
                    </a:lnTo>
                    <a:cubicBezTo>
                      <a:pt x="85" y="14"/>
                      <a:pt x="62" y="25"/>
                      <a:pt x="45" y="42"/>
                    </a:cubicBezTo>
                    <a:cubicBezTo>
                      <a:pt x="34" y="53"/>
                      <a:pt x="28" y="59"/>
                      <a:pt x="23" y="70"/>
                    </a:cubicBezTo>
                    <a:cubicBezTo>
                      <a:pt x="11" y="93"/>
                      <a:pt x="0" y="116"/>
                      <a:pt x="0" y="144"/>
                    </a:cubicBezTo>
                    <a:cubicBezTo>
                      <a:pt x="6" y="178"/>
                      <a:pt x="11" y="217"/>
                      <a:pt x="17" y="257"/>
                    </a:cubicBezTo>
                    <a:cubicBezTo>
                      <a:pt x="11" y="274"/>
                      <a:pt x="17" y="296"/>
                      <a:pt x="28" y="313"/>
                    </a:cubicBezTo>
                    <a:cubicBezTo>
                      <a:pt x="34" y="330"/>
                      <a:pt x="40" y="342"/>
                      <a:pt x="57" y="358"/>
                    </a:cubicBezTo>
                    <a:cubicBezTo>
                      <a:pt x="68" y="370"/>
                      <a:pt x="85" y="381"/>
                      <a:pt x="102" y="387"/>
                    </a:cubicBezTo>
                    <a:cubicBezTo>
                      <a:pt x="119" y="392"/>
                      <a:pt x="136" y="398"/>
                      <a:pt x="158" y="398"/>
                    </a:cubicBezTo>
                    <a:lnTo>
                      <a:pt x="192" y="392"/>
                    </a:lnTo>
                    <a:cubicBezTo>
                      <a:pt x="215" y="387"/>
                      <a:pt x="237" y="375"/>
                      <a:pt x="254" y="358"/>
                    </a:cubicBezTo>
                    <a:cubicBezTo>
                      <a:pt x="266" y="347"/>
                      <a:pt x="271" y="336"/>
                      <a:pt x="277" y="330"/>
                    </a:cubicBezTo>
                    <a:cubicBezTo>
                      <a:pt x="288" y="308"/>
                      <a:pt x="299" y="285"/>
                      <a:pt x="299" y="257"/>
                    </a:cubicBezTo>
                    <a:cubicBezTo>
                      <a:pt x="294" y="217"/>
                      <a:pt x="288" y="178"/>
                      <a:pt x="282" y="144"/>
                    </a:cubicBezTo>
                    <a:cubicBezTo>
                      <a:pt x="288" y="121"/>
                      <a:pt x="282" y="104"/>
                      <a:pt x="271" y="87"/>
                    </a:cubicBezTo>
                    <a:cubicBezTo>
                      <a:pt x="266" y="70"/>
                      <a:pt x="260" y="53"/>
                      <a:pt x="243" y="42"/>
                    </a:cubicBezTo>
                    <a:cubicBezTo>
                      <a:pt x="232" y="25"/>
                      <a:pt x="215" y="20"/>
                      <a:pt x="198" y="14"/>
                    </a:cubicBezTo>
                    <a:cubicBezTo>
                      <a:pt x="185" y="6"/>
                      <a:pt x="173" y="0"/>
                      <a:pt x="158"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06" name="Google Shape;1506;p49"/>
              <p:cNvSpPr/>
              <p:nvPr/>
            </p:nvSpPr>
            <p:spPr>
              <a:xfrm>
                <a:off x="4771525" y="3219375"/>
                <a:ext cx="7775" cy="10425"/>
              </a:xfrm>
              <a:custGeom>
                <a:avLst/>
                <a:gdLst/>
                <a:ahLst/>
                <a:cxnLst/>
                <a:rect l="l" t="t" r="r" b="b"/>
                <a:pathLst>
                  <a:path w="311" h="417" extrusionOk="0">
                    <a:moveTo>
                      <a:pt x="136" y="0"/>
                    </a:moveTo>
                    <a:cubicBezTo>
                      <a:pt x="126" y="0"/>
                      <a:pt x="116" y="1"/>
                      <a:pt x="108" y="4"/>
                    </a:cubicBezTo>
                    <a:cubicBezTo>
                      <a:pt x="96" y="10"/>
                      <a:pt x="85" y="16"/>
                      <a:pt x="74" y="21"/>
                    </a:cubicBezTo>
                    <a:cubicBezTo>
                      <a:pt x="51" y="32"/>
                      <a:pt x="34" y="49"/>
                      <a:pt x="23" y="72"/>
                    </a:cubicBezTo>
                    <a:lnTo>
                      <a:pt x="12" y="106"/>
                    </a:lnTo>
                    <a:cubicBezTo>
                      <a:pt x="0" y="128"/>
                      <a:pt x="0" y="151"/>
                      <a:pt x="12" y="179"/>
                    </a:cubicBezTo>
                    <a:cubicBezTo>
                      <a:pt x="17" y="224"/>
                      <a:pt x="23" y="270"/>
                      <a:pt x="34" y="315"/>
                    </a:cubicBezTo>
                    <a:cubicBezTo>
                      <a:pt x="34" y="332"/>
                      <a:pt x="45" y="349"/>
                      <a:pt x="57" y="360"/>
                    </a:cubicBezTo>
                    <a:cubicBezTo>
                      <a:pt x="68" y="377"/>
                      <a:pt x="79" y="388"/>
                      <a:pt x="96" y="400"/>
                    </a:cubicBezTo>
                    <a:cubicBezTo>
                      <a:pt x="113" y="411"/>
                      <a:pt x="130" y="416"/>
                      <a:pt x="147" y="416"/>
                    </a:cubicBezTo>
                    <a:cubicBezTo>
                      <a:pt x="170" y="416"/>
                      <a:pt x="187" y="416"/>
                      <a:pt x="204" y="411"/>
                    </a:cubicBezTo>
                    <a:cubicBezTo>
                      <a:pt x="215" y="405"/>
                      <a:pt x="226" y="405"/>
                      <a:pt x="237" y="400"/>
                    </a:cubicBezTo>
                    <a:cubicBezTo>
                      <a:pt x="260" y="388"/>
                      <a:pt x="277" y="371"/>
                      <a:pt x="288" y="349"/>
                    </a:cubicBezTo>
                    <a:lnTo>
                      <a:pt x="305" y="315"/>
                    </a:lnTo>
                    <a:cubicBezTo>
                      <a:pt x="311" y="287"/>
                      <a:pt x="311" y="264"/>
                      <a:pt x="305" y="236"/>
                    </a:cubicBezTo>
                    <a:cubicBezTo>
                      <a:pt x="300" y="191"/>
                      <a:pt x="288" y="145"/>
                      <a:pt x="283" y="106"/>
                    </a:cubicBezTo>
                    <a:cubicBezTo>
                      <a:pt x="277" y="83"/>
                      <a:pt x="266" y="66"/>
                      <a:pt x="254" y="55"/>
                    </a:cubicBezTo>
                    <a:cubicBezTo>
                      <a:pt x="243" y="38"/>
                      <a:pt x="232" y="27"/>
                      <a:pt x="215" y="21"/>
                    </a:cubicBezTo>
                    <a:cubicBezTo>
                      <a:pt x="198" y="10"/>
                      <a:pt x="181" y="4"/>
                      <a:pt x="164" y="4"/>
                    </a:cubicBezTo>
                    <a:cubicBezTo>
                      <a:pt x="156" y="1"/>
                      <a:pt x="146" y="0"/>
                      <a:pt x="136"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07" name="Google Shape;1507;p49"/>
              <p:cNvSpPr/>
              <p:nvPr/>
            </p:nvSpPr>
            <p:spPr>
              <a:xfrm>
                <a:off x="4754425" y="3175975"/>
                <a:ext cx="10200" cy="11850"/>
              </a:xfrm>
              <a:custGeom>
                <a:avLst/>
                <a:gdLst/>
                <a:ahLst/>
                <a:cxnLst/>
                <a:rect l="l" t="t" r="r" b="b"/>
                <a:pathLst>
                  <a:path w="408" h="474" extrusionOk="0">
                    <a:moveTo>
                      <a:pt x="125" y="1"/>
                    </a:moveTo>
                    <a:cubicBezTo>
                      <a:pt x="108" y="7"/>
                      <a:pt x="86" y="12"/>
                      <a:pt x="74" y="18"/>
                    </a:cubicBezTo>
                    <a:cubicBezTo>
                      <a:pt x="40" y="40"/>
                      <a:pt x="18" y="69"/>
                      <a:pt x="7" y="103"/>
                    </a:cubicBezTo>
                    <a:cubicBezTo>
                      <a:pt x="1" y="142"/>
                      <a:pt x="1" y="182"/>
                      <a:pt x="24" y="215"/>
                    </a:cubicBezTo>
                    <a:cubicBezTo>
                      <a:pt x="63" y="278"/>
                      <a:pt x="103" y="340"/>
                      <a:pt x="142" y="402"/>
                    </a:cubicBezTo>
                    <a:cubicBezTo>
                      <a:pt x="159" y="436"/>
                      <a:pt x="187" y="458"/>
                      <a:pt x="227" y="470"/>
                    </a:cubicBezTo>
                    <a:cubicBezTo>
                      <a:pt x="235" y="472"/>
                      <a:pt x="244" y="474"/>
                      <a:pt x="252" y="474"/>
                    </a:cubicBezTo>
                    <a:cubicBezTo>
                      <a:pt x="261" y="474"/>
                      <a:pt x="269" y="472"/>
                      <a:pt x="278" y="470"/>
                    </a:cubicBezTo>
                    <a:cubicBezTo>
                      <a:pt x="300" y="470"/>
                      <a:pt x="317" y="464"/>
                      <a:pt x="334" y="453"/>
                    </a:cubicBezTo>
                    <a:cubicBezTo>
                      <a:pt x="362" y="436"/>
                      <a:pt x="391" y="407"/>
                      <a:pt x="396" y="368"/>
                    </a:cubicBezTo>
                    <a:cubicBezTo>
                      <a:pt x="408" y="334"/>
                      <a:pt x="402" y="295"/>
                      <a:pt x="385" y="261"/>
                    </a:cubicBezTo>
                    <a:cubicBezTo>
                      <a:pt x="345" y="199"/>
                      <a:pt x="306" y="131"/>
                      <a:pt x="266" y="69"/>
                    </a:cubicBezTo>
                    <a:cubicBezTo>
                      <a:pt x="244" y="40"/>
                      <a:pt x="216" y="18"/>
                      <a:pt x="182" y="7"/>
                    </a:cubicBezTo>
                    <a:cubicBezTo>
                      <a:pt x="159" y="1"/>
                      <a:pt x="142" y="1"/>
                      <a:pt x="125"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08" name="Google Shape;1508;p49"/>
              <p:cNvSpPr/>
              <p:nvPr/>
            </p:nvSpPr>
            <p:spPr>
              <a:xfrm>
                <a:off x="4758100" y="3182850"/>
                <a:ext cx="11900" cy="15625"/>
              </a:xfrm>
              <a:custGeom>
                <a:avLst/>
                <a:gdLst/>
                <a:ahLst/>
                <a:cxnLst/>
                <a:rect l="l" t="t" r="r" b="b"/>
                <a:pathLst>
                  <a:path w="476" h="625" extrusionOk="0">
                    <a:moveTo>
                      <a:pt x="161" y="0"/>
                    </a:moveTo>
                    <a:cubicBezTo>
                      <a:pt x="136" y="0"/>
                      <a:pt x="112" y="6"/>
                      <a:pt x="91" y="20"/>
                    </a:cubicBezTo>
                    <a:cubicBezTo>
                      <a:pt x="23" y="59"/>
                      <a:pt x="1" y="144"/>
                      <a:pt x="40" y="212"/>
                    </a:cubicBezTo>
                    <a:cubicBezTo>
                      <a:pt x="102" y="324"/>
                      <a:pt x="159" y="437"/>
                      <a:pt x="210" y="556"/>
                    </a:cubicBezTo>
                    <a:cubicBezTo>
                      <a:pt x="227" y="584"/>
                      <a:pt x="266" y="612"/>
                      <a:pt x="294" y="618"/>
                    </a:cubicBezTo>
                    <a:cubicBezTo>
                      <a:pt x="306" y="622"/>
                      <a:pt x="320" y="624"/>
                      <a:pt x="334" y="624"/>
                    </a:cubicBezTo>
                    <a:cubicBezTo>
                      <a:pt x="359" y="624"/>
                      <a:pt x="385" y="618"/>
                      <a:pt x="407" y="607"/>
                    </a:cubicBezTo>
                    <a:cubicBezTo>
                      <a:pt x="436" y="584"/>
                      <a:pt x="464" y="556"/>
                      <a:pt x="469" y="522"/>
                    </a:cubicBezTo>
                    <a:lnTo>
                      <a:pt x="475" y="483"/>
                    </a:lnTo>
                    <a:cubicBezTo>
                      <a:pt x="475" y="460"/>
                      <a:pt x="469" y="437"/>
                      <a:pt x="458" y="415"/>
                    </a:cubicBezTo>
                    <a:cubicBezTo>
                      <a:pt x="402" y="296"/>
                      <a:pt x="345" y="183"/>
                      <a:pt x="283" y="70"/>
                    </a:cubicBezTo>
                    <a:cubicBezTo>
                      <a:pt x="261" y="25"/>
                      <a:pt x="210" y="0"/>
                      <a:pt x="161"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09" name="Google Shape;1509;p49"/>
              <p:cNvSpPr/>
              <p:nvPr/>
            </p:nvSpPr>
            <p:spPr>
              <a:xfrm>
                <a:off x="4749775" y="3169350"/>
                <a:ext cx="10625" cy="11750"/>
              </a:xfrm>
              <a:custGeom>
                <a:avLst/>
                <a:gdLst/>
                <a:ahLst/>
                <a:cxnLst/>
                <a:rect l="l" t="t" r="r" b="b"/>
                <a:pathLst>
                  <a:path w="425" h="470" extrusionOk="0">
                    <a:moveTo>
                      <a:pt x="125" y="0"/>
                    </a:moveTo>
                    <a:cubicBezTo>
                      <a:pt x="108" y="0"/>
                      <a:pt x="91" y="6"/>
                      <a:pt x="74" y="17"/>
                    </a:cubicBezTo>
                    <a:cubicBezTo>
                      <a:pt x="40" y="40"/>
                      <a:pt x="18" y="68"/>
                      <a:pt x="6" y="102"/>
                    </a:cubicBezTo>
                    <a:cubicBezTo>
                      <a:pt x="6" y="113"/>
                      <a:pt x="6" y="130"/>
                      <a:pt x="1" y="142"/>
                    </a:cubicBezTo>
                    <a:cubicBezTo>
                      <a:pt x="1" y="164"/>
                      <a:pt x="6" y="192"/>
                      <a:pt x="23" y="209"/>
                    </a:cubicBezTo>
                    <a:cubicBezTo>
                      <a:pt x="68" y="272"/>
                      <a:pt x="114" y="334"/>
                      <a:pt x="159" y="401"/>
                    </a:cubicBezTo>
                    <a:cubicBezTo>
                      <a:pt x="164" y="418"/>
                      <a:pt x="176" y="430"/>
                      <a:pt x="193" y="441"/>
                    </a:cubicBezTo>
                    <a:cubicBezTo>
                      <a:pt x="204" y="452"/>
                      <a:pt x="221" y="458"/>
                      <a:pt x="238" y="464"/>
                    </a:cubicBezTo>
                    <a:cubicBezTo>
                      <a:pt x="260" y="469"/>
                      <a:pt x="277" y="469"/>
                      <a:pt x="294" y="469"/>
                    </a:cubicBezTo>
                    <a:cubicBezTo>
                      <a:pt x="317" y="464"/>
                      <a:pt x="334" y="464"/>
                      <a:pt x="351" y="452"/>
                    </a:cubicBezTo>
                    <a:cubicBezTo>
                      <a:pt x="379" y="430"/>
                      <a:pt x="407" y="401"/>
                      <a:pt x="413" y="368"/>
                    </a:cubicBezTo>
                    <a:cubicBezTo>
                      <a:pt x="424" y="328"/>
                      <a:pt x="418" y="288"/>
                      <a:pt x="402" y="255"/>
                    </a:cubicBezTo>
                    <a:cubicBezTo>
                      <a:pt x="356" y="192"/>
                      <a:pt x="311" y="130"/>
                      <a:pt x="266" y="68"/>
                    </a:cubicBezTo>
                    <a:cubicBezTo>
                      <a:pt x="255" y="51"/>
                      <a:pt x="243" y="40"/>
                      <a:pt x="226" y="29"/>
                    </a:cubicBezTo>
                    <a:cubicBezTo>
                      <a:pt x="215" y="17"/>
                      <a:pt x="198" y="12"/>
                      <a:pt x="181" y="6"/>
                    </a:cubicBezTo>
                    <a:cubicBezTo>
                      <a:pt x="164" y="0"/>
                      <a:pt x="142" y="0"/>
                      <a:pt x="125"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10" name="Google Shape;1510;p49"/>
              <p:cNvSpPr/>
              <p:nvPr/>
            </p:nvSpPr>
            <p:spPr>
              <a:xfrm>
                <a:off x="4744700" y="3163000"/>
                <a:ext cx="11025" cy="11875"/>
              </a:xfrm>
              <a:custGeom>
                <a:avLst/>
                <a:gdLst/>
                <a:ahLst/>
                <a:cxnLst/>
                <a:rect l="l" t="t" r="r" b="b"/>
                <a:pathLst>
                  <a:path w="441" h="475" extrusionOk="0">
                    <a:moveTo>
                      <a:pt x="141" y="0"/>
                    </a:moveTo>
                    <a:cubicBezTo>
                      <a:pt x="124" y="0"/>
                      <a:pt x="108" y="6"/>
                      <a:pt x="91" y="12"/>
                    </a:cubicBezTo>
                    <a:cubicBezTo>
                      <a:pt x="68" y="17"/>
                      <a:pt x="57" y="29"/>
                      <a:pt x="45" y="40"/>
                    </a:cubicBezTo>
                    <a:cubicBezTo>
                      <a:pt x="17" y="68"/>
                      <a:pt x="0" y="102"/>
                      <a:pt x="0" y="141"/>
                    </a:cubicBezTo>
                    <a:cubicBezTo>
                      <a:pt x="0" y="153"/>
                      <a:pt x="6" y="164"/>
                      <a:pt x="6" y="181"/>
                    </a:cubicBezTo>
                    <a:cubicBezTo>
                      <a:pt x="12" y="204"/>
                      <a:pt x="23" y="226"/>
                      <a:pt x="45" y="243"/>
                    </a:cubicBezTo>
                    <a:cubicBezTo>
                      <a:pt x="96" y="305"/>
                      <a:pt x="147" y="367"/>
                      <a:pt x="198" y="430"/>
                    </a:cubicBezTo>
                    <a:cubicBezTo>
                      <a:pt x="209" y="446"/>
                      <a:pt x="226" y="458"/>
                      <a:pt x="243" y="463"/>
                    </a:cubicBezTo>
                    <a:cubicBezTo>
                      <a:pt x="260" y="469"/>
                      <a:pt x="277" y="475"/>
                      <a:pt x="300" y="475"/>
                    </a:cubicBezTo>
                    <a:cubicBezTo>
                      <a:pt x="317" y="475"/>
                      <a:pt x="333" y="469"/>
                      <a:pt x="350" y="463"/>
                    </a:cubicBezTo>
                    <a:cubicBezTo>
                      <a:pt x="373" y="458"/>
                      <a:pt x="384" y="446"/>
                      <a:pt x="401" y="430"/>
                    </a:cubicBezTo>
                    <a:cubicBezTo>
                      <a:pt x="424" y="407"/>
                      <a:pt x="441" y="367"/>
                      <a:pt x="441" y="333"/>
                    </a:cubicBezTo>
                    <a:cubicBezTo>
                      <a:pt x="441" y="322"/>
                      <a:pt x="435" y="305"/>
                      <a:pt x="435" y="294"/>
                    </a:cubicBezTo>
                    <a:cubicBezTo>
                      <a:pt x="429" y="271"/>
                      <a:pt x="418" y="249"/>
                      <a:pt x="401" y="232"/>
                    </a:cubicBezTo>
                    <a:cubicBezTo>
                      <a:pt x="350" y="170"/>
                      <a:pt x="294" y="102"/>
                      <a:pt x="243" y="40"/>
                    </a:cubicBezTo>
                    <a:cubicBezTo>
                      <a:pt x="232" y="29"/>
                      <a:pt x="215" y="17"/>
                      <a:pt x="198" y="12"/>
                    </a:cubicBezTo>
                    <a:cubicBezTo>
                      <a:pt x="181" y="6"/>
                      <a:pt x="164" y="0"/>
                      <a:pt x="141"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11" name="Google Shape;1511;p49"/>
              <p:cNvSpPr/>
              <p:nvPr/>
            </p:nvSpPr>
            <p:spPr>
              <a:xfrm>
                <a:off x="4767150" y="3202550"/>
                <a:ext cx="8625" cy="10725"/>
              </a:xfrm>
              <a:custGeom>
                <a:avLst/>
                <a:gdLst/>
                <a:ahLst/>
                <a:cxnLst/>
                <a:rect l="l" t="t" r="r" b="b"/>
                <a:pathLst>
                  <a:path w="345" h="429" extrusionOk="0">
                    <a:moveTo>
                      <a:pt x="139" y="1"/>
                    </a:moveTo>
                    <a:cubicBezTo>
                      <a:pt x="130" y="1"/>
                      <a:pt x="122" y="2"/>
                      <a:pt x="113" y="5"/>
                    </a:cubicBezTo>
                    <a:cubicBezTo>
                      <a:pt x="102" y="11"/>
                      <a:pt x="91" y="16"/>
                      <a:pt x="79" y="22"/>
                    </a:cubicBezTo>
                    <a:cubicBezTo>
                      <a:pt x="57" y="33"/>
                      <a:pt x="40" y="50"/>
                      <a:pt x="28" y="73"/>
                    </a:cubicBezTo>
                    <a:cubicBezTo>
                      <a:pt x="11" y="107"/>
                      <a:pt x="0" y="146"/>
                      <a:pt x="11" y="180"/>
                    </a:cubicBezTo>
                    <a:cubicBezTo>
                      <a:pt x="28" y="231"/>
                      <a:pt x="45" y="276"/>
                      <a:pt x="57" y="327"/>
                    </a:cubicBezTo>
                    <a:cubicBezTo>
                      <a:pt x="62" y="344"/>
                      <a:pt x="74" y="361"/>
                      <a:pt x="85" y="372"/>
                    </a:cubicBezTo>
                    <a:cubicBezTo>
                      <a:pt x="96" y="389"/>
                      <a:pt x="107" y="401"/>
                      <a:pt x="124" y="412"/>
                    </a:cubicBezTo>
                    <a:cubicBezTo>
                      <a:pt x="141" y="423"/>
                      <a:pt x="158" y="429"/>
                      <a:pt x="175" y="429"/>
                    </a:cubicBezTo>
                    <a:cubicBezTo>
                      <a:pt x="192" y="429"/>
                      <a:pt x="215" y="429"/>
                      <a:pt x="232" y="423"/>
                    </a:cubicBezTo>
                    <a:cubicBezTo>
                      <a:pt x="243" y="417"/>
                      <a:pt x="254" y="417"/>
                      <a:pt x="266" y="412"/>
                    </a:cubicBezTo>
                    <a:cubicBezTo>
                      <a:pt x="288" y="401"/>
                      <a:pt x="305" y="384"/>
                      <a:pt x="316" y="361"/>
                    </a:cubicBezTo>
                    <a:cubicBezTo>
                      <a:pt x="333" y="327"/>
                      <a:pt x="345" y="288"/>
                      <a:pt x="333" y="248"/>
                    </a:cubicBezTo>
                    <a:cubicBezTo>
                      <a:pt x="316" y="203"/>
                      <a:pt x="299" y="152"/>
                      <a:pt x="288" y="107"/>
                    </a:cubicBezTo>
                    <a:cubicBezTo>
                      <a:pt x="283" y="84"/>
                      <a:pt x="271" y="73"/>
                      <a:pt x="260" y="56"/>
                    </a:cubicBezTo>
                    <a:cubicBezTo>
                      <a:pt x="249" y="39"/>
                      <a:pt x="237" y="28"/>
                      <a:pt x="220" y="22"/>
                    </a:cubicBezTo>
                    <a:cubicBezTo>
                      <a:pt x="203" y="11"/>
                      <a:pt x="187" y="5"/>
                      <a:pt x="170" y="5"/>
                    </a:cubicBezTo>
                    <a:cubicBezTo>
                      <a:pt x="158" y="2"/>
                      <a:pt x="148" y="1"/>
                      <a:pt x="139"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12" name="Google Shape;1512;p49"/>
              <p:cNvSpPr/>
              <p:nvPr/>
            </p:nvSpPr>
            <p:spPr>
              <a:xfrm>
                <a:off x="4764325" y="3194650"/>
                <a:ext cx="8625" cy="10825"/>
              </a:xfrm>
              <a:custGeom>
                <a:avLst/>
                <a:gdLst/>
                <a:ahLst/>
                <a:cxnLst/>
                <a:rect l="l" t="t" r="r" b="b"/>
                <a:pathLst>
                  <a:path w="345" h="433" extrusionOk="0">
                    <a:moveTo>
                      <a:pt x="136" y="1"/>
                    </a:moveTo>
                    <a:cubicBezTo>
                      <a:pt x="126" y="1"/>
                      <a:pt x="116" y="2"/>
                      <a:pt x="108" y="5"/>
                    </a:cubicBezTo>
                    <a:cubicBezTo>
                      <a:pt x="96" y="11"/>
                      <a:pt x="85" y="16"/>
                      <a:pt x="74" y="22"/>
                    </a:cubicBezTo>
                    <a:cubicBezTo>
                      <a:pt x="51" y="33"/>
                      <a:pt x="34" y="50"/>
                      <a:pt x="23" y="73"/>
                    </a:cubicBezTo>
                    <a:lnTo>
                      <a:pt x="6" y="107"/>
                    </a:lnTo>
                    <a:cubicBezTo>
                      <a:pt x="0" y="129"/>
                      <a:pt x="0" y="157"/>
                      <a:pt x="6" y="180"/>
                    </a:cubicBezTo>
                    <a:cubicBezTo>
                      <a:pt x="28" y="231"/>
                      <a:pt x="45" y="276"/>
                      <a:pt x="62" y="327"/>
                    </a:cubicBezTo>
                    <a:cubicBezTo>
                      <a:pt x="68" y="344"/>
                      <a:pt x="79" y="361"/>
                      <a:pt x="91" y="378"/>
                    </a:cubicBezTo>
                    <a:cubicBezTo>
                      <a:pt x="102" y="389"/>
                      <a:pt x="113" y="406"/>
                      <a:pt x="130" y="412"/>
                    </a:cubicBezTo>
                    <a:cubicBezTo>
                      <a:pt x="147" y="423"/>
                      <a:pt x="164" y="429"/>
                      <a:pt x="181" y="429"/>
                    </a:cubicBezTo>
                    <a:cubicBezTo>
                      <a:pt x="192" y="431"/>
                      <a:pt x="202" y="433"/>
                      <a:pt x="211" y="433"/>
                    </a:cubicBezTo>
                    <a:cubicBezTo>
                      <a:pt x="220" y="433"/>
                      <a:pt x="229" y="431"/>
                      <a:pt x="237" y="429"/>
                    </a:cubicBezTo>
                    <a:cubicBezTo>
                      <a:pt x="249" y="423"/>
                      <a:pt x="260" y="417"/>
                      <a:pt x="271" y="412"/>
                    </a:cubicBezTo>
                    <a:cubicBezTo>
                      <a:pt x="294" y="400"/>
                      <a:pt x="311" y="383"/>
                      <a:pt x="322" y="361"/>
                    </a:cubicBezTo>
                    <a:lnTo>
                      <a:pt x="339" y="327"/>
                    </a:lnTo>
                    <a:cubicBezTo>
                      <a:pt x="345" y="304"/>
                      <a:pt x="345" y="276"/>
                      <a:pt x="339" y="253"/>
                    </a:cubicBezTo>
                    <a:cubicBezTo>
                      <a:pt x="316" y="203"/>
                      <a:pt x="300" y="152"/>
                      <a:pt x="283" y="107"/>
                    </a:cubicBezTo>
                    <a:cubicBezTo>
                      <a:pt x="277" y="84"/>
                      <a:pt x="266" y="73"/>
                      <a:pt x="254" y="56"/>
                    </a:cubicBezTo>
                    <a:cubicBezTo>
                      <a:pt x="243" y="44"/>
                      <a:pt x="232" y="28"/>
                      <a:pt x="215" y="22"/>
                    </a:cubicBezTo>
                    <a:cubicBezTo>
                      <a:pt x="198" y="11"/>
                      <a:pt x="181" y="5"/>
                      <a:pt x="164" y="5"/>
                    </a:cubicBezTo>
                    <a:cubicBezTo>
                      <a:pt x="156" y="2"/>
                      <a:pt x="146" y="1"/>
                      <a:pt x="136"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13" name="Google Shape;1513;p49"/>
              <p:cNvSpPr/>
              <p:nvPr/>
            </p:nvSpPr>
            <p:spPr>
              <a:xfrm>
                <a:off x="4081975" y="3608550"/>
                <a:ext cx="999750" cy="705950"/>
              </a:xfrm>
              <a:custGeom>
                <a:avLst/>
                <a:gdLst/>
                <a:ahLst/>
                <a:cxnLst/>
                <a:rect l="l" t="t" r="r" b="b"/>
                <a:pathLst>
                  <a:path w="39990" h="28238" extrusionOk="0">
                    <a:moveTo>
                      <a:pt x="23780" y="300"/>
                    </a:moveTo>
                    <a:cubicBezTo>
                      <a:pt x="24485" y="893"/>
                      <a:pt x="25251" y="1417"/>
                      <a:pt x="26018" y="1910"/>
                    </a:cubicBezTo>
                    <a:cubicBezTo>
                      <a:pt x="26831" y="2430"/>
                      <a:pt x="27667" y="2915"/>
                      <a:pt x="28531" y="3344"/>
                    </a:cubicBezTo>
                    <a:cubicBezTo>
                      <a:pt x="29418" y="3785"/>
                      <a:pt x="30316" y="4186"/>
                      <a:pt x="31168" y="4694"/>
                    </a:cubicBezTo>
                    <a:cubicBezTo>
                      <a:pt x="33393" y="6021"/>
                      <a:pt x="35426" y="7840"/>
                      <a:pt x="36669" y="10138"/>
                    </a:cubicBezTo>
                    <a:cubicBezTo>
                      <a:pt x="36883" y="10527"/>
                      <a:pt x="37080" y="10916"/>
                      <a:pt x="37199" y="11338"/>
                    </a:cubicBezTo>
                    <a:lnTo>
                      <a:pt x="37199" y="11338"/>
                    </a:lnTo>
                    <a:cubicBezTo>
                      <a:pt x="37199" y="11339"/>
                      <a:pt x="37199" y="11340"/>
                      <a:pt x="37200" y="11341"/>
                    </a:cubicBezTo>
                    <a:cubicBezTo>
                      <a:pt x="37482" y="12290"/>
                      <a:pt x="37697" y="13261"/>
                      <a:pt x="37911" y="14227"/>
                    </a:cubicBezTo>
                    <a:cubicBezTo>
                      <a:pt x="38470" y="16813"/>
                      <a:pt x="38894" y="19434"/>
                      <a:pt x="39199" y="22060"/>
                    </a:cubicBezTo>
                    <a:cubicBezTo>
                      <a:pt x="39430" y="24018"/>
                      <a:pt x="39598" y="25986"/>
                      <a:pt x="39700" y="27955"/>
                    </a:cubicBezTo>
                    <a:lnTo>
                      <a:pt x="296" y="27955"/>
                    </a:lnTo>
                    <a:cubicBezTo>
                      <a:pt x="480" y="24417"/>
                      <a:pt x="867" y="20884"/>
                      <a:pt x="1469" y="17389"/>
                    </a:cubicBezTo>
                    <a:cubicBezTo>
                      <a:pt x="1796" y="15514"/>
                      <a:pt x="2175" y="13645"/>
                      <a:pt x="2661" y="11804"/>
                    </a:cubicBezTo>
                    <a:cubicBezTo>
                      <a:pt x="2836" y="11166"/>
                      <a:pt x="3067" y="10596"/>
                      <a:pt x="3395" y="10008"/>
                    </a:cubicBezTo>
                    <a:cubicBezTo>
                      <a:pt x="4569" y="7908"/>
                      <a:pt x="6399" y="6213"/>
                      <a:pt x="8421" y="4943"/>
                    </a:cubicBezTo>
                    <a:cubicBezTo>
                      <a:pt x="9189" y="4463"/>
                      <a:pt x="9985" y="4039"/>
                      <a:pt x="10804" y="3661"/>
                    </a:cubicBezTo>
                    <a:cubicBezTo>
                      <a:pt x="11662" y="3260"/>
                      <a:pt x="12498" y="2814"/>
                      <a:pt x="13306" y="2328"/>
                    </a:cubicBezTo>
                    <a:cubicBezTo>
                      <a:pt x="14294" y="1729"/>
                      <a:pt x="15248" y="1080"/>
                      <a:pt x="16146" y="357"/>
                    </a:cubicBezTo>
                    <a:cubicBezTo>
                      <a:pt x="16164" y="341"/>
                      <a:pt x="16182" y="327"/>
                      <a:pt x="16199" y="312"/>
                    </a:cubicBezTo>
                    <a:lnTo>
                      <a:pt x="16199" y="312"/>
                    </a:lnTo>
                    <a:cubicBezTo>
                      <a:pt x="16766" y="1161"/>
                      <a:pt x="17337" y="2004"/>
                      <a:pt x="17903" y="2853"/>
                    </a:cubicBezTo>
                    <a:cubicBezTo>
                      <a:pt x="17933" y="2900"/>
                      <a:pt x="17975" y="2921"/>
                      <a:pt x="18018" y="2921"/>
                    </a:cubicBezTo>
                    <a:cubicBezTo>
                      <a:pt x="18064" y="2921"/>
                      <a:pt x="18111" y="2897"/>
                      <a:pt x="18146" y="2853"/>
                    </a:cubicBezTo>
                    <a:lnTo>
                      <a:pt x="19981" y="437"/>
                    </a:lnTo>
                    <a:lnTo>
                      <a:pt x="19981" y="437"/>
                    </a:lnTo>
                    <a:cubicBezTo>
                      <a:pt x="20520" y="1244"/>
                      <a:pt x="21058" y="2046"/>
                      <a:pt x="21596" y="2853"/>
                    </a:cubicBezTo>
                    <a:cubicBezTo>
                      <a:pt x="21626" y="2900"/>
                      <a:pt x="21670" y="2921"/>
                      <a:pt x="21713" y="2921"/>
                    </a:cubicBezTo>
                    <a:cubicBezTo>
                      <a:pt x="21760" y="2921"/>
                      <a:pt x="21807" y="2897"/>
                      <a:pt x="21839" y="2853"/>
                    </a:cubicBezTo>
                    <a:cubicBezTo>
                      <a:pt x="22484" y="2000"/>
                      <a:pt x="23134" y="1153"/>
                      <a:pt x="23780" y="300"/>
                    </a:cubicBezTo>
                    <a:close/>
                    <a:moveTo>
                      <a:pt x="23761" y="0"/>
                    </a:moveTo>
                    <a:cubicBezTo>
                      <a:pt x="23742" y="0"/>
                      <a:pt x="23723" y="3"/>
                      <a:pt x="23703" y="7"/>
                    </a:cubicBezTo>
                    <a:cubicBezTo>
                      <a:pt x="23573" y="35"/>
                      <a:pt x="23460" y="255"/>
                      <a:pt x="23386" y="357"/>
                    </a:cubicBezTo>
                    <a:lnTo>
                      <a:pt x="22810" y="1114"/>
                    </a:lnTo>
                    <a:lnTo>
                      <a:pt x="21726" y="2542"/>
                    </a:lnTo>
                    <a:lnTo>
                      <a:pt x="21726" y="2542"/>
                    </a:lnTo>
                    <a:cubicBezTo>
                      <a:pt x="21187" y="1735"/>
                      <a:pt x="20649" y="928"/>
                      <a:pt x="20111" y="125"/>
                    </a:cubicBezTo>
                    <a:cubicBezTo>
                      <a:pt x="20081" y="79"/>
                      <a:pt x="20037" y="58"/>
                      <a:pt x="19994" y="58"/>
                    </a:cubicBezTo>
                    <a:cubicBezTo>
                      <a:pt x="19947" y="58"/>
                      <a:pt x="19900" y="82"/>
                      <a:pt x="19868" y="125"/>
                    </a:cubicBezTo>
                    <a:lnTo>
                      <a:pt x="18031" y="2543"/>
                    </a:lnTo>
                    <a:lnTo>
                      <a:pt x="18031" y="2543"/>
                    </a:lnTo>
                    <a:cubicBezTo>
                      <a:pt x="17545" y="1819"/>
                      <a:pt x="17063" y="1091"/>
                      <a:pt x="16581" y="368"/>
                    </a:cubicBezTo>
                    <a:cubicBezTo>
                      <a:pt x="16479" y="219"/>
                      <a:pt x="16373" y="5"/>
                      <a:pt x="16212" y="5"/>
                    </a:cubicBezTo>
                    <a:cubicBezTo>
                      <a:pt x="16161" y="5"/>
                      <a:pt x="16104" y="27"/>
                      <a:pt x="16039" y="80"/>
                    </a:cubicBezTo>
                    <a:cubicBezTo>
                      <a:pt x="15695" y="363"/>
                      <a:pt x="15339" y="628"/>
                      <a:pt x="14977" y="888"/>
                    </a:cubicBezTo>
                    <a:cubicBezTo>
                      <a:pt x="14266" y="1396"/>
                      <a:pt x="13532" y="1871"/>
                      <a:pt x="12775" y="2311"/>
                    </a:cubicBezTo>
                    <a:cubicBezTo>
                      <a:pt x="11821" y="2870"/>
                      <a:pt x="10821" y="3311"/>
                      <a:pt x="9838" y="3813"/>
                    </a:cubicBezTo>
                    <a:cubicBezTo>
                      <a:pt x="8223" y="4638"/>
                      <a:pt x="6704" y="5677"/>
                      <a:pt x="5411" y="6953"/>
                    </a:cubicBezTo>
                    <a:cubicBezTo>
                      <a:pt x="4558" y="7789"/>
                      <a:pt x="3796" y="8732"/>
                      <a:pt x="3203" y="9771"/>
                    </a:cubicBezTo>
                    <a:cubicBezTo>
                      <a:pt x="2937" y="10234"/>
                      <a:pt x="2689" y="10720"/>
                      <a:pt x="2531" y="11228"/>
                    </a:cubicBezTo>
                    <a:cubicBezTo>
                      <a:pt x="2135" y="12482"/>
                      <a:pt x="1876" y="13798"/>
                      <a:pt x="1616" y="15085"/>
                    </a:cubicBezTo>
                    <a:cubicBezTo>
                      <a:pt x="865" y="18801"/>
                      <a:pt x="373" y="22568"/>
                      <a:pt x="108" y="26346"/>
                    </a:cubicBezTo>
                    <a:cubicBezTo>
                      <a:pt x="68" y="26928"/>
                      <a:pt x="35" y="27515"/>
                      <a:pt x="6" y="28097"/>
                    </a:cubicBezTo>
                    <a:cubicBezTo>
                      <a:pt x="1" y="28176"/>
                      <a:pt x="74" y="28238"/>
                      <a:pt x="147" y="28238"/>
                    </a:cubicBezTo>
                    <a:lnTo>
                      <a:pt x="39848" y="28238"/>
                    </a:lnTo>
                    <a:cubicBezTo>
                      <a:pt x="39922" y="28238"/>
                      <a:pt x="39989" y="28176"/>
                      <a:pt x="39989" y="28097"/>
                    </a:cubicBezTo>
                    <a:cubicBezTo>
                      <a:pt x="39820" y="24737"/>
                      <a:pt x="39464" y="21382"/>
                      <a:pt x="38922" y="18056"/>
                    </a:cubicBezTo>
                    <a:cubicBezTo>
                      <a:pt x="38600" y="16096"/>
                      <a:pt x="38216" y="14148"/>
                      <a:pt x="37731" y="12222"/>
                    </a:cubicBezTo>
                    <a:cubicBezTo>
                      <a:pt x="37651" y="11900"/>
                      <a:pt x="37567" y="11578"/>
                      <a:pt x="37471" y="11262"/>
                    </a:cubicBezTo>
                    <a:cubicBezTo>
                      <a:pt x="37313" y="10697"/>
                      <a:pt x="37019" y="10149"/>
                      <a:pt x="36720" y="9647"/>
                    </a:cubicBezTo>
                    <a:cubicBezTo>
                      <a:pt x="35918" y="8292"/>
                      <a:pt x="34845" y="7106"/>
                      <a:pt x="33636" y="6095"/>
                    </a:cubicBezTo>
                    <a:cubicBezTo>
                      <a:pt x="32778" y="5378"/>
                      <a:pt x="31846" y="4745"/>
                      <a:pt x="30863" y="4192"/>
                    </a:cubicBezTo>
                    <a:cubicBezTo>
                      <a:pt x="29700" y="3542"/>
                      <a:pt x="28463" y="3028"/>
                      <a:pt x="27300" y="2362"/>
                    </a:cubicBezTo>
                    <a:cubicBezTo>
                      <a:pt x="26408" y="1848"/>
                      <a:pt x="25544" y="1283"/>
                      <a:pt x="24713" y="668"/>
                    </a:cubicBezTo>
                    <a:cubicBezTo>
                      <a:pt x="24493" y="504"/>
                      <a:pt x="24273" y="340"/>
                      <a:pt x="24064" y="165"/>
                    </a:cubicBezTo>
                    <a:cubicBezTo>
                      <a:pt x="23966" y="91"/>
                      <a:pt x="23884" y="0"/>
                      <a:pt x="23761"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14" name="Google Shape;1514;p49"/>
              <p:cNvSpPr/>
              <p:nvPr/>
            </p:nvSpPr>
            <p:spPr>
              <a:xfrm>
                <a:off x="4577950" y="3608700"/>
                <a:ext cx="101825" cy="72875"/>
              </a:xfrm>
              <a:custGeom>
                <a:avLst/>
                <a:gdLst/>
                <a:ahLst/>
                <a:cxnLst/>
                <a:rect l="l" t="t" r="r" b="b"/>
                <a:pathLst>
                  <a:path w="4073" h="2915" extrusionOk="0">
                    <a:moveTo>
                      <a:pt x="3599" y="283"/>
                    </a:moveTo>
                    <a:lnTo>
                      <a:pt x="2011" y="2373"/>
                    </a:lnTo>
                    <a:lnTo>
                      <a:pt x="1887" y="2536"/>
                    </a:lnTo>
                    <a:lnTo>
                      <a:pt x="1887" y="2536"/>
                    </a:lnTo>
                    <a:cubicBezTo>
                      <a:pt x="1421" y="1837"/>
                      <a:pt x="951" y="1141"/>
                      <a:pt x="486" y="441"/>
                    </a:cubicBezTo>
                    <a:lnTo>
                      <a:pt x="381" y="283"/>
                    </a:lnTo>
                    <a:close/>
                    <a:moveTo>
                      <a:pt x="187" y="1"/>
                    </a:moveTo>
                    <a:cubicBezTo>
                      <a:pt x="141" y="1"/>
                      <a:pt x="107" y="19"/>
                      <a:pt x="84" y="46"/>
                    </a:cubicBezTo>
                    <a:lnTo>
                      <a:pt x="84" y="46"/>
                    </a:lnTo>
                    <a:cubicBezTo>
                      <a:pt x="77" y="53"/>
                      <a:pt x="70" y="60"/>
                      <a:pt x="63" y="69"/>
                    </a:cubicBezTo>
                    <a:cubicBezTo>
                      <a:pt x="52" y="86"/>
                      <a:pt x="40" y="103"/>
                      <a:pt x="29" y="119"/>
                    </a:cubicBezTo>
                    <a:cubicBezTo>
                      <a:pt x="1" y="153"/>
                      <a:pt x="1" y="221"/>
                      <a:pt x="29" y="261"/>
                    </a:cubicBezTo>
                    <a:cubicBezTo>
                      <a:pt x="532" y="1017"/>
                      <a:pt x="1034" y="1769"/>
                      <a:pt x="1542" y="2525"/>
                    </a:cubicBezTo>
                    <a:cubicBezTo>
                      <a:pt x="1610" y="2633"/>
                      <a:pt x="1684" y="2740"/>
                      <a:pt x="1757" y="2847"/>
                    </a:cubicBezTo>
                    <a:cubicBezTo>
                      <a:pt x="1787" y="2894"/>
                      <a:pt x="1831" y="2915"/>
                      <a:pt x="1874" y="2915"/>
                    </a:cubicBezTo>
                    <a:cubicBezTo>
                      <a:pt x="1921" y="2915"/>
                      <a:pt x="1968" y="2891"/>
                      <a:pt x="2000" y="2847"/>
                    </a:cubicBezTo>
                    <a:lnTo>
                      <a:pt x="3751" y="543"/>
                    </a:lnTo>
                    <a:cubicBezTo>
                      <a:pt x="3835" y="430"/>
                      <a:pt x="3920" y="323"/>
                      <a:pt x="4005" y="210"/>
                    </a:cubicBezTo>
                    <a:cubicBezTo>
                      <a:pt x="4072" y="119"/>
                      <a:pt x="3976" y="1"/>
                      <a:pt x="3880"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15" name="Google Shape;1515;p49"/>
              <p:cNvSpPr/>
              <p:nvPr/>
            </p:nvSpPr>
            <p:spPr>
              <a:xfrm>
                <a:off x="4484175" y="3608700"/>
                <a:ext cx="101300" cy="72875"/>
              </a:xfrm>
              <a:custGeom>
                <a:avLst/>
                <a:gdLst/>
                <a:ahLst/>
                <a:cxnLst/>
                <a:rect l="l" t="t" r="r" b="b"/>
                <a:pathLst>
                  <a:path w="4052" h="2915" extrusionOk="0">
                    <a:moveTo>
                      <a:pt x="3655" y="283"/>
                    </a:moveTo>
                    <a:cubicBezTo>
                      <a:pt x="3121" y="981"/>
                      <a:pt x="2592" y="1682"/>
                      <a:pt x="2058" y="2378"/>
                    </a:cubicBezTo>
                    <a:cubicBezTo>
                      <a:pt x="2020" y="2432"/>
                      <a:pt x="1982" y="2484"/>
                      <a:pt x="1943" y="2535"/>
                    </a:cubicBezTo>
                    <a:lnTo>
                      <a:pt x="1943" y="2535"/>
                    </a:lnTo>
                    <a:cubicBezTo>
                      <a:pt x="1467" y="1824"/>
                      <a:pt x="992" y="1113"/>
                      <a:pt x="516" y="402"/>
                    </a:cubicBezTo>
                    <a:cubicBezTo>
                      <a:pt x="490" y="362"/>
                      <a:pt x="464" y="323"/>
                      <a:pt x="439" y="283"/>
                    </a:cubicBezTo>
                    <a:close/>
                    <a:moveTo>
                      <a:pt x="171" y="1"/>
                    </a:moveTo>
                    <a:cubicBezTo>
                      <a:pt x="132" y="1"/>
                      <a:pt x="101" y="14"/>
                      <a:pt x="79" y="36"/>
                    </a:cubicBezTo>
                    <a:lnTo>
                      <a:pt x="79" y="36"/>
                    </a:lnTo>
                    <a:cubicBezTo>
                      <a:pt x="27" y="74"/>
                      <a:pt x="1" y="141"/>
                      <a:pt x="47" y="210"/>
                    </a:cubicBezTo>
                    <a:lnTo>
                      <a:pt x="1589" y="2514"/>
                    </a:lnTo>
                    <a:cubicBezTo>
                      <a:pt x="1668" y="2627"/>
                      <a:pt x="1741" y="2734"/>
                      <a:pt x="1815" y="2847"/>
                    </a:cubicBezTo>
                    <a:cubicBezTo>
                      <a:pt x="1845" y="2894"/>
                      <a:pt x="1887" y="2915"/>
                      <a:pt x="1930" y="2915"/>
                    </a:cubicBezTo>
                    <a:cubicBezTo>
                      <a:pt x="1976" y="2915"/>
                      <a:pt x="2023" y="2891"/>
                      <a:pt x="2058" y="2847"/>
                    </a:cubicBezTo>
                    <a:cubicBezTo>
                      <a:pt x="2628" y="2090"/>
                      <a:pt x="3204" y="1339"/>
                      <a:pt x="3774" y="583"/>
                    </a:cubicBezTo>
                    <a:cubicBezTo>
                      <a:pt x="3859" y="475"/>
                      <a:pt x="3938" y="368"/>
                      <a:pt x="4023" y="261"/>
                    </a:cubicBezTo>
                    <a:cubicBezTo>
                      <a:pt x="4051" y="221"/>
                      <a:pt x="4045" y="153"/>
                      <a:pt x="4023" y="119"/>
                    </a:cubicBezTo>
                    <a:cubicBezTo>
                      <a:pt x="3966" y="35"/>
                      <a:pt x="3910" y="1"/>
                      <a:pt x="3820"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16" name="Google Shape;1516;p49"/>
              <p:cNvSpPr/>
              <p:nvPr/>
            </p:nvSpPr>
            <p:spPr>
              <a:xfrm>
                <a:off x="4577250" y="3608600"/>
                <a:ext cx="8925" cy="8325"/>
              </a:xfrm>
              <a:custGeom>
                <a:avLst/>
                <a:gdLst/>
                <a:ahLst/>
                <a:cxnLst/>
                <a:rect l="l" t="t" r="r" b="b"/>
                <a:pathLst>
                  <a:path w="357" h="333" extrusionOk="0">
                    <a:moveTo>
                      <a:pt x="215" y="1"/>
                    </a:moveTo>
                    <a:cubicBezTo>
                      <a:pt x="202" y="1"/>
                      <a:pt x="190" y="2"/>
                      <a:pt x="176" y="5"/>
                    </a:cubicBezTo>
                    <a:lnTo>
                      <a:pt x="142" y="5"/>
                    </a:lnTo>
                    <a:cubicBezTo>
                      <a:pt x="91" y="5"/>
                      <a:pt x="46" y="27"/>
                      <a:pt x="23" y="73"/>
                    </a:cubicBezTo>
                    <a:cubicBezTo>
                      <a:pt x="6" y="95"/>
                      <a:pt x="1" y="118"/>
                      <a:pt x="1" y="146"/>
                    </a:cubicBezTo>
                    <a:cubicBezTo>
                      <a:pt x="1" y="169"/>
                      <a:pt x="6" y="191"/>
                      <a:pt x="23" y="214"/>
                    </a:cubicBezTo>
                    <a:cubicBezTo>
                      <a:pt x="34" y="231"/>
                      <a:pt x="46" y="248"/>
                      <a:pt x="57" y="265"/>
                    </a:cubicBezTo>
                    <a:cubicBezTo>
                      <a:pt x="68" y="287"/>
                      <a:pt x="85" y="304"/>
                      <a:pt x="108" y="316"/>
                    </a:cubicBezTo>
                    <a:cubicBezTo>
                      <a:pt x="125" y="327"/>
                      <a:pt x="153" y="332"/>
                      <a:pt x="176" y="332"/>
                    </a:cubicBezTo>
                    <a:cubicBezTo>
                      <a:pt x="204" y="332"/>
                      <a:pt x="226" y="327"/>
                      <a:pt x="249" y="316"/>
                    </a:cubicBezTo>
                    <a:cubicBezTo>
                      <a:pt x="272" y="304"/>
                      <a:pt x="289" y="287"/>
                      <a:pt x="300" y="265"/>
                    </a:cubicBezTo>
                    <a:cubicBezTo>
                      <a:pt x="305" y="256"/>
                      <a:pt x="311" y="249"/>
                      <a:pt x="317" y="242"/>
                    </a:cubicBezTo>
                    <a:lnTo>
                      <a:pt x="317" y="242"/>
                    </a:lnTo>
                    <a:cubicBezTo>
                      <a:pt x="317" y="242"/>
                      <a:pt x="317" y="242"/>
                      <a:pt x="317" y="242"/>
                    </a:cubicBezTo>
                    <a:cubicBezTo>
                      <a:pt x="323" y="236"/>
                      <a:pt x="330" y="227"/>
                      <a:pt x="335" y="218"/>
                    </a:cubicBezTo>
                    <a:lnTo>
                      <a:pt x="335" y="218"/>
                    </a:lnTo>
                    <a:cubicBezTo>
                      <a:pt x="336" y="217"/>
                      <a:pt x="337" y="216"/>
                      <a:pt x="339" y="214"/>
                    </a:cubicBezTo>
                    <a:cubicBezTo>
                      <a:pt x="345" y="197"/>
                      <a:pt x="351" y="180"/>
                      <a:pt x="356" y="163"/>
                    </a:cubicBezTo>
                    <a:cubicBezTo>
                      <a:pt x="356" y="159"/>
                      <a:pt x="356" y="154"/>
                      <a:pt x="356" y="150"/>
                    </a:cubicBezTo>
                    <a:lnTo>
                      <a:pt x="356" y="150"/>
                    </a:lnTo>
                    <a:cubicBezTo>
                      <a:pt x="356" y="148"/>
                      <a:pt x="356" y="147"/>
                      <a:pt x="356" y="146"/>
                    </a:cubicBezTo>
                    <a:lnTo>
                      <a:pt x="356" y="145"/>
                    </a:lnTo>
                    <a:lnTo>
                      <a:pt x="356" y="145"/>
                    </a:lnTo>
                    <a:cubicBezTo>
                      <a:pt x="356" y="132"/>
                      <a:pt x="354" y="118"/>
                      <a:pt x="351" y="107"/>
                    </a:cubicBezTo>
                    <a:cubicBezTo>
                      <a:pt x="348" y="96"/>
                      <a:pt x="344" y="85"/>
                      <a:pt x="339" y="75"/>
                    </a:cubicBezTo>
                    <a:lnTo>
                      <a:pt x="339" y="75"/>
                    </a:lnTo>
                    <a:cubicBezTo>
                      <a:pt x="336" y="68"/>
                      <a:pt x="332" y="62"/>
                      <a:pt x="328" y="56"/>
                    </a:cubicBezTo>
                    <a:cubicBezTo>
                      <a:pt x="317" y="44"/>
                      <a:pt x="305" y="27"/>
                      <a:pt x="289" y="22"/>
                    </a:cubicBezTo>
                    <a:cubicBezTo>
                      <a:pt x="277" y="16"/>
                      <a:pt x="266" y="11"/>
                      <a:pt x="255" y="5"/>
                    </a:cubicBezTo>
                    <a:cubicBezTo>
                      <a:pt x="241" y="2"/>
                      <a:pt x="228" y="1"/>
                      <a:pt x="215"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517" name="Google Shape;1517;p49"/>
            <p:cNvGrpSpPr/>
            <p:nvPr/>
          </p:nvGrpSpPr>
          <p:grpSpPr>
            <a:xfrm>
              <a:off x="555161" y="2360712"/>
              <a:ext cx="2024894" cy="2471596"/>
              <a:chOff x="2530500" y="1412150"/>
              <a:chExt cx="999750" cy="1220300"/>
            </a:xfrm>
          </p:grpSpPr>
          <p:sp>
            <p:nvSpPr>
              <p:cNvPr id="1518" name="Google Shape;1518;p49"/>
              <p:cNvSpPr/>
              <p:nvPr/>
            </p:nvSpPr>
            <p:spPr>
              <a:xfrm>
                <a:off x="2932025" y="1470100"/>
                <a:ext cx="334350" cy="463500"/>
              </a:xfrm>
              <a:custGeom>
                <a:avLst/>
                <a:gdLst/>
                <a:ahLst/>
                <a:cxnLst/>
                <a:rect l="l" t="t" r="r" b="b"/>
                <a:pathLst>
                  <a:path w="13374" h="18540" extrusionOk="0">
                    <a:moveTo>
                      <a:pt x="2578" y="415"/>
                    </a:moveTo>
                    <a:lnTo>
                      <a:pt x="2578" y="415"/>
                    </a:lnTo>
                    <a:cubicBezTo>
                      <a:pt x="4084" y="774"/>
                      <a:pt x="5637" y="1007"/>
                      <a:pt x="7189" y="1007"/>
                    </a:cubicBezTo>
                    <a:cubicBezTo>
                      <a:pt x="7284" y="1007"/>
                      <a:pt x="7378" y="1006"/>
                      <a:pt x="7472" y="1004"/>
                    </a:cubicBezTo>
                    <a:cubicBezTo>
                      <a:pt x="8387" y="988"/>
                      <a:pt x="9330" y="897"/>
                      <a:pt x="10211" y="620"/>
                    </a:cubicBezTo>
                    <a:cubicBezTo>
                      <a:pt x="10318" y="586"/>
                      <a:pt x="10428" y="552"/>
                      <a:pt x="10534" y="508"/>
                    </a:cubicBezTo>
                    <a:lnTo>
                      <a:pt x="10534" y="508"/>
                    </a:lnTo>
                    <a:cubicBezTo>
                      <a:pt x="11027" y="1155"/>
                      <a:pt x="11345" y="1943"/>
                      <a:pt x="11426" y="2755"/>
                    </a:cubicBezTo>
                    <a:cubicBezTo>
                      <a:pt x="11465" y="3145"/>
                      <a:pt x="11454" y="3546"/>
                      <a:pt x="11454" y="3941"/>
                    </a:cubicBezTo>
                    <a:lnTo>
                      <a:pt x="11454" y="5359"/>
                    </a:lnTo>
                    <a:cubicBezTo>
                      <a:pt x="11454" y="5455"/>
                      <a:pt x="11426" y="5613"/>
                      <a:pt x="11493" y="5686"/>
                    </a:cubicBezTo>
                    <a:cubicBezTo>
                      <a:pt x="11584" y="5782"/>
                      <a:pt x="11714" y="5861"/>
                      <a:pt x="11815" y="5940"/>
                    </a:cubicBezTo>
                    <a:cubicBezTo>
                      <a:pt x="12160" y="6217"/>
                      <a:pt x="12504" y="6488"/>
                      <a:pt x="12854" y="6765"/>
                    </a:cubicBezTo>
                    <a:cubicBezTo>
                      <a:pt x="13029" y="6912"/>
                      <a:pt x="13120" y="7132"/>
                      <a:pt x="13018" y="7352"/>
                    </a:cubicBezTo>
                    <a:cubicBezTo>
                      <a:pt x="12922" y="7567"/>
                      <a:pt x="12702" y="7674"/>
                      <a:pt x="12476" y="7680"/>
                    </a:cubicBezTo>
                    <a:lnTo>
                      <a:pt x="11567" y="7680"/>
                    </a:lnTo>
                    <a:cubicBezTo>
                      <a:pt x="11488" y="7680"/>
                      <a:pt x="11431" y="7742"/>
                      <a:pt x="11426" y="7821"/>
                    </a:cubicBezTo>
                    <a:cubicBezTo>
                      <a:pt x="11267" y="9588"/>
                      <a:pt x="10307" y="11232"/>
                      <a:pt x="8833" y="12231"/>
                    </a:cubicBezTo>
                    <a:cubicBezTo>
                      <a:pt x="8421" y="12514"/>
                      <a:pt x="7975" y="12740"/>
                      <a:pt x="7512" y="12909"/>
                    </a:cubicBezTo>
                    <a:cubicBezTo>
                      <a:pt x="7450" y="12932"/>
                      <a:pt x="7405" y="12982"/>
                      <a:pt x="7405" y="13045"/>
                    </a:cubicBezTo>
                    <a:lnTo>
                      <a:pt x="7405" y="14857"/>
                    </a:lnTo>
                    <a:lnTo>
                      <a:pt x="7405" y="17738"/>
                    </a:lnTo>
                    <a:lnTo>
                      <a:pt x="7405" y="18257"/>
                    </a:lnTo>
                    <a:lnTo>
                      <a:pt x="283" y="18257"/>
                    </a:lnTo>
                    <a:lnTo>
                      <a:pt x="283" y="16710"/>
                    </a:lnTo>
                    <a:lnTo>
                      <a:pt x="283" y="14022"/>
                    </a:lnTo>
                    <a:lnTo>
                      <a:pt x="283" y="13406"/>
                    </a:lnTo>
                    <a:lnTo>
                      <a:pt x="283" y="11746"/>
                    </a:lnTo>
                    <a:lnTo>
                      <a:pt x="283" y="10808"/>
                    </a:lnTo>
                    <a:lnTo>
                      <a:pt x="283" y="8617"/>
                    </a:lnTo>
                    <a:lnTo>
                      <a:pt x="283" y="6347"/>
                    </a:lnTo>
                    <a:lnTo>
                      <a:pt x="283" y="5534"/>
                    </a:lnTo>
                    <a:cubicBezTo>
                      <a:pt x="283" y="5445"/>
                      <a:pt x="291" y="5351"/>
                      <a:pt x="291" y="5261"/>
                    </a:cubicBezTo>
                    <a:lnTo>
                      <a:pt x="291" y="5261"/>
                    </a:lnTo>
                    <a:cubicBezTo>
                      <a:pt x="1182" y="5259"/>
                      <a:pt x="2088" y="4818"/>
                      <a:pt x="2650" y="4144"/>
                    </a:cubicBezTo>
                    <a:cubicBezTo>
                      <a:pt x="3276" y="3393"/>
                      <a:pt x="3497" y="2360"/>
                      <a:pt x="3180" y="1428"/>
                    </a:cubicBezTo>
                    <a:cubicBezTo>
                      <a:pt x="3051" y="1049"/>
                      <a:pt x="2843" y="707"/>
                      <a:pt x="2578" y="415"/>
                    </a:cubicBezTo>
                    <a:close/>
                    <a:moveTo>
                      <a:pt x="2078" y="0"/>
                    </a:moveTo>
                    <a:cubicBezTo>
                      <a:pt x="1940" y="0"/>
                      <a:pt x="1898" y="182"/>
                      <a:pt x="2011" y="265"/>
                    </a:cubicBezTo>
                    <a:cubicBezTo>
                      <a:pt x="2763" y="846"/>
                      <a:pt x="3175" y="1806"/>
                      <a:pt x="3005" y="2750"/>
                    </a:cubicBezTo>
                    <a:cubicBezTo>
                      <a:pt x="2859" y="3574"/>
                      <a:pt x="2305" y="4269"/>
                      <a:pt x="1571" y="4653"/>
                    </a:cubicBezTo>
                    <a:cubicBezTo>
                      <a:pt x="1181" y="4853"/>
                      <a:pt x="721" y="4978"/>
                      <a:pt x="275" y="4978"/>
                    </a:cubicBezTo>
                    <a:cubicBezTo>
                      <a:pt x="231" y="4978"/>
                      <a:pt x="186" y="4977"/>
                      <a:pt x="142" y="4975"/>
                    </a:cubicBezTo>
                    <a:cubicBezTo>
                      <a:pt x="69" y="4975"/>
                      <a:pt x="1" y="5042"/>
                      <a:pt x="1" y="5116"/>
                    </a:cubicBezTo>
                    <a:lnTo>
                      <a:pt x="1" y="6115"/>
                    </a:lnTo>
                    <a:lnTo>
                      <a:pt x="1" y="8323"/>
                    </a:lnTo>
                    <a:lnTo>
                      <a:pt x="1" y="10588"/>
                    </a:lnTo>
                    <a:lnTo>
                      <a:pt x="1" y="11734"/>
                    </a:lnTo>
                    <a:lnTo>
                      <a:pt x="1" y="13338"/>
                    </a:lnTo>
                    <a:lnTo>
                      <a:pt x="1" y="13406"/>
                    </a:lnTo>
                    <a:lnTo>
                      <a:pt x="1" y="15095"/>
                    </a:lnTo>
                    <a:lnTo>
                      <a:pt x="1" y="17783"/>
                    </a:lnTo>
                    <a:lnTo>
                      <a:pt x="1" y="18398"/>
                    </a:lnTo>
                    <a:cubicBezTo>
                      <a:pt x="1" y="18472"/>
                      <a:pt x="69" y="18539"/>
                      <a:pt x="142" y="18539"/>
                    </a:cubicBezTo>
                    <a:lnTo>
                      <a:pt x="7546" y="18539"/>
                    </a:lnTo>
                    <a:cubicBezTo>
                      <a:pt x="7625" y="18539"/>
                      <a:pt x="7687" y="18472"/>
                      <a:pt x="7687" y="18398"/>
                    </a:cubicBezTo>
                    <a:lnTo>
                      <a:pt x="7687" y="16585"/>
                    </a:lnTo>
                    <a:lnTo>
                      <a:pt x="7687" y="13705"/>
                    </a:lnTo>
                    <a:lnTo>
                      <a:pt x="7687" y="13142"/>
                    </a:lnTo>
                    <a:lnTo>
                      <a:pt x="7687" y="13142"/>
                    </a:lnTo>
                    <a:cubicBezTo>
                      <a:pt x="9390" y="12493"/>
                      <a:pt x="10754" y="11113"/>
                      <a:pt x="11369" y="9385"/>
                    </a:cubicBezTo>
                    <a:cubicBezTo>
                      <a:pt x="11534" y="8927"/>
                      <a:pt x="11642" y="8446"/>
                      <a:pt x="11694" y="7962"/>
                    </a:cubicBezTo>
                    <a:lnTo>
                      <a:pt x="12448" y="7962"/>
                    </a:lnTo>
                    <a:cubicBezTo>
                      <a:pt x="12866" y="7956"/>
                      <a:pt x="13272" y="7702"/>
                      <a:pt x="13334" y="7262"/>
                    </a:cubicBezTo>
                    <a:cubicBezTo>
                      <a:pt x="13373" y="6994"/>
                      <a:pt x="13264" y="6742"/>
                      <a:pt x="13059" y="6568"/>
                    </a:cubicBezTo>
                    <a:lnTo>
                      <a:pt x="13059" y="6568"/>
                    </a:lnTo>
                    <a:cubicBezTo>
                      <a:pt x="13057" y="6566"/>
                      <a:pt x="13055" y="6563"/>
                      <a:pt x="13052" y="6561"/>
                    </a:cubicBezTo>
                    <a:lnTo>
                      <a:pt x="13052" y="6561"/>
                    </a:lnTo>
                    <a:cubicBezTo>
                      <a:pt x="13052" y="6561"/>
                      <a:pt x="13052" y="6561"/>
                      <a:pt x="13052" y="6561"/>
                    </a:cubicBezTo>
                    <a:cubicBezTo>
                      <a:pt x="13051" y="6561"/>
                      <a:pt x="13051" y="6560"/>
                      <a:pt x="13050" y="6560"/>
                    </a:cubicBezTo>
                    <a:lnTo>
                      <a:pt x="13050" y="6560"/>
                    </a:lnTo>
                    <a:cubicBezTo>
                      <a:pt x="12614" y="6216"/>
                      <a:pt x="12173" y="5868"/>
                      <a:pt x="11736" y="5524"/>
                    </a:cubicBezTo>
                    <a:lnTo>
                      <a:pt x="11736" y="5524"/>
                    </a:lnTo>
                    <a:lnTo>
                      <a:pt x="11736" y="4009"/>
                    </a:lnTo>
                    <a:cubicBezTo>
                      <a:pt x="11736" y="3309"/>
                      <a:pt x="11747" y="2614"/>
                      <a:pt x="11555" y="1931"/>
                    </a:cubicBezTo>
                    <a:cubicBezTo>
                      <a:pt x="11380" y="1298"/>
                      <a:pt x="11064" y="711"/>
                      <a:pt x="10646" y="203"/>
                    </a:cubicBezTo>
                    <a:cubicBezTo>
                      <a:pt x="10618" y="167"/>
                      <a:pt x="10586" y="153"/>
                      <a:pt x="10554" y="153"/>
                    </a:cubicBezTo>
                    <a:cubicBezTo>
                      <a:pt x="10501" y="153"/>
                      <a:pt x="10449" y="195"/>
                      <a:pt x="10426" y="250"/>
                    </a:cubicBezTo>
                    <a:lnTo>
                      <a:pt x="10426" y="250"/>
                    </a:lnTo>
                    <a:cubicBezTo>
                      <a:pt x="10354" y="276"/>
                      <a:pt x="10283" y="301"/>
                      <a:pt x="10211" y="327"/>
                    </a:cubicBezTo>
                    <a:cubicBezTo>
                      <a:pt x="9906" y="428"/>
                      <a:pt x="9590" y="502"/>
                      <a:pt x="9274" y="558"/>
                    </a:cubicBezTo>
                    <a:cubicBezTo>
                      <a:pt x="8602" y="679"/>
                      <a:pt x="7916" y="729"/>
                      <a:pt x="7230" y="729"/>
                    </a:cubicBezTo>
                    <a:cubicBezTo>
                      <a:pt x="6637" y="729"/>
                      <a:pt x="6043" y="692"/>
                      <a:pt x="5456" y="632"/>
                    </a:cubicBezTo>
                    <a:cubicBezTo>
                      <a:pt x="4333" y="513"/>
                      <a:pt x="3214" y="293"/>
                      <a:pt x="2119" y="5"/>
                    </a:cubicBezTo>
                    <a:cubicBezTo>
                      <a:pt x="2104" y="2"/>
                      <a:pt x="2091" y="0"/>
                      <a:pt x="2078"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19" name="Google Shape;1519;p49"/>
              <p:cNvSpPr/>
              <p:nvPr/>
            </p:nvSpPr>
            <p:spPr>
              <a:xfrm>
                <a:off x="2793250" y="1412150"/>
                <a:ext cx="406800" cy="355175"/>
              </a:xfrm>
              <a:custGeom>
                <a:avLst/>
                <a:gdLst/>
                <a:ahLst/>
                <a:cxnLst/>
                <a:rect l="l" t="t" r="r" b="b"/>
                <a:pathLst>
                  <a:path w="16272" h="14207" extrusionOk="0">
                    <a:moveTo>
                      <a:pt x="9000" y="284"/>
                    </a:moveTo>
                    <a:cubicBezTo>
                      <a:pt x="10460" y="284"/>
                      <a:pt x="11941" y="445"/>
                      <a:pt x="13328" y="917"/>
                    </a:cubicBezTo>
                    <a:cubicBezTo>
                      <a:pt x="13712" y="1041"/>
                      <a:pt x="14085" y="1199"/>
                      <a:pt x="14447" y="1385"/>
                    </a:cubicBezTo>
                    <a:cubicBezTo>
                      <a:pt x="14627" y="1476"/>
                      <a:pt x="14808" y="1577"/>
                      <a:pt x="14977" y="1690"/>
                    </a:cubicBezTo>
                    <a:cubicBezTo>
                      <a:pt x="15175" y="1815"/>
                      <a:pt x="15344" y="1961"/>
                      <a:pt x="15525" y="2108"/>
                    </a:cubicBezTo>
                    <a:cubicBezTo>
                      <a:pt x="15667" y="2250"/>
                      <a:pt x="15824" y="2407"/>
                      <a:pt x="15925" y="2587"/>
                    </a:cubicBezTo>
                    <a:lnTo>
                      <a:pt x="15925" y="2587"/>
                    </a:lnTo>
                    <a:cubicBezTo>
                      <a:pt x="15871" y="2606"/>
                      <a:pt x="15816" y="2625"/>
                      <a:pt x="15762" y="2645"/>
                    </a:cubicBezTo>
                    <a:cubicBezTo>
                      <a:pt x="15457" y="2746"/>
                      <a:pt x="15141" y="2820"/>
                      <a:pt x="14825" y="2876"/>
                    </a:cubicBezTo>
                    <a:cubicBezTo>
                      <a:pt x="14153" y="2997"/>
                      <a:pt x="13467" y="3047"/>
                      <a:pt x="12781" y="3047"/>
                    </a:cubicBezTo>
                    <a:cubicBezTo>
                      <a:pt x="12188" y="3047"/>
                      <a:pt x="11594" y="3010"/>
                      <a:pt x="11007" y="2950"/>
                    </a:cubicBezTo>
                    <a:cubicBezTo>
                      <a:pt x="9884" y="2831"/>
                      <a:pt x="8765" y="2611"/>
                      <a:pt x="7670" y="2323"/>
                    </a:cubicBezTo>
                    <a:cubicBezTo>
                      <a:pt x="7655" y="2320"/>
                      <a:pt x="7642" y="2318"/>
                      <a:pt x="7629" y="2318"/>
                    </a:cubicBezTo>
                    <a:cubicBezTo>
                      <a:pt x="7491" y="2318"/>
                      <a:pt x="7449" y="2500"/>
                      <a:pt x="7562" y="2583"/>
                    </a:cubicBezTo>
                    <a:cubicBezTo>
                      <a:pt x="8314" y="3164"/>
                      <a:pt x="8726" y="4124"/>
                      <a:pt x="8556" y="5068"/>
                    </a:cubicBezTo>
                    <a:cubicBezTo>
                      <a:pt x="8410" y="5892"/>
                      <a:pt x="7856" y="6587"/>
                      <a:pt x="7122" y="6971"/>
                    </a:cubicBezTo>
                    <a:cubicBezTo>
                      <a:pt x="6732" y="7171"/>
                      <a:pt x="6272" y="7296"/>
                      <a:pt x="5826" y="7296"/>
                    </a:cubicBezTo>
                    <a:cubicBezTo>
                      <a:pt x="5782" y="7296"/>
                      <a:pt x="5737" y="7295"/>
                      <a:pt x="5693" y="7293"/>
                    </a:cubicBezTo>
                    <a:cubicBezTo>
                      <a:pt x="5620" y="7293"/>
                      <a:pt x="5552" y="7360"/>
                      <a:pt x="5552" y="7434"/>
                    </a:cubicBezTo>
                    <a:lnTo>
                      <a:pt x="5552" y="9676"/>
                    </a:lnTo>
                    <a:lnTo>
                      <a:pt x="5552" y="13239"/>
                    </a:lnTo>
                    <a:lnTo>
                      <a:pt x="5552" y="13844"/>
                    </a:lnTo>
                    <a:lnTo>
                      <a:pt x="5552" y="13844"/>
                    </a:lnTo>
                    <a:cubicBezTo>
                      <a:pt x="5431" y="13786"/>
                      <a:pt x="5314" y="13726"/>
                      <a:pt x="5202" y="13663"/>
                    </a:cubicBezTo>
                    <a:cubicBezTo>
                      <a:pt x="4744" y="13414"/>
                      <a:pt x="4315" y="13121"/>
                      <a:pt x="3909" y="12793"/>
                    </a:cubicBezTo>
                    <a:cubicBezTo>
                      <a:pt x="3899" y="12785"/>
                      <a:pt x="3888" y="12779"/>
                      <a:pt x="3876" y="12773"/>
                    </a:cubicBezTo>
                    <a:lnTo>
                      <a:pt x="3876" y="12773"/>
                    </a:lnTo>
                    <a:cubicBezTo>
                      <a:pt x="2190" y="11740"/>
                      <a:pt x="1073" y="9951"/>
                      <a:pt x="594" y="8055"/>
                    </a:cubicBezTo>
                    <a:cubicBezTo>
                      <a:pt x="164" y="6344"/>
                      <a:pt x="198" y="4305"/>
                      <a:pt x="1356" y="2876"/>
                    </a:cubicBezTo>
                    <a:cubicBezTo>
                      <a:pt x="2192" y="1849"/>
                      <a:pt x="3423" y="1244"/>
                      <a:pt x="4671" y="872"/>
                    </a:cubicBezTo>
                    <a:cubicBezTo>
                      <a:pt x="6049" y="471"/>
                      <a:pt x="7489" y="296"/>
                      <a:pt x="8923" y="284"/>
                    </a:cubicBezTo>
                    <a:cubicBezTo>
                      <a:pt x="8949" y="284"/>
                      <a:pt x="8974" y="284"/>
                      <a:pt x="9000" y="284"/>
                    </a:cubicBezTo>
                    <a:close/>
                    <a:moveTo>
                      <a:pt x="9022" y="0"/>
                    </a:moveTo>
                    <a:cubicBezTo>
                      <a:pt x="8410" y="0"/>
                      <a:pt x="7798" y="33"/>
                      <a:pt x="7190" y="98"/>
                    </a:cubicBezTo>
                    <a:cubicBezTo>
                      <a:pt x="6314" y="194"/>
                      <a:pt x="5439" y="352"/>
                      <a:pt x="4592" y="595"/>
                    </a:cubicBezTo>
                    <a:cubicBezTo>
                      <a:pt x="4584" y="597"/>
                      <a:pt x="4577" y="600"/>
                      <a:pt x="4570" y="603"/>
                    </a:cubicBezTo>
                    <a:lnTo>
                      <a:pt x="4570" y="603"/>
                    </a:lnTo>
                    <a:cubicBezTo>
                      <a:pt x="3427" y="948"/>
                      <a:pt x="2309" y="1477"/>
                      <a:pt x="1463" y="2334"/>
                    </a:cubicBezTo>
                    <a:cubicBezTo>
                      <a:pt x="769" y="3034"/>
                      <a:pt x="339" y="3921"/>
                      <a:pt x="164" y="4892"/>
                    </a:cubicBezTo>
                    <a:cubicBezTo>
                      <a:pt x="1" y="5830"/>
                      <a:pt x="40" y="6796"/>
                      <a:pt x="232" y="7727"/>
                    </a:cubicBezTo>
                    <a:cubicBezTo>
                      <a:pt x="430" y="8727"/>
                      <a:pt x="808" y="9698"/>
                      <a:pt x="1339" y="10568"/>
                    </a:cubicBezTo>
                    <a:cubicBezTo>
                      <a:pt x="1870" y="11443"/>
                      <a:pt x="2570" y="12223"/>
                      <a:pt x="3417" y="12810"/>
                    </a:cubicBezTo>
                    <a:cubicBezTo>
                      <a:pt x="3524" y="12883"/>
                      <a:pt x="3631" y="12951"/>
                      <a:pt x="3738" y="13018"/>
                    </a:cubicBezTo>
                    <a:lnTo>
                      <a:pt x="3738" y="13018"/>
                    </a:lnTo>
                    <a:cubicBezTo>
                      <a:pt x="4318" y="13485"/>
                      <a:pt x="4959" y="13921"/>
                      <a:pt x="5659" y="14199"/>
                    </a:cubicBezTo>
                    <a:cubicBezTo>
                      <a:pt x="5672" y="14204"/>
                      <a:pt x="5685" y="14207"/>
                      <a:pt x="5697" y="14207"/>
                    </a:cubicBezTo>
                    <a:cubicBezTo>
                      <a:pt x="5769" y="14207"/>
                      <a:pt x="5834" y="14131"/>
                      <a:pt x="5834" y="14064"/>
                    </a:cubicBezTo>
                    <a:lnTo>
                      <a:pt x="5834" y="11822"/>
                    </a:lnTo>
                    <a:lnTo>
                      <a:pt x="5834" y="8258"/>
                    </a:lnTo>
                    <a:lnTo>
                      <a:pt x="5834" y="7579"/>
                    </a:lnTo>
                    <a:lnTo>
                      <a:pt x="5834" y="7579"/>
                    </a:lnTo>
                    <a:cubicBezTo>
                      <a:pt x="5835" y="7579"/>
                      <a:pt x="5836" y="7579"/>
                      <a:pt x="5837" y="7579"/>
                    </a:cubicBezTo>
                    <a:cubicBezTo>
                      <a:pt x="6730" y="7579"/>
                      <a:pt x="7638" y="7138"/>
                      <a:pt x="8201" y="6462"/>
                    </a:cubicBezTo>
                    <a:cubicBezTo>
                      <a:pt x="8827" y="5711"/>
                      <a:pt x="9048" y="4678"/>
                      <a:pt x="8731" y="3746"/>
                    </a:cubicBezTo>
                    <a:cubicBezTo>
                      <a:pt x="8602" y="3367"/>
                      <a:pt x="8394" y="3025"/>
                      <a:pt x="8129" y="2733"/>
                    </a:cubicBezTo>
                    <a:lnTo>
                      <a:pt x="8129" y="2733"/>
                    </a:lnTo>
                    <a:cubicBezTo>
                      <a:pt x="9635" y="3092"/>
                      <a:pt x="11188" y="3325"/>
                      <a:pt x="12740" y="3325"/>
                    </a:cubicBezTo>
                    <a:cubicBezTo>
                      <a:pt x="12835" y="3325"/>
                      <a:pt x="12929" y="3324"/>
                      <a:pt x="13023" y="3322"/>
                    </a:cubicBezTo>
                    <a:cubicBezTo>
                      <a:pt x="13938" y="3306"/>
                      <a:pt x="14881" y="3215"/>
                      <a:pt x="15762" y="2938"/>
                    </a:cubicBezTo>
                    <a:cubicBezTo>
                      <a:pt x="15904" y="2893"/>
                      <a:pt x="16050" y="2848"/>
                      <a:pt x="16186" y="2780"/>
                    </a:cubicBezTo>
                    <a:cubicBezTo>
                      <a:pt x="16194" y="2777"/>
                      <a:pt x="16201" y="2772"/>
                      <a:pt x="16208" y="2768"/>
                    </a:cubicBezTo>
                    <a:lnTo>
                      <a:pt x="16208" y="2768"/>
                    </a:lnTo>
                    <a:cubicBezTo>
                      <a:pt x="16248" y="2742"/>
                      <a:pt x="16272" y="2698"/>
                      <a:pt x="16255" y="2641"/>
                    </a:cubicBezTo>
                    <a:lnTo>
                      <a:pt x="16255" y="2641"/>
                    </a:lnTo>
                    <a:cubicBezTo>
                      <a:pt x="16252" y="2628"/>
                      <a:pt x="16247" y="2615"/>
                      <a:pt x="16240" y="2603"/>
                    </a:cubicBezTo>
                    <a:lnTo>
                      <a:pt x="16240" y="2603"/>
                    </a:lnTo>
                    <a:cubicBezTo>
                      <a:pt x="16129" y="2343"/>
                      <a:pt x="15944" y="2123"/>
                      <a:pt x="15742" y="1929"/>
                    </a:cubicBezTo>
                    <a:lnTo>
                      <a:pt x="15742" y="1929"/>
                    </a:lnTo>
                    <a:cubicBezTo>
                      <a:pt x="15736" y="1922"/>
                      <a:pt x="15730" y="1916"/>
                      <a:pt x="15723" y="1911"/>
                    </a:cubicBezTo>
                    <a:lnTo>
                      <a:pt x="15723" y="1911"/>
                    </a:lnTo>
                    <a:cubicBezTo>
                      <a:pt x="15723" y="1911"/>
                      <a:pt x="15723" y="1911"/>
                      <a:pt x="15723" y="1911"/>
                    </a:cubicBezTo>
                    <a:cubicBezTo>
                      <a:pt x="15565" y="1781"/>
                      <a:pt x="15412" y="1645"/>
                      <a:pt x="15243" y="1527"/>
                    </a:cubicBezTo>
                    <a:cubicBezTo>
                      <a:pt x="15090" y="1419"/>
                      <a:pt x="14932" y="1323"/>
                      <a:pt x="14768" y="1233"/>
                    </a:cubicBezTo>
                    <a:cubicBezTo>
                      <a:pt x="14435" y="1052"/>
                      <a:pt x="14091" y="900"/>
                      <a:pt x="13741" y="764"/>
                    </a:cubicBezTo>
                    <a:cubicBezTo>
                      <a:pt x="13023" y="488"/>
                      <a:pt x="12267" y="307"/>
                      <a:pt x="11510" y="188"/>
                    </a:cubicBezTo>
                    <a:cubicBezTo>
                      <a:pt x="10687" y="61"/>
                      <a:pt x="9854" y="0"/>
                      <a:pt x="9022"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20" name="Google Shape;1520;p49"/>
              <p:cNvSpPr/>
              <p:nvPr/>
            </p:nvSpPr>
            <p:spPr>
              <a:xfrm>
                <a:off x="3144650" y="1661975"/>
                <a:ext cx="80675" cy="37250"/>
              </a:xfrm>
              <a:custGeom>
                <a:avLst/>
                <a:gdLst/>
                <a:ahLst/>
                <a:cxnLst/>
                <a:rect l="l" t="t" r="r" b="b"/>
                <a:pathLst>
                  <a:path w="3227" h="1490" extrusionOk="0">
                    <a:moveTo>
                      <a:pt x="2922" y="287"/>
                    </a:moveTo>
                    <a:cubicBezTo>
                      <a:pt x="2887" y="597"/>
                      <a:pt x="2837" y="913"/>
                      <a:pt x="2737" y="1208"/>
                    </a:cubicBezTo>
                    <a:lnTo>
                      <a:pt x="298" y="1208"/>
                    </a:lnTo>
                    <a:cubicBezTo>
                      <a:pt x="334" y="918"/>
                      <a:pt x="480" y="643"/>
                      <a:pt x="718" y="468"/>
                    </a:cubicBezTo>
                    <a:cubicBezTo>
                      <a:pt x="904" y="332"/>
                      <a:pt x="1113" y="287"/>
                      <a:pt x="1339" y="287"/>
                    </a:cubicBezTo>
                    <a:close/>
                    <a:moveTo>
                      <a:pt x="1503" y="0"/>
                    </a:moveTo>
                    <a:cubicBezTo>
                      <a:pt x="1170" y="0"/>
                      <a:pt x="840" y="30"/>
                      <a:pt x="554" y="242"/>
                    </a:cubicBezTo>
                    <a:cubicBezTo>
                      <a:pt x="204" y="502"/>
                      <a:pt x="12" y="914"/>
                      <a:pt x="7" y="1349"/>
                    </a:cubicBezTo>
                    <a:cubicBezTo>
                      <a:pt x="1" y="1422"/>
                      <a:pt x="69" y="1490"/>
                      <a:pt x="148" y="1490"/>
                    </a:cubicBezTo>
                    <a:lnTo>
                      <a:pt x="2836" y="1490"/>
                    </a:lnTo>
                    <a:cubicBezTo>
                      <a:pt x="2904" y="1490"/>
                      <a:pt x="2954" y="1445"/>
                      <a:pt x="2971" y="1388"/>
                    </a:cubicBezTo>
                    <a:cubicBezTo>
                      <a:pt x="3118" y="993"/>
                      <a:pt x="3175" y="558"/>
                      <a:pt x="3220" y="146"/>
                    </a:cubicBezTo>
                    <a:cubicBezTo>
                      <a:pt x="3226" y="78"/>
                      <a:pt x="3190" y="35"/>
                      <a:pt x="3141" y="18"/>
                    </a:cubicBezTo>
                    <a:lnTo>
                      <a:pt x="3141" y="18"/>
                    </a:lnTo>
                    <a:cubicBezTo>
                      <a:pt x="3124" y="10"/>
                      <a:pt x="3103" y="5"/>
                      <a:pt x="3079" y="5"/>
                    </a:cubicBezTo>
                    <a:lnTo>
                      <a:pt x="1887" y="5"/>
                    </a:lnTo>
                    <a:cubicBezTo>
                      <a:pt x="1760" y="5"/>
                      <a:pt x="1631" y="0"/>
                      <a:pt x="1503"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21" name="Google Shape;1521;p49"/>
              <p:cNvSpPr/>
              <p:nvPr/>
            </p:nvSpPr>
            <p:spPr>
              <a:xfrm>
                <a:off x="2530500" y="1926450"/>
                <a:ext cx="999750" cy="706000"/>
              </a:xfrm>
              <a:custGeom>
                <a:avLst/>
                <a:gdLst/>
                <a:ahLst/>
                <a:cxnLst/>
                <a:rect l="l" t="t" r="r" b="b"/>
                <a:pathLst>
                  <a:path w="39990" h="28240" extrusionOk="0">
                    <a:moveTo>
                      <a:pt x="23761" y="285"/>
                    </a:moveTo>
                    <a:cubicBezTo>
                      <a:pt x="24471" y="879"/>
                      <a:pt x="25245" y="1409"/>
                      <a:pt x="26018" y="1906"/>
                    </a:cubicBezTo>
                    <a:cubicBezTo>
                      <a:pt x="26831" y="2431"/>
                      <a:pt x="27667" y="2911"/>
                      <a:pt x="28531" y="3341"/>
                    </a:cubicBezTo>
                    <a:cubicBezTo>
                      <a:pt x="29418" y="3781"/>
                      <a:pt x="30316" y="4188"/>
                      <a:pt x="31169" y="4696"/>
                    </a:cubicBezTo>
                    <a:cubicBezTo>
                      <a:pt x="33394" y="6023"/>
                      <a:pt x="35427" y="7836"/>
                      <a:pt x="36669" y="10134"/>
                    </a:cubicBezTo>
                    <a:cubicBezTo>
                      <a:pt x="36883" y="10523"/>
                      <a:pt x="37080" y="10912"/>
                      <a:pt x="37199" y="11334"/>
                    </a:cubicBezTo>
                    <a:lnTo>
                      <a:pt x="37199" y="11334"/>
                    </a:lnTo>
                    <a:cubicBezTo>
                      <a:pt x="37199" y="11335"/>
                      <a:pt x="37200" y="11336"/>
                      <a:pt x="37200" y="11337"/>
                    </a:cubicBezTo>
                    <a:cubicBezTo>
                      <a:pt x="37200" y="11337"/>
                      <a:pt x="37200" y="11337"/>
                      <a:pt x="37200" y="11337"/>
                    </a:cubicBezTo>
                    <a:lnTo>
                      <a:pt x="37200" y="11337"/>
                    </a:lnTo>
                    <a:cubicBezTo>
                      <a:pt x="37200" y="11338"/>
                      <a:pt x="37200" y="11339"/>
                      <a:pt x="37201" y="11339"/>
                    </a:cubicBezTo>
                    <a:lnTo>
                      <a:pt x="37201" y="11339"/>
                    </a:lnTo>
                    <a:cubicBezTo>
                      <a:pt x="37483" y="12288"/>
                      <a:pt x="37697" y="13258"/>
                      <a:pt x="37912" y="14229"/>
                    </a:cubicBezTo>
                    <a:cubicBezTo>
                      <a:pt x="38471" y="16815"/>
                      <a:pt x="38894" y="19430"/>
                      <a:pt x="39199" y="22056"/>
                    </a:cubicBezTo>
                    <a:cubicBezTo>
                      <a:pt x="39431" y="24019"/>
                      <a:pt x="39598" y="25983"/>
                      <a:pt x="39700" y="27957"/>
                    </a:cubicBezTo>
                    <a:lnTo>
                      <a:pt x="296" y="27957"/>
                    </a:lnTo>
                    <a:cubicBezTo>
                      <a:pt x="480" y="24413"/>
                      <a:pt x="867" y="20880"/>
                      <a:pt x="1469" y="17386"/>
                    </a:cubicBezTo>
                    <a:cubicBezTo>
                      <a:pt x="1797" y="15516"/>
                      <a:pt x="2175" y="13641"/>
                      <a:pt x="2661" y="11806"/>
                    </a:cubicBezTo>
                    <a:cubicBezTo>
                      <a:pt x="2836" y="11162"/>
                      <a:pt x="3067" y="10592"/>
                      <a:pt x="3395" y="10010"/>
                    </a:cubicBezTo>
                    <a:cubicBezTo>
                      <a:pt x="4570" y="7909"/>
                      <a:pt x="6399" y="6215"/>
                      <a:pt x="8421" y="4939"/>
                    </a:cubicBezTo>
                    <a:cubicBezTo>
                      <a:pt x="9189" y="4459"/>
                      <a:pt x="9985" y="4035"/>
                      <a:pt x="10799" y="3657"/>
                    </a:cubicBezTo>
                    <a:cubicBezTo>
                      <a:pt x="11663" y="3262"/>
                      <a:pt x="12499" y="2815"/>
                      <a:pt x="13306" y="2324"/>
                    </a:cubicBezTo>
                    <a:cubicBezTo>
                      <a:pt x="14294" y="1731"/>
                      <a:pt x="15249" y="1076"/>
                      <a:pt x="16147" y="353"/>
                    </a:cubicBezTo>
                    <a:cubicBezTo>
                      <a:pt x="16175" y="332"/>
                      <a:pt x="16203" y="308"/>
                      <a:pt x="16230" y="285"/>
                    </a:cubicBezTo>
                    <a:close/>
                    <a:moveTo>
                      <a:pt x="16542" y="1"/>
                    </a:moveTo>
                    <a:cubicBezTo>
                      <a:pt x="16440" y="1"/>
                      <a:pt x="16339" y="1"/>
                      <a:pt x="16237" y="3"/>
                    </a:cubicBezTo>
                    <a:cubicBezTo>
                      <a:pt x="16079" y="3"/>
                      <a:pt x="15977" y="127"/>
                      <a:pt x="15853" y="223"/>
                    </a:cubicBezTo>
                    <a:cubicBezTo>
                      <a:pt x="14938" y="957"/>
                      <a:pt x="13956" y="1613"/>
                      <a:pt x="12945" y="2211"/>
                    </a:cubicBezTo>
                    <a:cubicBezTo>
                      <a:pt x="11414" y="3115"/>
                      <a:pt x="9760" y="3764"/>
                      <a:pt x="8257" y="4713"/>
                    </a:cubicBezTo>
                    <a:cubicBezTo>
                      <a:pt x="6286" y="5955"/>
                      <a:pt x="4508" y="7587"/>
                      <a:pt x="3305" y="9598"/>
                    </a:cubicBezTo>
                    <a:cubicBezTo>
                      <a:pt x="2955" y="10180"/>
                      <a:pt x="2650" y="10801"/>
                      <a:pt x="2463" y="11456"/>
                    </a:cubicBezTo>
                    <a:cubicBezTo>
                      <a:pt x="2057" y="12935"/>
                      <a:pt x="1735" y="14438"/>
                      <a:pt x="1447" y="15945"/>
                    </a:cubicBezTo>
                    <a:cubicBezTo>
                      <a:pt x="859" y="19018"/>
                      <a:pt x="447" y="22124"/>
                      <a:pt x="193" y="25241"/>
                    </a:cubicBezTo>
                    <a:cubicBezTo>
                      <a:pt x="114" y="26190"/>
                      <a:pt x="52" y="27144"/>
                      <a:pt x="7" y="28098"/>
                    </a:cubicBezTo>
                    <a:cubicBezTo>
                      <a:pt x="1" y="28172"/>
                      <a:pt x="74" y="28240"/>
                      <a:pt x="148" y="28240"/>
                    </a:cubicBezTo>
                    <a:lnTo>
                      <a:pt x="39849" y="28240"/>
                    </a:lnTo>
                    <a:cubicBezTo>
                      <a:pt x="39922" y="28240"/>
                      <a:pt x="39990" y="28172"/>
                      <a:pt x="39990" y="28098"/>
                    </a:cubicBezTo>
                    <a:cubicBezTo>
                      <a:pt x="39820" y="24733"/>
                      <a:pt x="39465" y="21378"/>
                      <a:pt x="38922" y="18052"/>
                    </a:cubicBezTo>
                    <a:cubicBezTo>
                      <a:pt x="38601" y="16098"/>
                      <a:pt x="38217" y="14144"/>
                      <a:pt x="37731" y="12218"/>
                    </a:cubicBezTo>
                    <a:cubicBezTo>
                      <a:pt x="37652" y="11902"/>
                      <a:pt x="37567" y="11580"/>
                      <a:pt x="37471" y="11264"/>
                    </a:cubicBezTo>
                    <a:cubicBezTo>
                      <a:pt x="37398" y="10987"/>
                      <a:pt x="37273" y="10716"/>
                      <a:pt x="37155" y="10462"/>
                    </a:cubicBezTo>
                    <a:cubicBezTo>
                      <a:pt x="36833" y="9779"/>
                      <a:pt x="36426" y="9140"/>
                      <a:pt x="35980" y="8542"/>
                    </a:cubicBezTo>
                    <a:cubicBezTo>
                      <a:pt x="34309" y="6322"/>
                      <a:pt x="31993" y="4662"/>
                      <a:pt x="29497" y="3487"/>
                    </a:cubicBezTo>
                    <a:cubicBezTo>
                      <a:pt x="28012" y="2793"/>
                      <a:pt x="26589" y="1991"/>
                      <a:pt x="25239" y="1048"/>
                    </a:cubicBezTo>
                    <a:cubicBezTo>
                      <a:pt x="24866" y="782"/>
                      <a:pt x="24499" y="511"/>
                      <a:pt x="24138" y="223"/>
                    </a:cubicBezTo>
                    <a:cubicBezTo>
                      <a:pt x="24070" y="172"/>
                      <a:pt x="24002" y="110"/>
                      <a:pt x="23929" y="60"/>
                    </a:cubicBezTo>
                    <a:cubicBezTo>
                      <a:pt x="23863" y="9"/>
                      <a:pt x="23792" y="1"/>
                      <a:pt x="23716" y="1"/>
                    </a:cubicBezTo>
                    <a:cubicBezTo>
                      <a:pt x="23681" y="1"/>
                      <a:pt x="23644" y="3"/>
                      <a:pt x="23607" y="3"/>
                    </a:cubicBezTo>
                    <a:lnTo>
                      <a:pt x="17152" y="3"/>
                    </a:lnTo>
                    <a:cubicBezTo>
                      <a:pt x="16949" y="3"/>
                      <a:pt x="16745" y="1"/>
                      <a:pt x="16542"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522" name="Google Shape;1522;p49"/>
            <p:cNvGrpSpPr/>
            <p:nvPr/>
          </p:nvGrpSpPr>
          <p:grpSpPr>
            <a:xfrm flipH="1">
              <a:off x="184370" y="2761353"/>
              <a:ext cx="1696988" cy="2071136"/>
              <a:chOff x="5687100" y="3067925"/>
              <a:chExt cx="999875" cy="1220325"/>
            </a:xfrm>
          </p:grpSpPr>
          <p:sp>
            <p:nvSpPr>
              <p:cNvPr id="1523" name="Google Shape;1523;p49"/>
              <p:cNvSpPr/>
              <p:nvPr/>
            </p:nvSpPr>
            <p:spPr>
              <a:xfrm>
                <a:off x="6088625" y="3125875"/>
                <a:ext cx="335625" cy="463525"/>
              </a:xfrm>
              <a:custGeom>
                <a:avLst/>
                <a:gdLst/>
                <a:ahLst/>
                <a:cxnLst/>
                <a:rect l="l" t="t" r="r" b="b"/>
                <a:pathLst>
                  <a:path w="13425" h="18541" extrusionOk="0">
                    <a:moveTo>
                      <a:pt x="2576" y="413"/>
                    </a:moveTo>
                    <a:cubicBezTo>
                      <a:pt x="4087" y="770"/>
                      <a:pt x="5639" y="1008"/>
                      <a:pt x="7193" y="1008"/>
                    </a:cubicBezTo>
                    <a:cubicBezTo>
                      <a:pt x="7286" y="1008"/>
                      <a:pt x="7379" y="1007"/>
                      <a:pt x="7472" y="1005"/>
                    </a:cubicBezTo>
                    <a:cubicBezTo>
                      <a:pt x="8387" y="988"/>
                      <a:pt x="9330" y="898"/>
                      <a:pt x="10211" y="621"/>
                    </a:cubicBezTo>
                    <a:cubicBezTo>
                      <a:pt x="10317" y="587"/>
                      <a:pt x="10427" y="553"/>
                      <a:pt x="10533" y="509"/>
                    </a:cubicBezTo>
                    <a:lnTo>
                      <a:pt x="10533" y="509"/>
                    </a:lnTo>
                    <a:cubicBezTo>
                      <a:pt x="11133" y="1297"/>
                      <a:pt x="11448" y="2259"/>
                      <a:pt x="11453" y="3247"/>
                    </a:cubicBezTo>
                    <a:cubicBezTo>
                      <a:pt x="11453" y="3812"/>
                      <a:pt x="11453" y="4377"/>
                      <a:pt x="11453" y="4941"/>
                    </a:cubicBezTo>
                    <a:cubicBezTo>
                      <a:pt x="11453" y="5150"/>
                      <a:pt x="11442" y="5365"/>
                      <a:pt x="11453" y="5574"/>
                    </a:cubicBezTo>
                    <a:cubicBezTo>
                      <a:pt x="11453" y="5647"/>
                      <a:pt x="11487" y="5681"/>
                      <a:pt x="11538" y="5726"/>
                    </a:cubicBezTo>
                    <a:lnTo>
                      <a:pt x="11815" y="5941"/>
                    </a:lnTo>
                    <a:lnTo>
                      <a:pt x="12594" y="6557"/>
                    </a:lnTo>
                    <a:cubicBezTo>
                      <a:pt x="12752" y="6686"/>
                      <a:pt x="12978" y="6816"/>
                      <a:pt x="13040" y="7020"/>
                    </a:cubicBezTo>
                    <a:cubicBezTo>
                      <a:pt x="13097" y="7200"/>
                      <a:pt x="13034" y="7392"/>
                      <a:pt x="12899" y="7522"/>
                    </a:cubicBezTo>
                    <a:cubicBezTo>
                      <a:pt x="12775" y="7641"/>
                      <a:pt x="12611" y="7675"/>
                      <a:pt x="12441" y="7675"/>
                    </a:cubicBezTo>
                    <a:cubicBezTo>
                      <a:pt x="12344" y="7677"/>
                      <a:pt x="12246" y="7677"/>
                      <a:pt x="12149" y="7677"/>
                    </a:cubicBezTo>
                    <a:cubicBezTo>
                      <a:pt x="11955" y="7677"/>
                      <a:pt x="11762" y="7675"/>
                      <a:pt x="11566" y="7675"/>
                    </a:cubicBezTo>
                    <a:cubicBezTo>
                      <a:pt x="11487" y="7675"/>
                      <a:pt x="11436" y="7743"/>
                      <a:pt x="11425" y="7816"/>
                    </a:cubicBezTo>
                    <a:cubicBezTo>
                      <a:pt x="11272" y="9589"/>
                      <a:pt x="10307" y="11233"/>
                      <a:pt x="8833" y="12232"/>
                    </a:cubicBezTo>
                    <a:cubicBezTo>
                      <a:pt x="8421" y="12515"/>
                      <a:pt x="7974" y="12740"/>
                      <a:pt x="7511" y="12910"/>
                    </a:cubicBezTo>
                    <a:cubicBezTo>
                      <a:pt x="7449" y="12932"/>
                      <a:pt x="7404" y="12983"/>
                      <a:pt x="7404" y="13045"/>
                    </a:cubicBezTo>
                    <a:lnTo>
                      <a:pt x="7404" y="14858"/>
                    </a:lnTo>
                    <a:lnTo>
                      <a:pt x="7404" y="17738"/>
                    </a:lnTo>
                    <a:lnTo>
                      <a:pt x="7404" y="18258"/>
                    </a:lnTo>
                    <a:lnTo>
                      <a:pt x="283" y="18258"/>
                    </a:lnTo>
                    <a:lnTo>
                      <a:pt x="283" y="16710"/>
                    </a:lnTo>
                    <a:lnTo>
                      <a:pt x="283" y="14022"/>
                    </a:lnTo>
                    <a:lnTo>
                      <a:pt x="283" y="13407"/>
                    </a:lnTo>
                    <a:lnTo>
                      <a:pt x="283" y="11746"/>
                    </a:lnTo>
                    <a:lnTo>
                      <a:pt x="283" y="10809"/>
                    </a:lnTo>
                    <a:lnTo>
                      <a:pt x="283" y="8618"/>
                    </a:lnTo>
                    <a:lnTo>
                      <a:pt x="283" y="6348"/>
                    </a:lnTo>
                    <a:lnTo>
                      <a:pt x="283" y="5534"/>
                    </a:lnTo>
                    <a:cubicBezTo>
                      <a:pt x="283" y="5446"/>
                      <a:pt x="290" y="5353"/>
                      <a:pt x="290" y="5262"/>
                    </a:cubicBezTo>
                    <a:lnTo>
                      <a:pt x="290" y="5262"/>
                    </a:lnTo>
                    <a:cubicBezTo>
                      <a:pt x="1181" y="5260"/>
                      <a:pt x="2087" y="4819"/>
                      <a:pt x="2649" y="4145"/>
                    </a:cubicBezTo>
                    <a:cubicBezTo>
                      <a:pt x="3276" y="3394"/>
                      <a:pt x="3496" y="2361"/>
                      <a:pt x="3180" y="1429"/>
                    </a:cubicBezTo>
                    <a:cubicBezTo>
                      <a:pt x="3050" y="1048"/>
                      <a:pt x="2842" y="706"/>
                      <a:pt x="2576" y="413"/>
                    </a:cubicBezTo>
                    <a:close/>
                    <a:moveTo>
                      <a:pt x="2079" y="1"/>
                    </a:moveTo>
                    <a:cubicBezTo>
                      <a:pt x="1944" y="1"/>
                      <a:pt x="1897" y="183"/>
                      <a:pt x="2011" y="265"/>
                    </a:cubicBezTo>
                    <a:cubicBezTo>
                      <a:pt x="2762" y="847"/>
                      <a:pt x="3180" y="1807"/>
                      <a:pt x="3005" y="2750"/>
                    </a:cubicBezTo>
                    <a:cubicBezTo>
                      <a:pt x="2858" y="3575"/>
                      <a:pt x="2310" y="4269"/>
                      <a:pt x="1570" y="4648"/>
                    </a:cubicBezTo>
                    <a:cubicBezTo>
                      <a:pt x="1180" y="4853"/>
                      <a:pt x="720" y="4979"/>
                      <a:pt x="275" y="4979"/>
                    </a:cubicBezTo>
                    <a:cubicBezTo>
                      <a:pt x="230" y="4979"/>
                      <a:pt x="186" y="4978"/>
                      <a:pt x="142" y="4975"/>
                    </a:cubicBezTo>
                    <a:cubicBezTo>
                      <a:pt x="139" y="4975"/>
                      <a:pt x="136" y="4975"/>
                      <a:pt x="134" y="4975"/>
                    </a:cubicBezTo>
                    <a:cubicBezTo>
                      <a:pt x="63" y="4975"/>
                      <a:pt x="0" y="5046"/>
                      <a:pt x="0" y="5117"/>
                    </a:cubicBezTo>
                    <a:lnTo>
                      <a:pt x="0" y="6116"/>
                    </a:lnTo>
                    <a:lnTo>
                      <a:pt x="0" y="8324"/>
                    </a:lnTo>
                    <a:lnTo>
                      <a:pt x="0" y="10589"/>
                    </a:lnTo>
                    <a:lnTo>
                      <a:pt x="0" y="11735"/>
                    </a:lnTo>
                    <a:lnTo>
                      <a:pt x="0" y="13339"/>
                    </a:lnTo>
                    <a:lnTo>
                      <a:pt x="0" y="13407"/>
                    </a:lnTo>
                    <a:lnTo>
                      <a:pt x="0" y="15095"/>
                    </a:lnTo>
                    <a:lnTo>
                      <a:pt x="0" y="17783"/>
                    </a:lnTo>
                    <a:lnTo>
                      <a:pt x="0" y="18399"/>
                    </a:lnTo>
                    <a:cubicBezTo>
                      <a:pt x="0" y="18472"/>
                      <a:pt x="68" y="18540"/>
                      <a:pt x="142" y="18540"/>
                    </a:cubicBezTo>
                    <a:lnTo>
                      <a:pt x="7545" y="18540"/>
                    </a:lnTo>
                    <a:cubicBezTo>
                      <a:pt x="7591" y="18540"/>
                      <a:pt x="7626" y="18522"/>
                      <a:pt x="7649" y="18494"/>
                    </a:cubicBezTo>
                    <a:lnTo>
                      <a:pt x="7649" y="18494"/>
                    </a:lnTo>
                    <a:cubicBezTo>
                      <a:pt x="7672" y="18472"/>
                      <a:pt x="7686" y="18440"/>
                      <a:pt x="7686" y="18399"/>
                    </a:cubicBezTo>
                    <a:lnTo>
                      <a:pt x="7686" y="16586"/>
                    </a:lnTo>
                    <a:lnTo>
                      <a:pt x="7686" y="13706"/>
                    </a:lnTo>
                    <a:lnTo>
                      <a:pt x="7686" y="13143"/>
                    </a:lnTo>
                    <a:lnTo>
                      <a:pt x="7686" y="13143"/>
                    </a:lnTo>
                    <a:cubicBezTo>
                      <a:pt x="9390" y="12494"/>
                      <a:pt x="10754" y="11114"/>
                      <a:pt x="11374" y="9386"/>
                    </a:cubicBezTo>
                    <a:cubicBezTo>
                      <a:pt x="11534" y="8922"/>
                      <a:pt x="11642" y="8445"/>
                      <a:pt x="11694" y="7957"/>
                    </a:cubicBezTo>
                    <a:lnTo>
                      <a:pt x="12408" y="7957"/>
                    </a:lnTo>
                    <a:cubicBezTo>
                      <a:pt x="12780" y="7957"/>
                      <a:pt x="13136" y="7805"/>
                      <a:pt x="13289" y="7438"/>
                    </a:cubicBezTo>
                    <a:cubicBezTo>
                      <a:pt x="13424" y="7104"/>
                      <a:pt x="13294" y="6760"/>
                      <a:pt x="13023" y="6540"/>
                    </a:cubicBezTo>
                    <a:cubicBezTo>
                      <a:pt x="12792" y="6353"/>
                      <a:pt x="12560" y="6173"/>
                      <a:pt x="12328" y="5986"/>
                    </a:cubicBezTo>
                    <a:cubicBezTo>
                      <a:pt x="12129" y="5834"/>
                      <a:pt x="11934" y="5677"/>
                      <a:pt x="11736" y="5524"/>
                    </a:cubicBezTo>
                    <a:lnTo>
                      <a:pt x="11736" y="5524"/>
                    </a:lnTo>
                    <a:lnTo>
                      <a:pt x="11736" y="4010"/>
                    </a:lnTo>
                    <a:cubicBezTo>
                      <a:pt x="11736" y="3309"/>
                      <a:pt x="11752" y="2615"/>
                      <a:pt x="11555" y="1931"/>
                    </a:cubicBezTo>
                    <a:cubicBezTo>
                      <a:pt x="11380" y="1299"/>
                      <a:pt x="11063" y="712"/>
                      <a:pt x="10646" y="203"/>
                    </a:cubicBezTo>
                    <a:cubicBezTo>
                      <a:pt x="10618" y="168"/>
                      <a:pt x="10585" y="154"/>
                      <a:pt x="10554" y="154"/>
                    </a:cubicBezTo>
                    <a:cubicBezTo>
                      <a:pt x="10500" y="154"/>
                      <a:pt x="10448" y="196"/>
                      <a:pt x="10425" y="251"/>
                    </a:cubicBezTo>
                    <a:lnTo>
                      <a:pt x="10425" y="251"/>
                    </a:lnTo>
                    <a:cubicBezTo>
                      <a:pt x="10354" y="277"/>
                      <a:pt x="10282" y="302"/>
                      <a:pt x="10211" y="328"/>
                    </a:cubicBezTo>
                    <a:cubicBezTo>
                      <a:pt x="9906" y="429"/>
                      <a:pt x="9590" y="503"/>
                      <a:pt x="9273" y="559"/>
                    </a:cubicBezTo>
                    <a:cubicBezTo>
                      <a:pt x="8601" y="680"/>
                      <a:pt x="7916" y="730"/>
                      <a:pt x="7231" y="730"/>
                    </a:cubicBezTo>
                    <a:cubicBezTo>
                      <a:pt x="6638" y="730"/>
                      <a:pt x="6045" y="693"/>
                      <a:pt x="5461" y="633"/>
                    </a:cubicBezTo>
                    <a:cubicBezTo>
                      <a:pt x="4332" y="514"/>
                      <a:pt x="3214" y="294"/>
                      <a:pt x="2118" y="6"/>
                    </a:cubicBezTo>
                    <a:cubicBezTo>
                      <a:pt x="2104" y="2"/>
                      <a:pt x="2091" y="1"/>
                      <a:pt x="2079"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24" name="Google Shape;1524;p49"/>
              <p:cNvSpPr/>
              <p:nvPr/>
            </p:nvSpPr>
            <p:spPr>
              <a:xfrm>
                <a:off x="6301250" y="3317650"/>
                <a:ext cx="80700" cy="37375"/>
              </a:xfrm>
              <a:custGeom>
                <a:avLst/>
                <a:gdLst/>
                <a:ahLst/>
                <a:cxnLst/>
                <a:rect l="l" t="t" r="r" b="b"/>
                <a:pathLst>
                  <a:path w="3228" h="1495" extrusionOk="0">
                    <a:moveTo>
                      <a:pt x="2922" y="286"/>
                    </a:moveTo>
                    <a:cubicBezTo>
                      <a:pt x="2887" y="600"/>
                      <a:pt x="2836" y="917"/>
                      <a:pt x="2736" y="1212"/>
                    </a:cubicBezTo>
                    <a:lnTo>
                      <a:pt x="297" y="1212"/>
                    </a:lnTo>
                    <a:cubicBezTo>
                      <a:pt x="333" y="920"/>
                      <a:pt x="479" y="648"/>
                      <a:pt x="717" y="473"/>
                    </a:cubicBezTo>
                    <a:cubicBezTo>
                      <a:pt x="904" y="337"/>
                      <a:pt x="1113" y="286"/>
                      <a:pt x="1339" y="286"/>
                    </a:cubicBezTo>
                    <a:close/>
                    <a:moveTo>
                      <a:pt x="1531" y="0"/>
                    </a:moveTo>
                    <a:cubicBezTo>
                      <a:pt x="1188" y="0"/>
                      <a:pt x="847" y="28"/>
                      <a:pt x="554" y="247"/>
                    </a:cubicBezTo>
                    <a:cubicBezTo>
                      <a:pt x="204" y="506"/>
                      <a:pt x="12" y="919"/>
                      <a:pt x="6" y="1353"/>
                    </a:cubicBezTo>
                    <a:cubicBezTo>
                      <a:pt x="0" y="1427"/>
                      <a:pt x="68" y="1495"/>
                      <a:pt x="147" y="1495"/>
                    </a:cubicBezTo>
                    <a:lnTo>
                      <a:pt x="2835" y="1495"/>
                    </a:lnTo>
                    <a:cubicBezTo>
                      <a:pt x="2903" y="1495"/>
                      <a:pt x="2954" y="1449"/>
                      <a:pt x="2976" y="1387"/>
                    </a:cubicBezTo>
                    <a:cubicBezTo>
                      <a:pt x="3118" y="998"/>
                      <a:pt x="3174" y="563"/>
                      <a:pt x="3219" y="145"/>
                    </a:cubicBezTo>
                    <a:cubicBezTo>
                      <a:pt x="3227" y="83"/>
                      <a:pt x="3197" y="43"/>
                      <a:pt x="3154" y="25"/>
                    </a:cubicBezTo>
                    <a:lnTo>
                      <a:pt x="3154" y="25"/>
                    </a:lnTo>
                    <a:cubicBezTo>
                      <a:pt x="3133" y="12"/>
                      <a:pt x="3108" y="4"/>
                      <a:pt x="3078" y="4"/>
                    </a:cubicBezTo>
                    <a:lnTo>
                      <a:pt x="1886" y="4"/>
                    </a:lnTo>
                    <a:cubicBezTo>
                      <a:pt x="1769" y="4"/>
                      <a:pt x="1650" y="0"/>
                      <a:pt x="1531"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25" name="Google Shape;1525;p49"/>
              <p:cNvSpPr/>
              <p:nvPr/>
            </p:nvSpPr>
            <p:spPr>
              <a:xfrm>
                <a:off x="5687100" y="3582250"/>
                <a:ext cx="999875" cy="706000"/>
              </a:xfrm>
              <a:custGeom>
                <a:avLst/>
                <a:gdLst/>
                <a:ahLst/>
                <a:cxnLst/>
                <a:rect l="l" t="t" r="r" b="b"/>
                <a:pathLst>
                  <a:path w="39995" h="28240" extrusionOk="0">
                    <a:moveTo>
                      <a:pt x="23767" y="285"/>
                    </a:moveTo>
                    <a:cubicBezTo>
                      <a:pt x="24475" y="882"/>
                      <a:pt x="25246" y="1410"/>
                      <a:pt x="26018" y="1906"/>
                    </a:cubicBezTo>
                    <a:cubicBezTo>
                      <a:pt x="26831" y="2431"/>
                      <a:pt x="27667" y="2911"/>
                      <a:pt x="28531" y="3340"/>
                    </a:cubicBezTo>
                    <a:cubicBezTo>
                      <a:pt x="29417" y="3781"/>
                      <a:pt x="30315" y="4188"/>
                      <a:pt x="31168" y="4696"/>
                    </a:cubicBezTo>
                    <a:cubicBezTo>
                      <a:pt x="33393" y="6017"/>
                      <a:pt x="35426" y="7836"/>
                      <a:pt x="36674" y="10134"/>
                    </a:cubicBezTo>
                    <a:cubicBezTo>
                      <a:pt x="36883" y="10523"/>
                      <a:pt x="37080" y="10912"/>
                      <a:pt x="37199" y="11334"/>
                    </a:cubicBezTo>
                    <a:lnTo>
                      <a:pt x="37199" y="11334"/>
                    </a:lnTo>
                    <a:cubicBezTo>
                      <a:pt x="37199" y="11335"/>
                      <a:pt x="37199" y="11336"/>
                      <a:pt x="37199" y="11337"/>
                    </a:cubicBezTo>
                    <a:cubicBezTo>
                      <a:pt x="37199" y="11337"/>
                      <a:pt x="37199" y="11337"/>
                      <a:pt x="37199" y="11337"/>
                    </a:cubicBezTo>
                    <a:lnTo>
                      <a:pt x="37199" y="11337"/>
                    </a:lnTo>
                    <a:cubicBezTo>
                      <a:pt x="37200" y="11338"/>
                      <a:pt x="37200" y="11339"/>
                      <a:pt x="37200" y="11339"/>
                    </a:cubicBezTo>
                    <a:lnTo>
                      <a:pt x="37200" y="11339"/>
                    </a:lnTo>
                    <a:cubicBezTo>
                      <a:pt x="37482" y="12287"/>
                      <a:pt x="37702" y="13258"/>
                      <a:pt x="37911" y="14228"/>
                    </a:cubicBezTo>
                    <a:cubicBezTo>
                      <a:pt x="38470" y="16815"/>
                      <a:pt x="38894" y="19430"/>
                      <a:pt x="39199" y="22056"/>
                    </a:cubicBezTo>
                    <a:cubicBezTo>
                      <a:pt x="39430" y="24019"/>
                      <a:pt x="39597" y="25983"/>
                      <a:pt x="39700" y="27957"/>
                    </a:cubicBezTo>
                    <a:lnTo>
                      <a:pt x="296" y="27957"/>
                    </a:lnTo>
                    <a:cubicBezTo>
                      <a:pt x="479" y="24413"/>
                      <a:pt x="867" y="20880"/>
                      <a:pt x="1469" y="17385"/>
                    </a:cubicBezTo>
                    <a:cubicBezTo>
                      <a:pt x="1796" y="15510"/>
                      <a:pt x="2175" y="13641"/>
                      <a:pt x="2666" y="11806"/>
                    </a:cubicBezTo>
                    <a:cubicBezTo>
                      <a:pt x="2835" y="11162"/>
                      <a:pt x="3067" y="10592"/>
                      <a:pt x="3394" y="10010"/>
                    </a:cubicBezTo>
                    <a:cubicBezTo>
                      <a:pt x="4569" y="7903"/>
                      <a:pt x="6404" y="6215"/>
                      <a:pt x="8426" y="4939"/>
                    </a:cubicBezTo>
                    <a:cubicBezTo>
                      <a:pt x="9189" y="4459"/>
                      <a:pt x="9985" y="4035"/>
                      <a:pt x="10804" y="3657"/>
                    </a:cubicBezTo>
                    <a:cubicBezTo>
                      <a:pt x="11662" y="3261"/>
                      <a:pt x="12498" y="2815"/>
                      <a:pt x="13305" y="2324"/>
                    </a:cubicBezTo>
                    <a:cubicBezTo>
                      <a:pt x="14294" y="1731"/>
                      <a:pt x="15248" y="1076"/>
                      <a:pt x="16146" y="353"/>
                    </a:cubicBezTo>
                    <a:cubicBezTo>
                      <a:pt x="16173" y="329"/>
                      <a:pt x="16200" y="307"/>
                      <a:pt x="16228" y="285"/>
                    </a:cubicBezTo>
                    <a:close/>
                    <a:moveTo>
                      <a:pt x="16541" y="0"/>
                    </a:moveTo>
                    <a:cubicBezTo>
                      <a:pt x="16440" y="0"/>
                      <a:pt x="16338" y="1"/>
                      <a:pt x="16236" y="3"/>
                    </a:cubicBezTo>
                    <a:cubicBezTo>
                      <a:pt x="16078" y="3"/>
                      <a:pt x="15977" y="127"/>
                      <a:pt x="15858" y="223"/>
                    </a:cubicBezTo>
                    <a:cubicBezTo>
                      <a:pt x="14938" y="957"/>
                      <a:pt x="13955" y="1612"/>
                      <a:pt x="12944" y="2211"/>
                    </a:cubicBezTo>
                    <a:cubicBezTo>
                      <a:pt x="11419" y="3115"/>
                      <a:pt x="9759" y="3764"/>
                      <a:pt x="8257" y="4713"/>
                    </a:cubicBezTo>
                    <a:cubicBezTo>
                      <a:pt x="6286" y="5955"/>
                      <a:pt x="4507" y="7587"/>
                      <a:pt x="3304" y="9598"/>
                    </a:cubicBezTo>
                    <a:cubicBezTo>
                      <a:pt x="2954" y="10179"/>
                      <a:pt x="2649" y="10801"/>
                      <a:pt x="2463" y="11456"/>
                    </a:cubicBezTo>
                    <a:cubicBezTo>
                      <a:pt x="2056" y="12935"/>
                      <a:pt x="1734" y="14437"/>
                      <a:pt x="1446" y="15945"/>
                    </a:cubicBezTo>
                    <a:cubicBezTo>
                      <a:pt x="859" y="19017"/>
                      <a:pt x="446" y="22123"/>
                      <a:pt x="192" y="25241"/>
                    </a:cubicBezTo>
                    <a:cubicBezTo>
                      <a:pt x="113" y="26189"/>
                      <a:pt x="51" y="27144"/>
                      <a:pt x="6" y="28098"/>
                    </a:cubicBezTo>
                    <a:cubicBezTo>
                      <a:pt x="0" y="28172"/>
                      <a:pt x="74" y="28239"/>
                      <a:pt x="147" y="28239"/>
                    </a:cubicBezTo>
                    <a:lnTo>
                      <a:pt x="39848" y="28239"/>
                    </a:lnTo>
                    <a:cubicBezTo>
                      <a:pt x="39921" y="28239"/>
                      <a:pt x="39995" y="28172"/>
                      <a:pt x="39989" y="28098"/>
                    </a:cubicBezTo>
                    <a:cubicBezTo>
                      <a:pt x="39820" y="24732"/>
                      <a:pt x="39464" y="21378"/>
                      <a:pt x="38922" y="18052"/>
                    </a:cubicBezTo>
                    <a:cubicBezTo>
                      <a:pt x="38600" y="16098"/>
                      <a:pt x="38216" y="14144"/>
                      <a:pt x="37730" y="12218"/>
                    </a:cubicBezTo>
                    <a:cubicBezTo>
                      <a:pt x="37651" y="11896"/>
                      <a:pt x="37566" y="11580"/>
                      <a:pt x="37476" y="11258"/>
                    </a:cubicBezTo>
                    <a:cubicBezTo>
                      <a:pt x="37397" y="10987"/>
                      <a:pt x="37273" y="10716"/>
                      <a:pt x="37154" y="10462"/>
                    </a:cubicBezTo>
                    <a:cubicBezTo>
                      <a:pt x="36832" y="9778"/>
                      <a:pt x="36431" y="9140"/>
                      <a:pt x="35980" y="8542"/>
                    </a:cubicBezTo>
                    <a:cubicBezTo>
                      <a:pt x="34308" y="6322"/>
                      <a:pt x="31992" y="4662"/>
                      <a:pt x="29496" y="3487"/>
                    </a:cubicBezTo>
                    <a:cubicBezTo>
                      <a:pt x="28011" y="2793"/>
                      <a:pt x="26588" y="1991"/>
                      <a:pt x="25244" y="1048"/>
                    </a:cubicBezTo>
                    <a:cubicBezTo>
                      <a:pt x="24866" y="782"/>
                      <a:pt x="24498" y="511"/>
                      <a:pt x="24137" y="223"/>
                    </a:cubicBezTo>
                    <a:cubicBezTo>
                      <a:pt x="24069" y="172"/>
                      <a:pt x="24001" y="110"/>
                      <a:pt x="23934" y="59"/>
                    </a:cubicBezTo>
                    <a:cubicBezTo>
                      <a:pt x="23864" y="9"/>
                      <a:pt x="23795" y="1"/>
                      <a:pt x="23718" y="1"/>
                    </a:cubicBezTo>
                    <a:cubicBezTo>
                      <a:pt x="23682" y="1"/>
                      <a:pt x="23645" y="3"/>
                      <a:pt x="23606" y="3"/>
                    </a:cubicBezTo>
                    <a:lnTo>
                      <a:pt x="17151" y="3"/>
                    </a:lnTo>
                    <a:cubicBezTo>
                      <a:pt x="16948" y="3"/>
                      <a:pt x="16745" y="0"/>
                      <a:pt x="16541"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26" name="Google Shape;1526;p49"/>
              <p:cNvSpPr/>
              <p:nvPr/>
            </p:nvSpPr>
            <p:spPr>
              <a:xfrm>
                <a:off x="6258900" y="3189675"/>
                <a:ext cx="108150" cy="100700"/>
              </a:xfrm>
              <a:custGeom>
                <a:avLst/>
                <a:gdLst/>
                <a:ahLst/>
                <a:cxnLst/>
                <a:rect l="l" t="t" r="r" b="b"/>
                <a:pathLst>
                  <a:path w="4326" h="4028" extrusionOk="0">
                    <a:moveTo>
                      <a:pt x="2186" y="283"/>
                    </a:moveTo>
                    <a:cubicBezTo>
                      <a:pt x="2908" y="289"/>
                      <a:pt x="3575" y="746"/>
                      <a:pt x="3818" y="1429"/>
                    </a:cubicBezTo>
                    <a:cubicBezTo>
                      <a:pt x="4060" y="2113"/>
                      <a:pt x="3846" y="2886"/>
                      <a:pt x="3287" y="3355"/>
                    </a:cubicBezTo>
                    <a:cubicBezTo>
                      <a:pt x="2976" y="3615"/>
                      <a:pt x="2583" y="3747"/>
                      <a:pt x="2188" y="3747"/>
                    </a:cubicBezTo>
                    <a:cubicBezTo>
                      <a:pt x="1879" y="3747"/>
                      <a:pt x="1569" y="3666"/>
                      <a:pt x="1299" y="3502"/>
                    </a:cubicBezTo>
                    <a:cubicBezTo>
                      <a:pt x="683" y="3129"/>
                      <a:pt x="345" y="2389"/>
                      <a:pt x="486" y="1684"/>
                    </a:cubicBezTo>
                    <a:cubicBezTo>
                      <a:pt x="649" y="876"/>
                      <a:pt x="1367" y="294"/>
                      <a:pt x="2186" y="283"/>
                    </a:cubicBezTo>
                    <a:close/>
                    <a:moveTo>
                      <a:pt x="2186" y="1"/>
                    </a:moveTo>
                    <a:cubicBezTo>
                      <a:pt x="2184" y="1"/>
                      <a:pt x="2182" y="1"/>
                      <a:pt x="2180" y="1"/>
                    </a:cubicBezTo>
                    <a:lnTo>
                      <a:pt x="2180" y="1"/>
                    </a:lnTo>
                    <a:cubicBezTo>
                      <a:pt x="1347" y="14"/>
                      <a:pt x="592" y="539"/>
                      <a:pt x="299" y="1322"/>
                    </a:cubicBezTo>
                    <a:cubicBezTo>
                      <a:pt x="0" y="2107"/>
                      <a:pt x="254" y="3033"/>
                      <a:pt x="898" y="3564"/>
                    </a:cubicBezTo>
                    <a:cubicBezTo>
                      <a:pt x="1270" y="3869"/>
                      <a:pt x="1733" y="4028"/>
                      <a:pt x="2196" y="4028"/>
                    </a:cubicBezTo>
                    <a:cubicBezTo>
                      <a:pt x="2550" y="4028"/>
                      <a:pt x="2904" y="3935"/>
                      <a:pt x="3219" y="3745"/>
                    </a:cubicBezTo>
                    <a:cubicBezTo>
                      <a:pt x="3948" y="3310"/>
                      <a:pt x="4326" y="2452"/>
                      <a:pt x="4162" y="1627"/>
                    </a:cubicBezTo>
                    <a:cubicBezTo>
                      <a:pt x="3987" y="691"/>
                      <a:pt x="3137" y="14"/>
                      <a:pt x="2190" y="1"/>
                    </a:cubicBezTo>
                    <a:lnTo>
                      <a:pt x="2190" y="1"/>
                    </a:lnTo>
                    <a:cubicBezTo>
                      <a:pt x="2189" y="1"/>
                      <a:pt x="2187" y="1"/>
                      <a:pt x="2186"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27" name="Google Shape;1527;p49"/>
              <p:cNvSpPr/>
              <p:nvPr/>
            </p:nvSpPr>
            <p:spPr>
              <a:xfrm>
                <a:off x="6139025" y="3179100"/>
                <a:ext cx="243275" cy="122000"/>
              </a:xfrm>
              <a:custGeom>
                <a:avLst/>
                <a:gdLst/>
                <a:ahLst/>
                <a:cxnLst/>
                <a:rect l="l" t="t" r="r" b="b"/>
                <a:pathLst>
                  <a:path w="9731" h="4880" extrusionOk="0">
                    <a:moveTo>
                      <a:pt x="6978" y="278"/>
                    </a:moveTo>
                    <a:cubicBezTo>
                      <a:pt x="7697" y="278"/>
                      <a:pt x="8391" y="648"/>
                      <a:pt x="8788" y="1254"/>
                    </a:cubicBezTo>
                    <a:cubicBezTo>
                      <a:pt x="9047" y="1649"/>
                      <a:pt x="9166" y="2112"/>
                      <a:pt x="9138" y="2587"/>
                    </a:cubicBezTo>
                    <a:cubicBezTo>
                      <a:pt x="9134" y="2648"/>
                      <a:pt x="9164" y="2688"/>
                      <a:pt x="9206" y="2708"/>
                    </a:cubicBezTo>
                    <a:lnTo>
                      <a:pt x="9206" y="2708"/>
                    </a:lnTo>
                    <a:cubicBezTo>
                      <a:pt x="9225" y="2720"/>
                      <a:pt x="9250" y="2728"/>
                      <a:pt x="9279" y="2728"/>
                    </a:cubicBezTo>
                    <a:lnTo>
                      <a:pt x="9448" y="2728"/>
                    </a:lnTo>
                    <a:lnTo>
                      <a:pt x="9448" y="2875"/>
                    </a:lnTo>
                    <a:lnTo>
                      <a:pt x="9211" y="2875"/>
                    </a:lnTo>
                    <a:cubicBezTo>
                      <a:pt x="9149" y="2875"/>
                      <a:pt x="9087" y="2920"/>
                      <a:pt x="9076" y="2976"/>
                    </a:cubicBezTo>
                    <a:cubicBezTo>
                      <a:pt x="8850" y="3812"/>
                      <a:pt x="8155" y="4450"/>
                      <a:pt x="7302" y="4580"/>
                    </a:cubicBezTo>
                    <a:cubicBezTo>
                      <a:pt x="7199" y="4596"/>
                      <a:pt x="7096" y="4603"/>
                      <a:pt x="6992" y="4603"/>
                    </a:cubicBezTo>
                    <a:cubicBezTo>
                      <a:pt x="6272" y="4603"/>
                      <a:pt x="5574" y="4233"/>
                      <a:pt x="5179" y="3626"/>
                    </a:cubicBezTo>
                    <a:cubicBezTo>
                      <a:pt x="4908" y="3219"/>
                      <a:pt x="4795" y="2739"/>
                      <a:pt x="4829" y="2253"/>
                    </a:cubicBezTo>
                    <a:cubicBezTo>
                      <a:pt x="4835" y="2180"/>
                      <a:pt x="4761" y="2112"/>
                      <a:pt x="4688" y="2112"/>
                    </a:cubicBezTo>
                    <a:lnTo>
                      <a:pt x="546" y="2112"/>
                    </a:lnTo>
                    <a:cubicBezTo>
                      <a:pt x="588" y="2067"/>
                      <a:pt x="628" y="2020"/>
                      <a:pt x="666" y="1971"/>
                    </a:cubicBezTo>
                    <a:lnTo>
                      <a:pt x="4767" y="1971"/>
                    </a:lnTo>
                    <a:cubicBezTo>
                      <a:pt x="4829" y="1971"/>
                      <a:pt x="4885" y="1926"/>
                      <a:pt x="4902" y="1864"/>
                    </a:cubicBezTo>
                    <a:cubicBezTo>
                      <a:pt x="5134" y="1045"/>
                      <a:pt x="5834" y="418"/>
                      <a:pt x="6681" y="299"/>
                    </a:cubicBezTo>
                    <a:cubicBezTo>
                      <a:pt x="6780" y="285"/>
                      <a:pt x="6879" y="278"/>
                      <a:pt x="6978" y="278"/>
                    </a:cubicBezTo>
                    <a:close/>
                    <a:moveTo>
                      <a:pt x="6987" y="1"/>
                    </a:moveTo>
                    <a:cubicBezTo>
                      <a:pt x="6461" y="1"/>
                      <a:pt x="5936" y="167"/>
                      <a:pt x="5507" y="497"/>
                    </a:cubicBezTo>
                    <a:cubicBezTo>
                      <a:pt x="5111" y="798"/>
                      <a:pt x="4819" y="1216"/>
                      <a:pt x="4663" y="1689"/>
                    </a:cubicBezTo>
                    <a:lnTo>
                      <a:pt x="927" y="1689"/>
                    </a:lnTo>
                    <a:cubicBezTo>
                      <a:pt x="863" y="1689"/>
                      <a:pt x="799" y="1686"/>
                      <a:pt x="735" y="1686"/>
                    </a:cubicBezTo>
                    <a:cubicBezTo>
                      <a:pt x="703" y="1686"/>
                      <a:pt x="671" y="1687"/>
                      <a:pt x="639" y="1689"/>
                    </a:cubicBezTo>
                    <a:cubicBezTo>
                      <a:pt x="624" y="1689"/>
                      <a:pt x="606" y="1686"/>
                      <a:pt x="589" y="1686"/>
                    </a:cubicBezTo>
                    <a:cubicBezTo>
                      <a:pt x="581" y="1686"/>
                      <a:pt x="573" y="1687"/>
                      <a:pt x="565" y="1689"/>
                    </a:cubicBezTo>
                    <a:cubicBezTo>
                      <a:pt x="475" y="1717"/>
                      <a:pt x="401" y="1852"/>
                      <a:pt x="339" y="1920"/>
                    </a:cubicBezTo>
                    <a:cubicBezTo>
                      <a:pt x="260" y="2005"/>
                      <a:pt x="181" y="2084"/>
                      <a:pt x="96" y="2157"/>
                    </a:cubicBezTo>
                    <a:cubicBezTo>
                      <a:pt x="0" y="2236"/>
                      <a:pt x="79" y="2395"/>
                      <a:pt x="192" y="2395"/>
                    </a:cubicBezTo>
                    <a:lnTo>
                      <a:pt x="4541" y="2395"/>
                    </a:lnTo>
                    <a:cubicBezTo>
                      <a:pt x="4529" y="3293"/>
                      <a:pt x="5017" y="4151"/>
                      <a:pt x="5812" y="4586"/>
                    </a:cubicBezTo>
                    <a:cubicBezTo>
                      <a:pt x="6175" y="4783"/>
                      <a:pt x="6576" y="4880"/>
                      <a:pt x="6975" y="4880"/>
                    </a:cubicBezTo>
                    <a:cubicBezTo>
                      <a:pt x="7514" y="4880"/>
                      <a:pt x="8051" y="4704"/>
                      <a:pt x="8488" y="4360"/>
                    </a:cubicBezTo>
                    <a:cubicBezTo>
                      <a:pt x="8879" y="4054"/>
                      <a:pt x="9165" y="3630"/>
                      <a:pt x="9317" y="3157"/>
                    </a:cubicBezTo>
                    <a:lnTo>
                      <a:pt x="9590" y="3157"/>
                    </a:lnTo>
                    <a:cubicBezTo>
                      <a:pt x="9663" y="3157"/>
                      <a:pt x="9731" y="3095"/>
                      <a:pt x="9731" y="3016"/>
                    </a:cubicBezTo>
                    <a:lnTo>
                      <a:pt x="9731" y="2587"/>
                    </a:lnTo>
                    <a:cubicBezTo>
                      <a:pt x="9731" y="2513"/>
                      <a:pt x="9663" y="2445"/>
                      <a:pt x="9590" y="2445"/>
                    </a:cubicBezTo>
                    <a:lnTo>
                      <a:pt x="9425" y="2445"/>
                    </a:lnTo>
                    <a:cubicBezTo>
                      <a:pt x="9430" y="1563"/>
                      <a:pt x="8933" y="717"/>
                      <a:pt x="8155" y="294"/>
                    </a:cubicBezTo>
                    <a:cubicBezTo>
                      <a:pt x="7793" y="98"/>
                      <a:pt x="7390" y="1"/>
                      <a:pt x="6987"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28" name="Google Shape;1528;p49"/>
              <p:cNvSpPr/>
              <p:nvPr/>
            </p:nvSpPr>
            <p:spPr>
              <a:xfrm>
                <a:off x="6260150" y="3189800"/>
                <a:ext cx="108050" cy="100700"/>
              </a:xfrm>
              <a:custGeom>
                <a:avLst/>
                <a:gdLst/>
                <a:ahLst/>
                <a:cxnLst/>
                <a:rect l="l" t="t" r="r" b="b"/>
                <a:pathLst>
                  <a:path w="4322" h="4028" extrusionOk="0">
                    <a:moveTo>
                      <a:pt x="2139" y="282"/>
                    </a:moveTo>
                    <a:cubicBezTo>
                      <a:pt x="2448" y="282"/>
                      <a:pt x="2757" y="363"/>
                      <a:pt x="3028" y="526"/>
                    </a:cubicBezTo>
                    <a:cubicBezTo>
                      <a:pt x="3643" y="899"/>
                      <a:pt x="3982" y="1639"/>
                      <a:pt x="3841" y="2345"/>
                    </a:cubicBezTo>
                    <a:cubicBezTo>
                      <a:pt x="3677" y="3153"/>
                      <a:pt x="2960" y="3734"/>
                      <a:pt x="2136" y="3745"/>
                    </a:cubicBezTo>
                    <a:cubicBezTo>
                      <a:pt x="1418" y="3740"/>
                      <a:pt x="752" y="3282"/>
                      <a:pt x="509" y="2599"/>
                    </a:cubicBezTo>
                    <a:cubicBezTo>
                      <a:pt x="266" y="1916"/>
                      <a:pt x="475" y="1142"/>
                      <a:pt x="1040" y="673"/>
                    </a:cubicBezTo>
                    <a:cubicBezTo>
                      <a:pt x="1350" y="414"/>
                      <a:pt x="1744" y="282"/>
                      <a:pt x="2139" y="282"/>
                    </a:cubicBezTo>
                    <a:close/>
                    <a:moveTo>
                      <a:pt x="2126" y="1"/>
                    </a:moveTo>
                    <a:cubicBezTo>
                      <a:pt x="1772" y="1"/>
                      <a:pt x="1417" y="93"/>
                      <a:pt x="1102" y="284"/>
                    </a:cubicBezTo>
                    <a:cubicBezTo>
                      <a:pt x="379" y="719"/>
                      <a:pt x="1" y="1577"/>
                      <a:pt x="165" y="2401"/>
                    </a:cubicBezTo>
                    <a:cubicBezTo>
                      <a:pt x="339" y="3337"/>
                      <a:pt x="1190" y="4014"/>
                      <a:pt x="2131" y="4028"/>
                    </a:cubicBezTo>
                    <a:lnTo>
                      <a:pt x="2131" y="4028"/>
                    </a:lnTo>
                    <a:cubicBezTo>
                      <a:pt x="2133" y="4028"/>
                      <a:pt x="2134" y="4028"/>
                      <a:pt x="2136" y="4028"/>
                    </a:cubicBezTo>
                    <a:cubicBezTo>
                      <a:pt x="2137" y="4028"/>
                      <a:pt x="2139" y="4028"/>
                      <a:pt x="2141" y="4028"/>
                    </a:cubicBezTo>
                    <a:lnTo>
                      <a:pt x="2141" y="4028"/>
                    </a:lnTo>
                    <a:cubicBezTo>
                      <a:pt x="2980" y="4014"/>
                      <a:pt x="3734" y="3490"/>
                      <a:pt x="4027" y="2706"/>
                    </a:cubicBezTo>
                    <a:cubicBezTo>
                      <a:pt x="4321" y="1921"/>
                      <a:pt x="4073" y="995"/>
                      <a:pt x="3423" y="464"/>
                    </a:cubicBezTo>
                    <a:cubicBezTo>
                      <a:pt x="3055" y="160"/>
                      <a:pt x="2591" y="1"/>
                      <a:pt x="2126"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29" name="Google Shape;1529;p49"/>
              <p:cNvSpPr/>
              <p:nvPr/>
            </p:nvSpPr>
            <p:spPr>
              <a:xfrm>
                <a:off x="5949825" y="3067925"/>
                <a:ext cx="407000" cy="355200"/>
              </a:xfrm>
              <a:custGeom>
                <a:avLst/>
                <a:gdLst/>
                <a:ahLst/>
                <a:cxnLst/>
                <a:rect l="l" t="t" r="r" b="b"/>
                <a:pathLst>
                  <a:path w="16280" h="14208" extrusionOk="0">
                    <a:moveTo>
                      <a:pt x="9000" y="285"/>
                    </a:moveTo>
                    <a:cubicBezTo>
                      <a:pt x="10461" y="285"/>
                      <a:pt x="11941" y="446"/>
                      <a:pt x="13329" y="912"/>
                    </a:cubicBezTo>
                    <a:cubicBezTo>
                      <a:pt x="13713" y="1042"/>
                      <a:pt x="14091" y="1200"/>
                      <a:pt x="14447" y="1386"/>
                    </a:cubicBezTo>
                    <a:cubicBezTo>
                      <a:pt x="14628" y="1477"/>
                      <a:pt x="14808" y="1578"/>
                      <a:pt x="14978" y="1691"/>
                    </a:cubicBezTo>
                    <a:cubicBezTo>
                      <a:pt x="15175" y="1815"/>
                      <a:pt x="15345" y="1962"/>
                      <a:pt x="15526" y="2109"/>
                    </a:cubicBezTo>
                    <a:cubicBezTo>
                      <a:pt x="15667" y="2250"/>
                      <a:pt x="15824" y="2407"/>
                      <a:pt x="15924" y="2586"/>
                    </a:cubicBezTo>
                    <a:lnTo>
                      <a:pt x="15924" y="2586"/>
                    </a:lnTo>
                    <a:cubicBezTo>
                      <a:pt x="15870" y="2607"/>
                      <a:pt x="15817" y="2626"/>
                      <a:pt x="15763" y="2646"/>
                    </a:cubicBezTo>
                    <a:cubicBezTo>
                      <a:pt x="15458" y="2747"/>
                      <a:pt x="15142" y="2821"/>
                      <a:pt x="14825" y="2877"/>
                    </a:cubicBezTo>
                    <a:cubicBezTo>
                      <a:pt x="14153" y="2998"/>
                      <a:pt x="13468" y="3048"/>
                      <a:pt x="12783" y="3048"/>
                    </a:cubicBezTo>
                    <a:cubicBezTo>
                      <a:pt x="12190" y="3048"/>
                      <a:pt x="11597" y="3011"/>
                      <a:pt x="11013" y="2951"/>
                    </a:cubicBezTo>
                    <a:cubicBezTo>
                      <a:pt x="9884" y="2832"/>
                      <a:pt x="8766" y="2612"/>
                      <a:pt x="7670" y="2324"/>
                    </a:cubicBezTo>
                    <a:cubicBezTo>
                      <a:pt x="7656" y="2320"/>
                      <a:pt x="7643" y="2319"/>
                      <a:pt x="7631" y="2319"/>
                    </a:cubicBezTo>
                    <a:cubicBezTo>
                      <a:pt x="7496" y="2319"/>
                      <a:pt x="7449" y="2501"/>
                      <a:pt x="7563" y="2583"/>
                    </a:cubicBezTo>
                    <a:cubicBezTo>
                      <a:pt x="8235" y="3103"/>
                      <a:pt x="8636" y="3922"/>
                      <a:pt x="8591" y="4775"/>
                    </a:cubicBezTo>
                    <a:cubicBezTo>
                      <a:pt x="8545" y="5701"/>
                      <a:pt x="7958" y="6520"/>
                      <a:pt x="7151" y="6949"/>
                    </a:cubicBezTo>
                    <a:cubicBezTo>
                      <a:pt x="6754" y="7165"/>
                      <a:pt x="6282" y="7297"/>
                      <a:pt x="5825" y="7297"/>
                    </a:cubicBezTo>
                    <a:cubicBezTo>
                      <a:pt x="5781" y="7297"/>
                      <a:pt x="5737" y="7296"/>
                      <a:pt x="5694" y="7293"/>
                    </a:cubicBezTo>
                    <a:cubicBezTo>
                      <a:pt x="5691" y="7293"/>
                      <a:pt x="5688" y="7293"/>
                      <a:pt x="5686" y="7293"/>
                    </a:cubicBezTo>
                    <a:cubicBezTo>
                      <a:pt x="5615" y="7293"/>
                      <a:pt x="5552" y="7364"/>
                      <a:pt x="5552" y="7435"/>
                    </a:cubicBezTo>
                    <a:lnTo>
                      <a:pt x="5552" y="9671"/>
                    </a:lnTo>
                    <a:lnTo>
                      <a:pt x="5552" y="13240"/>
                    </a:lnTo>
                    <a:lnTo>
                      <a:pt x="5552" y="13845"/>
                    </a:lnTo>
                    <a:lnTo>
                      <a:pt x="5552" y="13845"/>
                    </a:lnTo>
                    <a:cubicBezTo>
                      <a:pt x="5431" y="13786"/>
                      <a:pt x="5315" y="13727"/>
                      <a:pt x="5202" y="13664"/>
                    </a:cubicBezTo>
                    <a:cubicBezTo>
                      <a:pt x="4745" y="13415"/>
                      <a:pt x="4316" y="13121"/>
                      <a:pt x="3909" y="12794"/>
                    </a:cubicBezTo>
                    <a:cubicBezTo>
                      <a:pt x="3899" y="12786"/>
                      <a:pt x="3888" y="12779"/>
                      <a:pt x="3876" y="12774"/>
                    </a:cubicBezTo>
                    <a:lnTo>
                      <a:pt x="3876" y="12774"/>
                    </a:lnTo>
                    <a:cubicBezTo>
                      <a:pt x="2190" y="11740"/>
                      <a:pt x="1074" y="9946"/>
                      <a:pt x="594" y="8056"/>
                    </a:cubicBezTo>
                    <a:cubicBezTo>
                      <a:pt x="165" y="6345"/>
                      <a:pt x="199" y="4306"/>
                      <a:pt x="1356" y="2877"/>
                    </a:cubicBezTo>
                    <a:cubicBezTo>
                      <a:pt x="2192" y="1849"/>
                      <a:pt x="3423" y="1239"/>
                      <a:pt x="4671" y="872"/>
                    </a:cubicBezTo>
                    <a:cubicBezTo>
                      <a:pt x="4683" y="868"/>
                      <a:pt x="4694" y="863"/>
                      <a:pt x="4704" y="857"/>
                    </a:cubicBezTo>
                    <a:lnTo>
                      <a:pt x="4704" y="857"/>
                    </a:lnTo>
                    <a:cubicBezTo>
                      <a:pt x="6072" y="463"/>
                      <a:pt x="7506" y="291"/>
                      <a:pt x="8924" y="285"/>
                    </a:cubicBezTo>
                    <a:cubicBezTo>
                      <a:pt x="8949" y="285"/>
                      <a:pt x="8975" y="285"/>
                      <a:pt x="9000" y="285"/>
                    </a:cubicBezTo>
                    <a:close/>
                    <a:moveTo>
                      <a:pt x="9024" y="1"/>
                    </a:moveTo>
                    <a:cubicBezTo>
                      <a:pt x="8411" y="1"/>
                      <a:pt x="7798" y="34"/>
                      <a:pt x="7190" y="99"/>
                    </a:cubicBezTo>
                    <a:cubicBezTo>
                      <a:pt x="6315" y="195"/>
                      <a:pt x="5439" y="353"/>
                      <a:pt x="4592" y="596"/>
                    </a:cubicBezTo>
                    <a:cubicBezTo>
                      <a:pt x="4584" y="598"/>
                      <a:pt x="4577" y="601"/>
                      <a:pt x="4570" y="604"/>
                    </a:cubicBezTo>
                    <a:lnTo>
                      <a:pt x="4570" y="604"/>
                    </a:lnTo>
                    <a:cubicBezTo>
                      <a:pt x="3428" y="949"/>
                      <a:pt x="2310" y="1478"/>
                      <a:pt x="1464" y="2329"/>
                    </a:cubicBezTo>
                    <a:cubicBezTo>
                      <a:pt x="769" y="3035"/>
                      <a:pt x="340" y="3922"/>
                      <a:pt x="170" y="4893"/>
                    </a:cubicBezTo>
                    <a:cubicBezTo>
                      <a:pt x="1" y="5831"/>
                      <a:pt x="46" y="6796"/>
                      <a:pt x="233" y="7728"/>
                    </a:cubicBezTo>
                    <a:cubicBezTo>
                      <a:pt x="430" y="8728"/>
                      <a:pt x="809" y="9693"/>
                      <a:pt x="1339" y="10569"/>
                    </a:cubicBezTo>
                    <a:cubicBezTo>
                      <a:pt x="1876" y="11444"/>
                      <a:pt x="2571" y="12223"/>
                      <a:pt x="3418" y="12811"/>
                    </a:cubicBezTo>
                    <a:cubicBezTo>
                      <a:pt x="3525" y="12884"/>
                      <a:pt x="3632" y="12952"/>
                      <a:pt x="3739" y="13019"/>
                    </a:cubicBezTo>
                    <a:lnTo>
                      <a:pt x="3739" y="13019"/>
                    </a:lnTo>
                    <a:cubicBezTo>
                      <a:pt x="4319" y="13485"/>
                      <a:pt x="4965" y="13922"/>
                      <a:pt x="5660" y="14200"/>
                    </a:cubicBezTo>
                    <a:cubicBezTo>
                      <a:pt x="5672" y="14205"/>
                      <a:pt x="5685" y="14207"/>
                      <a:pt x="5697" y="14207"/>
                    </a:cubicBezTo>
                    <a:cubicBezTo>
                      <a:pt x="5769" y="14207"/>
                      <a:pt x="5835" y="14131"/>
                      <a:pt x="5835" y="14059"/>
                    </a:cubicBezTo>
                    <a:lnTo>
                      <a:pt x="5835" y="11823"/>
                    </a:lnTo>
                    <a:lnTo>
                      <a:pt x="5835" y="8253"/>
                    </a:lnTo>
                    <a:lnTo>
                      <a:pt x="5835" y="7580"/>
                    </a:lnTo>
                    <a:lnTo>
                      <a:pt x="5835" y="7580"/>
                    </a:lnTo>
                    <a:cubicBezTo>
                      <a:pt x="5838" y="7580"/>
                      <a:pt x="5841" y="7580"/>
                      <a:pt x="5844" y="7580"/>
                    </a:cubicBezTo>
                    <a:cubicBezTo>
                      <a:pt x="6794" y="7580"/>
                      <a:pt x="7739" y="7079"/>
                      <a:pt x="8303" y="6328"/>
                    </a:cubicBezTo>
                    <a:cubicBezTo>
                      <a:pt x="8907" y="5537"/>
                      <a:pt x="9042" y="4464"/>
                      <a:pt x="8658" y="3549"/>
                    </a:cubicBezTo>
                    <a:cubicBezTo>
                      <a:pt x="8527" y="3245"/>
                      <a:pt x="8347" y="2971"/>
                      <a:pt x="8130" y="2732"/>
                    </a:cubicBezTo>
                    <a:lnTo>
                      <a:pt x="8130" y="2732"/>
                    </a:lnTo>
                    <a:cubicBezTo>
                      <a:pt x="9641" y="3089"/>
                      <a:pt x="11192" y="3326"/>
                      <a:pt x="12745" y="3326"/>
                    </a:cubicBezTo>
                    <a:cubicBezTo>
                      <a:pt x="12838" y="3326"/>
                      <a:pt x="12931" y="3325"/>
                      <a:pt x="13024" y="3323"/>
                    </a:cubicBezTo>
                    <a:cubicBezTo>
                      <a:pt x="13939" y="3306"/>
                      <a:pt x="14882" y="3216"/>
                      <a:pt x="15763" y="2939"/>
                    </a:cubicBezTo>
                    <a:cubicBezTo>
                      <a:pt x="15904" y="2894"/>
                      <a:pt x="16051" y="2849"/>
                      <a:pt x="16186" y="2781"/>
                    </a:cubicBezTo>
                    <a:cubicBezTo>
                      <a:pt x="16197" y="2776"/>
                      <a:pt x="16207" y="2770"/>
                      <a:pt x="16215" y="2763"/>
                    </a:cubicBezTo>
                    <a:lnTo>
                      <a:pt x="16215" y="2763"/>
                    </a:lnTo>
                    <a:cubicBezTo>
                      <a:pt x="16257" y="2735"/>
                      <a:pt x="16279" y="2686"/>
                      <a:pt x="16254" y="2623"/>
                    </a:cubicBezTo>
                    <a:cubicBezTo>
                      <a:pt x="16138" y="2352"/>
                      <a:pt x="15945" y="2124"/>
                      <a:pt x="15736" y="1923"/>
                    </a:cubicBezTo>
                    <a:lnTo>
                      <a:pt x="15736" y="1923"/>
                    </a:lnTo>
                    <a:cubicBezTo>
                      <a:pt x="15732" y="1919"/>
                      <a:pt x="15728" y="1915"/>
                      <a:pt x="15723" y="1911"/>
                    </a:cubicBezTo>
                    <a:lnTo>
                      <a:pt x="15723" y="1911"/>
                    </a:lnTo>
                    <a:cubicBezTo>
                      <a:pt x="15723" y="1911"/>
                      <a:pt x="15723" y="1911"/>
                      <a:pt x="15723" y="1911"/>
                    </a:cubicBezTo>
                    <a:cubicBezTo>
                      <a:pt x="15565" y="1782"/>
                      <a:pt x="15413" y="1646"/>
                      <a:pt x="15243" y="1527"/>
                    </a:cubicBezTo>
                    <a:cubicBezTo>
                      <a:pt x="15091" y="1420"/>
                      <a:pt x="14933" y="1324"/>
                      <a:pt x="14769" y="1234"/>
                    </a:cubicBezTo>
                    <a:cubicBezTo>
                      <a:pt x="14436" y="1053"/>
                      <a:pt x="14097" y="895"/>
                      <a:pt x="13741" y="765"/>
                    </a:cubicBezTo>
                    <a:cubicBezTo>
                      <a:pt x="13024" y="488"/>
                      <a:pt x="12267" y="308"/>
                      <a:pt x="11510" y="189"/>
                    </a:cubicBezTo>
                    <a:cubicBezTo>
                      <a:pt x="10690" y="62"/>
                      <a:pt x="9857" y="1"/>
                      <a:pt x="9024"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
        <p:nvSpPr>
          <p:cNvPr id="4" name="Title 2">
            <a:extLst>
              <a:ext uri="{FF2B5EF4-FFF2-40B4-BE49-F238E27FC236}">
                <a16:creationId xmlns:a16="http://schemas.microsoft.com/office/drawing/2014/main" id="{96F4BEE1-1612-CF1B-3BDA-AF5D0E123133}"/>
              </a:ext>
            </a:extLst>
          </p:cNvPr>
          <p:cNvSpPr>
            <a:spLocks noGrp="1"/>
          </p:cNvSpPr>
          <p:nvPr>
            <p:ph type="subTitle" idx="1"/>
          </p:nvPr>
        </p:nvSpPr>
        <p:spPr>
          <a:xfrm>
            <a:off x="2975176" y="827314"/>
            <a:ext cx="5715000" cy="3395536"/>
          </a:xfrm>
        </p:spPr>
        <p:txBody>
          <a:bodyPr/>
          <a:lstStyle/>
          <a:p>
            <a:pPr marL="596900" indent="-457200" algn="l">
              <a:buFont typeface="+mj-lt"/>
              <a:buAutoNum type="arabicPeriod"/>
            </a:pPr>
            <a:r>
              <a:rPr lang="fr-FR" sz="1600" dirty="0"/>
              <a:t> Solidarité : C’est le lien qui unit les membres d’une société. Elle peut être : Mécanique : dans les sociétés traditionnelles, tout le monde se ressemble (mêmes croyances, mêmes activités). Organique : dans les sociétés modernes, les individus sont différents mais dépendent les uns des autres.</a:t>
            </a:r>
          </a:p>
          <a:p>
            <a:pPr marL="596900" indent="-457200" algn="l">
              <a:buFont typeface="+mj-lt"/>
              <a:buAutoNum type="arabicPeriod"/>
            </a:pPr>
            <a:r>
              <a:rPr lang="fr-FR" sz="1600" dirty="0"/>
              <a:t>Adaptation sociale : L’individu apprend à vivre avec les autres, à respecter les règles, les valeurs et les normes sociales.</a:t>
            </a:r>
          </a:p>
          <a:p>
            <a:pPr marL="596900" indent="-457200" algn="l">
              <a:buFont typeface="+mj-lt"/>
              <a:buAutoNum type="arabicPeriod"/>
            </a:pPr>
            <a:r>
              <a:rPr lang="fr-FR" sz="1600" dirty="0"/>
              <a:t>Insertion sociale : L’individu participe activement à la vie sociale : travail, école, associations, etc.</a:t>
            </a:r>
            <a:endParaRPr lang="en-US" sz="16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043">
          <a:extLst>
            <a:ext uri="{FF2B5EF4-FFF2-40B4-BE49-F238E27FC236}">
              <a16:creationId xmlns:a16="http://schemas.microsoft.com/office/drawing/2014/main" id="{9CB03778-EB4B-DFDE-7627-4110FE264DB8}"/>
            </a:ext>
          </a:extLst>
        </p:cNvPr>
        <p:cNvGrpSpPr/>
        <p:nvPr/>
      </p:nvGrpSpPr>
      <p:grpSpPr>
        <a:xfrm>
          <a:off x="0" y="0"/>
          <a:ext cx="0" cy="0"/>
          <a:chOff x="0" y="0"/>
          <a:chExt cx="0" cy="0"/>
        </a:xfrm>
      </p:grpSpPr>
      <p:sp>
        <p:nvSpPr>
          <p:cNvPr id="1044" name="Google Shape;1044;p39">
            <a:extLst>
              <a:ext uri="{FF2B5EF4-FFF2-40B4-BE49-F238E27FC236}">
                <a16:creationId xmlns:a16="http://schemas.microsoft.com/office/drawing/2014/main" id="{F2AD2BD3-60BB-A1F2-C384-549A32215D61}"/>
              </a:ext>
            </a:extLst>
          </p:cNvPr>
          <p:cNvSpPr/>
          <p:nvPr/>
        </p:nvSpPr>
        <p:spPr>
          <a:xfrm>
            <a:off x="-50" y="-12925"/>
            <a:ext cx="9144000" cy="2584800"/>
          </a:xfrm>
          <a:prstGeom prst="rect">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2"/>
              </a:solidFill>
            </a:endParaRPr>
          </a:p>
        </p:txBody>
      </p:sp>
      <p:sp>
        <p:nvSpPr>
          <p:cNvPr id="1045" name="Google Shape;1045;p39">
            <a:extLst>
              <a:ext uri="{FF2B5EF4-FFF2-40B4-BE49-F238E27FC236}">
                <a16:creationId xmlns:a16="http://schemas.microsoft.com/office/drawing/2014/main" id="{57623EAB-2AF5-5AF8-2D10-E33B7437CFAC}"/>
              </a:ext>
            </a:extLst>
          </p:cNvPr>
          <p:cNvSpPr txBox="1">
            <a:spLocks noGrp="1"/>
          </p:cNvSpPr>
          <p:nvPr>
            <p:ph type="title"/>
          </p:nvPr>
        </p:nvSpPr>
        <p:spPr>
          <a:xfrm>
            <a:off x="2201408" y="530195"/>
            <a:ext cx="6629459" cy="1511400"/>
          </a:xfrm>
          <a:prstGeom prst="rect">
            <a:avLst/>
          </a:prstGeom>
        </p:spPr>
        <p:txBody>
          <a:bodyPr spcFirstLastPara="1" wrap="square" lIns="91425" tIns="91425" rIns="91425" bIns="91425" anchor="b" anchorCtr="0">
            <a:noAutofit/>
          </a:bodyPr>
          <a:lstStyle/>
          <a:p>
            <a:pPr lvl="0"/>
            <a:r>
              <a:rPr lang="fr-FR" dirty="0"/>
              <a:t>Les agents de l'intégration sociale</a:t>
            </a:r>
            <a:endParaRPr dirty="0"/>
          </a:p>
        </p:txBody>
      </p:sp>
      <p:sp>
        <p:nvSpPr>
          <p:cNvPr id="1046" name="Google Shape;1046;p39">
            <a:extLst>
              <a:ext uri="{FF2B5EF4-FFF2-40B4-BE49-F238E27FC236}">
                <a16:creationId xmlns:a16="http://schemas.microsoft.com/office/drawing/2014/main" id="{841CB3C2-5552-A185-0D3A-91949E89E36B}"/>
              </a:ext>
            </a:extLst>
          </p:cNvPr>
          <p:cNvSpPr txBox="1">
            <a:spLocks noGrp="1"/>
          </p:cNvSpPr>
          <p:nvPr>
            <p:ph type="title" idx="2"/>
          </p:nvPr>
        </p:nvSpPr>
        <p:spPr>
          <a:xfrm>
            <a:off x="565811" y="821525"/>
            <a:ext cx="1652100" cy="9159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dirty="0">
                <a:solidFill>
                  <a:schemeClr val="lt1"/>
                </a:solidFill>
              </a:rPr>
              <a:t>03</a:t>
            </a:r>
            <a:endParaRPr dirty="0">
              <a:solidFill>
                <a:schemeClr val="lt1"/>
              </a:solidFill>
            </a:endParaRPr>
          </a:p>
        </p:txBody>
      </p:sp>
      <p:grpSp>
        <p:nvGrpSpPr>
          <p:cNvPr id="1048" name="Google Shape;1048;p39">
            <a:extLst>
              <a:ext uri="{FF2B5EF4-FFF2-40B4-BE49-F238E27FC236}">
                <a16:creationId xmlns:a16="http://schemas.microsoft.com/office/drawing/2014/main" id="{0C85395B-47D4-9D82-48D1-14A97CF63D4E}"/>
              </a:ext>
            </a:extLst>
          </p:cNvPr>
          <p:cNvGrpSpPr/>
          <p:nvPr/>
        </p:nvGrpSpPr>
        <p:grpSpPr>
          <a:xfrm flipH="1">
            <a:off x="-100813" y="2660034"/>
            <a:ext cx="9287610" cy="2172498"/>
            <a:chOff x="-206863" y="2660034"/>
            <a:chExt cx="9287610" cy="2172498"/>
          </a:xfrm>
        </p:grpSpPr>
        <p:grpSp>
          <p:nvGrpSpPr>
            <p:cNvPr id="1049" name="Google Shape;1049;p39">
              <a:extLst>
                <a:ext uri="{FF2B5EF4-FFF2-40B4-BE49-F238E27FC236}">
                  <a16:creationId xmlns:a16="http://schemas.microsoft.com/office/drawing/2014/main" id="{A8966425-CA1C-F434-6BA9-3A83D5C330FF}"/>
                </a:ext>
              </a:extLst>
            </p:cNvPr>
            <p:cNvGrpSpPr/>
            <p:nvPr/>
          </p:nvGrpSpPr>
          <p:grpSpPr>
            <a:xfrm>
              <a:off x="932729" y="3321103"/>
              <a:ext cx="1082629" cy="1511187"/>
              <a:chOff x="2034250" y="3068250"/>
              <a:chExt cx="999750" cy="1395500"/>
            </a:xfrm>
          </p:grpSpPr>
          <p:sp>
            <p:nvSpPr>
              <p:cNvPr id="1050" name="Google Shape;1050;p39">
                <a:extLst>
                  <a:ext uri="{FF2B5EF4-FFF2-40B4-BE49-F238E27FC236}">
                    <a16:creationId xmlns:a16="http://schemas.microsoft.com/office/drawing/2014/main" id="{EA907ABD-70D0-FEAE-5C6D-9B6161C2F53C}"/>
                  </a:ext>
                </a:extLst>
              </p:cNvPr>
              <p:cNvSpPr/>
              <p:nvPr/>
            </p:nvSpPr>
            <p:spPr>
              <a:xfrm>
                <a:off x="2439725" y="3414150"/>
                <a:ext cx="310600" cy="350175"/>
              </a:xfrm>
              <a:custGeom>
                <a:avLst/>
                <a:gdLst/>
                <a:ahLst/>
                <a:cxnLst/>
                <a:rect l="l" t="t" r="r" b="b"/>
                <a:pathLst>
                  <a:path w="12424" h="14007" extrusionOk="0">
                    <a:moveTo>
                      <a:pt x="1001" y="2863"/>
                    </a:moveTo>
                    <a:lnTo>
                      <a:pt x="1001" y="2863"/>
                    </a:lnTo>
                    <a:cubicBezTo>
                      <a:pt x="1002" y="2874"/>
                      <a:pt x="1002" y="2878"/>
                      <a:pt x="1002" y="2878"/>
                    </a:cubicBezTo>
                    <a:cubicBezTo>
                      <a:pt x="1001" y="2878"/>
                      <a:pt x="1000" y="2871"/>
                      <a:pt x="1001" y="2863"/>
                    </a:cubicBezTo>
                    <a:close/>
                    <a:moveTo>
                      <a:pt x="9480" y="289"/>
                    </a:moveTo>
                    <a:cubicBezTo>
                      <a:pt x="9699" y="674"/>
                      <a:pt x="9887" y="1078"/>
                      <a:pt x="10036" y="1497"/>
                    </a:cubicBezTo>
                    <a:cubicBezTo>
                      <a:pt x="10115" y="1723"/>
                      <a:pt x="10183" y="1955"/>
                      <a:pt x="10239" y="2186"/>
                    </a:cubicBezTo>
                    <a:cubicBezTo>
                      <a:pt x="10268" y="2299"/>
                      <a:pt x="10290" y="2424"/>
                      <a:pt x="10318" y="2537"/>
                    </a:cubicBezTo>
                    <a:cubicBezTo>
                      <a:pt x="10330" y="2576"/>
                      <a:pt x="10341" y="2604"/>
                      <a:pt x="10369" y="2627"/>
                    </a:cubicBezTo>
                    <a:cubicBezTo>
                      <a:pt x="10488" y="2740"/>
                      <a:pt x="10629" y="2836"/>
                      <a:pt x="10759" y="2938"/>
                    </a:cubicBezTo>
                    <a:cubicBezTo>
                      <a:pt x="10962" y="3096"/>
                      <a:pt x="11171" y="3259"/>
                      <a:pt x="11374" y="3423"/>
                    </a:cubicBezTo>
                    <a:cubicBezTo>
                      <a:pt x="11499" y="3525"/>
                      <a:pt x="11623" y="3621"/>
                      <a:pt x="11747" y="3722"/>
                    </a:cubicBezTo>
                    <a:cubicBezTo>
                      <a:pt x="11911" y="3852"/>
                      <a:pt x="11990" y="4050"/>
                      <a:pt x="11900" y="4248"/>
                    </a:cubicBezTo>
                    <a:cubicBezTo>
                      <a:pt x="11809" y="4434"/>
                      <a:pt x="11617" y="4530"/>
                      <a:pt x="11414" y="4536"/>
                    </a:cubicBezTo>
                    <a:lnTo>
                      <a:pt x="10573" y="4536"/>
                    </a:lnTo>
                    <a:cubicBezTo>
                      <a:pt x="10488" y="4536"/>
                      <a:pt x="10437" y="4598"/>
                      <a:pt x="10431" y="4677"/>
                    </a:cubicBezTo>
                    <a:cubicBezTo>
                      <a:pt x="10245" y="6258"/>
                      <a:pt x="9370" y="7726"/>
                      <a:pt x="8054" y="8636"/>
                    </a:cubicBezTo>
                    <a:cubicBezTo>
                      <a:pt x="7687" y="8890"/>
                      <a:pt x="7291" y="9099"/>
                      <a:pt x="6879" y="9257"/>
                    </a:cubicBezTo>
                    <a:cubicBezTo>
                      <a:pt x="6817" y="9279"/>
                      <a:pt x="6772" y="9330"/>
                      <a:pt x="6772" y="9398"/>
                    </a:cubicBezTo>
                    <a:lnTo>
                      <a:pt x="6772" y="10900"/>
                    </a:lnTo>
                    <a:lnTo>
                      <a:pt x="6772" y="13312"/>
                    </a:lnTo>
                    <a:lnTo>
                      <a:pt x="6772" y="13724"/>
                    </a:lnTo>
                    <a:lnTo>
                      <a:pt x="300" y="13724"/>
                    </a:lnTo>
                    <a:lnTo>
                      <a:pt x="300" y="12301"/>
                    </a:lnTo>
                    <a:lnTo>
                      <a:pt x="300" y="10047"/>
                    </a:lnTo>
                    <a:lnTo>
                      <a:pt x="300" y="9076"/>
                    </a:lnTo>
                    <a:lnTo>
                      <a:pt x="300" y="6648"/>
                    </a:lnTo>
                    <a:lnTo>
                      <a:pt x="300" y="5756"/>
                    </a:lnTo>
                    <a:cubicBezTo>
                      <a:pt x="300" y="5702"/>
                      <a:pt x="310" y="5644"/>
                      <a:pt x="302" y="5589"/>
                    </a:cubicBezTo>
                    <a:lnTo>
                      <a:pt x="302" y="5589"/>
                    </a:lnTo>
                    <a:cubicBezTo>
                      <a:pt x="317" y="5567"/>
                      <a:pt x="323" y="5529"/>
                      <a:pt x="334" y="5501"/>
                    </a:cubicBezTo>
                    <a:cubicBezTo>
                      <a:pt x="588" y="4807"/>
                      <a:pt x="842" y="4112"/>
                      <a:pt x="1096" y="3423"/>
                    </a:cubicBezTo>
                    <a:cubicBezTo>
                      <a:pt x="1141" y="3293"/>
                      <a:pt x="1187" y="3163"/>
                      <a:pt x="1237" y="3039"/>
                    </a:cubicBezTo>
                    <a:cubicBezTo>
                      <a:pt x="1254" y="2988"/>
                      <a:pt x="1277" y="2932"/>
                      <a:pt x="1283" y="2881"/>
                    </a:cubicBezTo>
                    <a:cubicBezTo>
                      <a:pt x="1294" y="2678"/>
                      <a:pt x="1283" y="2474"/>
                      <a:pt x="1300" y="2271"/>
                    </a:cubicBezTo>
                    <a:cubicBezTo>
                      <a:pt x="1379" y="1537"/>
                      <a:pt x="1701" y="712"/>
                      <a:pt x="2531" y="616"/>
                    </a:cubicBezTo>
                    <a:cubicBezTo>
                      <a:pt x="2886" y="577"/>
                      <a:pt x="3242" y="560"/>
                      <a:pt x="3598" y="543"/>
                    </a:cubicBezTo>
                    <a:cubicBezTo>
                      <a:pt x="4135" y="520"/>
                      <a:pt x="4665" y="498"/>
                      <a:pt x="5196" y="475"/>
                    </a:cubicBezTo>
                    <a:cubicBezTo>
                      <a:pt x="6399" y="430"/>
                      <a:pt x="7602" y="396"/>
                      <a:pt x="8805" y="328"/>
                    </a:cubicBezTo>
                    <a:cubicBezTo>
                      <a:pt x="9027" y="318"/>
                      <a:pt x="9253" y="304"/>
                      <a:pt x="9480" y="289"/>
                    </a:cubicBezTo>
                    <a:close/>
                    <a:moveTo>
                      <a:pt x="9572" y="0"/>
                    </a:moveTo>
                    <a:cubicBezTo>
                      <a:pt x="9568" y="0"/>
                      <a:pt x="9565" y="0"/>
                      <a:pt x="9562" y="1"/>
                    </a:cubicBezTo>
                    <a:cubicBezTo>
                      <a:pt x="8387" y="80"/>
                      <a:pt x="7212" y="119"/>
                      <a:pt x="6038" y="165"/>
                    </a:cubicBezTo>
                    <a:cubicBezTo>
                      <a:pt x="4999" y="204"/>
                      <a:pt x="3959" y="227"/>
                      <a:pt x="2920" y="300"/>
                    </a:cubicBezTo>
                    <a:cubicBezTo>
                      <a:pt x="2548" y="328"/>
                      <a:pt x="2169" y="351"/>
                      <a:pt x="1847" y="566"/>
                    </a:cubicBezTo>
                    <a:cubicBezTo>
                      <a:pt x="1497" y="803"/>
                      <a:pt x="1283" y="1176"/>
                      <a:pt x="1158" y="1571"/>
                    </a:cubicBezTo>
                    <a:cubicBezTo>
                      <a:pt x="1051" y="1898"/>
                      <a:pt x="1006" y="2249"/>
                      <a:pt x="1000" y="2599"/>
                    </a:cubicBezTo>
                    <a:cubicBezTo>
                      <a:pt x="995" y="2682"/>
                      <a:pt x="989" y="2771"/>
                      <a:pt x="1000" y="2855"/>
                    </a:cubicBezTo>
                    <a:lnTo>
                      <a:pt x="1000" y="2855"/>
                    </a:lnTo>
                    <a:cubicBezTo>
                      <a:pt x="987" y="2873"/>
                      <a:pt x="983" y="2900"/>
                      <a:pt x="978" y="2915"/>
                    </a:cubicBezTo>
                    <a:cubicBezTo>
                      <a:pt x="729" y="3604"/>
                      <a:pt x="475" y="4293"/>
                      <a:pt x="227" y="4982"/>
                    </a:cubicBezTo>
                    <a:cubicBezTo>
                      <a:pt x="176" y="5117"/>
                      <a:pt x="125" y="5253"/>
                      <a:pt x="74" y="5388"/>
                    </a:cubicBezTo>
                    <a:cubicBezTo>
                      <a:pt x="57" y="5451"/>
                      <a:pt x="23" y="5513"/>
                      <a:pt x="18" y="5575"/>
                    </a:cubicBezTo>
                    <a:cubicBezTo>
                      <a:pt x="1" y="5733"/>
                      <a:pt x="18" y="5897"/>
                      <a:pt x="18" y="6055"/>
                    </a:cubicBezTo>
                    <a:lnTo>
                      <a:pt x="18" y="8455"/>
                    </a:lnTo>
                    <a:lnTo>
                      <a:pt x="18" y="9799"/>
                    </a:lnTo>
                    <a:lnTo>
                      <a:pt x="18" y="11634"/>
                    </a:lnTo>
                    <a:lnTo>
                      <a:pt x="18" y="13741"/>
                    </a:lnTo>
                    <a:lnTo>
                      <a:pt x="18" y="13865"/>
                    </a:lnTo>
                    <a:cubicBezTo>
                      <a:pt x="18" y="13938"/>
                      <a:pt x="80" y="14006"/>
                      <a:pt x="159" y="14006"/>
                    </a:cubicBezTo>
                    <a:lnTo>
                      <a:pt x="6913" y="14006"/>
                    </a:lnTo>
                    <a:cubicBezTo>
                      <a:pt x="6992" y="14006"/>
                      <a:pt x="7054" y="13944"/>
                      <a:pt x="7054" y="13865"/>
                    </a:cubicBezTo>
                    <a:lnTo>
                      <a:pt x="7054" y="12357"/>
                    </a:lnTo>
                    <a:lnTo>
                      <a:pt x="7054" y="9946"/>
                    </a:lnTo>
                    <a:lnTo>
                      <a:pt x="7054" y="9493"/>
                    </a:lnTo>
                    <a:lnTo>
                      <a:pt x="7054" y="9493"/>
                    </a:lnTo>
                    <a:cubicBezTo>
                      <a:pt x="8582" y="8869"/>
                      <a:pt x="9800" y="7625"/>
                      <a:pt x="10381" y="6077"/>
                    </a:cubicBezTo>
                    <a:cubicBezTo>
                      <a:pt x="10533" y="5670"/>
                      <a:pt x="10635" y="5245"/>
                      <a:pt x="10695" y="4818"/>
                    </a:cubicBezTo>
                    <a:lnTo>
                      <a:pt x="11086" y="4818"/>
                    </a:lnTo>
                    <a:cubicBezTo>
                      <a:pt x="11150" y="4818"/>
                      <a:pt x="11216" y="4820"/>
                      <a:pt x="11283" y="4820"/>
                    </a:cubicBezTo>
                    <a:cubicBezTo>
                      <a:pt x="11399" y="4820"/>
                      <a:pt x="11517" y="4815"/>
                      <a:pt x="11629" y="4790"/>
                    </a:cubicBezTo>
                    <a:cubicBezTo>
                      <a:pt x="12208" y="4649"/>
                      <a:pt x="12424" y="3913"/>
                      <a:pt x="11955" y="3523"/>
                    </a:cubicBezTo>
                    <a:lnTo>
                      <a:pt x="11955" y="3523"/>
                    </a:lnTo>
                    <a:cubicBezTo>
                      <a:pt x="11953" y="3522"/>
                      <a:pt x="11952" y="3520"/>
                      <a:pt x="11950" y="3519"/>
                    </a:cubicBezTo>
                    <a:lnTo>
                      <a:pt x="11950" y="3519"/>
                    </a:lnTo>
                    <a:cubicBezTo>
                      <a:pt x="11950" y="3519"/>
                      <a:pt x="11950" y="3519"/>
                      <a:pt x="11950" y="3519"/>
                    </a:cubicBezTo>
                    <a:cubicBezTo>
                      <a:pt x="11949" y="3518"/>
                      <a:pt x="11948" y="3517"/>
                      <a:pt x="11947" y="3516"/>
                    </a:cubicBezTo>
                    <a:lnTo>
                      <a:pt x="11947" y="3516"/>
                    </a:lnTo>
                    <a:cubicBezTo>
                      <a:pt x="11643" y="3280"/>
                      <a:pt x="11345" y="3044"/>
                      <a:pt x="11047" y="2802"/>
                    </a:cubicBezTo>
                    <a:cubicBezTo>
                      <a:pt x="10894" y="2689"/>
                      <a:pt x="10748" y="2570"/>
                      <a:pt x="10595" y="2452"/>
                    </a:cubicBezTo>
                    <a:cubicBezTo>
                      <a:pt x="10590" y="2447"/>
                      <a:pt x="10584" y="2442"/>
                      <a:pt x="10579" y="2438"/>
                    </a:cubicBezTo>
                    <a:lnTo>
                      <a:pt x="10579" y="2438"/>
                    </a:lnTo>
                    <a:cubicBezTo>
                      <a:pt x="10581" y="2434"/>
                      <a:pt x="10581" y="2423"/>
                      <a:pt x="10578" y="2401"/>
                    </a:cubicBezTo>
                    <a:cubicBezTo>
                      <a:pt x="10578" y="2339"/>
                      <a:pt x="10550" y="2271"/>
                      <a:pt x="10539" y="2215"/>
                    </a:cubicBezTo>
                    <a:cubicBezTo>
                      <a:pt x="10482" y="1977"/>
                      <a:pt x="10414" y="1752"/>
                      <a:pt x="10341" y="1520"/>
                    </a:cubicBezTo>
                    <a:cubicBezTo>
                      <a:pt x="10172" y="1017"/>
                      <a:pt x="9946" y="532"/>
                      <a:pt x="9680" y="69"/>
                    </a:cubicBezTo>
                    <a:cubicBezTo>
                      <a:pt x="9659" y="32"/>
                      <a:pt x="9614" y="0"/>
                      <a:pt x="9572"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1" name="Google Shape;1051;p39">
                <a:extLst>
                  <a:ext uri="{FF2B5EF4-FFF2-40B4-BE49-F238E27FC236}">
                    <a16:creationId xmlns:a16="http://schemas.microsoft.com/office/drawing/2014/main" id="{EFDB36EE-29C2-7567-B935-9B659A91F465}"/>
                  </a:ext>
                </a:extLst>
              </p:cNvPr>
              <p:cNvSpPr/>
              <p:nvPr/>
            </p:nvSpPr>
            <p:spPr>
              <a:xfrm>
                <a:off x="2238400" y="3068250"/>
                <a:ext cx="491350" cy="593850"/>
              </a:xfrm>
              <a:custGeom>
                <a:avLst/>
                <a:gdLst/>
                <a:ahLst/>
                <a:cxnLst/>
                <a:rect l="l" t="t" r="r" b="b"/>
                <a:pathLst>
                  <a:path w="19654" h="23754" extrusionOk="0">
                    <a:moveTo>
                      <a:pt x="9053" y="16696"/>
                    </a:moveTo>
                    <a:cubicBezTo>
                      <a:pt x="9052" y="16706"/>
                      <a:pt x="9051" y="16710"/>
                      <a:pt x="9050" y="16710"/>
                    </a:cubicBezTo>
                    <a:cubicBezTo>
                      <a:pt x="9049" y="16710"/>
                      <a:pt x="9049" y="16704"/>
                      <a:pt x="9053" y="16696"/>
                    </a:cubicBezTo>
                    <a:close/>
                    <a:moveTo>
                      <a:pt x="10377" y="281"/>
                    </a:moveTo>
                    <a:cubicBezTo>
                      <a:pt x="10954" y="281"/>
                      <a:pt x="11532" y="408"/>
                      <a:pt x="12063" y="667"/>
                    </a:cubicBezTo>
                    <a:cubicBezTo>
                      <a:pt x="13306" y="1272"/>
                      <a:pt x="14164" y="2525"/>
                      <a:pt x="14260" y="3909"/>
                    </a:cubicBezTo>
                    <a:cubicBezTo>
                      <a:pt x="14362" y="5388"/>
                      <a:pt x="13599" y="6829"/>
                      <a:pt x="12312" y="7574"/>
                    </a:cubicBezTo>
                    <a:cubicBezTo>
                      <a:pt x="12154" y="7664"/>
                      <a:pt x="11990" y="7743"/>
                      <a:pt x="11826" y="7811"/>
                    </a:cubicBezTo>
                    <a:cubicBezTo>
                      <a:pt x="11687" y="7867"/>
                      <a:pt x="11690" y="8088"/>
                      <a:pt x="11854" y="8088"/>
                    </a:cubicBezTo>
                    <a:cubicBezTo>
                      <a:pt x="11856" y="8088"/>
                      <a:pt x="11858" y="8088"/>
                      <a:pt x="11860" y="8088"/>
                    </a:cubicBezTo>
                    <a:lnTo>
                      <a:pt x="13492" y="8065"/>
                    </a:lnTo>
                    <a:cubicBezTo>
                      <a:pt x="13970" y="8056"/>
                      <a:pt x="14453" y="8034"/>
                      <a:pt x="14932" y="8034"/>
                    </a:cubicBezTo>
                    <a:cubicBezTo>
                      <a:pt x="15025" y="8034"/>
                      <a:pt x="15117" y="8035"/>
                      <a:pt x="15209" y="8037"/>
                    </a:cubicBezTo>
                    <a:cubicBezTo>
                      <a:pt x="16016" y="8054"/>
                      <a:pt x="16818" y="8252"/>
                      <a:pt x="17524" y="8647"/>
                    </a:cubicBezTo>
                    <a:cubicBezTo>
                      <a:pt x="18055" y="8958"/>
                      <a:pt x="18530" y="9364"/>
                      <a:pt x="18857" y="9889"/>
                    </a:cubicBezTo>
                    <a:cubicBezTo>
                      <a:pt x="19117" y="10302"/>
                      <a:pt x="19281" y="10770"/>
                      <a:pt x="19337" y="11256"/>
                    </a:cubicBezTo>
                    <a:cubicBezTo>
                      <a:pt x="19394" y="11680"/>
                      <a:pt x="19377" y="12109"/>
                      <a:pt x="19309" y="12532"/>
                    </a:cubicBezTo>
                    <a:cubicBezTo>
                      <a:pt x="19275" y="12753"/>
                      <a:pt x="19235" y="12984"/>
                      <a:pt x="19128" y="13176"/>
                    </a:cubicBezTo>
                    <a:cubicBezTo>
                      <a:pt x="18993" y="13436"/>
                      <a:pt x="18761" y="13639"/>
                      <a:pt x="18484" y="13730"/>
                    </a:cubicBezTo>
                    <a:cubicBezTo>
                      <a:pt x="18179" y="13831"/>
                      <a:pt x="17829" y="13820"/>
                      <a:pt x="17507" y="13843"/>
                    </a:cubicBezTo>
                    <a:cubicBezTo>
                      <a:pt x="17242" y="13859"/>
                      <a:pt x="16982" y="13876"/>
                      <a:pt x="16722" y="13888"/>
                    </a:cubicBezTo>
                    <a:cubicBezTo>
                      <a:pt x="16124" y="13922"/>
                      <a:pt x="15531" y="13944"/>
                      <a:pt x="14932" y="13967"/>
                    </a:cubicBezTo>
                    <a:cubicBezTo>
                      <a:pt x="13808" y="14012"/>
                      <a:pt x="12690" y="14046"/>
                      <a:pt x="11566" y="14102"/>
                    </a:cubicBezTo>
                    <a:cubicBezTo>
                      <a:pt x="11222" y="14119"/>
                      <a:pt x="10877" y="14136"/>
                      <a:pt x="10533" y="14176"/>
                    </a:cubicBezTo>
                    <a:cubicBezTo>
                      <a:pt x="10092" y="14232"/>
                      <a:pt x="9725" y="14464"/>
                      <a:pt x="9477" y="14831"/>
                    </a:cubicBezTo>
                    <a:cubicBezTo>
                      <a:pt x="9262" y="15153"/>
                      <a:pt x="9149" y="15542"/>
                      <a:pt x="9093" y="15921"/>
                    </a:cubicBezTo>
                    <a:cubicBezTo>
                      <a:pt x="9059" y="16169"/>
                      <a:pt x="9036" y="16429"/>
                      <a:pt x="9053" y="16677"/>
                    </a:cubicBezTo>
                    <a:cubicBezTo>
                      <a:pt x="9053" y="16683"/>
                      <a:pt x="9053" y="16688"/>
                      <a:pt x="9053" y="16692"/>
                    </a:cubicBezTo>
                    <a:lnTo>
                      <a:pt x="9053" y="16692"/>
                    </a:lnTo>
                    <a:cubicBezTo>
                      <a:pt x="9047" y="16704"/>
                      <a:pt x="9046" y="16721"/>
                      <a:pt x="9042" y="16734"/>
                    </a:cubicBezTo>
                    <a:cubicBezTo>
                      <a:pt x="9002" y="16836"/>
                      <a:pt x="8963" y="16937"/>
                      <a:pt x="8929" y="17039"/>
                    </a:cubicBezTo>
                    <a:lnTo>
                      <a:pt x="8522" y="18146"/>
                    </a:lnTo>
                    <a:cubicBezTo>
                      <a:pt x="8398" y="18485"/>
                      <a:pt x="8274" y="18823"/>
                      <a:pt x="8155" y="19162"/>
                    </a:cubicBezTo>
                    <a:cubicBezTo>
                      <a:pt x="8110" y="19281"/>
                      <a:pt x="8071" y="19371"/>
                      <a:pt x="8071" y="19496"/>
                    </a:cubicBezTo>
                    <a:lnTo>
                      <a:pt x="8071" y="21466"/>
                    </a:lnTo>
                    <a:lnTo>
                      <a:pt x="8071" y="23459"/>
                    </a:lnTo>
                    <a:lnTo>
                      <a:pt x="8071" y="23459"/>
                    </a:lnTo>
                    <a:cubicBezTo>
                      <a:pt x="7965" y="23442"/>
                      <a:pt x="7855" y="23412"/>
                      <a:pt x="7754" y="23392"/>
                    </a:cubicBezTo>
                    <a:cubicBezTo>
                      <a:pt x="7602" y="23364"/>
                      <a:pt x="7455" y="23336"/>
                      <a:pt x="7303" y="23302"/>
                    </a:cubicBezTo>
                    <a:cubicBezTo>
                      <a:pt x="7037" y="23245"/>
                      <a:pt x="6772" y="23178"/>
                      <a:pt x="6512" y="23099"/>
                    </a:cubicBezTo>
                    <a:cubicBezTo>
                      <a:pt x="6111" y="22974"/>
                      <a:pt x="5716" y="22822"/>
                      <a:pt x="5354" y="22602"/>
                    </a:cubicBezTo>
                    <a:cubicBezTo>
                      <a:pt x="4784" y="22251"/>
                      <a:pt x="4383" y="21749"/>
                      <a:pt x="4084" y="21156"/>
                    </a:cubicBezTo>
                    <a:cubicBezTo>
                      <a:pt x="3739" y="20461"/>
                      <a:pt x="3496" y="19727"/>
                      <a:pt x="3186" y="19021"/>
                    </a:cubicBezTo>
                    <a:cubicBezTo>
                      <a:pt x="2982" y="18558"/>
                      <a:pt x="2756" y="18106"/>
                      <a:pt x="2502" y="17666"/>
                    </a:cubicBezTo>
                    <a:cubicBezTo>
                      <a:pt x="2333" y="17366"/>
                      <a:pt x="2147" y="17078"/>
                      <a:pt x="1921" y="16819"/>
                    </a:cubicBezTo>
                    <a:cubicBezTo>
                      <a:pt x="1779" y="16649"/>
                      <a:pt x="1621" y="16502"/>
                      <a:pt x="1469" y="16344"/>
                    </a:cubicBezTo>
                    <a:cubicBezTo>
                      <a:pt x="899" y="15734"/>
                      <a:pt x="509" y="14972"/>
                      <a:pt x="362" y="14147"/>
                    </a:cubicBezTo>
                    <a:cubicBezTo>
                      <a:pt x="147" y="12928"/>
                      <a:pt x="498" y="11595"/>
                      <a:pt x="1153" y="10556"/>
                    </a:cubicBezTo>
                    <a:cubicBezTo>
                      <a:pt x="1667" y="9748"/>
                      <a:pt x="2418" y="9133"/>
                      <a:pt x="3282" y="8737"/>
                    </a:cubicBezTo>
                    <a:cubicBezTo>
                      <a:pt x="4021" y="8399"/>
                      <a:pt x="4835" y="8218"/>
                      <a:pt x="5642" y="8144"/>
                    </a:cubicBezTo>
                    <a:cubicBezTo>
                      <a:pt x="5930" y="8120"/>
                      <a:pt x="6218" y="8108"/>
                      <a:pt x="6506" y="8108"/>
                    </a:cubicBezTo>
                    <a:cubicBezTo>
                      <a:pt x="6760" y="8108"/>
                      <a:pt x="7015" y="8118"/>
                      <a:pt x="7269" y="8139"/>
                    </a:cubicBezTo>
                    <a:cubicBezTo>
                      <a:pt x="7453" y="8156"/>
                      <a:pt x="7638" y="8162"/>
                      <a:pt x="7824" y="8162"/>
                    </a:cubicBezTo>
                    <a:cubicBezTo>
                      <a:pt x="8118" y="8162"/>
                      <a:pt x="8413" y="8148"/>
                      <a:pt x="8703" y="8144"/>
                    </a:cubicBezTo>
                    <a:cubicBezTo>
                      <a:pt x="8799" y="8139"/>
                      <a:pt x="8890" y="8139"/>
                      <a:pt x="8980" y="8139"/>
                    </a:cubicBezTo>
                    <a:cubicBezTo>
                      <a:pt x="9149" y="8133"/>
                      <a:pt x="9166" y="7913"/>
                      <a:pt x="9019" y="7862"/>
                    </a:cubicBezTo>
                    <a:cubicBezTo>
                      <a:pt x="7653" y="7359"/>
                      <a:pt x="6636" y="6089"/>
                      <a:pt x="6478" y="4637"/>
                    </a:cubicBezTo>
                    <a:cubicBezTo>
                      <a:pt x="6320" y="3231"/>
                      <a:pt x="6941" y="1814"/>
                      <a:pt x="8099" y="1001"/>
                    </a:cubicBezTo>
                    <a:cubicBezTo>
                      <a:pt x="8770" y="527"/>
                      <a:pt x="9573" y="281"/>
                      <a:pt x="10377" y="281"/>
                    </a:cubicBezTo>
                    <a:close/>
                    <a:moveTo>
                      <a:pt x="10357" y="1"/>
                    </a:moveTo>
                    <a:cubicBezTo>
                      <a:pt x="9678" y="1"/>
                      <a:pt x="8998" y="162"/>
                      <a:pt x="8387" y="487"/>
                    </a:cubicBezTo>
                    <a:cubicBezTo>
                      <a:pt x="7065" y="1193"/>
                      <a:pt x="6207" y="2587"/>
                      <a:pt x="6167" y="4090"/>
                    </a:cubicBezTo>
                    <a:cubicBezTo>
                      <a:pt x="6134" y="5640"/>
                      <a:pt x="6987" y="7120"/>
                      <a:pt x="8349" y="7866"/>
                    </a:cubicBezTo>
                    <a:lnTo>
                      <a:pt x="8349" y="7866"/>
                    </a:lnTo>
                    <a:cubicBezTo>
                      <a:pt x="8259" y="7867"/>
                      <a:pt x="8168" y="7868"/>
                      <a:pt x="8076" y="7868"/>
                    </a:cubicBezTo>
                    <a:cubicBezTo>
                      <a:pt x="7931" y="7871"/>
                      <a:pt x="7783" y="7886"/>
                      <a:pt x="7636" y="7886"/>
                    </a:cubicBezTo>
                    <a:cubicBezTo>
                      <a:pt x="7566" y="7886"/>
                      <a:pt x="7496" y="7882"/>
                      <a:pt x="7427" y="7873"/>
                    </a:cubicBezTo>
                    <a:cubicBezTo>
                      <a:pt x="7121" y="7839"/>
                      <a:pt x="6810" y="7825"/>
                      <a:pt x="6501" y="7825"/>
                    </a:cubicBezTo>
                    <a:cubicBezTo>
                      <a:pt x="6353" y="7825"/>
                      <a:pt x="6206" y="7828"/>
                      <a:pt x="6060" y="7834"/>
                    </a:cubicBezTo>
                    <a:cubicBezTo>
                      <a:pt x="5253" y="7873"/>
                      <a:pt x="4445" y="8003"/>
                      <a:pt x="3683" y="8274"/>
                    </a:cubicBezTo>
                    <a:cubicBezTo>
                      <a:pt x="2790" y="8591"/>
                      <a:pt x="1960" y="9104"/>
                      <a:pt x="1339" y="9833"/>
                    </a:cubicBezTo>
                    <a:cubicBezTo>
                      <a:pt x="966" y="10268"/>
                      <a:pt x="684" y="10753"/>
                      <a:pt x="469" y="11279"/>
                    </a:cubicBezTo>
                    <a:cubicBezTo>
                      <a:pt x="204" y="11928"/>
                      <a:pt x="34" y="12623"/>
                      <a:pt x="18" y="13329"/>
                    </a:cubicBezTo>
                    <a:cubicBezTo>
                      <a:pt x="1" y="14323"/>
                      <a:pt x="311" y="15300"/>
                      <a:pt x="899" y="16096"/>
                    </a:cubicBezTo>
                    <a:cubicBezTo>
                      <a:pt x="1130" y="16412"/>
                      <a:pt x="1412" y="16661"/>
                      <a:pt x="1667" y="16954"/>
                    </a:cubicBezTo>
                    <a:cubicBezTo>
                      <a:pt x="2079" y="17417"/>
                      <a:pt x="2372" y="17982"/>
                      <a:pt x="2649" y="18535"/>
                    </a:cubicBezTo>
                    <a:cubicBezTo>
                      <a:pt x="3028" y="19304"/>
                      <a:pt x="3310" y="20105"/>
                      <a:pt x="3649" y="20890"/>
                    </a:cubicBezTo>
                    <a:cubicBezTo>
                      <a:pt x="3920" y="21512"/>
                      <a:pt x="4259" y="22110"/>
                      <a:pt x="4790" y="22545"/>
                    </a:cubicBezTo>
                    <a:cubicBezTo>
                      <a:pt x="5501" y="23127"/>
                      <a:pt x="6410" y="23403"/>
                      <a:pt x="7291" y="23590"/>
                    </a:cubicBezTo>
                    <a:cubicBezTo>
                      <a:pt x="7444" y="23624"/>
                      <a:pt x="7596" y="23652"/>
                      <a:pt x="7749" y="23680"/>
                    </a:cubicBezTo>
                    <a:cubicBezTo>
                      <a:pt x="7896" y="23703"/>
                      <a:pt x="8059" y="23754"/>
                      <a:pt x="8212" y="23754"/>
                    </a:cubicBezTo>
                    <a:cubicBezTo>
                      <a:pt x="8285" y="23754"/>
                      <a:pt x="8353" y="23686"/>
                      <a:pt x="8353" y="23612"/>
                    </a:cubicBezTo>
                    <a:lnTo>
                      <a:pt x="8353" y="22071"/>
                    </a:lnTo>
                    <a:lnTo>
                      <a:pt x="8353" y="19761"/>
                    </a:lnTo>
                    <a:lnTo>
                      <a:pt x="8353" y="19479"/>
                    </a:lnTo>
                    <a:cubicBezTo>
                      <a:pt x="8353" y="19465"/>
                      <a:pt x="8357" y="19448"/>
                      <a:pt x="8355" y="19430"/>
                    </a:cubicBezTo>
                    <a:lnTo>
                      <a:pt x="8355" y="19430"/>
                    </a:lnTo>
                    <a:cubicBezTo>
                      <a:pt x="8399" y="19357"/>
                      <a:pt x="8416" y="19257"/>
                      <a:pt x="8449" y="19179"/>
                    </a:cubicBezTo>
                    <a:cubicBezTo>
                      <a:pt x="8505" y="19021"/>
                      <a:pt x="8562" y="18857"/>
                      <a:pt x="8618" y="18699"/>
                    </a:cubicBezTo>
                    <a:cubicBezTo>
                      <a:pt x="8765" y="18304"/>
                      <a:pt x="8912" y="17909"/>
                      <a:pt x="9053" y="17513"/>
                    </a:cubicBezTo>
                    <a:cubicBezTo>
                      <a:pt x="9144" y="17270"/>
                      <a:pt x="9251" y="17022"/>
                      <a:pt x="9324" y="16774"/>
                    </a:cubicBezTo>
                    <a:cubicBezTo>
                      <a:pt x="9336" y="16734"/>
                      <a:pt x="9336" y="16694"/>
                      <a:pt x="9336" y="16655"/>
                    </a:cubicBezTo>
                    <a:cubicBezTo>
                      <a:pt x="9330" y="16548"/>
                      <a:pt x="9330" y="16446"/>
                      <a:pt x="9336" y="16339"/>
                    </a:cubicBezTo>
                    <a:cubicBezTo>
                      <a:pt x="9353" y="15994"/>
                      <a:pt x="9415" y="15644"/>
                      <a:pt x="9539" y="15322"/>
                    </a:cubicBezTo>
                    <a:cubicBezTo>
                      <a:pt x="9674" y="14972"/>
                      <a:pt x="9929" y="14644"/>
                      <a:pt x="10296" y="14520"/>
                    </a:cubicBezTo>
                    <a:cubicBezTo>
                      <a:pt x="10612" y="14407"/>
                      <a:pt x="10985" y="14419"/>
                      <a:pt x="11318" y="14396"/>
                    </a:cubicBezTo>
                    <a:cubicBezTo>
                      <a:pt x="12419" y="14334"/>
                      <a:pt x="13526" y="14306"/>
                      <a:pt x="14627" y="14260"/>
                    </a:cubicBezTo>
                    <a:cubicBezTo>
                      <a:pt x="15824" y="14215"/>
                      <a:pt x="17027" y="14187"/>
                      <a:pt x="18219" y="14068"/>
                    </a:cubicBezTo>
                    <a:cubicBezTo>
                      <a:pt x="18840" y="14006"/>
                      <a:pt x="19360" y="13583"/>
                      <a:pt x="19512" y="12967"/>
                    </a:cubicBezTo>
                    <a:cubicBezTo>
                      <a:pt x="19603" y="12566"/>
                      <a:pt x="19653" y="12154"/>
                      <a:pt x="19653" y="11742"/>
                    </a:cubicBezTo>
                    <a:cubicBezTo>
                      <a:pt x="19648" y="10691"/>
                      <a:pt x="19247" y="9686"/>
                      <a:pt x="18456" y="8975"/>
                    </a:cubicBezTo>
                    <a:cubicBezTo>
                      <a:pt x="18214" y="8760"/>
                      <a:pt x="17949" y="8569"/>
                      <a:pt x="17668" y="8405"/>
                    </a:cubicBezTo>
                    <a:lnTo>
                      <a:pt x="17668" y="8405"/>
                    </a:lnTo>
                    <a:cubicBezTo>
                      <a:pt x="17667" y="8405"/>
                      <a:pt x="17666" y="8405"/>
                      <a:pt x="17665" y="8404"/>
                    </a:cubicBezTo>
                    <a:lnTo>
                      <a:pt x="17665" y="8404"/>
                    </a:lnTo>
                    <a:cubicBezTo>
                      <a:pt x="17665" y="8404"/>
                      <a:pt x="17665" y="8404"/>
                      <a:pt x="17665" y="8404"/>
                    </a:cubicBezTo>
                    <a:cubicBezTo>
                      <a:pt x="17665" y="8404"/>
                      <a:pt x="17664" y="8403"/>
                      <a:pt x="17663" y="8403"/>
                    </a:cubicBezTo>
                    <a:lnTo>
                      <a:pt x="17663" y="8403"/>
                    </a:lnTo>
                    <a:cubicBezTo>
                      <a:pt x="17031" y="8048"/>
                      <a:pt x="16326" y="7845"/>
                      <a:pt x="15604" y="7777"/>
                    </a:cubicBezTo>
                    <a:cubicBezTo>
                      <a:pt x="15430" y="7761"/>
                      <a:pt x="15255" y="7756"/>
                      <a:pt x="15078" y="7756"/>
                    </a:cubicBezTo>
                    <a:cubicBezTo>
                      <a:pt x="14956" y="7756"/>
                      <a:pt x="14834" y="7758"/>
                      <a:pt x="14712" y="7760"/>
                    </a:cubicBezTo>
                    <a:cubicBezTo>
                      <a:pt x="13983" y="7772"/>
                      <a:pt x="13249" y="7783"/>
                      <a:pt x="12515" y="7794"/>
                    </a:cubicBezTo>
                    <a:cubicBezTo>
                      <a:pt x="12504" y="7795"/>
                      <a:pt x="12493" y="7795"/>
                      <a:pt x="12482" y="7795"/>
                    </a:cubicBezTo>
                    <a:lnTo>
                      <a:pt x="12482" y="7795"/>
                    </a:lnTo>
                    <a:cubicBezTo>
                      <a:pt x="13647" y="7105"/>
                      <a:pt x="14435" y="5881"/>
                      <a:pt x="14542" y="4502"/>
                    </a:cubicBezTo>
                    <a:cubicBezTo>
                      <a:pt x="14655" y="2994"/>
                      <a:pt x="13921" y="1514"/>
                      <a:pt x="12662" y="684"/>
                    </a:cubicBezTo>
                    <a:cubicBezTo>
                      <a:pt x="11974" y="230"/>
                      <a:pt x="11166" y="1"/>
                      <a:pt x="10357"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2" name="Google Shape;1052;p39">
                <a:extLst>
                  <a:ext uri="{FF2B5EF4-FFF2-40B4-BE49-F238E27FC236}">
                    <a16:creationId xmlns:a16="http://schemas.microsoft.com/office/drawing/2014/main" id="{4CAC9A4D-0E93-CF6C-BAB9-1F46B13C6012}"/>
                  </a:ext>
                </a:extLst>
              </p:cNvPr>
              <p:cNvSpPr/>
              <p:nvPr/>
            </p:nvSpPr>
            <p:spPr>
              <a:xfrm>
                <a:off x="2034250" y="3757575"/>
                <a:ext cx="999750" cy="706175"/>
              </a:xfrm>
              <a:custGeom>
                <a:avLst/>
                <a:gdLst/>
                <a:ahLst/>
                <a:cxnLst/>
                <a:rect l="l" t="t" r="r" b="b"/>
                <a:pathLst>
                  <a:path w="39990" h="28247" extrusionOk="0">
                    <a:moveTo>
                      <a:pt x="23761" y="292"/>
                    </a:moveTo>
                    <a:lnTo>
                      <a:pt x="23761" y="292"/>
                    </a:lnTo>
                    <a:cubicBezTo>
                      <a:pt x="24471" y="886"/>
                      <a:pt x="25244" y="1415"/>
                      <a:pt x="26018" y="1918"/>
                    </a:cubicBezTo>
                    <a:cubicBezTo>
                      <a:pt x="26831" y="2438"/>
                      <a:pt x="27667" y="2918"/>
                      <a:pt x="28531" y="3353"/>
                    </a:cubicBezTo>
                    <a:cubicBezTo>
                      <a:pt x="29418" y="3793"/>
                      <a:pt x="30315" y="4194"/>
                      <a:pt x="31168" y="4702"/>
                    </a:cubicBezTo>
                    <a:cubicBezTo>
                      <a:pt x="33393" y="6030"/>
                      <a:pt x="35426" y="7848"/>
                      <a:pt x="36674" y="10146"/>
                    </a:cubicBezTo>
                    <a:cubicBezTo>
                      <a:pt x="36883" y="10535"/>
                      <a:pt x="37080" y="10925"/>
                      <a:pt x="37199" y="11342"/>
                    </a:cubicBezTo>
                    <a:lnTo>
                      <a:pt x="37199" y="11342"/>
                    </a:lnTo>
                    <a:cubicBezTo>
                      <a:pt x="37199" y="11342"/>
                      <a:pt x="37199" y="11343"/>
                      <a:pt x="37200" y="11344"/>
                    </a:cubicBezTo>
                    <a:cubicBezTo>
                      <a:pt x="37200" y="11344"/>
                      <a:pt x="37200" y="11344"/>
                      <a:pt x="37200" y="11344"/>
                    </a:cubicBezTo>
                    <a:lnTo>
                      <a:pt x="37200" y="11344"/>
                    </a:lnTo>
                    <a:cubicBezTo>
                      <a:pt x="37200" y="11344"/>
                      <a:pt x="37200" y="11345"/>
                      <a:pt x="37200" y="11345"/>
                    </a:cubicBezTo>
                    <a:lnTo>
                      <a:pt x="37200" y="11345"/>
                    </a:lnTo>
                    <a:cubicBezTo>
                      <a:pt x="37482" y="12299"/>
                      <a:pt x="37697" y="13270"/>
                      <a:pt x="37911" y="14235"/>
                    </a:cubicBezTo>
                    <a:cubicBezTo>
                      <a:pt x="38470" y="16822"/>
                      <a:pt x="38894" y="19442"/>
                      <a:pt x="39199" y="22068"/>
                    </a:cubicBezTo>
                    <a:cubicBezTo>
                      <a:pt x="39430" y="24026"/>
                      <a:pt x="39597" y="25995"/>
                      <a:pt x="39700" y="27964"/>
                    </a:cubicBezTo>
                    <a:lnTo>
                      <a:pt x="296" y="27964"/>
                    </a:lnTo>
                    <a:cubicBezTo>
                      <a:pt x="480" y="24425"/>
                      <a:pt x="867" y="20892"/>
                      <a:pt x="1469" y="17398"/>
                    </a:cubicBezTo>
                    <a:cubicBezTo>
                      <a:pt x="1796" y="15523"/>
                      <a:pt x="2175" y="13653"/>
                      <a:pt x="2666" y="11812"/>
                    </a:cubicBezTo>
                    <a:cubicBezTo>
                      <a:pt x="2835" y="11169"/>
                      <a:pt x="3067" y="10604"/>
                      <a:pt x="3395" y="10017"/>
                    </a:cubicBezTo>
                    <a:cubicBezTo>
                      <a:pt x="4569" y="7916"/>
                      <a:pt x="6399" y="6222"/>
                      <a:pt x="8421" y="4951"/>
                    </a:cubicBezTo>
                    <a:cubicBezTo>
                      <a:pt x="9189" y="4471"/>
                      <a:pt x="9985" y="4047"/>
                      <a:pt x="10804" y="3669"/>
                    </a:cubicBezTo>
                    <a:cubicBezTo>
                      <a:pt x="11662" y="3268"/>
                      <a:pt x="12498" y="2822"/>
                      <a:pt x="13306" y="2336"/>
                    </a:cubicBezTo>
                    <a:cubicBezTo>
                      <a:pt x="14294" y="1738"/>
                      <a:pt x="15248" y="1088"/>
                      <a:pt x="16146" y="365"/>
                    </a:cubicBezTo>
                    <a:cubicBezTo>
                      <a:pt x="16176" y="339"/>
                      <a:pt x="16205" y="316"/>
                      <a:pt x="16233" y="292"/>
                    </a:cubicBezTo>
                    <a:lnTo>
                      <a:pt x="16254" y="292"/>
                    </a:lnTo>
                    <a:cubicBezTo>
                      <a:pt x="16316" y="684"/>
                      <a:pt x="16490" y="1065"/>
                      <a:pt x="16767" y="1348"/>
                    </a:cubicBezTo>
                    <a:cubicBezTo>
                      <a:pt x="17137" y="1727"/>
                      <a:pt x="17676" y="1907"/>
                      <a:pt x="18203" y="1907"/>
                    </a:cubicBezTo>
                    <a:cubicBezTo>
                      <a:pt x="18336" y="1907"/>
                      <a:pt x="18469" y="1896"/>
                      <a:pt x="18597" y="1873"/>
                    </a:cubicBezTo>
                    <a:cubicBezTo>
                      <a:pt x="19030" y="1802"/>
                      <a:pt x="19444" y="1611"/>
                      <a:pt x="19757" y="1306"/>
                    </a:cubicBezTo>
                    <a:lnTo>
                      <a:pt x="19757" y="1306"/>
                    </a:lnTo>
                    <a:cubicBezTo>
                      <a:pt x="20163" y="1705"/>
                      <a:pt x="20725" y="1905"/>
                      <a:pt x="21280" y="1905"/>
                    </a:cubicBezTo>
                    <a:cubicBezTo>
                      <a:pt x="22060" y="1905"/>
                      <a:pt x="22828" y="1511"/>
                      <a:pt x="23138" y="727"/>
                    </a:cubicBezTo>
                    <a:cubicBezTo>
                      <a:pt x="23194" y="585"/>
                      <a:pt x="23233" y="440"/>
                      <a:pt x="23256" y="292"/>
                    </a:cubicBezTo>
                    <a:close/>
                    <a:moveTo>
                      <a:pt x="23739" y="1"/>
                    </a:moveTo>
                    <a:cubicBezTo>
                      <a:pt x="23674" y="1"/>
                      <a:pt x="23606" y="9"/>
                      <a:pt x="23550" y="9"/>
                    </a:cubicBezTo>
                    <a:lnTo>
                      <a:pt x="23132" y="9"/>
                    </a:lnTo>
                    <a:cubicBezTo>
                      <a:pt x="23053" y="9"/>
                      <a:pt x="22997" y="77"/>
                      <a:pt x="22991" y="151"/>
                    </a:cubicBezTo>
                    <a:cubicBezTo>
                      <a:pt x="22951" y="642"/>
                      <a:pt x="22652" y="1173"/>
                      <a:pt x="22178" y="1421"/>
                    </a:cubicBezTo>
                    <a:cubicBezTo>
                      <a:pt x="21912" y="1562"/>
                      <a:pt x="21610" y="1630"/>
                      <a:pt x="21308" y="1630"/>
                    </a:cubicBezTo>
                    <a:cubicBezTo>
                      <a:pt x="20762" y="1630"/>
                      <a:pt x="20213" y="1410"/>
                      <a:pt x="19857" y="1003"/>
                    </a:cubicBezTo>
                    <a:cubicBezTo>
                      <a:pt x="19831" y="975"/>
                      <a:pt x="19793" y="961"/>
                      <a:pt x="19756" y="961"/>
                    </a:cubicBezTo>
                    <a:cubicBezTo>
                      <a:pt x="19718" y="961"/>
                      <a:pt x="19682" y="975"/>
                      <a:pt x="19659" y="1003"/>
                    </a:cubicBezTo>
                    <a:cubicBezTo>
                      <a:pt x="19299" y="1410"/>
                      <a:pt x="18751" y="1630"/>
                      <a:pt x="18206" y="1630"/>
                    </a:cubicBezTo>
                    <a:cubicBezTo>
                      <a:pt x="17904" y="1630"/>
                      <a:pt x="17604" y="1562"/>
                      <a:pt x="17338" y="1421"/>
                    </a:cubicBezTo>
                    <a:cubicBezTo>
                      <a:pt x="16863" y="1173"/>
                      <a:pt x="16559" y="642"/>
                      <a:pt x="16519" y="151"/>
                    </a:cubicBezTo>
                    <a:cubicBezTo>
                      <a:pt x="16513" y="77"/>
                      <a:pt x="16463" y="9"/>
                      <a:pt x="16378" y="9"/>
                    </a:cubicBezTo>
                    <a:cubicBezTo>
                      <a:pt x="16350" y="9"/>
                      <a:pt x="16324" y="9"/>
                      <a:pt x="16298" y="9"/>
                    </a:cubicBezTo>
                    <a:cubicBezTo>
                      <a:pt x="16208" y="9"/>
                      <a:pt x="16129" y="16"/>
                      <a:pt x="16050" y="77"/>
                    </a:cubicBezTo>
                    <a:cubicBezTo>
                      <a:pt x="15960" y="145"/>
                      <a:pt x="15875" y="224"/>
                      <a:pt x="15785" y="292"/>
                    </a:cubicBezTo>
                    <a:cubicBezTo>
                      <a:pt x="15373" y="619"/>
                      <a:pt x="14943" y="924"/>
                      <a:pt x="14509" y="1224"/>
                    </a:cubicBezTo>
                    <a:cubicBezTo>
                      <a:pt x="13820" y="1698"/>
                      <a:pt x="13102" y="2139"/>
                      <a:pt x="12374" y="2551"/>
                    </a:cubicBezTo>
                    <a:cubicBezTo>
                      <a:pt x="11527" y="3025"/>
                      <a:pt x="10640" y="3409"/>
                      <a:pt x="9776" y="3855"/>
                    </a:cubicBezTo>
                    <a:cubicBezTo>
                      <a:pt x="7336" y="5115"/>
                      <a:pt x="5083" y="6882"/>
                      <a:pt x="3558" y="9198"/>
                    </a:cubicBezTo>
                    <a:cubicBezTo>
                      <a:pt x="3112" y="9881"/>
                      <a:pt x="2700" y="10626"/>
                      <a:pt x="2474" y="11423"/>
                    </a:cubicBezTo>
                    <a:cubicBezTo>
                      <a:pt x="2034" y="13015"/>
                      <a:pt x="1695" y="14636"/>
                      <a:pt x="1390" y="16257"/>
                    </a:cubicBezTo>
                    <a:cubicBezTo>
                      <a:pt x="752" y="19657"/>
                      <a:pt x="328" y="23096"/>
                      <a:pt x="97" y="26541"/>
                    </a:cubicBezTo>
                    <a:cubicBezTo>
                      <a:pt x="63" y="27060"/>
                      <a:pt x="34" y="27585"/>
                      <a:pt x="6" y="28105"/>
                    </a:cubicBezTo>
                    <a:cubicBezTo>
                      <a:pt x="1" y="28184"/>
                      <a:pt x="74" y="28246"/>
                      <a:pt x="147" y="28246"/>
                    </a:cubicBezTo>
                    <a:lnTo>
                      <a:pt x="39848" y="28246"/>
                    </a:lnTo>
                    <a:cubicBezTo>
                      <a:pt x="39922" y="28246"/>
                      <a:pt x="39989" y="28184"/>
                      <a:pt x="39989" y="28105"/>
                    </a:cubicBezTo>
                    <a:cubicBezTo>
                      <a:pt x="39820" y="24745"/>
                      <a:pt x="39464" y="21390"/>
                      <a:pt x="38922" y="18064"/>
                    </a:cubicBezTo>
                    <a:cubicBezTo>
                      <a:pt x="38600" y="16104"/>
                      <a:pt x="38216" y="14156"/>
                      <a:pt x="37730" y="12230"/>
                    </a:cubicBezTo>
                    <a:cubicBezTo>
                      <a:pt x="37651" y="11908"/>
                      <a:pt x="37567" y="11586"/>
                      <a:pt x="37476" y="11270"/>
                    </a:cubicBezTo>
                    <a:cubicBezTo>
                      <a:pt x="37363" y="10881"/>
                      <a:pt x="37177" y="10502"/>
                      <a:pt x="36991" y="10146"/>
                    </a:cubicBezTo>
                    <a:cubicBezTo>
                      <a:pt x="36494" y="9192"/>
                      <a:pt x="35850" y="8311"/>
                      <a:pt x="35121" y="7520"/>
                    </a:cubicBezTo>
                    <a:cubicBezTo>
                      <a:pt x="33992" y="6284"/>
                      <a:pt x="32648" y="5245"/>
                      <a:pt x="31202" y="4397"/>
                    </a:cubicBezTo>
                    <a:cubicBezTo>
                      <a:pt x="30259" y="3844"/>
                      <a:pt x="29259" y="3415"/>
                      <a:pt x="28294" y="2912"/>
                    </a:cubicBezTo>
                    <a:cubicBezTo>
                      <a:pt x="27413" y="2455"/>
                      <a:pt x="26566" y="1947"/>
                      <a:pt x="25741" y="1399"/>
                    </a:cubicBezTo>
                    <a:cubicBezTo>
                      <a:pt x="25182" y="1026"/>
                      <a:pt x="24634" y="631"/>
                      <a:pt x="24103" y="207"/>
                    </a:cubicBezTo>
                    <a:cubicBezTo>
                      <a:pt x="24036" y="151"/>
                      <a:pt x="23945" y="49"/>
                      <a:pt x="23855" y="15"/>
                    </a:cubicBezTo>
                    <a:cubicBezTo>
                      <a:pt x="23820" y="4"/>
                      <a:pt x="23780" y="1"/>
                      <a:pt x="23739"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3" name="Google Shape;1053;p39">
                <a:extLst>
                  <a:ext uri="{FF2B5EF4-FFF2-40B4-BE49-F238E27FC236}">
                    <a16:creationId xmlns:a16="http://schemas.microsoft.com/office/drawing/2014/main" id="{CDD79228-5BB1-1D83-0708-A5AC82E9094B}"/>
                  </a:ext>
                </a:extLst>
              </p:cNvPr>
              <p:cNvSpPr/>
              <p:nvPr/>
            </p:nvSpPr>
            <p:spPr>
              <a:xfrm>
                <a:off x="2440000" y="3757225"/>
                <a:ext cx="176225" cy="7650"/>
              </a:xfrm>
              <a:custGeom>
                <a:avLst/>
                <a:gdLst/>
                <a:ahLst/>
                <a:cxnLst/>
                <a:rect l="l" t="t" r="r" b="b"/>
                <a:pathLst>
                  <a:path w="7049" h="306" extrusionOk="0">
                    <a:moveTo>
                      <a:pt x="148" y="1"/>
                    </a:moveTo>
                    <a:cubicBezTo>
                      <a:pt x="74" y="1"/>
                      <a:pt x="1" y="63"/>
                      <a:pt x="7" y="142"/>
                    </a:cubicBezTo>
                    <a:cubicBezTo>
                      <a:pt x="7" y="148"/>
                      <a:pt x="7" y="159"/>
                      <a:pt x="7" y="165"/>
                    </a:cubicBezTo>
                    <a:cubicBezTo>
                      <a:pt x="12" y="244"/>
                      <a:pt x="69" y="306"/>
                      <a:pt x="148" y="306"/>
                    </a:cubicBezTo>
                    <a:lnTo>
                      <a:pt x="6902" y="306"/>
                    </a:lnTo>
                    <a:cubicBezTo>
                      <a:pt x="6962" y="306"/>
                      <a:pt x="7003" y="274"/>
                      <a:pt x="7023" y="232"/>
                    </a:cubicBezTo>
                    <a:lnTo>
                      <a:pt x="7023" y="232"/>
                    </a:lnTo>
                    <a:cubicBezTo>
                      <a:pt x="7034" y="214"/>
                      <a:pt x="7042" y="191"/>
                      <a:pt x="7043" y="165"/>
                    </a:cubicBezTo>
                    <a:cubicBezTo>
                      <a:pt x="7043" y="159"/>
                      <a:pt x="7043" y="148"/>
                      <a:pt x="7043" y="142"/>
                    </a:cubicBezTo>
                    <a:cubicBezTo>
                      <a:pt x="7049" y="63"/>
                      <a:pt x="6975" y="1"/>
                      <a:pt x="6902"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4" name="Google Shape;1054;p39">
                <a:extLst>
                  <a:ext uri="{FF2B5EF4-FFF2-40B4-BE49-F238E27FC236}">
                    <a16:creationId xmlns:a16="http://schemas.microsoft.com/office/drawing/2014/main" id="{D98FF320-449F-38E1-1A8B-705044B85EC4}"/>
                  </a:ext>
                </a:extLst>
              </p:cNvPr>
              <p:cNvSpPr/>
              <p:nvPr/>
            </p:nvSpPr>
            <p:spPr>
              <a:xfrm>
                <a:off x="2440000" y="3757800"/>
                <a:ext cx="176225" cy="47450"/>
              </a:xfrm>
              <a:custGeom>
                <a:avLst/>
                <a:gdLst/>
                <a:ahLst/>
                <a:cxnLst/>
                <a:rect l="l" t="t" r="r" b="b"/>
                <a:pathLst>
                  <a:path w="7049" h="1898" extrusionOk="0">
                    <a:moveTo>
                      <a:pt x="6741" y="283"/>
                    </a:moveTo>
                    <a:cubicBezTo>
                      <a:pt x="6725" y="362"/>
                      <a:pt x="6708" y="441"/>
                      <a:pt x="6682" y="520"/>
                    </a:cubicBezTo>
                    <a:cubicBezTo>
                      <a:pt x="6608" y="735"/>
                      <a:pt x="6495" y="944"/>
                      <a:pt x="6337" y="1113"/>
                    </a:cubicBezTo>
                    <a:cubicBezTo>
                      <a:pt x="6020" y="1454"/>
                      <a:pt x="5533" y="1618"/>
                      <a:pt x="5070" y="1618"/>
                    </a:cubicBezTo>
                    <a:cubicBezTo>
                      <a:pt x="4965" y="1618"/>
                      <a:pt x="4862" y="1610"/>
                      <a:pt x="4762" y="1593"/>
                    </a:cubicBezTo>
                    <a:cubicBezTo>
                      <a:pt x="4327" y="1520"/>
                      <a:pt x="3920" y="1328"/>
                      <a:pt x="3627" y="994"/>
                    </a:cubicBezTo>
                    <a:cubicBezTo>
                      <a:pt x="3601" y="966"/>
                      <a:pt x="3563" y="952"/>
                      <a:pt x="3526" y="952"/>
                    </a:cubicBezTo>
                    <a:cubicBezTo>
                      <a:pt x="3488" y="952"/>
                      <a:pt x="3452" y="966"/>
                      <a:pt x="3429" y="994"/>
                    </a:cubicBezTo>
                    <a:cubicBezTo>
                      <a:pt x="3096" y="1378"/>
                      <a:pt x="2559" y="1616"/>
                      <a:pt x="2051" y="1616"/>
                    </a:cubicBezTo>
                    <a:cubicBezTo>
                      <a:pt x="1582" y="1616"/>
                      <a:pt x="1102" y="1503"/>
                      <a:pt x="758" y="1158"/>
                    </a:cubicBezTo>
                    <a:cubicBezTo>
                      <a:pt x="543" y="944"/>
                      <a:pt x="402" y="673"/>
                      <a:pt x="334" y="384"/>
                    </a:cubicBezTo>
                    <a:cubicBezTo>
                      <a:pt x="324" y="349"/>
                      <a:pt x="317" y="316"/>
                      <a:pt x="312" y="283"/>
                    </a:cubicBezTo>
                    <a:close/>
                    <a:moveTo>
                      <a:pt x="148" y="0"/>
                    </a:moveTo>
                    <a:cubicBezTo>
                      <a:pt x="80" y="0"/>
                      <a:pt x="1" y="68"/>
                      <a:pt x="7" y="142"/>
                    </a:cubicBezTo>
                    <a:cubicBezTo>
                      <a:pt x="63" y="802"/>
                      <a:pt x="453" y="1429"/>
                      <a:pt x="1063" y="1706"/>
                    </a:cubicBezTo>
                    <a:cubicBezTo>
                      <a:pt x="1379" y="1847"/>
                      <a:pt x="1712" y="1898"/>
                      <a:pt x="2051" y="1898"/>
                    </a:cubicBezTo>
                    <a:cubicBezTo>
                      <a:pt x="2584" y="1898"/>
                      <a:pt x="3146" y="1670"/>
                      <a:pt x="3527" y="1298"/>
                    </a:cubicBezTo>
                    <a:lnTo>
                      <a:pt x="3527" y="1298"/>
                    </a:lnTo>
                    <a:cubicBezTo>
                      <a:pt x="3929" y="1698"/>
                      <a:pt x="4498" y="1894"/>
                      <a:pt x="5064" y="1894"/>
                    </a:cubicBezTo>
                    <a:cubicBezTo>
                      <a:pt x="5178" y="1894"/>
                      <a:pt x="5293" y="1886"/>
                      <a:pt x="5406" y="1870"/>
                    </a:cubicBezTo>
                    <a:cubicBezTo>
                      <a:pt x="6100" y="1774"/>
                      <a:pt x="6659" y="1356"/>
                      <a:pt x="6913" y="701"/>
                    </a:cubicBezTo>
                    <a:cubicBezTo>
                      <a:pt x="6987" y="520"/>
                      <a:pt x="7026" y="334"/>
                      <a:pt x="7043" y="142"/>
                    </a:cubicBezTo>
                    <a:cubicBezTo>
                      <a:pt x="7049" y="68"/>
                      <a:pt x="6975" y="0"/>
                      <a:pt x="6902"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055" name="Google Shape;1055;p39">
              <a:extLst>
                <a:ext uri="{FF2B5EF4-FFF2-40B4-BE49-F238E27FC236}">
                  <a16:creationId xmlns:a16="http://schemas.microsoft.com/office/drawing/2014/main" id="{D7CFE21A-B13B-BEF8-FD1A-4D62E3309300}"/>
                </a:ext>
              </a:extLst>
            </p:cNvPr>
            <p:cNvGrpSpPr/>
            <p:nvPr/>
          </p:nvGrpSpPr>
          <p:grpSpPr>
            <a:xfrm>
              <a:off x="2568503" y="2768403"/>
              <a:ext cx="1727168" cy="2064093"/>
              <a:chOff x="4081975" y="3119725"/>
              <a:chExt cx="999750" cy="1194775"/>
            </a:xfrm>
          </p:grpSpPr>
          <p:sp>
            <p:nvSpPr>
              <p:cNvPr id="1056" name="Google Shape;1056;p39">
                <a:extLst>
                  <a:ext uri="{FF2B5EF4-FFF2-40B4-BE49-F238E27FC236}">
                    <a16:creationId xmlns:a16="http://schemas.microsoft.com/office/drawing/2014/main" id="{D4260D5A-B243-7A3D-4640-F49C718A0962}"/>
                  </a:ext>
                </a:extLst>
              </p:cNvPr>
              <p:cNvSpPr/>
              <p:nvPr/>
            </p:nvSpPr>
            <p:spPr>
              <a:xfrm>
                <a:off x="4757400" y="3180675"/>
                <a:ext cx="8225" cy="9275"/>
              </a:xfrm>
              <a:custGeom>
                <a:avLst/>
                <a:gdLst/>
                <a:ahLst/>
                <a:cxnLst/>
                <a:rect l="l" t="t" r="r" b="b"/>
                <a:pathLst>
                  <a:path w="329" h="371" extrusionOk="0">
                    <a:moveTo>
                      <a:pt x="151" y="1"/>
                    </a:moveTo>
                    <a:cubicBezTo>
                      <a:pt x="142" y="1"/>
                      <a:pt x="133" y="2"/>
                      <a:pt x="125" y="5"/>
                    </a:cubicBezTo>
                    <a:cubicBezTo>
                      <a:pt x="108" y="5"/>
                      <a:pt x="85" y="11"/>
                      <a:pt x="74" y="22"/>
                    </a:cubicBezTo>
                    <a:lnTo>
                      <a:pt x="40" y="44"/>
                    </a:lnTo>
                    <a:cubicBezTo>
                      <a:pt x="23" y="61"/>
                      <a:pt x="12" y="84"/>
                      <a:pt x="6" y="107"/>
                    </a:cubicBezTo>
                    <a:cubicBezTo>
                      <a:pt x="6" y="118"/>
                      <a:pt x="1" y="129"/>
                      <a:pt x="1" y="146"/>
                    </a:cubicBezTo>
                    <a:cubicBezTo>
                      <a:pt x="1" y="169"/>
                      <a:pt x="6" y="191"/>
                      <a:pt x="23" y="214"/>
                    </a:cubicBezTo>
                    <a:cubicBezTo>
                      <a:pt x="34" y="242"/>
                      <a:pt x="51" y="270"/>
                      <a:pt x="68" y="299"/>
                    </a:cubicBezTo>
                    <a:cubicBezTo>
                      <a:pt x="74" y="315"/>
                      <a:pt x="91" y="327"/>
                      <a:pt x="102" y="338"/>
                    </a:cubicBezTo>
                    <a:cubicBezTo>
                      <a:pt x="119" y="349"/>
                      <a:pt x="130" y="361"/>
                      <a:pt x="153" y="366"/>
                    </a:cubicBezTo>
                    <a:cubicBezTo>
                      <a:pt x="161" y="369"/>
                      <a:pt x="170" y="371"/>
                      <a:pt x="179" y="371"/>
                    </a:cubicBezTo>
                    <a:cubicBezTo>
                      <a:pt x="188" y="371"/>
                      <a:pt x="198" y="369"/>
                      <a:pt x="209" y="366"/>
                    </a:cubicBezTo>
                    <a:cubicBezTo>
                      <a:pt x="226" y="366"/>
                      <a:pt x="243" y="361"/>
                      <a:pt x="260" y="349"/>
                    </a:cubicBezTo>
                    <a:lnTo>
                      <a:pt x="289" y="327"/>
                    </a:lnTo>
                    <a:cubicBezTo>
                      <a:pt x="305" y="310"/>
                      <a:pt x="317" y="287"/>
                      <a:pt x="322" y="265"/>
                    </a:cubicBezTo>
                    <a:lnTo>
                      <a:pt x="328" y="225"/>
                    </a:lnTo>
                    <a:cubicBezTo>
                      <a:pt x="328" y="203"/>
                      <a:pt x="322" y="180"/>
                      <a:pt x="311" y="157"/>
                    </a:cubicBezTo>
                    <a:cubicBezTo>
                      <a:pt x="294" y="129"/>
                      <a:pt x="283" y="101"/>
                      <a:pt x="266" y="73"/>
                    </a:cubicBezTo>
                    <a:cubicBezTo>
                      <a:pt x="255" y="56"/>
                      <a:pt x="243" y="44"/>
                      <a:pt x="226" y="33"/>
                    </a:cubicBezTo>
                    <a:cubicBezTo>
                      <a:pt x="215" y="22"/>
                      <a:pt x="198" y="11"/>
                      <a:pt x="181" y="5"/>
                    </a:cubicBezTo>
                    <a:cubicBezTo>
                      <a:pt x="170" y="2"/>
                      <a:pt x="160" y="1"/>
                      <a:pt x="151"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7" name="Google Shape;1057;p39">
                <a:extLst>
                  <a:ext uri="{FF2B5EF4-FFF2-40B4-BE49-F238E27FC236}">
                    <a16:creationId xmlns:a16="http://schemas.microsoft.com/office/drawing/2014/main" id="{88513C67-2412-3C94-4E33-F8433C090B81}"/>
                  </a:ext>
                </a:extLst>
              </p:cNvPr>
              <p:cNvSpPr/>
              <p:nvPr/>
            </p:nvSpPr>
            <p:spPr>
              <a:xfrm>
                <a:off x="4765725" y="3198325"/>
                <a:ext cx="8925" cy="11375"/>
              </a:xfrm>
              <a:custGeom>
                <a:avLst/>
                <a:gdLst/>
                <a:ahLst/>
                <a:cxnLst/>
                <a:rect l="l" t="t" r="r" b="b"/>
                <a:pathLst>
                  <a:path w="357" h="455" extrusionOk="0">
                    <a:moveTo>
                      <a:pt x="136" y="1"/>
                    </a:moveTo>
                    <a:cubicBezTo>
                      <a:pt x="126" y="1"/>
                      <a:pt x="116" y="2"/>
                      <a:pt x="108" y="5"/>
                    </a:cubicBezTo>
                    <a:cubicBezTo>
                      <a:pt x="74" y="16"/>
                      <a:pt x="40" y="39"/>
                      <a:pt x="23" y="73"/>
                    </a:cubicBezTo>
                    <a:cubicBezTo>
                      <a:pt x="18" y="84"/>
                      <a:pt x="12" y="95"/>
                      <a:pt x="6" y="106"/>
                    </a:cubicBezTo>
                    <a:cubicBezTo>
                      <a:pt x="1" y="129"/>
                      <a:pt x="1" y="157"/>
                      <a:pt x="6" y="180"/>
                    </a:cubicBezTo>
                    <a:cubicBezTo>
                      <a:pt x="29" y="236"/>
                      <a:pt x="52" y="293"/>
                      <a:pt x="68" y="349"/>
                    </a:cubicBezTo>
                    <a:cubicBezTo>
                      <a:pt x="74" y="366"/>
                      <a:pt x="85" y="383"/>
                      <a:pt x="97" y="400"/>
                    </a:cubicBezTo>
                    <a:cubicBezTo>
                      <a:pt x="108" y="411"/>
                      <a:pt x="119" y="423"/>
                      <a:pt x="136" y="434"/>
                    </a:cubicBezTo>
                    <a:cubicBezTo>
                      <a:pt x="153" y="445"/>
                      <a:pt x="170" y="451"/>
                      <a:pt x="187" y="451"/>
                    </a:cubicBezTo>
                    <a:cubicBezTo>
                      <a:pt x="196" y="453"/>
                      <a:pt x="205" y="455"/>
                      <a:pt x="213" y="455"/>
                    </a:cubicBezTo>
                    <a:cubicBezTo>
                      <a:pt x="224" y="455"/>
                      <a:pt x="234" y="452"/>
                      <a:pt x="244" y="445"/>
                    </a:cubicBezTo>
                    <a:cubicBezTo>
                      <a:pt x="277" y="440"/>
                      <a:pt x="311" y="417"/>
                      <a:pt x="328" y="383"/>
                    </a:cubicBezTo>
                    <a:cubicBezTo>
                      <a:pt x="345" y="349"/>
                      <a:pt x="356" y="310"/>
                      <a:pt x="345" y="276"/>
                    </a:cubicBezTo>
                    <a:cubicBezTo>
                      <a:pt x="323" y="219"/>
                      <a:pt x="300" y="163"/>
                      <a:pt x="283" y="106"/>
                    </a:cubicBezTo>
                    <a:cubicBezTo>
                      <a:pt x="277" y="89"/>
                      <a:pt x="266" y="73"/>
                      <a:pt x="255" y="56"/>
                    </a:cubicBezTo>
                    <a:cubicBezTo>
                      <a:pt x="244" y="44"/>
                      <a:pt x="232" y="33"/>
                      <a:pt x="215" y="22"/>
                    </a:cubicBezTo>
                    <a:cubicBezTo>
                      <a:pt x="198" y="10"/>
                      <a:pt x="181" y="5"/>
                      <a:pt x="164" y="5"/>
                    </a:cubicBezTo>
                    <a:cubicBezTo>
                      <a:pt x="156" y="2"/>
                      <a:pt x="146" y="1"/>
                      <a:pt x="136"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8" name="Google Shape;1058;p39">
                <a:extLst>
                  <a:ext uri="{FF2B5EF4-FFF2-40B4-BE49-F238E27FC236}">
                    <a16:creationId xmlns:a16="http://schemas.microsoft.com/office/drawing/2014/main" id="{0A8C91B7-0EA8-174F-382F-8E1130ABD7EF}"/>
                  </a:ext>
                </a:extLst>
              </p:cNvPr>
              <p:cNvSpPr/>
              <p:nvPr/>
            </p:nvSpPr>
            <p:spPr>
              <a:xfrm>
                <a:off x="4762900" y="3191400"/>
                <a:ext cx="8650" cy="10400"/>
              </a:xfrm>
              <a:custGeom>
                <a:avLst/>
                <a:gdLst/>
                <a:ahLst/>
                <a:cxnLst/>
                <a:rect l="l" t="t" r="r" b="b"/>
                <a:pathLst>
                  <a:path w="346" h="416" extrusionOk="0">
                    <a:moveTo>
                      <a:pt x="151" y="1"/>
                    </a:moveTo>
                    <a:cubicBezTo>
                      <a:pt x="142" y="1"/>
                      <a:pt x="133" y="2"/>
                      <a:pt x="125" y="5"/>
                    </a:cubicBezTo>
                    <a:cubicBezTo>
                      <a:pt x="102" y="5"/>
                      <a:pt x="85" y="11"/>
                      <a:pt x="69" y="22"/>
                    </a:cubicBezTo>
                    <a:lnTo>
                      <a:pt x="40" y="45"/>
                    </a:lnTo>
                    <a:cubicBezTo>
                      <a:pt x="23" y="62"/>
                      <a:pt x="12" y="78"/>
                      <a:pt x="6" y="107"/>
                    </a:cubicBezTo>
                    <a:lnTo>
                      <a:pt x="1" y="141"/>
                    </a:lnTo>
                    <a:cubicBezTo>
                      <a:pt x="1" y="169"/>
                      <a:pt x="6" y="191"/>
                      <a:pt x="18" y="214"/>
                    </a:cubicBezTo>
                    <a:cubicBezTo>
                      <a:pt x="18" y="214"/>
                      <a:pt x="18" y="214"/>
                      <a:pt x="18" y="214"/>
                    </a:cubicBezTo>
                    <a:lnTo>
                      <a:pt x="18" y="214"/>
                    </a:lnTo>
                    <a:cubicBezTo>
                      <a:pt x="34" y="243"/>
                      <a:pt x="48" y="275"/>
                      <a:pt x="63" y="306"/>
                    </a:cubicBezTo>
                    <a:lnTo>
                      <a:pt x="63" y="306"/>
                    </a:lnTo>
                    <a:cubicBezTo>
                      <a:pt x="63" y="308"/>
                      <a:pt x="63" y="310"/>
                      <a:pt x="63" y="310"/>
                    </a:cubicBezTo>
                    <a:cubicBezTo>
                      <a:pt x="66" y="321"/>
                      <a:pt x="72" y="332"/>
                      <a:pt x="79" y="342"/>
                    </a:cubicBezTo>
                    <a:lnTo>
                      <a:pt x="79" y="342"/>
                    </a:lnTo>
                    <a:cubicBezTo>
                      <a:pt x="79" y="343"/>
                      <a:pt x="80" y="343"/>
                      <a:pt x="80" y="344"/>
                    </a:cubicBezTo>
                    <a:cubicBezTo>
                      <a:pt x="80" y="344"/>
                      <a:pt x="80" y="343"/>
                      <a:pt x="80" y="343"/>
                    </a:cubicBezTo>
                    <a:lnTo>
                      <a:pt x="80" y="343"/>
                    </a:lnTo>
                    <a:cubicBezTo>
                      <a:pt x="83" y="349"/>
                      <a:pt x="87" y="355"/>
                      <a:pt x="91" y="361"/>
                    </a:cubicBezTo>
                    <a:cubicBezTo>
                      <a:pt x="102" y="372"/>
                      <a:pt x="114" y="383"/>
                      <a:pt x="131" y="395"/>
                    </a:cubicBezTo>
                    <a:cubicBezTo>
                      <a:pt x="148" y="406"/>
                      <a:pt x="165" y="412"/>
                      <a:pt x="181" y="412"/>
                    </a:cubicBezTo>
                    <a:cubicBezTo>
                      <a:pt x="191" y="414"/>
                      <a:pt x="199" y="415"/>
                      <a:pt x="207" y="415"/>
                    </a:cubicBezTo>
                    <a:cubicBezTo>
                      <a:pt x="218" y="415"/>
                      <a:pt x="228" y="413"/>
                      <a:pt x="238" y="406"/>
                    </a:cubicBezTo>
                    <a:cubicBezTo>
                      <a:pt x="249" y="406"/>
                      <a:pt x="261" y="400"/>
                      <a:pt x="272" y="395"/>
                    </a:cubicBezTo>
                    <a:cubicBezTo>
                      <a:pt x="294" y="383"/>
                      <a:pt x="311" y="366"/>
                      <a:pt x="323" y="344"/>
                    </a:cubicBezTo>
                    <a:cubicBezTo>
                      <a:pt x="328" y="333"/>
                      <a:pt x="334" y="321"/>
                      <a:pt x="340" y="310"/>
                    </a:cubicBezTo>
                    <a:cubicBezTo>
                      <a:pt x="345" y="287"/>
                      <a:pt x="345" y="259"/>
                      <a:pt x="340" y="237"/>
                    </a:cubicBezTo>
                    <a:cubicBezTo>
                      <a:pt x="317" y="180"/>
                      <a:pt x="289" y="124"/>
                      <a:pt x="266" y="73"/>
                    </a:cubicBezTo>
                    <a:cubicBezTo>
                      <a:pt x="255" y="56"/>
                      <a:pt x="244" y="39"/>
                      <a:pt x="227" y="33"/>
                    </a:cubicBezTo>
                    <a:cubicBezTo>
                      <a:pt x="215" y="16"/>
                      <a:pt x="198" y="11"/>
                      <a:pt x="181" y="5"/>
                    </a:cubicBezTo>
                    <a:cubicBezTo>
                      <a:pt x="170" y="2"/>
                      <a:pt x="160" y="1"/>
                      <a:pt x="151"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9" name="Google Shape;1059;p39">
                <a:extLst>
                  <a:ext uri="{FF2B5EF4-FFF2-40B4-BE49-F238E27FC236}">
                    <a16:creationId xmlns:a16="http://schemas.microsoft.com/office/drawing/2014/main" id="{22216638-054D-8A75-7401-C6B89511CF12}"/>
                  </a:ext>
                </a:extLst>
              </p:cNvPr>
              <p:cNvSpPr/>
              <p:nvPr/>
            </p:nvSpPr>
            <p:spPr>
              <a:xfrm>
                <a:off x="4772075" y="3222725"/>
                <a:ext cx="7950" cy="12875"/>
              </a:xfrm>
              <a:custGeom>
                <a:avLst/>
                <a:gdLst/>
                <a:ahLst/>
                <a:cxnLst/>
                <a:rect l="l" t="t" r="r" b="b"/>
                <a:pathLst>
                  <a:path w="318" h="515" extrusionOk="0">
                    <a:moveTo>
                      <a:pt x="145" y="0"/>
                    </a:moveTo>
                    <a:cubicBezTo>
                      <a:pt x="132" y="0"/>
                      <a:pt x="119" y="2"/>
                      <a:pt x="108" y="6"/>
                    </a:cubicBezTo>
                    <a:cubicBezTo>
                      <a:pt x="74" y="17"/>
                      <a:pt x="40" y="40"/>
                      <a:pt x="23" y="74"/>
                    </a:cubicBezTo>
                    <a:cubicBezTo>
                      <a:pt x="18" y="85"/>
                      <a:pt x="12" y="96"/>
                      <a:pt x="12" y="102"/>
                    </a:cubicBezTo>
                    <a:cubicBezTo>
                      <a:pt x="1" y="130"/>
                      <a:pt x="1" y="153"/>
                      <a:pt x="12" y="181"/>
                    </a:cubicBezTo>
                    <a:cubicBezTo>
                      <a:pt x="12" y="183"/>
                      <a:pt x="12" y="185"/>
                      <a:pt x="12" y="187"/>
                    </a:cubicBezTo>
                    <a:lnTo>
                      <a:pt x="12" y="187"/>
                    </a:lnTo>
                    <a:lnTo>
                      <a:pt x="12" y="186"/>
                    </a:lnTo>
                    <a:lnTo>
                      <a:pt x="12" y="186"/>
                    </a:lnTo>
                    <a:cubicBezTo>
                      <a:pt x="12" y="186"/>
                      <a:pt x="12" y="186"/>
                      <a:pt x="12" y="186"/>
                    </a:cubicBezTo>
                    <a:lnTo>
                      <a:pt x="12" y="186"/>
                    </a:lnTo>
                    <a:cubicBezTo>
                      <a:pt x="12" y="195"/>
                      <a:pt x="12" y="204"/>
                      <a:pt x="15" y="215"/>
                    </a:cubicBezTo>
                    <a:lnTo>
                      <a:pt x="15" y="215"/>
                    </a:lnTo>
                    <a:cubicBezTo>
                      <a:pt x="20" y="268"/>
                      <a:pt x="24" y="320"/>
                      <a:pt x="29" y="373"/>
                    </a:cubicBezTo>
                    <a:cubicBezTo>
                      <a:pt x="29" y="390"/>
                      <a:pt x="35" y="407"/>
                      <a:pt x="46" y="424"/>
                    </a:cubicBezTo>
                    <a:cubicBezTo>
                      <a:pt x="52" y="441"/>
                      <a:pt x="57" y="458"/>
                      <a:pt x="74" y="469"/>
                    </a:cubicBezTo>
                    <a:cubicBezTo>
                      <a:pt x="97" y="497"/>
                      <a:pt x="136" y="514"/>
                      <a:pt x="170" y="514"/>
                    </a:cubicBezTo>
                    <a:cubicBezTo>
                      <a:pt x="210" y="508"/>
                      <a:pt x="249" y="497"/>
                      <a:pt x="272" y="469"/>
                    </a:cubicBezTo>
                    <a:cubicBezTo>
                      <a:pt x="295" y="446"/>
                      <a:pt x="317" y="407"/>
                      <a:pt x="311" y="373"/>
                    </a:cubicBezTo>
                    <a:cubicBezTo>
                      <a:pt x="306" y="282"/>
                      <a:pt x="295" y="192"/>
                      <a:pt x="283" y="102"/>
                    </a:cubicBezTo>
                    <a:cubicBezTo>
                      <a:pt x="278" y="85"/>
                      <a:pt x="272" y="68"/>
                      <a:pt x="255" y="57"/>
                    </a:cubicBezTo>
                    <a:cubicBezTo>
                      <a:pt x="249" y="40"/>
                      <a:pt x="232" y="28"/>
                      <a:pt x="215" y="23"/>
                    </a:cubicBezTo>
                    <a:cubicBezTo>
                      <a:pt x="197" y="8"/>
                      <a:pt x="170" y="0"/>
                      <a:pt x="145"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0" name="Google Shape;1060;p39">
                <a:extLst>
                  <a:ext uri="{FF2B5EF4-FFF2-40B4-BE49-F238E27FC236}">
                    <a16:creationId xmlns:a16="http://schemas.microsoft.com/office/drawing/2014/main" id="{A5740E86-DE93-127A-8218-E07243B736BE}"/>
                  </a:ext>
                </a:extLst>
              </p:cNvPr>
              <p:cNvSpPr/>
              <p:nvPr/>
            </p:nvSpPr>
            <p:spPr>
              <a:xfrm>
                <a:off x="4753175" y="3174050"/>
                <a:ext cx="8350" cy="9025"/>
              </a:xfrm>
              <a:custGeom>
                <a:avLst/>
                <a:gdLst/>
                <a:ahLst/>
                <a:cxnLst/>
                <a:rect l="l" t="t" r="r" b="b"/>
                <a:pathLst>
                  <a:path w="334" h="361" extrusionOk="0">
                    <a:moveTo>
                      <a:pt x="150" y="0"/>
                    </a:moveTo>
                    <a:cubicBezTo>
                      <a:pt x="141" y="0"/>
                      <a:pt x="133" y="2"/>
                      <a:pt x="124" y="4"/>
                    </a:cubicBezTo>
                    <a:cubicBezTo>
                      <a:pt x="102" y="4"/>
                      <a:pt x="85" y="10"/>
                      <a:pt x="74" y="21"/>
                    </a:cubicBezTo>
                    <a:cubicBezTo>
                      <a:pt x="62" y="27"/>
                      <a:pt x="51" y="33"/>
                      <a:pt x="40" y="38"/>
                    </a:cubicBezTo>
                    <a:cubicBezTo>
                      <a:pt x="23" y="61"/>
                      <a:pt x="11" y="78"/>
                      <a:pt x="6" y="100"/>
                    </a:cubicBezTo>
                    <a:cubicBezTo>
                      <a:pt x="6" y="117"/>
                      <a:pt x="0" y="129"/>
                      <a:pt x="0" y="140"/>
                    </a:cubicBezTo>
                    <a:cubicBezTo>
                      <a:pt x="0" y="168"/>
                      <a:pt x="6" y="191"/>
                      <a:pt x="23" y="213"/>
                    </a:cubicBezTo>
                    <a:cubicBezTo>
                      <a:pt x="40" y="236"/>
                      <a:pt x="57" y="264"/>
                      <a:pt x="74" y="292"/>
                    </a:cubicBezTo>
                    <a:cubicBezTo>
                      <a:pt x="79" y="304"/>
                      <a:pt x="90" y="321"/>
                      <a:pt x="107" y="332"/>
                    </a:cubicBezTo>
                    <a:cubicBezTo>
                      <a:pt x="119" y="343"/>
                      <a:pt x="136" y="349"/>
                      <a:pt x="158" y="355"/>
                    </a:cubicBezTo>
                    <a:cubicBezTo>
                      <a:pt x="175" y="360"/>
                      <a:pt x="192" y="360"/>
                      <a:pt x="209" y="360"/>
                    </a:cubicBezTo>
                    <a:cubicBezTo>
                      <a:pt x="232" y="355"/>
                      <a:pt x="249" y="349"/>
                      <a:pt x="266" y="343"/>
                    </a:cubicBezTo>
                    <a:lnTo>
                      <a:pt x="294" y="321"/>
                    </a:lnTo>
                    <a:cubicBezTo>
                      <a:pt x="311" y="304"/>
                      <a:pt x="322" y="281"/>
                      <a:pt x="328" y="259"/>
                    </a:cubicBezTo>
                    <a:lnTo>
                      <a:pt x="333" y="219"/>
                    </a:lnTo>
                    <a:cubicBezTo>
                      <a:pt x="333" y="191"/>
                      <a:pt x="328" y="168"/>
                      <a:pt x="316" y="146"/>
                    </a:cubicBezTo>
                    <a:cubicBezTo>
                      <a:pt x="299" y="123"/>
                      <a:pt x="282" y="95"/>
                      <a:pt x="266" y="67"/>
                    </a:cubicBezTo>
                    <a:cubicBezTo>
                      <a:pt x="254" y="55"/>
                      <a:pt x="243" y="38"/>
                      <a:pt x="226" y="27"/>
                    </a:cubicBezTo>
                    <a:cubicBezTo>
                      <a:pt x="215" y="16"/>
                      <a:pt x="198" y="10"/>
                      <a:pt x="181" y="4"/>
                    </a:cubicBezTo>
                    <a:cubicBezTo>
                      <a:pt x="170" y="2"/>
                      <a:pt x="160" y="0"/>
                      <a:pt x="150"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1" name="Google Shape;1061;p39">
                <a:extLst>
                  <a:ext uri="{FF2B5EF4-FFF2-40B4-BE49-F238E27FC236}">
                    <a16:creationId xmlns:a16="http://schemas.microsoft.com/office/drawing/2014/main" id="{1DD9E62A-248D-ACC1-11FD-46F83FC6FE00}"/>
                  </a:ext>
                </a:extLst>
              </p:cNvPr>
              <p:cNvSpPr/>
              <p:nvPr/>
            </p:nvSpPr>
            <p:spPr>
              <a:xfrm>
                <a:off x="4773075" y="3231325"/>
                <a:ext cx="7500" cy="15850"/>
              </a:xfrm>
              <a:custGeom>
                <a:avLst/>
                <a:gdLst/>
                <a:ahLst/>
                <a:cxnLst/>
                <a:rect l="l" t="t" r="r" b="b"/>
                <a:pathLst>
                  <a:path w="300" h="634" extrusionOk="0">
                    <a:moveTo>
                      <a:pt x="147" y="1"/>
                    </a:moveTo>
                    <a:cubicBezTo>
                      <a:pt x="108" y="1"/>
                      <a:pt x="68" y="12"/>
                      <a:pt x="46" y="40"/>
                    </a:cubicBezTo>
                    <a:cubicBezTo>
                      <a:pt x="23" y="68"/>
                      <a:pt x="0" y="102"/>
                      <a:pt x="6" y="142"/>
                    </a:cubicBezTo>
                    <a:cubicBezTo>
                      <a:pt x="12" y="260"/>
                      <a:pt x="17" y="373"/>
                      <a:pt x="17" y="492"/>
                    </a:cubicBezTo>
                    <a:cubicBezTo>
                      <a:pt x="17" y="563"/>
                      <a:pt x="75" y="633"/>
                      <a:pt x="150" y="633"/>
                    </a:cubicBezTo>
                    <a:cubicBezTo>
                      <a:pt x="153" y="633"/>
                      <a:pt x="156" y="633"/>
                      <a:pt x="158" y="633"/>
                    </a:cubicBezTo>
                    <a:cubicBezTo>
                      <a:pt x="232" y="633"/>
                      <a:pt x="300" y="571"/>
                      <a:pt x="300" y="492"/>
                    </a:cubicBezTo>
                    <a:cubicBezTo>
                      <a:pt x="300" y="373"/>
                      <a:pt x="294" y="260"/>
                      <a:pt x="288" y="142"/>
                    </a:cubicBezTo>
                    <a:cubicBezTo>
                      <a:pt x="283" y="102"/>
                      <a:pt x="271" y="68"/>
                      <a:pt x="243" y="40"/>
                    </a:cubicBezTo>
                    <a:cubicBezTo>
                      <a:pt x="221" y="18"/>
                      <a:pt x="181" y="1"/>
                      <a:pt x="147"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2" name="Google Shape;1062;p39">
                <a:extLst>
                  <a:ext uri="{FF2B5EF4-FFF2-40B4-BE49-F238E27FC236}">
                    <a16:creationId xmlns:a16="http://schemas.microsoft.com/office/drawing/2014/main" id="{D26CC2B1-8851-4BC5-1129-80BF28EE0AA3}"/>
                  </a:ext>
                </a:extLst>
              </p:cNvPr>
              <p:cNvSpPr/>
              <p:nvPr/>
            </p:nvSpPr>
            <p:spPr>
              <a:xfrm>
                <a:off x="4770525" y="3214325"/>
                <a:ext cx="8225" cy="12075"/>
              </a:xfrm>
              <a:custGeom>
                <a:avLst/>
                <a:gdLst/>
                <a:ahLst/>
                <a:cxnLst/>
                <a:rect l="l" t="t" r="r" b="b"/>
                <a:pathLst>
                  <a:path w="329" h="483" extrusionOk="0">
                    <a:moveTo>
                      <a:pt x="148" y="1"/>
                    </a:moveTo>
                    <a:cubicBezTo>
                      <a:pt x="135" y="1"/>
                      <a:pt x="120" y="5"/>
                      <a:pt x="108" y="9"/>
                    </a:cubicBezTo>
                    <a:cubicBezTo>
                      <a:pt x="74" y="20"/>
                      <a:pt x="40" y="37"/>
                      <a:pt x="23" y="71"/>
                    </a:cubicBezTo>
                    <a:cubicBezTo>
                      <a:pt x="6" y="105"/>
                      <a:pt x="1" y="144"/>
                      <a:pt x="6" y="178"/>
                    </a:cubicBezTo>
                    <a:cubicBezTo>
                      <a:pt x="23" y="246"/>
                      <a:pt x="35" y="314"/>
                      <a:pt x="52" y="381"/>
                    </a:cubicBezTo>
                    <a:cubicBezTo>
                      <a:pt x="52" y="398"/>
                      <a:pt x="63" y="415"/>
                      <a:pt x="74" y="426"/>
                    </a:cubicBezTo>
                    <a:cubicBezTo>
                      <a:pt x="85" y="443"/>
                      <a:pt x="97" y="455"/>
                      <a:pt x="114" y="466"/>
                    </a:cubicBezTo>
                    <a:cubicBezTo>
                      <a:pt x="131" y="477"/>
                      <a:pt x="148" y="483"/>
                      <a:pt x="164" y="483"/>
                    </a:cubicBezTo>
                    <a:cubicBezTo>
                      <a:pt x="187" y="483"/>
                      <a:pt x="204" y="483"/>
                      <a:pt x="221" y="477"/>
                    </a:cubicBezTo>
                    <a:cubicBezTo>
                      <a:pt x="255" y="466"/>
                      <a:pt x="289" y="449"/>
                      <a:pt x="306" y="415"/>
                    </a:cubicBezTo>
                    <a:lnTo>
                      <a:pt x="323" y="381"/>
                    </a:lnTo>
                    <a:cubicBezTo>
                      <a:pt x="328" y="353"/>
                      <a:pt x="328" y="330"/>
                      <a:pt x="323" y="308"/>
                    </a:cubicBezTo>
                    <a:cubicBezTo>
                      <a:pt x="311" y="240"/>
                      <a:pt x="294" y="172"/>
                      <a:pt x="283" y="105"/>
                    </a:cubicBezTo>
                    <a:cubicBezTo>
                      <a:pt x="277" y="88"/>
                      <a:pt x="266" y="71"/>
                      <a:pt x="255" y="59"/>
                    </a:cubicBezTo>
                    <a:cubicBezTo>
                      <a:pt x="244" y="42"/>
                      <a:pt x="232" y="31"/>
                      <a:pt x="215" y="20"/>
                    </a:cubicBezTo>
                    <a:cubicBezTo>
                      <a:pt x="198" y="9"/>
                      <a:pt x="181" y="3"/>
                      <a:pt x="164" y="3"/>
                    </a:cubicBezTo>
                    <a:cubicBezTo>
                      <a:pt x="160" y="1"/>
                      <a:pt x="154" y="1"/>
                      <a:pt x="148"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3" name="Google Shape;1063;p39">
                <a:extLst>
                  <a:ext uri="{FF2B5EF4-FFF2-40B4-BE49-F238E27FC236}">
                    <a16:creationId xmlns:a16="http://schemas.microsoft.com/office/drawing/2014/main" id="{0732C6E3-AEA8-6D9C-B5F1-CA86EA2C0ACA}"/>
                  </a:ext>
                </a:extLst>
              </p:cNvPr>
              <p:cNvSpPr/>
              <p:nvPr/>
            </p:nvSpPr>
            <p:spPr>
              <a:xfrm>
                <a:off x="4768275" y="3206225"/>
                <a:ext cx="8625" cy="11675"/>
              </a:xfrm>
              <a:custGeom>
                <a:avLst/>
                <a:gdLst/>
                <a:ahLst/>
                <a:cxnLst/>
                <a:rect l="l" t="t" r="r" b="b"/>
                <a:pathLst>
                  <a:path w="345" h="467" extrusionOk="0">
                    <a:moveTo>
                      <a:pt x="139" y="1"/>
                    </a:moveTo>
                    <a:cubicBezTo>
                      <a:pt x="130" y="1"/>
                      <a:pt x="122" y="2"/>
                      <a:pt x="113" y="5"/>
                    </a:cubicBezTo>
                    <a:cubicBezTo>
                      <a:pt x="79" y="16"/>
                      <a:pt x="46" y="39"/>
                      <a:pt x="29" y="73"/>
                    </a:cubicBezTo>
                    <a:cubicBezTo>
                      <a:pt x="12" y="101"/>
                      <a:pt x="0" y="141"/>
                      <a:pt x="12" y="180"/>
                    </a:cubicBezTo>
                    <a:cubicBezTo>
                      <a:pt x="34" y="242"/>
                      <a:pt x="51" y="299"/>
                      <a:pt x="62" y="361"/>
                    </a:cubicBezTo>
                    <a:cubicBezTo>
                      <a:pt x="74" y="395"/>
                      <a:pt x="102" y="429"/>
                      <a:pt x="130" y="446"/>
                    </a:cubicBezTo>
                    <a:cubicBezTo>
                      <a:pt x="147" y="457"/>
                      <a:pt x="164" y="462"/>
                      <a:pt x="181" y="462"/>
                    </a:cubicBezTo>
                    <a:cubicBezTo>
                      <a:pt x="192" y="465"/>
                      <a:pt x="202" y="467"/>
                      <a:pt x="211" y="467"/>
                    </a:cubicBezTo>
                    <a:cubicBezTo>
                      <a:pt x="221" y="467"/>
                      <a:pt x="229" y="465"/>
                      <a:pt x="238" y="462"/>
                    </a:cubicBezTo>
                    <a:cubicBezTo>
                      <a:pt x="271" y="451"/>
                      <a:pt x="305" y="429"/>
                      <a:pt x="322" y="395"/>
                    </a:cubicBezTo>
                    <a:cubicBezTo>
                      <a:pt x="339" y="361"/>
                      <a:pt x="345" y="327"/>
                      <a:pt x="339" y="287"/>
                    </a:cubicBezTo>
                    <a:cubicBezTo>
                      <a:pt x="322" y="225"/>
                      <a:pt x="305" y="163"/>
                      <a:pt x="288" y="101"/>
                    </a:cubicBezTo>
                    <a:cubicBezTo>
                      <a:pt x="277" y="67"/>
                      <a:pt x="254" y="39"/>
                      <a:pt x="221" y="22"/>
                    </a:cubicBezTo>
                    <a:cubicBezTo>
                      <a:pt x="204" y="11"/>
                      <a:pt x="187" y="5"/>
                      <a:pt x="170" y="5"/>
                    </a:cubicBezTo>
                    <a:cubicBezTo>
                      <a:pt x="158" y="2"/>
                      <a:pt x="149" y="1"/>
                      <a:pt x="139"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4" name="Google Shape;1064;p39">
                <a:extLst>
                  <a:ext uri="{FF2B5EF4-FFF2-40B4-BE49-F238E27FC236}">
                    <a16:creationId xmlns:a16="http://schemas.microsoft.com/office/drawing/2014/main" id="{4E224F39-A8A0-1225-A511-326EF8A1F243}"/>
                  </a:ext>
                </a:extLst>
              </p:cNvPr>
              <p:cNvSpPr/>
              <p:nvPr/>
            </p:nvSpPr>
            <p:spPr>
              <a:xfrm>
                <a:off x="4744000" y="3162150"/>
                <a:ext cx="7775" cy="7925"/>
              </a:xfrm>
              <a:custGeom>
                <a:avLst/>
                <a:gdLst/>
                <a:ahLst/>
                <a:cxnLst/>
                <a:rect l="l" t="t" r="r" b="b"/>
                <a:pathLst>
                  <a:path w="311" h="317" extrusionOk="0">
                    <a:moveTo>
                      <a:pt x="141" y="0"/>
                    </a:moveTo>
                    <a:cubicBezTo>
                      <a:pt x="119" y="0"/>
                      <a:pt x="102" y="6"/>
                      <a:pt x="85" y="12"/>
                    </a:cubicBezTo>
                    <a:cubicBezTo>
                      <a:pt x="68" y="17"/>
                      <a:pt x="51" y="29"/>
                      <a:pt x="40" y="40"/>
                    </a:cubicBezTo>
                    <a:lnTo>
                      <a:pt x="17" y="68"/>
                    </a:lnTo>
                    <a:cubicBezTo>
                      <a:pt x="6" y="91"/>
                      <a:pt x="0" y="113"/>
                      <a:pt x="0" y="142"/>
                    </a:cubicBezTo>
                    <a:lnTo>
                      <a:pt x="6" y="181"/>
                    </a:lnTo>
                    <a:cubicBezTo>
                      <a:pt x="11" y="204"/>
                      <a:pt x="23" y="226"/>
                      <a:pt x="40" y="243"/>
                    </a:cubicBezTo>
                    <a:cubicBezTo>
                      <a:pt x="51" y="255"/>
                      <a:pt x="62" y="266"/>
                      <a:pt x="73" y="277"/>
                    </a:cubicBezTo>
                    <a:cubicBezTo>
                      <a:pt x="85" y="288"/>
                      <a:pt x="96" y="300"/>
                      <a:pt x="119" y="305"/>
                    </a:cubicBezTo>
                    <a:cubicBezTo>
                      <a:pt x="136" y="311"/>
                      <a:pt x="152" y="317"/>
                      <a:pt x="169" y="317"/>
                    </a:cubicBezTo>
                    <a:cubicBezTo>
                      <a:pt x="192" y="317"/>
                      <a:pt x="209" y="311"/>
                      <a:pt x="226" y="305"/>
                    </a:cubicBezTo>
                    <a:cubicBezTo>
                      <a:pt x="243" y="300"/>
                      <a:pt x="260" y="288"/>
                      <a:pt x="271" y="277"/>
                    </a:cubicBezTo>
                    <a:lnTo>
                      <a:pt x="294" y="249"/>
                    </a:lnTo>
                    <a:cubicBezTo>
                      <a:pt x="305" y="226"/>
                      <a:pt x="311" y="204"/>
                      <a:pt x="311" y="175"/>
                    </a:cubicBezTo>
                    <a:cubicBezTo>
                      <a:pt x="311" y="164"/>
                      <a:pt x="311" y="153"/>
                      <a:pt x="305" y="136"/>
                    </a:cubicBezTo>
                    <a:cubicBezTo>
                      <a:pt x="299" y="113"/>
                      <a:pt x="288" y="91"/>
                      <a:pt x="271" y="74"/>
                    </a:cubicBezTo>
                    <a:cubicBezTo>
                      <a:pt x="260" y="63"/>
                      <a:pt x="249" y="51"/>
                      <a:pt x="237" y="40"/>
                    </a:cubicBezTo>
                    <a:cubicBezTo>
                      <a:pt x="226" y="29"/>
                      <a:pt x="209" y="17"/>
                      <a:pt x="192" y="12"/>
                    </a:cubicBezTo>
                    <a:cubicBezTo>
                      <a:pt x="175" y="6"/>
                      <a:pt x="158" y="0"/>
                      <a:pt x="141"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5" name="Google Shape;1065;p39">
                <a:extLst>
                  <a:ext uri="{FF2B5EF4-FFF2-40B4-BE49-F238E27FC236}">
                    <a16:creationId xmlns:a16="http://schemas.microsoft.com/office/drawing/2014/main" id="{05562E16-1270-10F9-77DE-CD91FA86FBF6}"/>
                  </a:ext>
                </a:extLst>
              </p:cNvPr>
              <p:cNvSpPr/>
              <p:nvPr/>
            </p:nvSpPr>
            <p:spPr>
              <a:xfrm>
                <a:off x="4748650" y="3167800"/>
                <a:ext cx="8200" cy="8600"/>
              </a:xfrm>
              <a:custGeom>
                <a:avLst/>
                <a:gdLst/>
                <a:ahLst/>
                <a:cxnLst/>
                <a:rect l="l" t="t" r="r" b="b"/>
                <a:pathLst>
                  <a:path w="328" h="344" extrusionOk="0">
                    <a:moveTo>
                      <a:pt x="142" y="0"/>
                    </a:moveTo>
                    <a:cubicBezTo>
                      <a:pt x="119" y="0"/>
                      <a:pt x="102" y="0"/>
                      <a:pt x="85" y="12"/>
                    </a:cubicBezTo>
                    <a:cubicBezTo>
                      <a:pt x="68" y="17"/>
                      <a:pt x="51" y="29"/>
                      <a:pt x="40" y="40"/>
                    </a:cubicBezTo>
                    <a:lnTo>
                      <a:pt x="17" y="68"/>
                    </a:lnTo>
                    <a:cubicBezTo>
                      <a:pt x="6" y="91"/>
                      <a:pt x="0" y="113"/>
                      <a:pt x="0" y="141"/>
                    </a:cubicBezTo>
                    <a:cubicBezTo>
                      <a:pt x="0" y="153"/>
                      <a:pt x="0" y="164"/>
                      <a:pt x="6" y="175"/>
                    </a:cubicBezTo>
                    <a:cubicBezTo>
                      <a:pt x="12" y="204"/>
                      <a:pt x="23" y="221"/>
                      <a:pt x="40" y="243"/>
                    </a:cubicBezTo>
                    <a:lnTo>
                      <a:pt x="41" y="245"/>
                    </a:lnTo>
                    <a:lnTo>
                      <a:pt x="41" y="245"/>
                    </a:lnTo>
                    <a:cubicBezTo>
                      <a:pt x="49" y="255"/>
                      <a:pt x="57" y="264"/>
                      <a:pt x="68" y="271"/>
                    </a:cubicBezTo>
                    <a:cubicBezTo>
                      <a:pt x="74" y="288"/>
                      <a:pt x="85" y="305"/>
                      <a:pt x="102" y="311"/>
                    </a:cubicBezTo>
                    <a:cubicBezTo>
                      <a:pt x="119" y="328"/>
                      <a:pt x="130" y="334"/>
                      <a:pt x="153" y="339"/>
                    </a:cubicBezTo>
                    <a:cubicBezTo>
                      <a:pt x="161" y="342"/>
                      <a:pt x="170" y="343"/>
                      <a:pt x="179" y="343"/>
                    </a:cubicBezTo>
                    <a:cubicBezTo>
                      <a:pt x="188" y="343"/>
                      <a:pt x="198" y="342"/>
                      <a:pt x="209" y="339"/>
                    </a:cubicBezTo>
                    <a:cubicBezTo>
                      <a:pt x="226" y="339"/>
                      <a:pt x="243" y="334"/>
                      <a:pt x="260" y="322"/>
                    </a:cubicBezTo>
                    <a:lnTo>
                      <a:pt x="288" y="305"/>
                    </a:lnTo>
                    <a:cubicBezTo>
                      <a:pt x="305" y="283"/>
                      <a:pt x="317" y="266"/>
                      <a:pt x="322" y="243"/>
                    </a:cubicBezTo>
                    <a:lnTo>
                      <a:pt x="328" y="204"/>
                    </a:lnTo>
                    <a:cubicBezTo>
                      <a:pt x="328" y="175"/>
                      <a:pt x="322" y="153"/>
                      <a:pt x="311" y="130"/>
                    </a:cubicBezTo>
                    <a:cubicBezTo>
                      <a:pt x="288" y="102"/>
                      <a:pt x="266" y="68"/>
                      <a:pt x="238" y="40"/>
                    </a:cubicBezTo>
                    <a:cubicBezTo>
                      <a:pt x="226" y="29"/>
                      <a:pt x="215" y="17"/>
                      <a:pt x="192" y="12"/>
                    </a:cubicBezTo>
                    <a:cubicBezTo>
                      <a:pt x="175" y="0"/>
                      <a:pt x="159" y="0"/>
                      <a:pt x="142"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6" name="Google Shape;1066;p39">
                <a:extLst>
                  <a:ext uri="{FF2B5EF4-FFF2-40B4-BE49-F238E27FC236}">
                    <a16:creationId xmlns:a16="http://schemas.microsoft.com/office/drawing/2014/main" id="{A94DA54F-EB70-47AA-5AEE-37EB3B50C558}"/>
                  </a:ext>
                </a:extLst>
              </p:cNvPr>
              <p:cNvSpPr/>
              <p:nvPr/>
            </p:nvSpPr>
            <p:spPr>
              <a:xfrm>
                <a:off x="4484925" y="3138725"/>
                <a:ext cx="336850" cy="477075"/>
              </a:xfrm>
              <a:custGeom>
                <a:avLst/>
                <a:gdLst/>
                <a:ahLst/>
                <a:cxnLst/>
                <a:rect l="l" t="t" r="r" b="b"/>
                <a:pathLst>
                  <a:path w="13474" h="19083" extrusionOk="0">
                    <a:moveTo>
                      <a:pt x="9707" y="536"/>
                    </a:moveTo>
                    <a:lnTo>
                      <a:pt x="9707" y="536"/>
                    </a:lnTo>
                    <a:cubicBezTo>
                      <a:pt x="10371" y="1035"/>
                      <a:pt x="10918" y="1715"/>
                      <a:pt x="11216" y="2490"/>
                    </a:cubicBezTo>
                    <a:cubicBezTo>
                      <a:pt x="11396" y="2970"/>
                      <a:pt x="11509" y="3462"/>
                      <a:pt x="11538" y="3976"/>
                    </a:cubicBezTo>
                    <a:cubicBezTo>
                      <a:pt x="11549" y="4185"/>
                      <a:pt x="11543" y="4399"/>
                      <a:pt x="11543" y="4608"/>
                    </a:cubicBezTo>
                    <a:lnTo>
                      <a:pt x="11543" y="5755"/>
                    </a:lnTo>
                    <a:cubicBezTo>
                      <a:pt x="11543" y="5992"/>
                      <a:pt x="11532" y="6229"/>
                      <a:pt x="11543" y="6466"/>
                    </a:cubicBezTo>
                    <a:cubicBezTo>
                      <a:pt x="11549" y="6602"/>
                      <a:pt x="11713" y="6686"/>
                      <a:pt x="11814" y="6765"/>
                    </a:cubicBezTo>
                    <a:cubicBezTo>
                      <a:pt x="12193" y="7065"/>
                      <a:pt x="12577" y="7364"/>
                      <a:pt x="12955" y="7669"/>
                    </a:cubicBezTo>
                    <a:cubicBezTo>
                      <a:pt x="13136" y="7816"/>
                      <a:pt x="13221" y="8030"/>
                      <a:pt x="13130" y="8251"/>
                    </a:cubicBezTo>
                    <a:cubicBezTo>
                      <a:pt x="13034" y="8477"/>
                      <a:pt x="12808" y="8590"/>
                      <a:pt x="12577" y="8590"/>
                    </a:cubicBezTo>
                    <a:cubicBezTo>
                      <a:pt x="12477" y="8591"/>
                      <a:pt x="12378" y="8592"/>
                      <a:pt x="12279" y="8592"/>
                    </a:cubicBezTo>
                    <a:cubicBezTo>
                      <a:pt x="12081" y="8592"/>
                      <a:pt x="11884" y="8590"/>
                      <a:pt x="11684" y="8590"/>
                    </a:cubicBezTo>
                    <a:cubicBezTo>
                      <a:pt x="11605" y="8590"/>
                      <a:pt x="11543" y="8657"/>
                      <a:pt x="11543" y="8731"/>
                    </a:cubicBezTo>
                    <a:cubicBezTo>
                      <a:pt x="11543" y="9030"/>
                      <a:pt x="11549" y="9329"/>
                      <a:pt x="11538" y="9623"/>
                    </a:cubicBezTo>
                    <a:cubicBezTo>
                      <a:pt x="11515" y="10154"/>
                      <a:pt x="11408" y="10685"/>
                      <a:pt x="11210" y="11182"/>
                    </a:cubicBezTo>
                    <a:cubicBezTo>
                      <a:pt x="10832" y="12147"/>
                      <a:pt x="10126" y="12983"/>
                      <a:pt x="9239" y="13525"/>
                    </a:cubicBezTo>
                    <a:cubicBezTo>
                      <a:pt x="8748" y="13822"/>
                      <a:pt x="8210" y="14026"/>
                      <a:pt x="7645" y="14138"/>
                    </a:cubicBezTo>
                    <a:lnTo>
                      <a:pt x="7645" y="14138"/>
                    </a:lnTo>
                    <a:cubicBezTo>
                      <a:pt x="7652" y="14108"/>
                      <a:pt x="7659" y="14078"/>
                      <a:pt x="7664" y="14051"/>
                    </a:cubicBezTo>
                    <a:cubicBezTo>
                      <a:pt x="7703" y="13825"/>
                      <a:pt x="7720" y="13599"/>
                      <a:pt x="7709" y="13373"/>
                    </a:cubicBezTo>
                    <a:cubicBezTo>
                      <a:pt x="7675" y="12475"/>
                      <a:pt x="7285" y="11628"/>
                      <a:pt x="6783" y="10894"/>
                    </a:cubicBezTo>
                    <a:cubicBezTo>
                      <a:pt x="6382" y="10306"/>
                      <a:pt x="5896" y="9770"/>
                      <a:pt x="5371" y="9290"/>
                    </a:cubicBezTo>
                    <a:cubicBezTo>
                      <a:pt x="5128" y="9070"/>
                      <a:pt x="4874" y="8889"/>
                      <a:pt x="4687" y="8606"/>
                    </a:cubicBezTo>
                    <a:cubicBezTo>
                      <a:pt x="4416" y="8194"/>
                      <a:pt x="4320" y="7703"/>
                      <a:pt x="4462" y="7223"/>
                    </a:cubicBezTo>
                    <a:cubicBezTo>
                      <a:pt x="4563" y="6890"/>
                      <a:pt x="4795" y="6624"/>
                      <a:pt x="5134" y="6528"/>
                    </a:cubicBezTo>
                    <a:cubicBezTo>
                      <a:pt x="5184" y="6517"/>
                      <a:pt x="5235" y="6506"/>
                      <a:pt x="5286" y="6494"/>
                    </a:cubicBezTo>
                    <a:cubicBezTo>
                      <a:pt x="5294" y="6493"/>
                      <a:pt x="5298" y="6493"/>
                      <a:pt x="5299" y="6493"/>
                    </a:cubicBezTo>
                    <a:cubicBezTo>
                      <a:pt x="5301" y="6493"/>
                      <a:pt x="5282" y="6496"/>
                      <a:pt x="5282" y="6496"/>
                    </a:cubicBezTo>
                    <a:cubicBezTo>
                      <a:pt x="5282" y="6496"/>
                      <a:pt x="5285" y="6496"/>
                      <a:pt x="5292" y="6494"/>
                    </a:cubicBezTo>
                    <a:lnTo>
                      <a:pt x="5326" y="6494"/>
                    </a:lnTo>
                    <a:cubicBezTo>
                      <a:pt x="5354" y="6489"/>
                      <a:pt x="5382" y="6489"/>
                      <a:pt x="5410" y="6489"/>
                    </a:cubicBezTo>
                    <a:cubicBezTo>
                      <a:pt x="5414" y="6489"/>
                      <a:pt x="5417" y="6488"/>
                      <a:pt x="5420" y="6488"/>
                    </a:cubicBezTo>
                    <a:lnTo>
                      <a:pt x="5420" y="6488"/>
                    </a:lnTo>
                    <a:cubicBezTo>
                      <a:pt x="6703" y="6429"/>
                      <a:pt x="8006" y="6056"/>
                      <a:pt x="8912" y="5099"/>
                    </a:cubicBezTo>
                    <a:cubicBezTo>
                      <a:pt x="9392" y="4597"/>
                      <a:pt x="9759" y="3976"/>
                      <a:pt x="9939" y="3298"/>
                    </a:cubicBezTo>
                    <a:cubicBezTo>
                      <a:pt x="10086" y="2739"/>
                      <a:pt x="10098" y="2152"/>
                      <a:pt x="10007" y="1587"/>
                    </a:cubicBezTo>
                    <a:cubicBezTo>
                      <a:pt x="9946" y="1225"/>
                      <a:pt x="9842" y="873"/>
                      <a:pt x="9707" y="536"/>
                    </a:cubicBezTo>
                    <a:close/>
                    <a:moveTo>
                      <a:pt x="7466" y="14937"/>
                    </a:moveTo>
                    <a:lnTo>
                      <a:pt x="7466" y="15863"/>
                    </a:lnTo>
                    <a:lnTo>
                      <a:pt x="7466" y="18359"/>
                    </a:lnTo>
                    <a:lnTo>
                      <a:pt x="7466" y="18800"/>
                    </a:lnTo>
                    <a:lnTo>
                      <a:pt x="283" y="18800"/>
                    </a:lnTo>
                    <a:lnTo>
                      <a:pt x="283" y="17586"/>
                    </a:lnTo>
                    <a:lnTo>
                      <a:pt x="3383" y="17586"/>
                    </a:lnTo>
                    <a:cubicBezTo>
                      <a:pt x="4078" y="17586"/>
                      <a:pt x="4778" y="17518"/>
                      <a:pt x="5427" y="17253"/>
                    </a:cubicBezTo>
                    <a:cubicBezTo>
                      <a:pt x="6065" y="16987"/>
                      <a:pt x="6613" y="16552"/>
                      <a:pt x="6997" y="15976"/>
                    </a:cubicBezTo>
                    <a:cubicBezTo>
                      <a:pt x="7207" y="15657"/>
                      <a:pt x="7364" y="15302"/>
                      <a:pt x="7466" y="14937"/>
                    </a:cubicBezTo>
                    <a:close/>
                    <a:moveTo>
                      <a:pt x="9374" y="0"/>
                    </a:moveTo>
                    <a:cubicBezTo>
                      <a:pt x="9277" y="0"/>
                      <a:pt x="9206" y="115"/>
                      <a:pt x="9256" y="215"/>
                    </a:cubicBezTo>
                    <a:cubicBezTo>
                      <a:pt x="9680" y="1062"/>
                      <a:pt x="9906" y="2044"/>
                      <a:pt x="9719" y="2987"/>
                    </a:cubicBezTo>
                    <a:cubicBezTo>
                      <a:pt x="9476" y="4247"/>
                      <a:pt x="8562" y="5314"/>
                      <a:pt x="7387" y="5800"/>
                    </a:cubicBezTo>
                    <a:cubicBezTo>
                      <a:pt x="6760" y="6060"/>
                      <a:pt x="6082" y="6178"/>
                      <a:pt x="5405" y="6206"/>
                    </a:cubicBezTo>
                    <a:cubicBezTo>
                      <a:pt x="5403" y="6206"/>
                      <a:pt x="5402" y="6207"/>
                      <a:pt x="5400" y="6207"/>
                    </a:cubicBezTo>
                    <a:lnTo>
                      <a:pt x="5400" y="6207"/>
                    </a:lnTo>
                    <a:cubicBezTo>
                      <a:pt x="5138" y="6214"/>
                      <a:pt x="4882" y="6287"/>
                      <a:pt x="4676" y="6438"/>
                    </a:cubicBezTo>
                    <a:cubicBezTo>
                      <a:pt x="4292" y="6715"/>
                      <a:pt x="4128" y="7178"/>
                      <a:pt x="4111" y="7635"/>
                    </a:cubicBezTo>
                    <a:cubicBezTo>
                      <a:pt x="4094" y="8234"/>
                      <a:pt x="4394" y="8844"/>
                      <a:pt x="4857" y="9216"/>
                    </a:cubicBezTo>
                    <a:cubicBezTo>
                      <a:pt x="5241" y="9527"/>
                      <a:pt x="5591" y="9877"/>
                      <a:pt x="5919" y="10250"/>
                    </a:cubicBezTo>
                    <a:cubicBezTo>
                      <a:pt x="6478" y="10877"/>
                      <a:pt x="6975" y="11600"/>
                      <a:pt x="7246" y="12407"/>
                    </a:cubicBezTo>
                    <a:cubicBezTo>
                      <a:pt x="7381" y="12831"/>
                      <a:pt x="7455" y="13271"/>
                      <a:pt x="7421" y="13717"/>
                    </a:cubicBezTo>
                    <a:cubicBezTo>
                      <a:pt x="7404" y="13949"/>
                      <a:pt x="7336" y="14158"/>
                      <a:pt x="7291" y="14384"/>
                    </a:cubicBezTo>
                    <a:cubicBezTo>
                      <a:pt x="7285" y="14412"/>
                      <a:pt x="7285" y="14440"/>
                      <a:pt x="7280" y="14468"/>
                    </a:cubicBezTo>
                    <a:cubicBezTo>
                      <a:pt x="7281" y="14453"/>
                      <a:pt x="7282" y="14447"/>
                      <a:pt x="7282" y="14447"/>
                    </a:cubicBezTo>
                    <a:lnTo>
                      <a:pt x="7282" y="14447"/>
                    </a:lnTo>
                    <a:cubicBezTo>
                      <a:pt x="7282" y="14447"/>
                      <a:pt x="7278" y="14477"/>
                      <a:pt x="7274" y="14497"/>
                    </a:cubicBezTo>
                    <a:cubicBezTo>
                      <a:pt x="7274" y="14525"/>
                      <a:pt x="7268" y="14553"/>
                      <a:pt x="7263" y="14581"/>
                    </a:cubicBezTo>
                    <a:cubicBezTo>
                      <a:pt x="7246" y="14655"/>
                      <a:pt x="7229" y="14734"/>
                      <a:pt x="7212" y="14807"/>
                    </a:cubicBezTo>
                    <a:cubicBezTo>
                      <a:pt x="7155" y="15005"/>
                      <a:pt x="7088" y="15203"/>
                      <a:pt x="7008" y="15372"/>
                    </a:cubicBezTo>
                    <a:cubicBezTo>
                      <a:pt x="6754" y="15908"/>
                      <a:pt x="6370" y="16377"/>
                      <a:pt x="5873" y="16699"/>
                    </a:cubicBezTo>
                    <a:cubicBezTo>
                      <a:pt x="5184" y="17151"/>
                      <a:pt x="4354" y="17303"/>
                      <a:pt x="3547" y="17303"/>
                    </a:cubicBezTo>
                    <a:lnTo>
                      <a:pt x="141" y="17303"/>
                    </a:lnTo>
                    <a:cubicBezTo>
                      <a:pt x="62" y="17303"/>
                      <a:pt x="0" y="17365"/>
                      <a:pt x="0" y="17445"/>
                    </a:cubicBezTo>
                    <a:lnTo>
                      <a:pt x="0" y="18941"/>
                    </a:lnTo>
                    <a:cubicBezTo>
                      <a:pt x="0" y="19015"/>
                      <a:pt x="62" y="19082"/>
                      <a:pt x="141" y="19082"/>
                    </a:cubicBezTo>
                    <a:lnTo>
                      <a:pt x="7607" y="19082"/>
                    </a:lnTo>
                    <a:cubicBezTo>
                      <a:pt x="7681" y="19082"/>
                      <a:pt x="7748" y="19015"/>
                      <a:pt x="7748" y="18941"/>
                    </a:cubicBezTo>
                    <a:lnTo>
                      <a:pt x="7748" y="17365"/>
                    </a:lnTo>
                    <a:lnTo>
                      <a:pt x="7748" y="14869"/>
                    </a:lnTo>
                    <a:lnTo>
                      <a:pt x="7748" y="14403"/>
                    </a:lnTo>
                    <a:lnTo>
                      <a:pt x="7748" y="14403"/>
                    </a:lnTo>
                    <a:cubicBezTo>
                      <a:pt x="8791" y="14194"/>
                      <a:pt x="9755" y="13651"/>
                      <a:pt x="10476" y="12870"/>
                    </a:cubicBezTo>
                    <a:cubicBezTo>
                      <a:pt x="11233" y="12051"/>
                      <a:pt x="11701" y="10995"/>
                      <a:pt x="11803" y="9888"/>
                    </a:cubicBezTo>
                    <a:cubicBezTo>
                      <a:pt x="11833" y="9551"/>
                      <a:pt x="11828" y="9214"/>
                      <a:pt x="11826" y="8872"/>
                    </a:cubicBezTo>
                    <a:lnTo>
                      <a:pt x="11826" y="8872"/>
                    </a:lnTo>
                    <a:cubicBezTo>
                      <a:pt x="11971" y="8873"/>
                      <a:pt x="12116" y="8874"/>
                      <a:pt x="12261" y="8874"/>
                    </a:cubicBezTo>
                    <a:cubicBezTo>
                      <a:pt x="12357" y="8874"/>
                      <a:pt x="12453" y="8874"/>
                      <a:pt x="12549" y="8872"/>
                    </a:cubicBezTo>
                    <a:cubicBezTo>
                      <a:pt x="12983" y="8872"/>
                      <a:pt x="13384" y="8601"/>
                      <a:pt x="13441" y="8149"/>
                    </a:cubicBezTo>
                    <a:cubicBezTo>
                      <a:pt x="13474" y="7895"/>
                      <a:pt x="13361" y="7646"/>
                      <a:pt x="13166" y="7477"/>
                    </a:cubicBezTo>
                    <a:lnTo>
                      <a:pt x="13166" y="7477"/>
                    </a:lnTo>
                    <a:cubicBezTo>
                      <a:pt x="13162" y="7473"/>
                      <a:pt x="13157" y="7469"/>
                      <a:pt x="13153" y="7466"/>
                    </a:cubicBezTo>
                    <a:lnTo>
                      <a:pt x="13153" y="7466"/>
                    </a:lnTo>
                    <a:cubicBezTo>
                      <a:pt x="13153" y="7466"/>
                      <a:pt x="13153" y="7466"/>
                      <a:pt x="13153" y="7466"/>
                    </a:cubicBezTo>
                    <a:cubicBezTo>
                      <a:pt x="13151" y="7464"/>
                      <a:pt x="13149" y="7463"/>
                      <a:pt x="13148" y="7462"/>
                    </a:cubicBezTo>
                    <a:lnTo>
                      <a:pt x="13148" y="7462"/>
                    </a:lnTo>
                    <a:cubicBezTo>
                      <a:pt x="12711" y="7112"/>
                      <a:pt x="12268" y="6762"/>
                      <a:pt x="11826" y="6413"/>
                    </a:cubicBezTo>
                    <a:lnTo>
                      <a:pt x="11826" y="6413"/>
                    </a:lnTo>
                    <a:lnTo>
                      <a:pt x="11826" y="4840"/>
                    </a:lnTo>
                    <a:cubicBezTo>
                      <a:pt x="11826" y="4461"/>
                      <a:pt x="11837" y="4083"/>
                      <a:pt x="11797" y="3705"/>
                    </a:cubicBezTo>
                    <a:cubicBezTo>
                      <a:pt x="11724" y="2999"/>
                      <a:pt x="11504" y="2304"/>
                      <a:pt x="11131" y="1694"/>
                    </a:cubicBezTo>
                    <a:cubicBezTo>
                      <a:pt x="10708" y="1011"/>
                      <a:pt x="10137" y="435"/>
                      <a:pt x="9448" y="23"/>
                    </a:cubicBezTo>
                    <a:cubicBezTo>
                      <a:pt x="9423" y="7"/>
                      <a:pt x="9397" y="0"/>
                      <a:pt x="9374"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7" name="Google Shape;1067;p39">
                <a:extLst>
                  <a:ext uri="{FF2B5EF4-FFF2-40B4-BE49-F238E27FC236}">
                    <a16:creationId xmlns:a16="http://schemas.microsoft.com/office/drawing/2014/main" id="{AEA31728-51FD-D079-AE1E-DD156AA1EAC2}"/>
                  </a:ext>
                </a:extLst>
              </p:cNvPr>
              <p:cNvSpPr/>
              <p:nvPr/>
            </p:nvSpPr>
            <p:spPr>
              <a:xfrm>
                <a:off x="4214400" y="3119725"/>
                <a:ext cx="583975" cy="458800"/>
              </a:xfrm>
              <a:custGeom>
                <a:avLst/>
                <a:gdLst/>
                <a:ahLst/>
                <a:cxnLst/>
                <a:rect l="l" t="t" r="r" b="b"/>
                <a:pathLst>
                  <a:path w="23359" h="18352" extrusionOk="0">
                    <a:moveTo>
                      <a:pt x="10827" y="285"/>
                    </a:moveTo>
                    <a:cubicBezTo>
                      <a:pt x="10889" y="285"/>
                      <a:pt x="10951" y="286"/>
                      <a:pt x="11013" y="286"/>
                    </a:cubicBezTo>
                    <a:lnTo>
                      <a:pt x="17683" y="286"/>
                    </a:lnTo>
                    <a:cubicBezTo>
                      <a:pt x="18029" y="286"/>
                      <a:pt x="18378" y="293"/>
                      <a:pt x="18728" y="293"/>
                    </a:cubicBezTo>
                    <a:cubicBezTo>
                      <a:pt x="18902" y="293"/>
                      <a:pt x="19078" y="291"/>
                      <a:pt x="19253" y="286"/>
                    </a:cubicBezTo>
                    <a:lnTo>
                      <a:pt x="19275" y="286"/>
                    </a:lnTo>
                    <a:cubicBezTo>
                      <a:pt x="19279" y="286"/>
                      <a:pt x="19282" y="286"/>
                      <a:pt x="19286" y="286"/>
                    </a:cubicBezTo>
                    <a:cubicBezTo>
                      <a:pt x="19288" y="286"/>
                      <a:pt x="19291" y="286"/>
                      <a:pt x="19293" y="286"/>
                    </a:cubicBezTo>
                    <a:lnTo>
                      <a:pt x="19293" y="286"/>
                    </a:lnTo>
                    <a:cubicBezTo>
                      <a:pt x="19350" y="287"/>
                      <a:pt x="19412" y="292"/>
                      <a:pt x="19473" y="297"/>
                    </a:cubicBezTo>
                    <a:cubicBezTo>
                      <a:pt x="19535" y="303"/>
                      <a:pt x="19597" y="314"/>
                      <a:pt x="19659" y="319"/>
                    </a:cubicBezTo>
                    <a:cubicBezTo>
                      <a:pt x="19669" y="319"/>
                      <a:pt x="19674" y="319"/>
                      <a:pt x="19682" y="323"/>
                    </a:cubicBezTo>
                    <a:lnTo>
                      <a:pt x="19682" y="323"/>
                    </a:lnTo>
                    <a:cubicBezTo>
                      <a:pt x="19681" y="323"/>
                      <a:pt x="19680" y="323"/>
                      <a:pt x="19679" y="323"/>
                    </a:cubicBezTo>
                    <a:cubicBezTo>
                      <a:pt x="19676" y="323"/>
                      <a:pt x="19676" y="323"/>
                      <a:pt x="19687" y="325"/>
                    </a:cubicBezTo>
                    <a:cubicBezTo>
                      <a:pt x="19704" y="325"/>
                      <a:pt x="19721" y="331"/>
                      <a:pt x="19738" y="331"/>
                    </a:cubicBezTo>
                    <a:cubicBezTo>
                      <a:pt x="19783" y="336"/>
                      <a:pt x="19829" y="342"/>
                      <a:pt x="19868" y="353"/>
                    </a:cubicBezTo>
                    <a:cubicBezTo>
                      <a:pt x="20286" y="421"/>
                      <a:pt x="20732" y="545"/>
                      <a:pt x="21099" y="698"/>
                    </a:cubicBezTo>
                    <a:cubicBezTo>
                      <a:pt x="21579" y="901"/>
                      <a:pt x="22020" y="1178"/>
                      <a:pt x="22364" y="1568"/>
                    </a:cubicBezTo>
                    <a:cubicBezTo>
                      <a:pt x="22754" y="2002"/>
                      <a:pt x="22986" y="2567"/>
                      <a:pt x="23042" y="3160"/>
                    </a:cubicBezTo>
                    <a:cubicBezTo>
                      <a:pt x="23117" y="3968"/>
                      <a:pt x="22932" y="4783"/>
                      <a:pt x="22647" y="5546"/>
                    </a:cubicBezTo>
                    <a:lnTo>
                      <a:pt x="22647" y="5546"/>
                    </a:lnTo>
                    <a:cubicBezTo>
                      <a:pt x="22647" y="5352"/>
                      <a:pt x="22647" y="5157"/>
                      <a:pt x="22647" y="4962"/>
                    </a:cubicBezTo>
                    <a:cubicBezTo>
                      <a:pt x="22641" y="3906"/>
                      <a:pt x="22297" y="2866"/>
                      <a:pt x="21658" y="2025"/>
                    </a:cubicBezTo>
                    <a:cubicBezTo>
                      <a:pt x="21280" y="1528"/>
                      <a:pt x="20806" y="1104"/>
                      <a:pt x="20269" y="783"/>
                    </a:cubicBezTo>
                    <a:cubicBezTo>
                      <a:pt x="20244" y="767"/>
                      <a:pt x="20218" y="760"/>
                      <a:pt x="20195" y="760"/>
                    </a:cubicBezTo>
                    <a:cubicBezTo>
                      <a:pt x="20098" y="760"/>
                      <a:pt x="20027" y="875"/>
                      <a:pt x="20077" y="975"/>
                    </a:cubicBezTo>
                    <a:cubicBezTo>
                      <a:pt x="20501" y="1822"/>
                      <a:pt x="20727" y="2804"/>
                      <a:pt x="20540" y="3747"/>
                    </a:cubicBezTo>
                    <a:cubicBezTo>
                      <a:pt x="20297" y="5007"/>
                      <a:pt x="19383" y="6074"/>
                      <a:pt x="18208" y="6565"/>
                    </a:cubicBezTo>
                    <a:cubicBezTo>
                      <a:pt x="17581" y="6820"/>
                      <a:pt x="16903" y="6938"/>
                      <a:pt x="16231" y="6966"/>
                    </a:cubicBezTo>
                    <a:cubicBezTo>
                      <a:pt x="15796" y="6978"/>
                      <a:pt x="15390" y="7181"/>
                      <a:pt x="15164" y="7559"/>
                    </a:cubicBezTo>
                    <a:cubicBezTo>
                      <a:pt x="14797" y="8158"/>
                      <a:pt x="14887" y="8943"/>
                      <a:pt x="15266" y="9513"/>
                    </a:cubicBezTo>
                    <a:cubicBezTo>
                      <a:pt x="15395" y="9711"/>
                      <a:pt x="15554" y="9875"/>
                      <a:pt x="15740" y="10027"/>
                    </a:cubicBezTo>
                    <a:cubicBezTo>
                      <a:pt x="16011" y="10259"/>
                      <a:pt x="16271" y="10502"/>
                      <a:pt x="16514" y="10761"/>
                    </a:cubicBezTo>
                    <a:cubicBezTo>
                      <a:pt x="17316" y="11603"/>
                      <a:pt x="18067" y="12659"/>
                      <a:pt x="18225" y="13839"/>
                    </a:cubicBezTo>
                    <a:cubicBezTo>
                      <a:pt x="18264" y="14155"/>
                      <a:pt x="18264" y="14477"/>
                      <a:pt x="18202" y="14794"/>
                    </a:cubicBezTo>
                    <a:cubicBezTo>
                      <a:pt x="18174" y="14935"/>
                      <a:pt x="18118" y="15076"/>
                      <a:pt x="18101" y="15217"/>
                    </a:cubicBezTo>
                    <a:cubicBezTo>
                      <a:pt x="18101" y="15219"/>
                      <a:pt x="18101" y="15221"/>
                      <a:pt x="18101" y="15223"/>
                    </a:cubicBezTo>
                    <a:lnTo>
                      <a:pt x="18101" y="15223"/>
                    </a:lnTo>
                    <a:cubicBezTo>
                      <a:pt x="18101" y="15223"/>
                      <a:pt x="18101" y="15223"/>
                      <a:pt x="18101" y="15223"/>
                    </a:cubicBezTo>
                    <a:cubicBezTo>
                      <a:pt x="18101" y="15240"/>
                      <a:pt x="18095" y="15257"/>
                      <a:pt x="18095" y="15274"/>
                    </a:cubicBezTo>
                    <a:cubicBezTo>
                      <a:pt x="18089" y="15319"/>
                      <a:pt x="18078" y="15358"/>
                      <a:pt x="18067" y="15403"/>
                    </a:cubicBezTo>
                    <a:cubicBezTo>
                      <a:pt x="18044" y="15528"/>
                      <a:pt x="18010" y="15646"/>
                      <a:pt x="17971" y="15765"/>
                    </a:cubicBezTo>
                    <a:cubicBezTo>
                      <a:pt x="17728" y="16516"/>
                      <a:pt x="17208" y="17188"/>
                      <a:pt x="16497" y="17583"/>
                    </a:cubicBezTo>
                    <a:cubicBezTo>
                      <a:pt x="15949" y="17883"/>
                      <a:pt x="15328" y="18018"/>
                      <a:pt x="14712" y="18052"/>
                    </a:cubicBezTo>
                    <a:cubicBezTo>
                      <a:pt x="14529" y="18062"/>
                      <a:pt x="14346" y="18064"/>
                      <a:pt x="14164" y="18064"/>
                    </a:cubicBezTo>
                    <a:cubicBezTo>
                      <a:pt x="14043" y="18064"/>
                      <a:pt x="13923" y="18063"/>
                      <a:pt x="13803" y="18063"/>
                    </a:cubicBezTo>
                    <a:lnTo>
                      <a:pt x="4720" y="18063"/>
                    </a:lnTo>
                    <a:cubicBezTo>
                      <a:pt x="4700" y="18046"/>
                      <a:pt x="4676" y="18034"/>
                      <a:pt x="4647" y="18034"/>
                    </a:cubicBezTo>
                    <a:cubicBezTo>
                      <a:pt x="4642" y="18034"/>
                      <a:pt x="4637" y="18034"/>
                      <a:pt x="4632" y="18035"/>
                    </a:cubicBezTo>
                    <a:cubicBezTo>
                      <a:pt x="4493" y="18051"/>
                      <a:pt x="4355" y="18060"/>
                      <a:pt x="4217" y="18060"/>
                    </a:cubicBezTo>
                    <a:cubicBezTo>
                      <a:pt x="3639" y="18060"/>
                      <a:pt x="3069" y="17917"/>
                      <a:pt x="2553" y="17634"/>
                    </a:cubicBezTo>
                    <a:cubicBezTo>
                      <a:pt x="1960" y="17301"/>
                      <a:pt x="1469" y="16810"/>
                      <a:pt x="1119" y="16228"/>
                    </a:cubicBezTo>
                    <a:cubicBezTo>
                      <a:pt x="334" y="14918"/>
                      <a:pt x="278" y="13212"/>
                      <a:pt x="983" y="11857"/>
                    </a:cubicBezTo>
                    <a:cubicBezTo>
                      <a:pt x="1317" y="11208"/>
                      <a:pt x="1825" y="10643"/>
                      <a:pt x="2452" y="10264"/>
                    </a:cubicBezTo>
                    <a:cubicBezTo>
                      <a:pt x="2632" y="10157"/>
                      <a:pt x="2808" y="10061"/>
                      <a:pt x="2977" y="9937"/>
                    </a:cubicBezTo>
                    <a:cubicBezTo>
                      <a:pt x="3649" y="9440"/>
                      <a:pt x="4208" y="8807"/>
                      <a:pt x="4694" y="8135"/>
                    </a:cubicBezTo>
                    <a:cubicBezTo>
                      <a:pt x="5095" y="7576"/>
                      <a:pt x="5445" y="6989"/>
                      <a:pt x="5755" y="6379"/>
                    </a:cubicBezTo>
                    <a:cubicBezTo>
                      <a:pt x="5942" y="6012"/>
                      <a:pt x="6117" y="5639"/>
                      <a:pt x="6275" y="5261"/>
                    </a:cubicBezTo>
                    <a:cubicBezTo>
                      <a:pt x="6456" y="4826"/>
                      <a:pt x="6653" y="4386"/>
                      <a:pt x="6772" y="3934"/>
                    </a:cubicBezTo>
                    <a:cubicBezTo>
                      <a:pt x="6829" y="3715"/>
                      <a:pt x="6911" y="3510"/>
                      <a:pt x="6981" y="3302"/>
                    </a:cubicBezTo>
                    <a:lnTo>
                      <a:pt x="6981" y="3302"/>
                    </a:lnTo>
                    <a:cubicBezTo>
                      <a:pt x="6983" y="3298"/>
                      <a:pt x="6985" y="3294"/>
                      <a:pt x="6987" y="3290"/>
                    </a:cubicBezTo>
                    <a:cubicBezTo>
                      <a:pt x="7308" y="2545"/>
                      <a:pt x="7783" y="1867"/>
                      <a:pt x="8376" y="1319"/>
                    </a:cubicBezTo>
                    <a:cubicBezTo>
                      <a:pt x="8952" y="799"/>
                      <a:pt x="9669" y="382"/>
                      <a:pt x="10454" y="303"/>
                    </a:cubicBezTo>
                    <a:cubicBezTo>
                      <a:pt x="10578" y="287"/>
                      <a:pt x="10703" y="285"/>
                      <a:pt x="10827" y="285"/>
                    </a:cubicBezTo>
                    <a:close/>
                    <a:moveTo>
                      <a:pt x="19155" y="1"/>
                    </a:moveTo>
                    <a:cubicBezTo>
                      <a:pt x="19074" y="1"/>
                      <a:pt x="18993" y="3"/>
                      <a:pt x="18914" y="3"/>
                    </a:cubicBezTo>
                    <a:lnTo>
                      <a:pt x="10742" y="3"/>
                    </a:lnTo>
                    <a:cubicBezTo>
                      <a:pt x="9127" y="9"/>
                      <a:pt x="7760" y="1263"/>
                      <a:pt x="7009" y="2601"/>
                    </a:cubicBezTo>
                    <a:cubicBezTo>
                      <a:pt x="6916" y="2776"/>
                      <a:pt x="6829" y="2951"/>
                      <a:pt x="6751" y="3131"/>
                    </a:cubicBezTo>
                    <a:lnTo>
                      <a:pt x="6751" y="3131"/>
                    </a:lnTo>
                    <a:cubicBezTo>
                      <a:pt x="6741" y="3144"/>
                      <a:pt x="6733" y="3159"/>
                      <a:pt x="6727" y="3177"/>
                    </a:cubicBezTo>
                    <a:cubicBezTo>
                      <a:pt x="6653" y="3409"/>
                      <a:pt x="6557" y="3640"/>
                      <a:pt x="6495" y="3877"/>
                    </a:cubicBezTo>
                    <a:cubicBezTo>
                      <a:pt x="6428" y="4114"/>
                      <a:pt x="6332" y="4346"/>
                      <a:pt x="6247" y="4578"/>
                    </a:cubicBezTo>
                    <a:cubicBezTo>
                      <a:pt x="6083" y="4995"/>
                      <a:pt x="5908" y="5408"/>
                      <a:pt x="5722" y="5814"/>
                    </a:cubicBezTo>
                    <a:cubicBezTo>
                      <a:pt x="5405" y="6475"/>
                      <a:pt x="5050" y="7119"/>
                      <a:pt x="4637" y="7723"/>
                    </a:cubicBezTo>
                    <a:cubicBezTo>
                      <a:pt x="4338" y="8164"/>
                      <a:pt x="4010" y="8582"/>
                      <a:pt x="3643" y="8966"/>
                    </a:cubicBezTo>
                    <a:cubicBezTo>
                      <a:pt x="3508" y="9107"/>
                      <a:pt x="3367" y="9248"/>
                      <a:pt x="3220" y="9378"/>
                    </a:cubicBezTo>
                    <a:cubicBezTo>
                      <a:pt x="3158" y="9434"/>
                      <a:pt x="3096" y="9485"/>
                      <a:pt x="3028" y="9542"/>
                    </a:cubicBezTo>
                    <a:cubicBezTo>
                      <a:pt x="3000" y="9564"/>
                      <a:pt x="2971" y="9587"/>
                      <a:pt x="2943" y="9609"/>
                    </a:cubicBezTo>
                    <a:cubicBezTo>
                      <a:pt x="2904" y="9643"/>
                      <a:pt x="2921" y="9626"/>
                      <a:pt x="2881" y="9660"/>
                    </a:cubicBezTo>
                    <a:cubicBezTo>
                      <a:pt x="2728" y="9773"/>
                      <a:pt x="2576" y="9875"/>
                      <a:pt x="2412" y="9965"/>
                    </a:cubicBezTo>
                    <a:cubicBezTo>
                      <a:pt x="1752" y="10327"/>
                      <a:pt x="1209" y="10886"/>
                      <a:pt x="837" y="11535"/>
                    </a:cubicBezTo>
                    <a:cubicBezTo>
                      <a:pt x="46" y="12896"/>
                      <a:pt x="1" y="14635"/>
                      <a:pt x="701" y="16047"/>
                    </a:cubicBezTo>
                    <a:cubicBezTo>
                      <a:pt x="1322" y="17312"/>
                      <a:pt x="2553" y="18250"/>
                      <a:pt x="3982" y="18340"/>
                    </a:cubicBezTo>
                    <a:cubicBezTo>
                      <a:pt x="4041" y="18343"/>
                      <a:pt x="4100" y="18345"/>
                      <a:pt x="4158" y="18345"/>
                    </a:cubicBezTo>
                    <a:cubicBezTo>
                      <a:pt x="4295" y="18345"/>
                      <a:pt x="4429" y="18337"/>
                      <a:pt x="4564" y="18324"/>
                    </a:cubicBezTo>
                    <a:lnTo>
                      <a:pt x="4564" y="18324"/>
                    </a:lnTo>
                    <a:cubicBezTo>
                      <a:pt x="4584" y="18338"/>
                      <a:pt x="4608" y="18346"/>
                      <a:pt x="4637" y="18346"/>
                    </a:cubicBezTo>
                    <a:lnTo>
                      <a:pt x="13137" y="18346"/>
                    </a:lnTo>
                    <a:cubicBezTo>
                      <a:pt x="13428" y="18346"/>
                      <a:pt x="13723" y="18352"/>
                      <a:pt x="14018" y="18352"/>
                    </a:cubicBezTo>
                    <a:cubicBezTo>
                      <a:pt x="14609" y="18352"/>
                      <a:pt x="15200" y="18327"/>
                      <a:pt x="15768" y="18176"/>
                    </a:cubicBezTo>
                    <a:cubicBezTo>
                      <a:pt x="16717" y="17917"/>
                      <a:pt x="17530" y="17312"/>
                      <a:pt x="17993" y="16437"/>
                    </a:cubicBezTo>
                    <a:cubicBezTo>
                      <a:pt x="18140" y="16160"/>
                      <a:pt x="18247" y="15867"/>
                      <a:pt x="18321" y="15562"/>
                    </a:cubicBezTo>
                    <a:cubicBezTo>
                      <a:pt x="18343" y="15477"/>
                      <a:pt x="18360" y="15392"/>
                      <a:pt x="18372" y="15302"/>
                    </a:cubicBezTo>
                    <a:cubicBezTo>
                      <a:pt x="18383" y="15228"/>
                      <a:pt x="18394" y="15183"/>
                      <a:pt x="18411" y="15132"/>
                    </a:cubicBezTo>
                    <a:cubicBezTo>
                      <a:pt x="18778" y="13867"/>
                      <a:pt x="18259" y="12569"/>
                      <a:pt x="17525" y="11546"/>
                    </a:cubicBezTo>
                    <a:cubicBezTo>
                      <a:pt x="17056" y="10880"/>
                      <a:pt x="16491" y="10287"/>
                      <a:pt x="15864" y="9767"/>
                    </a:cubicBezTo>
                    <a:cubicBezTo>
                      <a:pt x="15604" y="9553"/>
                      <a:pt x="15395" y="9254"/>
                      <a:pt x="15294" y="8932"/>
                    </a:cubicBezTo>
                    <a:cubicBezTo>
                      <a:pt x="15113" y="8378"/>
                      <a:pt x="15232" y="7605"/>
                      <a:pt x="15813" y="7339"/>
                    </a:cubicBezTo>
                    <a:cubicBezTo>
                      <a:pt x="15887" y="7305"/>
                      <a:pt x="15966" y="7283"/>
                      <a:pt x="16045" y="7266"/>
                    </a:cubicBezTo>
                    <a:cubicBezTo>
                      <a:pt x="16062" y="7260"/>
                      <a:pt x="16084" y="7260"/>
                      <a:pt x="16101" y="7254"/>
                    </a:cubicBezTo>
                    <a:cubicBezTo>
                      <a:pt x="16109" y="7253"/>
                      <a:pt x="16112" y="7253"/>
                      <a:pt x="16113" y="7253"/>
                    </a:cubicBezTo>
                    <a:cubicBezTo>
                      <a:pt x="16116" y="7253"/>
                      <a:pt x="16103" y="7256"/>
                      <a:pt x="16107" y="7256"/>
                    </a:cubicBezTo>
                    <a:cubicBezTo>
                      <a:pt x="16108" y="7256"/>
                      <a:pt x="16111" y="7256"/>
                      <a:pt x="16118" y="7254"/>
                    </a:cubicBezTo>
                    <a:cubicBezTo>
                      <a:pt x="16158" y="7249"/>
                      <a:pt x="16192" y="7249"/>
                      <a:pt x="16231" y="7249"/>
                    </a:cubicBezTo>
                    <a:cubicBezTo>
                      <a:pt x="16232" y="7249"/>
                      <a:pt x="16232" y="7249"/>
                      <a:pt x="16233" y="7249"/>
                    </a:cubicBezTo>
                    <a:lnTo>
                      <a:pt x="16233" y="7249"/>
                    </a:lnTo>
                    <a:cubicBezTo>
                      <a:pt x="17514" y="7192"/>
                      <a:pt x="18824" y="6819"/>
                      <a:pt x="19733" y="5859"/>
                    </a:cubicBezTo>
                    <a:cubicBezTo>
                      <a:pt x="20213" y="5357"/>
                      <a:pt x="20580" y="4736"/>
                      <a:pt x="20760" y="4058"/>
                    </a:cubicBezTo>
                    <a:cubicBezTo>
                      <a:pt x="20907" y="3499"/>
                      <a:pt x="20919" y="2917"/>
                      <a:pt x="20828" y="2347"/>
                    </a:cubicBezTo>
                    <a:cubicBezTo>
                      <a:pt x="20767" y="1986"/>
                      <a:pt x="20663" y="1635"/>
                      <a:pt x="20529" y="1298"/>
                    </a:cubicBezTo>
                    <a:lnTo>
                      <a:pt x="20529" y="1298"/>
                    </a:lnTo>
                    <a:cubicBezTo>
                      <a:pt x="21237" y="1835"/>
                      <a:pt x="21783" y="2567"/>
                      <a:pt x="22093" y="3409"/>
                    </a:cubicBezTo>
                    <a:cubicBezTo>
                      <a:pt x="22274" y="3900"/>
                      <a:pt x="22364" y="4431"/>
                      <a:pt x="22364" y="4956"/>
                    </a:cubicBezTo>
                    <a:cubicBezTo>
                      <a:pt x="22364" y="5159"/>
                      <a:pt x="22364" y="5363"/>
                      <a:pt x="22364" y="5560"/>
                    </a:cubicBezTo>
                    <a:lnTo>
                      <a:pt x="22364" y="6260"/>
                    </a:lnTo>
                    <a:cubicBezTo>
                      <a:pt x="22364" y="6342"/>
                      <a:pt x="22445" y="6402"/>
                      <a:pt x="22521" y="6402"/>
                    </a:cubicBezTo>
                    <a:cubicBezTo>
                      <a:pt x="22565" y="6402"/>
                      <a:pt x="22607" y="6382"/>
                      <a:pt x="22630" y="6334"/>
                    </a:cubicBezTo>
                    <a:cubicBezTo>
                      <a:pt x="23031" y="5425"/>
                      <a:pt x="23358" y="4442"/>
                      <a:pt x="23341" y="3442"/>
                    </a:cubicBezTo>
                    <a:cubicBezTo>
                      <a:pt x="23324" y="2782"/>
                      <a:pt x="23144" y="2121"/>
                      <a:pt x="22743" y="1584"/>
                    </a:cubicBezTo>
                    <a:cubicBezTo>
                      <a:pt x="22404" y="1138"/>
                      <a:pt x="21952" y="794"/>
                      <a:pt x="21449" y="545"/>
                    </a:cubicBezTo>
                    <a:cubicBezTo>
                      <a:pt x="21020" y="342"/>
                      <a:pt x="20563" y="195"/>
                      <a:pt x="20094" y="105"/>
                    </a:cubicBezTo>
                    <a:cubicBezTo>
                      <a:pt x="19840" y="54"/>
                      <a:pt x="19563" y="9"/>
                      <a:pt x="19298" y="3"/>
                    </a:cubicBezTo>
                    <a:lnTo>
                      <a:pt x="19275" y="3"/>
                    </a:lnTo>
                    <a:cubicBezTo>
                      <a:pt x="19236" y="1"/>
                      <a:pt x="19196" y="1"/>
                      <a:pt x="19155"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8" name="Google Shape;1068;p39">
                <a:extLst>
                  <a:ext uri="{FF2B5EF4-FFF2-40B4-BE49-F238E27FC236}">
                    <a16:creationId xmlns:a16="http://schemas.microsoft.com/office/drawing/2014/main" id="{912015B3-4644-2074-F54D-4DC4943D57C4}"/>
                  </a:ext>
                </a:extLst>
              </p:cNvPr>
              <p:cNvSpPr/>
              <p:nvPr/>
            </p:nvSpPr>
            <p:spPr>
              <a:xfrm>
                <a:off x="4769675" y="3210750"/>
                <a:ext cx="8075" cy="10675"/>
              </a:xfrm>
              <a:custGeom>
                <a:avLst/>
                <a:gdLst/>
                <a:ahLst/>
                <a:cxnLst/>
                <a:rect l="l" t="t" r="r" b="b"/>
                <a:pathLst>
                  <a:path w="323" h="427" extrusionOk="0">
                    <a:moveTo>
                      <a:pt x="136" y="1"/>
                    </a:moveTo>
                    <a:cubicBezTo>
                      <a:pt x="126" y="1"/>
                      <a:pt x="117" y="2"/>
                      <a:pt x="108" y="5"/>
                    </a:cubicBezTo>
                    <a:cubicBezTo>
                      <a:pt x="97" y="10"/>
                      <a:pt x="86" y="16"/>
                      <a:pt x="74" y="22"/>
                    </a:cubicBezTo>
                    <a:cubicBezTo>
                      <a:pt x="52" y="33"/>
                      <a:pt x="35" y="50"/>
                      <a:pt x="23" y="73"/>
                    </a:cubicBezTo>
                    <a:lnTo>
                      <a:pt x="6" y="106"/>
                    </a:lnTo>
                    <a:cubicBezTo>
                      <a:pt x="1" y="129"/>
                      <a:pt x="1" y="157"/>
                      <a:pt x="6" y="180"/>
                    </a:cubicBezTo>
                    <a:cubicBezTo>
                      <a:pt x="23" y="231"/>
                      <a:pt x="35" y="276"/>
                      <a:pt x="40" y="321"/>
                    </a:cubicBezTo>
                    <a:cubicBezTo>
                      <a:pt x="46" y="344"/>
                      <a:pt x="57" y="361"/>
                      <a:pt x="69" y="372"/>
                    </a:cubicBezTo>
                    <a:cubicBezTo>
                      <a:pt x="80" y="389"/>
                      <a:pt x="91" y="400"/>
                      <a:pt x="108" y="406"/>
                    </a:cubicBezTo>
                    <a:cubicBezTo>
                      <a:pt x="125" y="417"/>
                      <a:pt x="142" y="423"/>
                      <a:pt x="159" y="423"/>
                    </a:cubicBezTo>
                    <a:cubicBezTo>
                      <a:pt x="170" y="425"/>
                      <a:pt x="180" y="427"/>
                      <a:pt x="189" y="427"/>
                    </a:cubicBezTo>
                    <a:cubicBezTo>
                      <a:pt x="198" y="427"/>
                      <a:pt x="207" y="425"/>
                      <a:pt x="215" y="423"/>
                    </a:cubicBezTo>
                    <a:cubicBezTo>
                      <a:pt x="227" y="417"/>
                      <a:pt x="238" y="411"/>
                      <a:pt x="249" y="406"/>
                    </a:cubicBezTo>
                    <a:cubicBezTo>
                      <a:pt x="272" y="394"/>
                      <a:pt x="289" y="377"/>
                      <a:pt x="300" y="355"/>
                    </a:cubicBezTo>
                    <a:lnTo>
                      <a:pt x="317" y="321"/>
                    </a:lnTo>
                    <a:cubicBezTo>
                      <a:pt x="323" y="298"/>
                      <a:pt x="323" y="276"/>
                      <a:pt x="317" y="248"/>
                    </a:cubicBezTo>
                    <a:cubicBezTo>
                      <a:pt x="306" y="202"/>
                      <a:pt x="294" y="152"/>
                      <a:pt x="283" y="106"/>
                    </a:cubicBezTo>
                    <a:cubicBezTo>
                      <a:pt x="278" y="89"/>
                      <a:pt x="266" y="73"/>
                      <a:pt x="255" y="56"/>
                    </a:cubicBezTo>
                    <a:cubicBezTo>
                      <a:pt x="244" y="44"/>
                      <a:pt x="232" y="33"/>
                      <a:pt x="215" y="22"/>
                    </a:cubicBezTo>
                    <a:cubicBezTo>
                      <a:pt x="198" y="10"/>
                      <a:pt x="182" y="5"/>
                      <a:pt x="165" y="5"/>
                    </a:cubicBezTo>
                    <a:cubicBezTo>
                      <a:pt x="156" y="2"/>
                      <a:pt x="146" y="1"/>
                      <a:pt x="136"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9" name="Google Shape;1069;p39">
                <a:extLst>
                  <a:ext uri="{FF2B5EF4-FFF2-40B4-BE49-F238E27FC236}">
                    <a16:creationId xmlns:a16="http://schemas.microsoft.com/office/drawing/2014/main" id="{61993F1C-C797-B00F-866A-58F1CB9DC4EC}"/>
                  </a:ext>
                </a:extLst>
              </p:cNvPr>
              <p:cNvSpPr/>
              <p:nvPr/>
            </p:nvSpPr>
            <p:spPr>
              <a:xfrm>
                <a:off x="4772800" y="3228450"/>
                <a:ext cx="7500" cy="9950"/>
              </a:xfrm>
              <a:custGeom>
                <a:avLst/>
                <a:gdLst/>
                <a:ahLst/>
                <a:cxnLst/>
                <a:rect l="l" t="t" r="r" b="b"/>
                <a:pathLst>
                  <a:path w="300" h="398" extrusionOk="0">
                    <a:moveTo>
                      <a:pt x="158" y="0"/>
                    </a:moveTo>
                    <a:cubicBezTo>
                      <a:pt x="153" y="0"/>
                      <a:pt x="147" y="1"/>
                      <a:pt x="141" y="3"/>
                    </a:cubicBezTo>
                    <a:lnTo>
                      <a:pt x="107" y="3"/>
                    </a:lnTo>
                    <a:cubicBezTo>
                      <a:pt x="85" y="14"/>
                      <a:pt x="62" y="25"/>
                      <a:pt x="45" y="42"/>
                    </a:cubicBezTo>
                    <a:cubicBezTo>
                      <a:pt x="34" y="53"/>
                      <a:pt x="28" y="59"/>
                      <a:pt x="23" y="70"/>
                    </a:cubicBezTo>
                    <a:cubicBezTo>
                      <a:pt x="11" y="93"/>
                      <a:pt x="0" y="116"/>
                      <a:pt x="0" y="144"/>
                    </a:cubicBezTo>
                    <a:cubicBezTo>
                      <a:pt x="6" y="178"/>
                      <a:pt x="11" y="217"/>
                      <a:pt x="17" y="257"/>
                    </a:cubicBezTo>
                    <a:cubicBezTo>
                      <a:pt x="11" y="274"/>
                      <a:pt x="17" y="296"/>
                      <a:pt x="28" y="313"/>
                    </a:cubicBezTo>
                    <a:cubicBezTo>
                      <a:pt x="34" y="330"/>
                      <a:pt x="40" y="342"/>
                      <a:pt x="57" y="358"/>
                    </a:cubicBezTo>
                    <a:cubicBezTo>
                      <a:pt x="68" y="370"/>
                      <a:pt x="85" y="381"/>
                      <a:pt x="102" y="387"/>
                    </a:cubicBezTo>
                    <a:cubicBezTo>
                      <a:pt x="119" y="392"/>
                      <a:pt x="136" y="398"/>
                      <a:pt x="158" y="398"/>
                    </a:cubicBezTo>
                    <a:lnTo>
                      <a:pt x="192" y="392"/>
                    </a:lnTo>
                    <a:cubicBezTo>
                      <a:pt x="215" y="387"/>
                      <a:pt x="237" y="375"/>
                      <a:pt x="254" y="358"/>
                    </a:cubicBezTo>
                    <a:cubicBezTo>
                      <a:pt x="266" y="347"/>
                      <a:pt x="271" y="336"/>
                      <a:pt x="277" y="330"/>
                    </a:cubicBezTo>
                    <a:cubicBezTo>
                      <a:pt x="288" y="308"/>
                      <a:pt x="299" y="285"/>
                      <a:pt x="299" y="257"/>
                    </a:cubicBezTo>
                    <a:cubicBezTo>
                      <a:pt x="294" y="217"/>
                      <a:pt x="288" y="178"/>
                      <a:pt x="282" y="144"/>
                    </a:cubicBezTo>
                    <a:cubicBezTo>
                      <a:pt x="288" y="121"/>
                      <a:pt x="282" y="104"/>
                      <a:pt x="271" y="87"/>
                    </a:cubicBezTo>
                    <a:cubicBezTo>
                      <a:pt x="266" y="70"/>
                      <a:pt x="260" y="53"/>
                      <a:pt x="243" y="42"/>
                    </a:cubicBezTo>
                    <a:cubicBezTo>
                      <a:pt x="232" y="25"/>
                      <a:pt x="215" y="20"/>
                      <a:pt x="198" y="14"/>
                    </a:cubicBezTo>
                    <a:cubicBezTo>
                      <a:pt x="185" y="6"/>
                      <a:pt x="173" y="0"/>
                      <a:pt x="158"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70" name="Google Shape;1070;p39">
                <a:extLst>
                  <a:ext uri="{FF2B5EF4-FFF2-40B4-BE49-F238E27FC236}">
                    <a16:creationId xmlns:a16="http://schemas.microsoft.com/office/drawing/2014/main" id="{2D677023-441B-0143-EF31-6B417C224B7C}"/>
                  </a:ext>
                </a:extLst>
              </p:cNvPr>
              <p:cNvSpPr/>
              <p:nvPr/>
            </p:nvSpPr>
            <p:spPr>
              <a:xfrm>
                <a:off x="4771525" y="3219375"/>
                <a:ext cx="7775" cy="10425"/>
              </a:xfrm>
              <a:custGeom>
                <a:avLst/>
                <a:gdLst/>
                <a:ahLst/>
                <a:cxnLst/>
                <a:rect l="l" t="t" r="r" b="b"/>
                <a:pathLst>
                  <a:path w="311" h="417" extrusionOk="0">
                    <a:moveTo>
                      <a:pt x="136" y="0"/>
                    </a:moveTo>
                    <a:cubicBezTo>
                      <a:pt x="126" y="0"/>
                      <a:pt x="116" y="1"/>
                      <a:pt x="108" y="4"/>
                    </a:cubicBezTo>
                    <a:cubicBezTo>
                      <a:pt x="96" y="10"/>
                      <a:pt x="85" y="16"/>
                      <a:pt x="74" y="21"/>
                    </a:cubicBezTo>
                    <a:cubicBezTo>
                      <a:pt x="51" y="32"/>
                      <a:pt x="34" y="49"/>
                      <a:pt x="23" y="72"/>
                    </a:cubicBezTo>
                    <a:lnTo>
                      <a:pt x="12" y="106"/>
                    </a:lnTo>
                    <a:cubicBezTo>
                      <a:pt x="0" y="128"/>
                      <a:pt x="0" y="151"/>
                      <a:pt x="12" y="179"/>
                    </a:cubicBezTo>
                    <a:cubicBezTo>
                      <a:pt x="17" y="224"/>
                      <a:pt x="23" y="270"/>
                      <a:pt x="34" y="315"/>
                    </a:cubicBezTo>
                    <a:cubicBezTo>
                      <a:pt x="34" y="332"/>
                      <a:pt x="45" y="349"/>
                      <a:pt x="57" y="360"/>
                    </a:cubicBezTo>
                    <a:cubicBezTo>
                      <a:pt x="68" y="377"/>
                      <a:pt x="79" y="388"/>
                      <a:pt x="96" y="400"/>
                    </a:cubicBezTo>
                    <a:cubicBezTo>
                      <a:pt x="113" y="411"/>
                      <a:pt x="130" y="416"/>
                      <a:pt x="147" y="416"/>
                    </a:cubicBezTo>
                    <a:cubicBezTo>
                      <a:pt x="170" y="416"/>
                      <a:pt x="187" y="416"/>
                      <a:pt x="204" y="411"/>
                    </a:cubicBezTo>
                    <a:cubicBezTo>
                      <a:pt x="215" y="405"/>
                      <a:pt x="226" y="405"/>
                      <a:pt x="237" y="400"/>
                    </a:cubicBezTo>
                    <a:cubicBezTo>
                      <a:pt x="260" y="388"/>
                      <a:pt x="277" y="371"/>
                      <a:pt x="288" y="349"/>
                    </a:cubicBezTo>
                    <a:lnTo>
                      <a:pt x="305" y="315"/>
                    </a:lnTo>
                    <a:cubicBezTo>
                      <a:pt x="311" y="287"/>
                      <a:pt x="311" y="264"/>
                      <a:pt x="305" y="236"/>
                    </a:cubicBezTo>
                    <a:cubicBezTo>
                      <a:pt x="300" y="191"/>
                      <a:pt x="288" y="145"/>
                      <a:pt x="283" y="106"/>
                    </a:cubicBezTo>
                    <a:cubicBezTo>
                      <a:pt x="277" y="83"/>
                      <a:pt x="266" y="66"/>
                      <a:pt x="254" y="55"/>
                    </a:cubicBezTo>
                    <a:cubicBezTo>
                      <a:pt x="243" y="38"/>
                      <a:pt x="232" y="27"/>
                      <a:pt x="215" y="21"/>
                    </a:cubicBezTo>
                    <a:cubicBezTo>
                      <a:pt x="198" y="10"/>
                      <a:pt x="181" y="4"/>
                      <a:pt x="164" y="4"/>
                    </a:cubicBezTo>
                    <a:cubicBezTo>
                      <a:pt x="156" y="1"/>
                      <a:pt x="146" y="0"/>
                      <a:pt x="136"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71" name="Google Shape;1071;p39">
                <a:extLst>
                  <a:ext uri="{FF2B5EF4-FFF2-40B4-BE49-F238E27FC236}">
                    <a16:creationId xmlns:a16="http://schemas.microsoft.com/office/drawing/2014/main" id="{889AD12E-35D2-378A-9995-4C61B09AC622}"/>
                  </a:ext>
                </a:extLst>
              </p:cNvPr>
              <p:cNvSpPr/>
              <p:nvPr/>
            </p:nvSpPr>
            <p:spPr>
              <a:xfrm>
                <a:off x="4754425" y="3175975"/>
                <a:ext cx="10200" cy="11850"/>
              </a:xfrm>
              <a:custGeom>
                <a:avLst/>
                <a:gdLst/>
                <a:ahLst/>
                <a:cxnLst/>
                <a:rect l="l" t="t" r="r" b="b"/>
                <a:pathLst>
                  <a:path w="408" h="474" extrusionOk="0">
                    <a:moveTo>
                      <a:pt x="125" y="1"/>
                    </a:moveTo>
                    <a:cubicBezTo>
                      <a:pt x="108" y="7"/>
                      <a:pt x="86" y="12"/>
                      <a:pt x="74" y="18"/>
                    </a:cubicBezTo>
                    <a:cubicBezTo>
                      <a:pt x="40" y="40"/>
                      <a:pt x="18" y="69"/>
                      <a:pt x="7" y="103"/>
                    </a:cubicBezTo>
                    <a:cubicBezTo>
                      <a:pt x="1" y="142"/>
                      <a:pt x="1" y="182"/>
                      <a:pt x="24" y="215"/>
                    </a:cubicBezTo>
                    <a:cubicBezTo>
                      <a:pt x="63" y="278"/>
                      <a:pt x="103" y="340"/>
                      <a:pt x="142" y="402"/>
                    </a:cubicBezTo>
                    <a:cubicBezTo>
                      <a:pt x="159" y="436"/>
                      <a:pt x="187" y="458"/>
                      <a:pt x="227" y="470"/>
                    </a:cubicBezTo>
                    <a:cubicBezTo>
                      <a:pt x="235" y="472"/>
                      <a:pt x="244" y="474"/>
                      <a:pt x="252" y="474"/>
                    </a:cubicBezTo>
                    <a:cubicBezTo>
                      <a:pt x="261" y="474"/>
                      <a:pt x="269" y="472"/>
                      <a:pt x="278" y="470"/>
                    </a:cubicBezTo>
                    <a:cubicBezTo>
                      <a:pt x="300" y="470"/>
                      <a:pt x="317" y="464"/>
                      <a:pt x="334" y="453"/>
                    </a:cubicBezTo>
                    <a:cubicBezTo>
                      <a:pt x="362" y="436"/>
                      <a:pt x="391" y="407"/>
                      <a:pt x="396" y="368"/>
                    </a:cubicBezTo>
                    <a:cubicBezTo>
                      <a:pt x="408" y="334"/>
                      <a:pt x="402" y="295"/>
                      <a:pt x="385" y="261"/>
                    </a:cubicBezTo>
                    <a:cubicBezTo>
                      <a:pt x="345" y="199"/>
                      <a:pt x="306" y="131"/>
                      <a:pt x="266" y="69"/>
                    </a:cubicBezTo>
                    <a:cubicBezTo>
                      <a:pt x="244" y="40"/>
                      <a:pt x="216" y="18"/>
                      <a:pt x="182" y="7"/>
                    </a:cubicBezTo>
                    <a:cubicBezTo>
                      <a:pt x="159" y="1"/>
                      <a:pt x="142" y="1"/>
                      <a:pt x="125"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72" name="Google Shape;1072;p39">
                <a:extLst>
                  <a:ext uri="{FF2B5EF4-FFF2-40B4-BE49-F238E27FC236}">
                    <a16:creationId xmlns:a16="http://schemas.microsoft.com/office/drawing/2014/main" id="{13850FD7-FA36-8AE1-C4A7-763930E60358}"/>
                  </a:ext>
                </a:extLst>
              </p:cNvPr>
              <p:cNvSpPr/>
              <p:nvPr/>
            </p:nvSpPr>
            <p:spPr>
              <a:xfrm>
                <a:off x="4758100" y="3182850"/>
                <a:ext cx="11900" cy="15625"/>
              </a:xfrm>
              <a:custGeom>
                <a:avLst/>
                <a:gdLst/>
                <a:ahLst/>
                <a:cxnLst/>
                <a:rect l="l" t="t" r="r" b="b"/>
                <a:pathLst>
                  <a:path w="476" h="625" extrusionOk="0">
                    <a:moveTo>
                      <a:pt x="161" y="0"/>
                    </a:moveTo>
                    <a:cubicBezTo>
                      <a:pt x="136" y="0"/>
                      <a:pt x="112" y="6"/>
                      <a:pt x="91" y="20"/>
                    </a:cubicBezTo>
                    <a:cubicBezTo>
                      <a:pt x="23" y="59"/>
                      <a:pt x="1" y="144"/>
                      <a:pt x="40" y="212"/>
                    </a:cubicBezTo>
                    <a:cubicBezTo>
                      <a:pt x="102" y="324"/>
                      <a:pt x="159" y="437"/>
                      <a:pt x="210" y="556"/>
                    </a:cubicBezTo>
                    <a:cubicBezTo>
                      <a:pt x="227" y="584"/>
                      <a:pt x="266" y="612"/>
                      <a:pt x="294" y="618"/>
                    </a:cubicBezTo>
                    <a:cubicBezTo>
                      <a:pt x="306" y="622"/>
                      <a:pt x="320" y="624"/>
                      <a:pt x="334" y="624"/>
                    </a:cubicBezTo>
                    <a:cubicBezTo>
                      <a:pt x="359" y="624"/>
                      <a:pt x="385" y="618"/>
                      <a:pt x="407" y="607"/>
                    </a:cubicBezTo>
                    <a:cubicBezTo>
                      <a:pt x="436" y="584"/>
                      <a:pt x="464" y="556"/>
                      <a:pt x="469" y="522"/>
                    </a:cubicBezTo>
                    <a:lnTo>
                      <a:pt x="475" y="483"/>
                    </a:lnTo>
                    <a:cubicBezTo>
                      <a:pt x="475" y="460"/>
                      <a:pt x="469" y="437"/>
                      <a:pt x="458" y="415"/>
                    </a:cubicBezTo>
                    <a:cubicBezTo>
                      <a:pt x="402" y="296"/>
                      <a:pt x="345" y="183"/>
                      <a:pt x="283" y="70"/>
                    </a:cubicBezTo>
                    <a:cubicBezTo>
                      <a:pt x="261" y="25"/>
                      <a:pt x="210" y="0"/>
                      <a:pt x="161"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73" name="Google Shape;1073;p39">
                <a:extLst>
                  <a:ext uri="{FF2B5EF4-FFF2-40B4-BE49-F238E27FC236}">
                    <a16:creationId xmlns:a16="http://schemas.microsoft.com/office/drawing/2014/main" id="{B8C71F48-F907-E57F-8905-C03C00B4CB95}"/>
                  </a:ext>
                </a:extLst>
              </p:cNvPr>
              <p:cNvSpPr/>
              <p:nvPr/>
            </p:nvSpPr>
            <p:spPr>
              <a:xfrm>
                <a:off x="4749775" y="3169350"/>
                <a:ext cx="10625" cy="11750"/>
              </a:xfrm>
              <a:custGeom>
                <a:avLst/>
                <a:gdLst/>
                <a:ahLst/>
                <a:cxnLst/>
                <a:rect l="l" t="t" r="r" b="b"/>
                <a:pathLst>
                  <a:path w="425" h="470" extrusionOk="0">
                    <a:moveTo>
                      <a:pt x="125" y="0"/>
                    </a:moveTo>
                    <a:cubicBezTo>
                      <a:pt x="108" y="0"/>
                      <a:pt x="91" y="6"/>
                      <a:pt x="74" y="17"/>
                    </a:cubicBezTo>
                    <a:cubicBezTo>
                      <a:pt x="40" y="40"/>
                      <a:pt x="18" y="68"/>
                      <a:pt x="6" y="102"/>
                    </a:cubicBezTo>
                    <a:cubicBezTo>
                      <a:pt x="6" y="113"/>
                      <a:pt x="6" y="130"/>
                      <a:pt x="1" y="142"/>
                    </a:cubicBezTo>
                    <a:cubicBezTo>
                      <a:pt x="1" y="164"/>
                      <a:pt x="6" y="192"/>
                      <a:pt x="23" y="209"/>
                    </a:cubicBezTo>
                    <a:cubicBezTo>
                      <a:pt x="68" y="272"/>
                      <a:pt x="114" y="334"/>
                      <a:pt x="159" y="401"/>
                    </a:cubicBezTo>
                    <a:cubicBezTo>
                      <a:pt x="164" y="418"/>
                      <a:pt x="176" y="430"/>
                      <a:pt x="193" y="441"/>
                    </a:cubicBezTo>
                    <a:cubicBezTo>
                      <a:pt x="204" y="452"/>
                      <a:pt x="221" y="458"/>
                      <a:pt x="238" y="464"/>
                    </a:cubicBezTo>
                    <a:cubicBezTo>
                      <a:pt x="260" y="469"/>
                      <a:pt x="277" y="469"/>
                      <a:pt x="294" y="469"/>
                    </a:cubicBezTo>
                    <a:cubicBezTo>
                      <a:pt x="317" y="464"/>
                      <a:pt x="334" y="464"/>
                      <a:pt x="351" y="452"/>
                    </a:cubicBezTo>
                    <a:cubicBezTo>
                      <a:pt x="379" y="430"/>
                      <a:pt x="407" y="401"/>
                      <a:pt x="413" y="368"/>
                    </a:cubicBezTo>
                    <a:cubicBezTo>
                      <a:pt x="424" y="328"/>
                      <a:pt x="418" y="288"/>
                      <a:pt x="402" y="255"/>
                    </a:cubicBezTo>
                    <a:cubicBezTo>
                      <a:pt x="356" y="192"/>
                      <a:pt x="311" y="130"/>
                      <a:pt x="266" y="68"/>
                    </a:cubicBezTo>
                    <a:cubicBezTo>
                      <a:pt x="255" y="51"/>
                      <a:pt x="243" y="40"/>
                      <a:pt x="226" y="29"/>
                    </a:cubicBezTo>
                    <a:cubicBezTo>
                      <a:pt x="215" y="17"/>
                      <a:pt x="198" y="12"/>
                      <a:pt x="181" y="6"/>
                    </a:cubicBezTo>
                    <a:cubicBezTo>
                      <a:pt x="164" y="0"/>
                      <a:pt x="142" y="0"/>
                      <a:pt x="125"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74" name="Google Shape;1074;p39">
                <a:extLst>
                  <a:ext uri="{FF2B5EF4-FFF2-40B4-BE49-F238E27FC236}">
                    <a16:creationId xmlns:a16="http://schemas.microsoft.com/office/drawing/2014/main" id="{E902CA73-1617-7DD4-8721-E6BD22CD662C}"/>
                  </a:ext>
                </a:extLst>
              </p:cNvPr>
              <p:cNvSpPr/>
              <p:nvPr/>
            </p:nvSpPr>
            <p:spPr>
              <a:xfrm>
                <a:off x="4744700" y="3163000"/>
                <a:ext cx="11025" cy="11875"/>
              </a:xfrm>
              <a:custGeom>
                <a:avLst/>
                <a:gdLst/>
                <a:ahLst/>
                <a:cxnLst/>
                <a:rect l="l" t="t" r="r" b="b"/>
                <a:pathLst>
                  <a:path w="441" h="475" extrusionOk="0">
                    <a:moveTo>
                      <a:pt x="141" y="0"/>
                    </a:moveTo>
                    <a:cubicBezTo>
                      <a:pt x="124" y="0"/>
                      <a:pt x="108" y="6"/>
                      <a:pt x="91" y="12"/>
                    </a:cubicBezTo>
                    <a:cubicBezTo>
                      <a:pt x="68" y="17"/>
                      <a:pt x="57" y="29"/>
                      <a:pt x="45" y="40"/>
                    </a:cubicBezTo>
                    <a:cubicBezTo>
                      <a:pt x="17" y="68"/>
                      <a:pt x="0" y="102"/>
                      <a:pt x="0" y="141"/>
                    </a:cubicBezTo>
                    <a:cubicBezTo>
                      <a:pt x="0" y="153"/>
                      <a:pt x="6" y="164"/>
                      <a:pt x="6" y="181"/>
                    </a:cubicBezTo>
                    <a:cubicBezTo>
                      <a:pt x="12" y="204"/>
                      <a:pt x="23" y="226"/>
                      <a:pt x="45" y="243"/>
                    </a:cubicBezTo>
                    <a:cubicBezTo>
                      <a:pt x="96" y="305"/>
                      <a:pt x="147" y="367"/>
                      <a:pt x="198" y="430"/>
                    </a:cubicBezTo>
                    <a:cubicBezTo>
                      <a:pt x="209" y="446"/>
                      <a:pt x="226" y="458"/>
                      <a:pt x="243" y="463"/>
                    </a:cubicBezTo>
                    <a:cubicBezTo>
                      <a:pt x="260" y="469"/>
                      <a:pt x="277" y="475"/>
                      <a:pt x="300" y="475"/>
                    </a:cubicBezTo>
                    <a:cubicBezTo>
                      <a:pt x="317" y="475"/>
                      <a:pt x="333" y="469"/>
                      <a:pt x="350" y="463"/>
                    </a:cubicBezTo>
                    <a:cubicBezTo>
                      <a:pt x="373" y="458"/>
                      <a:pt x="384" y="446"/>
                      <a:pt x="401" y="430"/>
                    </a:cubicBezTo>
                    <a:cubicBezTo>
                      <a:pt x="424" y="407"/>
                      <a:pt x="441" y="367"/>
                      <a:pt x="441" y="333"/>
                    </a:cubicBezTo>
                    <a:cubicBezTo>
                      <a:pt x="441" y="322"/>
                      <a:pt x="435" y="305"/>
                      <a:pt x="435" y="294"/>
                    </a:cubicBezTo>
                    <a:cubicBezTo>
                      <a:pt x="429" y="271"/>
                      <a:pt x="418" y="249"/>
                      <a:pt x="401" y="232"/>
                    </a:cubicBezTo>
                    <a:cubicBezTo>
                      <a:pt x="350" y="170"/>
                      <a:pt x="294" y="102"/>
                      <a:pt x="243" y="40"/>
                    </a:cubicBezTo>
                    <a:cubicBezTo>
                      <a:pt x="232" y="29"/>
                      <a:pt x="215" y="17"/>
                      <a:pt x="198" y="12"/>
                    </a:cubicBezTo>
                    <a:cubicBezTo>
                      <a:pt x="181" y="6"/>
                      <a:pt x="164" y="0"/>
                      <a:pt x="141"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75" name="Google Shape;1075;p39">
                <a:extLst>
                  <a:ext uri="{FF2B5EF4-FFF2-40B4-BE49-F238E27FC236}">
                    <a16:creationId xmlns:a16="http://schemas.microsoft.com/office/drawing/2014/main" id="{EB5B7D12-F19B-6E96-D51D-1F2A39264E49}"/>
                  </a:ext>
                </a:extLst>
              </p:cNvPr>
              <p:cNvSpPr/>
              <p:nvPr/>
            </p:nvSpPr>
            <p:spPr>
              <a:xfrm>
                <a:off x="4767150" y="3202550"/>
                <a:ext cx="8625" cy="10725"/>
              </a:xfrm>
              <a:custGeom>
                <a:avLst/>
                <a:gdLst/>
                <a:ahLst/>
                <a:cxnLst/>
                <a:rect l="l" t="t" r="r" b="b"/>
                <a:pathLst>
                  <a:path w="345" h="429" extrusionOk="0">
                    <a:moveTo>
                      <a:pt x="139" y="1"/>
                    </a:moveTo>
                    <a:cubicBezTo>
                      <a:pt x="130" y="1"/>
                      <a:pt x="122" y="2"/>
                      <a:pt x="113" y="5"/>
                    </a:cubicBezTo>
                    <a:cubicBezTo>
                      <a:pt x="102" y="11"/>
                      <a:pt x="91" y="16"/>
                      <a:pt x="79" y="22"/>
                    </a:cubicBezTo>
                    <a:cubicBezTo>
                      <a:pt x="57" y="33"/>
                      <a:pt x="40" y="50"/>
                      <a:pt x="28" y="73"/>
                    </a:cubicBezTo>
                    <a:cubicBezTo>
                      <a:pt x="11" y="107"/>
                      <a:pt x="0" y="146"/>
                      <a:pt x="11" y="180"/>
                    </a:cubicBezTo>
                    <a:cubicBezTo>
                      <a:pt x="28" y="231"/>
                      <a:pt x="45" y="276"/>
                      <a:pt x="57" y="327"/>
                    </a:cubicBezTo>
                    <a:cubicBezTo>
                      <a:pt x="62" y="344"/>
                      <a:pt x="74" y="361"/>
                      <a:pt x="85" y="372"/>
                    </a:cubicBezTo>
                    <a:cubicBezTo>
                      <a:pt x="96" y="389"/>
                      <a:pt x="107" y="401"/>
                      <a:pt x="124" y="412"/>
                    </a:cubicBezTo>
                    <a:cubicBezTo>
                      <a:pt x="141" y="423"/>
                      <a:pt x="158" y="429"/>
                      <a:pt x="175" y="429"/>
                    </a:cubicBezTo>
                    <a:cubicBezTo>
                      <a:pt x="192" y="429"/>
                      <a:pt x="215" y="429"/>
                      <a:pt x="232" y="423"/>
                    </a:cubicBezTo>
                    <a:cubicBezTo>
                      <a:pt x="243" y="417"/>
                      <a:pt x="254" y="417"/>
                      <a:pt x="266" y="412"/>
                    </a:cubicBezTo>
                    <a:cubicBezTo>
                      <a:pt x="288" y="401"/>
                      <a:pt x="305" y="384"/>
                      <a:pt x="316" y="361"/>
                    </a:cubicBezTo>
                    <a:cubicBezTo>
                      <a:pt x="333" y="327"/>
                      <a:pt x="345" y="288"/>
                      <a:pt x="333" y="248"/>
                    </a:cubicBezTo>
                    <a:cubicBezTo>
                      <a:pt x="316" y="203"/>
                      <a:pt x="299" y="152"/>
                      <a:pt x="288" y="107"/>
                    </a:cubicBezTo>
                    <a:cubicBezTo>
                      <a:pt x="283" y="84"/>
                      <a:pt x="271" y="73"/>
                      <a:pt x="260" y="56"/>
                    </a:cubicBezTo>
                    <a:cubicBezTo>
                      <a:pt x="249" y="39"/>
                      <a:pt x="237" y="28"/>
                      <a:pt x="220" y="22"/>
                    </a:cubicBezTo>
                    <a:cubicBezTo>
                      <a:pt x="203" y="11"/>
                      <a:pt x="187" y="5"/>
                      <a:pt x="170" y="5"/>
                    </a:cubicBezTo>
                    <a:cubicBezTo>
                      <a:pt x="158" y="2"/>
                      <a:pt x="148" y="1"/>
                      <a:pt x="139"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76" name="Google Shape;1076;p39">
                <a:extLst>
                  <a:ext uri="{FF2B5EF4-FFF2-40B4-BE49-F238E27FC236}">
                    <a16:creationId xmlns:a16="http://schemas.microsoft.com/office/drawing/2014/main" id="{A0A9EC20-ACCC-2AA2-105C-4FFE1B42487B}"/>
                  </a:ext>
                </a:extLst>
              </p:cNvPr>
              <p:cNvSpPr/>
              <p:nvPr/>
            </p:nvSpPr>
            <p:spPr>
              <a:xfrm>
                <a:off x="4764325" y="3194650"/>
                <a:ext cx="8625" cy="10825"/>
              </a:xfrm>
              <a:custGeom>
                <a:avLst/>
                <a:gdLst/>
                <a:ahLst/>
                <a:cxnLst/>
                <a:rect l="l" t="t" r="r" b="b"/>
                <a:pathLst>
                  <a:path w="345" h="433" extrusionOk="0">
                    <a:moveTo>
                      <a:pt x="136" y="1"/>
                    </a:moveTo>
                    <a:cubicBezTo>
                      <a:pt x="126" y="1"/>
                      <a:pt x="116" y="2"/>
                      <a:pt x="108" y="5"/>
                    </a:cubicBezTo>
                    <a:cubicBezTo>
                      <a:pt x="96" y="11"/>
                      <a:pt x="85" y="16"/>
                      <a:pt x="74" y="22"/>
                    </a:cubicBezTo>
                    <a:cubicBezTo>
                      <a:pt x="51" y="33"/>
                      <a:pt x="34" y="50"/>
                      <a:pt x="23" y="73"/>
                    </a:cubicBezTo>
                    <a:lnTo>
                      <a:pt x="6" y="107"/>
                    </a:lnTo>
                    <a:cubicBezTo>
                      <a:pt x="0" y="129"/>
                      <a:pt x="0" y="157"/>
                      <a:pt x="6" y="180"/>
                    </a:cubicBezTo>
                    <a:cubicBezTo>
                      <a:pt x="28" y="231"/>
                      <a:pt x="45" y="276"/>
                      <a:pt x="62" y="327"/>
                    </a:cubicBezTo>
                    <a:cubicBezTo>
                      <a:pt x="68" y="344"/>
                      <a:pt x="79" y="361"/>
                      <a:pt x="91" y="378"/>
                    </a:cubicBezTo>
                    <a:cubicBezTo>
                      <a:pt x="102" y="389"/>
                      <a:pt x="113" y="406"/>
                      <a:pt x="130" y="412"/>
                    </a:cubicBezTo>
                    <a:cubicBezTo>
                      <a:pt x="147" y="423"/>
                      <a:pt x="164" y="429"/>
                      <a:pt x="181" y="429"/>
                    </a:cubicBezTo>
                    <a:cubicBezTo>
                      <a:pt x="192" y="431"/>
                      <a:pt x="202" y="433"/>
                      <a:pt x="211" y="433"/>
                    </a:cubicBezTo>
                    <a:cubicBezTo>
                      <a:pt x="220" y="433"/>
                      <a:pt x="229" y="431"/>
                      <a:pt x="237" y="429"/>
                    </a:cubicBezTo>
                    <a:cubicBezTo>
                      <a:pt x="249" y="423"/>
                      <a:pt x="260" y="417"/>
                      <a:pt x="271" y="412"/>
                    </a:cubicBezTo>
                    <a:cubicBezTo>
                      <a:pt x="294" y="400"/>
                      <a:pt x="311" y="383"/>
                      <a:pt x="322" y="361"/>
                    </a:cubicBezTo>
                    <a:lnTo>
                      <a:pt x="339" y="327"/>
                    </a:lnTo>
                    <a:cubicBezTo>
                      <a:pt x="345" y="304"/>
                      <a:pt x="345" y="276"/>
                      <a:pt x="339" y="253"/>
                    </a:cubicBezTo>
                    <a:cubicBezTo>
                      <a:pt x="316" y="203"/>
                      <a:pt x="300" y="152"/>
                      <a:pt x="283" y="107"/>
                    </a:cubicBezTo>
                    <a:cubicBezTo>
                      <a:pt x="277" y="84"/>
                      <a:pt x="266" y="73"/>
                      <a:pt x="254" y="56"/>
                    </a:cubicBezTo>
                    <a:cubicBezTo>
                      <a:pt x="243" y="44"/>
                      <a:pt x="232" y="28"/>
                      <a:pt x="215" y="22"/>
                    </a:cubicBezTo>
                    <a:cubicBezTo>
                      <a:pt x="198" y="11"/>
                      <a:pt x="181" y="5"/>
                      <a:pt x="164" y="5"/>
                    </a:cubicBezTo>
                    <a:cubicBezTo>
                      <a:pt x="156" y="2"/>
                      <a:pt x="146" y="1"/>
                      <a:pt x="136"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77" name="Google Shape;1077;p39">
                <a:extLst>
                  <a:ext uri="{FF2B5EF4-FFF2-40B4-BE49-F238E27FC236}">
                    <a16:creationId xmlns:a16="http://schemas.microsoft.com/office/drawing/2014/main" id="{B1D10BF2-BFFB-5A00-10C1-2BBFC9907E14}"/>
                  </a:ext>
                </a:extLst>
              </p:cNvPr>
              <p:cNvSpPr/>
              <p:nvPr/>
            </p:nvSpPr>
            <p:spPr>
              <a:xfrm>
                <a:off x="4081975" y="3608550"/>
                <a:ext cx="999750" cy="705950"/>
              </a:xfrm>
              <a:custGeom>
                <a:avLst/>
                <a:gdLst/>
                <a:ahLst/>
                <a:cxnLst/>
                <a:rect l="l" t="t" r="r" b="b"/>
                <a:pathLst>
                  <a:path w="39990" h="28238" extrusionOk="0">
                    <a:moveTo>
                      <a:pt x="23780" y="300"/>
                    </a:moveTo>
                    <a:cubicBezTo>
                      <a:pt x="24485" y="893"/>
                      <a:pt x="25251" y="1417"/>
                      <a:pt x="26018" y="1910"/>
                    </a:cubicBezTo>
                    <a:cubicBezTo>
                      <a:pt x="26831" y="2430"/>
                      <a:pt x="27667" y="2915"/>
                      <a:pt x="28531" y="3344"/>
                    </a:cubicBezTo>
                    <a:cubicBezTo>
                      <a:pt x="29418" y="3785"/>
                      <a:pt x="30316" y="4186"/>
                      <a:pt x="31168" y="4694"/>
                    </a:cubicBezTo>
                    <a:cubicBezTo>
                      <a:pt x="33393" y="6021"/>
                      <a:pt x="35426" y="7840"/>
                      <a:pt x="36669" y="10138"/>
                    </a:cubicBezTo>
                    <a:cubicBezTo>
                      <a:pt x="36883" y="10527"/>
                      <a:pt x="37080" y="10916"/>
                      <a:pt x="37199" y="11338"/>
                    </a:cubicBezTo>
                    <a:lnTo>
                      <a:pt x="37199" y="11338"/>
                    </a:lnTo>
                    <a:cubicBezTo>
                      <a:pt x="37199" y="11339"/>
                      <a:pt x="37199" y="11340"/>
                      <a:pt x="37200" y="11341"/>
                    </a:cubicBezTo>
                    <a:cubicBezTo>
                      <a:pt x="37482" y="12290"/>
                      <a:pt x="37697" y="13261"/>
                      <a:pt x="37911" y="14227"/>
                    </a:cubicBezTo>
                    <a:cubicBezTo>
                      <a:pt x="38470" y="16813"/>
                      <a:pt x="38894" y="19434"/>
                      <a:pt x="39199" y="22060"/>
                    </a:cubicBezTo>
                    <a:cubicBezTo>
                      <a:pt x="39430" y="24018"/>
                      <a:pt x="39598" y="25986"/>
                      <a:pt x="39700" y="27955"/>
                    </a:cubicBezTo>
                    <a:lnTo>
                      <a:pt x="296" y="27955"/>
                    </a:lnTo>
                    <a:cubicBezTo>
                      <a:pt x="480" y="24417"/>
                      <a:pt x="867" y="20884"/>
                      <a:pt x="1469" y="17389"/>
                    </a:cubicBezTo>
                    <a:cubicBezTo>
                      <a:pt x="1796" y="15514"/>
                      <a:pt x="2175" y="13645"/>
                      <a:pt x="2661" y="11804"/>
                    </a:cubicBezTo>
                    <a:cubicBezTo>
                      <a:pt x="2836" y="11166"/>
                      <a:pt x="3067" y="10596"/>
                      <a:pt x="3395" y="10008"/>
                    </a:cubicBezTo>
                    <a:cubicBezTo>
                      <a:pt x="4569" y="7908"/>
                      <a:pt x="6399" y="6213"/>
                      <a:pt x="8421" y="4943"/>
                    </a:cubicBezTo>
                    <a:cubicBezTo>
                      <a:pt x="9189" y="4463"/>
                      <a:pt x="9985" y="4039"/>
                      <a:pt x="10804" y="3661"/>
                    </a:cubicBezTo>
                    <a:cubicBezTo>
                      <a:pt x="11662" y="3260"/>
                      <a:pt x="12498" y="2814"/>
                      <a:pt x="13306" y="2328"/>
                    </a:cubicBezTo>
                    <a:cubicBezTo>
                      <a:pt x="14294" y="1729"/>
                      <a:pt x="15248" y="1080"/>
                      <a:pt x="16146" y="357"/>
                    </a:cubicBezTo>
                    <a:cubicBezTo>
                      <a:pt x="16164" y="341"/>
                      <a:pt x="16182" y="327"/>
                      <a:pt x="16199" y="312"/>
                    </a:cubicBezTo>
                    <a:lnTo>
                      <a:pt x="16199" y="312"/>
                    </a:lnTo>
                    <a:cubicBezTo>
                      <a:pt x="16766" y="1161"/>
                      <a:pt x="17337" y="2004"/>
                      <a:pt x="17903" y="2853"/>
                    </a:cubicBezTo>
                    <a:cubicBezTo>
                      <a:pt x="17933" y="2900"/>
                      <a:pt x="17975" y="2921"/>
                      <a:pt x="18018" y="2921"/>
                    </a:cubicBezTo>
                    <a:cubicBezTo>
                      <a:pt x="18064" y="2921"/>
                      <a:pt x="18111" y="2897"/>
                      <a:pt x="18146" y="2853"/>
                    </a:cubicBezTo>
                    <a:lnTo>
                      <a:pt x="19981" y="437"/>
                    </a:lnTo>
                    <a:lnTo>
                      <a:pt x="19981" y="437"/>
                    </a:lnTo>
                    <a:cubicBezTo>
                      <a:pt x="20520" y="1244"/>
                      <a:pt x="21058" y="2046"/>
                      <a:pt x="21596" y="2853"/>
                    </a:cubicBezTo>
                    <a:cubicBezTo>
                      <a:pt x="21626" y="2900"/>
                      <a:pt x="21670" y="2921"/>
                      <a:pt x="21713" y="2921"/>
                    </a:cubicBezTo>
                    <a:cubicBezTo>
                      <a:pt x="21760" y="2921"/>
                      <a:pt x="21807" y="2897"/>
                      <a:pt x="21839" y="2853"/>
                    </a:cubicBezTo>
                    <a:cubicBezTo>
                      <a:pt x="22484" y="2000"/>
                      <a:pt x="23134" y="1153"/>
                      <a:pt x="23780" y="300"/>
                    </a:cubicBezTo>
                    <a:close/>
                    <a:moveTo>
                      <a:pt x="23761" y="0"/>
                    </a:moveTo>
                    <a:cubicBezTo>
                      <a:pt x="23742" y="0"/>
                      <a:pt x="23723" y="3"/>
                      <a:pt x="23703" y="7"/>
                    </a:cubicBezTo>
                    <a:cubicBezTo>
                      <a:pt x="23573" y="35"/>
                      <a:pt x="23460" y="255"/>
                      <a:pt x="23386" y="357"/>
                    </a:cubicBezTo>
                    <a:lnTo>
                      <a:pt x="22810" y="1114"/>
                    </a:lnTo>
                    <a:lnTo>
                      <a:pt x="21726" y="2542"/>
                    </a:lnTo>
                    <a:lnTo>
                      <a:pt x="21726" y="2542"/>
                    </a:lnTo>
                    <a:cubicBezTo>
                      <a:pt x="21187" y="1735"/>
                      <a:pt x="20649" y="928"/>
                      <a:pt x="20111" y="125"/>
                    </a:cubicBezTo>
                    <a:cubicBezTo>
                      <a:pt x="20081" y="79"/>
                      <a:pt x="20037" y="58"/>
                      <a:pt x="19994" y="58"/>
                    </a:cubicBezTo>
                    <a:cubicBezTo>
                      <a:pt x="19947" y="58"/>
                      <a:pt x="19900" y="82"/>
                      <a:pt x="19868" y="125"/>
                    </a:cubicBezTo>
                    <a:lnTo>
                      <a:pt x="18031" y="2543"/>
                    </a:lnTo>
                    <a:lnTo>
                      <a:pt x="18031" y="2543"/>
                    </a:lnTo>
                    <a:cubicBezTo>
                      <a:pt x="17545" y="1819"/>
                      <a:pt x="17063" y="1091"/>
                      <a:pt x="16581" y="368"/>
                    </a:cubicBezTo>
                    <a:cubicBezTo>
                      <a:pt x="16479" y="219"/>
                      <a:pt x="16373" y="5"/>
                      <a:pt x="16212" y="5"/>
                    </a:cubicBezTo>
                    <a:cubicBezTo>
                      <a:pt x="16161" y="5"/>
                      <a:pt x="16104" y="27"/>
                      <a:pt x="16039" y="80"/>
                    </a:cubicBezTo>
                    <a:cubicBezTo>
                      <a:pt x="15695" y="363"/>
                      <a:pt x="15339" y="628"/>
                      <a:pt x="14977" y="888"/>
                    </a:cubicBezTo>
                    <a:cubicBezTo>
                      <a:pt x="14266" y="1396"/>
                      <a:pt x="13532" y="1871"/>
                      <a:pt x="12775" y="2311"/>
                    </a:cubicBezTo>
                    <a:cubicBezTo>
                      <a:pt x="11821" y="2870"/>
                      <a:pt x="10821" y="3311"/>
                      <a:pt x="9838" y="3813"/>
                    </a:cubicBezTo>
                    <a:cubicBezTo>
                      <a:pt x="8223" y="4638"/>
                      <a:pt x="6704" y="5677"/>
                      <a:pt x="5411" y="6953"/>
                    </a:cubicBezTo>
                    <a:cubicBezTo>
                      <a:pt x="4558" y="7789"/>
                      <a:pt x="3796" y="8732"/>
                      <a:pt x="3203" y="9771"/>
                    </a:cubicBezTo>
                    <a:cubicBezTo>
                      <a:pt x="2937" y="10234"/>
                      <a:pt x="2689" y="10720"/>
                      <a:pt x="2531" y="11228"/>
                    </a:cubicBezTo>
                    <a:cubicBezTo>
                      <a:pt x="2135" y="12482"/>
                      <a:pt x="1876" y="13798"/>
                      <a:pt x="1616" y="15085"/>
                    </a:cubicBezTo>
                    <a:cubicBezTo>
                      <a:pt x="865" y="18801"/>
                      <a:pt x="373" y="22568"/>
                      <a:pt x="108" y="26346"/>
                    </a:cubicBezTo>
                    <a:cubicBezTo>
                      <a:pt x="68" y="26928"/>
                      <a:pt x="35" y="27515"/>
                      <a:pt x="6" y="28097"/>
                    </a:cubicBezTo>
                    <a:cubicBezTo>
                      <a:pt x="1" y="28176"/>
                      <a:pt x="74" y="28238"/>
                      <a:pt x="147" y="28238"/>
                    </a:cubicBezTo>
                    <a:lnTo>
                      <a:pt x="39848" y="28238"/>
                    </a:lnTo>
                    <a:cubicBezTo>
                      <a:pt x="39922" y="28238"/>
                      <a:pt x="39989" y="28176"/>
                      <a:pt x="39989" y="28097"/>
                    </a:cubicBezTo>
                    <a:cubicBezTo>
                      <a:pt x="39820" y="24737"/>
                      <a:pt x="39464" y="21382"/>
                      <a:pt x="38922" y="18056"/>
                    </a:cubicBezTo>
                    <a:cubicBezTo>
                      <a:pt x="38600" y="16096"/>
                      <a:pt x="38216" y="14148"/>
                      <a:pt x="37731" y="12222"/>
                    </a:cubicBezTo>
                    <a:cubicBezTo>
                      <a:pt x="37651" y="11900"/>
                      <a:pt x="37567" y="11578"/>
                      <a:pt x="37471" y="11262"/>
                    </a:cubicBezTo>
                    <a:cubicBezTo>
                      <a:pt x="37313" y="10697"/>
                      <a:pt x="37019" y="10149"/>
                      <a:pt x="36720" y="9647"/>
                    </a:cubicBezTo>
                    <a:cubicBezTo>
                      <a:pt x="35918" y="8292"/>
                      <a:pt x="34845" y="7106"/>
                      <a:pt x="33636" y="6095"/>
                    </a:cubicBezTo>
                    <a:cubicBezTo>
                      <a:pt x="32778" y="5378"/>
                      <a:pt x="31846" y="4745"/>
                      <a:pt x="30863" y="4192"/>
                    </a:cubicBezTo>
                    <a:cubicBezTo>
                      <a:pt x="29700" y="3542"/>
                      <a:pt x="28463" y="3028"/>
                      <a:pt x="27300" y="2362"/>
                    </a:cubicBezTo>
                    <a:cubicBezTo>
                      <a:pt x="26408" y="1848"/>
                      <a:pt x="25544" y="1283"/>
                      <a:pt x="24713" y="668"/>
                    </a:cubicBezTo>
                    <a:cubicBezTo>
                      <a:pt x="24493" y="504"/>
                      <a:pt x="24273" y="340"/>
                      <a:pt x="24064" y="165"/>
                    </a:cubicBezTo>
                    <a:cubicBezTo>
                      <a:pt x="23966" y="91"/>
                      <a:pt x="23884" y="0"/>
                      <a:pt x="23761"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78" name="Google Shape;1078;p39">
                <a:extLst>
                  <a:ext uri="{FF2B5EF4-FFF2-40B4-BE49-F238E27FC236}">
                    <a16:creationId xmlns:a16="http://schemas.microsoft.com/office/drawing/2014/main" id="{6F777812-92D7-E207-734B-96EEA69FD9DF}"/>
                  </a:ext>
                </a:extLst>
              </p:cNvPr>
              <p:cNvSpPr/>
              <p:nvPr/>
            </p:nvSpPr>
            <p:spPr>
              <a:xfrm>
                <a:off x="4577950" y="3608700"/>
                <a:ext cx="101825" cy="72875"/>
              </a:xfrm>
              <a:custGeom>
                <a:avLst/>
                <a:gdLst/>
                <a:ahLst/>
                <a:cxnLst/>
                <a:rect l="l" t="t" r="r" b="b"/>
                <a:pathLst>
                  <a:path w="4073" h="2915" extrusionOk="0">
                    <a:moveTo>
                      <a:pt x="3599" y="283"/>
                    </a:moveTo>
                    <a:lnTo>
                      <a:pt x="2011" y="2373"/>
                    </a:lnTo>
                    <a:lnTo>
                      <a:pt x="1887" y="2536"/>
                    </a:lnTo>
                    <a:lnTo>
                      <a:pt x="1887" y="2536"/>
                    </a:lnTo>
                    <a:cubicBezTo>
                      <a:pt x="1421" y="1837"/>
                      <a:pt x="951" y="1141"/>
                      <a:pt x="486" y="441"/>
                    </a:cubicBezTo>
                    <a:lnTo>
                      <a:pt x="381" y="283"/>
                    </a:lnTo>
                    <a:close/>
                    <a:moveTo>
                      <a:pt x="187" y="1"/>
                    </a:moveTo>
                    <a:cubicBezTo>
                      <a:pt x="141" y="1"/>
                      <a:pt x="107" y="19"/>
                      <a:pt x="84" y="46"/>
                    </a:cubicBezTo>
                    <a:lnTo>
                      <a:pt x="84" y="46"/>
                    </a:lnTo>
                    <a:cubicBezTo>
                      <a:pt x="77" y="53"/>
                      <a:pt x="70" y="60"/>
                      <a:pt x="63" y="69"/>
                    </a:cubicBezTo>
                    <a:cubicBezTo>
                      <a:pt x="52" y="86"/>
                      <a:pt x="40" y="103"/>
                      <a:pt x="29" y="119"/>
                    </a:cubicBezTo>
                    <a:cubicBezTo>
                      <a:pt x="1" y="153"/>
                      <a:pt x="1" y="221"/>
                      <a:pt x="29" y="261"/>
                    </a:cubicBezTo>
                    <a:cubicBezTo>
                      <a:pt x="532" y="1017"/>
                      <a:pt x="1034" y="1769"/>
                      <a:pt x="1542" y="2525"/>
                    </a:cubicBezTo>
                    <a:cubicBezTo>
                      <a:pt x="1610" y="2633"/>
                      <a:pt x="1684" y="2740"/>
                      <a:pt x="1757" y="2847"/>
                    </a:cubicBezTo>
                    <a:cubicBezTo>
                      <a:pt x="1787" y="2894"/>
                      <a:pt x="1831" y="2915"/>
                      <a:pt x="1874" y="2915"/>
                    </a:cubicBezTo>
                    <a:cubicBezTo>
                      <a:pt x="1921" y="2915"/>
                      <a:pt x="1968" y="2891"/>
                      <a:pt x="2000" y="2847"/>
                    </a:cubicBezTo>
                    <a:lnTo>
                      <a:pt x="3751" y="543"/>
                    </a:lnTo>
                    <a:cubicBezTo>
                      <a:pt x="3835" y="430"/>
                      <a:pt x="3920" y="323"/>
                      <a:pt x="4005" y="210"/>
                    </a:cubicBezTo>
                    <a:cubicBezTo>
                      <a:pt x="4072" y="119"/>
                      <a:pt x="3976" y="1"/>
                      <a:pt x="3880"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79" name="Google Shape;1079;p39">
                <a:extLst>
                  <a:ext uri="{FF2B5EF4-FFF2-40B4-BE49-F238E27FC236}">
                    <a16:creationId xmlns:a16="http://schemas.microsoft.com/office/drawing/2014/main" id="{54665321-821F-B300-DFC4-D7C0A4B112C1}"/>
                  </a:ext>
                </a:extLst>
              </p:cNvPr>
              <p:cNvSpPr/>
              <p:nvPr/>
            </p:nvSpPr>
            <p:spPr>
              <a:xfrm>
                <a:off x="4484175" y="3608700"/>
                <a:ext cx="101300" cy="72875"/>
              </a:xfrm>
              <a:custGeom>
                <a:avLst/>
                <a:gdLst/>
                <a:ahLst/>
                <a:cxnLst/>
                <a:rect l="l" t="t" r="r" b="b"/>
                <a:pathLst>
                  <a:path w="4052" h="2915" extrusionOk="0">
                    <a:moveTo>
                      <a:pt x="3655" y="283"/>
                    </a:moveTo>
                    <a:cubicBezTo>
                      <a:pt x="3121" y="981"/>
                      <a:pt x="2592" y="1682"/>
                      <a:pt x="2058" y="2378"/>
                    </a:cubicBezTo>
                    <a:cubicBezTo>
                      <a:pt x="2020" y="2432"/>
                      <a:pt x="1982" y="2484"/>
                      <a:pt x="1943" y="2535"/>
                    </a:cubicBezTo>
                    <a:lnTo>
                      <a:pt x="1943" y="2535"/>
                    </a:lnTo>
                    <a:cubicBezTo>
                      <a:pt x="1467" y="1824"/>
                      <a:pt x="992" y="1113"/>
                      <a:pt x="516" y="402"/>
                    </a:cubicBezTo>
                    <a:cubicBezTo>
                      <a:pt x="490" y="362"/>
                      <a:pt x="464" y="323"/>
                      <a:pt x="439" y="283"/>
                    </a:cubicBezTo>
                    <a:close/>
                    <a:moveTo>
                      <a:pt x="171" y="1"/>
                    </a:moveTo>
                    <a:cubicBezTo>
                      <a:pt x="132" y="1"/>
                      <a:pt x="101" y="14"/>
                      <a:pt x="79" y="36"/>
                    </a:cubicBezTo>
                    <a:lnTo>
                      <a:pt x="79" y="36"/>
                    </a:lnTo>
                    <a:cubicBezTo>
                      <a:pt x="27" y="74"/>
                      <a:pt x="1" y="141"/>
                      <a:pt x="47" y="210"/>
                    </a:cubicBezTo>
                    <a:lnTo>
                      <a:pt x="1589" y="2514"/>
                    </a:lnTo>
                    <a:cubicBezTo>
                      <a:pt x="1668" y="2627"/>
                      <a:pt x="1741" y="2734"/>
                      <a:pt x="1815" y="2847"/>
                    </a:cubicBezTo>
                    <a:cubicBezTo>
                      <a:pt x="1845" y="2894"/>
                      <a:pt x="1887" y="2915"/>
                      <a:pt x="1930" y="2915"/>
                    </a:cubicBezTo>
                    <a:cubicBezTo>
                      <a:pt x="1976" y="2915"/>
                      <a:pt x="2023" y="2891"/>
                      <a:pt x="2058" y="2847"/>
                    </a:cubicBezTo>
                    <a:cubicBezTo>
                      <a:pt x="2628" y="2090"/>
                      <a:pt x="3204" y="1339"/>
                      <a:pt x="3774" y="583"/>
                    </a:cubicBezTo>
                    <a:cubicBezTo>
                      <a:pt x="3859" y="475"/>
                      <a:pt x="3938" y="368"/>
                      <a:pt x="4023" y="261"/>
                    </a:cubicBezTo>
                    <a:cubicBezTo>
                      <a:pt x="4051" y="221"/>
                      <a:pt x="4045" y="153"/>
                      <a:pt x="4023" y="119"/>
                    </a:cubicBezTo>
                    <a:cubicBezTo>
                      <a:pt x="3966" y="35"/>
                      <a:pt x="3910" y="1"/>
                      <a:pt x="3820"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80" name="Google Shape;1080;p39">
                <a:extLst>
                  <a:ext uri="{FF2B5EF4-FFF2-40B4-BE49-F238E27FC236}">
                    <a16:creationId xmlns:a16="http://schemas.microsoft.com/office/drawing/2014/main" id="{422C3046-7A5F-D861-2F3F-885933C83562}"/>
                  </a:ext>
                </a:extLst>
              </p:cNvPr>
              <p:cNvSpPr/>
              <p:nvPr/>
            </p:nvSpPr>
            <p:spPr>
              <a:xfrm>
                <a:off x="4577250" y="3608600"/>
                <a:ext cx="8925" cy="8325"/>
              </a:xfrm>
              <a:custGeom>
                <a:avLst/>
                <a:gdLst/>
                <a:ahLst/>
                <a:cxnLst/>
                <a:rect l="l" t="t" r="r" b="b"/>
                <a:pathLst>
                  <a:path w="357" h="333" extrusionOk="0">
                    <a:moveTo>
                      <a:pt x="215" y="1"/>
                    </a:moveTo>
                    <a:cubicBezTo>
                      <a:pt x="202" y="1"/>
                      <a:pt x="190" y="2"/>
                      <a:pt x="176" y="5"/>
                    </a:cubicBezTo>
                    <a:lnTo>
                      <a:pt x="142" y="5"/>
                    </a:lnTo>
                    <a:cubicBezTo>
                      <a:pt x="91" y="5"/>
                      <a:pt x="46" y="27"/>
                      <a:pt x="23" y="73"/>
                    </a:cubicBezTo>
                    <a:cubicBezTo>
                      <a:pt x="6" y="95"/>
                      <a:pt x="1" y="118"/>
                      <a:pt x="1" y="146"/>
                    </a:cubicBezTo>
                    <a:cubicBezTo>
                      <a:pt x="1" y="169"/>
                      <a:pt x="6" y="191"/>
                      <a:pt x="23" y="214"/>
                    </a:cubicBezTo>
                    <a:cubicBezTo>
                      <a:pt x="34" y="231"/>
                      <a:pt x="46" y="248"/>
                      <a:pt x="57" y="265"/>
                    </a:cubicBezTo>
                    <a:cubicBezTo>
                      <a:pt x="68" y="287"/>
                      <a:pt x="85" y="304"/>
                      <a:pt x="108" y="316"/>
                    </a:cubicBezTo>
                    <a:cubicBezTo>
                      <a:pt x="125" y="327"/>
                      <a:pt x="153" y="332"/>
                      <a:pt x="176" y="332"/>
                    </a:cubicBezTo>
                    <a:cubicBezTo>
                      <a:pt x="204" y="332"/>
                      <a:pt x="226" y="327"/>
                      <a:pt x="249" y="316"/>
                    </a:cubicBezTo>
                    <a:cubicBezTo>
                      <a:pt x="272" y="304"/>
                      <a:pt x="289" y="287"/>
                      <a:pt x="300" y="265"/>
                    </a:cubicBezTo>
                    <a:cubicBezTo>
                      <a:pt x="305" y="256"/>
                      <a:pt x="311" y="249"/>
                      <a:pt x="317" y="242"/>
                    </a:cubicBezTo>
                    <a:lnTo>
                      <a:pt x="317" y="242"/>
                    </a:lnTo>
                    <a:cubicBezTo>
                      <a:pt x="317" y="242"/>
                      <a:pt x="317" y="242"/>
                      <a:pt x="317" y="242"/>
                    </a:cubicBezTo>
                    <a:cubicBezTo>
                      <a:pt x="323" y="236"/>
                      <a:pt x="330" y="227"/>
                      <a:pt x="335" y="218"/>
                    </a:cubicBezTo>
                    <a:lnTo>
                      <a:pt x="335" y="218"/>
                    </a:lnTo>
                    <a:cubicBezTo>
                      <a:pt x="336" y="217"/>
                      <a:pt x="337" y="216"/>
                      <a:pt x="339" y="214"/>
                    </a:cubicBezTo>
                    <a:cubicBezTo>
                      <a:pt x="345" y="197"/>
                      <a:pt x="351" y="180"/>
                      <a:pt x="356" y="163"/>
                    </a:cubicBezTo>
                    <a:cubicBezTo>
                      <a:pt x="356" y="159"/>
                      <a:pt x="356" y="154"/>
                      <a:pt x="356" y="150"/>
                    </a:cubicBezTo>
                    <a:lnTo>
                      <a:pt x="356" y="150"/>
                    </a:lnTo>
                    <a:cubicBezTo>
                      <a:pt x="356" y="148"/>
                      <a:pt x="356" y="147"/>
                      <a:pt x="356" y="146"/>
                    </a:cubicBezTo>
                    <a:lnTo>
                      <a:pt x="356" y="145"/>
                    </a:lnTo>
                    <a:lnTo>
                      <a:pt x="356" y="145"/>
                    </a:lnTo>
                    <a:cubicBezTo>
                      <a:pt x="356" y="132"/>
                      <a:pt x="354" y="118"/>
                      <a:pt x="351" y="107"/>
                    </a:cubicBezTo>
                    <a:cubicBezTo>
                      <a:pt x="348" y="96"/>
                      <a:pt x="344" y="85"/>
                      <a:pt x="339" y="75"/>
                    </a:cubicBezTo>
                    <a:lnTo>
                      <a:pt x="339" y="75"/>
                    </a:lnTo>
                    <a:cubicBezTo>
                      <a:pt x="336" y="68"/>
                      <a:pt x="332" y="62"/>
                      <a:pt x="328" y="56"/>
                    </a:cubicBezTo>
                    <a:cubicBezTo>
                      <a:pt x="317" y="44"/>
                      <a:pt x="305" y="27"/>
                      <a:pt x="289" y="22"/>
                    </a:cubicBezTo>
                    <a:cubicBezTo>
                      <a:pt x="277" y="16"/>
                      <a:pt x="266" y="11"/>
                      <a:pt x="255" y="5"/>
                    </a:cubicBezTo>
                    <a:cubicBezTo>
                      <a:pt x="241" y="2"/>
                      <a:pt x="228" y="1"/>
                      <a:pt x="215"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081" name="Google Shape;1081;p39">
              <a:extLst>
                <a:ext uri="{FF2B5EF4-FFF2-40B4-BE49-F238E27FC236}">
                  <a16:creationId xmlns:a16="http://schemas.microsoft.com/office/drawing/2014/main" id="{C33DAF33-A62B-FB76-873B-596EDF2C90CC}"/>
                </a:ext>
              </a:extLst>
            </p:cNvPr>
            <p:cNvGrpSpPr/>
            <p:nvPr/>
          </p:nvGrpSpPr>
          <p:grpSpPr>
            <a:xfrm flipH="1">
              <a:off x="1717459" y="3118726"/>
              <a:ext cx="1403949" cy="1713667"/>
              <a:chOff x="2530500" y="1412150"/>
              <a:chExt cx="999750" cy="1220300"/>
            </a:xfrm>
          </p:grpSpPr>
          <p:sp>
            <p:nvSpPr>
              <p:cNvPr id="1082" name="Google Shape;1082;p39">
                <a:extLst>
                  <a:ext uri="{FF2B5EF4-FFF2-40B4-BE49-F238E27FC236}">
                    <a16:creationId xmlns:a16="http://schemas.microsoft.com/office/drawing/2014/main" id="{17001AEF-1C87-DCFE-07ED-D49048F2BD58}"/>
                  </a:ext>
                </a:extLst>
              </p:cNvPr>
              <p:cNvSpPr/>
              <p:nvPr/>
            </p:nvSpPr>
            <p:spPr>
              <a:xfrm>
                <a:off x="2932025" y="1470100"/>
                <a:ext cx="334350" cy="463500"/>
              </a:xfrm>
              <a:custGeom>
                <a:avLst/>
                <a:gdLst/>
                <a:ahLst/>
                <a:cxnLst/>
                <a:rect l="l" t="t" r="r" b="b"/>
                <a:pathLst>
                  <a:path w="13374" h="18540" extrusionOk="0">
                    <a:moveTo>
                      <a:pt x="2578" y="415"/>
                    </a:moveTo>
                    <a:lnTo>
                      <a:pt x="2578" y="415"/>
                    </a:lnTo>
                    <a:cubicBezTo>
                      <a:pt x="4084" y="774"/>
                      <a:pt x="5637" y="1007"/>
                      <a:pt x="7189" y="1007"/>
                    </a:cubicBezTo>
                    <a:cubicBezTo>
                      <a:pt x="7284" y="1007"/>
                      <a:pt x="7378" y="1006"/>
                      <a:pt x="7472" y="1004"/>
                    </a:cubicBezTo>
                    <a:cubicBezTo>
                      <a:pt x="8387" y="988"/>
                      <a:pt x="9330" y="897"/>
                      <a:pt x="10211" y="620"/>
                    </a:cubicBezTo>
                    <a:cubicBezTo>
                      <a:pt x="10318" y="586"/>
                      <a:pt x="10428" y="552"/>
                      <a:pt x="10534" y="508"/>
                    </a:cubicBezTo>
                    <a:lnTo>
                      <a:pt x="10534" y="508"/>
                    </a:lnTo>
                    <a:cubicBezTo>
                      <a:pt x="11027" y="1155"/>
                      <a:pt x="11345" y="1943"/>
                      <a:pt x="11426" y="2755"/>
                    </a:cubicBezTo>
                    <a:cubicBezTo>
                      <a:pt x="11465" y="3145"/>
                      <a:pt x="11454" y="3546"/>
                      <a:pt x="11454" y="3941"/>
                    </a:cubicBezTo>
                    <a:lnTo>
                      <a:pt x="11454" y="5359"/>
                    </a:lnTo>
                    <a:cubicBezTo>
                      <a:pt x="11454" y="5455"/>
                      <a:pt x="11426" y="5613"/>
                      <a:pt x="11493" y="5686"/>
                    </a:cubicBezTo>
                    <a:cubicBezTo>
                      <a:pt x="11584" y="5782"/>
                      <a:pt x="11714" y="5861"/>
                      <a:pt x="11815" y="5940"/>
                    </a:cubicBezTo>
                    <a:cubicBezTo>
                      <a:pt x="12160" y="6217"/>
                      <a:pt x="12504" y="6488"/>
                      <a:pt x="12854" y="6765"/>
                    </a:cubicBezTo>
                    <a:cubicBezTo>
                      <a:pt x="13029" y="6912"/>
                      <a:pt x="13120" y="7132"/>
                      <a:pt x="13018" y="7352"/>
                    </a:cubicBezTo>
                    <a:cubicBezTo>
                      <a:pt x="12922" y="7567"/>
                      <a:pt x="12702" y="7674"/>
                      <a:pt x="12476" y="7680"/>
                    </a:cubicBezTo>
                    <a:lnTo>
                      <a:pt x="11567" y="7680"/>
                    </a:lnTo>
                    <a:cubicBezTo>
                      <a:pt x="11488" y="7680"/>
                      <a:pt x="11431" y="7742"/>
                      <a:pt x="11426" y="7821"/>
                    </a:cubicBezTo>
                    <a:cubicBezTo>
                      <a:pt x="11267" y="9588"/>
                      <a:pt x="10307" y="11232"/>
                      <a:pt x="8833" y="12231"/>
                    </a:cubicBezTo>
                    <a:cubicBezTo>
                      <a:pt x="8421" y="12514"/>
                      <a:pt x="7975" y="12740"/>
                      <a:pt x="7512" y="12909"/>
                    </a:cubicBezTo>
                    <a:cubicBezTo>
                      <a:pt x="7450" y="12932"/>
                      <a:pt x="7405" y="12982"/>
                      <a:pt x="7405" y="13045"/>
                    </a:cubicBezTo>
                    <a:lnTo>
                      <a:pt x="7405" y="14857"/>
                    </a:lnTo>
                    <a:lnTo>
                      <a:pt x="7405" y="17738"/>
                    </a:lnTo>
                    <a:lnTo>
                      <a:pt x="7405" y="18257"/>
                    </a:lnTo>
                    <a:lnTo>
                      <a:pt x="283" y="18257"/>
                    </a:lnTo>
                    <a:lnTo>
                      <a:pt x="283" y="16710"/>
                    </a:lnTo>
                    <a:lnTo>
                      <a:pt x="283" y="14022"/>
                    </a:lnTo>
                    <a:lnTo>
                      <a:pt x="283" y="13406"/>
                    </a:lnTo>
                    <a:lnTo>
                      <a:pt x="283" y="11746"/>
                    </a:lnTo>
                    <a:lnTo>
                      <a:pt x="283" y="10808"/>
                    </a:lnTo>
                    <a:lnTo>
                      <a:pt x="283" y="8617"/>
                    </a:lnTo>
                    <a:lnTo>
                      <a:pt x="283" y="6347"/>
                    </a:lnTo>
                    <a:lnTo>
                      <a:pt x="283" y="5534"/>
                    </a:lnTo>
                    <a:cubicBezTo>
                      <a:pt x="283" y="5445"/>
                      <a:pt x="291" y="5351"/>
                      <a:pt x="291" y="5261"/>
                    </a:cubicBezTo>
                    <a:lnTo>
                      <a:pt x="291" y="5261"/>
                    </a:lnTo>
                    <a:cubicBezTo>
                      <a:pt x="1182" y="5259"/>
                      <a:pt x="2088" y="4818"/>
                      <a:pt x="2650" y="4144"/>
                    </a:cubicBezTo>
                    <a:cubicBezTo>
                      <a:pt x="3276" y="3393"/>
                      <a:pt x="3497" y="2360"/>
                      <a:pt x="3180" y="1428"/>
                    </a:cubicBezTo>
                    <a:cubicBezTo>
                      <a:pt x="3051" y="1049"/>
                      <a:pt x="2843" y="707"/>
                      <a:pt x="2578" y="415"/>
                    </a:cubicBezTo>
                    <a:close/>
                    <a:moveTo>
                      <a:pt x="2078" y="0"/>
                    </a:moveTo>
                    <a:cubicBezTo>
                      <a:pt x="1940" y="0"/>
                      <a:pt x="1898" y="182"/>
                      <a:pt x="2011" y="265"/>
                    </a:cubicBezTo>
                    <a:cubicBezTo>
                      <a:pt x="2763" y="846"/>
                      <a:pt x="3175" y="1806"/>
                      <a:pt x="3005" y="2750"/>
                    </a:cubicBezTo>
                    <a:cubicBezTo>
                      <a:pt x="2859" y="3574"/>
                      <a:pt x="2305" y="4269"/>
                      <a:pt x="1571" y="4653"/>
                    </a:cubicBezTo>
                    <a:cubicBezTo>
                      <a:pt x="1181" y="4853"/>
                      <a:pt x="721" y="4978"/>
                      <a:pt x="275" y="4978"/>
                    </a:cubicBezTo>
                    <a:cubicBezTo>
                      <a:pt x="231" y="4978"/>
                      <a:pt x="186" y="4977"/>
                      <a:pt x="142" y="4975"/>
                    </a:cubicBezTo>
                    <a:cubicBezTo>
                      <a:pt x="69" y="4975"/>
                      <a:pt x="1" y="5042"/>
                      <a:pt x="1" y="5116"/>
                    </a:cubicBezTo>
                    <a:lnTo>
                      <a:pt x="1" y="6115"/>
                    </a:lnTo>
                    <a:lnTo>
                      <a:pt x="1" y="8323"/>
                    </a:lnTo>
                    <a:lnTo>
                      <a:pt x="1" y="10588"/>
                    </a:lnTo>
                    <a:lnTo>
                      <a:pt x="1" y="11734"/>
                    </a:lnTo>
                    <a:lnTo>
                      <a:pt x="1" y="13338"/>
                    </a:lnTo>
                    <a:lnTo>
                      <a:pt x="1" y="13406"/>
                    </a:lnTo>
                    <a:lnTo>
                      <a:pt x="1" y="15095"/>
                    </a:lnTo>
                    <a:lnTo>
                      <a:pt x="1" y="17783"/>
                    </a:lnTo>
                    <a:lnTo>
                      <a:pt x="1" y="18398"/>
                    </a:lnTo>
                    <a:cubicBezTo>
                      <a:pt x="1" y="18472"/>
                      <a:pt x="69" y="18539"/>
                      <a:pt x="142" y="18539"/>
                    </a:cubicBezTo>
                    <a:lnTo>
                      <a:pt x="7546" y="18539"/>
                    </a:lnTo>
                    <a:cubicBezTo>
                      <a:pt x="7625" y="18539"/>
                      <a:pt x="7687" y="18472"/>
                      <a:pt x="7687" y="18398"/>
                    </a:cubicBezTo>
                    <a:lnTo>
                      <a:pt x="7687" y="16585"/>
                    </a:lnTo>
                    <a:lnTo>
                      <a:pt x="7687" y="13705"/>
                    </a:lnTo>
                    <a:lnTo>
                      <a:pt x="7687" y="13142"/>
                    </a:lnTo>
                    <a:lnTo>
                      <a:pt x="7687" y="13142"/>
                    </a:lnTo>
                    <a:cubicBezTo>
                      <a:pt x="9390" y="12493"/>
                      <a:pt x="10754" y="11113"/>
                      <a:pt x="11369" y="9385"/>
                    </a:cubicBezTo>
                    <a:cubicBezTo>
                      <a:pt x="11534" y="8927"/>
                      <a:pt x="11642" y="8446"/>
                      <a:pt x="11694" y="7962"/>
                    </a:cubicBezTo>
                    <a:lnTo>
                      <a:pt x="12448" y="7962"/>
                    </a:lnTo>
                    <a:cubicBezTo>
                      <a:pt x="12866" y="7956"/>
                      <a:pt x="13272" y="7702"/>
                      <a:pt x="13334" y="7262"/>
                    </a:cubicBezTo>
                    <a:cubicBezTo>
                      <a:pt x="13373" y="6994"/>
                      <a:pt x="13264" y="6742"/>
                      <a:pt x="13059" y="6568"/>
                    </a:cubicBezTo>
                    <a:lnTo>
                      <a:pt x="13059" y="6568"/>
                    </a:lnTo>
                    <a:cubicBezTo>
                      <a:pt x="13057" y="6566"/>
                      <a:pt x="13055" y="6563"/>
                      <a:pt x="13052" y="6561"/>
                    </a:cubicBezTo>
                    <a:lnTo>
                      <a:pt x="13052" y="6561"/>
                    </a:lnTo>
                    <a:cubicBezTo>
                      <a:pt x="13052" y="6561"/>
                      <a:pt x="13052" y="6561"/>
                      <a:pt x="13052" y="6561"/>
                    </a:cubicBezTo>
                    <a:cubicBezTo>
                      <a:pt x="13051" y="6561"/>
                      <a:pt x="13051" y="6560"/>
                      <a:pt x="13050" y="6560"/>
                    </a:cubicBezTo>
                    <a:lnTo>
                      <a:pt x="13050" y="6560"/>
                    </a:lnTo>
                    <a:cubicBezTo>
                      <a:pt x="12614" y="6216"/>
                      <a:pt x="12173" y="5868"/>
                      <a:pt x="11736" y="5524"/>
                    </a:cubicBezTo>
                    <a:lnTo>
                      <a:pt x="11736" y="5524"/>
                    </a:lnTo>
                    <a:lnTo>
                      <a:pt x="11736" y="4009"/>
                    </a:lnTo>
                    <a:cubicBezTo>
                      <a:pt x="11736" y="3309"/>
                      <a:pt x="11747" y="2614"/>
                      <a:pt x="11555" y="1931"/>
                    </a:cubicBezTo>
                    <a:cubicBezTo>
                      <a:pt x="11380" y="1298"/>
                      <a:pt x="11064" y="711"/>
                      <a:pt x="10646" y="203"/>
                    </a:cubicBezTo>
                    <a:cubicBezTo>
                      <a:pt x="10618" y="167"/>
                      <a:pt x="10586" y="153"/>
                      <a:pt x="10554" y="153"/>
                    </a:cubicBezTo>
                    <a:cubicBezTo>
                      <a:pt x="10501" y="153"/>
                      <a:pt x="10449" y="195"/>
                      <a:pt x="10426" y="250"/>
                    </a:cubicBezTo>
                    <a:lnTo>
                      <a:pt x="10426" y="250"/>
                    </a:lnTo>
                    <a:cubicBezTo>
                      <a:pt x="10354" y="276"/>
                      <a:pt x="10283" y="301"/>
                      <a:pt x="10211" y="327"/>
                    </a:cubicBezTo>
                    <a:cubicBezTo>
                      <a:pt x="9906" y="428"/>
                      <a:pt x="9590" y="502"/>
                      <a:pt x="9274" y="558"/>
                    </a:cubicBezTo>
                    <a:cubicBezTo>
                      <a:pt x="8602" y="679"/>
                      <a:pt x="7916" y="729"/>
                      <a:pt x="7230" y="729"/>
                    </a:cubicBezTo>
                    <a:cubicBezTo>
                      <a:pt x="6637" y="729"/>
                      <a:pt x="6043" y="692"/>
                      <a:pt x="5456" y="632"/>
                    </a:cubicBezTo>
                    <a:cubicBezTo>
                      <a:pt x="4333" y="513"/>
                      <a:pt x="3214" y="293"/>
                      <a:pt x="2119" y="5"/>
                    </a:cubicBezTo>
                    <a:cubicBezTo>
                      <a:pt x="2104" y="2"/>
                      <a:pt x="2091" y="0"/>
                      <a:pt x="2078"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83" name="Google Shape;1083;p39">
                <a:extLst>
                  <a:ext uri="{FF2B5EF4-FFF2-40B4-BE49-F238E27FC236}">
                    <a16:creationId xmlns:a16="http://schemas.microsoft.com/office/drawing/2014/main" id="{2F3F79CB-5637-18EF-73FB-96C0EAF7A00A}"/>
                  </a:ext>
                </a:extLst>
              </p:cNvPr>
              <p:cNvSpPr/>
              <p:nvPr/>
            </p:nvSpPr>
            <p:spPr>
              <a:xfrm>
                <a:off x="2793250" y="1412150"/>
                <a:ext cx="406800" cy="355175"/>
              </a:xfrm>
              <a:custGeom>
                <a:avLst/>
                <a:gdLst/>
                <a:ahLst/>
                <a:cxnLst/>
                <a:rect l="l" t="t" r="r" b="b"/>
                <a:pathLst>
                  <a:path w="16272" h="14207" extrusionOk="0">
                    <a:moveTo>
                      <a:pt x="9000" y="284"/>
                    </a:moveTo>
                    <a:cubicBezTo>
                      <a:pt x="10460" y="284"/>
                      <a:pt x="11941" y="445"/>
                      <a:pt x="13328" y="917"/>
                    </a:cubicBezTo>
                    <a:cubicBezTo>
                      <a:pt x="13712" y="1041"/>
                      <a:pt x="14085" y="1199"/>
                      <a:pt x="14447" y="1385"/>
                    </a:cubicBezTo>
                    <a:cubicBezTo>
                      <a:pt x="14627" y="1476"/>
                      <a:pt x="14808" y="1577"/>
                      <a:pt x="14977" y="1690"/>
                    </a:cubicBezTo>
                    <a:cubicBezTo>
                      <a:pt x="15175" y="1815"/>
                      <a:pt x="15344" y="1961"/>
                      <a:pt x="15525" y="2108"/>
                    </a:cubicBezTo>
                    <a:cubicBezTo>
                      <a:pt x="15667" y="2250"/>
                      <a:pt x="15824" y="2407"/>
                      <a:pt x="15925" y="2587"/>
                    </a:cubicBezTo>
                    <a:lnTo>
                      <a:pt x="15925" y="2587"/>
                    </a:lnTo>
                    <a:cubicBezTo>
                      <a:pt x="15871" y="2606"/>
                      <a:pt x="15816" y="2625"/>
                      <a:pt x="15762" y="2645"/>
                    </a:cubicBezTo>
                    <a:cubicBezTo>
                      <a:pt x="15457" y="2746"/>
                      <a:pt x="15141" y="2820"/>
                      <a:pt x="14825" y="2876"/>
                    </a:cubicBezTo>
                    <a:cubicBezTo>
                      <a:pt x="14153" y="2997"/>
                      <a:pt x="13467" y="3047"/>
                      <a:pt x="12781" y="3047"/>
                    </a:cubicBezTo>
                    <a:cubicBezTo>
                      <a:pt x="12188" y="3047"/>
                      <a:pt x="11594" y="3010"/>
                      <a:pt x="11007" y="2950"/>
                    </a:cubicBezTo>
                    <a:cubicBezTo>
                      <a:pt x="9884" y="2831"/>
                      <a:pt x="8765" y="2611"/>
                      <a:pt x="7670" y="2323"/>
                    </a:cubicBezTo>
                    <a:cubicBezTo>
                      <a:pt x="7655" y="2320"/>
                      <a:pt x="7642" y="2318"/>
                      <a:pt x="7629" y="2318"/>
                    </a:cubicBezTo>
                    <a:cubicBezTo>
                      <a:pt x="7491" y="2318"/>
                      <a:pt x="7449" y="2500"/>
                      <a:pt x="7562" y="2583"/>
                    </a:cubicBezTo>
                    <a:cubicBezTo>
                      <a:pt x="8314" y="3164"/>
                      <a:pt x="8726" y="4124"/>
                      <a:pt x="8556" y="5068"/>
                    </a:cubicBezTo>
                    <a:cubicBezTo>
                      <a:pt x="8410" y="5892"/>
                      <a:pt x="7856" y="6587"/>
                      <a:pt x="7122" y="6971"/>
                    </a:cubicBezTo>
                    <a:cubicBezTo>
                      <a:pt x="6732" y="7171"/>
                      <a:pt x="6272" y="7296"/>
                      <a:pt x="5826" y="7296"/>
                    </a:cubicBezTo>
                    <a:cubicBezTo>
                      <a:pt x="5782" y="7296"/>
                      <a:pt x="5737" y="7295"/>
                      <a:pt x="5693" y="7293"/>
                    </a:cubicBezTo>
                    <a:cubicBezTo>
                      <a:pt x="5620" y="7293"/>
                      <a:pt x="5552" y="7360"/>
                      <a:pt x="5552" y="7434"/>
                    </a:cubicBezTo>
                    <a:lnTo>
                      <a:pt x="5552" y="9676"/>
                    </a:lnTo>
                    <a:lnTo>
                      <a:pt x="5552" y="13239"/>
                    </a:lnTo>
                    <a:lnTo>
                      <a:pt x="5552" y="13844"/>
                    </a:lnTo>
                    <a:lnTo>
                      <a:pt x="5552" y="13844"/>
                    </a:lnTo>
                    <a:cubicBezTo>
                      <a:pt x="5431" y="13786"/>
                      <a:pt x="5314" y="13726"/>
                      <a:pt x="5202" y="13663"/>
                    </a:cubicBezTo>
                    <a:cubicBezTo>
                      <a:pt x="4744" y="13414"/>
                      <a:pt x="4315" y="13121"/>
                      <a:pt x="3909" y="12793"/>
                    </a:cubicBezTo>
                    <a:cubicBezTo>
                      <a:pt x="3899" y="12785"/>
                      <a:pt x="3888" y="12779"/>
                      <a:pt x="3876" y="12773"/>
                    </a:cubicBezTo>
                    <a:lnTo>
                      <a:pt x="3876" y="12773"/>
                    </a:lnTo>
                    <a:cubicBezTo>
                      <a:pt x="2190" y="11740"/>
                      <a:pt x="1073" y="9951"/>
                      <a:pt x="594" y="8055"/>
                    </a:cubicBezTo>
                    <a:cubicBezTo>
                      <a:pt x="164" y="6344"/>
                      <a:pt x="198" y="4305"/>
                      <a:pt x="1356" y="2876"/>
                    </a:cubicBezTo>
                    <a:cubicBezTo>
                      <a:pt x="2192" y="1849"/>
                      <a:pt x="3423" y="1244"/>
                      <a:pt x="4671" y="872"/>
                    </a:cubicBezTo>
                    <a:cubicBezTo>
                      <a:pt x="6049" y="471"/>
                      <a:pt x="7489" y="296"/>
                      <a:pt x="8923" y="284"/>
                    </a:cubicBezTo>
                    <a:cubicBezTo>
                      <a:pt x="8949" y="284"/>
                      <a:pt x="8974" y="284"/>
                      <a:pt x="9000" y="284"/>
                    </a:cubicBezTo>
                    <a:close/>
                    <a:moveTo>
                      <a:pt x="9022" y="0"/>
                    </a:moveTo>
                    <a:cubicBezTo>
                      <a:pt x="8410" y="0"/>
                      <a:pt x="7798" y="33"/>
                      <a:pt x="7190" y="98"/>
                    </a:cubicBezTo>
                    <a:cubicBezTo>
                      <a:pt x="6314" y="194"/>
                      <a:pt x="5439" y="352"/>
                      <a:pt x="4592" y="595"/>
                    </a:cubicBezTo>
                    <a:cubicBezTo>
                      <a:pt x="4584" y="597"/>
                      <a:pt x="4577" y="600"/>
                      <a:pt x="4570" y="603"/>
                    </a:cubicBezTo>
                    <a:lnTo>
                      <a:pt x="4570" y="603"/>
                    </a:lnTo>
                    <a:cubicBezTo>
                      <a:pt x="3427" y="948"/>
                      <a:pt x="2309" y="1477"/>
                      <a:pt x="1463" y="2334"/>
                    </a:cubicBezTo>
                    <a:cubicBezTo>
                      <a:pt x="769" y="3034"/>
                      <a:pt x="339" y="3921"/>
                      <a:pt x="164" y="4892"/>
                    </a:cubicBezTo>
                    <a:cubicBezTo>
                      <a:pt x="1" y="5830"/>
                      <a:pt x="40" y="6796"/>
                      <a:pt x="232" y="7727"/>
                    </a:cubicBezTo>
                    <a:cubicBezTo>
                      <a:pt x="430" y="8727"/>
                      <a:pt x="808" y="9698"/>
                      <a:pt x="1339" y="10568"/>
                    </a:cubicBezTo>
                    <a:cubicBezTo>
                      <a:pt x="1870" y="11443"/>
                      <a:pt x="2570" y="12223"/>
                      <a:pt x="3417" y="12810"/>
                    </a:cubicBezTo>
                    <a:cubicBezTo>
                      <a:pt x="3524" y="12883"/>
                      <a:pt x="3631" y="12951"/>
                      <a:pt x="3738" y="13018"/>
                    </a:cubicBezTo>
                    <a:lnTo>
                      <a:pt x="3738" y="13018"/>
                    </a:lnTo>
                    <a:cubicBezTo>
                      <a:pt x="4318" y="13485"/>
                      <a:pt x="4959" y="13921"/>
                      <a:pt x="5659" y="14199"/>
                    </a:cubicBezTo>
                    <a:cubicBezTo>
                      <a:pt x="5672" y="14204"/>
                      <a:pt x="5685" y="14207"/>
                      <a:pt x="5697" y="14207"/>
                    </a:cubicBezTo>
                    <a:cubicBezTo>
                      <a:pt x="5769" y="14207"/>
                      <a:pt x="5834" y="14131"/>
                      <a:pt x="5834" y="14064"/>
                    </a:cubicBezTo>
                    <a:lnTo>
                      <a:pt x="5834" y="11822"/>
                    </a:lnTo>
                    <a:lnTo>
                      <a:pt x="5834" y="8258"/>
                    </a:lnTo>
                    <a:lnTo>
                      <a:pt x="5834" y="7579"/>
                    </a:lnTo>
                    <a:lnTo>
                      <a:pt x="5834" y="7579"/>
                    </a:lnTo>
                    <a:cubicBezTo>
                      <a:pt x="5835" y="7579"/>
                      <a:pt x="5836" y="7579"/>
                      <a:pt x="5837" y="7579"/>
                    </a:cubicBezTo>
                    <a:cubicBezTo>
                      <a:pt x="6730" y="7579"/>
                      <a:pt x="7638" y="7138"/>
                      <a:pt x="8201" y="6462"/>
                    </a:cubicBezTo>
                    <a:cubicBezTo>
                      <a:pt x="8827" y="5711"/>
                      <a:pt x="9048" y="4678"/>
                      <a:pt x="8731" y="3746"/>
                    </a:cubicBezTo>
                    <a:cubicBezTo>
                      <a:pt x="8602" y="3367"/>
                      <a:pt x="8394" y="3025"/>
                      <a:pt x="8129" y="2733"/>
                    </a:cubicBezTo>
                    <a:lnTo>
                      <a:pt x="8129" y="2733"/>
                    </a:lnTo>
                    <a:cubicBezTo>
                      <a:pt x="9635" y="3092"/>
                      <a:pt x="11188" y="3325"/>
                      <a:pt x="12740" y="3325"/>
                    </a:cubicBezTo>
                    <a:cubicBezTo>
                      <a:pt x="12835" y="3325"/>
                      <a:pt x="12929" y="3324"/>
                      <a:pt x="13023" y="3322"/>
                    </a:cubicBezTo>
                    <a:cubicBezTo>
                      <a:pt x="13938" y="3306"/>
                      <a:pt x="14881" y="3215"/>
                      <a:pt x="15762" y="2938"/>
                    </a:cubicBezTo>
                    <a:cubicBezTo>
                      <a:pt x="15904" y="2893"/>
                      <a:pt x="16050" y="2848"/>
                      <a:pt x="16186" y="2780"/>
                    </a:cubicBezTo>
                    <a:cubicBezTo>
                      <a:pt x="16194" y="2777"/>
                      <a:pt x="16201" y="2772"/>
                      <a:pt x="16208" y="2768"/>
                    </a:cubicBezTo>
                    <a:lnTo>
                      <a:pt x="16208" y="2768"/>
                    </a:lnTo>
                    <a:cubicBezTo>
                      <a:pt x="16248" y="2742"/>
                      <a:pt x="16272" y="2698"/>
                      <a:pt x="16255" y="2641"/>
                    </a:cubicBezTo>
                    <a:lnTo>
                      <a:pt x="16255" y="2641"/>
                    </a:lnTo>
                    <a:cubicBezTo>
                      <a:pt x="16252" y="2628"/>
                      <a:pt x="16247" y="2615"/>
                      <a:pt x="16240" y="2603"/>
                    </a:cubicBezTo>
                    <a:lnTo>
                      <a:pt x="16240" y="2603"/>
                    </a:lnTo>
                    <a:cubicBezTo>
                      <a:pt x="16129" y="2343"/>
                      <a:pt x="15944" y="2123"/>
                      <a:pt x="15742" y="1929"/>
                    </a:cubicBezTo>
                    <a:lnTo>
                      <a:pt x="15742" y="1929"/>
                    </a:lnTo>
                    <a:cubicBezTo>
                      <a:pt x="15736" y="1922"/>
                      <a:pt x="15730" y="1916"/>
                      <a:pt x="15723" y="1911"/>
                    </a:cubicBezTo>
                    <a:lnTo>
                      <a:pt x="15723" y="1911"/>
                    </a:lnTo>
                    <a:cubicBezTo>
                      <a:pt x="15723" y="1911"/>
                      <a:pt x="15723" y="1911"/>
                      <a:pt x="15723" y="1911"/>
                    </a:cubicBezTo>
                    <a:cubicBezTo>
                      <a:pt x="15565" y="1781"/>
                      <a:pt x="15412" y="1645"/>
                      <a:pt x="15243" y="1527"/>
                    </a:cubicBezTo>
                    <a:cubicBezTo>
                      <a:pt x="15090" y="1419"/>
                      <a:pt x="14932" y="1323"/>
                      <a:pt x="14768" y="1233"/>
                    </a:cubicBezTo>
                    <a:cubicBezTo>
                      <a:pt x="14435" y="1052"/>
                      <a:pt x="14091" y="900"/>
                      <a:pt x="13741" y="764"/>
                    </a:cubicBezTo>
                    <a:cubicBezTo>
                      <a:pt x="13023" y="488"/>
                      <a:pt x="12267" y="307"/>
                      <a:pt x="11510" y="188"/>
                    </a:cubicBezTo>
                    <a:cubicBezTo>
                      <a:pt x="10687" y="61"/>
                      <a:pt x="9854" y="0"/>
                      <a:pt x="902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84" name="Google Shape;1084;p39">
                <a:extLst>
                  <a:ext uri="{FF2B5EF4-FFF2-40B4-BE49-F238E27FC236}">
                    <a16:creationId xmlns:a16="http://schemas.microsoft.com/office/drawing/2014/main" id="{C00F5C37-5744-E4C7-794E-3EA025AA8216}"/>
                  </a:ext>
                </a:extLst>
              </p:cNvPr>
              <p:cNvSpPr/>
              <p:nvPr/>
            </p:nvSpPr>
            <p:spPr>
              <a:xfrm>
                <a:off x="3144650" y="1661975"/>
                <a:ext cx="80675" cy="37250"/>
              </a:xfrm>
              <a:custGeom>
                <a:avLst/>
                <a:gdLst/>
                <a:ahLst/>
                <a:cxnLst/>
                <a:rect l="l" t="t" r="r" b="b"/>
                <a:pathLst>
                  <a:path w="3227" h="1490" extrusionOk="0">
                    <a:moveTo>
                      <a:pt x="2922" y="287"/>
                    </a:moveTo>
                    <a:cubicBezTo>
                      <a:pt x="2887" y="597"/>
                      <a:pt x="2837" y="913"/>
                      <a:pt x="2737" y="1208"/>
                    </a:cubicBezTo>
                    <a:lnTo>
                      <a:pt x="298" y="1208"/>
                    </a:lnTo>
                    <a:cubicBezTo>
                      <a:pt x="334" y="918"/>
                      <a:pt x="480" y="643"/>
                      <a:pt x="718" y="468"/>
                    </a:cubicBezTo>
                    <a:cubicBezTo>
                      <a:pt x="904" y="332"/>
                      <a:pt x="1113" y="287"/>
                      <a:pt x="1339" y="287"/>
                    </a:cubicBezTo>
                    <a:close/>
                    <a:moveTo>
                      <a:pt x="1503" y="0"/>
                    </a:moveTo>
                    <a:cubicBezTo>
                      <a:pt x="1170" y="0"/>
                      <a:pt x="840" y="30"/>
                      <a:pt x="554" y="242"/>
                    </a:cubicBezTo>
                    <a:cubicBezTo>
                      <a:pt x="204" y="502"/>
                      <a:pt x="12" y="914"/>
                      <a:pt x="7" y="1349"/>
                    </a:cubicBezTo>
                    <a:cubicBezTo>
                      <a:pt x="1" y="1422"/>
                      <a:pt x="69" y="1490"/>
                      <a:pt x="148" y="1490"/>
                    </a:cubicBezTo>
                    <a:lnTo>
                      <a:pt x="2836" y="1490"/>
                    </a:lnTo>
                    <a:cubicBezTo>
                      <a:pt x="2904" y="1490"/>
                      <a:pt x="2954" y="1445"/>
                      <a:pt x="2971" y="1388"/>
                    </a:cubicBezTo>
                    <a:cubicBezTo>
                      <a:pt x="3118" y="993"/>
                      <a:pt x="3175" y="558"/>
                      <a:pt x="3220" y="146"/>
                    </a:cubicBezTo>
                    <a:cubicBezTo>
                      <a:pt x="3226" y="78"/>
                      <a:pt x="3190" y="35"/>
                      <a:pt x="3141" y="18"/>
                    </a:cubicBezTo>
                    <a:lnTo>
                      <a:pt x="3141" y="18"/>
                    </a:lnTo>
                    <a:cubicBezTo>
                      <a:pt x="3124" y="10"/>
                      <a:pt x="3103" y="5"/>
                      <a:pt x="3079" y="5"/>
                    </a:cubicBezTo>
                    <a:lnTo>
                      <a:pt x="1887" y="5"/>
                    </a:lnTo>
                    <a:cubicBezTo>
                      <a:pt x="1760" y="5"/>
                      <a:pt x="1631" y="0"/>
                      <a:pt x="150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85" name="Google Shape;1085;p39">
                <a:extLst>
                  <a:ext uri="{FF2B5EF4-FFF2-40B4-BE49-F238E27FC236}">
                    <a16:creationId xmlns:a16="http://schemas.microsoft.com/office/drawing/2014/main" id="{64DB659E-A2C2-4E4C-87B8-A5933B99633A}"/>
                  </a:ext>
                </a:extLst>
              </p:cNvPr>
              <p:cNvSpPr/>
              <p:nvPr/>
            </p:nvSpPr>
            <p:spPr>
              <a:xfrm>
                <a:off x="2530500" y="1926450"/>
                <a:ext cx="999750" cy="706000"/>
              </a:xfrm>
              <a:custGeom>
                <a:avLst/>
                <a:gdLst/>
                <a:ahLst/>
                <a:cxnLst/>
                <a:rect l="l" t="t" r="r" b="b"/>
                <a:pathLst>
                  <a:path w="39990" h="28240" extrusionOk="0">
                    <a:moveTo>
                      <a:pt x="23761" y="285"/>
                    </a:moveTo>
                    <a:cubicBezTo>
                      <a:pt x="24471" y="879"/>
                      <a:pt x="25245" y="1409"/>
                      <a:pt x="26018" y="1906"/>
                    </a:cubicBezTo>
                    <a:cubicBezTo>
                      <a:pt x="26831" y="2431"/>
                      <a:pt x="27667" y="2911"/>
                      <a:pt x="28531" y="3341"/>
                    </a:cubicBezTo>
                    <a:cubicBezTo>
                      <a:pt x="29418" y="3781"/>
                      <a:pt x="30316" y="4188"/>
                      <a:pt x="31169" y="4696"/>
                    </a:cubicBezTo>
                    <a:cubicBezTo>
                      <a:pt x="33394" y="6023"/>
                      <a:pt x="35427" y="7836"/>
                      <a:pt x="36669" y="10134"/>
                    </a:cubicBezTo>
                    <a:cubicBezTo>
                      <a:pt x="36883" y="10523"/>
                      <a:pt x="37080" y="10912"/>
                      <a:pt x="37199" y="11334"/>
                    </a:cubicBezTo>
                    <a:lnTo>
                      <a:pt x="37199" y="11334"/>
                    </a:lnTo>
                    <a:cubicBezTo>
                      <a:pt x="37199" y="11335"/>
                      <a:pt x="37200" y="11336"/>
                      <a:pt x="37200" y="11337"/>
                    </a:cubicBezTo>
                    <a:cubicBezTo>
                      <a:pt x="37200" y="11337"/>
                      <a:pt x="37200" y="11337"/>
                      <a:pt x="37200" y="11337"/>
                    </a:cubicBezTo>
                    <a:lnTo>
                      <a:pt x="37200" y="11337"/>
                    </a:lnTo>
                    <a:cubicBezTo>
                      <a:pt x="37200" y="11338"/>
                      <a:pt x="37200" y="11339"/>
                      <a:pt x="37201" y="11339"/>
                    </a:cubicBezTo>
                    <a:lnTo>
                      <a:pt x="37201" y="11339"/>
                    </a:lnTo>
                    <a:cubicBezTo>
                      <a:pt x="37483" y="12288"/>
                      <a:pt x="37697" y="13258"/>
                      <a:pt x="37912" y="14229"/>
                    </a:cubicBezTo>
                    <a:cubicBezTo>
                      <a:pt x="38471" y="16815"/>
                      <a:pt x="38894" y="19430"/>
                      <a:pt x="39199" y="22056"/>
                    </a:cubicBezTo>
                    <a:cubicBezTo>
                      <a:pt x="39431" y="24019"/>
                      <a:pt x="39598" y="25983"/>
                      <a:pt x="39700" y="27957"/>
                    </a:cubicBezTo>
                    <a:lnTo>
                      <a:pt x="296" y="27957"/>
                    </a:lnTo>
                    <a:cubicBezTo>
                      <a:pt x="480" y="24413"/>
                      <a:pt x="867" y="20880"/>
                      <a:pt x="1469" y="17386"/>
                    </a:cubicBezTo>
                    <a:cubicBezTo>
                      <a:pt x="1797" y="15516"/>
                      <a:pt x="2175" y="13641"/>
                      <a:pt x="2661" y="11806"/>
                    </a:cubicBezTo>
                    <a:cubicBezTo>
                      <a:pt x="2836" y="11162"/>
                      <a:pt x="3067" y="10592"/>
                      <a:pt x="3395" y="10010"/>
                    </a:cubicBezTo>
                    <a:cubicBezTo>
                      <a:pt x="4570" y="7909"/>
                      <a:pt x="6399" y="6215"/>
                      <a:pt x="8421" y="4939"/>
                    </a:cubicBezTo>
                    <a:cubicBezTo>
                      <a:pt x="9189" y="4459"/>
                      <a:pt x="9985" y="4035"/>
                      <a:pt x="10799" y="3657"/>
                    </a:cubicBezTo>
                    <a:cubicBezTo>
                      <a:pt x="11663" y="3262"/>
                      <a:pt x="12499" y="2815"/>
                      <a:pt x="13306" y="2324"/>
                    </a:cubicBezTo>
                    <a:cubicBezTo>
                      <a:pt x="14294" y="1731"/>
                      <a:pt x="15249" y="1076"/>
                      <a:pt x="16147" y="353"/>
                    </a:cubicBezTo>
                    <a:cubicBezTo>
                      <a:pt x="16175" y="332"/>
                      <a:pt x="16203" y="308"/>
                      <a:pt x="16230" y="285"/>
                    </a:cubicBezTo>
                    <a:close/>
                    <a:moveTo>
                      <a:pt x="16542" y="1"/>
                    </a:moveTo>
                    <a:cubicBezTo>
                      <a:pt x="16440" y="1"/>
                      <a:pt x="16339" y="1"/>
                      <a:pt x="16237" y="3"/>
                    </a:cubicBezTo>
                    <a:cubicBezTo>
                      <a:pt x="16079" y="3"/>
                      <a:pt x="15977" y="127"/>
                      <a:pt x="15853" y="223"/>
                    </a:cubicBezTo>
                    <a:cubicBezTo>
                      <a:pt x="14938" y="957"/>
                      <a:pt x="13956" y="1613"/>
                      <a:pt x="12945" y="2211"/>
                    </a:cubicBezTo>
                    <a:cubicBezTo>
                      <a:pt x="11414" y="3115"/>
                      <a:pt x="9760" y="3764"/>
                      <a:pt x="8257" y="4713"/>
                    </a:cubicBezTo>
                    <a:cubicBezTo>
                      <a:pt x="6286" y="5955"/>
                      <a:pt x="4508" y="7587"/>
                      <a:pt x="3305" y="9598"/>
                    </a:cubicBezTo>
                    <a:cubicBezTo>
                      <a:pt x="2955" y="10180"/>
                      <a:pt x="2650" y="10801"/>
                      <a:pt x="2463" y="11456"/>
                    </a:cubicBezTo>
                    <a:cubicBezTo>
                      <a:pt x="2057" y="12935"/>
                      <a:pt x="1735" y="14438"/>
                      <a:pt x="1447" y="15945"/>
                    </a:cubicBezTo>
                    <a:cubicBezTo>
                      <a:pt x="859" y="19018"/>
                      <a:pt x="447" y="22124"/>
                      <a:pt x="193" y="25241"/>
                    </a:cubicBezTo>
                    <a:cubicBezTo>
                      <a:pt x="114" y="26190"/>
                      <a:pt x="52" y="27144"/>
                      <a:pt x="7" y="28098"/>
                    </a:cubicBezTo>
                    <a:cubicBezTo>
                      <a:pt x="1" y="28172"/>
                      <a:pt x="74" y="28240"/>
                      <a:pt x="148" y="28240"/>
                    </a:cubicBezTo>
                    <a:lnTo>
                      <a:pt x="39849" y="28240"/>
                    </a:lnTo>
                    <a:cubicBezTo>
                      <a:pt x="39922" y="28240"/>
                      <a:pt x="39990" y="28172"/>
                      <a:pt x="39990" y="28098"/>
                    </a:cubicBezTo>
                    <a:cubicBezTo>
                      <a:pt x="39820" y="24733"/>
                      <a:pt x="39465" y="21378"/>
                      <a:pt x="38922" y="18052"/>
                    </a:cubicBezTo>
                    <a:cubicBezTo>
                      <a:pt x="38601" y="16098"/>
                      <a:pt x="38217" y="14144"/>
                      <a:pt x="37731" y="12218"/>
                    </a:cubicBezTo>
                    <a:cubicBezTo>
                      <a:pt x="37652" y="11902"/>
                      <a:pt x="37567" y="11580"/>
                      <a:pt x="37471" y="11264"/>
                    </a:cubicBezTo>
                    <a:cubicBezTo>
                      <a:pt x="37398" y="10987"/>
                      <a:pt x="37273" y="10716"/>
                      <a:pt x="37155" y="10462"/>
                    </a:cubicBezTo>
                    <a:cubicBezTo>
                      <a:pt x="36833" y="9779"/>
                      <a:pt x="36426" y="9140"/>
                      <a:pt x="35980" y="8542"/>
                    </a:cubicBezTo>
                    <a:cubicBezTo>
                      <a:pt x="34309" y="6322"/>
                      <a:pt x="31993" y="4662"/>
                      <a:pt x="29497" y="3487"/>
                    </a:cubicBezTo>
                    <a:cubicBezTo>
                      <a:pt x="28012" y="2793"/>
                      <a:pt x="26589" y="1991"/>
                      <a:pt x="25239" y="1048"/>
                    </a:cubicBezTo>
                    <a:cubicBezTo>
                      <a:pt x="24866" y="782"/>
                      <a:pt x="24499" y="511"/>
                      <a:pt x="24138" y="223"/>
                    </a:cubicBezTo>
                    <a:cubicBezTo>
                      <a:pt x="24070" y="172"/>
                      <a:pt x="24002" y="110"/>
                      <a:pt x="23929" y="60"/>
                    </a:cubicBezTo>
                    <a:cubicBezTo>
                      <a:pt x="23863" y="9"/>
                      <a:pt x="23792" y="1"/>
                      <a:pt x="23716" y="1"/>
                    </a:cubicBezTo>
                    <a:cubicBezTo>
                      <a:pt x="23681" y="1"/>
                      <a:pt x="23644" y="3"/>
                      <a:pt x="23607" y="3"/>
                    </a:cubicBezTo>
                    <a:lnTo>
                      <a:pt x="17152" y="3"/>
                    </a:lnTo>
                    <a:cubicBezTo>
                      <a:pt x="16949" y="3"/>
                      <a:pt x="16745" y="1"/>
                      <a:pt x="1654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086" name="Google Shape;1086;p39">
              <a:extLst>
                <a:ext uri="{FF2B5EF4-FFF2-40B4-BE49-F238E27FC236}">
                  <a16:creationId xmlns:a16="http://schemas.microsoft.com/office/drawing/2014/main" id="{12C3CA30-E942-AC72-77CA-D919D2C43CFB}"/>
                </a:ext>
              </a:extLst>
            </p:cNvPr>
            <p:cNvGrpSpPr/>
            <p:nvPr/>
          </p:nvGrpSpPr>
          <p:grpSpPr>
            <a:xfrm>
              <a:off x="-206863" y="2919174"/>
              <a:ext cx="1503024" cy="1913264"/>
              <a:chOff x="511450" y="3191125"/>
              <a:chExt cx="999750" cy="1272625"/>
            </a:xfrm>
          </p:grpSpPr>
          <p:sp>
            <p:nvSpPr>
              <p:cNvPr id="1087" name="Google Shape;1087;p39">
                <a:extLst>
                  <a:ext uri="{FF2B5EF4-FFF2-40B4-BE49-F238E27FC236}">
                    <a16:creationId xmlns:a16="http://schemas.microsoft.com/office/drawing/2014/main" id="{239AB4E4-764D-EB9F-6A87-8DAA99112C4C}"/>
                  </a:ext>
                </a:extLst>
              </p:cNvPr>
              <p:cNvSpPr/>
              <p:nvPr/>
            </p:nvSpPr>
            <p:spPr>
              <a:xfrm>
                <a:off x="511450" y="3757725"/>
                <a:ext cx="999750" cy="706025"/>
              </a:xfrm>
              <a:custGeom>
                <a:avLst/>
                <a:gdLst/>
                <a:ahLst/>
                <a:cxnLst/>
                <a:rect l="l" t="t" r="r" b="b"/>
                <a:pathLst>
                  <a:path w="39990" h="28241" extrusionOk="0">
                    <a:moveTo>
                      <a:pt x="23761" y="286"/>
                    </a:moveTo>
                    <a:cubicBezTo>
                      <a:pt x="24470" y="880"/>
                      <a:pt x="25239" y="1409"/>
                      <a:pt x="26018" y="1912"/>
                    </a:cubicBezTo>
                    <a:cubicBezTo>
                      <a:pt x="26831" y="2432"/>
                      <a:pt x="27667" y="2912"/>
                      <a:pt x="28531" y="3347"/>
                    </a:cubicBezTo>
                    <a:cubicBezTo>
                      <a:pt x="29417" y="3787"/>
                      <a:pt x="30315" y="4188"/>
                      <a:pt x="31168" y="4696"/>
                    </a:cubicBezTo>
                    <a:cubicBezTo>
                      <a:pt x="33393" y="6024"/>
                      <a:pt x="35426" y="7842"/>
                      <a:pt x="36668" y="10140"/>
                    </a:cubicBezTo>
                    <a:cubicBezTo>
                      <a:pt x="36877" y="10529"/>
                      <a:pt x="37080" y="10919"/>
                      <a:pt x="37199" y="11336"/>
                    </a:cubicBezTo>
                    <a:lnTo>
                      <a:pt x="37199" y="11336"/>
                    </a:lnTo>
                    <a:cubicBezTo>
                      <a:pt x="37199" y="11336"/>
                      <a:pt x="37199" y="11337"/>
                      <a:pt x="37199" y="11338"/>
                    </a:cubicBezTo>
                    <a:cubicBezTo>
                      <a:pt x="37199" y="11338"/>
                      <a:pt x="37199" y="11338"/>
                      <a:pt x="37199" y="11338"/>
                    </a:cubicBezTo>
                    <a:lnTo>
                      <a:pt x="37199" y="11338"/>
                    </a:lnTo>
                    <a:cubicBezTo>
                      <a:pt x="37199" y="11338"/>
                      <a:pt x="37200" y="11339"/>
                      <a:pt x="37200" y="11339"/>
                    </a:cubicBezTo>
                    <a:lnTo>
                      <a:pt x="37200" y="11339"/>
                    </a:lnTo>
                    <a:cubicBezTo>
                      <a:pt x="37482" y="12293"/>
                      <a:pt x="37696" y="13264"/>
                      <a:pt x="37905" y="14229"/>
                    </a:cubicBezTo>
                    <a:cubicBezTo>
                      <a:pt x="38470" y="16816"/>
                      <a:pt x="38888" y="19436"/>
                      <a:pt x="39198" y="22062"/>
                    </a:cubicBezTo>
                    <a:cubicBezTo>
                      <a:pt x="39430" y="24020"/>
                      <a:pt x="39597" y="25989"/>
                      <a:pt x="39694" y="27958"/>
                    </a:cubicBezTo>
                    <a:lnTo>
                      <a:pt x="295" y="27958"/>
                    </a:lnTo>
                    <a:cubicBezTo>
                      <a:pt x="479" y="24419"/>
                      <a:pt x="861" y="20886"/>
                      <a:pt x="1469" y="17392"/>
                    </a:cubicBezTo>
                    <a:cubicBezTo>
                      <a:pt x="1790" y="15517"/>
                      <a:pt x="2174" y="13647"/>
                      <a:pt x="2660" y="11806"/>
                    </a:cubicBezTo>
                    <a:cubicBezTo>
                      <a:pt x="2835" y="11163"/>
                      <a:pt x="3061" y="10598"/>
                      <a:pt x="3389" y="10011"/>
                    </a:cubicBezTo>
                    <a:cubicBezTo>
                      <a:pt x="4563" y="7910"/>
                      <a:pt x="6399" y="6216"/>
                      <a:pt x="8420" y="4945"/>
                    </a:cubicBezTo>
                    <a:cubicBezTo>
                      <a:pt x="9183" y="4465"/>
                      <a:pt x="9979" y="4041"/>
                      <a:pt x="10798" y="3663"/>
                    </a:cubicBezTo>
                    <a:cubicBezTo>
                      <a:pt x="11656" y="3262"/>
                      <a:pt x="12492" y="2816"/>
                      <a:pt x="13305" y="2330"/>
                    </a:cubicBezTo>
                    <a:cubicBezTo>
                      <a:pt x="14288" y="1732"/>
                      <a:pt x="15248" y="1082"/>
                      <a:pt x="16146" y="359"/>
                    </a:cubicBezTo>
                    <a:cubicBezTo>
                      <a:pt x="16172" y="333"/>
                      <a:pt x="16200" y="310"/>
                      <a:pt x="16229" y="286"/>
                    </a:cubicBezTo>
                    <a:close/>
                    <a:moveTo>
                      <a:pt x="16541" y="1"/>
                    </a:moveTo>
                    <a:cubicBezTo>
                      <a:pt x="16440" y="1"/>
                      <a:pt x="16338" y="2"/>
                      <a:pt x="16236" y="3"/>
                    </a:cubicBezTo>
                    <a:cubicBezTo>
                      <a:pt x="16078" y="9"/>
                      <a:pt x="15977" y="133"/>
                      <a:pt x="15852" y="229"/>
                    </a:cubicBezTo>
                    <a:cubicBezTo>
                      <a:pt x="14937" y="958"/>
                      <a:pt x="13955" y="1619"/>
                      <a:pt x="12944" y="2217"/>
                    </a:cubicBezTo>
                    <a:cubicBezTo>
                      <a:pt x="11414" y="3121"/>
                      <a:pt x="9753" y="3765"/>
                      <a:pt x="8251" y="4719"/>
                    </a:cubicBezTo>
                    <a:cubicBezTo>
                      <a:pt x="6286" y="5961"/>
                      <a:pt x="4501" y="7588"/>
                      <a:pt x="3304" y="9598"/>
                    </a:cubicBezTo>
                    <a:cubicBezTo>
                      <a:pt x="2954" y="10186"/>
                      <a:pt x="2643" y="10801"/>
                      <a:pt x="2463" y="11462"/>
                    </a:cubicBezTo>
                    <a:cubicBezTo>
                      <a:pt x="2056" y="12936"/>
                      <a:pt x="1734" y="14444"/>
                      <a:pt x="1446" y="15946"/>
                    </a:cubicBezTo>
                    <a:cubicBezTo>
                      <a:pt x="859" y="19018"/>
                      <a:pt x="446" y="22124"/>
                      <a:pt x="192" y="25241"/>
                    </a:cubicBezTo>
                    <a:cubicBezTo>
                      <a:pt x="113" y="26196"/>
                      <a:pt x="51" y="27145"/>
                      <a:pt x="6" y="28099"/>
                    </a:cubicBezTo>
                    <a:cubicBezTo>
                      <a:pt x="0" y="28178"/>
                      <a:pt x="74" y="28240"/>
                      <a:pt x="147" y="28240"/>
                    </a:cubicBezTo>
                    <a:lnTo>
                      <a:pt x="39842" y="28240"/>
                    </a:lnTo>
                    <a:cubicBezTo>
                      <a:pt x="39921" y="28240"/>
                      <a:pt x="39989" y="28178"/>
                      <a:pt x="39983" y="28099"/>
                    </a:cubicBezTo>
                    <a:cubicBezTo>
                      <a:pt x="39820" y="24739"/>
                      <a:pt x="39464" y="21384"/>
                      <a:pt x="38922" y="18058"/>
                    </a:cubicBezTo>
                    <a:cubicBezTo>
                      <a:pt x="38600" y="16098"/>
                      <a:pt x="38216" y="14150"/>
                      <a:pt x="37730" y="12224"/>
                    </a:cubicBezTo>
                    <a:cubicBezTo>
                      <a:pt x="37645" y="11902"/>
                      <a:pt x="37566" y="11580"/>
                      <a:pt x="37470" y="11264"/>
                    </a:cubicBezTo>
                    <a:cubicBezTo>
                      <a:pt x="37391" y="10988"/>
                      <a:pt x="37273" y="10722"/>
                      <a:pt x="37148" y="10462"/>
                    </a:cubicBezTo>
                    <a:cubicBezTo>
                      <a:pt x="36832" y="9785"/>
                      <a:pt x="36426" y="9146"/>
                      <a:pt x="35974" y="8542"/>
                    </a:cubicBezTo>
                    <a:cubicBezTo>
                      <a:pt x="34308" y="6323"/>
                      <a:pt x="31992" y="4663"/>
                      <a:pt x="29496" y="3494"/>
                    </a:cubicBezTo>
                    <a:cubicBezTo>
                      <a:pt x="28011" y="2793"/>
                      <a:pt x="26582" y="1991"/>
                      <a:pt x="25238" y="1048"/>
                    </a:cubicBezTo>
                    <a:cubicBezTo>
                      <a:pt x="24866" y="788"/>
                      <a:pt x="24493" y="517"/>
                      <a:pt x="24137" y="229"/>
                    </a:cubicBezTo>
                    <a:cubicBezTo>
                      <a:pt x="24069" y="173"/>
                      <a:pt x="24001" y="111"/>
                      <a:pt x="23928" y="60"/>
                    </a:cubicBezTo>
                    <a:cubicBezTo>
                      <a:pt x="23862" y="10"/>
                      <a:pt x="23791" y="2"/>
                      <a:pt x="23715" y="2"/>
                    </a:cubicBezTo>
                    <a:cubicBezTo>
                      <a:pt x="23680" y="2"/>
                      <a:pt x="23644" y="3"/>
                      <a:pt x="23606" y="3"/>
                    </a:cubicBezTo>
                    <a:lnTo>
                      <a:pt x="17151" y="3"/>
                    </a:lnTo>
                    <a:cubicBezTo>
                      <a:pt x="16948" y="3"/>
                      <a:pt x="16745" y="1"/>
                      <a:pt x="16541"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88" name="Google Shape;1088;p39">
                <a:extLst>
                  <a:ext uri="{FF2B5EF4-FFF2-40B4-BE49-F238E27FC236}">
                    <a16:creationId xmlns:a16="http://schemas.microsoft.com/office/drawing/2014/main" id="{A32CCEE7-1C68-07D8-09CA-C29F568510D2}"/>
                  </a:ext>
                </a:extLst>
              </p:cNvPr>
              <p:cNvSpPr/>
              <p:nvPr/>
            </p:nvSpPr>
            <p:spPr>
              <a:xfrm>
                <a:off x="916775" y="3306225"/>
                <a:ext cx="335625" cy="458650"/>
              </a:xfrm>
              <a:custGeom>
                <a:avLst/>
                <a:gdLst/>
                <a:ahLst/>
                <a:cxnLst/>
                <a:rect l="l" t="t" r="r" b="b"/>
                <a:pathLst>
                  <a:path w="13425" h="18346" extrusionOk="0">
                    <a:moveTo>
                      <a:pt x="10560" y="355"/>
                    </a:moveTo>
                    <a:cubicBezTo>
                      <a:pt x="11145" y="1137"/>
                      <a:pt x="11448" y="2090"/>
                      <a:pt x="11448" y="3064"/>
                    </a:cubicBezTo>
                    <a:cubicBezTo>
                      <a:pt x="11448" y="3635"/>
                      <a:pt x="11448" y="4205"/>
                      <a:pt x="11448" y="4775"/>
                    </a:cubicBezTo>
                    <a:cubicBezTo>
                      <a:pt x="11448" y="4979"/>
                      <a:pt x="11437" y="5182"/>
                      <a:pt x="11448" y="5385"/>
                    </a:cubicBezTo>
                    <a:cubicBezTo>
                      <a:pt x="11454" y="5464"/>
                      <a:pt x="11487" y="5493"/>
                      <a:pt x="11544" y="5538"/>
                    </a:cubicBezTo>
                    <a:cubicBezTo>
                      <a:pt x="11634" y="5605"/>
                      <a:pt x="11725" y="5679"/>
                      <a:pt x="11809" y="5747"/>
                    </a:cubicBezTo>
                    <a:cubicBezTo>
                      <a:pt x="12075" y="5956"/>
                      <a:pt x="12335" y="6159"/>
                      <a:pt x="12594" y="6368"/>
                    </a:cubicBezTo>
                    <a:cubicBezTo>
                      <a:pt x="12758" y="6498"/>
                      <a:pt x="12984" y="6628"/>
                      <a:pt x="13046" y="6842"/>
                    </a:cubicBezTo>
                    <a:cubicBezTo>
                      <a:pt x="13097" y="7023"/>
                      <a:pt x="13024" y="7215"/>
                      <a:pt x="12888" y="7339"/>
                    </a:cubicBezTo>
                    <a:cubicBezTo>
                      <a:pt x="12764" y="7452"/>
                      <a:pt x="12600" y="7486"/>
                      <a:pt x="12436" y="7486"/>
                    </a:cubicBezTo>
                    <a:lnTo>
                      <a:pt x="11567" y="7486"/>
                    </a:lnTo>
                    <a:cubicBezTo>
                      <a:pt x="11487" y="7486"/>
                      <a:pt x="11431" y="7554"/>
                      <a:pt x="11425" y="7627"/>
                    </a:cubicBezTo>
                    <a:cubicBezTo>
                      <a:pt x="11267" y="9400"/>
                      <a:pt x="10302" y="11044"/>
                      <a:pt x="8833" y="12043"/>
                    </a:cubicBezTo>
                    <a:cubicBezTo>
                      <a:pt x="8421" y="12320"/>
                      <a:pt x="7975" y="12552"/>
                      <a:pt x="7506" y="12721"/>
                    </a:cubicBezTo>
                    <a:cubicBezTo>
                      <a:pt x="7450" y="12744"/>
                      <a:pt x="7404" y="12789"/>
                      <a:pt x="7404" y="12857"/>
                    </a:cubicBezTo>
                    <a:lnTo>
                      <a:pt x="7404" y="14664"/>
                    </a:lnTo>
                    <a:lnTo>
                      <a:pt x="7404" y="17550"/>
                    </a:lnTo>
                    <a:lnTo>
                      <a:pt x="7404" y="18063"/>
                    </a:lnTo>
                    <a:lnTo>
                      <a:pt x="283" y="18063"/>
                    </a:lnTo>
                    <a:lnTo>
                      <a:pt x="283" y="16522"/>
                    </a:lnTo>
                    <a:lnTo>
                      <a:pt x="283" y="13834"/>
                    </a:lnTo>
                    <a:lnTo>
                      <a:pt x="283" y="13218"/>
                    </a:lnTo>
                    <a:lnTo>
                      <a:pt x="283" y="11563"/>
                    </a:lnTo>
                    <a:lnTo>
                      <a:pt x="283" y="10643"/>
                    </a:lnTo>
                    <a:lnTo>
                      <a:pt x="283" y="8480"/>
                    </a:lnTo>
                    <a:lnTo>
                      <a:pt x="283" y="6221"/>
                    </a:lnTo>
                    <a:lnTo>
                      <a:pt x="283" y="5425"/>
                    </a:lnTo>
                    <a:cubicBezTo>
                      <a:pt x="283" y="5353"/>
                      <a:pt x="288" y="5278"/>
                      <a:pt x="290" y="5204"/>
                    </a:cubicBezTo>
                    <a:lnTo>
                      <a:pt x="290" y="5204"/>
                    </a:lnTo>
                    <a:cubicBezTo>
                      <a:pt x="583" y="5290"/>
                      <a:pt x="878" y="5370"/>
                      <a:pt x="1175" y="5430"/>
                    </a:cubicBezTo>
                    <a:cubicBezTo>
                      <a:pt x="1435" y="5487"/>
                      <a:pt x="1712" y="5543"/>
                      <a:pt x="1983" y="5543"/>
                    </a:cubicBezTo>
                    <a:cubicBezTo>
                      <a:pt x="2056" y="5543"/>
                      <a:pt x="2119" y="5476"/>
                      <a:pt x="2124" y="5402"/>
                    </a:cubicBezTo>
                    <a:cubicBezTo>
                      <a:pt x="2135" y="4933"/>
                      <a:pt x="2152" y="4465"/>
                      <a:pt x="2164" y="4002"/>
                    </a:cubicBezTo>
                    <a:cubicBezTo>
                      <a:pt x="2192" y="3262"/>
                      <a:pt x="2215" y="2516"/>
                      <a:pt x="2237" y="1777"/>
                    </a:cubicBezTo>
                    <a:cubicBezTo>
                      <a:pt x="2241" y="1658"/>
                      <a:pt x="2245" y="1536"/>
                      <a:pt x="2249" y="1416"/>
                    </a:cubicBezTo>
                    <a:lnTo>
                      <a:pt x="2249" y="1416"/>
                    </a:lnTo>
                    <a:cubicBezTo>
                      <a:pt x="3183" y="1496"/>
                      <a:pt x="4132" y="1554"/>
                      <a:pt x="5078" y="1554"/>
                    </a:cubicBezTo>
                    <a:cubicBezTo>
                      <a:pt x="6103" y="1554"/>
                      <a:pt x="7126" y="1486"/>
                      <a:pt x="8127" y="1302"/>
                    </a:cubicBezTo>
                    <a:cubicBezTo>
                      <a:pt x="8907" y="1161"/>
                      <a:pt x="9754" y="952"/>
                      <a:pt x="10403" y="478"/>
                    </a:cubicBezTo>
                    <a:cubicBezTo>
                      <a:pt x="10458" y="440"/>
                      <a:pt x="10509" y="399"/>
                      <a:pt x="10560" y="355"/>
                    </a:cubicBezTo>
                    <a:close/>
                    <a:moveTo>
                      <a:pt x="10570" y="1"/>
                    </a:moveTo>
                    <a:cubicBezTo>
                      <a:pt x="10532" y="1"/>
                      <a:pt x="10494" y="15"/>
                      <a:pt x="10471" y="43"/>
                    </a:cubicBezTo>
                    <a:cubicBezTo>
                      <a:pt x="10463" y="52"/>
                      <a:pt x="10457" y="59"/>
                      <a:pt x="10453" y="65"/>
                    </a:cubicBezTo>
                    <a:lnTo>
                      <a:pt x="10453" y="65"/>
                    </a:lnTo>
                    <a:cubicBezTo>
                      <a:pt x="10457" y="60"/>
                      <a:pt x="10460" y="55"/>
                      <a:pt x="10460" y="55"/>
                    </a:cubicBezTo>
                    <a:cubicBezTo>
                      <a:pt x="10459" y="55"/>
                      <a:pt x="10457" y="56"/>
                      <a:pt x="10454" y="60"/>
                    </a:cubicBezTo>
                    <a:cubicBezTo>
                      <a:pt x="10443" y="71"/>
                      <a:pt x="10431" y="82"/>
                      <a:pt x="10420" y="94"/>
                    </a:cubicBezTo>
                    <a:cubicBezTo>
                      <a:pt x="10381" y="138"/>
                      <a:pt x="10332" y="177"/>
                      <a:pt x="10287" y="216"/>
                    </a:cubicBezTo>
                    <a:lnTo>
                      <a:pt x="10287" y="216"/>
                    </a:lnTo>
                    <a:cubicBezTo>
                      <a:pt x="10276" y="224"/>
                      <a:pt x="10261" y="236"/>
                      <a:pt x="10256" y="241"/>
                    </a:cubicBezTo>
                    <a:cubicBezTo>
                      <a:pt x="10234" y="252"/>
                      <a:pt x="10217" y="263"/>
                      <a:pt x="10194" y="280"/>
                    </a:cubicBezTo>
                    <a:cubicBezTo>
                      <a:pt x="10149" y="314"/>
                      <a:pt x="10098" y="342"/>
                      <a:pt x="10047" y="376"/>
                    </a:cubicBezTo>
                    <a:cubicBezTo>
                      <a:pt x="9912" y="449"/>
                      <a:pt x="9771" y="517"/>
                      <a:pt x="9630" y="579"/>
                    </a:cubicBezTo>
                    <a:cubicBezTo>
                      <a:pt x="9596" y="596"/>
                      <a:pt x="9584" y="602"/>
                      <a:pt x="9528" y="625"/>
                    </a:cubicBezTo>
                    <a:cubicBezTo>
                      <a:pt x="9477" y="641"/>
                      <a:pt x="9426" y="664"/>
                      <a:pt x="9381" y="681"/>
                    </a:cubicBezTo>
                    <a:cubicBezTo>
                      <a:pt x="9274" y="721"/>
                      <a:pt x="9172" y="754"/>
                      <a:pt x="9065" y="788"/>
                    </a:cubicBezTo>
                    <a:cubicBezTo>
                      <a:pt x="8805" y="867"/>
                      <a:pt x="8540" y="930"/>
                      <a:pt x="8280" y="986"/>
                    </a:cubicBezTo>
                    <a:cubicBezTo>
                      <a:pt x="7534" y="1138"/>
                      <a:pt x="6772" y="1212"/>
                      <a:pt x="6015" y="1240"/>
                    </a:cubicBezTo>
                    <a:cubicBezTo>
                      <a:pt x="5681" y="1255"/>
                      <a:pt x="5347" y="1261"/>
                      <a:pt x="5012" y="1261"/>
                    </a:cubicBezTo>
                    <a:cubicBezTo>
                      <a:pt x="4044" y="1261"/>
                      <a:pt x="3074" y="1205"/>
                      <a:pt x="2113" y="1122"/>
                    </a:cubicBezTo>
                    <a:cubicBezTo>
                      <a:pt x="2108" y="1121"/>
                      <a:pt x="2103" y="1120"/>
                      <a:pt x="2098" y="1120"/>
                    </a:cubicBezTo>
                    <a:cubicBezTo>
                      <a:pt x="2026" y="1120"/>
                      <a:pt x="1972" y="1194"/>
                      <a:pt x="1972" y="1263"/>
                    </a:cubicBezTo>
                    <a:cubicBezTo>
                      <a:pt x="1955" y="1726"/>
                      <a:pt x="1943" y="2195"/>
                      <a:pt x="1927" y="2663"/>
                    </a:cubicBezTo>
                    <a:cubicBezTo>
                      <a:pt x="1904" y="3403"/>
                      <a:pt x="1881" y="4143"/>
                      <a:pt x="1859" y="4888"/>
                    </a:cubicBezTo>
                    <a:lnTo>
                      <a:pt x="1847" y="5256"/>
                    </a:lnTo>
                    <a:lnTo>
                      <a:pt x="1847" y="5256"/>
                    </a:lnTo>
                    <a:cubicBezTo>
                      <a:pt x="1632" y="5241"/>
                      <a:pt x="1419" y="5196"/>
                      <a:pt x="1209" y="5154"/>
                    </a:cubicBezTo>
                    <a:cubicBezTo>
                      <a:pt x="859" y="5075"/>
                      <a:pt x="520" y="4979"/>
                      <a:pt x="182" y="4871"/>
                    </a:cubicBezTo>
                    <a:cubicBezTo>
                      <a:pt x="169" y="4867"/>
                      <a:pt x="156" y="4866"/>
                      <a:pt x="144" y="4866"/>
                    </a:cubicBezTo>
                    <a:cubicBezTo>
                      <a:pt x="67" y="4866"/>
                      <a:pt x="1" y="4934"/>
                      <a:pt x="1" y="5007"/>
                    </a:cubicBezTo>
                    <a:lnTo>
                      <a:pt x="1" y="5995"/>
                    </a:lnTo>
                    <a:lnTo>
                      <a:pt x="1" y="8186"/>
                    </a:lnTo>
                    <a:lnTo>
                      <a:pt x="1" y="10423"/>
                    </a:lnTo>
                    <a:lnTo>
                      <a:pt x="1" y="11546"/>
                    </a:lnTo>
                    <a:lnTo>
                      <a:pt x="1" y="13150"/>
                    </a:lnTo>
                    <a:lnTo>
                      <a:pt x="1" y="13218"/>
                    </a:lnTo>
                    <a:lnTo>
                      <a:pt x="1" y="14907"/>
                    </a:lnTo>
                    <a:lnTo>
                      <a:pt x="1" y="17589"/>
                    </a:lnTo>
                    <a:lnTo>
                      <a:pt x="1" y="18205"/>
                    </a:lnTo>
                    <a:cubicBezTo>
                      <a:pt x="1" y="18284"/>
                      <a:pt x="63" y="18346"/>
                      <a:pt x="142" y="18346"/>
                    </a:cubicBezTo>
                    <a:lnTo>
                      <a:pt x="7546" y="18346"/>
                    </a:lnTo>
                    <a:cubicBezTo>
                      <a:pt x="7575" y="18346"/>
                      <a:pt x="7600" y="18338"/>
                      <a:pt x="7620" y="18326"/>
                    </a:cubicBezTo>
                    <a:lnTo>
                      <a:pt x="7620" y="18326"/>
                    </a:lnTo>
                    <a:cubicBezTo>
                      <a:pt x="7659" y="18304"/>
                      <a:pt x="7687" y="18264"/>
                      <a:pt x="7687" y="18205"/>
                    </a:cubicBezTo>
                    <a:lnTo>
                      <a:pt x="7687" y="16398"/>
                    </a:lnTo>
                    <a:lnTo>
                      <a:pt x="7687" y="13517"/>
                    </a:lnTo>
                    <a:lnTo>
                      <a:pt x="7687" y="12954"/>
                    </a:lnTo>
                    <a:lnTo>
                      <a:pt x="7687" y="12954"/>
                    </a:lnTo>
                    <a:cubicBezTo>
                      <a:pt x="9390" y="12299"/>
                      <a:pt x="10754" y="10919"/>
                      <a:pt x="11369" y="9197"/>
                    </a:cubicBezTo>
                    <a:cubicBezTo>
                      <a:pt x="11534" y="8734"/>
                      <a:pt x="11642" y="8256"/>
                      <a:pt x="11694" y="7768"/>
                    </a:cubicBezTo>
                    <a:lnTo>
                      <a:pt x="12402" y="7768"/>
                    </a:lnTo>
                    <a:cubicBezTo>
                      <a:pt x="12781" y="7768"/>
                      <a:pt x="13137" y="7616"/>
                      <a:pt x="13283" y="7249"/>
                    </a:cubicBezTo>
                    <a:cubicBezTo>
                      <a:pt x="13425" y="6916"/>
                      <a:pt x="13295" y="6566"/>
                      <a:pt x="13018" y="6345"/>
                    </a:cubicBezTo>
                    <a:cubicBezTo>
                      <a:pt x="12786" y="6165"/>
                      <a:pt x="12555" y="5984"/>
                      <a:pt x="12323" y="5797"/>
                    </a:cubicBezTo>
                    <a:cubicBezTo>
                      <a:pt x="12127" y="5639"/>
                      <a:pt x="11927" y="5485"/>
                      <a:pt x="11730" y="5327"/>
                    </a:cubicBezTo>
                    <a:lnTo>
                      <a:pt x="11730" y="5327"/>
                    </a:lnTo>
                    <a:lnTo>
                      <a:pt x="11730" y="3838"/>
                    </a:lnTo>
                    <a:cubicBezTo>
                      <a:pt x="11730" y="3143"/>
                      <a:pt x="11753" y="2460"/>
                      <a:pt x="11567" y="1777"/>
                    </a:cubicBezTo>
                    <a:cubicBezTo>
                      <a:pt x="11391" y="1144"/>
                      <a:pt x="11081" y="557"/>
                      <a:pt x="10669" y="43"/>
                    </a:cubicBezTo>
                    <a:cubicBezTo>
                      <a:pt x="10646" y="15"/>
                      <a:pt x="10608" y="1"/>
                      <a:pt x="10570"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89" name="Google Shape;1089;p39">
                <a:extLst>
                  <a:ext uri="{FF2B5EF4-FFF2-40B4-BE49-F238E27FC236}">
                    <a16:creationId xmlns:a16="http://schemas.microsoft.com/office/drawing/2014/main" id="{950DD46D-2070-D5C7-48FB-7A5FF8FA0EA4}"/>
                  </a:ext>
                </a:extLst>
              </p:cNvPr>
              <p:cNvSpPr/>
              <p:nvPr/>
            </p:nvSpPr>
            <p:spPr>
              <a:xfrm>
                <a:off x="748200" y="3191125"/>
                <a:ext cx="458600" cy="407500"/>
              </a:xfrm>
              <a:custGeom>
                <a:avLst/>
                <a:gdLst/>
                <a:ahLst/>
                <a:cxnLst/>
                <a:rect l="l" t="t" r="r" b="b"/>
                <a:pathLst>
                  <a:path w="18344" h="16300" extrusionOk="0">
                    <a:moveTo>
                      <a:pt x="17197" y="4664"/>
                    </a:moveTo>
                    <a:cubicBezTo>
                      <a:pt x="17188" y="4677"/>
                      <a:pt x="17183" y="4681"/>
                      <a:pt x="17183" y="4681"/>
                    </a:cubicBezTo>
                    <a:cubicBezTo>
                      <a:pt x="17182" y="4681"/>
                      <a:pt x="17188" y="4673"/>
                      <a:pt x="17197" y="4664"/>
                    </a:cubicBezTo>
                    <a:close/>
                    <a:moveTo>
                      <a:pt x="17035" y="4812"/>
                    </a:moveTo>
                    <a:cubicBezTo>
                      <a:pt x="17033" y="4813"/>
                      <a:pt x="17031" y="4814"/>
                      <a:pt x="17028" y="4816"/>
                    </a:cubicBezTo>
                    <a:cubicBezTo>
                      <a:pt x="17030" y="4815"/>
                      <a:pt x="17033" y="4814"/>
                      <a:pt x="17035" y="4812"/>
                    </a:cubicBezTo>
                    <a:close/>
                    <a:moveTo>
                      <a:pt x="8794" y="286"/>
                    </a:moveTo>
                    <a:cubicBezTo>
                      <a:pt x="8833" y="286"/>
                      <a:pt x="8873" y="287"/>
                      <a:pt x="8912" y="287"/>
                    </a:cubicBezTo>
                    <a:cubicBezTo>
                      <a:pt x="9720" y="293"/>
                      <a:pt x="10544" y="394"/>
                      <a:pt x="11307" y="660"/>
                    </a:cubicBezTo>
                    <a:cubicBezTo>
                      <a:pt x="11561" y="750"/>
                      <a:pt x="11815" y="858"/>
                      <a:pt x="12030" y="1021"/>
                    </a:cubicBezTo>
                    <a:cubicBezTo>
                      <a:pt x="12346" y="1258"/>
                      <a:pt x="12685" y="1456"/>
                      <a:pt x="13063" y="1580"/>
                    </a:cubicBezTo>
                    <a:cubicBezTo>
                      <a:pt x="13442" y="1705"/>
                      <a:pt x="13843" y="1750"/>
                      <a:pt x="14238" y="1784"/>
                    </a:cubicBezTo>
                    <a:cubicBezTo>
                      <a:pt x="14769" y="1829"/>
                      <a:pt x="15300" y="1846"/>
                      <a:pt x="15830" y="1885"/>
                    </a:cubicBezTo>
                    <a:cubicBezTo>
                      <a:pt x="16175" y="1908"/>
                      <a:pt x="16519" y="1936"/>
                      <a:pt x="16857" y="1970"/>
                    </a:cubicBezTo>
                    <a:lnTo>
                      <a:pt x="16857" y="1970"/>
                    </a:lnTo>
                    <a:cubicBezTo>
                      <a:pt x="16857" y="1970"/>
                      <a:pt x="16858" y="1970"/>
                      <a:pt x="16858" y="1970"/>
                    </a:cubicBezTo>
                    <a:cubicBezTo>
                      <a:pt x="17304" y="2015"/>
                      <a:pt x="17863" y="2162"/>
                      <a:pt x="17988" y="2636"/>
                    </a:cubicBezTo>
                    <a:cubicBezTo>
                      <a:pt x="18089" y="2992"/>
                      <a:pt x="17942" y="3404"/>
                      <a:pt x="17784" y="3738"/>
                    </a:cubicBezTo>
                    <a:cubicBezTo>
                      <a:pt x="17638" y="4037"/>
                      <a:pt x="17457" y="4319"/>
                      <a:pt x="17259" y="4590"/>
                    </a:cubicBezTo>
                    <a:cubicBezTo>
                      <a:pt x="17253" y="4596"/>
                      <a:pt x="17242" y="4607"/>
                      <a:pt x="17237" y="4613"/>
                    </a:cubicBezTo>
                    <a:cubicBezTo>
                      <a:pt x="17235" y="4616"/>
                      <a:pt x="17234" y="4617"/>
                      <a:pt x="17234" y="4617"/>
                    </a:cubicBezTo>
                    <a:cubicBezTo>
                      <a:pt x="17235" y="4617"/>
                      <a:pt x="17245" y="4603"/>
                      <a:pt x="17247" y="4603"/>
                    </a:cubicBezTo>
                    <a:cubicBezTo>
                      <a:pt x="17247" y="4603"/>
                      <a:pt x="17246" y="4606"/>
                      <a:pt x="17242" y="4613"/>
                    </a:cubicBezTo>
                    <a:cubicBezTo>
                      <a:pt x="17231" y="4624"/>
                      <a:pt x="17225" y="4636"/>
                      <a:pt x="17214" y="4641"/>
                    </a:cubicBezTo>
                    <a:cubicBezTo>
                      <a:pt x="17207" y="4650"/>
                      <a:pt x="17202" y="4658"/>
                      <a:pt x="17197" y="4664"/>
                    </a:cubicBezTo>
                    <a:lnTo>
                      <a:pt x="17197" y="4664"/>
                    </a:lnTo>
                    <a:cubicBezTo>
                      <a:pt x="17183" y="4679"/>
                      <a:pt x="17173" y="4693"/>
                      <a:pt x="17157" y="4703"/>
                    </a:cubicBezTo>
                    <a:cubicBezTo>
                      <a:pt x="17129" y="4737"/>
                      <a:pt x="17095" y="4765"/>
                      <a:pt x="17061" y="4794"/>
                    </a:cubicBezTo>
                    <a:cubicBezTo>
                      <a:pt x="17053" y="4798"/>
                      <a:pt x="17044" y="4806"/>
                      <a:pt x="17035" y="4812"/>
                    </a:cubicBezTo>
                    <a:lnTo>
                      <a:pt x="17035" y="4812"/>
                    </a:lnTo>
                    <a:cubicBezTo>
                      <a:pt x="17040" y="4809"/>
                      <a:pt x="17042" y="4808"/>
                      <a:pt x="17042" y="4808"/>
                    </a:cubicBezTo>
                    <a:cubicBezTo>
                      <a:pt x="17043" y="4808"/>
                      <a:pt x="17031" y="4817"/>
                      <a:pt x="17016" y="4828"/>
                    </a:cubicBezTo>
                    <a:cubicBezTo>
                      <a:pt x="16988" y="4850"/>
                      <a:pt x="16960" y="4873"/>
                      <a:pt x="16926" y="4890"/>
                    </a:cubicBezTo>
                    <a:cubicBezTo>
                      <a:pt x="16751" y="5008"/>
                      <a:pt x="16565" y="5104"/>
                      <a:pt x="16373" y="5183"/>
                    </a:cubicBezTo>
                    <a:cubicBezTo>
                      <a:pt x="16339" y="5200"/>
                      <a:pt x="16350" y="5195"/>
                      <a:pt x="16299" y="5217"/>
                    </a:cubicBezTo>
                    <a:cubicBezTo>
                      <a:pt x="16265" y="5229"/>
                      <a:pt x="16231" y="5245"/>
                      <a:pt x="16197" y="5257"/>
                    </a:cubicBezTo>
                    <a:cubicBezTo>
                      <a:pt x="16124" y="5285"/>
                      <a:pt x="16051" y="5313"/>
                      <a:pt x="15972" y="5336"/>
                    </a:cubicBezTo>
                    <a:cubicBezTo>
                      <a:pt x="15802" y="5392"/>
                      <a:pt x="15627" y="5443"/>
                      <a:pt x="15452" y="5488"/>
                    </a:cubicBezTo>
                    <a:cubicBezTo>
                      <a:pt x="15000" y="5607"/>
                      <a:pt x="14537" y="5686"/>
                      <a:pt x="14074" y="5742"/>
                    </a:cubicBezTo>
                    <a:cubicBezTo>
                      <a:pt x="13324" y="5834"/>
                      <a:pt x="12567" y="5870"/>
                      <a:pt x="11809" y="5870"/>
                    </a:cubicBezTo>
                    <a:cubicBezTo>
                      <a:pt x="11066" y="5870"/>
                      <a:pt x="10323" y="5835"/>
                      <a:pt x="9584" y="5782"/>
                    </a:cubicBezTo>
                    <a:cubicBezTo>
                      <a:pt x="9342" y="5765"/>
                      <a:pt x="9099" y="5748"/>
                      <a:pt x="8856" y="5726"/>
                    </a:cubicBezTo>
                    <a:cubicBezTo>
                      <a:pt x="8851" y="5725"/>
                      <a:pt x="8846" y="5724"/>
                      <a:pt x="8841" y="5724"/>
                    </a:cubicBezTo>
                    <a:cubicBezTo>
                      <a:pt x="8769" y="5724"/>
                      <a:pt x="8715" y="5798"/>
                      <a:pt x="8715" y="5867"/>
                    </a:cubicBezTo>
                    <a:cubicBezTo>
                      <a:pt x="8698" y="6330"/>
                      <a:pt x="8686" y="6799"/>
                      <a:pt x="8670" y="7267"/>
                    </a:cubicBezTo>
                    <a:cubicBezTo>
                      <a:pt x="8647" y="8007"/>
                      <a:pt x="8624" y="8747"/>
                      <a:pt x="8602" y="9492"/>
                    </a:cubicBezTo>
                    <a:lnTo>
                      <a:pt x="8590" y="9860"/>
                    </a:lnTo>
                    <a:lnTo>
                      <a:pt x="8590" y="9860"/>
                    </a:lnTo>
                    <a:cubicBezTo>
                      <a:pt x="8375" y="9845"/>
                      <a:pt x="8162" y="9800"/>
                      <a:pt x="7952" y="9758"/>
                    </a:cubicBezTo>
                    <a:cubicBezTo>
                      <a:pt x="7602" y="9679"/>
                      <a:pt x="7263" y="9583"/>
                      <a:pt x="6925" y="9475"/>
                    </a:cubicBezTo>
                    <a:cubicBezTo>
                      <a:pt x="6912" y="9471"/>
                      <a:pt x="6899" y="9470"/>
                      <a:pt x="6887" y="9470"/>
                    </a:cubicBezTo>
                    <a:cubicBezTo>
                      <a:pt x="6810" y="9470"/>
                      <a:pt x="6744" y="9538"/>
                      <a:pt x="6744" y="9611"/>
                    </a:cubicBezTo>
                    <a:lnTo>
                      <a:pt x="6744" y="11825"/>
                    </a:lnTo>
                    <a:lnTo>
                      <a:pt x="6744" y="15343"/>
                    </a:lnTo>
                    <a:lnTo>
                      <a:pt x="6744" y="15939"/>
                    </a:lnTo>
                    <a:lnTo>
                      <a:pt x="6744" y="15939"/>
                    </a:lnTo>
                    <a:cubicBezTo>
                      <a:pt x="6623" y="15884"/>
                      <a:pt x="6505" y="15824"/>
                      <a:pt x="6388" y="15761"/>
                    </a:cubicBezTo>
                    <a:cubicBezTo>
                      <a:pt x="5936" y="15512"/>
                      <a:pt x="5501" y="15219"/>
                      <a:pt x="5100" y="14891"/>
                    </a:cubicBezTo>
                    <a:cubicBezTo>
                      <a:pt x="5090" y="14883"/>
                      <a:pt x="5079" y="14876"/>
                      <a:pt x="5067" y="14871"/>
                    </a:cubicBezTo>
                    <a:lnTo>
                      <a:pt x="5067" y="14871"/>
                    </a:lnTo>
                    <a:cubicBezTo>
                      <a:pt x="5069" y="14870"/>
                      <a:pt x="5071" y="14869"/>
                      <a:pt x="5072" y="14869"/>
                    </a:cubicBezTo>
                    <a:cubicBezTo>
                      <a:pt x="4767" y="14682"/>
                      <a:pt x="4479" y="14473"/>
                      <a:pt x="4214" y="14242"/>
                    </a:cubicBezTo>
                    <a:cubicBezTo>
                      <a:pt x="4084" y="14129"/>
                      <a:pt x="3954" y="14004"/>
                      <a:pt x="3830" y="13880"/>
                    </a:cubicBezTo>
                    <a:cubicBezTo>
                      <a:pt x="3773" y="13824"/>
                      <a:pt x="3722" y="13756"/>
                      <a:pt x="3660" y="13705"/>
                    </a:cubicBezTo>
                    <a:cubicBezTo>
                      <a:pt x="3615" y="13660"/>
                      <a:pt x="3553" y="13632"/>
                      <a:pt x="3502" y="13598"/>
                    </a:cubicBezTo>
                    <a:cubicBezTo>
                      <a:pt x="3096" y="13344"/>
                      <a:pt x="2740" y="13011"/>
                      <a:pt x="2429" y="12649"/>
                    </a:cubicBezTo>
                    <a:cubicBezTo>
                      <a:pt x="1723" y="11836"/>
                      <a:pt x="1204" y="10853"/>
                      <a:pt x="854" y="9842"/>
                    </a:cubicBezTo>
                    <a:cubicBezTo>
                      <a:pt x="526" y="8894"/>
                      <a:pt x="317" y="7860"/>
                      <a:pt x="436" y="6861"/>
                    </a:cubicBezTo>
                    <a:cubicBezTo>
                      <a:pt x="492" y="6381"/>
                      <a:pt x="650" y="5912"/>
                      <a:pt x="893" y="5500"/>
                    </a:cubicBezTo>
                    <a:cubicBezTo>
                      <a:pt x="1108" y="5133"/>
                      <a:pt x="1407" y="4839"/>
                      <a:pt x="1752" y="4590"/>
                    </a:cubicBezTo>
                    <a:cubicBezTo>
                      <a:pt x="2113" y="4336"/>
                      <a:pt x="2497" y="4116"/>
                      <a:pt x="2853" y="3851"/>
                    </a:cubicBezTo>
                    <a:cubicBezTo>
                      <a:pt x="3327" y="3495"/>
                      <a:pt x="3745" y="3077"/>
                      <a:pt x="4101" y="2603"/>
                    </a:cubicBezTo>
                    <a:cubicBezTo>
                      <a:pt x="4287" y="2360"/>
                      <a:pt x="4434" y="2094"/>
                      <a:pt x="4626" y="1857"/>
                    </a:cubicBezTo>
                    <a:cubicBezTo>
                      <a:pt x="4762" y="1688"/>
                      <a:pt x="4914" y="1530"/>
                      <a:pt x="5083" y="1388"/>
                    </a:cubicBezTo>
                    <a:cubicBezTo>
                      <a:pt x="5411" y="1112"/>
                      <a:pt x="5795" y="897"/>
                      <a:pt x="6196" y="733"/>
                    </a:cubicBezTo>
                    <a:cubicBezTo>
                      <a:pt x="7018" y="409"/>
                      <a:pt x="7912" y="286"/>
                      <a:pt x="8794" y="286"/>
                    </a:cubicBezTo>
                    <a:close/>
                    <a:moveTo>
                      <a:pt x="8785" y="0"/>
                    </a:moveTo>
                    <a:cubicBezTo>
                      <a:pt x="8056" y="0"/>
                      <a:pt x="7319" y="87"/>
                      <a:pt x="6620" y="293"/>
                    </a:cubicBezTo>
                    <a:cubicBezTo>
                      <a:pt x="5739" y="553"/>
                      <a:pt x="4908" y="1016"/>
                      <a:pt x="4349" y="1755"/>
                    </a:cubicBezTo>
                    <a:cubicBezTo>
                      <a:pt x="4152" y="2015"/>
                      <a:pt x="3988" y="2303"/>
                      <a:pt x="3779" y="2557"/>
                    </a:cubicBezTo>
                    <a:cubicBezTo>
                      <a:pt x="3581" y="2806"/>
                      <a:pt x="3367" y="3037"/>
                      <a:pt x="3135" y="3252"/>
                    </a:cubicBezTo>
                    <a:cubicBezTo>
                      <a:pt x="2774" y="3585"/>
                      <a:pt x="2367" y="3851"/>
                      <a:pt x="1955" y="4116"/>
                    </a:cubicBezTo>
                    <a:cubicBezTo>
                      <a:pt x="1599" y="4348"/>
                      <a:pt x="1243" y="4590"/>
                      <a:pt x="967" y="4912"/>
                    </a:cubicBezTo>
                    <a:cubicBezTo>
                      <a:pt x="628" y="5302"/>
                      <a:pt x="402" y="5776"/>
                      <a:pt x="266" y="6268"/>
                    </a:cubicBezTo>
                    <a:cubicBezTo>
                      <a:pt x="1" y="7222"/>
                      <a:pt x="125" y="8267"/>
                      <a:pt x="368" y="9210"/>
                    </a:cubicBezTo>
                    <a:cubicBezTo>
                      <a:pt x="645" y="10283"/>
                      <a:pt x="1108" y="11316"/>
                      <a:pt x="1746" y="12226"/>
                    </a:cubicBezTo>
                    <a:cubicBezTo>
                      <a:pt x="2040" y="12649"/>
                      <a:pt x="2378" y="13056"/>
                      <a:pt x="2768" y="13400"/>
                    </a:cubicBezTo>
                    <a:cubicBezTo>
                      <a:pt x="2949" y="13558"/>
                      <a:pt x="3141" y="13705"/>
                      <a:pt x="3344" y="13835"/>
                    </a:cubicBezTo>
                    <a:cubicBezTo>
                      <a:pt x="3395" y="13869"/>
                      <a:pt x="3446" y="13897"/>
                      <a:pt x="3491" y="13931"/>
                    </a:cubicBezTo>
                    <a:cubicBezTo>
                      <a:pt x="3559" y="13993"/>
                      <a:pt x="3621" y="14072"/>
                      <a:pt x="3689" y="14134"/>
                    </a:cubicBezTo>
                    <a:cubicBezTo>
                      <a:pt x="3813" y="14259"/>
                      <a:pt x="3943" y="14383"/>
                      <a:pt x="4078" y="14496"/>
                    </a:cubicBezTo>
                    <a:cubicBezTo>
                      <a:pt x="4343" y="14721"/>
                      <a:pt x="4630" y="14930"/>
                      <a:pt x="4929" y="15110"/>
                    </a:cubicBezTo>
                    <a:lnTo>
                      <a:pt x="4929" y="15110"/>
                    </a:lnTo>
                    <a:cubicBezTo>
                      <a:pt x="5509" y="15582"/>
                      <a:pt x="6150" y="16019"/>
                      <a:pt x="6845" y="16292"/>
                    </a:cubicBezTo>
                    <a:cubicBezTo>
                      <a:pt x="6859" y="16297"/>
                      <a:pt x="6873" y="16299"/>
                      <a:pt x="6887" y="16299"/>
                    </a:cubicBezTo>
                    <a:cubicBezTo>
                      <a:pt x="6962" y="16299"/>
                      <a:pt x="7026" y="16228"/>
                      <a:pt x="7026" y="16156"/>
                    </a:cubicBezTo>
                    <a:lnTo>
                      <a:pt x="7026" y="13948"/>
                    </a:lnTo>
                    <a:lnTo>
                      <a:pt x="7026" y="10424"/>
                    </a:lnTo>
                    <a:lnTo>
                      <a:pt x="7026" y="9806"/>
                    </a:lnTo>
                    <a:lnTo>
                      <a:pt x="7026" y="9806"/>
                    </a:lnTo>
                    <a:cubicBezTo>
                      <a:pt x="7322" y="9893"/>
                      <a:pt x="7618" y="9973"/>
                      <a:pt x="7918" y="10034"/>
                    </a:cubicBezTo>
                    <a:cubicBezTo>
                      <a:pt x="8178" y="10091"/>
                      <a:pt x="8455" y="10147"/>
                      <a:pt x="8726" y="10147"/>
                    </a:cubicBezTo>
                    <a:cubicBezTo>
                      <a:pt x="8799" y="10147"/>
                      <a:pt x="8862" y="10080"/>
                      <a:pt x="8867" y="10006"/>
                    </a:cubicBezTo>
                    <a:cubicBezTo>
                      <a:pt x="8878" y="9537"/>
                      <a:pt x="8895" y="9069"/>
                      <a:pt x="8907" y="8606"/>
                    </a:cubicBezTo>
                    <a:cubicBezTo>
                      <a:pt x="8935" y="7866"/>
                      <a:pt x="8958" y="7120"/>
                      <a:pt x="8980" y="6381"/>
                    </a:cubicBezTo>
                    <a:cubicBezTo>
                      <a:pt x="8984" y="6262"/>
                      <a:pt x="8988" y="6140"/>
                      <a:pt x="8992" y="6020"/>
                    </a:cubicBezTo>
                    <a:lnTo>
                      <a:pt x="8992" y="6020"/>
                    </a:lnTo>
                    <a:cubicBezTo>
                      <a:pt x="9912" y="6100"/>
                      <a:pt x="10840" y="6154"/>
                      <a:pt x="11767" y="6154"/>
                    </a:cubicBezTo>
                    <a:cubicBezTo>
                      <a:pt x="12439" y="6154"/>
                      <a:pt x="13111" y="6126"/>
                      <a:pt x="13780" y="6059"/>
                    </a:cubicBezTo>
                    <a:cubicBezTo>
                      <a:pt x="14656" y="5968"/>
                      <a:pt x="15548" y="5822"/>
                      <a:pt x="16367" y="5494"/>
                    </a:cubicBezTo>
                    <a:cubicBezTo>
                      <a:pt x="16711" y="5353"/>
                      <a:pt x="17073" y="5183"/>
                      <a:pt x="17338" y="4924"/>
                    </a:cubicBezTo>
                    <a:cubicBezTo>
                      <a:pt x="17361" y="4907"/>
                      <a:pt x="17378" y="4884"/>
                      <a:pt x="17395" y="4867"/>
                    </a:cubicBezTo>
                    <a:cubicBezTo>
                      <a:pt x="17404" y="4857"/>
                      <a:pt x="17414" y="4844"/>
                      <a:pt x="17424" y="4833"/>
                    </a:cubicBezTo>
                    <a:lnTo>
                      <a:pt x="17424" y="4833"/>
                    </a:lnTo>
                    <a:cubicBezTo>
                      <a:pt x="17419" y="4838"/>
                      <a:pt x="17416" y="4842"/>
                      <a:pt x="17416" y="4842"/>
                    </a:cubicBezTo>
                    <a:lnTo>
                      <a:pt x="17416" y="4842"/>
                    </a:lnTo>
                    <a:cubicBezTo>
                      <a:pt x="17416" y="4842"/>
                      <a:pt x="17419" y="4838"/>
                      <a:pt x="17429" y="4828"/>
                    </a:cubicBezTo>
                    <a:lnTo>
                      <a:pt x="17429" y="4828"/>
                    </a:lnTo>
                    <a:cubicBezTo>
                      <a:pt x="17427" y="4829"/>
                      <a:pt x="17425" y="4831"/>
                      <a:pt x="17424" y="4833"/>
                    </a:cubicBezTo>
                    <a:lnTo>
                      <a:pt x="17424" y="4833"/>
                    </a:lnTo>
                    <a:cubicBezTo>
                      <a:pt x="17431" y="4823"/>
                      <a:pt x="17443" y="4807"/>
                      <a:pt x="17446" y="4799"/>
                    </a:cubicBezTo>
                    <a:cubicBezTo>
                      <a:pt x="17649" y="4545"/>
                      <a:pt x="17830" y="4269"/>
                      <a:pt x="17976" y="3980"/>
                    </a:cubicBezTo>
                    <a:cubicBezTo>
                      <a:pt x="18168" y="3608"/>
                      <a:pt x="18343" y="3167"/>
                      <a:pt x="18293" y="2738"/>
                    </a:cubicBezTo>
                    <a:cubicBezTo>
                      <a:pt x="18236" y="2224"/>
                      <a:pt x="17846" y="1914"/>
                      <a:pt x="17372" y="1778"/>
                    </a:cubicBezTo>
                    <a:cubicBezTo>
                      <a:pt x="17203" y="1733"/>
                      <a:pt x="17034" y="1705"/>
                      <a:pt x="16859" y="1688"/>
                    </a:cubicBezTo>
                    <a:lnTo>
                      <a:pt x="16859" y="1688"/>
                    </a:lnTo>
                    <a:cubicBezTo>
                      <a:pt x="16859" y="1688"/>
                      <a:pt x="16859" y="1688"/>
                      <a:pt x="16858" y="1688"/>
                    </a:cubicBezTo>
                    <a:cubicBezTo>
                      <a:pt x="16214" y="1626"/>
                      <a:pt x="15565" y="1586"/>
                      <a:pt x="14915" y="1546"/>
                    </a:cubicBezTo>
                    <a:cubicBezTo>
                      <a:pt x="14469" y="1524"/>
                      <a:pt x="14023" y="1501"/>
                      <a:pt x="13583" y="1417"/>
                    </a:cubicBezTo>
                    <a:cubicBezTo>
                      <a:pt x="13210" y="1349"/>
                      <a:pt x="12860" y="1225"/>
                      <a:pt x="12538" y="1027"/>
                    </a:cubicBezTo>
                    <a:cubicBezTo>
                      <a:pt x="12261" y="863"/>
                      <a:pt x="12030" y="654"/>
                      <a:pt x="11730" y="524"/>
                    </a:cubicBezTo>
                    <a:cubicBezTo>
                      <a:pt x="11008" y="208"/>
                      <a:pt x="10206" y="78"/>
                      <a:pt x="9421" y="22"/>
                    </a:cubicBezTo>
                    <a:cubicBezTo>
                      <a:pt x="9210" y="8"/>
                      <a:pt x="8998" y="0"/>
                      <a:pt x="8785"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090" name="Google Shape;1090;p39">
              <a:extLst>
                <a:ext uri="{FF2B5EF4-FFF2-40B4-BE49-F238E27FC236}">
                  <a16:creationId xmlns:a16="http://schemas.microsoft.com/office/drawing/2014/main" id="{23B9C3E5-6E9F-0361-0901-CD4A46C40FA7}"/>
                </a:ext>
              </a:extLst>
            </p:cNvPr>
            <p:cNvGrpSpPr/>
            <p:nvPr/>
          </p:nvGrpSpPr>
          <p:grpSpPr>
            <a:xfrm>
              <a:off x="4747000" y="2874936"/>
              <a:ext cx="1603800" cy="1957279"/>
              <a:chOff x="5687100" y="3067925"/>
              <a:chExt cx="999875" cy="1220325"/>
            </a:xfrm>
          </p:grpSpPr>
          <p:sp>
            <p:nvSpPr>
              <p:cNvPr id="1091" name="Google Shape;1091;p39">
                <a:extLst>
                  <a:ext uri="{FF2B5EF4-FFF2-40B4-BE49-F238E27FC236}">
                    <a16:creationId xmlns:a16="http://schemas.microsoft.com/office/drawing/2014/main" id="{B0F00AEB-92DE-79FC-5EA7-39FE5AF042AD}"/>
                  </a:ext>
                </a:extLst>
              </p:cNvPr>
              <p:cNvSpPr/>
              <p:nvPr/>
            </p:nvSpPr>
            <p:spPr>
              <a:xfrm>
                <a:off x="6088625" y="3125875"/>
                <a:ext cx="335625" cy="463525"/>
              </a:xfrm>
              <a:custGeom>
                <a:avLst/>
                <a:gdLst/>
                <a:ahLst/>
                <a:cxnLst/>
                <a:rect l="l" t="t" r="r" b="b"/>
                <a:pathLst>
                  <a:path w="13425" h="18541" extrusionOk="0">
                    <a:moveTo>
                      <a:pt x="2576" y="413"/>
                    </a:moveTo>
                    <a:cubicBezTo>
                      <a:pt x="4087" y="770"/>
                      <a:pt x="5639" y="1008"/>
                      <a:pt x="7193" y="1008"/>
                    </a:cubicBezTo>
                    <a:cubicBezTo>
                      <a:pt x="7286" y="1008"/>
                      <a:pt x="7379" y="1007"/>
                      <a:pt x="7472" y="1005"/>
                    </a:cubicBezTo>
                    <a:cubicBezTo>
                      <a:pt x="8387" y="988"/>
                      <a:pt x="9330" y="898"/>
                      <a:pt x="10211" y="621"/>
                    </a:cubicBezTo>
                    <a:cubicBezTo>
                      <a:pt x="10317" y="587"/>
                      <a:pt x="10427" y="553"/>
                      <a:pt x="10533" y="509"/>
                    </a:cubicBezTo>
                    <a:lnTo>
                      <a:pt x="10533" y="509"/>
                    </a:lnTo>
                    <a:cubicBezTo>
                      <a:pt x="11133" y="1297"/>
                      <a:pt x="11448" y="2259"/>
                      <a:pt x="11453" y="3247"/>
                    </a:cubicBezTo>
                    <a:cubicBezTo>
                      <a:pt x="11453" y="3812"/>
                      <a:pt x="11453" y="4377"/>
                      <a:pt x="11453" y="4941"/>
                    </a:cubicBezTo>
                    <a:cubicBezTo>
                      <a:pt x="11453" y="5150"/>
                      <a:pt x="11442" y="5365"/>
                      <a:pt x="11453" y="5574"/>
                    </a:cubicBezTo>
                    <a:cubicBezTo>
                      <a:pt x="11453" y="5647"/>
                      <a:pt x="11487" y="5681"/>
                      <a:pt x="11538" y="5726"/>
                    </a:cubicBezTo>
                    <a:lnTo>
                      <a:pt x="11815" y="5941"/>
                    </a:lnTo>
                    <a:lnTo>
                      <a:pt x="12594" y="6557"/>
                    </a:lnTo>
                    <a:cubicBezTo>
                      <a:pt x="12752" y="6686"/>
                      <a:pt x="12978" y="6816"/>
                      <a:pt x="13040" y="7020"/>
                    </a:cubicBezTo>
                    <a:cubicBezTo>
                      <a:pt x="13097" y="7200"/>
                      <a:pt x="13034" y="7392"/>
                      <a:pt x="12899" y="7522"/>
                    </a:cubicBezTo>
                    <a:cubicBezTo>
                      <a:pt x="12775" y="7641"/>
                      <a:pt x="12611" y="7675"/>
                      <a:pt x="12441" y="7675"/>
                    </a:cubicBezTo>
                    <a:cubicBezTo>
                      <a:pt x="12344" y="7677"/>
                      <a:pt x="12246" y="7677"/>
                      <a:pt x="12149" y="7677"/>
                    </a:cubicBezTo>
                    <a:cubicBezTo>
                      <a:pt x="11955" y="7677"/>
                      <a:pt x="11762" y="7675"/>
                      <a:pt x="11566" y="7675"/>
                    </a:cubicBezTo>
                    <a:cubicBezTo>
                      <a:pt x="11487" y="7675"/>
                      <a:pt x="11436" y="7743"/>
                      <a:pt x="11425" y="7816"/>
                    </a:cubicBezTo>
                    <a:cubicBezTo>
                      <a:pt x="11272" y="9589"/>
                      <a:pt x="10307" y="11233"/>
                      <a:pt x="8833" y="12232"/>
                    </a:cubicBezTo>
                    <a:cubicBezTo>
                      <a:pt x="8421" y="12515"/>
                      <a:pt x="7974" y="12740"/>
                      <a:pt x="7511" y="12910"/>
                    </a:cubicBezTo>
                    <a:cubicBezTo>
                      <a:pt x="7449" y="12932"/>
                      <a:pt x="7404" y="12983"/>
                      <a:pt x="7404" y="13045"/>
                    </a:cubicBezTo>
                    <a:lnTo>
                      <a:pt x="7404" y="14858"/>
                    </a:lnTo>
                    <a:lnTo>
                      <a:pt x="7404" y="17738"/>
                    </a:lnTo>
                    <a:lnTo>
                      <a:pt x="7404" y="18258"/>
                    </a:lnTo>
                    <a:lnTo>
                      <a:pt x="283" y="18258"/>
                    </a:lnTo>
                    <a:lnTo>
                      <a:pt x="283" y="16710"/>
                    </a:lnTo>
                    <a:lnTo>
                      <a:pt x="283" y="14022"/>
                    </a:lnTo>
                    <a:lnTo>
                      <a:pt x="283" y="13407"/>
                    </a:lnTo>
                    <a:lnTo>
                      <a:pt x="283" y="11746"/>
                    </a:lnTo>
                    <a:lnTo>
                      <a:pt x="283" y="10809"/>
                    </a:lnTo>
                    <a:lnTo>
                      <a:pt x="283" y="8618"/>
                    </a:lnTo>
                    <a:lnTo>
                      <a:pt x="283" y="6348"/>
                    </a:lnTo>
                    <a:lnTo>
                      <a:pt x="283" y="5534"/>
                    </a:lnTo>
                    <a:cubicBezTo>
                      <a:pt x="283" y="5446"/>
                      <a:pt x="290" y="5353"/>
                      <a:pt x="290" y="5262"/>
                    </a:cubicBezTo>
                    <a:lnTo>
                      <a:pt x="290" y="5262"/>
                    </a:lnTo>
                    <a:cubicBezTo>
                      <a:pt x="1181" y="5260"/>
                      <a:pt x="2087" y="4819"/>
                      <a:pt x="2649" y="4145"/>
                    </a:cubicBezTo>
                    <a:cubicBezTo>
                      <a:pt x="3276" y="3394"/>
                      <a:pt x="3496" y="2361"/>
                      <a:pt x="3180" y="1429"/>
                    </a:cubicBezTo>
                    <a:cubicBezTo>
                      <a:pt x="3050" y="1048"/>
                      <a:pt x="2842" y="706"/>
                      <a:pt x="2576" y="413"/>
                    </a:cubicBezTo>
                    <a:close/>
                    <a:moveTo>
                      <a:pt x="2079" y="1"/>
                    </a:moveTo>
                    <a:cubicBezTo>
                      <a:pt x="1944" y="1"/>
                      <a:pt x="1897" y="183"/>
                      <a:pt x="2011" y="265"/>
                    </a:cubicBezTo>
                    <a:cubicBezTo>
                      <a:pt x="2762" y="847"/>
                      <a:pt x="3180" y="1807"/>
                      <a:pt x="3005" y="2750"/>
                    </a:cubicBezTo>
                    <a:cubicBezTo>
                      <a:pt x="2858" y="3575"/>
                      <a:pt x="2310" y="4269"/>
                      <a:pt x="1570" y="4648"/>
                    </a:cubicBezTo>
                    <a:cubicBezTo>
                      <a:pt x="1180" y="4853"/>
                      <a:pt x="720" y="4979"/>
                      <a:pt x="275" y="4979"/>
                    </a:cubicBezTo>
                    <a:cubicBezTo>
                      <a:pt x="230" y="4979"/>
                      <a:pt x="186" y="4978"/>
                      <a:pt x="142" y="4975"/>
                    </a:cubicBezTo>
                    <a:cubicBezTo>
                      <a:pt x="139" y="4975"/>
                      <a:pt x="136" y="4975"/>
                      <a:pt x="134" y="4975"/>
                    </a:cubicBezTo>
                    <a:cubicBezTo>
                      <a:pt x="63" y="4975"/>
                      <a:pt x="0" y="5046"/>
                      <a:pt x="0" y="5117"/>
                    </a:cubicBezTo>
                    <a:lnTo>
                      <a:pt x="0" y="6116"/>
                    </a:lnTo>
                    <a:lnTo>
                      <a:pt x="0" y="8324"/>
                    </a:lnTo>
                    <a:lnTo>
                      <a:pt x="0" y="10589"/>
                    </a:lnTo>
                    <a:lnTo>
                      <a:pt x="0" y="11735"/>
                    </a:lnTo>
                    <a:lnTo>
                      <a:pt x="0" y="13339"/>
                    </a:lnTo>
                    <a:lnTo>
                      <a:pt x="0" y="13407"/>
                    </a:lnTo>
                    <a:lnTo>
                      <a:pt x="0" y="15095"/>
                    </a:lnTo>
                    <a:lnTo>
                      <a:pt x="0" y="17783"/>
                    </a:lnTo>
                    <a:lnTo>
                      <a:pt x="0" y="18399"/>
                    </a:lnTo>
                    <a:cubicBezTo>
                      <a:pt x="0" y="18472"/>
                      <a:pt x="68" y="18540"/>
                      <a:pt x="142" y="18540"/>
                    </a:cubicBezTo>
                    <a:lnTo>
                      <a:pt x="7545" y="18540"/>
                    </a:lnTo>
                    <a:cubicBezTo>
                      <a:pt x="7591" y="18540"/>
                      <a:pt x="7626" y="18522"/>
                      <a:pt x="7649" y="18494"/>
                    </a:cubicBezTo>
                    <a:lnTo>
                      <a:pt x="7649" y="18494"/>
                    </a:lnTo>
                    <a:cubicBezTo>
                      <a:pt x="7672" y="18472"/>
                      <a:pt x="7686" y="18440"/>
                      <a:pt x="7686" y="18399"/>
                    </a:cubicBezTo>
                    <a:lnTo>
                      <a:pt x="7686" y="16586"/>
                    </a:lnTo>
                    <a:lnTo>
                      <a:pt x="7686" y="13706"/>
                    </a:lnTo>
                    <a:lnTo>
                      <a:pt x="7686" y="13143"/>
                    </a:lnTo>
                    <a:lnTo>
                      <a:pt x="7686" y="13143"/>
                    </a:lnTo>
                    <a:cubicBezTo>
                      <a:pt x="9390" y="12494"/>
                      <a:pt x="10754" y="11114"/>
                      <a:pt x="11374" y="9386"/>
                    </a:cubicBezTo>
                    <a:cubicBezTo>
                      <a:pt x="11534" y="8922"/>
                      <a:pt x="11642" y="8445"/>
                      <a:pt x="11694" y="7957"/>
                    </a:cubicBezTo>
                    <a:lnTo>
                      <a:pt x="12408" y="7957"/>
                    </a:lnTo>
                    <a:cubicBezTo>
                      <a:pt x="12780" y="7957"/>
                      <a:pt x="13136" y="7805"/>
                      <a:pt x="13289" y="7438"/>
                    </a:cubicBezTo>
                    <a:cubicBezTo>
                      <a:pt x="13424" y="7104"/>
                      <a:pt x="13294" y="6760"/>
                      <a:pt x="13023" y="6540"/>
                    </a:cubicBezTo>
                    <a:cubicBezTo>
                      <a:pt x="12792" y="6353"/>
                      <a:pt x="12560" y="6173"/>
                      <a:pt x="12328" y="5986"/>
                    </a:cubicBezTo>
                    <a:cubicBezTo>
                      <a:pt x="12129" y="5834"/>
                      <a:pt x="11934" y="5677"/>
                      <a:pt x="11736" y="5524"/>
                    </a:cubicBezTo>
                    <a:lnTo>
                      <a:pt x="11736" y="5524"/>
                    </a:lnTo>
                    <a:lnTo>
                      <a:pt x="11736" y="4010"/>
                    </a:lnTo>
                    <a:cubicBezTo>
                      <a:pt x="11736" y="3309"/>
                      <a:pt x="11752" y="2615"/>
                      <a:pt x="11555" y="1931"/>
                    </a:cubicBezTo>
                    <a:cubicBezTo>
                      <a:pt x="11380" y="1299"/>
                      <a:pt x="11063" y="712"/>
                      <a:pt x="10646" y="203"/>
                    </a:cubicBezTo>
                    <a:cubicBezTo>
                      <a:pt x="10618" y="168"/>
                      <a:pt x="10585" y="154"/>
                      <a:pt x="10554" y="154"/>
                    </a:cubicBezTo>
                    <a:cubicBezTo>
                      <a:pt x="10500" y="154"/>
                      <a:pt x="10448" y="196"/>
                      <a:pt x="10425" y="251"/>
                    </a:cubicBezTo>
                    <a:lnTo>
                      <a:pt x="10425" y="251"/>
                    </a:lnTo>
                    <a:cubicBezTo>
                      <a:pt x="10354" y="277"/>
                      <a:pt x="10282" y="302"/>
                      <a:pt x="10211" y="328"/>
                    </a:cubicBezTo>
                    <a:cubicBezTo>
                      <a:pt x="9906" y="429"/>
                      <a:pt x="9590" y="503"/>
                      <a:pt x="9273" y="559"/>
                    </a:cubicBezTo>
                    <a:cubicBezTo>
                      <a:pt x="8601" y="680"/>
                      <a:pt x="7916" y="730"/>
                      <a:pt x="7231" y="730"/>
                    </a:cubicBezTo>
                    <a:cubicBezTo>
                      <a:pt x="6638" y="730"/>
                      <a:pt x="6045" y="693"/>
                      <a:pt x="5461" y="633"/>
                    </a:cubicBezTo>
                    <a:cubicBezTo>
                      <a:pt x="4332" y="514"/>
                      <a:pt x="3214" y="294"/>
                      <a:pt x="2118" y="6"/>
                    </a:cubicBezTo>
                    <a:cubicBezTo>
                      <a:pt x="2104" y="2"/>
                      <a:pt x="2091" y="1"/>
                      <a:pt x="2079"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92" name="Google Shape;1092;p39">
                <a:extLst>
                  <a:ext uri="{FF2B5EF4-FFF2-40B4-BE49-F238E27FC236}">
                    <a16:creationId xmlns:a16="http://schemas.microsoft.com/office/drawing/2014/main" id="{C49227DD-15F0-7CAE-4103-679E7272982E}"/>
                  </a:ext>
                </a:extLst>
              </p:cNvPr>
              <p:cNvSpPr/>
              <p:nvPr/>
            </p:nvSpPr>
            <p:spPr>
              <a:xfrm>
                <a:off x="6301250" y="3317650"/>
                <a:ext cx="80700" cy="37375"/>
              </a:xfrm>
              <a:custGeom>
                <a:avLst/>
                <a:gdLst/>
                <a:ahLst/>
                <a:cxnLst/>
                <a:rect l="l" t="t" r="r" b="b"/>
                <a:pathLst>
                  <a:path w="3228" h="1495" extrusionOk="0">
                    <a:moveTo>
                      <a:pt x="2922" y="286"/>
                    </a:moveTo>
                    <a:cubicBezTo>
                      <a:pt x="2887" y="600"/>
                      <a:pt x="2836" y="917"/>
                      <a:pt x="2736" y="1212"/>
                    </a:cubicBezTo>
                    <a:lnTo>
                      <a:pt x="297" y="1212"/>
                    </a:lnTo>
                    <a:cubicBezTo>
                      <a:pt x="333" y="920"/>
                      <a:pt x="479" y="648"/>
                      <a:pt x="717" y="473"/>
                    </a:cubicBezTo>
                    <a:cubicBezTo>
                      <a:pt x="904" y="337"/>
                      <a:pt x="1113" y="286"/>
                      <a:pt x="1339" y="286"/>
                    </a:cubicBezTo>
                    <a:close/>
                    <a:moveTo>
                      <a:pt x="1531" y="0"/>
                    </a:moveTo>
                    <a:cubicBezTo>
                      <a:pt x="1188" y="0"/>
                      <a:pt x="847" y="28"/>
                      <a:pt x="554" y="247"/>
                    </a:cubicBezTo>
                    <a:cubicBezTo>
                      <a:pt x="204" y="506"/>
                      <a:pt x="12" y="919"/>
                      <a:pt x="6" y="1353"/>
                    </a:cubicBezTo>
                    <a:cubicBezTo>
                      <a:pt x="0" y="1427"/>
                      <a:pt x="68" y="1495"/>
                      <a:pt x="147" y="1495"/>
                    </a:cubicBezTo>
                    <a:lnTo>
                      <a:pt x="2835" y="1495"/>
                    </a:lnTo>
                    <a:cubicBezTo>
                      <a:pt x="2903" y="1495"/>
                      <a:pt x="2954" y="1449"/>
                      <a:pt x="2976" y="1387"/>
                    </a:cubicBezTo>
                    <a:cubicBezTo>
                      <a:pt x="3118" y="998"/>
                      <a:pt x="3174" y="563"/>
                      <a:pt x="3219" y="145"/>
                    </a:cubicBezTo>
                    <a:cubicBezTo>
                      <a:pt x="3227" y="83"/>
                      <a:pt x="3197" y="43"/>
                      <a:pt x="3154" y="25"/>
                    </a:cubicBezTo>
                    <a:lnTo>
                      <a:pt x="3154" y="25"/>
                    </a:lnTo>
                    <a:cubicBezTo>
                      <a:pt x="3133" y="12"/>
                      <a:pt x="3108" y="4"/>
                      <a:pt x="3078" y="4"/>
                    </a:cubicBezTo>
                    <a:lnTo>
                      <a:pt x="1886" y="4"/>
                    </a:lnTo>
                    <a:cubicBezTo>
                      <a:pt x="1769" y="4"/>
                      <a:pt x="1650" y="0"/>
                      <a:pt x="1531"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93" name="Google Shape;1093;p39">
                <a:extLst>
                  <a:ext uri="{FF2B5EF4-FFF2-40B4-BE49-F238E27FC236}">
                    <a16:creationId xmlns:a16="http://schemas.microsoft.com/office/drawing/2014/main" id="{C9D2921A-DA0C-9DE4-0844-3697AFD0C2D7}"/>
                  </a:ext>
                </a:extLst>
              </p:cNvPr>
              <p:cNvSpPr/>
              <p:nvPr/>
            </p:nvSpPr>
            <p:spPr>
              <a:xfrm>
                <a:off x="5687100" y="3582250"/>
                <a:ext cx="999875" cy="706000"/>
              </a:xfrm>
              <a:custGeom>
                <a:avLst/>
                <a:gdLst/>
                <a:ahLst/>
                <a:cxnLst/>
                <a:rect l="l" t="t" r="r" b="b"/>
                <a:pathLst>
                  <a:path w="39995" h="28240" extrusionOk="0">
                    <a:moveTo>
                      <a:pt x="23767" y="285"/>
                    </a:moveTo>
                    <a:cubicBezTo>
                      <a:pt x="24475" y="882"/>
                      <a:pt x="25246" y="1410"/>
                      <a:pt x="26018" y="1906"/>
                    </a:cubicBezTo>
                    <a:cubicBezTo>
                      <a:pt x="26831" y="2431"/>
                      <a:pt x="27667" y="2911"/>
                      <a:pt x="28531" y="3340"/>
                    </a:cubicBezTo>
                    <a:cubicBezTo>
                      <a:pt x="29417" y="3781"/>
                      <a:pt x="30315" y="4188"/>
                      <a:pt x="31168" y="4696"/>
                    </a:cubicBezTo>
                    <a:cubicBezTo>
                      <a:pt x="33393" y="6017"/>
                      <a:pt x="35426" y="7836"/>
                      <a:pt x="36674" y="10134"/>
                    </a:cubicBezTo>
                    <a:cubicBezTo>
                      <a:pt x="36883" y="10523"/>
                      <a:pt x="37080" y="10912"/>
                      <a:pt x="37199" y="11334"/>
                    </a:cubicBezTo>
                    <a:lnTo>
                      <a:pt x="37199" y="11334"/>
                    </a:lnTo>
                    <a:cubicBezTo>
                      <a:pt x="37199" y="11335"/>
                      <a:pt x="37199" y="11336"/>
                      <a:pt x="37199" y="11337"/>
                    </a:cubicBezTo>
                    <a:cubicBezTo>
                      <a:pt x="37199" y="11337"/>
                      <a:pt x="37199" y="11337"/>
                      <a:pt x="37199" y="11337"/>
                    </a:cubicBezTo>
                    <a:lnTo>
                      <a:pt x="37199" y="11337"/>
                    </a:lnTo>
                    <a:cubicBezTo>
                      <a:pt x="37200" y="11338"/>
                      <a:pt x="37200" y="11339"/>
                      <a:pt x="37200" y="11339"/>
                    </a:cubicBezTo>
                    <a:lnTo>
                      <a:pt x="37200" y="11339"/>
                    </a:lnTo>
                    <a:cubicBezTo>
                      <a:pt x="37482" y="12287"/>
                      <a:pt x="37702" y="13258"/>
                      <a:pt x="37911" y="14228"/>
                    </a:cubicBezTo>
                    <a:cubicBezTo>
                      <a:pt x="38470" y="16815"/>
                      <a:pt x="38894" y="19430"/>
                      <a:pt x="39199" y="22056"/>
                    </a:cubicBezTo>
                    <a:cubicBezTo>
                      <a:pt x="39430" y="24019"/>
                      <a:pt x="39597" y="25983"/>
                      <a:pt x="39700" y="27957"/>
                    </a:cubicBezTo>
                    <a:lnTo>
                      <a:pt x="296" y="27957"/>
                    </a:lnTo>
                    <a:cubicBezTo>
                      <a:pt x="479" y="24413"/>
                      <a:pt x="867" y="20880"/>
                      <a:pt x="1469" y="17385"/>
                    </a:cubicBezTo>
                    <a:cubicBezTo>
                      <a:pt x="1796" y="15510"/>
                      <a:pt x="2175" y="13641"/>
                      <a:pt x="2666" y="11806"/>
                    </a:cubicBezTo>
                    <a:cubicBezTo>
                      <a:pt x="2835" y="11162"/>
                      <a:pt x="3067" y="10592"/>
                      <a:pt x="3394" y="10010"/>
                    </a:cubicBezTo>
                    <a:cubicBezTo>
                      <a:pt x="4569" y="7903"/>
                      <a:pt x="6404" y="6215"/>
                      <a:pt x="8426" y="4939"/>
                    </a:cubicBezTo>
                    <a:cubicBezTo>
                      <a:pt x="9189" y="4459"/>
                      <a:pt x="9985" y="4035"/>
                      <a:pt x="10804" y="3657"/>
                    </a:cubicBezTo>
                    <a:cubicBezTo>
                      <a:pt x="11662" y="3261"/>
                      <a:pt x="12498" y="2815"/>
                      <a:pt x="13305" y="2324"/>
                    </a:cubicBezTo>
                    <a:cubicBezTo>
                      <a:pt x="14294" y="1731"/>
                      <a:pt x="15248" y="1076"/>
                      <a:pt x="16146" y="353"/>
                    </a:cubicBezTo>
                    <a:cubicBezTo>
                      <a:pt x="16173" y="329"/>
                      <a:pt x="16200" y="307"/>
                      <a:pt x="16228" y="285"/>
                    </a:cubicBezTo>
                    <a:close/>
                    <a:moveTo>
                      <a:pt x="16541" y="0"/>
                    </a:moveTo>
                    <a:cubicBezTo>
                      <a:pt x="16440" y="0"/>
                      <a:pt x="16338" y="1"/>
                      <a:pt x="16236" y="3"/>
                    </a:cubicBezTo>
                    <a:cubicBezTo>
                      <a:pt x="16078" y="3"/>
                      <a:pt x="15977" y="127"/>
                      <a:pt x="15858" y="223"/>
                    </a:cubicBezTo>
                    <a:cubicBezTo>
                      <a:pt x="14938" y="957"/>
                      <a:pt x="13955" y="1612"/>
                      <a:pt x="12944" y="2211"/>
                    </a:cubicBezTo>
                    <a:cubicBezTo>
                      <a:pt x="11419" y="3115"/>
                      <a:pt x="9759" y="3764"/>
                      <a:pt x="8257" y="4713"/>
                    </a:cubicBezTo>
                    <a:cubicBezTo>
                      <a:pt x="6286" y="5955"/>
                      <a:pt x="4507" y="7587"/>
                      <a:pt x="3304" y="9598"/>
                    </a:cubicBezTo>
                    <a:cubicBezTo>
                      <a:pt x="2954" y="10179"/>
                      <a:pt x="2649" y="10801"/>
                      <a:pt x="2463" y="11456"/>
                    </a:cubicBezTo>
                    <a:cubicBezTo>
                      <a:pt x="2056" y="12935"/>
                      <a:pt x="1734" y="14437"/>
                      <a:pt x="1446" y="15945"/>
                    </a:cubicBezTo>
                    <a:cubicBezTo>
                      <a:pt x="859" y="19017"/>
                      <a:pt x="446" y="22123"/>
                      <a:pt x="192" y="25241"/>
                    </a:cubicBezTo>
                    <a:cubicBezTo>
                      <a:pt x="113" y="26189"/>
                      <a:pt x="51" y="27144"/>
                      <a:pt x="6" y="28098"/>
                    </a:cubicBezTo>
                    <a:cubicBezTo>
                      <a:pt x="0" y="28172"/>
                      <a:pt x="74" y="28239"/>
                      <a:pt x="147" y="28239"/>
                    </a:cubicBezTo>
                    <a:lnTo>
                      <a:pt x="39848" y="28239"/>
                    </a:lnTo>
                    <a:cubicBezTo>
                      <a:pt x="39921" y="28239"/>
                      <a:pt x="39995" y="28172"/>
                      <a:pt x="39989" y="28098"/>
                    </a:cubicBezTo>
                    <a:cubicBezTo>
                      <a:pt x="39820" y="24732"/>
                      <a:pt x="39464" y="21378"/>
                      <a:pt x="38922" y="18052"/>
                    </a:cubicBezTo>
                    <a:cubicBezTo>
                      <a:pt x="38600" y="16098"/>
                      <a:pt x="38216" y="14144"/>
                      <a:pt x="37730" y="12218"/>
                    </a:cubicBezTo>
                    <a:cubicBezTo>
                      <a:pt x="37651" y="11896"/>
                      <a:pt x="37566" y="11580"/>
                      <a:pt x="37476" y="11258"/>
                    </a:cubicBezTo>
                    <a:cubicBezTo>
                      <a:pt x="37397" y="10987"/>
                      <a:pt x="37273" y="10716"/>
                      <a:pt x="37154" y="10462"/>
                    </a:cubicBezTo>
                    <a:cubicBezTo>
                      <a:pt x="36832" y="9778"/>
                      <a:pt x="36431" y="9140"/>
                      <a:pt x="35980" y="8542"/>
                    </a:cubicBezTo>
                    <a:cubicBezTo>
                      <a:pt x="34308" y="6322"/>
                      <a:pt x="31992" y="4662"/>
                      <a:pt x="29496" y="3487"/>
                    </a:cubicBezTo>
                    <a:cubicBezTo>
                      <a:pt x="28011" y="2793"/>
                      <a:pt x="26588" y="1991"/>
                      <a:pt x="25244" y="1048"/>
                    </a:cubicBezTo>
                    <a:cubicBezTo>
                      <a:pt x="24866" y="782"/>
                      <a:pt x="24498" y="511"/>
                      <a:pt x="24137" y="223"/>
                    </a:cubicBezTo>
                    <a:cubicBezTo>
                      <a:pt x="24069" y="172"/>
                      <a:pt x="24001" y="110"/>
                      <a:pt x="23934" y="59"/>
                    </a:cubicBezTo>
                    <a:cubicBezTo>
                      <a:pt x="23864" y="9"/>
                      <a:pt x="23795" y="1"/>
                      <a:pt x="23718" y="1"/>
                    </a:cubicBezTo>
                    <a:cubicBezTo>
                      <a:pt x="23682" y="1"/>
                      <a:pt x="23645" y="3"/>
                      <a:pt x="23606" y="3"/>
                    </a:cubicBezTo>
                    <a:lnTo>
                      <a:pt x="17151" y="3"/>
                    </a:lnTo>
                    <a:cubicBezTo>
                      <a:pt x="16948" y="3"/>
                      <a:pt x="16745" y="0"/>
                      <a:pt x="16541"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94" name="Google Shape;1094;p39">
                <a:extLst>
                  <a:ext uri="{FF2B5EF4-FFF2-40B4-BE49-F238E27FC236}">
                    <a16:creationId xmlns:a16="http://schemas.microsoft.com/office/drawing/2014/main" id="{930D4A4D-8BE3-D56F-0BAD-3395DAA13D74}"/>
                  </a:ext>
                </a:extLst>
              </p:cNvPr>
              <p:cNvSpPr/>
              <p:nvPr/>
            </p:nvSpPr>
            <p:spPr>
              <a:xfrm>
                <a:off x="6258900" y="3189675"/>
                <a:ext cx="108150" cy="100700"/>
              </a:xfrm>
              <a:custGeom>
                <a:avLst/>
                <a:gdLst/>
                <a:ahLst/>
                <a:cxnLst/>
                <a:rect l="l" t="t" r="r" b="b"/>
                <a:pathLst>
                  <a:path w="4326" h="4028" extrusionOk="0">
                    <a:moveTo>
                      <a:pt x="2186" y="283"/>
                    </a:moveTo>
                    <a:cubicBezTo>
                      <a:pt x="2908" y="289"/>
                      <a:pt x="3575" y="746"/>
                      <a:pt x="3818" y="1429"/>
                    </a:cubicBezTo>
                    <a:cubicBezTo>
                      <a:pt x="4060" y="2113"/>
                      <a:pt x="3846" y="2886"/>
                      <a:pt x="3287" y="3355"/>
                    </a:cubicBezTo>
                    <a:cubicBezTo>
                      <a:pt x="2976" y="3615"/>
                      <a:pt x="2583" y="3747"/>
                      <a:pt x="2188" y="3747"/>
                    </a:cubicBezTo>
                    <a:cubicBezTo>
                      <a:pt x="1879" y="3747"/>
                      <a:pt x="1569" y="3666"/>
                      <a:pt x="1299" y="3502"/>
                    </a:cubicBezTo>
                    <a:cubicBezTo>
                      <a:pt x="683" y="3129"/>
                      <a:pt x="345" y="2389"/>
                      <a:pt x="486" y="1684"/>
                    </a:cubicBezTo>
                    <a:cubicBezTo>
                      <a:pt x="649" y="876"/>
                      <a:pt x="1367" y="294"/>
                      <a:pt x="2186" y="283"/>
                    </a:cubicBezTo>
                    <a:close/>
                    <a:moveTo>
                      <a:pt x="2186" y="1"/>
                    </a:moveTo>
                    <a:cubicBezTo>
                      <a:pt x="2184" y="1"/>
                      <a:pt x="2182" y="1"/>
                      <a:pt x="2180" y="1"/>
                    </a:cubicBezTo>
                    <a:lnTo>
                      <a:pt x="2180" y="1"/>
                    </a:lnTo>
                    <a:cubicBezTo>
                      <a:pt x="1347" y="14"/>
                      <a:pt x="592" y="539"/>
                      <a:pt x="299" y="1322"/>
                    </a:cubicBezTo>
                    <a:cubicBezTo>
                      <a:pt x="0" y="2107"/>
                      <a:pt x="254" y="3033"/>
                      <a:pt x="898" y="3564"/>
                    </a:cubicBezTo>
                    <a:cubicBezTo>
                      <a:pt x="1270" y="3869"/>
                      <a:pt x="1733" y="4028"/>
                      <a:pt x="2196" y="4028"/>
                    </a:cubicBezTo>
                    <a:cubicBezTo>
                      <a:pt x="2550" y="4028"/>
                      <a:pt x="2904" y="3935"/>
                      <a:pt x="3219" y="3745"/>
                    </a:cubicBezTo>
                    <a:cubicBezTo>
                      <a:pt x="3948" y="3310"/>
                      <a:pt x="4326" y="2452"/>
                      <a:pt x="4162" y="1627"/>
                    </a:cubicBezTo>
                    <a:cubicBezTo>
                      <a:pt x="3987" y="691"/>
                      <a:pt x="3137" y="14"/>
                      <a:pt x="2190" y="1"/>
                    </a:cubicBezTo>
                    <a:lnTo>
                      <a:pt x="2190" y="1"/>
                    </a:lnTo>
                    <a:cubicBezTo>
                      <a:pt x="2189" y="1"/>
                      <a:pt x="2187" y="1"/>
                      <a:pt x="2186"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95" name="Google Shape;1095;p39">
                <a:extLst>
                  <a:ext uri="{FF2B5EF4-FFF2-40B4-BE49-F238E27FC236}">
                    <a16:creationId xmlns:a16="http://schemas.microsoft.com/office/drawing/2014/main" id="{CAD8A5D4-6EFA-7889-488F-5E55166901E4}"/>
                  </a:ext>
                </a:extLst>
              </p:cNvPr>
              <p:cNvSpPr/>
              <p:nvPr/>
            </p:nvSpPr>
            <p:spPr>
              <a:xfrm>
                <a:off x="6139025" y="3179100"/>
                <a:ext cx="243275" cy="122000"/>
              </a:xfrm>
              <a:custGeom>
                <a:avLst/>
                <a:gdLst/>
                <a:ahLst/>
                <a:cxnLst/>
                <a:rect l="l" t="t" r="r" b="b"/>
                <a:pathLst>
                  <a:path w="9731" h="4880" extrusionOk="0">
                    <a:moveTo>
                      <a:pt x="6978" y="278"/>
                    </a:moveTo>
                    <a:cubicBezTo>
                      <a:pt x="7697" y="278"/>
                      <a:pt x="8391" y="648"/>
                      <a:pt x="8788" y="1254"/>
                    </a:cubicBezTo>
                    <a:cubicBezTo>
                      <a:pt x="9047" y="1649"/>
                      <a:pt x="9166" y="2112"/>
                      <a:pt x="9138" y="2587"/>
                    </a:cubicBezTo>
                    <a:cubicBezTo>
                      <a:pt x="9134" y="2648"/>
                      <a:pt x="9164" y="2688"/>
                      <a:pt x="9206" y="2708"/>
                    </a:cubicBezTo>
                    <a:lnTo>
                      <a:pt x="9206" y="2708"/>
                    </a:lnTo>
                    <a:cubicBezTo>
                      <a:pt x="9225" y="2720"/>
                      <a:pt x="9250" y="2728"/>
                      <a:pt x="9279" y="2728"/>
                    </a:cubicBezTo>
                    <a:lnTo>
                      <a:pt x="9448" y="2728"/>
                    </a:lnTo>
                    <a:lnTo>
                      <a:pt x="9448" y="2875"/>
                    </a:lnTo>
                    <a:lnTo>
                      <a:pt x="9211" y="2875"/>
                    </a:lnTo>
                    <a:cubicBezTo>
                      <a:pt x="9149" y="2875"/>
                      <a:pt x="9087" y="2920"/>
                      <a:pt x="9076" y="2976"/>
                    </a:cubicBezTo>
                    <a:cubicBezTo>
                      <a:pt x="8850" y="3812"/>
                      <a:pt x="8155" y="4450"/>
                      <a:pt x="7302" y="4580"/>
                    </a:cubicBezTo>
                    <a:cubicBezTo>
                      <a:pt x="7199" y="4596"/>
                      <a:pt x="7096" y="4603"/>
                      <a:pt x="6992" y="4603"/>
                    </a:cubicBezTo>
                    <a:cubicBezTo>
                      <a:pt x="6272" y="4603"/>
                      <a:pt x="5574" y="4233"/>
                      <a:pt x="5179" y="3626"/>
                    </a:cubicBezTo>
                    <a:cubicBezTo>
                      <a:pt x="4908" y="3219"/>
                      <a:pt x="4795" y="2739"/>
                      <a:pt x="4829" y="2253"/>
                    </a:cubicBezTo>
                    <a:cubicBezTo>
                      <a:pt x="4835" y="2180"/>
                      <a:pt x="4761" y="2112"/>
                      <a:pt x="4688" y="2112"/>
                    </a:cubicBezTo>
                    <a:lnTo>
                      <a:pt x="546" y="2112"/>
                    </a:lnTo>
                    <a:cubicBezTo>
                      <a:pt x="588" y="2067"/>
                      <a:pt x="628" y="2020"/>
                      <a:pt x="666" y="1971"/>
                    </a:cubicBezTo>
                    <a:lnTo>
                      <a:pt x="4767" y="1971"/>
                    </a:lnTo>
                    <a:cubicBezTo>
                      <a:pt x="4829" y="1971"/>
                      <a:pt x="4885" y="1926"/>
                      <a:pt x="4902" y="1864"/>
                    </a:cubicBezTo>
                    <a:cubicBezTo>
                      <a:pt x="5134" y="1045"/>
                      <a:pt x="5834" y="418"/>
                      <a:pt x="6681" y="299"/>
                    </a:cubicBezTo>
                    <a:cubicBezTo>
                      <a:pt x="6780" y="285"/>
                      <a:pt x="6879" y="278"/>
                      <a:pt x="6978" y="278"/>
                    </a:cubicBezTo>
                    <a:close/>
                    <a:moveTo>
                      <a:pt x="6987" y="1"/>
                    </a:moveTo>
                    <a:cubicBezTo>
                      <a:pt x="6461" y="1"/>
                      <a:pt x="5936" y="167"/>
                      <a:pt x="5507" y="497"/>
                    </a:cubicBezTo>
                    <a:cubicBezTo>
                      <a:pt x="5111" y="798"/>
                      <a:pt x="4819" y="1216"/>
                      <a:pt x="4663" y="1689"/>
                    </a:cubicBezTo>
                    <a:lnTo>
                      <a:pt x="927" y="1689"/>
                    </a:lnTo>
                    <a:cubicBezTo>
                      <a:pt x="863" y="1689"/>
                      <a:pt x="799" y="1686"/>
                      <a:pt x="735" y="1686"/>
                    </a:cubicBezTo>
                    <a:cubicBezTo>
                      <a:pt x="703" y="1686"/>
                      <a:pt x="671" y="1687"/>
                      <a:pt x="639" y="1689"/>
                    </a:cubicBezTo>
                    <a:cubicBezTo>
                      <a:pt x="624" y="1689"/>
                      <a:pt x="606" y="1686"/>
                      <a:pt x="589" y="1686"/>
                    </a:cubicBezTo>
                    <a:cubicBezTo>
                      <a:pt x="581" y="1686"/>
                      <a:pt x="573" y="1687"/>
                      <a:pt x="565" y="1689"/>
                    </a:cubicBezTo>
                    <a:cubicBezTo>
                      <a:pt x="475" y="1717"/>
                      <a:pt x="401" y="1852"/>
                      <a:pt x="339" y="1920"/>
                    </a:cubicBezTo>
                    <a:cubicBezTo>
                      <a:pt x="260" y="2005"/>
                      <a:pt x="181" y="2084"/>
                      <a:pt x="96" y="2157"/>
                    </a:cubicBezTo>
                    <a:cubicBezTo>
                      <a:pt x="0" y="2236"/>
                      <a:pt x="79" y="2395"/>
                      <a:pt x="192" y="2395"/>
                    </a:cubicBezTo>
                    <a:lnTo>
                      <a:pt x="4541" y="2395"/>
                    </a:lnTo>
                    <a:cubicBezTo>
                      <a:pt x="4529" y="3293"/>
                      <a:pt x="5017" y="4151"/>
                      <a:pt x="5812" y="4586"/>
                    </a:cubicBezTo>
                    <a:cubicBezTo>
                      <a:pt x="6175" y="4783"/>
                      <a:pt x="6576" y="4880"/>
                      <a:pt x="6975" y="4880"/>
                    </a:cubicBezTo>
                    <a:cubicBezTo>
                      <a:pt x="7514" y="4880"/>
                      <a:pt x="8051" y="4704"/>
                      <a:pt x="8488" y="4360"/>
                    </a:cubicBezTo>
                    <a:cubicBezTo>
                      <a:pt x="8879" y="4054"/>
                      <a:pt x="9165" y="3630"/>
                      <a:pt x="9317" y="3157"/>
                    </a:cubicBezTo>
                    <a:lnTo>
                      <a:pt x="9590" y="3157"/>
                    </a:lnTo>
                    <a:cubicBezTo>
                      <a:pt x="9663" y="3157"/>
                      <a:pt x="9731" y="3095"/>
                      <a:pt x="9731" y="3016"/>
                    </a:cubicBezTo>
                    <a:lnTo>
                      <a:pt x="9731" y="2587"/>
                    </a:lnTo>
                    <a:cubicBezTo>
                      <a:pt x="9731" y="2513"/>
                      <a:pt x="9663" y="2445"/>
                      <a:pt x="9590" y="2445"/>
                    </a:cubicBezTo>
                    <a:lnTo>
                      <a:pt x="9425" y="2445"/>
                    </a:lnTo>
                    <a:cubicBezTo>
                      <a:pt x="9430" y="1563"/>
                      <a:pt x="8933" y="717"/>
                      <a:pt x="8155" y="294"/>
                    </a:cubicBezTo>
                    <a:cubicBezTo>
                      <a:pt x="7793" y="98"/>
                      <a:pt x="7390" y="1"/>
                      <a:pt x="6987"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96" name="Google Shape;1096;p39">
                <a:extLst>
                  <a:ext uri="{FF2B5EF4-FFF2-40B4-BE49-F238E27FC236}">
                    <a16:creationId xmlns:a16="http://schemas.microsoft.com/office/drawing/2014/main" id="{7DA61DC2-2842-04D3-D0B6-2B2E4ADC99D1}"/>
                  </a:ext>
                </a:extLst>
              </p:cNvPr>
              <p:cNvSpPr/>
              <p:nvPr/>
            </p:nvSpPr>
            <p:spPr>
              <a:xfrm>
                <a:off x="6260150" y="3189800"/>
                <a:ext cx="108050" cy="100700"/>
              </a:xfrm>
              <a:custGeom>
                <a:avLst/>
                <a:gdLst/>
                <a:ahLst/>
                <a:cxnLst/>
                <a:rect l="l" t="t" r="r" b="b"/>
                <a:pathLst>
                  <a:path w="4322" h="4028" extrusionOk="0">
                    <a:moveTo>
                      <a:pt x="2139" y="282"/>
                    </a:moveTo>
                    <a:cubicBezTo>
                      <a:pt x="2448" y="282"/>
                      <a:pt x="2757" y="363"/>
                      <a:pt x="3028" y="526"/>
                    </a:cubicBezTo>
                    <a:cubicBezTo>
                      <a:pt x="3643" y="899"/>
                      <a:pt x="3982" y="1639"/>
                      <a:pt x="3841" y="2345"/>
                    </a:cubicBezTo>
                    <a:cubicBezTo>
                      <a:pt x="3677" y="3153"/>
                      <a:pt x="2960" y="3734"/>
                      <a:pt x="2136" y="3745"/>
                    </a:cubicBezTo>
                    <a:cubicBezTo>
                      <a:pt x="1418" y="3740"/>
                      <a:pt x="752" y="3282"/>
                      <a:pt x="509" y="2599"/>
                    </a:cubicBezTo>
                    <a:cubicBezTo>
                      <a:pt x="266" y="1916"/>
                      <a:pt x="475" y="1142"/>
                      <a:pt x="1040" y="673"/>
                    </a:cubicBezTo>
                    <a:cubicBezTo>
                      <a:pt x="1350" y="414"/>
                      <a:pt x="1744" y="282"/>
                      <a:pt x="2139" y="282"/>
                    </a:cubicBezTo>
                    <a:close/>
                    <a:moveTo>
                      <a:pt x="2126" y="1"/>
                    </a:moveTo>
                    <a:cubicBezTo>
                      <a:pt x="1772" y="1"/>
                      <a:pt x="1417" y="93"/>
                      <a:pt x="1102" y="284"/>
                    </a:cubicBezTo>
                    <a:cubicBezTo>
                      <a:pt x="379" y="719"/>
                      <a:pt x="1" y="1577"/>
                      <a:pt x="165" y="2401"/>
                    </a:cubicBezTo>
                    <a:cubicBezTo>
                      <a:pt x="339" y="3337"/>
                      <a:pt x="1190" y="4014"/>
                      <a:pt x="2131" y="4028"/>
                    </a:cubicBezTo>
                    <a:lnTo>
                      <a:pt x="2131" y="4028"/>
                    </a:lnTo>
                    <a:cubicBezTo>
                      <a:pt x="2133" y="4028"/>
                      <a:pt x="2134" y="4028"/>
                      <a:pt x="2136" y="4028"/>
                    </a:cubicBezTo>
                    <a:cubicBezTo>
                      <a:pt x="2137" y="4028"/>
                      <a:pt x="2139" y="4028"/>
                      <a:pt x="2141" y="4028"/>
                    </a:cubicBezTo>
                    <a:lnTo>
                      <a:pt x="2141" y="4028"/>
                    </a:lnTo>
                    <a:cubicBezTo>
                      <a:pt x="2980" y="4014"/>
                      <a:pt x="3734" y="3490"/>
                      <a:pt x="4027" y="2706"/>
                    </a:cubicBezTo>
                    <a:cubicBezTo>
                      <a:pt x="4321" y="1921"/>
                      <a:pt x="4073" y="995"/>
                      <a:pt x="3423" y="464"/>
                    </a:cubicBezTo>
                    <a:cubicBezTo>
                      <a:pt x="3055" y="160"/>
                      <a:pt x="2591" y="1"/>
                      <a:pt x="2126"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97" name="Google Shape;1097;p39">
                <a:extLst>
                  <a:ext uri="{FF2B5EF4-FFF2-40B4-BE49-F238E27FC236}">
                    <a16:creationId xmlns:a16="http://schemas.microsoft.com/office/drawing/2014/main" id="{20588002-F6BA-C398-44DB-36009C62D817}"/>
                  </a:ext>
                </a:extLst>
              </p:cNvPr>
              <p:cNvSpPr/>
              <p:nvPr/>
            </p:nvSpPr>
            <p:spPr>
              <a:xfrm>
                <a:off x="5949825" y="3067925"/>
                <a:ext cx="407000" cy="355200"/>
              </a:xfrm>
              <a:custGeom>
                <a:avLst/>
                <a:gdLst/>
                <a:ahLst/>
                <a:cxnLst/>
                <a:rect l="l" t="t" r="r" b="b"/>
                <a:pathLst>
                  <a:path w="16280" h="14208" extrusionOk="0">
                    <a:moveTo>
                      <a:pt x="9000" y="285"/>
                    </a:moveTo>
                    <a:cubicBezTo>
                      <a:pt x="10461" y="285"/>
                      <a:pt x="11941" y="446"/>
                      <a:pt x="13329" y="912"/>
                    </a:cubicBezTo>
                    <a:cubicBezTo>
                      <a:pt x="13713" y="1042"/>
                      <a:pt x="14091" y="1200"/>
                      <a:pt x="14447" y="1386"/>
                    </a:cubicBezTo>
                    <a:cubicBezTo>
                      <a:pt x="14628" y="1477"/>
                      <a:pt x="14808" y="1578"/>
                      <a:pt x="14978" y="1691"/>
                    </a:cubicBezTo>
                    <a:cubicBezTo>
                      <a:pt x="15175" y="1815"/>
                      <a:pt x="15345" y="1962"/>
                      <a:pt x="15526" y="2109"/>
                    </a:cubicBezTo>
                    <a:cubicBezTo>
                      <a:pt x="15667" y="2250"/>
                      <a:pt x="15824" y="2407"/>
                      <a:pt x="15924" y="2586"/>
                    </a:cubicBezTo>
                    <a:lnTo>
                      <a:pt x="15924" y="2586"/>
                    </a:lnTo>
                    <a:cubicBezTo>
                      <a:pt x="15870" y="2607"/>
                      <a:pt x="15817" y="2626"/>
                      <a:pt x="15763" y="2646"/>
                    </a:cubicBezTo>
                    <a:cubicBezTo>
                      <a:pt x="15458" y="2747"/>
                      <a:pt x="15142" y="2821"/>
                      <a:pt x="14825" y="2877"/>
                    </a:cubicBezTo>
                    <a:cubicBezTo>
                      <a:pt x="14153" y="2998"/>
                      <a:pt x="13468" y="3048"/>
                      <a:pt x="12783" y="3048"/>
                    </a:cubicBezTo>
                    <a:cubicBezTo>
                      <a:pt x="12190" y="3048"/>
                      <a:pt x="11597" y="3011"/>
                      <a:pt x="11013" y="2951"/>
                    </a:cubicBezTo>
                    <a:cubicBezTo>
                      <a:pt x="9884" y="2832"/>
                      <a:pt x="8766" y="2612"/>
                      <a:pt x="7670" y="2324"/>
                    </a:cubicBezTo>
                    <a:cubicBezTo>
                      <a:pt x="7656" y="2320"/>
                      <a:pt x="7643" y="2319"/>
                      <a:pt x="7631" y="2319"/>
                    </a:cubicBezTo>
                    <a:cubicBezTo>
                      <a:pt x="7496" y="2319"/>
                      <a:pt x="7449" y="2501"/>
                      <a:pt x="7563" y="2583"/>
                    </a:cubicBezTo>
                    <a:cubicBezTo>
                      <a:pt x="8235" y="3103"/>
                      <a:pt x="8636" y="3922"/>
                      <a:pt x="8591" y="4775"/>
                    </a:cubicBezTo>
                    <a:cubicBezTo>
                      <a:pt x="8545" y="5701"/>
                      <a:pt x="7958" y="6520"/>
                      <a:pt x="7151" y="6949"/>
                    </a:cubicBezTo>
                    <a:cubicBezTo>
                      <a:pt x="6754" y="7165"/>
                      <a:pt x="6282" y="7297"/>
                      <a:pt x="5825" y="7297"/>
                    </a:cubicBezTo>
                    <a:cubicBezTo>
                      <a:pt x="5781" y="7297"/>
                      <a:pt x="5737" y="7296"/>
                      <a:pt x="5694" y="7293"/>
                    </a:cubicBezTo>
                    <a:cubicBezTo>
                      <a:pt x="5691" y="7293"/>
                      <a:pt x="5688" y="7293"/>
                      <a:pt x="5686" y="7293"/>
                    </a:cubicBezTo>
                    <a:cubicBezTo>
                      <a:pt x="5615" y="7293"/>
                      <a:pt x="5552" y="7364"/>
                      <a:pt x="5552" y="7435"/>
                    </a:cubicBezTo>
                    <a:lnTo>
                      <a:pt x="5552" y="9671"/>
                    </a:lnTo>
                    <a:lnTo>
                      <a:pt x="5552" y="13240"/>
                    </a:lnTo>
                    <a:lnTo>
                      <a:pt x="5552" y="13845"/>
                    </a:lnTo>
                    <a:lnTo>
                      <a:pt x="5552" y="13845"/>
                    </a:lnTo>
                    <a:cubicBezTo>
                      <a:pt x="5431" y="13786"/>
                      <a:pt x="5315" y="13727"/>
                      <a:pt x="5202" y="13664"/>
                    </a:cubicBezTo>
                    <a:cubicBezTo>
                      <a:pt x="4745" y="13415"/>
                      <a:pt x="4316" y="13121"/>
                      <a:pt x="3909" y="12794"/>
                    </a:cubicBezTo>
                    <a:cubicBezTo>
                      <a:pt x="3899" y="12786"/>
                      <a:pt x="3888" y="12779"/>
                      <a:pt x="3876" y="12774"/>
                    </a:cubicBezTo>
                    <a:lnTo>
                      <a:pt x="3876" y="12774"/>
                    </a:lnTo>
                    <a:cubicBezTo>
                      <a:pt x="2190" y="11740"/>
                      <a:pt x="1074" y="9946"/>
                      <a:pt x="594" y="8056"/>
                    </a:cubicBezTo>
                    <a:cubicBezTo>
                      <a:pt x="165" y="6345"/>
                      <a:pt x="199" y="4306"/>
                      <a:pt x="1356" y="2877"/>
                    </a:cubicBezTo>
                    <a:cubicBezTo>
                      <a:pt x="2192" y="1849"/>
                      <a:pt x="3423" y="1239"/>
                      <a:pt x="4671" y="872"/>
                    </a:cubicBezTo>
                    <a:cubicBezTo>
                      <a:pt x="4683" y="868"/>
                      <a:pt x="4694" y="863"/>
                      <a:pt x="4704" y="857"/>
                    </a:cubicBezTo>
                    <a:lnTo>
                      <a:pt x="4704" y="857"/>
                    </a:lnTo>
                    <a:cubicBezTo>
                      <a:pt x="6072" y="463"/>
                      <a:pt x="7506" y="291"/>
                      <a:pt x="8924" y="285"/>
                    </a:cubicBezTo>
                    <a:cubicBezTo>
                      <a:pt x="8949" y="285"/>
                      <a:pt x="8975" y="285"/>
                      <a:pt x="9000" y="285"/>
                    </a:cubicBezTo>
                    <a:close/>
                    <a:moveTo>
                      <a:pt x="9024" y="1"/>
                    </a:moveTo>
                    <a:cubicBezTo>
                      <a:pt x="8411" y="1"/>
                      <a:pt x="7798" y="34"/>
                      <a:pt x="7190" y="99"/>
                    </a:cubicBezTo>
                    <a:cubicBezTo>
                      <a:pt x="6315" y="195"/>
                      <a:pt x="5439" y="353"/>
                      <a:pt x="4592" y="596"/>
                    </a:cubicBezTo>
                    <a:cubicBezTo>
                      <a:pt x="4584" y="598"/>
                      <a:pt x="4577" y="601"/>
                      <a:pt x="4570" y="604"/>
                    </a:cubicBezTo>
                    <a:lnTo>
                      <a:pt x="4570" y="604"/>
                    </a:lnTo>
                    <a:cubicBezTo>
                      <a:pt x="3428" y="949"/>
                      <a:pt x="2310" y="1478"/>
                      <a:pt x="1464" y="2329"/>
                    </a:cubicBezTo>
                    <a:cubicBezTo>
                      <a:pt x="769" y="3035"/>
                      <a:pt x="340" y="3922"/>
                      <a:pt x="170" y="4893"/>
                    </a:cubicBezTo>
                    <a:cubicBezTo>
                      <a:pt x="1" y="5831"/>
                      <a:pt x="46" y="6796"/>
                      <a:pt x="233" y="7728"/>
                    </a:cubicBezTo>
                    <a:cubicBezTo>
                      <a:pt x="430" y="8728"/>
                      <a:pt x="809" y="9693"/>
                      <a:pt x="1339" y="10569"/>
                    </a:cubicBezTo>
                    <a:cubicBezTo>
                      <a:pt x="1876" y="11444"/>
                      <a:pt x="2571" y="12223"/>
                      <a:pt x="3418" y="12811"/>
                    </a:cubicBezTo>
                    <a:cubicBezTo>
                      <a:pt x="3525" y="12884"/>
                      <a:pt x="3632" y="12952"/>
                      <a:pt x="3739" y="13019"/>
                    </a:cubicBezTo>
                    <a:lnTo>
                      <a:pt x="3739" y="13019"/>
                    </a:lnTo>
                    <a:cubicBezTo>
                      <a:pt x="4319" y="13485"/>
                      <a:pt x="4965" y="13922"/>
                      <a:pt x="5660" y="14200"/>
                    </a:cubicBezTo>
                    <a:cubicBezTo>
                      <a:pt x="5672" y="14205"/>
                      <a:pt x="5685" y="14207"/>
                      <a:pt x="5697" y="14207"/>
                    </a:cubicBezTo>
                    <a:cubicBezTo>
                      <a:pt x="5769" y="14207"/>
                      <a:pt x="5835" y="14131"/>
                      <a:pt x="5835" y="14059"/>
                    </a:cubicBezTo>
                    <a:lnTo>
                      <a:pt x="5835" y="11823"/>
                    </a:lnTo>
                    <a:lnTo>
                      <a:pt x="5835" y="8253"/>
                    </a:lnTo>
                    <a:lnTo>
                      <a:pt x="5835" y="7580"/>
                    </a:lnTo>
                    <a:lnTo>
                      <a:pt x="5835" y="7580"/>
                    </a:lnTo>
                    <a:cubicBezTo>
                      <a:pt x="5838" y="7580"/>
                      <a:pt x="5841" y="7580"/>
                      <a:pt x="5844" y="7580"/>
                    </a:cubicBezTo>
                    <a:cubicBezTo>
                      <a:pt x="6794" y="7580"/>
                      <a:pt x="7739" y="7079"/>
                      <a:pt x="8303" y="6328"/>
                    </a:cubicBezTo>
                    <a:cubicBezTo>
                      <a:pt x="8907" y="5537"/>
                      <a:pt x="9042" y="4464"/>
                      <a:pt x="8658" y="3549"/>
                    </a:cubicBezTo>
                    <a:cubicBezTo>
                      <a:pt x="8527" y="3245"/>
                      <a:pt x="8347" y="2971"/>
                      <a:pt x="8130" y="2732"/>
                    </a:cubicBezTo>
                    <a:lnTo>
                      <a:pt x="8130" y="2732"/>
                    </a:lnTo>
                    <a:cubicBezTo>
                      <a:pt x="9641" y="3089"/>
                      <a:pt x="11192" y="3326"/>
                      <a:pt x="12745" y="3326"/>
                    </a:cubicBezTo>
                    <a:cubicBezTo>
                      <a:pt x="12838" y="3326"/>
                      <a:pt x="12931" y="3325"/>
                      <a:pt x="13024" y="3323"/>
                    </a:cubicBezTo>
                    <a:cubicBezTo>
                      <a:pt x="13939" y="3306"/>
                      <a:pt x="14882" y="3216"/>
                      <a:pt x="15763" y="2939"/>
                    </a:cubicBezTo>
                    <a:cubicBezTo>
                      <a:pt x="15904" y="2894"/>
                      <a:pt x="16051" y="2849"/>
                      <a:pt x="16186" y="2781"/>
                    </a:cubicBezTo>
                    <a:cubicBezTo>
                      <a:pt x="16197" y="2776"/>
                      <a:pt x="16207" y="2770"/>
                      <a:pt x="16215" y="2763"/>
                    </a:cubicBezTo>
                    <a:lnTo>
                      <a:pt x="16215" y="2763"/>
                    </a:lnTo>
                    <a:cubicBezTo>
                      <a:pt x="16257" y="2735"/>
                      <a:pt x="16279" y="2686"/>
                      <a:pt x="16254" y="2623"/>
                    </a:cubicBezTo>
                    <a:cubicBezTo>
                      <a:pt x="16138" y="2352"/>
                      <a:pt x="15945" y="2124"/>
                      <a:pt x="15736" y="1923"/>
                    </a:cubicBezTo>
                    <a:lnTo>
                      <a:pt x="15736" y="1923"/>
                    </a:lnTo>
                    <a:cubicBezTo>
                      <a:pt x="15732" y="1919"/>
                      <a:pt x="15728" y="1915"/>
                      <a:pt x="15723" y="1911"/>
                    </a:cubicBezTo>
                    <a:lnTo>
                      <a:pt x="15723" y="1911"/>
                    </a:lnTo>
                    <a:cubicBezTo>
                      <a:pt x="15723" y="1911"/>
                      <a:pt x="15723" y="1911"/>
                      <a:pt x="15723" y="1911"/>
                    </a:cubicBezTo>
                    <a:cubicBezTo>
                      <a:pt x="15565" y="1782"/>
                      <a:pt x="15413" y="1646"/>
                      <a:pt x="15243" y="1527"/>
                    </a:cubicBezTo>
                    <a:cubicBezTo>
                      <a:pt x="15091" y="1420"/>
                      <a:pt x="14933" y="1324"/>
                      <a:pt x="14769" y="1234"/>
                    </a:cubicBezTo>
                    <a:cubicBezTo>
                      <a:pt x="14436" y="1053"/>
                      <a:pt x="14097" y="895"/>
                      <a:pt x="13741" y="765"/>
                    </a:cubicBezTo>
                    <a:cubicBezTo>
                      <a:pt x="13024" y="488"/>
                      <a:pt x="12267" y="308"/>
                      <a:pt x="11510" y="189"/>
                    </a:cubicBezTo>
                    <a:cubicBezTo>
                      <a:pt x="10690" y="62"/>
                      <a:pt x="9857" y="1"/>
                      <a:pt x="9024"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098" name="Google Shape;1098;p39">
              <a:extLst>
                <a:ext uri="{FF2B5EF4-FFF2-40B4-BE49-F238E27FC236}">
                  <a16:creationId xmlns:a16="http://schemas.microsoft.com/office/drawing/2014/main" id="{967D988B-BF21-9A75-3C8A-9E716F3AD9E3}"/>
                </a:ext>
              </a:extLst>
            </p:cNvPr>
            <p:cNvGrpSpPr/>
            <p:nvPr/>
          </p:nvGrpSpPr>
          <p:grpSpPr>
            <a:xfrm flipH="1">
              <a:off x="4086093" y="3672189"/>
              <a:ext cx="971457" cy="1160113"/>
              <a:chOff x="4245050" y="1417375"/>
              <a:chExt cx="999750" cy="1193900"/>
            </a:xfrm>
          </p:grpSpPr>
          <p:sp>
            <p:nvSpPr>
              <p:cNvPr id="1099" name="Google Shape;1099;p39">
                <a:extLst>
                  <a:ext uri="{FF2B5EF4-FFF2-40B4-BE49-F238E27FC236}">
                    <a16:creationId xmlns:a16="http://schemas.microsoft.com/office/drawing/2014/main" id="{5271C3FB-9101-B027-B666-35BBAB552799}"/>
                  </a:ext>
                </a:extLst>
              </p:cNvPr>
              <p:cNvSpPr/>
              <p:nvPr/>
            </p:nvSpPr>
            <p:spPr>
              <a:xfrm>
                <a:off x="4339925" y="1417375"/>
                <a:ext cx="597075" cy="489400"/>
              </a:xfrm>
              <a:custGeom>
                <a:avLst/>
                <a:gdLst/>
                <a:ahLst/>
                <a:cxnLst/>
                <a:rect l="l" t="t" r="r" b="b"/>
                <a:pathLst>
                  <a:path w="23883" h="19576" extrusionOk="0">
                    <a:moveTo>
                      <a:pt x="19457" y="283"/>
                    </a:moveTo>
                    <a:cubicBezTo>
                      <a:pt x="20001" y="283"/>
                      <a:pt x="20540" y="344"/>
                      <a:pt x="21059" y="516"/>
                    </a:cubicBezTo>
                    <a:cubicBezTo>
                      <a:pt x="21330" y="606"/>
                      <a:pt x="21584" y="719"/>
                      <a:pt x="21833" y="855"/>
                    </a:cubicBezTo>
                    <a:cubicBezTo>
                      <a:pt x="22347" y="1148"/>
                      <a:pt x="22804" y="1544"/>
                      <a:pt x="23121" y="2052"/>
                    </a:cubicBezTo>
                    <a:cubicBezTo>
                      <a:pt x="23363" y="2453"/>
                      <a:pt x="23516" y="2905"/>
                      <a:pt x="23567" y="3373"/>
                    </a:cubicBezTo>
                    <a:cubicBezTo>
                      <a:pt x="23612" y="3780"/>
                      <a:pt x="23595" y="4198"/>
                      <a:pt x="23522" y="4604"/>
                    </a:cubicBezTo>
                    <a:cubicBezTo>
                      <a:pt x="23482" y="4842"/>
                      <a:pt x="23431" y="5073"/>
                      <a:pt x="23290" y="5276"/>
                    </a:cubicBezTo>
                    <a:cubicBezTo>
                      <a:pt x="23109" y="5525"/>
                      <a:pt x="22816" y="5689"/>
                      <a:pt x="22511" y="5723"/>
                    </a:cubicBezTo>
                    <a:cubicBezTo>
                      <a:pt x="21568" y="5830"/>
                      <a:pt x="20602" y="5847"/>
                      <a:pt x="19647" y="5886"/>
                    </a:cubicBezTo>
                    <a:cubicBezTo>
                      <a:pt x="18597" y="5926"/>
                      <a:pt x="17541" y="5960"/>
                      <a:pt x="16491" y="6005"/>
                    </a:cubicBezTo>
                    <a:cubicBezTo>
                      <a:pt x="16135" y="6022"/>
                      <a:pt x="15779" y="6039"/>
                      <a:pt x="15423" y="6073"/>
                    </a:cubicBezTo>
                    <a:cubicBezTo>
                      <a:pt x="15039" y="6107"/>
                      <a:pt x="14683" y="6197"/>
                      <a:pt x="14401" y="6479"/>
                    </a:cubicBezTo>
                    <a:cubicBezTo>
                      <a:pt x="13921" y="6959"/>
                      <a:pt x="13797" y="7727"/>
                      <a:pt x="13802" y="8388"/>
                    </a:cubicBezTo>
                    <a:cubicBezTo>
                      <a:pt x="13802" y="8416"/>
                      <a:pt x="13802" y="8450"/>
                      <a:pt x="13802" y="8484"/>
                    </a:cubicBezTo>
                    <a:cubicBezTo>
                      <a:pt x="13803" y="8485"/>
                      <a:pt x="13803" y="8486"/>
                      <a:pt x="13803" y="8487"/>
                    </a:cubicBezTo>
                    <a:lnTo>
                      <a:pt x="13803" y="8487"/>
                    </a:lnTo>
                    <a:cubicBezTo>
                      <a:pt x="13772" y="8539"/>
                      <a:pt x="13756" y="8623"/>
                      <a:pt x="13735" y="8682"/>
                    </a:cubicBezTo>
                    <a:lnTo>
                      <a:pt x="13368" y="9681"/>
                    </a:lnTo>
                    <a:cubicBezTo>
                      <a:pt x="13243" y="10031"/>
                      <a:pt x="13113" y="10382"/>
                      <a:pt x="12989" y="10732"/>
                    </a:cubicBezTo>
                    <a:cubicBezTo>
                      <a:pt x="12938" y="10856"/>
                      <a:pt x="12871" y="10980"/>
                      <a:pt x="12871" y="11116"/>
                    </a:cubicBezTo>
                    <a:lnTo>
                      <a:pt x="12871" y="13104"/>
                    </a:lnTo>
                    <a:lnTo>
                      <a:pt x="12871" y="14617"/>
                    </a:lnTo>
                    <a:lnTo>
                      <a:pt x="12871" y="14881"/>
                    </a:lnTo>
                    <a:lnTo>
                      <a:pt x="12871" y="14881"/>
                    </a:lnTo>
                    <a:cubicBezTo>
                      <a:pt x="11283" y="14606"/>
                      <a:pt x="9793" y="13925"/>
                      <a:pt x="8618" y="12804"/>
                    </a:cubicBezTo>
                    <a:cubicBezTo>
                      <a:pt x="7669" y="11901"/>
                      <a:pt x="6952" y="10766"/>
                      <a:pt x="6455" y="9557"/>
                    </a:cubicBezTo>
                    <a:cubicBezTo>
                      <a:pt x="6218" y="8975"/>
                      <a:pt x="6026" y="8371"/>
                      <a:pt x="5890" y="7756"/>
                    </a:cubicBezTo>
                    <a:cubicBezTo>
                      <a:pt x="5877" y="7687"/>
                      <a:pt x="5822" y="7656"/>
                      <a:pt x="5763" y="7656"/>
                    </a:cubicBezTo>
                    <a:cubicBezTo>
                      <a:pt x="5724" y="7656"/>
                      <a:pt x="5684" y="7669"/>
                      <a:pt x="5653" y="7693"/>
                    </a:cubicBezTo>
                    <a:cubicBezTo>
                      <a:pt x="5156" y="8106"/>
                      <a:pt x="5422" y="8851"/>
                      <a:pt x="5580" y="9365"/>
                    </a:cubicBezTo>
                    <a:cubicBezTo>
                      <a:pt x="5761" y="9947"/>
                      <a:pt x="5958" y="10523"/>
                      <a:pt x="6139" y="11099"/>
                    </a:cubicBezTo>
                    <a:cubicBezTo>
                      <a:pt x="6647" y="12686"/>
                      <a:pt x="7110" y="14295"/>
                      <a:pt x="7381" y="15939"/>
                    </a:cubicBezTo>
                    <a:cubicBezTo>
                      <a:pt x="7522" y="16791"/>
                      <a:pt x="7610" y="17663"/>
                      <a:pt x="7564" y="18532"/>
                    </a:cubicBezTo>
                    <a:lnTo>
                      <a:pt x="7564" y="18532"/>
                    </a:lnTo>
                    <a:cubicBezTo>
                      <a:pt x="6953" y="18616"/>
                      <a:pt x="6337" y="18695"/>
                      <a:pt x="5727" y="18779"/>
                    </a:cubicBezTo>
                    <a:cubicBezTo>
                      <a:pt x="4682" y="18915"/>
                      <a:pt x="3643" y="19056"/>
                      <a:pt x="2598" y="19191"/>
                    </a:cubicBezTo>
                    <a:cubicBezTo>
                      <a:pt x="2407" y="19218"/>
                      <a:pt x="2219" y="19245"/>
                      <a:pt x="2030" y="19271"/>
                    </a:cubicBezTo>
                    <a:lnTo>
                      <a:pt x="2030" y="19271"/>
                    </a:lnTo>
                    <a:cubicBezTo>
                      <a:pt x="2070" y="18715"/>
                      <a:pt x="2053" y="18155"/>
                      <a:pt x="2028" y="17599"/>
                    </a:cubicBezTo>
                    <a:cubicBezTo>
                      <a:pt x="1954" y="16136"/>
                      <a:pt x="1717" y="14674"/>
                      <a:pt x="1311" y="13267"/>
                    </a:cubicBezTo>
                    <a:cubicBezTo>
                      <a:pt x="1079" y="12482"/>
                      <a:pt x="785" y="11720"/>
                      <a:pt x="622" y="10918"/>
                    </a:cubicBezTo>
                    <a:cubicBezTo>
                      <a:pt x="497" y="10331"/>
                      <a:pt x="430" y="9732"/>
                      <a:pt x="475" y="9139"/>
                    </a:cubicBezTo>
                    <a:cubicBezTo>
                      <a:pt x="531" y="8332"/>
                      <a:pt x="847" y="7558"/>
                      <a:pt x="1503" y="7055"/>
                    </a:cubicBezTo>
                    <a:cubicBezTo>
                      <a:pt x="2118" y="6578"/>
                      <a:pt x="2869" y="6404"/>
                      <a:pt x="3631" y="6404"/>
                    </a:cubicBezTo>
                    <a:cubicBezTo>
                      <a:pt x="4114" y="6404"/>
                      <a:pt x="4601" y="6474"/>
                      <a:pt x="5060" y="6581"/>
                    </a:cubicBezTo>
                    <a:cubicBezTo>
                      <a:pt x="5224" y="6620"/>
                      <a:pt x="5382" y="6660"/>
                      <a:pt x="5546" y="6711"/>
                    </a:cubicBezTo>
                    <a:cubicBezTo>
                      <a:pt x="5557" y="6714"/>
                      <a:pt x="5569" y="6715"/>
                      <a:pt x="5580" y="6715"/>
                    </a:cubicBezTo>
                    <a:cubicBezTo>
                      <a:pt x="5656" y="6715"/>
                      <a:pt x="5732" y="6654"/>
                      <a:pt x="5727" y="6575"/>
                    </a:cubicBezTo>
                    <a:cubicBezTo>
                      <a:pt x="5670" y="5491"/>
                      <a:pt x="5845" y="4378"/>
                      <a:pt x="6337" y="3407"/>
                    </a:cubicBezTo>
                    <a:cubicBezTo>
                      <a:pt x="6698" y="2690"/>
                      <a:pt x="7223" y="2063"/>
                      <a:pt x="7867" y="1589"/>
                    </a:cubicBezTo>
                    <a:cubicBezTo>
                      <a:pt x="8601" y="1047"/>
                      <a:pt x="9460" y="691"/>
                      <a:pt x="10358" y="521"/>
                    </a:cubicBezTo>
                    <a:cubicBezTo>
                      <a:pt x="10815" y="442"/>
                      <a:pt x="11272" y="420"/>
                      <a:pt x="11735" y="408"/>
                    </a:cubicBezTo>
                    <a:cubicBezTo>
                      <a:pt x="12712" y="397"/>
                      <a:pt x="13684" y="380"/>
                      <a:pt x="14661" y="363"/>
                    </a:cubicBezTo>
                    <a:cubicBezTo>
                      <a:pt x="15858" y="341"/>
                      <a:pt x="17055" y="324"/>
                      <a:pt x="18253" y="301"/>
                    </a:cubicBezTo>
                    <a:cubicBezTo>
                      <a:pt x="18608" y="295"/>
                      <a:pt x="18964" y="290"/>
                      <a:pt x="19314" y="284"/>
                    </a:cubicBezTo>
                    <a:cubicBezTo>
                      <a:pt x="19362" y="283"/>
                      <a:pt x="19410" y="283"/>
                      <a:pt x="19457" y="283"/>
                    </a:cubicBezTo>
                    <a:close/>
                    <a:moveTo>
                      <a:pt x="19551" y="1"/>
                    </a:moveTo>
                    <a:cubicBezTo>
                      <a:pt x="19515" y="1"/>
                      <a:pt x="19480" y="1"/>
                      <a:pt x="19444" y="2"/>
                    </a:cubicBezTo>
                    <a:cubicBezTo>
                      <a:pt x="19162" y="7"/>
                      <a:pt x="18879" y="13"/>
                      <a:pt x="18597" y="13"/>
                    </a:cubicBezTo>
                    <a:cubicBezTo>
                      <a:pt x="17422" y="36"/>
                      <a:pt x="16248" y="53"/>
                      <a:pt x="15067" y="75"/>
                    </a:cubicBezTo>
                    <a:cubicBezTo>
                      <a:pt x="14011" y="92"/>
                      <a:pt x="12950" y="109"/>
                      <a:pt x="11888" y="126"/>
                    </a:cubicBezTo>
                    <a:cubicBezTo>
                      <a:pt x="11566" y="132"/>
                      <a:pt x="11239" y="132"/>
                      <a:pt x="10911" y="166"/>
                    </a:cubicBezTo>
                    <a:cubicBezTo>
                      <a:pt x="9900" y="262"/>
                      <a:pt x="8906" y="578"/>
                      <a:pt x="8048" y="1126"/>
                    </a:cubicBezTo>
                    <a:cubicBezTo>
                      <a:pt x="7376" y="1549"/>
                      <a:pt x="6800" y="2114"/>
                      <a:pt x="6371" y="2780"/>
                    </a:cubicBezTo>
                    <a:cubicBezTo>
                      <a:pt x="5823" y="3627"/>
                      <a:pt x="5535" y="4627"/>
                      <a:pt x="5450" y="5627"/>
                    </a:cubicBezTo>
                    <a:cubicBezTo>
                      <a:pt x="5432" y="5879"/>
                      <a:pt x="5428" y="6131"/>
                      <a:pt x="5436" y="6383"/>
                    </a:cubicBezTo>
                    <a:lnTo>
                      <a:pt x="5436" y="6383"/>
                    </a:lnTo>
                    <a:cubicBezTo>
                      <a:pt x="4858" y="6227"/>
                      <a:pt x="4237" y="6120"/>
                      <a:pt x="3624" y="6120"/>
                    </a:cubicBezTo>
                    <a:cubicBezTo>
                      <a:pt x="2921" y="6120"/>
                      <a:pt x="2228" y="6261"/>
                      <a:pt x="1621" y="6632"/>
                    </a:cubicBezTo>
                    <a:cubicBezTo>
                      <a:pt x="915" y="7067"/>
                      <a:pt x="441" y="7756"/>
                      <a:pt x="271" y="8563"/>
                    </a:cubicBezTo>
                    <a:cubicBezTo>
                      <a:pt x="0" y="9834"/>
                      <a:pt x="328" y="11189"/>
                      <a:pt x="729" y="12398"/>
                    </a:cubicBezTo>
                    <a:cubicBezTo>
                      <a:pt x="1006" y="13217"/>
                      <a:pt x="1243" y="14041"/>
                      <a:pt x="1412" y="14888"/>
                    </a:cubicBezTo>
                    <a:cubicBezTo>
                      <a:pt x="1553" y="15605"/>
                      <a:pt x="1655" y="16328"/>
                      <a:pt x="1711" y="17057"/>
                    </a:cubicBezTo>
                    <a:cubicBezTo>
                      <a:pt x="1774" y="17842"/>
                      <a:pt x="1768" y="18615"/>
                      <a:pt x="1740" y="19400"/>
                    </a:cubicBezTo>
                    <a:cubicBezTo>
                      <a:pt x="1740" y="19412"/>
                      <a:pt x="1734" y="19423"/>
                      <a:pt x="1734" y="19434"/>
                    </a:cubicBezTo>
                    <a:cubicBezTo>
                      <a:pt x="1729" y="19500"/>
                      <a:pt x="1802" y="19576"/>
                      <a:pt x="1868" y="19576"/>
                    </a:cubicBezTo>
                    <a:cubicBezTo>
                      <a:pt x="1871" y="19576"/>
                      <a:pt x="1873" y="19576"/>
                      <a:pt x="1875" y="19575"/>
                    </a:cubicBezTo>
                    <a:cubicBezTo>
                      <a:pt x="2536" y="19485"/>
                      <a:pt x="3191" y="19395"/>
                      <a:pt x="3846" y="19310"/>
                    </a:cubicBezTo>
                    <a:cubicBezTo>
                      <a:pt x="4891" y="19169"/>
                      <a:pt x="5936" y="19033"/>
                      <a:pt x="6975" y="18892"/>
                    </a:cubicBezTo>
                    <a:cubicBezTo>
                      <a:pt x="7218" y="18858"/>
                      <a:pt x="7455" y="18830"/>
                      <a:pt x="7698" y="18796"/>
                    </a:cubicBezTo>
                    <a:cubicBezTo>
                      <a:pt x="7777" y="18785"/>
                      <a:pt x="7833" y="18740"/>
                      <a:pt x="7839" y="18655"/>
                    </a:cubicBezTo>
                    <a:cubicBezTo>
                      <a:pt x="7895" y="17864"/>
                      <a:pt x="7828" y="17074"/>
                      <a:pt x="7720" y="16294"/>
                    </a:cubicBezTo>
                    <a:cubicBezTo>
                      <a:pt x="7602" y="15447"/>
                      <a:pt x="7421" y="14611"/>
                      <a:pt x="7212" y="13787"/>
                    </a:cubicBezTo>
                    <a:cubicBezTo>
                      <a:pt x="6856" y="12364"/>
                      <a:pt x="6399" y="10980"/>
                      <a:pt x="5947" y="9585"/>
                    </a:cubicBezTo>
                    <a:cubicBezTo>
                      <a:pt x="5874" y="9359"/>
                      <a:pt x="5800" y="9128"/>
                      <a:pt x="5738" y="8896"/>
                    </a:cubicBezTo>
                    <a:cubicBezTo>
                      <a:pt x="5673" y="8663"/>
                      <a:pt x="5607" y="8371"/>
                      <a:pt x="5690" y="8135"/>
                    </a:cubicBezTo>
                    <a:lnTo>
                      <a:pt x="5690" y="8135"/>
                    </a:lnTo>
                    <a:cubicBezTo>
                      <a:pt x="5953" y="9194"/>
                      <a:pt x="6379" y="10227"/>
                      <a:pt x="6947" y="11161"/>
                    </a:cubicBezTo>
                    <a:cubicBezTo>
                      <a:pt x="7720" y="12432"/>
                      <a:pt x="8788" y="13522"/>
                      <a:pt x="10103" y="14233"/>
                    </a:cubicBezTo>
                    <a:cubicBezTo>
                      <a:pt x="10996" y="14724"/>
                      <a:pt x="11973" y="15029"/>
                      <a:pt x="12978" y="15182"/>
                    </a:cubicBezTo>
                    <a:cubicBezTo>
                      <a:pt x="12989" y="15184"/>
                      <a:pt x="13001" y="15185"/>
                      <a:pt x="13012" y="15185"/>
                    </a:cubicBezTo>
                    <a:cubicBezTo>
                      <a:pt x="13088" y="15185"/>
                      <a:pt x="13153" y="15135"/>
                      <a:pt x="13153" y="15046"/>
                    </a:cubicBezTo>
                    <a:lnTo>
                      <a:pt x="13153" y="13651"/>
                    </a:lnTo>
                    <a:lnTo>
                      <a:pt x="13153" y="11376"/>
                    </a:lnTo>
                    <a:cubicBezTo>
                      <a:pt x="13153" y="11287"/>
                      <a:pt x="13158" y="11198"/>
                      <a:pt x="13153" y="11104"/>
                    </a:cubicBezTo>
                    <a:lnTo>
                      <a:pt x="13153" y="11104"/>
                    </a:lnTo>
                    <a:cubicBezTo>
                      <a:pt x="13153" y="11104"/>
                      <a:pt x="13153" y="11104"/>
                      <a:pt x="13153" y="11104"/>
                    </a:cubicBezTo>
                    <a:cubicBezTo>
                      <a:pt x="13153" y="11104"/>
                      <a:pt x="13153" y="11104"/>
                      <a:pt x="13153" y="11104"/>
                    </a:cubicBezTo>
                    <a:lnTo>
                      <a:pt x="13153" y="11104"/>
                    </a:lnTo>
                    <a:cubicBezTo>
                      <a:pt x="13153" y="11104"/>
                      <a:pt x="13153" y="11104"/>
                      <a:pt x="13153" y="11104"/>
                    </a:cubicBezTo>
                    <a:lnTo>
                      <a:pt x="13153" y="11104"/>
                    </a:lnTo>
                    <a:cubicBezTo>
                      <a:pt x="13158" y="11094"/>
                      <a:pt x="13160" y="11086"/>
                      <a:pt x="13160" y="11080"/>
                    </a:cubicBezTo>
                    <a:lnTo>
                      <a:pt x="13160" y="11080"/>
                    </a:lnTo>
                    <a:cubicBezTo>
                      <a:pt x="13158" y="11088"/>
                      <a:pt x="13156" y="11096"/>
                      <a:pt x="13153" y="11104"/>
                    </a:cubicBezTo>
                    <a:lnTo>
                      <a:pt x="13153" y="11104"/>
                    </a:lnTo>
                    <a:cubicBezTo>
                      <a:pt x="13153" y="11102"/>
                      <a:pt x="13153" y="11100"/>
                      <a:pt x="13153" y="11099"/>
                    </a:cubicBezTo>
                    <a:cubicBezTo>
                      <a:pt x="13153" y="11079"/>
                      <a:pt x="13156" y="11071"/>
                      <a:pt x="13158" y="11071"/>
                    </a:cubicBezTo>
                    <a:lnTo>
                      <a:pt x="13158" y="11071"/>
                    </a:lnTo>
                    <a:cubicBezTo>
                      <a:pt x="13160" y="11071"/>
                      <a:pt x="13161" y="11075"/>
                      <a:pt x="13160" y="11080"/>
                    </a:cubicBezTo>
                    <a:lnTo>
                      <a:pt x="13160" y="11080"/>
                    </a:lnTo>
                    <a:cubicBezTo>
                      <a:pt x="13164" y="11070"/>
                      <a:pt x="13167" y="11060"/>
                      <a:pt x="13170" y="11054"/>
                    </a:cubicBezTo>
                    <a:cubicBezTo>
                      <a:pt x="13272" y="10777"/>
                      <a:pt x="13368" y="10500"/>
                      <a:pt x="13469" y="10223"/>
                    </a:cubicBezTo>
                    <a:lnTo>
                      <a:pt x="13881" y="9094"/>
                    </a:lnTo>
                    <a:cubicBezTo>
                      <a:pt x="13932" y="8958"/>
                      <a:pt x="13983" y="8823"/>
                      <a:pt x="14028" y="8693"/>
                    </a:cubicBezTo>
                    <a:cubicBezTo>
                      <a:pt x="14051" y="8631"/>
                      <a:pt x="14085" y="8569"/>
                      <a:pt x="14090" y="8507"/>
                    </a:cubicBezTo>
                    <a:cubicBezTo>
                      <a:pt x="14102" y="8326"/>
                      <a:pt x="14085" y="8140"/>
                      <a:pt x="14102" y="7953"/>
                    </a:cubicBezTo>
                    <a:cubicBezTo>
                      <a:pt x="14136" y="7603"/>
                      <a:pt x="14220" y="7242"/>
                      <a:pt x="14401" y="6937"/>
                    </a:cubicBezTo>
                    <a:cubicBezTo>
                      <a:pt x="14599" y="6609"/>
                      <a:pt x="14909" y="6406"/>
                      <a:pt x="15288" y="6366"/>
                    </a:cubicBezTo>
                    <a:cubicBezTo>
                      <a:pt x="15615" y="6332"/>
                      <a:pt x="15948" y="6316"/>
                      <a:pt x="16276" y="6299"/>
                    </a:cubicBezTo>
                    <a:cubicBezTo>
                      <a:pt x="17309" y="6248"/>
                      <a:pt x="18349" y="6220"/>
                      <a:pt x="19382" y="6174"/>
                    </a:cubicBezTo>
                    <a:cubicBezTo>
                      <a:pt x="20376" y="6140"/>
                      <a:pt x="21370" y="6107"/>
                      <a:pt x="22364" y="6016"/>
                    </a:cubicBezTo>
                    <a:cubicBezTo>
                      <a:pt x="22646" y="5994"/>
                      <a:pt x="22917" y="5937"/>
                      <a:pt x="23160" y="5779"/>
                    </a:cubicBezTo>
                    <a:cubicBezTo>
                      <a:pt x="23414" y="5610"/>
                      <a:pt x="23606" y="5361"/>
                      <a:pt x="23708" y="5067"/>
                    </a:cubicBezTo>
                    <a:cubicBezTo>
                      <a:pt x="23832" y="4689"/>
                      <a:pt x="23872" y="4249"/>
                      <a:pt x="23872" y="3853"/>
                    </a:cubicBezTo>
                    <a:cubicBezTo>
                      <a:pt x="23883" y="2837"/>
                      <a:pt x="23505" y="1860"/>
                      <a:pt x="22748" y="1171"/>
                    </a:cubicBezTo>
                    <a:cubicBezTo>
                      <a:pt x="22511" y="956"/>
                      <a:pt x="22251" y="770"/>
                      <a:pt x="21974" y="612"/>
                    </a:cubicBezTo>
                    <a:cubicBezTo>
                      <a:pt x="21973" y="611"/>
                      <a:pt x="21973" y="611"/>
                      <a:pt x="21972" y="610"/>
                    </a:cubicBezTo>
                    <a:lnTo>
                      <a:pt x="21972" y="610"/>
                    </a:lnTo>
                    <a:cubicBezTo>
                      <a:pt x="21230" y="194"/>
                      <a:pt x="20395" y="1"/>
                      <a:pt x="19551"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00" name="Google Shape;1100;p39">
                <a:extLst>
                  <a:ext uri="{FF2B5EF4-FFF2-40B4-BE49-F238E27FC236}">
                    <a16:creationId xmlns:a16="http://schemas.microsoft.com/office/drawing/2014/main" id="{8708EAEE-36C0-A4ED-9C4E-2596B02E4FEA}"/>
                  </a:ext>
                </a:extLst>
              </p:cNvPr>
              <p:cNvSpPr/>
              <p:nvPr/>
            </p:nvSpPr>
            <p:spPr>
              <a:xfrm>
                <a:off x="4661250" y="1558750"/>
                <a:ext cx="292000" cy="353675"/>
              </a:xfrm>
              <a:custGeom>
                <a:avLst/>
                <a:gdLst/>
                <a:ahLst/>
                <a:cxnLst/>
                <a:rect l="l" t="t" r="r" b="b"/>
                <a:pathLst>
                  <a:path w="11680" h="14147" extrusionOk="0">
                    <a:moveTo>
                      <a:pt x="9845" y="317"/>
                    </a:moveTo>
                    <a:lnTo>
                      <a:pt x="9845" y="317"/>
                    </a:lnTo>
                    <a:cubicBezTo>
                      <a:pt x="9934" y="775"/>
                      <a:pt x="9934" y="1238"/>
                      <a:pt x="9934" y="1705"/>
                    </a:cubicBezTo>
                    <a:lnTo>
                      <a:pt x="9934" y="2366"/>
                    </a:lnTo>
                    <a:cubicBezTo>
                      <a:pt x="9934" y="2468"/>
                      <a:pt x="9900" y="2643"/>
                      <a:pt x="9974" y="2722"/>
                    </a:cubicBezTo>
                    <a:cubicBezTo>
                      <a:pt x="10064" y="2818"/>
                      <a:pt x="10188" y="2891"/>
                      <a:pt x="10284" y="2970"/>
                    </a:cubicBezTo>
                    <a:cubicBezTo>
                      <a:pt x="10465" y="3111"/>
                      <a:pt x="10646" y="3258"/>
                      <a:pt x="10827" y="3399"/>
                    </a:cubicBezTo>
                    <a:cubicBezTo>
                      <a:pt x="10934" y="3484"/>
                      <a:pt x="11041" y="3569"/>
                      <a:pt x="11149" y="3654"/>
                    </a:cubicBezTo>
                    <a:cubicBezTo>
                      <a:pt x="11318" y="3795"/>
                      <a:pt x="11386" y="4015"/>
                      <a:pt x="11256" y="4207"/>
                    </a:cubicBezTo>
                    <a:cubicBezTo>
                      <a:pt x="11120" y="4410"/>
                      <a:pt x="10894" y="4416"/>
                      <a:pt x="10680" y="4416"/>
                    </a:cubicBezTo>
                    <a:lnTo>
                      <a:pt x="10076" y="4416"/>
                    </a:lnTo>
                    <a:cubicBezTo>
                      <a:pt x="9996" y="4416"/>
                      <a:pt x="9934" y="4478"/>
                      <a:pt x="9934" y="4557"/>
                    </a:cubicBezTo>
                    <a:lnTo>
                      <a:pt x="9934" y="5404"/>
                    </a:lnTo>
                    <a:cubicBezTo>
                      <a:pt x="9934" y="5715"/>
                      <a:pt x="9946" y="6031"/>
                      <a:pt x="9917" y="6342"/>
                    </a:cubicBezTo>
                    <a:cubicBezTo>
                      <a:pt x="9810" y="7398"/>
                      <a:pt x="9155" y="8358"/>
                      <a:pt x="8218" y="8866"/>
                    </a:cubicBezTo>
                    <a:cubicBezTo>
                      <a:pt x="7709" y="9143"/>
                      <a:pt x="7150" y="9250"/>
                      <a:pt x="6569" y="9250"/>
                    </a:cubicBezTo>
                    <a:cubicBezTo>
                      <a:pt x="6495" y="9250"/>
                      <a:pt x="6427" y="9318"/>
                      <a:pt x="6427" y="9391"/>
                    </a:cubicBezTo>
                    <a:lnTo>
                      <a:pt x="6427" y="10944"/>
                    </a:lnTo>
                    <a:lnTo>
                      <a:pt x="6427" y="13435"/>
                    </a:lnTo>
                    <a:lnTo>
                      <a:pt x="6427" y="13864"/>
                    </a:lnTo>
                    <a:lnTo>
                      <a:pt x="300" y="13864"/>
                    </a:lnTo>
                    <a:lnTo>
                      <a:pt x="300" y="12463"/>
                    </a:lnTo>
                    <a:lnTo>
                      <a:pt x="300" y="9979"/>
                    </a:lnTo>
                    <a:lnTo>
                      <a:pt x="300" y="8691"/>
                    </a:lnTo>
                    <a:lnTo>
                      <a:pt x="300" y="6748"/>
                    </a:lnTo>
                    <a:lnTo>
                      <a:pt x="300" y="5653"/>
                    </a:lnTo>
                    <a:cubicBezTo>
                      <a:pt x="300" y="5588"/>
                      <a:pt x="320" y="5494"/>
                      <a:pt x="303" y="5431"/>
                    </a:cubicBezTo>
                    <a:lnTo>
                      <a:pt x="303" y="5431"/>
                    </a:lnTo>
                    <a:cubicBezTo>
                      <a:pt x="304" y="5430"/>
                      <a:pt x="305" y="5428"/>
                      <a:pt x="306" y="5427"/>
                    </a:cubicBezTo>
                    <a:cubicBezTo>
                      <a:pt x="323" y="5399"/>
                      <a:pt x="328" y="5359"/>
                      <a:pt x="340" y="5325"/>
                    </a:cubicBezTo>
                    <a:cubicBezTo>
                      <a:pt x="599" y="4614"/>
                      <a:pt x="859" y="3902"/>
                      <a:pt x="1119" y="3191"/>
                    </a:cubicBezTo>
                    <a:cubicBezTo>
                      <a:pt x="1175" y="3049"/>
                      <a:pt x="1237" y="2925"/>
                      <a:pt x="1232" y="2773"/>
                    </a:cubicBezTo>
                    <a:cubicBezTo>
                      <a:pt x="1226" y="2479"/>
                      <a:pt x="1249" y="2185"/>
                      <a:pt x="1317" y="1897"/>
                    </a:cubicBezTo>
                    <a:cubicBezTo>
                      <a:pt x="1401" y="1525"/>
                      <a:pt x="1565" y="1135"/>
                      <a:pt x="1887" y="903"/>
                    </a:cubicBezTo>
                    <a:cubicBezTo>
                      <a:pt x="2181" y="700"/>
                      <a:pt x="2542" y="694"/>
                      <a:pt x="2881" y="677"/>
                    </a:cubicBezTo>
                    <a:cubicBezTo>
                      <a:pt x="3903" y="610"/>
                      <a:pt x="4925" y="581"/>
                      <a:pt x="5947" y="542"/>
                    </a:cubicBezTo>
                    <a:cubicBezTo>
                      <a:pt x="7049" y="502"/>
                      <a:pt x="8150" y="469"/>
                      <a:pt x="9245" y="384"/>
                    </a:cubicBezTo>
                    <a:cubicBezTo>
                      <a:pt x="9444" y="370"/>
                      <a:pt x="9649" y="360"/>
                      <a:pt x="9845" y="317"/>
                    </a:cubicBezTo>
                    <a:close/>
                    <a:moveTo>
                      <a:pt x="9952" y="0"/>
                    </a:moveTo>
                    <a:cubicBezTo>
                      <a:pt x="9940" y="0"/>
                      <a:pt x="9929" y="2"/>
                      <a:pt x="9917" y="5"/>
                    </a:cubicBezTo>
                    <a:cubicBezTo>
                      <a:pt x="9680" y="85"/>
                      <a:pt x="9420" y="90"/>
                      <a:pt x="9172" y="107"/>
                    </a:cubicBezTo>
                    <a:cubicBezTo>
                      <a:pt x="8929" y="124"/>
                      <a:pt x="8686" y="141"/>
                      <a:pt x="8443" y="152"/>
                    </a:cubicBezTo>
                    <a:cubicBezTo>
                      <a:pt x="7873" y="186"/>
                      <a:pt x="7303" y="209"/>
                      <a:pt x="6732" y="231"/>
                    </a:cubicBezTo>
                    <a:cubicBezTo>
                      <a:pt x="5620" y="277"/>
                      <a:pt x="4502" y="310"/>
                      <a:pt x="3389" y="361"/>
                    </a:cubicBezTo>
                    <a:cubicBezTo>
                      <a:pt x="3050" y="378"/>
                      <a:pt x="2711" y="395"/>
                      <a:pt x="2378" y="435"/>
                    </a:cubicBezTo>
                    <a:cubicBezTo>
                      <a:pt x="1909" y="491"/>
                      <a:pt x="1531" y="751"/>
                      <a:pt x="1294" y="1157"/>
                    </a:cubicBezTo>
                    <a:cubicBezTo>
                      <a:pt x="1096" y="1508"/>
                      <a:pt x="1006" y="1909"/>
                      <a:pt x="966" y="2310"/>
                    </a:cubicBezTo>
                    <a:cubicBezTo>
                      <a:pt x="955" y="2445"/>
                      <a:pt x="949" y="2581"/>
                      <a:pt x="949" y="2722"/>
                    </a:cubicBezTo>
                    <a:cubicBezTo>
                      <a:pt x="949" y="2756"/>
                      <a:pt x="944" y="2795"/>
                      <a:pt x="949" y="2829"/>
                    </a:cubicBezTo>
                    <a:cubicBezTo>
                      <a:pt x="949" y="2829"/>
                      <a:pt x="950" y="2830"/>
                      <a:pt x="950" y="2830"/>
                    </a:cubicBezTo>
                    <a:lnTo>
                      <a:pt x="950" y="2830"/>
                    </a:lnTo>
                    <a:cubicBezTo>
                      <a:pt x="908" y="2885"/>
                      <a:pt x="892" y="3001"/>
                      <a:pt x="865" y="3066"/>
                    </a:cubicBezTo>
                    <a:cubicBezTo>
                      <a:pt x="808" y="3236"/>
                      <a:pt x="746" y="3399"/>
                      <a:pt x="684" y="3569"/>
                    </a:cubicBezTo>
                    <a:cubicBezTo>
                      <a:pt x="537" y="3976"/>
                      <a:pt x="385" y="4382"/>
                      <a:pt x="238" y="4789"/>
                    </a:cubicBezTo>
                    <a:cubicBezTo>
                      <a:pt x="187" y="4936"/>
                      <a:pt x="131" y="5082"/>
                      <a:pt x="80" y="5229"/>
                    </a:cubicBezTo>
                    <a:cubicBezTo>
                      <a:pt x="57" y="5286"/>
                      <a:pt x="23" y="5348"/>
                      <a:pt x="18" y="5410"/>
                    </a:cubicBezTo>
                    <a:cubicBezTo>
                      <a:pt x="1" y="5625"/>
                      <a:pt x="18" y="5845"/>
                      <a:pt x="18" y="6059"/>
                    </a:cubicBezTo>
                    <a:lnTo>
                      <a:pt x="18" y="8459"/>
                    </a:lnTo>
                    <a:lnTo>
                      <a:pt x="18" y="9578"/>
                    </a:lnTo>
                    <a:lnTo>
                      <a:pt x="18" y="11780"/>
                    </a:lnTo>
                    <a:lnTo>
                      <a:pt x="18" y="13887"/>
                    </a:lnTo>
                    <a:lnTo>
                      <a:pt x="18" y="14005"/>
                    </a:lnTo>
                    <a:cubicBezTo>
                      <a:pt x="18" y="14079"/>
                      <a:pt x="85" y="14146"/>
                      <a:pt x="159" y="14146"/>
                    </a:cubicBezTo>
                    <a:lnTo>
                      <a:pt x="6569" y="14146"/>
                    </a:lnTo>
                    <a:cubicBezTo>
                      <a:pt x="6627" y="14146"/>
                      <a:pt x="6668" y="14118"/>
                      <a:pt x="6689" y="14079"/>
                    </a:cubicBezTo>
                    <a:lnTo>
                      <a:pt x="6689" y="14079"/>
                    </a:lnTo>
                    <a:cubicBezTo>
                      <a:pt x="6702" y="14060"/>
                      <a:pt x="6710" y="14035"/>
                      <a:pt x="6710" y="14005"/>
                    </a:cubicBezTo>
                    <a:lnTo>
                      <a:pt x="6710" y="12452"/>
                    </a:lnTo>
                    <a:lnTo>
                      <a:pt x="6710" y="9962"/>
                    </a:lnTo>
                    <a:lnTo>
                      <a:pt x="6710" y="9530"/>
                    </a:lnTo>
                    <a:lnTo>
                      <a:pt x="6710" y="9530"/>
                    </a:lnTo>
                    <a:cubicBezTo>
                      <a:pt x="7201" y="9516"/>
                      <a:pt x="7674" y="9423"/>
                      <a:pt x="8127" y="9222"/>
                    </a:cubicBezTo>
                    <a:cubicBezTo>
                      <a:pt x="8630" y="9002"/>
                      <a:pt x="9082" y="8651"/>
                      <a:pt x="9426" y="8222"/>
                    </a:cubicBezTo>
                    <a:cubicBezTo>
                      <a:pt x="9776" y="7782"/>
                      <a:pt x="10030" y="7262"/>
                      <a:pt x="10143" y="6709"/>
                    </a:cubicBezTo>
                    <a:cubicBezTo>
                      <a:pt x="10217" y="6342"/>
                      <a:pt x="10217" y="5975"/>
                      <a:pt x="10217" y="5602"/>
                    </a:cubicBezTo>
                    <a:lnTo>
                      <a:pt x="10217" y="4698"/>
                    </a:lnTo>
                    <a:lnTo>
                      <a:pt x="10787" y="4698"/>
                    </a:lnTo>
                    <a:cubicBezTo>
                      <a:pt x="11120" y="4698"/>
                      <a:pt x="11437" y="4552"/>
                      <a:pt x="11561" y="4224"/>
                    </a:cubicBezTo>
                    <a:cubicBezTo>
                      <a:pt x="11679" y="3925"/>
                      <a:pt x="11561" y="3625"/>
                      <a:pt x="11324" y="3433"/>
                    </a:cubicBezTo>
                    <a:cubicBezTo>
                      <a:pt x="11120" y="3275"/>
                      <a:pt x="10923" y="3117"/>
                      <a:pt x="10725" y="2959"/>
                    </a:cubicBezTo>
                    <a:cubicBezTo>
                      <a:pt x="10554" y="2824"/>
                      <a:pt x="10387" y="2694"/>
                      <a:pt x="10217" y="2560"/>
                    </a:cubicBezTo>
                    <a:lnTo>
                      <a:pt x="10217" y="2560"/>
                    </a:lnTo>
                    <a:cubicBezTo>
                      <a:pt x="10219" y="1748"/>
                      <a:pt x="10269" y="906"/>
                      <a:pt x="10092" y="101"/>
                    </a:cubicBezTo>
                    <a:cubicBezTo>
                      <a:pt x="10078" y="45"/>
                      <a:pt x="10013" y="0"/>
                      <a:pt x="995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01" name="Google Shape;1101;p39">
                <a:extLst>
                  <a:ext uri="{FF2B5EF4-FFF2-40B4-BE49-F238E27FC236}">
                    <a16:creationId xmlns:a16="http://schemas.microsoft.com/office/drawing/2014/main" id="{169917B7-1F1C-BD4B-D972-E4C1598E3709}"/>
                  </a:ext>
                </a:extLst>
              </p:cNvPr>
              <p:cNvSpPr/>
              <p:nvPr/>
            </p:nvSpPr>
            <p:spPr>
              <a:xfrm>
                <a:off x="4245050" y="1905325"/>
                <a:ext cx="999750" cy="705950"/>
              </a:xfrm>
              <a:custGeom>
                <a:avLst/>
                <a:gdLst/>
                <a:ahLst/>
                <a:cxnLst/>
                <a:rect l="l" t="t" r="r" b="b"/>
                <a:pathLst>
                  <a:path w="39990" h="28238" extrusionOk="0">
                    <a:moveTo>
                      <a:pt x="16098" y="390"/>
                    </a:moveTo>
                    <a:cubicBezTo>
                      <a:pt x="16349" y="1643"/>
                      <a:pt x="16601" y="2900"/>
                      <a:pt x="16852" y="4152"/>
                    </a:cubicBezTo>
                    <a:cubicBezTo>
                      <a:pt x="16886" y="4344"/>
                      <a:pt x="16925" y="4530"/>
                      <a:pt x="16959" y="4716"/>
                    </a:cubicBezTo>
                    <a:cubicBezTo>
                      <a:pt x="16973" y="4783"/>
                      <a:pt x="17036" y="4820"/>
                      <a:pt x="17097" y="4820"/>
                    </a:cubicBezTo>
                    <a:cubicBezTo>
                      <a:pt x="17134" y="4820"/>
                      <a:pt x="17171" y="4806"/>
                      <a:pt x="17196" y="4779"/>
                    </a:cubicBezTo>
                    <a:cubicBezTo>
                      <a:pt x="18044" y="3932"/>
                      <a:pt x="18891" y="3090"/>
                      <a:pt x="19738" y="2243"/>
                    </a:cubicBezTo>
                    <a:cubicBezTo>
                      <a:pt x="19823" y="2157"/>
                      <a:pt x="19909" y="2072"/>
                      <a:pt x="19995" y="1986"/>
                    </a:cubicBezTo>
                    <a:lnTo>
                      <a:pt x="19995" y="1986"/>
                    </a:lnTo>
                    <a:lnTo>
                      <a:pt x="22437" y="4423"/>
                    </a:lnTo>
                    <a:cubicBezTo>
                      <a:pt x="22556" y="4541"/>
                      <a:pt x="22674" y="4660"/>
                      <a:pt x="22799" y="4779"/>
                    </a:cubicBezTo>
                    <a:cubicBezTo>
                      <a:pt x="22824" y="4806"/>
                      <a:pt x="22861" y="4820"/>
                      <a:pt x="22898" y="4820"/>
                    </a:cubicBezTo>
                    <a:cubicBezTo>
                      <a:pt x="22959" y="4820"/>
                      <a:pt x="23020" y="4783"/>
                      <a:pt x="23030" y="4716"/>
                    </a:cubicBezTo>
                    <a:cubicBezTo>
                      <a:pt x="23296" y="3389"/>
                      <a:pt x="23561" y="2068"/>
                      <a:pt x="23826" y="741"/>
                    </a:cubicBezTo>
                    <a:cubicBezTo>
                      <a:pt x="23848" y="625"/>
                      <a:pt x="23871" y="509"/>
                      <a:pt x="23893" y="393"/>
                    </a:cubicBezTo>
                    <a:lnTo>
                      <a:pt x="23893" y="393"/>
                    </a:lnTo>
                    <a:cubicBezTo>
                      <a:pt x="24567" y="943"/>
                      <a:pt x="25292" y="1438"/>
                      <a:pt x="26018" y="1904"/>
                    </a:cubicBezTo>
                    <a:cubicBezTo>
                      <a:pt x="26831" y="2429"/>
                      <a:pt x="27667" y="2909"/>
                      <a:pt x="28531" y="3339"/>
                    </a:cubicBezTo>
                    <a:cubicBezTo>
                      <a:pt x="29417" y="3779"/>
                      <a:pt x="30315" y="4186"/>
                      <a:pt x="31168" y="4694"/>
                    </a:cubicBezTo>
                    <a:cubicBezTo>
                      <a:pt x="33393" y="6021"/>
                      <a:pt x="35426" y="7834"/>
                      <a:pt x="36669" y="10132"/>
                    </a:cubicBezTo>
                    <a:cubicBezTo>
                      <a:pt x="36883" y="10521"/>
                      <a:pt x="37080" y="10910"/>
                      <a:pt x="37198" y="11332"/>
                    </a:cubicBezTo>
                    <a:lnTo>
                      <a:pt x="37198" y="11332"/>
                    </a:lnTo>
                    <a:cubicBezTo>
                      <a:pt x="37199" y="11333"/>
                      <a:pt x="37199" y="11334"/>
                      <a:pt x="37199" y="11335"/>
                    </a:cubicBezTo>
                    <a:cubicBezTo>
                      <a:pt x="37199" y="11335"/>
                      <a:pt x="37199" y="11335"/>
                      <a:pt x="37199" y="11335"/>
                    </a:cubicBezTo>
                    <a:lnTo>
                      <a:pt x="37199" y="11335"/>
                    </a:lnTo>
                    <a:cubicBezTo>
                      <a:pt x="37200" y="11336"/>
                      <a:pt x="37200" y="11337"/>
                      <a:pt x="37200" y="11337"/>
                    </a:cubicBezTo>
                    <a:lnTo>
                      <a:pt x="37200" y="11337"/>
                    </a:lnTo>
                    <a:cubicBezTo>
                      <a:pt x="37482" y="12285"/>
                      <a:pt x="37696" y="13256"/>
                      <a:pt x="37911" y="14227"/>
                    </a:cubicBezTo>
                    <a:cubicBezTo>
                      <a:pt x="38470" y="16813"/>
                      <a:pt x="38894" y="19428"/>
                      <a:pt x="39199" y="22054"/>
                    </a:cubicBezTo>
                    <a:cubicBezTo>
                      <a:pt x="39430" y="24017"/>
                      <a:pt x="39597" y="25981"/>
                      <a:pt x="39700" y="27955"/>
                    </a:cubicBezTo>
                    <a:lnTo>
                      <a:pt x="296" y="27955"/>
                    </a:lnTo>
                    <a:cubicBezTo>
                      <a:pt x="479" y="24411"/>
                      <a:pt x="867" y="20878"/>
                      <a:pt x="1469" y="17389"/>
                    </a:cubicBezTo>
                    <a:cubicBezTo>
                      <a:pt x="1796" y="15514"/>
                      <a:pt x="2175" y="13639"/>
                      <a:pt x="2660" y="11804"/>
                    </a:cubicBezTo>
                    <a:cubicBezTo>
                      <a:pt x="2835" y="11160"/>
                      <a:pt x="3067" y="10590"/>
                      <a:pt x="3394" y="10008"/>
                    </a:cubicBezTo>
                    <a:cubicBezTo>
                      <a:pt x="4569" y="7907"/>
                      <a:pt x="6399" y="6213"/>
                      <a:pt x="8420" y="4937"/>
                    </a:cubicBezTo>
                    <a:cubicBezTo>
                      <a:pt x="9189" y="4457"/>
                      <a:pt x="9985" y="4033"/>
                      <a:pt x="10804" y="3655"/>
                    </a:cubicBezTo>
                    <a:cubicBezTo>
                      <a:pt x="11662" y="3259"/>
                      <a:pt x="12498" y="2813"/>
                      <a:pt x="13305" y="2322"/>
                    </a:cubicBezTo>
                    <a:cubicBezTo>
                      <a:pt x="14276" y="1740"/>
                      <a:pt x="15214" y="1098"/>
                      <a:pt x="16098" y="390"/>
                    </a:cubicBezTo>
                    <a:close/>
                    <a:moveTo>
                      <a:pt x="16191" y="1"/>
                    </a:moveTo>
                    <a:cubicBezTo>
                      <a:pt x="16112" y="1"/>
                      <a:pt x="16050" y="63"/>
                      <a:pt x="15994" y="114"/>
                    </a:cubicBezTo>
                    <a:cubicBezTo>
                      <a:pt x="15881" y="204"/>
                      <a:pt x="15762" y="295"/>
                      <a:pt x="15649" y="385"/>
                    </a:cubicBezTo>
                    <a:cubicBezTo>
                      <a:pt x="15180" y="746"/>
                      <a:pt x="14695" y="1091"/>
                      <a:pt x="14203" y="1418"/>
                    </a:cubicBezTo>
                    <a:cubicBezTo>
                      <a:pt x="13497" y="1893"/>
                      <a:pt x="12763" y="2333"/>
                      <a:pt x="12012" y="2734"/>
                    </a:cubicBezTo>
                    <a:cubicBezTo>
                      <a:pt x="11159" y="3197"/>
                      <a:pt x="10267" y="3570"/>
                      <a:pt x="9420" y="4033"/>
                    </a:cubicBezTo>
                    <a:cubicBezTo>
                      <a:pt x="7076" y="5298"/>
                      <a:pt x="4925" y="7049"/>
                      <a:pt x="3479" y="9308"/>
                    </a:cubicBezTo>
                    <a:cubicBezTo>
                      <a:pt x="3061" y="9968"/>
                      <a:pt x="2683" y="10674"/>
                      <a:pt x="2468" y="11437"/>
                    </a:cubicBezTo>
                    <a:cubicBezTo>
                      <a:pt x="2022" y="13041"/>
                      <a:pt x="1683" y="14678"/>
                      <a:pt x="1378" y="16316"/>
                    </a:cubicBezTo>
                    <a:cubicBezTo>
                      <a:pt x="746" y="19704"/>
                      <a:pt x="322" y="23132"/>
                      <a:pt x="96" y="26566"/>
                    </a:cubicBezTo>
                    <a:cubicBezTo>
                      <a:pt x="62" y="27074"/>
                      <a:pt x="29" y="27588"/>
                      <a:pt x="6" y="28096"/>
                    </a:cubicBezTo>
                    <a:cubicBezTo>
                      <a:pt x="0" y="28170"/>
                      <a:pt x="74" y="28238"/>
                      <a:pt x="147" y="28238"/>
                    </a:cubicBezTo>
                    <a:lnTo>
                      <a:pt x="39848" y="28238"/>
                    </a:lnTo>
                    <a:cubicBezTo>
                      <a:pt x="39921" y="28238"/>
                      <a:pt x="39989" y="28170"/>
                      <a:pt x="39989" y="28096"/>
                    </a:cubicBezTo>
                    <a:cubicBezTo>
                      <a:pt x="39820" y="24731"/>
                      <a:pt x="39464" y="21376"/>
                      <a:pt x="38922" y="18050"/>
                    </a:cubicBezTo>
                    <a:cubicBezTo>
                      <a:pt x="38600" y="16096"/>
                      <a:pt x="38216" y="14142"/>
                      <a:pt x="37730" y="12216"/>
                    </a:cubicBezTo>
                    <a:cubicBezTo>
                      <a:pt x="37651" y="11900"/>
                      <a:pt x="37566" y="11578"/>
                      <a:pt x="37470" y="11262"/>
                    </a:cubicBezTo>
                    <a:cubicBezTo>
                      <a:pt x="37369" y="10900"/>
                      <a:pt x="37205" y="10550"/>
                      <a:pt x="37036" y="10223"/>
                    </a:cubicBezTo>
                    <a:cubicBezTo>
                      <a:pt x="36589" y="9347"/>
                      <a:pt x="36019" y="8540"/>
                      <a:pt x="35381" y="7800"/>
                    </a:cubicBezTo>
                    <a:cubicBezTo>
                      <a:pt x="34387" y="6654"/>
                      <a:pt x="33212" y="5671"/>
                      <a:pt x="31947" y="4841"/>
                    </a:cubicBezTo>
                    <a:cubicBezTo>
                      <a:pt x="31112" y="4299"/>
                      <a:pt x="30236" y="3830"/>
                      <a:pt x="29333" y="3412"/>
                    </a:cubicBezTo>
                    <a:cubicBezTo>
                      <a:pt x="28412" y="2983"/>
                      <a:pt x="27514" y="2497"/>
                      <a:pt x="26644" y="1966"/>
                    </a:cubicBezTo>
                    <a:cubicBezTo>
                      <a:pt x="25933" y="1531"/>
                      <a:pt x="25244" y="1063"/>
                      <a:pt x="24578" y="566"/>
                    </a:cubicBezTo>
                    <a:cubicBezTo>
                      <a:pt x="24402" y="430"/>
                      <a:pt x="24227" y="295"/>
                      <a:pt x="24052" y="159"/>
                    </a:cubicBezTo>
                    <a:cubicBezTo>
                      <a:pt x="23985" y="103"/>
                      <a:pt x="23894" y="1"/>
                      <a:pt x="23798" y="1"/>
                    </a:cubicBezTo>
                    <a:cubicBezTo>
                      <a:pt x="23742" y="1"/>
                      <a:pt x="23674" y="46"/>
                      <a:pt x="23663" y="103"/>
                    </a:cubicBezTo>
                    <a:cubicBezTo>
                      <a:pt x="23403" y="1430"/>
                      <a:pt x="23137" y="2757"/>
                      <a:pt x="22872" y="4078"/>
                    </a:cubicBezTo>
                    <a:cubicBezTo>
                      <a:pt x="22850" y="4182"/>
                      <a:pt x="22830" y="4288"/>
                      <a:pt x="22809" y="4394"/>
                    </a:cubicBezTo>
                    <a:lnTo>
                      <a:pt x="22809" y="4394"/>
                    </a:lnTo>
                    <a:cubicBezTo>
                      <a:pt x="22024" y="3610"/>
                      <a:pt x="21240" y="2830"/>
                      <a:pt x="20455" y="2045"/>
                    </a:cubicBezTo>
                    <a:cubicBezTo>
                      <a:pt x="20336" y="1927"/>
                      <a:pt x="20218" y="1808"/>
                      <a:pt x="20094" y="1690"/>
                    </a:cubicBezTo>
                    <a:cubicBezTo>
                      <a:pt x="20068" y="1661"/>
                      <a:pt x="20033" y="1647"/>
                      <a:pt x="19997" y="1647"/>
                    </a:cubicBezTo>
                    <a:cubicBezTo>
                      <a:pt x="19961" y="1647"/>
                      <a:pt x="19924" y="1661"/>
                      <a:pt x="19896" y="1690"/>
                    </a:cubicBezTo>
                    <a:cubicBezTo>
                      <a:pt x="19049" y="2531"/>
                      <a:pt x="18202" y="3378"/>
                      <a:pt x="17355" y="4225"/>
                    </a:cubicBezTo>
                    <a:cubicBezTo>
                      <a:pt x="17298" y="4281"/>
                      <a:pt x="17242" y="4338"/>
                      <a:pt x="17186" y="4394"/>
                    </a:cubicBezTo>
                    <a:lnTo>
                      <a:pt x="17186" y="4394"/>
                    </a:lnTo>
                    <a:lnTo>
                      <a:pt x="16440" y="667"/>
                    </a:lnTo>
                    <a:cubicBezTo>
                      <a:pt x="16406" y="481"/>
                      <a:pt x="16366" y="289"/>
                      <a:pt x="16327" y="103"/>
                    </a:cubicBezTo>
                    <a:cubicBezTo>
                      <a:pt x="16315" y="46"/>
                      <a:pt x="16253" y="1"/>
                      <a:pt x="16191"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02" name="Google Shape;1102;p39">
                <a:extLst>
                  <a:ext uri="{FF2B5EF4-FFF2-40B4-BE49-F238E27FC236}">
                    <a16:creationId xmlns:a16="http://schemas.microsoft.com/office/drawing/2014/main" id="{1AA04DD4-3FE4-523F-2127-D4149C483124}"/>
                  </a:ext>
                </a:extLst>
              </p:cNvPr>
              <p:cNvSpPr/>
              <p:nvPr/>
            </p:nvSpPr>
            <p:spPr>
              <a:xfrm>
                <a:off x="4645925" y="1903625"/>
                <a:ext cx="198325" cy="122200"/>
              </a:xfrm>
              <a:custGeom>
                <a:avLst/>
                <a:gdLst/>
                <a:ahLst/>
                <a:cxnLst/>
                <a:rect l="l" t="t" r="r" b="b"/>
                <a:pathLst>
                  <a:path w="7933" h="4888" extrusionOk="0">
                    <a:moveTo>
                      <a:pt x="7609" y="284"/>
                    </a:moveTo>
                    <a:lnTo>
                      <a:pt x="7340" y="1639"/>
                    </a:lnTo>
                    <a:cubicBezTo>
                      <a:pt x="7170" y="2469"/>
                      <a:pt x="7006" y="3299"/>
                      <a:pt x="6843" y="4129"/>
                    </a:cubicBezTo>
                    <a:cubicBezTo>
                      <a:pt x="6820" y="4239"/>
                      <a:pt x="6797" y="4351"/>
                      <a:pt x="6775" y="4462"/>
                    </a:cubicBezTo>
                    <a:lnTo>
                      <a:pt x="6775" y="4462"/>
                    </a:lnTo>
                    <a:cubicBezTo>
                      <a:pt x="6509" y="4197"/>
                      <a:pt x="6244" y="3932"/>
                      <a:pt x="5979" y="3666"/>
                    </a:cubicBezTo>
                    <a:cubicBezTo>
                      <a:pt x="5459" y="3152"/>
                      <a:pt x="4940" y="2633"/>
                      <a:pt x="4420" y="2113"/>
                    </a:cubicBezTo>
                    <a:cubicBezTo>
                      <a:pt x="4301" y="1995"/>
                      <a:pt x="4183" y="1876"/>
                      <a:pt x="4059" y="1758"/>
                    </a:cubicBezTo>
                    <a:cubicBezTo>
                      <a:pt x="4033" y="1729"/>
                      <a:pt x="3998" y="1715"/>
                      <a:pt x="3962" y="1715"/>
                    </a:cubicBezTo>
                    <a:cubicBezTo>
                      <a:pt x="3926" y="1715"/>
                      <a:pt x="3889" y="1729"/>
                      <a:pt x="3861" y="1758"/>
                    </a:cubicBezTo>
                    <a:cubicBezTo>
                      <a:pt x="3533" y="2085"/>
                      <a:pt x="3206" y="2407"/>
                      <a:pt x="2878" y="2735"/>
                    </a:cubicBezTo>
                    <a:cubicBezTo>
                      <a:pt x="2359" y="3254"/>
                      <a:pt x="1839" y="3774"/>
                      <a:pt x="1325" y="4288"/>
                    </a:cubicBezTo>
                    <a:cubicBezTo>
                      <a:pt x="1266" y="4344"/>
                      <a:pt x="1208" y="4402"/>
                      <a:pt x="1150" y="4460"/>
                    </a:cubicBezTo>
                    <a:lnTo>
                      <a:pt x="1150" y="4460"/>
                    </a:lnTo>
                    <a:cubicBezTo>
                      <a:pt x="1061" y="4019"/>
                      <a:pt x="975" y="3577"/>
                      <a:pt x="885" y="3135"/>
                    </a:cubicBezTo>
                    <a:cubicBezTo>
                      <a:pt x="721" y="2317"/>
                      <a:pt x="557" y="1492"/>
                      <a:pt x="393" y="673"/>
                    </a:cubicBezTo>
                    <a:cubicBezTo>
                      <a:pt x="366" y="542"/>
                      <a:pt x="342" y="413"/>
                      <a:pt x="317" y="284"/>
                    </a:cubicBezTo>
                    <a:close/>
                    <a:moveTo>
                      <a:pt x="160" y="0"/>
                    </a:moveTo>
                    <a:cubicBezTo>
                      <a:pt x="154" y="0"/>
                      <a:pt x="148" y="1"/>
                      <a:pt x="143" y="1"/>
                    </a:cubicBezTo>
                    <a:lnTo>
                      <a:pt x="143" y="1"/>
                    </a:lnTo>
                    <a:cubicBezTo>
                      <a:pt x="84" y="2"/>
                      <a:pt x="44" y="33"/>
                      <a:pt x="24" y="74"/>
                    </a:cubicBezTo>
                    <a:lnTo>
                      <a:pt x="24" y="74"/>
                    </a:lnTo>
                    <a:cubicBezTo>
                      <a:pt x="8" y="102"/>
                      <a:pt x="0" y="137"/>
                      <a:pt x="9" y="176"/>
                    </a:cubicBezTo>
                    <a:cubicBezTo>
                      <a:pt x="111" y="690"/>
                      <a:pt x="213" y="1198"/>
                      <a:pt x="314" y="1712"/>
                    </a:cubicBezTo>
                    <a:lnTo>
                      <a:pt x="811" y="4203"/>
                    </a:lnTo>
                    <a:cubicBezTo>
                      <a:pt x="851" y="4400"/>
                      <a:pt x="890" y="4592"/>
                      <a:pt x="924" y="4784"/>
                    </a:cubicBezTo>
                    <a:cubicBezTo>
                      <a:pt x="938" y="4851"/>
                      <a:pt x="1001" y="4888"/>
                      <a:pt x="1062" y="4888"/>
                    </a:cubicBezTo>
                    <a:cubicBezTo>
                      <a:pt x="1099" y="4888"/>
                      <a:pt x="1136" y="4874"/>
                      <a:pt x="1161" y="4847"/>
                    </a:cubicBezTo>
                    <a:cubicBezTo>
                      <a:pt x="1489" y="4519"/>
                      <a:pt x="1817" y="4192"/>
                      <a:pt x="2144" y="3870"/>
                    </a:cubicBezTo>
                    <a:cubicBezTo>
                      <a:pt x="2664" y="3350"/>
                      <a:pt x="3183" y="2831"/>
                      <a:pt x="3703" y="2317"/>
                    </a:cubicBezTo>
                    <a:lnTo>
                      <a:pt x="3961" y="2055"/>
                    </a:lnTo>
                    <a:lnTo>
                      <a:pt x="3961" y="2055"/>
                    </a:lnTo>
                    <a:cubicBezTo>
                      <a:pt x="4255" y="2349"/>
                      <a:pt x="4549" y="2643"/>
                      <a:pt x="4844" y="2938"/>
                    </a:cubicBezTo>
                    <a:cubicBezTo>
                      <a:pt x="5363" y="3452"/>
                      <a:pt x="5883" y="3971"/>
                      <a:pt x="6402" y="4491"/>
                    </a:cubicBezTo>
                    <a:cubicBezTo>
                      <a:pt x="6521" y="4609"/>
                      <a:pt x="6639" y="4728"/>
                      <a:pt x="6764" y="4847"/>
                    </a:cubicBezTo>
                    <a:cubicBezTo>
                      <a:pt x="6789" y="4874"/>
                      <a:pt x="6826" y="4888"/>
                      <a:pt x="6863" y="4888"/>
                    </a:cubicBezTo>
                    <a:cubicBezTo>
                      <a:pt x="6924" y="4888"/>
                      <a:pt x="6985" y="4851"/>
                      <a:pt x="6995" y="4784"/>
                    </a:cubicBezTo>
                    <a:cubicBezTo>
                      <a:pt x="7102" y="4259"/>
                      <a:pt x="7204" y="3734"/>
                      <a:pt x="7311" y="3209"/>
                    </a:cubicBezTo>
                    <a:cubicBezTo>
                      <a:pt x="7475" y="2390"/>
                      <a:pt x="7639" y="1571"/>
                      <a:pt x="7803" y="747"/>
                    </a:cubicBezTo>
                    <a:cubicBezTo>
                      <a:pt x="7842" y="560"/>
                      <a:pt x="7876" y="368"/>
                      <a:pt x="7916" y="176"/>
                    </a:cubicBezTo>
                    <a:cubicBezTo>
                      <a:pt x="7933" y="86"/>
                      <a:pt x="7876" y="1"/>
                      <a:pt x="7780" y="1"/>
                    </a:cubicBezTo>
                    <a:lnTo>
                      <a:pt x="177" y="1"/>
                    </a:lnTo>
                    <a:cubicBezTo>
                      <a:pt x="171" y="1"/>
                      <a:pt x="166" y="0"/>
                      <a:pt x="160"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103" name="Google Shape;1103;p39">
              <a:extLst>
                <a:ext uri="{FF2B5EF4-FFF2-40B4-BE49-F238E27FC236}">
                  <a16:creationId xmlns:a16="http://schemas.microsoft.com/office/drawing/2014/main" id="{E6321BA4-313B-A892-5674-3041ED4B25EF}"/>
                </a:ext>
              </a:extLst>
            </p:cNvPr>
            <p:cNvGrpSpPr/>
            <p:nvPr/>
          </p:nvGrpSpPr>
          <p:grpSpPr>
            <a:xfrm>
              <a:off x="5808493" y="2919076"/>
              <a:ext cx="1370657" cy="1913231"/>
              <a:chOff x="2034250" y="3068250"/>
              <a:chExt cx="999750" cy="1395500"/>
            </a:xfrm>
          </p:grpSpPr>
          <p:sp>
            <p:nvSpPr>
              <p:cNvPr id="1104" name="Google Shape;1104;p39">
                <a:extLst>
                  <a:ext uri="{FF2B5EF4-FFF2-40B4-BE49-F238E27FC236}">
                    <a16:creationId xmlns:a16="http://schemas.microsoft.com/office/drawing/2014/main" id="{598727E8-512A-A245-8CD3-8675907833F4}"/>
                  </a:ext>
                </a:extLst>
              </p:cNvPr>
              <p:cNvSpPr/>
              <p:nvPr/>
            </p:nvSpPr>
            <p:spPr>
              <a:xfrm>
                <a:off x="2439725" y="3414150"/>
                <a:ext cx="310600" cy="350175"/>
              </a:xfrm>
              <a:custGeom>
                <a:avLst/>
                <a:gdLst/>
                <a:ahLst/>
                <a:cxnLst/>
                <a:rect l="l" t="t" r="r" b="b"/>
                <a:pathLst>
                  <a:path w="12424" h="14007" extrusionOk="0">
                    <a:moveTo>
                      <a:pt x="1001" y="2863"/>
                    </a:moveTo>
                    <a:lnTo>
                      <a:pt x="1001" y="2863"/>
                    </a:lnTo>
                    <a:cubicBezTo>
                      <a:pt x="1002" y="2874"/>
                      <a:pt x="1002" y="2878"/>
                      <a:pt x="1002" y="2878"/>
                    </a:cubicBezTo>
                    <a:cubicBezTo>
                      <a:pt x="1001" y="2878"/>
                      <a:pt x="1000" y="2871"/>
                      <a:pt x="1001" y="2863"/>
                    </a:cubicBezTo>
                    <a:close/>
                    <a:moveTo>
                      <a:pt x="9480" y="289"/>
                    </a:moveTo>
                    <a:cubicBezTo>
                      <a:pt x="9699" y="674"/>
                      <a:pt x="9887" y="1078"/>
                      <a:pt x="10036" y="1497"/>
                    </a:cubicBezTo>
                    <a:cubicBezTo>
                      <a:pt x="10115" y="1723"/>
                      <a:pt x="10183" y="1955"/>
                      <a:pt x="10239" y="2186"/>
                    </a:cubicBezTo>
                    <a:cubicBezTo>
                      <a:pt x="10268" y="2299"/>
                      <a:pt x="10290" y="2424"/>
                      <a:pt x="10318" y="2537"/>
                    </a:cubicBezTo>
                    <a:cubicBezTo>
                      <a:pt x="10330" y="2576"/>
                      <a:pt x="10341" y="2604"/>
                      <a:pt x="10369" y="2627"/>
                    </a:cubicBezTo>
                    <a:cubicBezTo>
                      <a:pt x="10488" y="2740"/>
                      <a:pt x="10629" y="2836"/>
                      <a:pt x="10759" y="2938"/>
                    </a:cubicBezTo>
                    <a:cubicBezTo>
                      <a:pt x="10962" y="3096"/>
                      <a:pt x="11171" y="3259"/>
                      <a:pt x="11374" y="3423"/>
                    </a:cubicBezTo>
                    <a:cubicBezTo>
                      <a:pt x="11499" y="3525"/>
                      <a:pt x="11623" y="3621"/>
                      <a:pt x="11747" y="3722"/>
                    </a:cubicBezTo>
                    <a:cubicBezTo>
                      <a:pt x="11911" y="3852"/>
                      <a:pt x="11990" y="4050"/>
                      <a:pt x="11900" y="4248"/>
                    </a:cubicBezTo>
                    <a:cubicBezTo>
                      <a:pt x="11809" y="4434"/>
                      <a:pt x="11617" y="4530"/>
                      <a:pt x="11414" y="4536"/>
                    </a:cubicBezTo>
                    <a:lnTo>
                      <a:pt x="10573" y="4536"/>
                    </a:lnTo>
                    <a:cubicBezTo>
                      <a:pt x="10488" y="4536"/>
                      <a:pt x="10437" y="4598"/>
                      <a:pt x="10431" y="4677"/>
                    </a:cubicBezTo>
                    <a:cubicBezTo>
                      <a:pt x="10245" y="6258"/>
                      <a:pt x="9370" y="7726"/>
                      <a:pt x="8054" y="8636"/>
                    </a:cubicBezTo>
                    <a:cubicBezTo>
                      <a:pt x="7687" y="8890"/>
                      <a:pt x="7291" y="9099"/>
                      <a:pt x="6879" y="9257"/>
                    </a:cubicBezTo>
                    <a:cubicBezTo>
                      <a:pt x="6817" y="9279"/>
                      <a:pt x="6772" y="9330"/>
                      <a:pt x="6772" y="9398"/>
                    </a:cubicBezTo>
                    <a:lnTo>
                      <a:pt x="6772" y="10900"/>
                    </a:lnTo>
                    <a:lnTo>
                      <a:pt x="6772" y="13312"/>
                    </a:lnTo>
                    <a:lnTo>
                      <a:pt x="6772" y="13724"/>
                    </a:lnTo>
                    <a:lnTo>
                      <a:pt x="300" y="13724"/>
                    </a:lnTo>
                    <a:lnTo>
                      <a:pt x="300" y="12301"/>
                    </a:lnTo>
                    <a:lnTo>
                      <a:pt x="300" y="10047"/>
                    </a:lnTo>
                    <a:lnTo>
                      <a:pt x="300" y="9076"/>
                    </a:lnTo>
                    <a:lnTo>
                      <a:pt x="300" y="6648"/>
                    </a:lnTo>
                    <a:lnTo>
                      <a:pt x="300" y="5756"/>
                    </a:lnTo>
                    <a:cubicBezTo>
                      <a:pt x="300" y="5702"/>
                      <a:pt x="310" y="5644"/>
                      <a:pt x="302" y="5589"/>
                    </a:cubicBezTo>
                    <a:lnTo>
                      <a:pt x="302" y="5589"/>
                    </a:lnTo>
                    <a:cubicBezTo>
                      <a:pt x="317" y="5567"/>
                      <a:pt x="323" y="5529"/>
                      <a:pt x="334" y="5501"/>
                    </a:cubicBezTo>
                    <a:cubicBezTo>
                      <a:pt x="588" y="4807"/>
                      <a:pt x="842" y="4112"/>
                      <a:pt x="1096" y="3423"/>
                    </a:cubicBezTo>
                    <a:cubicBezTo>
                      <a:pt x="1141" y="3293"/>
                      <a:pt x="1187" y="3163"/>
                      <a:pt x="1237" y="3039"/>
                    </a:cubicBezTo>
                    <a:cubicBezTo>
                      <a:pt x="1254" y="2988"/>
                      <a:pt x="1277" y="2932"/>
                      <a:pt x="1283" y="2881"/>
                    </a:cubicBezTo>
                    <a:cubicBezTo>
                      <a:pt x="1294" y="2678"/>
                      <a:pt x="1283" y="2474"/>
                      <a:pt x="1300" y="2271"/>
                    </a:cubicBezTo>
                    <a:cubicBezTo>
                      <a:pt x="1379" y="1537"/>
                      <a:pt x="1701" y="712"/>
                      <a:pt x="2531" y="616"/>
                    </a:cubicBezTo>
                    <a:cubicBezTo>
                      <a:pt x="2886" y="577"/>
                      <a:pt x="3242" y="560"/>
                      <a:pt x="3598" y="543"/>
                    </a:cubicBezTo>
                    <a:cubicBezTo>
                      <a:pt x="4135" y="520"/>
                      <a:pt x="4665" y="498"/>
                      <a:pt x="5196" y="475"/>
                    </a:cubicBezTo>
                    <a:cubicBezTo>
                      <a:pt x="6399" y="430"/>
                      <a:pt x="7602" y="396"/>
                      <a:pt x="8805" y="328"/>
                    </a:cubicBezTo>
                    <a:cubicBezTo>
                      <a:pt x="9027" y="318"/>
                      <a:pt x="9253" y="304"/>
                      <a:pt x="9480" y="289"/>
                    </a:cubicBezTo>
                    <a:close/>
                    <a:moveTo>
                      <a:pt x="9572" y="0"/>
                    </a:moveTo>
                    <a:cubicBezTo>
                      <a:pt x="9568" y="0"/>
                      <a:pt x="9565" y="0"/>
                      <a:pt x="9562" y="1"/>
                    </a:cubicBezTo>
                    <a:cubicBezTo>
                      <a:pt x="8387" y="80"/>
                      <a:pt x="7212" y="119"/>
                      <a:pt x="6038" y="165"/>
                    </a:cubicBezTo>
                    <a:cubicBezTo>
                      <a:pt x="4999" y="204"/>
                      <a:pt x="3959" y="227"/>
                      <a:pt x="2920" y="300"/>
                    </a:cubicBezTo>
                    <a:cubicBezTo>
                      <a:pt x="2548" y="328"/>
                      <a:pt x="2169" y="351"/>
                      <a:pt x="1847" y="566"/>
                    </a:cubicBezTo>
                    <a:cubicBezTo>
                      <a:pt x="1497" y="803"/>
                      <a:pt x="1283" y="1176"/>
                      <a:pt x="1158" y="1571"/>
                    </a:cubicBezTo>
                    <a:cubicBezTo>
                      <a:pt x="1051" y="1898"/>
                      <a:pt x="1006" y="2249"/>
                      <a:pt x="1000" y="2599"/>
                    </a:cubicBezTo>
                    <a:cubicBezTo>
                      <a:pt x="995" y="2682"/>
                      <a:pt x="989" y="2771"/>
                      <a:pt x="1000" y="2855"/>
                    </a:cubicBezTo>
                    <a:lnTo>
                      <a:pt x="1000" y="2855"/>
                    </a:lnTo>
                    <a:cubicBezTo>
                      <a:pt x="987" y="2873"/>
                      <a:pt x="983" y="2900"/>
                      <a:pt x="978" y="2915"/>
                    </a:cubicBezTo>
                    <a:cubicBezTo>
                      <a:pt x="729" y="3604"/>
                      <a:pt x="475" y="4293"/>
                      <a:pt x="227" y="4982"/>
                    </a:cubicBezTo>
                    <a:cubicBezTo>
                      <a:pt x="176" y="5117"/>
                      <a:pt x="125" y="5253"/>
                      <a:pt x="74" y="5388"/>
                    </a:cubicBezTo>
                    <a:cubicBezTo>
                      <a:pt x="57" y="5451"/>
                      <a:pt x="23" y="5513"/>
                      <a:pt x="18" y="5575"/>
                    </a:cubicBezTo>
                    <a:cubicBezTo>
                      <a:pt x="1" y="5733"/>
                      <a:pt x="18" y="5897"/>
                      <a:pt x="18" y="6055"/>
                    </a:cubicBezTo>
                    <a:lnTo>
                      <a:pt x="18" y="8455"/>
                    </a:lnTo>
                    <a:lnTo>
                      <a:pt x="18" y="9799"/>
                    </a:lnTo>
                    <a:lnTo>
                      <a:pt x="18" y="11634"/>
                    </a:lnTo>
                    <a:lnTo>
                      <a:pt x="18" y="13741"/>
                    </a:lnTo>
                    <a:lnTo>
                      <a:pt x="18" y="13865"/>
                    </a:lnTo>
                    <a:cubicBezTo>
                      <a:pt x="18" y="13938"/>
                      <a:pt x="80" y="14006"/>
                      <a:pt x="159" y="14006"/>
                    </a:cubicBezTo>
                    <a:lnTo>
                      <a:pt x="6913" y="14006"/>
                    </a:lnTo>
                    <a:cubicBezTo>
                      <a:pt x="6992" y="14006"/>
                      <a:pt x="7054" y="13944"/>
                      <a:pt x="7054" y="13865"/>
                    </a:cubicBezTo>
                    <a:lnTo>
                      <a:pt x="7054" y="12357"/>
                    </a:lnTo>
                    <a:lnTo>
                      <a:pt x="7054" y="9946"/>
                    </a:lnTo>
                    <a:lnTo>
                      <a:pt x="7054" y="9493"/>
                    </a:lnTo>
                    <a:lnTo>
                      <a:pt x="7054" y="9493"/>
                    </a:lnTo>
                    <a:cubicBezTo>
                      <a:pt x="8582" y="8869"/>
                      <a:pt x="9800" y="7625"/>
                      <a:pt x="10381" y="6077"/>
                    </a:cubicBezTo>
                    <a:cubicBezTo>
                      <a:pt x="10533" y="5670"/>
                      <a:pt x="10635" y="5245"/>
                      <a:pt x="10695" y="4818"/>
                    </a:cubicBezTo>
                    <a:lnTo>
                      <a:pt x="11086" y="4818"/>
                    </a:lnTo>
                    <a:cubicBezTo>
                      <a:pt x="11150" y="4818"/>
                      <a:pt x="11216" y="4820"/>
                      <a:pt x="11283" y="4820"/>
                    </a:cubicBezTo>
                    <a:cubicBezTo>
                      <a:pt x="11399" y="4820"/>
                      <a:pt x="11517" y="4815"/>
                      <a:pt x="11629" y="4790"/>
                    </a:cubicBezTo>
                    <a:cubicBezTo>
                      <a:pt x="12208" y="4649"/>
                      <a:pt x="12424" y="3913"/>
                      <a:pt x="11955" y="3523"/>
                    </a:cubicBezTo>
                    <a:lnTo>
                      <a:pt x="11955" y="3523"/>
                    </a:lnTo>
                    <a:cubicBezTo>
                      <a:pt x="11953" y="3522"/>
                      <a:pt x="11952" y="3520"/>
                      <a:pt x="11950" y="3519"/>
                    </a:cubicBezTo>
                    <a:lnTo>
                      <a:pt x="11950" y="3519"/>
                    </a:lnTo>
                    <a:cubicBezTo>
                      <a:pt x="11950" y="3519"/>
                      <a:pt x="11950" y="3519"/>
                      <a:pt x="11950" y="3519"/>
                    </a:cubicBezTo>
                    <a:cubicBezTo>
                      <a:pt x="11949" y="3518"/>
                      <a:pt x="11948" y="3517"/>
                      <a:pt x="11947" y="3516"/>
                    </a:cubicBezTo>
                    <a:lnTo>
                      <a:pt x="11947" y="3516"/>
                    </a:lnTo>
                    <a:cubicBezTo>
                      <a:pt x="11643" y="3280"/>
                      <a:pt x="11345" y="3044"/>
                      <a:pt x="11047" y="2802"/>
                    </a:cubicBezTo>
                    <a:cubicBezTo>
                      <a:pt x="10894" y="2689"/>
                      <a:pt x="10748" y="2570"/>
                      <a:pt x="10595" y="2452"/>
                    </a:cubicBezTo>
                    <a:cubicBezTo>
                      <a:pt x="10590" y="2447"/>
                      <a:pt x="10584" y="2442"/>
                      <a:pt x="10579" y="2438"/>
                    </a:cubicBezTo>
                    <a:lnTo>
                      <a:pt x="10579" y="2438"/>
                    </a:lnTo>
                    <a:cubicBezTo>
                      <a:pt x="10581" y="2434"/>
                      <a:pt x="10581" y="2423"/>
                      <a:pt x="10578" y="2401"/>
                    </a:cubicBezTo>
                    <a:cubicBezTo>
                      <a:pt x="10578" y="2339"/>
                      <a:pt x="10550" y="2271"/>
                      <a:pt x="10539" y="2215"/>
                    </a:cubicBezTo>
                    <a:cubicBezTo>
                      <a:pt x="10482" y="1977"/>
                      <a:pt x="10414" y="1752"/>
                      <a:pt x="10341" y="1520"/>
                    </a:cubicBezTo>
                    <a:cubicBezTo>
                      <a:pt x="10172" y="1017"/>
                      <a:pt x="9946" y="532"/>
                      <a:pt x="9680" y="69"/>
                    </a:cubicBezTo>
                    <a:cubicBezTo>
                      <a:pt x="9659" y="32"/>
                      <a:pt x="9614" y="0"/>
                      <a:pt x="9572"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05" name="Google Shape;1105;p39">
                <a:extLst>
                  <a:ext uri="{FF2B5EF4-FFF2-40B4-BE49-F238E27FC236}">
                    <a16:creationId xmlns:a16="http://schemas.microsoft.com/office/drawing/2014/main" id="{7D3D3376-2DFB-F1DE-3A96-C99FA0E619F2}"/>
                  </a:ext>
                </a:extLst>
              </p:cNvPr>
              <p:cNvSpPr/>
              <p:nvPr/>
            </p:nvSpPr>
            <p:spPr>
              <a:xfrm>
                <a:off x="2238400" y="3068250"/>
                <a:ext cx="491350" cy="593850"/>
              </a:xfrm>
              <a:custGeom>
                <a:avLst/>
                <a:gdLst/>
                <a:ahLst/>
                <a:cxnLst/>
                <a:rect l="l" t="t" r="r" b="b"/>
                <a:pathLst>
                  <a:path w="19654" h="23754" extrusionOk="0">
                    <a:moveTo>
                      <a:pt x="9053" y="16696"/>
                    </a:moveTo>
                    <a:cubicBezTo>
                      <a:pt x="9052" y="16706"/>
                      <a:pt x="9051" y="16710"/>
                      <a:pt x="9050" y="16710"/>
                    </a:cubicBezTo>
                    <a:cubicBezTo>
                      <a:pt x="9049" y="16710"/>
                      <a:pt x="9049" y="16704"/>
                      <a:pt x="9053" y="16696"/>
                    </a:cubicBezTo>
                    <a:close/>
                    <a:moveTo>
                      <a:pt x="10377" y="281"/>
                    </a:moveTo>
                    <a:cubicBezTo>
                      <a:pt x="10954" y="281"/>
                      <a:pt x="11532" y="408"/>
                      <a:pt x="12063" y="667"/>
                    </a:cubicBezTo>
                    <a:cubicBezTo>
                      <a:pt x="13306" y="1272"/>
                      <a:pt x="14164" y="2525"/>
                      <a:pt x="14260" y="3909"/>
                    </a:cubicBezTo>
                    <a:cubicBezTo>
                      <a:pt x="14362" y="5388"/>
                      <a:pt x="13599" y="6829"/>
                      <a:pt x="12312" y="7574"/>
                    </a:cubicBezTo>
                    <a:cubicBezTo>
                      <a:pt x="12154" y="7664"/>
                      <a:pt x="11990" y="7743"/>
                      <a:pt x="11826" y="7811"/>
                    </a:cubicBezTo>
                    <a:cubicBezTo>
                      <a:pt x="11687" y="7867"/>
                      <a:pt x="11690" y="8088"/>
                      <a:pt x="11854" y="8088"/>
                    </a:cubicBezTo>
                    <a:cubicBezTo>
                      <a:pt x="11856" y="8088"/>
                      <a:pt x="11858" y="8088"/>
                      <a:pt x="11860" y="8088"/>
                    </a:cubicBezTo>
                    <a:lnTo>
                      <a:pt x="13492" y="8065"/>
                    </a:lnTo>
                    <a:cubicBezTo>
                      <a:pt x="13970" y="8056"/>
                      <a:pt x="14453" y="8034"/>
                      <a:pt x="14932" y="8034"/>
                    </a:cubicBezTo>
                    <a:cubicBezTo>
                      <a:pt x="15025" y="8034"/>
                      <a:pt x="15117" y="8035"/>
                      <a:pt x="15209" y="8037"/>
                    </a:cubicBezTo>
                    <a:cubicBezTo>
                      <a:pt x="16016" y="8054"/>
                      <a:pt x="16818" y="8252"/>
                      <a:pt x="17524" y="8647"/>
                    </a:cubicBezTo>
                    <a:cubicBezTo>
                      <a:pt x="18055" y="8958"/>
                      <a:pt x="18530" y="9364"/>
                      <a:pt x="18857" y="9889"/>
                    </a:cubicBezTo>
                    <a:cubicBezTo>
                      <a:pt x="19117" y="10302"/>
                      <a:pt x="19281" y="10770"/>
                      <a:pt x="19337" y="11256"/>
                    </a:cubicBezTo>
                    <a:cubicBezTo>
                      <a:pt x="19394" y="11680"/>
                      <a:pt x="19377" y="12109"/>
                      <a:pt x="19309" y="12532"/>
                    </a:cubicBezTo>
                    <a:cubicBezTo>
                      <a:pt x="19275" y="12753"/>
                      <a:pt x="19235" y="12984"/>
                      <a:pt x="19128" y="13176"/>
                    </a:cubicBezTo>
                    <a:cubicBezTo>
                      <a:pt x="18993" y="13436"/>
                      <a:pt x="18761" y="13639"/>
                      <a:pt x="18484" y="13730"/>
                    </a:cubicBezTo>
                    <a:cubicBezTo>
                      <a:pt x="18179" y="13831"/>
                      <a:pt x="17829" y="13820"/>
                      <a:pt x="17507" y="13843"/>
                    </a:cubicBezTo>
                    <a:cubicBezTo>
                      <a:pt x="17242" y="13859"/>
                      <a:pt x="16982" y="13876"/>
                      <a:pt x="16722" y="13888"/>
                    </a:cubicBezTo>
                    <a:cubicBezTo>
                      <a:pt x="16124" y="13922"/>
                      <a:pt x="15531" y="13944"/>
                      <a:pt x="14932" y="13967"/>
                    </a:cubicBezTo>
                    <a:cubicBezTo>
                      <a:pt x="13808" y="14012"/>
                      <a:pt x="12690" y="14046"/>
                      <a:pt x="11566" y="14102"/>
                    </a:cubicBezTo>
                    <a:cubicBezTo>
                      <a:pt x="11222" y="14119"/>
                      <a:pt x="10877" y="14136"/>
                      <a:pt x="10533" y="14176"/>
                    </a:cubicBezTo>
                    <a:cubicBezTo>
                      <a:pt x="10092" y="14232"/>
                      <a:pt x="9725" y="14464"/>
                      <a:pt x="9477" y="14831"/>
                    </a:cubicBezTo>
                    <a:cubicBezTo>
                      <a:pt x="9262" y="15153"/>
                      <a:pt x="9149" y="15542"/>
                      <a:pt x="9093" y="15921"/>
                    </a:cubicBezTo>
                    <a:cubicBezTo>
                      <a:pt x="9059" y="16169"/>
                      <a:pt x="9036" y="16429"/>
                      <a:pt x="9053" y="16677"/>
                    </a:cubicBezTo>
                    <a:cubicBezTo>
                      <a:pt x="9053" y="16683"/>
                      <a:pt x="9053" y="16688"/>
                      <a:pt x="9053" y="16692"/>
                    </a:cubicBezTo>
                    <a:lnTo>
                      <a:pt x="9053" y="16692"/>
                    </a:lnTo>
                    <a:cubicBezTo>
                      <a:pt x="9047" y="16704"/>
                      <a:pt x="9046" y="16721"/>
                      <a:pt x="9042" y="16734"/>
                    </a:cubicBezTo>
                    <a:cubicBezTo>
                      <a:pt x="9002" y="16836"/>
                      <a:pt x="8963" y="16937"/>
                      <a:pt x="8929" y="17039"/>
                    </a:cubicBezTo>
                    <a:lnTo>
                      <a:pt x="8522" y="18146"/>
                    </a:lnTo>
                    <a:cubicBezTo>
                      <a:pt x="8398" y="18485"/>
                      <a:pt x="8274" y="18823"/>
                      <a:pt x="8155" y="19162"/>
                    </a:cubicBezTo>
                    <a:cubicBezTo>
                      <a:pt x="8110" y="19281"/>
                      <a:pt x="8071" y="19371"/>
                      <a:pt x="8071" y="19496"/>
                    </a:cubicBezTo>
                    <a:lnTo>
                      <a:pt x="8071" y="21466"/>
                    </a:lnTo>
                    <a:lnTo>
                      <a:pt x="8071" y="23459"/>
                    </a:lnTo>
                    <a:lnTo>
                      <a:pt x="8071" y="23459"/>
                    </a:lnTo>
                    <a:cubicBezTo>
                      <a:pt x="7965" y="23442"/>
                      <a:pt x="7855" y="23412"/>
                      <a:pt x="7754" y="23392"/>
                    </a:cubicBezTo>
                    <a:cubicBezTo>
                      <a:pt x="7602" y="23364"/>
                      <a:pt x="7455" y="23336"/>
                      <a:pt x="7303" y="23302"/>
                    </a:cubicBezTo>
                    <a:cubicBezTo>
                      <a:pt x="7037" y="23245"/>
                      <a:pt x="6772" y="23178"/>
                      <a:pt x="6512" y="23099"/>
                    </a:cubicBezTo>
                    <a:cubicBezTo>
                      <a:pt x="6111" y="22974"/>
                      <a:pt x="5716" y="22822"/>
                      <a:pt x="5354" y="22602"/>
                    </a:cubicBezTo>
                    <a:cubicBezTo>
                      <a:pt x="4784" y="22251"/>
                      <a:pt x="4383" y="21749"/>
                      <a:pt x="4084" y="21156"/>
                    </a:cubicBezTo>
                    <a:cubicBezTo>
                      <a:pt x="3739" y="20461"/>
                      <a:pt x="3496" y="19727"/>
                      <a:pt x="3186" y="19021"/>
                    </a:cubicBezTo>
                    <a:cubicBezTo>
                      <a:pt x="2982" y="18558"/>
                      <a:pt x="2756" y="18106"/>
                      <a:pt x="2502" y="17666"/>
                    </a:cubicBezTo>
                    <a:cubicBezTo>
                      <a:pt x="2333" y="17366"/>
                      <a:pt x="2147" y="17078"/>
                      <a:pt x="1921" y="16819"/>
                    </a:cubicBezTo>
                    <a:cubicBezTo>
                      <a:pt x="1779" y="16649"/>
                      <a:pt x="1621" y="16502"/>
                      <a:pt x="1469" y="16344"/>
                    </a:cubicBezTo>
                    <a:cubicBezTo>
                      <a:pt x="899" y="15734"/>
                      <a:pt x="509" y="14972"/>
                      <a:pt x="362" y="14147"/>
                    </a:cubicBezTo>
                    <a:cubicBezTo>
                      <a:pt x="147" y="12928"/>
                      <a:pt x="498" y="11595"/>
                      <a:pt x="1153" y="10556"/>
                    </a:cubicBezTo>
                    <a:cubicBezTo>
                      <a:pt x="1667" y="9748"/>
                      <a:pt x="2418" y="9133"/>
                      <a:pt x="3282" y="8737"/>
                    </a:cubicBezTo>
                    <a:cubicBezTo>
                      <a:pt x="4021" y="8399"/>
                      <a:pt x="4835" y="8218"/>
                      <a:pt x="5642" y="8144"/>
                    </a:cubicBezTo>
                    <a:cubicBezTo>
                      <a:pt x="5930" y="8120"/>
                      <a:pt x="6218" y="8108"/>
                      <a:pt x="6506" y="8108"/>
                    </a:cubicBezTo>
                    <a:cubicBezTo>
                      <a:pt x="6760" y="8108"/>
                      <a:pt x="7015" y="8118"/>
                      <a:pt x="7269" y="8139"/>
                    </a:cubicBezTo>
                    <a:cubicBezTo>
                      <a:pt x="7453" y="8156"/>
                      <a:pt x="7638" y="8162"/>
                      <a:pt x="7824" y="8162"/>
                    </a:cubicBezTo>
                    <a:cubicBezTo>
                      <a:pt x="8118" y="8162"/>
                      <a:pt x="8413" y="8148"/>
                      <a:pt x="8703" y="8144"/>
                    </a:cubicBezTo>
                    <a:cubicBezTo>
                      <a:pt x="8799" y="8139"/>
                      <a:pt x="8890" y="8139"/>
                      <a:pt x="8980" y="8139"/>
                    </a:cubicBezTo>
                    <a:cubicBezTo>
                      <a:pt x="9149" y="8133"/>
                      <a:pt x="9166" y="7913"/>
                      <a:pt x="9019" y="7862"/>
                    </a:cubicBezTo>
                    <a:cubicBezTo>
                      <a:pt x="7653" y="7359"/>
                      <a:pt x="6636" y="6089"/>
                      <a:pt x="6478" y="4637"/>
                    </a:cubicBezTo>
                    <a:cubicBezTo>
                      <a:pt x="6320" y="3231"/>
                      <a:pt x="6941" y="1814"/>
                      <a:pt x="8099" y="1001"/>
                    </a:cubicBezTo>
                    <a:cubicBezTo>
                      <a:pt x="8770" y="527"/>
                      <a:pt x="9573" y="281"/>
                      <a:pt x="10377" y="281"/>
                    </a:cubicBezTo>
                    <a:close/>
                    <a:moveTo>
                      <a:pt x="10357" y="1"/>
                    </a:moveTo>
                    <a:cubicBezTo>
                      <a:pt x="9678" y="1"/>
                      <a:pt x="8998" y="162"/>
                      <a:pt x="8387" y="487"/>
                    </a:cubicBezTo>
                    <a:cubicBezTo>
                      <a:pt x="7065" y="1193"/>
                      <a:pt x="6207" y="2587"/>
                      <a:pt x="6167" y="4090"/>
                    </a:cubicBezTo>
                    <a:cubicBezTo>
                      <a:pt x="6134" y="5640"/>
                      <a:pt x="6987" y="7120"/>
                      <a:pt x="8349" y="7866"/>
                    </a:cubicBezTo>
                    <a:lnTo>
                      <a:pt x="8349" y="7866"/>
                    </a:lnTo>
                    <a:cubicBezTo>
                      <a:pt x="8259" y="7867"/>
                      <a:pt x="8168" y="7868"/>
                      <a:pt x="8076" y="7868"/>
                    </a:cubicBezTo>
                    <a:cubicBezTo>
                      <a:pt x="7931" y="7871"/>
                      <a:pt x="7783" y="7886"/>
                      <a:pt x="7636" y="7886"/>
                    </a:cubicBezTo>
                    <a:cubicBezTo>
                      <a:pt x="7566" y="7886"/>
                      <a:pt x="7496" y="7882"/>
                      <a:pt x="7427" y="7873"/>
                    </a:cubicBezTo>
                    <a:cubicBezTo>
                      <a:pt x="7121" y="7839"/>
                      <a:pt x="6810" y="7825"/>
                      <a:pt x="6501" y="7825"/>
                    </a:cubicBezTo>
                    <a:cubicBezTo>
                      <a:pt x="6353" y="7825"/>
                      <a:pt x="6206" y="7828"/>
                      <a:pt x="6060" y="7834"/>
                    </a:cubicBezTo>
                    <a:cubicBezTo>
                      <a:pt x="5253" y="7873"/>
                      <a:pt x="4445" y="8003"/>
                      <a:pt x="3683" y="8274"/>
                    </a:cubicBezTo>
                    <a:cubicBezTo>
                      <a:pt x="2790" y="8591"/>
                      <a:pt x="1960" y="9104"/>
                      <a:pt x="1339" y="9833"/>
                    </a:cubicBezTo>
                    <a:cubicBezTo>
                      <a:pt x="966" y="10268"/>
                      <a:pt x="684" y="10753"/>
                      <a:pt x="469" y="11279"/>
                    </a:cubicBezTo>
                    <a:cubicBezTo>
                      <a:pt x="204" y="11928"/>
                      <a:pt x="34" y="12623"/>
                      <a:pt x="18" y="13329"/>
                    </a:cubicBezTo>
                    <a:cubicBezTo>
                      <a:pt x="1" y="14323"/>
                      <a:pt x="311" y="15300"/>
                      <a:pt x="899" y="16096"/>
                    </a:cubicBezTo>
                    <a:cubicBezTo>
                      <a:pt x="1130" y="16412"/>
                      <a:pt x="1412" y="16661"/>
                      <a:pt x="1667" y="16954"/>
                    </a:cubicBezTo>
                    <a:cubicBezTo>
                      <a:pt x="2079" y="17417"/>
                      <a:pt x="2372" y="17982"/>
                      <a:pt x="2649" y="18535"/>
                    </a:cubicBezTo>
                    <a:cubicBezTo>
                      <a:pt x="3028" y="19304"/>
                      <a:pt x="3310" y="20105"/>
                      <a:pt x="3649" y="20890"/>
                    </a:cubicBezTo>
                    <a:cubicBezTo>
                      <a:pt x="3920" y="21512"/>
                      <a:pt x="4259" y="22110"/>
                      <a:pt x="4790" y="22545"/>
                    </a:cubicBezTo>
                    <a:cubicBezTo>
                      <a:pt x="5501" y="23127"/>
                      <a:pt x="6410" y="23403"/>
                      <a:pt x="7291" y="23590"/>
                    </a:cubicBezTo>
                    <a:cubicBezTo>
                      <a:pt x="7444" y="23624"/>
                      <a:pt x="7596" y="23652"/>
                      <a:pt x="7749" y="23680"/>
                    </a:cubicBezTo>
                    <a:cubicBezTo>
                      <a:pt x="7896" y="23703"/>
                      <a:pt x="8059" y="23754"/>
                      <a:pt x="8212" y="23754"/>
                    </a:cubicBezTo>
                    <a:cubicBezTo>
                      <a:pt x="8285" y="23754"/>
                      <a:pt x="8353" y="23686"/>
                      <a:pt x="8353" y="23612"/>
                    </a:cubicBezTo>
                    <a:lnTo>
                      <a:pt x="8353" y="22071"/>
                    </a:lnTo>
                    <a:lnTo>
                      <a:pt x="8353" y="19761"/>
                    </a:lnTo>
                    <a:lnTo>
                      <a:pt x="8353" y="19479"/>
                    </a:lnTo>
                    <a:cubicBezTo>
                      <a:pt x="8353" y="19465"/>
                      <a:pt x="8357" y="19448"/>
                      <a:pt x="8355" y="19430"/>
                    </a:cubicBezTo>
                    <a:lnTo>
                      <a:pt x="8355" y="19430"/>
                    </a:lnTo>
                    <a:cubicBezTo>
                      <a:pt x="8399" y="19357"/>
                      <a:pt x="8416" y="19257"/>
                      <a:pt x="8449" y="19179"/>
                    </a:cubicBezTo>
                    <a:cubicBezTo>
                      <a:pt x="8505" y="19021"/>
                      <a:pt x="8562" y="18857"/>
                      <a:pt x="8618" y="18699"/>
                    </a:cubicBezTo>
                    <a:cubicBezTo>
                      <a:pt x="8765" y="18304"/>
                      <a:pt x="8912" y="17909"/>
                      <a:pt x="9053" y="17513"/>
                    </a:cubicBezTo>
                    <a:cubicBezTo>
                      <a:pt x="9144" y="17270"/>
                      <a:pt x="9251" y="17022"/>
                      <a:pt x="9324" y="16774"/>
                    </a:cubicBezTo>
                    <a:cubicBezTo>
                      <a:pt x="9336" y="16734"/>
                      <a:pt x="9336" y="16694"/>
                      <a:pt x="9336" y="16655"/>
                    </a:cubicBezTo>
                    <a:cubicBezTo>
                      <a:pt x="9330" y="16548"/>
                      <a:pt x="9330" y="16446"/>
                      <a:pt x="9336" y="16339"/>
                    </a:cubicBezTo>
                    <a:cubicBezTo>
                      <a:pt x="9353" y="15994"/>
                      <a:pt x="9415" y="15644"/>
                      <a:pt x="9539" y="15322"/>
                    </a:cubicBezTo>
                    <a:cubicBezTo>
                      <a:pt x="9674" y="14972"/>
                      <a:pt x="9929" y="14644"/>
                      <a:pt x="10296" y="14520"/>
                    </a:cubicBezTo>
                    <a:cubicBezTo>
                      <a:pt x="10612" y="14407"/>
                      <a:pt x="10985" y="14419"/>
                      <a:pt x="11318" y="14396"/>
                    </a:cubicBezTo>
                    <a:cubicBezTo>
                      <a:pt x="12419" y="14334"/>
                      <a:pt x="13526" y="14306"/>
                      <a:pt x="14627" y="14260"/>
                    </a:cubicBezTo>
                    <a:cubicBezTo>
                      <a:pt x="15824" y="14215"/>
                      <a:pt x="17027" y="14187"/>
                      <a:pt x="18219" y="14068"/>
                    </a:cubicBezTo>
                    <a:cubicBezTo>
                      <a:pt x="18840" y="14006"/>
                      <a:pt x="19360" y="13583"/>
                      <a:pt x="19512" y="12967"/>
                    </a:cubicBezTo>
                    <a:cubicBezTo>
                      <a:pt x="19603" y="12566"/>
                      <a:pt x="19653" y="12154"/>
                      <a:pt x="19653" y="11742"/>
                    </a:cubicBezTo>
                    <a:cubicBezTo>
                      <a:pt x="19648" y="10691"/>
                      <a:pt x="19247" y="9686"/>
                      <a:pt x="18456" y="8975"/>
                    </a:cubicBezTo>
                    <a:cubicBezTo>
                      <a:pt x="18214" y="8760"/>
                      <a:pt x="17949" y="8569"/>
                      <a:pt x="17668" y="8405"/>
                    </a:cubicBezTo>
                    <a:lnTo>
                      <a:pt x="17668" y="8405"/>
                    </a:lnTo>
                    <a:cubicBezTo>
                      <a:pt x="17667" y="8405"/>
                      <a:pt x="17666" y="8405"/>
                      <a:pt x="17665" y="8404"/>
                    </a:cubicBezTo>
                    <a:lnTo>
                      <a:pt x="17665" y="8404"/>
                    </a:lnTo>
                    <a:cubicBezTo>
                      <a:pt x="17665" y="8404"/>
                      <a:pt x="17665" y="8404"/>
                      <a:pt x="17665" y="8404"/>
                    </a:cubicBezTo>
                    <a:cubicBezTo>
                      <a:pt x="17665" y="8404"/>
                      <a:pt x="17664" y="8403"/>
                      <a:pt x="17663" y="8403"/>
                    </a:cubicBezTo>
                    <a:lnTo>
                      <a:pt x="17663" y="8403"/>
                    </a:lnTo>
                    <a:cubicBezTo>
                      <a:pt x="17031" y="8048"/>
                      <a:pt x="16326" y="7845"/>
                      <a:pt x="15604" y="7777"/>
                    </a:cubicBezTo>
                    <a:cubicBezTo>
                      <a:pt x="15430" y="7761"/>
                      <a:pt x="15255" y="7756"/>
                      <a:pt x="15078" y="7756"/>
                    </a:cubicBezTo>
                    <a:cubicBezTo>
                      <a:pt x="14956" y="7756"/>
                      <a:pt x="14834" y="7758"/>
                      <a:pt x="14712" y="7760"/>
                    </a:cubicBezTo>
                    <a:cubicBezTo>
                      <a:pt x="13983" y="7772"/>
                      <a:pt x="13249" y="7783"/>
                      <a:pt x="12515" y="7794"/>
                    </a:cubicBezTo>
                    <a:cubicBezTo>
                      <a:pt x="12504" y="7795"/>
                      <a:pt x="12493" y="7795"/>
                      <a:pt x="12482" y="7795"/>
                    </a:cubicBezTo>
                    <a:lnTo>
                      <a:pt x="12482" y="7795"/>
                    </a:lnTo>
                    <a:cubicBezTo>
                      <a:pt x="13647" y="7105"/>
                      <a:pt x="14435" y="5881"/>
                      <a:pt x="14542" y="4502"/>
                    </a:cubicBezTo>
                    <a:cubicBezTo>
                      <a:pt x="14655" y="2994"/>
                      <a:pt x="13921" y="1514"/>
                      <a:pt x="12662" y="684"/>
                    </a:cubicBezTo>
                    <a:cubicBezTo>
                      <a:pt x="11974" y="230"/>
                      <a:pt x="11166" y="1"/>
                      <a:pt x="1035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06" name="Google Shape;1106;p39">
                <a:extLst>
                  <a:ext uri="{FF2B5EF4-FFF2-40B4-BE49-F238E27FC236}">
                    <a16:creationId xmlns:a16="http://schemas.microsoft.com/office/drawing/2014/main" id="{5FABDB12-F398-4504-A1E8-7FD689DE7381}"/>
                  </a:ext>
                </a:extLst>
              </p:cNvPr>
              <p:cNvSpPr/>
              <p:nvPr/>
            </p:nvSpPr>
            <p:spPr>
              <a:xfrm>
                <a:off x="2034250" y="3757575"/>
                <a:ext cx="999750" cy="706175"/>
              </a:xfrm>
              <a:custGeom>
                <a:avLst/>
                <a:gdLst/>
                <a:ahLst/>
                <a:cxnLst/>
                <a:rect l="l" t="t" r="r" b="b"/>
                <a:pathLst>
                  <a:path w="39990" h="28247" extrusionOk="0">
                    <a:moveTo>
                      <a:pt x="23761" y="292"/>
                    </a:moveTo>
                    <a:lnTo>
                      <a:pt x="23761" y="292"/>
                    </a:lnTo>
                    <a:cubicBezTo>
                      <a:pt x="24471" y="886"/>
                      <a:pt x="25244" y="1415"/>
                      <a:pt x="26018" y="1918"/>
                    </a:cubicBezTo>
                    <a:cubicBezTo>
                      <a:pt x="26831" y="2438"/>
                      <a:pt x="27667" y="2918"/>
                      <a:pt x="28531" y="3353"/>
                    </a:cubicBezTo>
                    <a:cubicBezTo>
                      <a:pt x="29418" y="3793"/>
                      <a:pt x="30315" y="4194"/>
                      <a:pt x="31168" y="4702"/>
                    </a:cubicBezTo>
                    <a:cubicBezTo>
                      <a:pt x="33393" y="6030"/>
                      <a:pt x="35426" y="7848"/>
                      <a:pt x="36674" y="10146"/>
                    </a:cubicBezTo>
                    <a:cubicBezTo>
                      <a:pt x="36883" y="10535"/>
                      <a:pt x="37080" y="10925"/>
                      <a:pt x="37199" y="11342"/>
                    </a:cubicBezTo>
                    <a:lnTo>
                      <a:pt x="37199" y="11342"/>
                    </a:lnTo>
                    <a:cubicBezTo>
                      <a:pt x="37199" y="11342"/>
                      <a:pt x="37199" y="11343"/>
                      <a:pt x="37200" y="11344"/>
                    </a:cubicBezTo>
                    <a:cubicBezTo>
                      <a:pt x="37200" y="11344"/>
                      <a:pt x="37200" y="11344"/>
                      <a:pt x="37200" y="11344"/>
                    </a:cubicBezTo>
                    <a:lnTo>
                      <a:pt x="37200" y="11344"/>
                    </a:lnTo>
                    <a:cubicBezTo>
                      <a:pt x="37200" y="11344"/>
                      <a:pt x="37200" y="11345"/>
                      <a:pt x="37200" y="11345"/>
                    </a:cubicBezTo>
                    <a:lnTo>
                      <a:pt x="37200" y="11345"/>
                    </a:lnTo>
                    <a:cubicBezTo>
                      <a:pt x="37482" y="12299"/>
                      <a:pt x="37697" y="13270"/>
                      <a:pt x="37911" y="14235"/>
                    </a:cubicBezTo>
                    <a:cubicBezTo>
                      <a:pt x="38470" y="16822"/>
                      <a:pt x="38894" y="19442"/>
                      <a:pt x="39199" y="22068"/>
                    </a:cubicBezTo>
                    <a:cubicBezTo>
                      <a:pt x="39430" y="24026"/>
                      <a:pt x="39597" y="25995"/>
                      <a:pt x="39700" y="27964"/>
                    </a:cubicBezTo>
                    <a:lnTo>
                      <a:pt x="296" y="27964"/>
                    </a:lnTo>
                    <a:cubicBezTo>
                      <a:pt x="480" y="24425"/>
                      <a:pt x="867" y="20892"/>
                      <a:pt x="1469" y="17398"/>
                    </a:cubicBezTo>
                    <a:cubicBezTo>
                      <a:pt x="1796" y="15523"/>
                      <a:pt x="2175" y="13653"/>
                      <a:pt x="2666" y="11812"/>
                    </a:cubicBezTo>
                    <a:cubicBezTo>
                      <a:pt x="2835" y="11169"/>
                      <a:pt x="3067" y="10604"/>
                      <a:pt x="3395" y="10017"/>
                    </a:cubicBezTo>
                    <a:cubicBezTo>
                      <a:pt x="4569" y="7916"/>
                      <a:pt x="6399" y="6222"/>
                      <a:pt x="8421" y="4951"/>
                    </a:cubicBezTo>
                    <a:cubicBezTo>
                      <a:pt x="9189" y="4471"/>
                      <a:pt x="9985" y="4047"/>
                      <a:pt x="10804" y="3669"/>
                    </a:cubicBezTo>
                    <a:cubicBezTo>
                      <a:pt x="11662" y="3268"/>
                      <a:pt x="12498" y="2822"/>
                      <a:pt x="13306" y="2336"/>
                    </a:cubicBezTo>
                    <a:cubicBezTo>
                      <a:pt x="14294" y="1738"/>
                      <a:pt x="15248" y="1088"/>
                      <a:pt x="16146" y="365"/>
                    </a:cubicBezTo>
                    <a:cubicBezTo>
                      <a:pt x="16176" y="339"/>
                      <a:pt x="16205" y="316"/>
                      <a:pt x="16233" y="292"/>
                    </a:cubicBezTo>
                    <a:lnTo>
                      <a:pt x="16254" y="292"/>
                    </a:lnTo>
                    <a:cubicBezTo>
                      <a:pt x="16316" y="684"/>
                      <a:pt x="16490" y="1065"/>
                      <a:pt x="16767" y="1348"/>
                    </a:cubicBezTo>
                    <a:cubicBezTo>
                      <a:pt x="17137" y="1727"/>
                      <a:pt x="17676" y="1907"/>
                      <a:pt x="18203" y="1907"/>
                    </a:cubicBezTo>
                    <a:cubicBezTo>
                      <a:pt x="18336" y="1907"/>
                      <a:pt x="18469" y="1896"/>
                      <a:pt x="18597" y="1873"/>
                    </a:cubicBezTo>
                    <a:cubicBezTo>
                      <a:pt x="19030" y="1802"/>
                      <a:pt x="19444" y="1611"/>
                      <a:pt x="19757" y="1306"/>
                    </a:cubicBezTo>
                    <a:lnTo>
                      <a:pt x="19757" y="1306"/>
                    </a:lnTo>
                    <a:cubicBezTo>
                      <a:pt x="20163" y="1705"/>
                      <a:pt x="20725" y="1905"/>
                      <a:pt x="21280" y="1905"/>
                    </a:cubicBezTo>
                    <a:cubicBezTo>
                      <a:pt x="22060" y="1905"/>
                      <a:pt x="22828" y="1511"/>
                      <a:pt x="23138" y="727"/>
                    </a:cubicBezTo>
                    <a:cubicBezTo>
                      <a:pt x="23194" y="585"/>
                      <a:pt x="23233" y="440"/>
                      <a:pt x="23256" y="292"/>
                    </a:cubicBezTo>
                    <a:close/>
                    <a:moveTo>
                      <a:pt x="23739" y="1"/>
                    </a:moveTo>
                    <a:cubicBezTo>
                      <a:pt x="23674" y="1"/>
                      <a:pt x="23606" y="9"/>
                      <a:pt x="23550" y="9"/>
                    </a:cubicBezTo>
                    <a:lnTo>
                      <a:pt x="23132" y="9"/>
                    </a:lnTo>
                    <a:cubicBezTo>
                      <a:pt x="23053" y="9"/>
                      <a:pt x="22997" y="77"/>
                      <a:pt x="22991" y="151"/>
                    </a:cubicBezTo>
                    <a:cubicBezTo>
                      <a:pt x="22951" y="642"/>
                      <a:pt x="22652" y="1173"/>
                      <a:pt x="22178" y="1421"/>
                    </a:cubicBezTo>
                    <a:cubicBezTo>
                      <a:pt x="21912" y="1562"/>
                      <a:pt x="21610" y="1630"/>
                      <a:pt x="21308" y="1630"/>
                    </a:cubicBezTo>
                    <a:cubicBezTo>
                      <a:pt x="20762" y="1630"/>
                      <a:pt x="20213" y="1410"/>
                      <a:pt x="19857" y="1003"/>
                    </a:cubicBezTo>
                    <a:cubicBezTo>
                      <a:pt x="19831" y="975"/>
                      <a:pt x="19793" y="961"/>
                      <a:pt x="19756" y="961"/>
                    </a:cubicBezTo>
                    <a:cubicBezTo>
                      <a:pt x="19718" y="961"/>
                      <a:pt x="19682" y="975"/>
                      <a:pt x="19659" y="1003"/>
                    </a:cubicBezTo>
                    <a:cubicBezTo>
                      <a:pt x="19299" y="1410"/>
                      <a:pt x="18751" y="1630"/>
                      <a:pt x="18206" y="1630"/>
                    </a:cubicBezTo>
                    <a:cubicBezTo>
                      <a:pt x="17904" y="1630"/>
                      <a:pt x="17604" y="1562"/>
                      <a:pt x="17338" y="1421"/>
                    </a:cubicBezTo>
                    <a:cubicBezTo>
                      <a:pt x="16863" y="1173"/>
                      <a:pt x="16559" y="642"/>
                      <a:pt x="16519" y="151"/>
                    </a:cubicBezTo>
                    <a:cubicBezTo>
                      <a:pt x="16513" y="77"/>
                      <a:pt x="16463" y="9"/>
                      <a:pt x="16378" y="9"/>
                    </a:cubicBezTo>
                    <a:cubicBezTo>
                      <a:pt x="16350" y="9"/>
                      <a:pt x="16324" y="9"/>
                      <a:pt x="16298" y="9"/>
                    </a:cubicBezTo>
                    <a:cubicBezTo>
                      <a:pt x="16208" y="9"/>
                      <a:pt x="16129" y="16"/>
                      <a:pt x="16050" y="77"/>
                    </a:cubicBezTo>
                    <a:cubicBezTo>
                      <a:pt x="15960" y="145"/>
                      <a:pt x="15875" y="224"/>
                      <a:pt x="15785" y="292"/>
                    </a:cubicBezTo>
                    <a:cubicBezTo>
                      <a:pt x="15373" y="619"/>
                      <a:pt x="14943" y="924"/>
                      <a:pt x="14509" y="1224"/>
                    </a:cubicBezTo>
                    <a:cubicBezTo>
                      <a:pt x="13820" y="1698"/>
                      <a:pt x="13102" y="2139"/>
                      <a:pt x="12374" y="2551"/>
                    </a:cubicBezTo>
                    <a:cubicBezTo>
                      <a:pt x="11527" y="3025"/>
                      <a:pt x="10640" y="3409"/>
                      <a:pt x="9776" y="3855"/>
                    </a:cubicBezTo>
                    <a:cubicBezTo>
                      <a:pt x="7336" y="5115"/>
                      <a:pt x="5083" y="6882"/>
                      <a:pt x="3558" y="9198"/>
                    </a:cubicBezTo>
                    <a:cubicBezTo>
                      <a:pt x="3112" y="9881"/>
                      <a:pt x="2700" y="10626"/>
                      <a:pt x="2474" y="11423"/>
                    </a:cubicBezTo>
                    <a:cubicBezTo>
                      <a:pt x="2034" y="13015"/>
                      <a:pt x="1695" y="14636"/>
                      <a:pt x="1390" y="16257"/>
                    </a:cubicBezTo>
                    <a:cubicBezTo>
                      <a:pt x="752" y="19657"/>
                      <a:pt x="328" y="23096"/>
                      <a:pt x="97" y="26541"/>
                    </a:cubicBezTo>
                    <a:cubicBezTo>
                      <a:pt x="63" y="27060"/>
                      <a:pt x="34" y="27585"/>
                      <a:pt x="6" y="28105"/>
                    </a:cubicBezTo>
                    <a:cubicBezTo>
                      <a:pt x="1" y="28184"/>
                      <a:pt x="74" y="28246"/>
                      <a:pt x="147" y="28246"/>
                    </a:cubicBezTo>
                    <a:lnTo>
                      <a:pt x="39848" y="28246"/>
                    </a:lnTo>
                    <a:cubicBezTo>
                      <a:pt x="39922" y="28246"/>
                      <a:pt x="39989" y="28184"/>
                      <a:pt x="39989" y="28105"/>
                    </a:cubicBezTo>
                    <a:cubicBezTo>
                      <a:pt x="39820" y="24745"/>
                      <a:pt x="39464" y="21390"/>
                      <a:pt x="38922" y="18064"/>
                    </a:cubicBezTo>
                    <a:cubicBezTo>
                      <a:pt x="38600" y="16104"/>
                      <a:pt x="38216" y="14156"/>
                      <a:pt x="37730" y="12230"/>
                    </a:cubicBezTo>
                    <a:cubicBezTo>
                      <a:pt x="37651" y="11908"/>
                      <a:pt x="37567" y="11586"/>
                      <a:pt x="37476" y="11270"/>
                    </a:cubicBezTo>
                    <a:cubicBezTo>
                      <a:pt x="37363" y="10881"/>
                      <a:pt x="37177" y="10502"/>
                      <a:pt x="36991" y="10146"/>
                    </a:cubicBezTo>
                    <a:cubicBezTo>
                      <a:pt x="36494" y="9192"/>
                      <a:pt x="35850" y="8311"/>
                      <a:pt x="35121" y="7520"/>
                    </a:cubicBezTo>
                    <a:cubicBezTo>
                      <a:pt x="33992" y="6284"/>
                      <a:pt x="32648" y="5245"/>
                      <a:pt x="31202" y="4397"/>
                    </a:cubicBezTo>
                    <a:cubicBezTo>
                      <a:pt x="30259" y="3844"/>
                      <a:pt x="29259" y="3415"/>
                      <a:pt x="28294" y="2912"/>
                    </a:cubicBezTo>
                    <a:cubicBezTo>
                      <a:pt x="27413" y="2455"/>
                      <a:pt x="26566" y="1947"/>
                      <a:pt x="25741" y="1399"/>
                    </a:cubicBezTo>
                    <a:cubicBezTo>
                      <a:pt x="25182" y="1026"/>
                      <a:pt x="24634" y="631"/>
                      <a:pt x="24103" y="207"/>
                    </a:cubicBezTo>
                    <a:cubicBezTo>
                      <a:pt x="24036" y="151"/>
                      <a:pt x="23945" y="49"/>
                      <a:pt x="23855" y="15"/>
                    </a:cubicBezTo>
                    <a:cubicBezTo>
                      <a:pt x="23820" y="4"/>
                      <a:pt x="23780" y="1"/>
                      <a:pt x="23739"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07" name="Google Shape;1107;p39">
                <a:extLst>
                  <a:ext uri="{FF2B5EF4-FFF2-40B4-BE49-F238E27FC236}">
                    <a16:creationId xmlns:a16="http://schemas.microsoft.com/office/drawing/2014/main" id="{E618BF74-6907-9441-D45F-4575B6DDAF02}"/>
                  </a:ext>
                </a:extLst>
              </p:cNvPr>
              <p:cNvSpPr/>
              <p:nvPr/>
            </p:nvSpPr>
            <p:spPr>
              <a:xfrm>
                <a:off x="2440000" y="3757225"/>
                <a:ext cx="176225" cy="7650"/>
              </a:xfrm>
              <a:custGeom>
                <a:avLst/>
                <a:gdLst/>
                <a:ahLst/>
                <a:cxnLst/>
                <a:rect l="l" t="t" r="r" b="b"/>
                <a:pathLst>
                  <a:path w="7049" h="306" extrusionOk="0">
                    <a:moveTo>
                      <a:pt x="148" y="1"/>
                    </a:moveTo>
                    <a:cubicBezTo>
                      <a:pt x="74" y="1"/>
                      <a:pt x="1" y="63"/>
                      <a:pt x="7" y="142"/>
                    </a:cubicBezTo>
                    <a:cubicBezTo>
                      <a:pt x="7" y="148"/>
                      <a:pt x="7" y="159"/>
                      <a:pt x="7" y="165"/>
                    </a:cubicBezTo>
                    <a:cubicBezTo>
                      <a:pt x="12" y="244"/>
                      <a:pt x="69" y="306"/>
                      <a:pt x="148" y="306"/>
                    </a:cubicBezTo>
                    <a:lnTo>
                      <a:pt x="6902" y="306"/>
                    </a:lnTo>
                    <a:cubicBezTo>
                      <a:pt x="6962" y="306"/>
                      <a:pt x="7003" y="274"/>
                      <a:pt x="7023" y="232"/>
                    </a:cubicBezTo>
                    <a:lnTo>
                      <a:pt x="7023" y="232"/>
                    </a:lnTo>
                    <a:cubicBezTo>
                      <a:pt x="7034" y="214"/>
                      <a:pt x="7042" y="191"/>
                      <a:pt x="7043" y="165"/>
                    </a:cubicBezTo>
                    <a:cubicBezTo>
                      <a:pt x="7043" y="159"/>
                      <a:pt x="7043" y="148"/>
                      <a:pt x="7043" y="142"/>
                    </a:cubicBezTo>
                    <a:cubicBezTo>
                      <a:pt x="7049" y="63"/>
                      <a:pt x="6975" y="1"/>
                      <a:pt x="6902"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08" name="Google Shape;1108;p39">
                <a:extLst>
                  <a:ext uri="{FF2B5EF4-FFF2-40B4-BE49-F238E27FC236}">
                    <a16:creationId xmlns:a16="http://schemas.microsoft.com/office/drawing/2014/main" id="{0962FC8E-4425-71AA-A79C-BEFE988ECE13}"/>
                  </a:ext>
                </a:extLst>
              </p:cNvPr>
              <p:cNvSpPr/>
              <p:nvPr/>
            </p:nvSpPr>
            <p:spPr>
              <a:xfrm>
                <a:off x="2440000" y="3757800"/>
                <a:ext cx="176225" cy="47450"/>
              </a:xfrm>
              <a:custGeom>
                <a:avLst/>
                <a:gdLst/>
                <a:ahLst/>
                <a:cxnLst/>
                <a:rect l="l" t="t" r="r" b="b"/>
                <a:pathLst>
                  <a:path w="7049" h="1898" extrusionOk="0">
                    <a:moveTo>
                      <a:pt x="6741" y="283"/>
                    </a:moveTo>
                    <a:cubicBezTo>
                      <a:pt x="6725" y="362"/>
                      <a:pt x="6708" y="441"/>
                      <a:pt x="6682" y="520"/>
                    </a:cubicBezTo>
                    <a:cubicBezTo>
                      <a:pt x="6608" y="735"/>
                      <a:pt x="6495" y="944"/>
                      <a:pt x="6337" y="1113"/>
                    </a:cubicBezTo>
                    <a:cubicBezTo>
                      <a:pt x="6020" y="1454"/>
                      <a:pt x="5533" y="1618"/>
                      <a:pt x="5070" y="1618"/>
                    </a:cubicBezTo>
                    <a:cubicBezTo>
                      <a:pt x="4965" y="1618"/>
                      <a:pt x="4862" y="1610"/>
                      <a:pt x="4762" y="1593"/>
                    </a:cubicBezTo>
                    <a:cubicBezTo>
                      <a:pt x="4327" y="1520"/>
                      <a:pt x="3920" y="1328"/>
                      <a:pt x="3627" y="994"/>
                    </a:cubicBezTo>
                    <a:cubicBezTo>
                      <a:pt x="3601" y="966"/>
                      <a:pt x="3563" y="952"/>
                      <a:pt x="3526" y="952"/>
                    </a:cubicBezTo>
                    <a:cubicBezTo>
                      <a:pt x="3488" y="952"/>
                      <a:pt x="3452" y="966"/>
                      <a:pt x="3429" y="994"/>
                    </a:cubicBezTo>
                    <a:cubicBezTo>
                      <a:pt x="3096" y="1378"/>
                      <a:pt x="2559" y="1616"/>
                      <a:pt x="2051" y="1616"/>
                    </a:cubicBezTo>
                    <a:cubicBezTo>
                      <a:pt x="1582" y="1616"/>
                      <a:pt x="1102" y="1503"/>
                      <a:pt x="758" y="1158"/>
                    </a:cubicBezTo>
                    <a:cubicBezTo>
                      <a:pt x="543" y="944"/>
                      <a:pt x="402" y="673"/>
                      <a:pt x="334" y="384"/>
                    </a:cubicBezTo>
                    <a:cubicBezTo>
                      <a:pt x="324" y="349"/>
                      <a:pt x="317" y="316"/>
                      <a:pt x="312" y="283"/>
                    </a:cubicBezTo>
                    <a:close/>
                    <a:moveTo>
                      <a:pt x="148" y="0"/>
                    </a:moveTo>
                    <a:cubicBezTo>
                      <a:pt x="80" y="0"/>
                      <a:pt x="1" y="68"/>
                      <a:pt x="7" y="142"/>
                    </a:cubicBezTo>
                    <a:cubicBezTo>
                      <a:pt x="63" y="802"/>
                      <a:pt x="453" y="1429"/>
                      <a:pt x="1063" y="1706"/>
                    </a:cubicBezTo>
                    <a:cubicBezTo>
                      <a:pt x="1379" y="1847"/>
                      <a:pt x="1712" y="1898"/>
                      <a:pt x="2051" y="1898"/>
                    </a:cubicBezTo>
                    <a:cubicBezTo>
                      <a:pt x="2584" y="1898"/>
                      <a:pt x="3146" y="1670"/>
                      <a:pt x="3527" y="1298"/>
                    </a:cubicBezTo>
                    <a:lnTo>
                      <a:pt x="3527" y="1298"/>
                    </a:lnTo>
                    <a:cubicBezTo>
                      <a:pt x="3929" y="1698"/>
                      <a:pt x="4498" y="1894"/>
                      <a:pt x="5064" y="1894"/>
                    </a:cubicBezTo>
                    <a:cubicBezTo>
                      <a:pt x="5178" y="1894"/>
                      <a:pt x="5293" y="1886"/>
                      <a:pt x="5406" y="1870"/>
                    </a:cubicBezTo>
                    <a:cubicBezTo>
                      <a:pt x="6100" y="1774"/>
                      <a:pt x="6659" y="1356"/>
                      <a:pt x="6913" y="701"/>
                    </a:cubicBezTo>
                    <a:cubicBezTo>
                      <a:pt x="6987" y="520"/>
                      <a:pt x="7026" y="334"/>
                      <a:pt x="7043" y="142"/>
                    </a:cubicBezTo>
                    <a:cubicBezTo>
                      <a:pt x="7049" y="68"/>
                      <a:pt x="6975" y="0"/>
                      <a:pt x="6902"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109" name="Google Shape;1109;p39">
              <a:extLst>
                <a:ext uri="{FF2B5EF4-FFF2-40B4-BE49-F238E27FC236}">
                  <a16:creationId xmlns:a16="http://schemas.microsoft.com/office/drawing/2014/main" id="{B32B408D-F6B5-5DC6-E51B-039B9C799EC2}"/>
                </a:ext>
              </a:extLst>
            </p:cNvPr>
            <p:cNvGrpSpPr/>
            <p:nvPr/>
          </p:nvGrpSpPr>
          <p:grpSpPr>
            <a:xfrm flipH="1">
              <a:off x="6670530" y="3118726"/>
              <a:ext cx="1403949" cy="1713667"/>
              <a:chOff x="2530500" y="1412150"/>
              <a:chExt cx="999750" cy="1220300"/>
            </a:xfrm>
          </p:grpSpPr>
          <p:sp>
            <p:nvSpPr>
              <p:cNvPr id="1110" name="Google Shape;1110;p39">
                <a:extLst>
                  <a:ext uri="{FF2B5EF4-FFF2-40B4-BE49-F238E27FC236}">
                    <a16:creationId xmlns:a16="http://schemas.microsoft.com/office/drawing/2014/main" id="{5EF9D7E1-FD7D-C9C0-764B-D1A60E38A06A}"/>
                  </a:ext>
                </a:extLst>
              </p:cNvPr>
              <p:cNvSpPr/>
              <p:nvPr/>
            </p:nvSpPr>
            <p:spPr>
              <a:xfrm>
                <a:off x="2932025" y="1470100"/>
                <a:ext cx="334350" cy="463500"/>
              </a:xfrm>
              <a:custGeom>
                <a:avLst/>
                <a:gdLst/>
                <a:ahLst/>
                <a:cxnLst/>
                <a:rect l="l" t="t" r="r" b="b"/>
                <a:pathLst>
                  <a:path w="13374" h="18540" extrusionOk="0">
                    <a:moveTo>
                      <a:pt x="2578" y="415"/>
                    </a:moveTo>
                    <a:lnTo>
                      <a:pt x="2578" y="415"/>
                    </a:lnTo>
                    <a:cubicBezTo>
                      <a:pt x="4084" y="774"/>
                      <a:pt x="5637" y="1007"/>
                      <a:pt x="7189" y="1007"/>
                    </a:cubicBezTo>
                    <a:cubicBezTo>
                      <a:pt x="7284" y="1007"/>
                      <a:pt x="7378" y="1006"/>
                      <a:pt x="7472" y="1004"/>
                    </a:cubicBezTo>
                    <a:cubicBezTo>
                      <a:pt x="8387" y="988"/>
                      <a:pt x="9330" y="897"/>
                      <a:pt x="10211" y="620"/>
                    </a:cubicBezTo>
                    <a:cubicBezTo>
                      <a:pt x="10318" y="586"/>
                      <a:pt x="10428" y="552"/>
                      <a:pt x="10534" y="508"/>
                    </a:cubicBezTo>
                    <a:lnTo>
                      <a:pt x="10534" y="508"/>
                    </a:lnTo>
                    <a:cubicBezTo>
                      <a:pt x="11027" y="1155"/>
                      <a:pt x="11345" y="1943"/>
                      <a:pt x="11426" y="2755"/>
                    </a:cubicBezTo>
                    <a:cubicBezTo>
                      <a:pt x="11465" y="3145"/>
                      <a:pt x="11454" y="3546"/>
                      <a:pt x="11454" y="3941"/>
                    </a:cubicBezTo>
                    <a:lnTo>
                      <a:pt x="11454" y="5359"/>
                    </a:lnTo>
                    <a:cubicBezTo>
                      <a:pt x="11454" y="5455"/>
                      <a:pt x="11426" y="5613"/>
                      <a:pt x="11493" y="5686"/>
                    </a:cubicBezTo>
                    <a:cubicBezTo>
                      <a:pt x="11584" y="5782"/>
                      <a:pt x="11714" y="5861"/>
                      <a:pt x="11815" y="5940"/>
                    </a:cubicBezTo>
                    <a:cubicBezTo>
                      <a:pt x="12160" y="6217"/>
                      <a:pt x="12504" y="6488"/>
                      <a:pt x="12854" y="6765"/>
                    </a:cubicBezTo>
                    <a:cubicBezTo>
                      <a:pt x="13029" y="6912"/>
                      <a:pt x="13120" y="7132"/>
                      <a:pt x="13018" y="7352"/>
                    </a:cubicBezTo>
                    <a:cubicBezTo>
                      <a:pt x="12922" y="7567"/>
                      <a:pt x="12702" y="7674"/>
                      <a:pt x="12476" y="7680"/>
                    </a:cubicBezTo>
                    <a:lnTo>
                      <a:pt x="11567" y="7680"/>
                    </a:lnTo>
                    <a:cubicBezTo>
                      <a:pt x="11488" y="7680"/>
                      <a:pt x="11431" y="7742"/>
                      <a:pt x="11426" y="7821"/>
                    </a:cubicBezTo>
                    <a:cubicBezTo>
                      <a:pt x="11267" y="9588"/>
                      <a:pt x="10307" y="11232"/>
                      <a:pt x="8833" y="12231"/>
                    </a:cubicBezTo>
                    <a:cubicBezTo>
                      <a:pt x="8421" y="12514"/>
                      <a:pt x="7975" y="12740"/>
                      <a:pt x="7512" y="12909"/>
                    </a:cubicBezTo>
                    <a:cubicBezTo>
                      <a:pt x="7450" y="12932"/>
                      <a:pt x="7405" y="12982"/>
                      <a:pt x="7405" y="13045"/>
                    </a:cubicBezTo>
                    <a:lnTo>
                      <a:pt x="7405" y="14857"/>
                    </a:lnTo>
                    <a:lnTo>
                      <a:pt x="7405" y="17738"/>
                    </a:lnTo>
                    <a:lnTo>
                      <a:pt x="7405" y="18257"/>
                    </a:lnTo>
                    <a:lnTo>
                      <a:pt x="283" y="18257"/>
                    </a:lnTo>
                    <a:lnTo>
                      <a:pt x="283" y="16710"/>
                    </a:lnTo>
                    <a:lnTo>
                      <a:pt x="283" y="14022"/>
                    </a:lnTo>
                    <a:lnTo>
                      <a:pt x="283" y="13406"/>
                    </a:lnTo>
                    <a:lnTo>
                      <a:pt x="283" y="11746"/>
                    </a:lnTo>
                    <a:lnTo>
                      <a:pt x="283" y="10808"/>
                    </a:lnTo>
                    <a:lnTo>
                      <a:pt x="283" y="8617"/>
                    </a:lnTo>
                    <a:lnTo>
                      <a:pt x="283" y="6347"/>
                    </a:lnTo>
                    <a:lnTo>
                      <a:pt x="283" y="5534"/>
                    </a:lnTo>
                    <a:cubicBezTo>
                      <a:pt x="283" y="5445"/>
                      <a:pt x="291" y="5351"/>
                      <a:pt x="291" y="5261"/>
                    </a:cubicBezTo>
                    <a:lnTo>
                      <a:pt x="291" y="5261"/>
                    </a:lnTo>
                    <a:cubicBezTo>
                      <a:pt x="1182" y="5259"/>
                      <a:pt x="2088" y="4818"/>
                      <a:pt x="2650" y="4144"/>
                    </a:cubicBezTo>
                    <a:cubicBezTo>
                      <a:pt x="3276" y="3393"/>
                      <a:pt x="3497" y="2360"/>
                      <a:pt x="3180" y="1428"/>
                    </a:cubicBezTo>
                    <a:cubicBezTo>
                      <a:pt x="3051" y="1049"/>
                      <a:pt x="2843" y="707"/>
                      <a:pt x="2578" y="415"/>
                    </a:cubicBezTo>
                    <a:close/>
                    <a:moveTo>
                      <a:pt x="2078" y="0"/>
                    </a:moveTo>
                    <a:cubicBezTo>
                      <a:pt x="1940" y="0"/>
                      <a:pt x="1898" y="182"/>
                      <a:pt x="2011" y="265"/>
                    </a:cubicBezTo>
                    <a:cubicBezTo>
                      <a:pt x="2763" y="846"/>
                      <a:pt x="3175" y="1806"/>
                      <a:pt x="3005" y="2750"/>
                    </a:cubicBezTo>
                    <a:cubicBezTo>
                      <a:pt x="2859" y="3574"/>
                      <a:pt x="2305" y="4269"/>
                      <a:pt x="1571" y="4653"/>
                    </a:cubicBezTo>
                    <a:cubicBezTo>
                      <a:pt x="1181" y="4853"/>
                      <a:pt x="721" y="4978"/>
                      <a:pt x="275" y="4978"/>
                    </a:cubicBezTo>
                    <a:cubicBezTo>
                      <a:pt x="231" y="4978"/>
                      <a:pt x="186" y="4977"/>
                      <a:pt x="142" y="4975"/>
                    </a:cubicBezTo>
                    <a:cubicBezTo>
                      <a:pt x="69" y="4975"/>
                      <a:pt x="1" y="5042"/>
                      <a:pt x="1" y="5116"/>
                    </a:cubicBezTo>
                    <a:lnTo>
                      <a:pt x="1" y="6115"/>
                    </a:lnTo>
                    <a:lnTo>
                      <a:pt x="1" y="8323"/>
                    </a:lnTo>
                    <a:lnTo>
                      <a:pt x="1" y="10588"/>
                    </a:lnTo>
                    <a:lnTo>
                      <a:pt x="1" y="11734"/>
                    </a:lnTo>
                    <a:lnTo>
                      <a:pt x="1" y="13338"/>
                    </a:lnTo>
                    <a:lnTo>
                      <a:pt x="1" y="13406"/>
                    </a:lnTo>
                    <a:lnTo>
                      <a:pt x="1" y="15095"/>
                    </a:lnTo>
                    <a:lnTo>
                      <a:pt x="1" y="17783"/>
                    </a:lnTo>
                    <a:lnTo>
                      <a:pt x="1" y="18398"/>
                    </a:lnTo>
                    <a:cubicBezTo>
                      <a:pt x="1" y="18472"/>
                      <a:pt x="69" y="18539"/>
                      <a:pt x="142" y="18539"/>
                    </a:cubicBezTo>
                    <a:lnTo>
                      <a:pt x="7546" y="18539"/>
                    </a:lnTo>
                    <a:cubicBezTo>
                      <a:pt x="7625" y="18539"/>
                      <a:pt x="7687" y="18472"/>
                      <a:pt x="7687" y="18398"/>
                    </a:cubicBezTo>
                    <a:lnTo>
                      <a:pt x="7687" y="16585"/>
                    </a:lnTo>
                    <a:lnTo>
                      <a:pt x="7687" y="13705"/>
                    </a:lnTo>
                    <a:lnTo>
                      <a:pt x="7687" y="13142"/>
                    </a:lnTo>
                    <a:lnTo>
                      <a:pt x="7687" y="13142"/>
                    </a:lnTo>
                    <a:cubicBezTo>
                      <a:pt x="9390" y="12493"/>
                      <a:pt x="10754" y="11113"/>
                      <a:pt x="11369" y="9385"/>
                    </a:cubicBezTo>
                    <a:cubicBezTo>
                      <a:pt x="11534" y="8927"/>
                      <a:pt x="11642" y="8446"/>
                      <a:pt x="11694" y="7962"/>
                    </a:cubicBezTo>
                    <a:lnTo>
                      <a:pt x="12448" y="7962"/>
                    </a:lnTo>
                    <a:cubicBezTo>
                      <a:pt x="12866" y="7956"/>
                      <a:pt x="13272" y="7702"/>
                      <a:pt x="13334" y="7262"/>
                    </a:cubicBezTo>
                    <a:cubicBezTo>
                      <a:pt x="13373" y="6994"/>
                      <a:pt x="13264" y="6742"/>
                      <a:pt x="13059" y="6568"/>
                    </a:cubicBezTo>
                    <a:lnTo>
                      <a:pt x="13059" y="6568"/>
                    </a:lnTo>
                    <a:cubicBezTo>
                      <a:pt x="13057" y="6566"/>
                      <a:pt x="13055" y="6563"/>
                      <a:pt x="13052" y="6561"/>
                    </a:cubicBezTo>
                    <a:lnTo>
                      <a:pt x="13052" y="6561"/>
                    </a:lnTo>
                    <a:cubicBezTo>
                      <a:pt x="13052" y="6561"/>
                      <a:pt x="13052" y="6561"/>
                      <a:pt x="13052" y="6561"/>
                    </a:cubicBezTo>
                    <a:cubicBezTo>
                      <a:pt x="13051" y="6561"/>
                      <a:pt x="13051" y="6560"/>
                      <a:pt x="13050" y="6560"/>
                    </a:cubicBezTo>
                    <a:lnTo>
                      <a:pt x="13050" y="6560"/>
                    </a:lnTo>
                    <a:cubicBezTo>
                      <a:pt x="12614" y="6216"/>
                      <a:pt x="12173" y="5868"/>
                      <a:pt x="11736" y="5524"/>
                    </a:cubicBezTo>
                    <a:lnTo>
                      <a:pt x="11736" y="5524"/>
                    </a:lnTo>
                    <a:lnTo>
                      <a:pt x="11736" y="4009"/>
                    </a:lnTo>
                    <a:cubicBezTo>
                      <a:pt x="11736" y="3309"/>
                      <a:pt x="11747" y="2614"/>
                      <a:pt x="11555" y="1931"/>
                    </a:cubicBezTo>
                    <a:cubicBezTo>
                      <a:pt x="11380" y="1298"/>
                      <a:pt x="11064" y="711"/>
                      <a:pt x="10646" y="203"/>
                    </a:cubicBezTo>
                    <a:cubicBezTo>
                      <a:pt x="10618" y="167"/>
                      <a:pt x="10586" y="153"/>
                      <a:pt x="10554" y="153"/>
                    </a:cubicBezTo>
                    <a:cubicBezTo>
                      <a:pt x="10501" y="153"/>
                      <a:pt x="10449" y="195"/>
                      <a:pt x="10426" y="250"/>
                    </a:cubicBezTo>
                    <a:lnTo>
                      <a:pt x="10426" y="250"/>
                    </a:lnTo>
                    <a:cubicBezTo>
                      <a:pt x="10354" y="276"/>
                      <a:pt x="10283" y="301"/>
                      <a:pt x="10211" y="327"/>
                    </a:cubicBezTo>
                    <a:cubicBezTo>
                      <a:pt x="9906" y="428"/>
                      <a:pt x="9590" y="502"/>
                      <a:pt x="9274" y="558"/>
                    </a:cubicBezTo>
                    <a:cubicBezTo>
                      <a:pt x="8602" y="679"/>
                      <a:pt x="7916" y="729"/>
                      <a:pt x="7230" y="729"/>
                    </a:cubicBezTo>
                    <a:cubicBezTo>
                      <a:pt x="6637" y="729"/>
                      <a:pt x="6043" y="692"/>
                      <a:pt x="5456" y="632"/>
                    </a:cubicBezTo>
                    <a:cubicBezTo>
                      <a:pt x="4333" y="513"/>
                      <a:pt x="3214" y="293"/>
                      <a:pt x="2119" y="5"/>
                    </a:cubicBezTo>
                    <a:cubicBezTo>
                      <a:pt x="2104" y="2"/>
                      <a:pt x="2091" y="0"/>
                      <a:pt x="2078"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11" name="Google Shape;1111;p39">
                <a:extLst>
                  <a:ext uri="{FF2B5EF4-FFF2-40B4-BE49-F238E27FC236}">
                    <a16:creationId xmlns:a16="http://schemas.microsoft.com/office/drawing/2014/main" id="{5D10C637-9CFE-BBBC-9398-A8F4EF611EF8}"/>
                  </a:ext>
                </a:extLst>
              </p:cNvPr>
              <p:cNvSpPr/>
              <p:nvPr/>
            </p:nvSpPr>
            <p:spPr>
              <a:xfrm>
                <a:off x="2793250" y="1412150"/>
                <a:ext cx="406800" cy="355175"/>
              </a:xfrm>
              <a:custGeom>
                <a:avLst/>
                <a:gdLst/>
                <a:ahLst/>
                <a:cxnLst/>
                <a:rect l="l" t="t" r="r" b="b"/>
                <a:pathLst>
                  <a:path w="16272" h="14207" extrusionOk="0">
                    <a:moveTo>
                      <a:pt x="9000" y="284"/>
                    </a:moveTo>
                    <a:cubicBezTo>
                      <a:pt x="10460" y="284"/>
                      <a:pt x="11941" y="445"/>
                      <a:pt x="13328" y="917"/>
                    </a:cubicBezTo>
                    <a:cubicBezTo>
                      <a:pt x="13712" y="1041"/>
                      <a:pt x="14085" y="1199"/>
                      <a:pt x="14447" y="1385"/>
                    </a:cubicBezTo>
                    <a:cubicBezTo>
                      <a:pt x="14627" y="1476"/>
                      <a:pt x="14808" y="1577"/>
                      <a:pt x="14977" y="1690"/>
                    </a:cubicBezTo>
                    <a:cubicBezTo>
                      <a:pt x="15175" y="1815"/>
                      <a:pt x="15344" y="1961"/>
                      <a:pt x="15525" y="2108"/>
                    </a:cubicBezTo>
                    <a:cubicBezTo>
                      <a:pt x="15667" y="2250"/>
                      <a:pt x="15824" y="2407"/>
                      <a:pt x="15925" y="2587"/>
                    </a:cubicBezTo>
                    <a:lnTo>
                      <a:pt x="15925" y="2587"/>
                    </a:lnTo>
                    <a:cubicBezTo>
                      <a:pt x="15871" y="2606"/>
                      <a:pt x="15816" y="2625"/>
                      <a:pt x="15762" y="2645"/>
                    </a:cubicBezTo>
                    <a:cubicBezTo>
                      <a:pt x="15457" y="2746"/>
                      <a:pt x="15141" y="2820"/>
                      <a:pt x="14825" y="2876"/>
                    </a:cubicBezTo>
                    <a:cubicBezTo>
                      <a:pt x="14153" y="2997"/>
                      <a:pt x="13467" y="3047"/>
                      <a:pt x="12781" y="3047"/>
                    </a:cubicBezTo>
                    <a:cubicBezTo>
                      <a:pt x="12188" y="3047"/>
                      <a:pt x="11594" y="3010"/>
                      <a:pt x="11007" y="2950"/>
                    </a:cubicBezTo>
                    <a:cubicBezTo>
                      <a:pt x="9884" y="2831"/>
                      <a:pt x="8765" y="2611"/>
                      <a:pt x="7670" y="2323"/>
                    </a:cubicBezTo>
                    <a:cubicBezTo>
                      <a:pt x="7655" y="2320"/>
                      <a:pt x="7642" y="2318"/>
                      <a:pt x="7629" y="2318"/>
                    </a:cubicBezTo>
                    <a:cubicBezTo>
                      <a:pt x="7491" y="2318"/>
                      <a:pt x="7449" y="2500"/>
                      <a:pt x="7562" y="2583"/>
                    </a:cubicBezTo>
                    <a:cubicBezTo>
                      <a:pt x="8314" y="3164"/>
                      <a:pt x="8726" y="4124"/>
                      <a:pt x="8556" y="5068"/>
                    </a:cubicBezTo>
                    <a:cubicBezTo>
                      <a:pt x="8410" y="5892"/>
                      <a:pt x="7856" y="6587"/>
                      <a:pt x="7122" y="6971"/>
                    </a:cubicBezTo>
                    <a:cubicBezTo>
                      <a:pt x="6732" y="7171"/>
                      <a:pt x="6272" y="7296"/>
                      <a:pt x="5826" y="7296"/>
                    </a:cubicBezTo>
                    <a:cubicBezTo>
                      <a:pt x="5782" y="7296"/>
                      <a:pt x="5737" y="7295"/>
                      <a:pt x="5693" y="7293"/>
                    </a:cubicBezTo>
                    <a:cubicBezTo>
                      <a:pt x="5620" y="7293"/>
                      <a:pt x="5552" y="7360"/>
                      <a:pt x="5552" y="7434"/>
                    </a:cubicBezTo>
                    <a:lnTo>
                      <a:pt x="5552" y="9676"/>
                    </a:lnTo>
                    <a:lnTo>
                      <a:pt x="5552" y="13239"/>
                    </a:lnTo>
                    <a:lnTo>
                      <a:pt x="5552" y="13844"/>
                    </a:lnTo>
                    <a:lnTo>
                      <a:pt x="5552" y="13844"/>
                    </a:lnTo>
                    <a:cubicBezTo>
                      <a:pt x="5431" y="13786"/>
                      <a:pt x="5314" y="13726"/>
                      <a:pt x="5202" y="13663"/>
                    </a:cubicBezTo>
                    <a:cubicBezTo>
                      <a:pt x="4744" y="13414"/>
                      <a:pt x="4315" y="13121"/>
                      <a:pt x="3909" y="12793"/>
                    </a:cubicBezTo>
                    <a:cubicBezTo>
                      <a:pt x="3899" y="12785"/>
                      <a:pt x="3888" y="12779"/>
                      <a:pt x="3876" y="12773"/>
                    </a:cubicBezTo>
                    <a:lnTo>
                      <a:pt x="3876" y="12773"/>
                    </a:lnTo>
                    <a:cubicBezTo>
                      <a:pt x="2190" y="11740"/>
                      <a:pt x="1073" y="9951"/>
                      <a:pt x="594" y="8055"/>
                    </a:cubicBezTo>
                    <a:cubicBezTo>
                      <a:pt x="164" y="6344"/>
                      <a:pt x="198" y="4305"/>
                      <a:pt x="1356" y="2876"/>
                    </a:cubicBezTo>
                    <a:cubicBezTo>
                      <a:pt x="2192" y="1849"/>
                      <a:pt x="3423" y="1244"/>
                      <a:pt x="4671" y="872"/>
                    </a:cubicBezTo>
                    <a:cubicBezTo>
                      <a:pt x="6049" y="471"/>
                      <a:pt x="7489" y="296"/>
                      <a:pt x="8923" y="284"/>
                    </a:cubicBezTo>
                    <a:cubicBezTo>
                      <a:pt x="8949" y="284"/>
                      <a:pt x="8974" y="284"/>
                      <a:pt x="9000" y="284"/>
                    </a:cubicBezTo>
                    <a:close/>
                    <a:moveTo>
                      <a:pt x="9022" y="0"/>
                    </a:moveTo>
                    <a:cubicBezTo>
                      <a:pt x="8410" y="0"/>
                      <a:pt x="7798" y="33"/>
                      <a:pt x="7190" y="98"/>
                    </a:cubicBezTo>
                    <a:cubicBezTo>
                      <a:pt x="6314" y="194"/>
                      <a:pt x="5439" y="352"/>
                      <a:pt x="4592" y="595"/>
                    </a:cubicBezTo>
                    <a:cubicBezTo>
                      <a:pt x="4584" y="597"/>
                      <a:pt x="4577" y="600"/>
                      <a:pt x="4570" y="603"/>
                    </a:cubicBezTo>
                    <a:lnTo>
                      <a:pt x="4570" y="603"/>
                    </a:lnTo>
                    <a:cubicBezTo>
                      <a:pt x="3427" y="948"/>
                      <a:pt x="2309" y="1477"/>
                      <a:pt x="1463" y="2334"/>
                    </a:cubicBezTo>
                    <a:cubicBezTo>
                      <a:pt x="769" y="3034"/>
                      <a:pt x="339" y="3921"/>
                      <a:pt x="164" y="4892"/>
                    </a:cubicBezTo>
                    <a:cubicBezTo>
                      <a:pt x="1" y="5830"/>
                      <a:pt x="40" y="6796"/>
                      <a:pt x="232" y="7727"/>
                    </a:cubicBezTo>
                    <a:cubicBezTo>
                      <a:pt x="430" y="8727"/>
                      <a:pt x="808" y="9698"/>
                      <a:pt x="1339" y="10568"/>
                    </a:cubicBezTo>
                    <a:cubicBezTo>
                      <a:pt x="1870" y="11443"/>
                      <a:pt x="2570" y="12223"/>
                      <a:pt x="3417" y="12810"/>
                    </a:cubicBezTo>
                    <a:cubicBezTo>
                      <a:pt x="3524" y="12883"/>
                      <a:pt x="3631" y="12951"/>
                      <a:pt x="3738" y="13018"/>
                    </a:cubicBezTo>
                    <a:lnTo>
                      <a:pt x="3738" y="13018"/>
                    </a:lnTo>
                    <a:cubicBezTo>
                      <a:pt x="4318" y="13485"/>
                      <a:pt x="4959" y="13921"/>
                      <a:pt x="5659" y="14199"/>
                    </a:cubicBezTo>
                    <a:cubicBezTo>
                      <a:pt x="5672" y="14204"/>
                      <a:pt x="5685" y="14207"/>
                      <a:pt x="5697" y="14207"/>
                    </a:cubicBezTo>
                    <a:cubicBezTo>
                      <a:pt x="5769" y="14207"/>
                      <a:pt x="5834" y="14131"/>
                      <a:pt x="5834" y="14064"/>
                    </a:cubicBezTo>
                    <a:lnTo>
                      <a:pt x="5834" y="11822"/>
                    </a:lnTo>
                    <a:lnTo>
                      <a:pt x="5834" y="8258"/>
                    </a:lnTo>
                    <a:lnTo>
                      <a:pt x="5834" y="7579"/>
                    </a:lnTo>
                    <a:lnTo>
                      <a:pt x="5834" y="7579"/>
                    </a:lnTo>
                    <a:cubicBezTo>
                      <a:pt x="5835" y="7579"/>
                      <a:pt x="5836" y="7579"/>
                      <a:pt x="5837" y="7579"/>
                    </a:cubicBezTo>
                    <a:cubicBezTo>
                      <a:pt x="6730" y="7579"/>
                      <a:pt x="7638" y="7138"/>
                      <a:pt x="8201" y="6462"/>
                    </a:cubicBezTo>
                    <a:cubicBezTo>
                      <a:pt x="8827" y="5711"/>
                      <a:pt x="9048" y="4678"/>
                      <a:pt x="8731" y="3746"/>
                    </a:cubicBezTo>
                    <a:cubicBezTo>
                      <a:pt x="8602" y="3367"/>
                      <a:pt x="8394" y="3025"/>
                      <a:pt x="8129" y="2733"/>
                    </a:cubicBezTo>
                    <a:lnTo>
                      <a:pt x="8129" y="2733"/>
                    </a:lnTo>
                    <a:cubicBezTo>
                      <a:pt x="9635" y="3092"/>
                      <a:pt x="11188" y="3325"/>
                      <a:pt x="12740" y="3325"/>
                    </a:cubicBezTo>
                    <a:cubicBezTo>
                      <a:pt x="12835" y="3325"/>
                      <a:pt x="12929" y="3324"/>
                      <a:pt x="13023" y="3322"/>
                    </a:cubicBezTo>
                    <a:cubicBezTo>
                      <a:pt x="13938" y="3306"/>
                      <a:pt x="14881" y="3215"/>
                      <a:pt x="15762" y="2938"/>
                    </a:cubicBezTo>
                    <a:cubicBezTo>
                      <a:pt x="15904" y="2893"/>
                      <a:pt x="16050" y="2848"/>
                      <a:pt x="16186" y="2780"/>
                    </a:cubicBezTo>
                    <a:cubicBezTo>
                      <a:pt x="16194" y="2777"/>
                      <a:pt x="16201" y="2772"/>
                      <a:pt x="16208" y="2768"/>
                    </a:cubicBezTo>
                    <a:lnTo>
                      <a:pt x="16208" y="2768"/>
                    </a:lnTo>
                    <a:cubicBezTo>
                      <a:pt x="16248" y="2742"/>
                      <a:pt x="16272" y="2698"/>
                      <a:pt x="16255" y="2641"/>
                    </a:cubicBezTo>
                    <a:lnTo>
                      <a:pt x="16255" y="2641"/>
                    </a:lnTo>
                    <a:cubicBezTo>
                      <a:pt x="16252" y="2628"/>
                      <a:pt x="16247" y="2615"/>
                      <a:pt x="16240" y="2603"/>
                    </a:cubicBezTo>
                    <a:lnTo>
                      <a:pt x="16240" y="2603"/>
                    </a:lnTo>
                    <a:cubicBezTo>
                      <a:pt x="16129" y="2343"/>
                      <a:pt x="15944" y="2123"/>
                      <a:pt x="15742" y="1929"/>
                    </a:cubicBezTo>
                    <a:lnTo>
                      <a:pt x="15742" y="1929"/>
                    </a:lnTo>
                    <a:cubicBezTo>
                      <a:pt x="15736" y="1922"/>
                      <a:pt x="15730" y="1916"/>
                      <a:pt x="15723" y="1911"/>
                    </a:cubicBezTo>
                    <a:lnTo>
                      <a:pt x="15723" y="1911"/>
                    </a:lnTo>
                    <a:cubicBezTo>
                      <a:pt x="15723" y="1911"/>
                      <a:pt x="15723" y="1911"/>
                      <a:pt x="15723" y="1911"/>
                    </a:cubicBezTo>
                    <a:cubicBezTo>
                      <a:pt x="15565" y="1781"/>
                      <a:pt x="15412" y="1645"/>
                      <a:pt x="15243" y="1527"/>
                    </a:cubicBezTo>
                    <a:cubicBezTo>
                      <a:pt x="15090" y="1419"/>
                      <a:pt x="14932" y="1323"/>
                      <a:pt x="14768" y="1233"/>
                    </a:cubicBezTo>
                    <a:cubicBezTo>
                      <a:pt x="14435" y="1052"/>
                      <a:pt x="14091" y="900"/>
                      <a:pt x="13741" y="764"/>
                    </a:cubicBezTo>
                    <a:cubicBezTo>
                      <a:pt x="13023" y="488"/>
                      <a:pt x="12267" y="307"/>
                      <a:pt x="11510" y="188"/>
                    </a:cubicBezTo>
                    <a:cubicBezTo>
                      <a:pt x="10687" y="61"/>
                      <a:pt x="9854" y="0"/>
                      <a:pt x="9022"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12" name="Google Shape;1112;p39">
                <a:extLst>
                  <a:ext uri="{FF2B5EF4-FFF2-40B4-BE49-F238E27FC236}">
                    <a16:creationId xmlns:a16="http://schemas.microsoft.com/office/drawing/2014/main" id="{CB2C61F6-9832-B22F-5DCA-8546B18768EA}"/>
                  </a:ext>
                </a:extLst>
              </p:cNvPr>
              <p:cNvSpPr/>
              <p:nvPr/>
            </p:nvSpPr>
            <p:spPr>
              <a:xfrm>
                <a:off x="3144650" y="1661975"/>
                <a:ext cx="80675" cy="37250"/>
              </a:xfrm>
              <a:custGeom>
                <a:avLst/>
                <a:gdLst/>
                <a:ahLst/>
                <a:cxnLst/>
                <a:rect l="l" t="t" r="r" b="b"/>
                <a:pathLst>
                  <a:path w="3227" h="1490" extrusionOk="0">
                    <a:moveTo>
                      <a:pt x="2922" y="287"/>
                    </a:moveTo>
                    <a:cubicBezTo>
                      <a:pt x="2887" y="597"/>
                      <a:pt x="2837" y="913"/>
                      <a:pt x="2737" y="1208"/>
                    </a:cubicBezTo>
                    <a:lnTo>
                      <a:pt x="298" y="1208"/>
                    </a:lnTo>
                    <a:cubicBezTo>
                      <a:pt x="334" y="918"/>
                      <a:pt x="480" y="643"/>
                      <a:pt x="718" y="468"/>
                    </a:cubicBezTo>
                    <a:cubicBezTo>
                      <a:pt x="904" y="332"/>
                      <a:pt x="1113" y="287"/>
                      <a:pt x="1339" y="287"/>
                    </a:cubicBezTo>
                    <a:close/>
                    <a:moveTo>
                      <a:pt x="1503" y="0"/>
                    </a:moveTo>
                    <a:cubicBezTo>
                      <a:pt x="1170" y="0"/>
                      <a:pt x="840" y="30"/>
                      <a:pt x="554" y="242"/>
                    </a:cubicBezTo>
                    <a:cubicBezTo>
                      <a:pt x="204" y="502"/>
                      <a:pt x="12" y="914"/>
                      <a:pt x="7" y="1349"/>
                    </a:cubicBezTo>
                    <a:cubicBezTo>
                      <a:pt x="1" y="1422"/>
                      <a:pt x="69" y="1490"/>
                      <a:pt x="148" y="1490"/>
                    </a:cubicBezTo>
                    <a:lnTo>
                      <a:pt x="2836" y="1490"/>
                    </a:lnTo>
                    <a:cubicBezTo>
                      <a:pt x="2904" y="1490"/>
                      <a:pt x="2954" y="1445"/>
                      <a:pt x="2971" y="1388"/>
                    </a:cubicBezTo>
                    <a:cubicBezTo>
                      <a:pt x="3118" y="993"/>
                      <a:pt x="3175" y="558"/>
                      <a:pt x="3220" y="146"/>
                    </a:cubicBezTo>
                    <a:cubicBezTo>
                      <a:pt x="3226" y="78"/>
                      <a:pt x="3190" y="35"/>
                      <a:pt x="3141" y="18"/>
                    </a:cubicBezTo>
                    <a:lnTo>
                      <a:pt x="3141" y="18"/>
                    </a:lnTo>
                    <a:cubicBezTo>
                      <a:pt x="3124" y="10"/>
                      <a:pt x="3103" y="5"/>
                      <a:pt x="3079" y="5"/>
                    </a:cubicBezTo>
                    <a:lnTo>
                      <a:pt x="1887" y="5"/>
                    </a:lnTo>
                    <a:cubicBezTo>
                      <a:pt x="1760" y="5"/>
                      <a:pt x="1631" y="0"/>
                      <a:pt x="1503"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13" name="Google Shape;1113;p39">
                <a:extLst>
                  <a:ext uri="{FF2B5EF4-FFF2-40B4-BE49-F238E27FC236}">
                    <a16:creationId xmlns:a16="http://schemas.microsoft.com/office/drawing/2014/main" id="{B8DE91B3-B3C6-44FD-8C05-4A7D6EB1A6ED}"/>
                  </a:ext>
                </a:extLst>
              </p:cNvPr>
              <p:cNvSpPr/>
              <p:nvPr/>
            </p:nvSpPr>
            <p:spPr>
              <a:xfrm>
                <a:off x="2530500" y="1926450"/>
                <a:ext cx="999750" cy="706000"/>
              </a:xfrm>
              <a:custGeom>
                <a:avLst/>
                <a:gdLst/>
                <a:ahLst/>
                <a:cxnLst/>
                <a:rect l="l" t="t" r="r" b="b"/>
                <a:pathLst>
                  <a:path w="39990" h="28240" extrusionOk="0">
                    <a:moveTo>
                      <a:pt x="23761" y="285"/>
                    </a:moveTo>
                    <a:cubicBezTo>
                      <a:pt x="24471" y="879"/>
                      <a:pt x="25245" y="1409"/>
                      <a:pt x="26018" y="1906"/>
                    </a:cubicBezTo>
                    <a:cubicBezTo>
                      <a:pt x="26831" y="2431"/>
                      <a:pt x="27667" y="2911"/>
                      <a:pt x="28531" y="3341"/>
                    </a:cubicBezTo>
                    <a:cubicBezTo>
                      <a:pt x="29418" y="3781"/>
                      <a:pt x="30316" y="4188"/>
                      <a:pt x="31169" y="4696"/>
                    </a:cubicBezTo>
                    <a:cubicBezTo>
                      <a:pt x="33394" y="6023"/>
                      <a:pt x="35427" y="7836"/>
                      <a:pt x="36669" y="10134"/>
                    </a:cubicBezTo>
                    <a:cubicBezTo>
                      <a:pt x="36883" y="10523"/>
                      <a:pt x="37080" y="10912"/>
                      <a:pt x="37199" y="11334"/>
                    </a:cubicBezTo>
                    <a:lnTo>
                      <a:pt x="37199" y="11334"/>
                    </a:lnTo>
                    <a:cubicBezTo>
                      <a:pt x="37199" y="11335"/>
                      <a:pt x="37200" y="11336"/>
                      <a:pt x="37200" y="11337"/>
                    </a:cubicBezTo>
                    <a:cubicBezTo>
                      <a:pt x="37200" y="11337"/>
                      <a:pt x="37200" y="11337"/>
                      <a:pt x="37200" y="11337"/>
                    </a:cubicBezTo>
                    <a:lnTo>
                      <a:pt x="37200" y="11337"/>
                    </a:lnTo>
                    <a:cubicBezTo>
                      <a:pt x="37200" y="11338"/>
                      <a:pt x="37200" y="11339"/>
                      <a:pt x="37201" y="11339"/>
                    </a:cubicBezTo>
                    <a:lnTo>
                      <a:pt x="37201" y="11339"/>
                    </a:lnTo>
                    <a:cubicBezTo>
                      <a:pt x="37483" y="12288"/>
                      <a:pt x="37697" y="13258"/>
                      <a:pt x="37912" y="14229"/>
                    </a:cubicBezTo>
                    <a:cubicBezTo>
                      <a:pt x="38471" y="16815"/>
                      <a:pt x="38894" y="19430"/>
                      <a:pt x="39199" y="22056"/>
                    </a:cubicBezTo>
                    <a:cubicBezTo>
                      <a:pt x="39431" y="24019"/>
                      <a:pt x="39598" y="25983"/>
                      <a:pt x="39700" y="27957"/>
                    </a:cubicBezTo>
                    <a:lnTo>
                      <a:pt x="296" y="27957"/>
                    </a:lnTo>
                    <a:cubicBezTo>
                      <a:pt x="480" y="24413"/>
                      <a:pt x="867" y="20880"/>
                      <a:pt x="1469" y="17386"/>
                    </a:cubicBezTo>
                    <a:cubicBezTo>
                      <a:pt x="1797" y="15516"/>
                      <a:pt x="2175" y="13641"/>
                      <a:pt x="2661" y="11806"/>
                    </a:cubicBezTo>
                    <a:cubicBezTo>
                      <a:pt x="2836" y="11162"/>
                      <a:pt x="3067" y="10592"/>
                      <a:pt x="3395" y="10010"/>
                    </a:cubicBezTo>
                    <a:cubicBezTo>
                      <a:pt x="4570" y="7909"/>
                      <a:pt x="6399" y="6215"/>
                      <a:pt x="8421" y="4939"/>
                    </a:cubicBezTo>
                    <a:cubicBezTo>
                      <a:pt x="9189" y="4459"/>
                      <a:pt x="9985" y="4035"/>
                      <a:pt x="10799" y="3657"/>
                    </a:cubicBezTo>
                    <a:cubicBezTo>
                      <a:pt x="11663" y="3262"/>
                      <a:pt x="12499" y="2815"/>
                      <a:pt x="13306" y="2324"/>
                    </a:cubicBezTo>
                    <a:cubicBezTo>
                      <a:pt x="14294" y="1731"/>
                      <a:pt x="15249" y="1076"/>
                      <a:pt x="16147" y="353"/>
                    </a:cubicBezTo>
                    <a:cubicBezTo>
                      <a:pt x="16175" y="332"/>
                      <a:pt x="16203" y="308"/>
                      <a:pt x="16230" y="285"/>
                    </a:cubicBezTo>
                    <a:close/>
                    <a:moveTo>
                      <a:pt x="16542" y="1"/>
                    </a:moveTo>
                    <a:cubicBezTo>
                      <a:pt x="16440" y="1"/>
                      <a:pt x="16339" y="1"/>
                      <a:pt x="16237" y="3"/>
                    </a:cubicBezTo>
                    <a:cubicBezTo>
                      <a:pt x="16079" y="3"/>
                      <a:pt x="15977" y="127"/>
                      <a:pt x="15853" y="223"/>
                    </a:cubicBezTo>
                    <a:cubicBezTo>
                      <a:pt x="14938" y="957"/>
                      <a:pt x="13956" y="1613"/>
                      <a:pt x="12945" y="2211"/>
                    </a:cubicBezTo>
                    <a:cubicBezTo>
                      <a:pt x="11414" y="3115"/>
                      <a:pt x="9760" y="3764"/>
                      <a:pt x="8257" y="4713"/>
                    </a:cubicBezTo>
                    <a:cubicBezTo>
                      <a:pt x="6286" y="5955"/>
                      <a:pt x="4508" y="7587"/>
                      <a:pt x="3305" y="9598"/>
                    </a:cubicBezTo>
                    <a:cubicBezTo>
                      <a:pt x="2955" y="10180"/>
                      <a:pt x="2650" y="10801"/>
                      <a:pt x="2463" y="11456"/>
                    </a:cubicBezTo>
                    <a:cubicBezTo>
                      <a:pt x="2057" y="12935"/>
                      <a:pt x="1735" y="14438"/>
                      <a:pt x="1447" y="15945"/>
                    </a:cubicBezTo>
                    <a:cubicBezTo>
                      <a:pt x="859" y="19018"/>
                      <a:pt x="447" y="22124"/>
                      <a:pt x="193" y="25241"/>
                    </a:cubicBezTo>
                    <a:cubicBezTo>
                      <a:pt x="114" y="26190"/>
                      <a:pt x="52" y="27144"/>
                      <a:pt x="7" y="28098"/>
                    </a:cubicBezTo>
                    <a:cubicBezTo>
                      <a:pt x="1" y="28172"/>
                      <a:pt x="74" y="28240"/>
                      <a:pt x="148" y="28240"/>
                    </a:cubicBezTo>
                    <a:lnTo>
                      <a:pt x="39849" y="28240"/>
                    </a:lnTo>
                    <a:cubicBezTo>
                      <a:pt x="39922" y="28240"/>
                      <a:pt x="39990" y="28172"/>
                      <a:pt x="39990" y="28098"/>
                    </a:cubicBezTo>
                    <a:cubicBezTo>
                      <a:pt x="39820" y="24733"/>
                      <a:pt x="39465" y="21378"/>
                      <a:pt x="38922" y="18052"/>
                    </a:cubicBezTo>
                    <a:cubicBezTo>
                      <a:pt x="38601" y="16098"/>
                      <a:pt x="38217" y="14144"/>
                      <a:pt x="37731" y="12218"/>
                    </a:cubicBezTo>
                    <a:cubicBezTo>
                      <a:pt x="37652" y="11902"/>
                      <a:pt x="37567" y="11580"/>
                      <a:pt x="37471" y="11264"/>
                    </a:cubicBezTo>
                    <a:cubicBezTo>
                      <a:pt x="37398" y="10987"/>
                      <a:pt x="37273" y="10716"/>
                      <a:pt x="37155" y="10462"/>
                    </a:cubicBezTo>
                    <a:cubicBezTo>
                      <a:pt x="36833" y="9779"/>
                      <a:pt x="36426" y="9140"/>
                      <a:pt x="35980" y="8542"/>
                    </a:cubicBezTo>
                    <a:cubicBezTo>
                      <a:pt x="34309" y="6322"/>
                      <a:pt x="31993" y="4662"/>
                      <a:pt x="29497" y="3487"/>
                    </a:cubicBezTo>
                    <a:cubicBezTo>
                      <a:pt x="28012" y="2793"/>
                      <a:pt x="26589" y="1991"/>
                      <a:pt x="25239" y="1048"/>
                    </a:cubicBezTo>
                    <a:cubicBezTo>
                      <a:pt x="24866" y="782"/>
                      <a:pt x="24499" y="511"/>
                      <a:pt x="24138" y="223"/>
                    </a:cubicBezTo>
                    <a:cubicBezTo>
                      <a:pt x="24070" y="172"/>
                      <a:pt x="24002" y="110"/>
                      <a:pt x="23929" y="60"/>
                    </a:cubicBezTo>
                    <a:cubicBezTo>
                      <a:pt x="23863" y="9"/>
                      <a:pt x="23792" y="1"/>
                      <a:pt x="23716" y="1"/>
                    </a:cubicBezTo>
                    <a:cubicBezTo>
                      <a:pt x="23681" y="1"/>
                      <a:pt x="23644" y="3"/>
                      <a:pt x="23607" y="3"/>
                    </a:cubicBezTo>
                    <a:lnTo>
                      <a:pt x="17152" y="3"/>
                    </a:lnTo>
                    <a:cubicBezTo>
                      <a:pt x="16949" y="3"/>
                      <a:pt x="16745" y="1"/>
                      <a:pt x="16542"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114" name="Google Shape;1114;p39">
              <a:extLst>
                <a:ext uri="{FF2B5EF4-FFF2-40B4-BE49-F238E27FC236}">
                  <a16:creationId xmlns:a16="http://schemas.microsoft.com/office/drawing/2014/main" id="{F20B95A8-3525-A621-1580-9F414B958740}"/>
                </a:ext>
              </a:extLst>
            </p:cNvPr>
            <p:cNvGrpSpPr/>
            <p:nvPr/>
          </p:nvGrpSpPr>
          <p:grpSpPr>
            <a:xfrm>
              <a:off x="7374073" y="2660034"/>
              <a:ext cx="1706673" cy="2172498"/>
              <a:chOff x="511450" y="3191125"/>
              <a:chExt cx="999750" cy="1272625"/>
            </a:xfrm>
          </p:grpSpPr>
          <p:sp>
            <p:nvSpPr>
              <p:cNvPr id="1115" name="Google Shape;1115;p39">
                <a:extLst>
                  <a:ext uri="{FF2B5EF4-FFF2-40B4-BE49-F238E27FC236}">
                    <a16:creationId xmlns:a16="http://schemas.microsoft.com/office/drawing/2014/main" id="{D60EE21F-D929-142C-2838-32D5885CEBC8}"/>
                  </a:ext>
                </a:extLst>
              </p:cNvPr>
              <p:cNvSpPr/>
              <p:nvPr/>
            </p:nvSpPr>
            <p:spPr>
              <a:xfrm>
                <a:off x="511450" y="3757725"/>
                <a:ext cx="999750" cy="706025"/>
              </a:xfrm>
              <a:custGeom>
                <a:avLst/>
                <a:gdLst/>
                <a:ahLst/>
                <a:cxnLst/>
                <a:rect l="l" t="t" r="r" b="b"/>
                <a:pathLst>
                  <a:path w="39990" h="28241" extrusionOk="0">
                    <a:moveTo>
                      <a:pt x="23761" y="286"/>
                    </a:moveTo>
                    <a:cubicBezTo>
                      <a:pt x="24470" y="880"/>
                      <a:pt x="25239" y="1409"/>
                      <a:pt x="26018" y="1912"/>
                    </a:cubicBezTo>
                    <a:cubicBezTo>
                      <a:pt x="26831" y="2432"/>
                      <a:pt x="27667" y="2912"/>
                      <a:pt x="28531" y="3347"/>
                    </a:cubicBezTo>
                    <a:cubicBezTo>
                      <a:pt x="29417" y="3787"/>
                      <a:pt x="30315" y="4188"/>
                      <a:pt x="31168" y="4696"/>
                    </a:cubicBezTo>
                    <a:cubicBezTo>
                      <a:pt x="33393" y="6024"/>
                      <a:pt x="35426" y="7842"/>
                      <a:pt x="36668" y="10140"/>
                    </a:cubicBezTo>
                    <a:cubicBezTo>
                      <a:pt x="36877" y="10529"/>
                      <a:pt x="37080" y="10919"/>
                      <a:pt x="37199" y="11336"/>
                    </a:cubicBezTo>
                    <a:lnTo>
                      <a:pt x="37199" y="11336"/>
                    </a:lnTo>
                    <a:cubicBezTo>
                      <a:pt x="37199" y="11336"/>
                      <a:pt x="37199" y="11337"/>
                      <a:pt x="37199" y="11338"/>
                    </a:cubicBezTo>
                    <a:cubicBezTo>
                      <a:pt x="37199" y="11338"/>
                      <a:pt x="37199" y="11338"/>
                      <a:pt x="37199" y="11338"/>
                    </a:cubicBezTo>
                    <a:lnTo>
                      <a:pt x="37199" y="11338"/>
                    </a:lnTo>
                    <a:cubicBezTo>
                      <a:pt x="37199" y="11338"/>
                      <a:pt x="37200" y="11339"/>
                      <a:pt x="37200" y="11339"/>
                    </a:cubicBezTo>
                    <a:lnTo>
                      <a:pt x="37200" y="11339"/>
                    </a:lnTo>
                    <a:cubicBezTo>
                      <a:pt x="37482" y="12293"/>
                      <a:pt x="37696" y="13264"/>
                      <a:pt x="37905" y="14229"/>
                    </a:cubicBezTo>
                    <a:cubicBezTo>
                      <a:pt x="38470" y="16816"/>
                      <a:pt x="38888" y="19436"/>
                      <a:pt x="39198" y="22062"/>
                    </a:cubicBezTo>
                    <a:cubicBezTo>
                      <a:pt x="39430" y="24020"/>
                      <a:pt x="39597" y="25989"/>
                      <a:pt x="39694" y="27958"/>
                    </a:cubicBezTo>
                    <a:lnTo>
                      <a:pt x="295" y="27958"/>
                    </a:lnTo>
                    <a:cubicBezTo>
                      <a:pt x="479" y="24419"/>
                      <a:pt x="861" y="20886"/>
                      <a:pt x="1469" y="17392"/>
                    </a:cubicBezTo>
                    <a:cubicBezTo>
                      <a:pt x="1790" y="15517"/>
                      <a:pt x="2174" y="13647"/>
                      <a:pt x="2660" y="11806"/>
                    </a:cubicBezTo>
                    <a:cubicBezTo>
                      <a:pt x="2835" y="11163"/>
                      <a:pt x="3061" y="10598"/>
                      <a:pt x="3389" y="10011"/>
                    </a:cubicBezTo>
                    <a:cubicBezTo>
                      <a:pt x="4563" y="7910"/>
                      <a:pt x="6399" y="6216"/>
                      <a:pt x="8420" y="4945"/>
                    </a:cubicBezTo>
                    <a:cubicBezTo>
                      <a:pt x="9183" y="4465"/>
                      <a:pt x="9979" y="4041"/>
                      <a:pt x="10798" y="3663"/>
                    </a:cubicBezTo>
                    <a:cubicBezTo>
                      <a:pt x="11656" y="3262"/>
                      <a:pt x="12492" y="2816"/>
                      <a:pt x="13305" y="2330"/>
                    </a:cubicBezTo>
                    <a:cubicBezTo>
                      <a:pt x="14288" y="1732"/>
                      <a:pt x="15248" y="1082"/>
                      <a:pt x="16146" y="359"/>
                    </a:cubicBezTo>
                    <a:cubicBezTo>
                      <a:pt x="16172" y="333"/>
                      <a:pt x="16200" y="310"/>
                      <a:pt x="16229" y="286"/>
                    </a:cubicBezTo>
                    <a:close/>
                    <a:moveTo>
                      <a:pt x="16541" y="1"/>
                    </a:moveTo>
                    <a:cubicBezTo>
                      <a:pt x="16440" y="1"/>
                      <a:pt x="16338" y="2"/>
                      <a:pt x="16236" y="3"/>
                    </a:cubicBezTo>
                    <a:cubicBezTo>
                      <a:pt x="16078" y="9"/>
                      <a:pt x="15977" y="133"/>
                      <a:pt x="15852" y="229"/>
                    </a:cubicBezTo>
                    <a:cubicBezTo>
                      <a:pt x="14937" y="958"/>
                      <a:pt x="13955" y="1619"/>
                      <a:pt x="12944" y="2217"/>
                    </a:cubicBezTo>
                    <a:cubicBezTo>
                      <a:pt x="11414" y="3121"/>
                      <a:pt x="9753" y="3765"/>
                      <a:pt x="8251" y="4719"/>
                    </a:cubicBezTo>
                    <a:cubicBezTo>
                      <a:pt x="6286" y="5961"/>
                      <a:pt x="4501" y="7588"/>
                      <a:pt x="3304" y="9598"/>
                    </a:cubicBezTo>
                    <a:cubicBezTo>
                      <a:pt x="2954" y="10186"/>
                      <a:pt x="2643" y="10801"/>
                      <a:pt x="2463" y="11462"/>
                    </a:cubicBezTo>
                    <a:cubicBezTo>
                      <a:pt x="2056" y="12936"/>
                      <a:pt x="1734" y="14444"/>
                      <a:pt x="1446" y="15946"/>
                    </a:cubicBezTo>
                    <a:cubicBezTo>
                      <a:pt x="859" y="19018"/>
                      <a:pt x="446" y="22124"/>
                      <a:pt x="192" y="25241"/>
                    </a:cubicBezTo>
                    <a:cubicBezTo>
                      <a:pt x="113" y="26196"/>
                      <a:pt x="51" y="27145"/>
                      <a:pt x="6" y="28099"/>
                    </a:cubicBezTo>
                    <a:cubicBezTo>
                      <a:pt x="0" y="28178"/>
                      <a:pt x="74" y="28240"/>
                      <a:pt x="147" y="28240"/>
                    </a:cubicBezTo>
                    <a:lnTo>
                      <a:pt x="39842" y="28240"/>
                    </a:lnTo>
                    <a:cubicBezTo>
                      <a:pt x="39921" y="28240"/>
                      <a:pt x="39989" y="28178"/>
                      <a:pt x="39983" y="28099"/>
                    </a:cubicBezTo>
                    <a:cubicBezTo>
                      <a:pt x="39820" y="24739"/>
                      <a:pt x="39464" y="21384"/>
                      <a:pt x="38922" y="18058"/>
                    </a:cubicBezTo>
                    <a:cubicBezTo>
                      <a:pt x="38600" y="16098"/>
                      <a:pt x="38216" y="14150"/>
                      <a:pt x="37730" y="12224"/>
                    </a:cubicBezTo>
                    <a:cubicBezTo>
                      <a:pt x="37645" y="11902"/>
                      <a:pt x="37566" y="11580"/>
                      <a:pt x="37470" y="11264"/>
                    </a:cubicBezTo>
                    <a:cubicBezTo>
                      <a:pt x="37391" y="10988"/>
                      <a:pt x="37273" y="10722"/>
                      <a:pt x="37148" y="10462"/>
                    </a:cubicBezTo>
                    <a:cubicBezTo>
                      <a:pt x="36832" y="9785"/>
                      <a:pt x="36426" y="9146"/>
                      <a:pt x="35974" y="8542"/>
                    </a:cubicBezTo>
                    <a:cubicBezTo>
                      <a:pt x="34308" y="6323"/>
                      <a:pt x="31992" y="4663"/>
                      <a:pt x="29496" y="3494"/>
                    </a:cubicBezTo>
                    <a:cubicBezTo>
                      <a:pt x="28011" y="2793"/>
                      <a:pt x="26582" y="1991"/>
                      <a:pt x="25238" y="1048"/>
                    </a:cubicBezTo>
                    <a:cubicBezTo>
                      <a:pt x="24866" y="788"/>
                      <a:pt x="24493" y="517"/>
                      <a:pt x="24137" y="229"/>
                    </a:cubicBezTo>
                    <a:cubicBezTo>
                      <a:pt x="24069" y="173"/>
                      <a:pt x="24001" y="111"/>
                      <a:pt x="23928" y="60"/>
                    </a:cubicBezTo>
                    <a:cubicBezTo>
                      <a:pt x="23862" y="10"/>
                      <a:pt x="23791" y="2"/>
                      <a:pt x="23715" y="2"/>
                    </a:cubicBezTo>
                    <a:cubicBezTo>
                      <a:pt x="23680" y="2"/>
                      <a:pt x="23644" y="3"/>
                      <a:pt x="23606" y="3"/>
                    </a:cubicBezTo>
                    <a:lnTo>
                      <a:pt x="17151" y="3"/>
                    </a:lnTo>
                    <a:cubicBezTo>
                      <a:pt x="16948" y="3"/>
                      <a:pt x="16745" y="1"/>
                      <a:pt x="16541"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16" name="Google Shape;1116;p39">
                <a:extLst>
                  <a:ext uri="{FF2B5EF4-FFF2-40B4-BE49-F238E27FC236}">
                    <a16:creationId xmlns:a16="http://schemas.microsoft.com/office/drawing/2014/main" id="{49F38A76-B3F9-0672-86D2-4957AB094E31}"/>
                  </a:ext>
                </a:extLst>
              </p:cNvPr>
              <p:cNvSpPr/>
              <p:nvPr/>
            </p:nvSpPr>
            <p:spPr>
              <a:xfrm>
                <a:off x="916775" y="3306225"/>
                <a:ext cx="335625" cy="458650"/>
              </a:xfrm>
              <a:custGeom>
                <a:avLst/>
                <a:gdLst/>
                <a:ahLst/>
                <a:cxnLst/>
                <a:rect l="l" t="t" r="r" b="b"/>
                <a:pathLst>
                  <a:path w="13425" h="18346" extrusionOk="0">
                    <a:moveTo>
                      <a:pt x="10560" y="355"/>
                    </a:moveTo>
                    <a:cubicBezTo>
                      <a:pt x="11145" y="1137"/>
                      <a:pt x="11448" y="2090"/>
                      <a:pt x="11448" y="3064"/>
                    </a:cubicBezTo>
                    <a:cubicBezTo>
                      <a:pt x="11448" y="3635"/>
                      <a:pt x="11448" y="4205"/>
                      <a:pt x="11448" y="4775"/>
                    </a:cubicBezTo>
                    <a:cubicBezTo>
                      <a:pt x="11448" y="4979"/>
                      <a:pt x="11437" y="5182"/>
                      <a:pt x="11448" y="5385"/>
                    </a:cubicBezTo>
                    <a:cubicBezTo>
                      <a:pt x="11454" y="5464"/>
                      <a:pt x="11487" y="5493"/>
                      <a:pt x="11544" y="5538"/>
                    </a:cubicBezTo>
                    <a:cubicBezTo>
                      <a:pt x="11634" y="5605"/>
                      <a:pt x="11725" y="5679"/>
                      <a:pt x="11809" y="5747"/>
                    </a:cubicBezTo>
                    <a:cubicBezTo>
                      <a:pt x="12075" y="5956"/>
                      <a:pt x="12335" y="6159"/>
                      <a:pt x="12594" y="6368"/>
                    </a:cubicBezTo>
                    <a:cubicBezTo>
                      <a:pt x="12758" y="6498"/>
                      <a:pt x="12984" y="6628"/>
                      <a:pt x="13046" y="6842"/>
                    </a:cubicBezTo>
                    <a:cubicBezTo>
                      <a:pt x="13097" y="7023"/>
                      <a:pt x="13024" y="7215"/>
                      <a:pt x="12888" y="7339"/>
                    </a:cubicBezTo>
                    <a:cubicBezTo>
                      <a:pt x="12764" y="7452"/>
                      <a:pt x="12600" y="7486"/>
                      <a:pt x="12436" y="7486"/>
                    </a:cubicBezTo>
                    <a:lnTo>
                      <a:pt x="11567" y="7486"/>
                    </a:lnTo>
                    <a:cubicBezTo>
                      <a:pt x="11487" y="7486"/>
                      <a:pt x="11431" y="7554"/>
                      <a:pt x="11425" y="7627"/>
                    </a:cubicBezTo>
                    <a:cubicBezTo>
                      <a:pt x="11267" y="9400"/>
                      <a:pt x="10302" y="11044"/>
                      <a:pt x="8833" y="12043"/>
                    </a:cubicBezTo>
                    <a:cubicBezTo>
                      <a:pt x="8421" y="12320"/>
                      <a:pt x="7975" y="12552"/>
                      <a:pt x="7506" y="12721"/>
                    </a:cubicBezTo>
                    <a:cubicBezTo>
                      <a:pt x="7450" y="12744"/>
                      <a:pt x="7404" y="12789"/>
                      <a:pt x="7404" y="12857"/>
                    </a:cubicBezTo>
                    <a:lnTo>
                      <a:pt x="7404" y="14664"/>
                    </a:lnTo>
                    <a:lnTo>
                      <a:pt x="7404" y="17550"/>
                    </a:lnTo>
                    <a:lnTo>
                      <a:pt x="7404" y="18063"/>
                    </a:lnTo>
                    <a:lnTo>
                      <a:pt x="283" y="18063"/>
                    </a:lnTo>
                    <a:lnTo>
                      <a:pt x="283" y="16522"/>
                    </a:lnTo>
                    <a:lnTo>
                      <a:pt x="283" y="13834"/>
                    </a:lnTo>
                    <a:lnTo>
                      <a:pt x="283" y="13218"/>
                    </a:lnTo>
                    <a:lnTo>
                      <a:pt x="283" y="11563"/>
                    </a:lnTo>
                    <a:lnTo>
                      <a:pt x="283" y="10643"/>
                    </a:lnTo>
                    <a:lnTo>
                      <a:pt x="283" y="8480"/>
                    </a:lnTo>
                    <a:lnTo>
                      <a:pt x="283" y="6221"/>
                    </a:lnTo>
                    <a:lnTo>
                      <a:pt x="283" y="5425"/>
                    </a:lnTo>
                    <a:cubicBezTo>
                      <a:pt x="283" y="5353"/>
                      <a:pt x="288" y="5278"/>
                      <a:pt x="290" y="5204"/>
                    </a:cubicBezTo>
                    <a:lnTo>
                      <a:pt x="290" y="5204"/>
                    </a:lnTo>
                    <a:cubicBezTo>
                      <a:pt x="583" y="5290"/>
                      <a:pt x="878" y="5370"/>
                      <a:pt x="1175" y="5430"/>
                    </a:cubicBezTo>
                    <a:cubicBezTo>
                      <a:pt x="1435" y="5487"/>
                      <a:pt x="1712" y="5543"/>
                      <a:pt x="1983" y="5543"/>
                    </a:cubicBezTo>
                    <a:cubicBezTo>
                      <a:pt x="2056" y="5543"/>
                      <a:pt x="2119" y="5476"/>
                      <a:pt x="2124" y="5402"/>
                    </a:cubicBezTo>
                    <a:cubicBezTo>
                      <a:pt x="2135" y="4933"/>
                      <a:pt x="2152" y="4465"/>
                      <a:pt x="2164" y="4002"/>
                    </a:cubicBezTo>
                    <a:cubicBezTo>
                      <a:pt x="2192" y="3262"/>
                      <a:pt x="2215" y="2516"/>
                      <a:pt x="2237" y="1777"/>
                    </a:cubicBezTo>
                    <a:cubicBezTo>
                      <a:pt x="2241" y="1658"/>
                      <a:pt x="2245" y="1536"/>
                      <a:pt x="2249" y="1416"/>
                    </a:cubicBezTo>
                    <a:lnTo>
                      <a:pt x="2249" y="1416"/>
                    </a:lnTo>
                    <a:cubicBezTo>
                      <a:pt x="3183" y="1496"/>
                      <a:pt x="4132" y="1554"/>
                      <a:pt x="5078" y="1554"/>
                    </a:cubicBezTo>
                    <a:cubicBezTo>
                      <a:pt x="6103" y="1554"/>
                      <a:pt x="7126" y="1486"/>
                      <a:pt x="8127" y="1302"/>
                    </a:cubicBezTo>
                    <a:cubicBezTo>
                      <a:pt x="8907" y="1161"/>
                      <a:pt x="9754" y="952"/>
                      <a:pt x="10403" y="478"/>
                    </a:cubicBezTo>
                    <a:cubicBezTo>
                      <a:pt x="10458" y="440"/>
                      <a:pt x="10509" y="399"/>
                      <a:pt x="10560" y="355"/>
                    </a:cubicBezTo>
                    <a:close/>
                    <a:moveTo>
                      <a:pt x="10570" y="1"/>
                    </a:moveTo>
                    <a:cubicBezTo>
                      <a:pt x="10532" y="1"/>
                      <a:pt x="10494" y="15"/>
                      <a:pt x="10471" y="43"/>
                    </a:cubicBezTo>
                    <a:cubicBezTo>
                      <a:pt x="10463" y="52"/>
                      <a:pt x="10457" y="59"/>
                      <a:pt x="10453" y="65"/>
                    </a:cubicBezTo>
                    <a:lnTo>
                      <a:pt x="10453" y="65"/>
                    </a:lnTo>
                    <a:cubicBezTo>
                      <a:pt x="10457" y="60"/>
                      <a:pt x="10460" y="55"/>
                      <a:pt x="10460" y="55"/>
                    </a:cubicBezTo>
                    <a:cubicBezTo>
                      <a:pt x="10459" y="55"/>
                      <a:pt x="10457" y="56"/>
                      <a:pt x="10454" y="60"/>
                    </a:cubicBezTo>
                    <a:cubicBezTo>
                      <a:pt x="10443" y="71"/>
                      <a:pt x="10431" y="82"/>
                      <a:pt x="10420" y="94"/>
                    </a:cubicBezTo>
                    <a:cubicBezTo>
                      <a:pt x="10381" y="138"/>
                      <a:pt x="10332" y="177"/>
                      <a:pt x="10287" y="216"/>
                    </a:cubicBezTo>
                    <a:lnTo>
                      <a:pt x="10287" y="216"/>
                    </a:lnTo>
                    <a:cubicBezTo>
                      <a:pt x="10276" y="224"/>
                      <a:pt x="10261" y="236"/>
                      <a:pt x="10256" y="241"/>
                    </a:cubicBezTo>
                    <a:cubicBezTo>
                      <a:pt x="10234" y="252"/>
                      <a:pt x="10217" y="263"/>
                      <a:pt x="10194" y="280"/>
                    </a:cubicBezTo>
                    <a:cubicBezTo>
                      <a:pt x="10149" y="314"/>
                      <a:pt x="10098" y="342"/>
                      <a:pt x="10047" y="376"/>
                    </a:cubicBezTo>
                    <a:cubicBezTo>
                      <a:pt x="9912" y="449"/>
                      <a:pt x="9771" y="517"/>
                      <a:pt x="9630" y="579"/>
                    </a:cubicBezTo>
                    <a:cubicBezTo>
                      <a:pt x="9596" y="596"/>
                      <a:pt x="9584" y="602"/>
                      <a:pt x="9528" y="625"/>
                    </a:cubicBezTo>
                    <a:cubicBezTo>
                      <a:pt x="9477" y="641"/>
                      <a:pt x="9426" y="664"/>
                      <a:pt x="9381" y="681"/>
                    </a:cubicBezTo>
                    <a:cubicBezTo>
                      <a:pt x="9274" y="721"/>
                      <a:pt x="9172" y="754"/>
                      <a:pt x="9065" y="788"/>
                    </a:cubicBezTo>
                    <a:cubicBezTo>
                      <a:pt x="8805" y="867"/>
                      <a:pt x="8540" y="930"/>
                      <a:pt x="8280" y="986"/>
                    </a:cubicBezTo>
                    <a:cubicBezTo>
                      <a:pt x="7534" y="1138"/>
                      <a:pt x="6772" y="1212"/>
                      <a:pt x="6015" y="1240"/>
                    </a:cubicBezTo>
                    <a:cubicBezTo>
                      <a:pt x="5681" y="1255"/>
                      <a:pt x="5347" y="1261"/>
                      <a:pt x="5012" y="1261"/>
                    </a:cubicBezTo>
                    <a:cubicBezTo>
                      <a:pt x="4044" y="1261"/>
                      <a:pt x="3074" y="1205"/>
                      <a:pt x="2113" y="1122"/>
                    </a:cubicBezTo>
                    <a:cubicBezTo>
                      <a:pt x="2108" y="1121"/>
                      <a:pt x="2103" y="1120"/>
                      <a:pt x="2098" y="1120"/>
                    </a:cubicBezTo>
                    <a:cubicBezTo>
                      <a:pt x="2026" y="1120"/>
                      <a:pt x="1972" y="1194"/>
                      <a:pt x="1972" y="1263"/>
                    </a:cubicBezTo>
                    <a:cubicBezTo>
                      <a:pt x="1955" y="1726"/>
                      <a:pt x="1943" y="2195"/>
                      <a:pt x="1927" y="2663"/>
                    </a:cubicBezTo>
                    <a:cubicBezTo>
                      <a:pt x="1904" y="3403"/>
                      <a:pt x="1881" y="4143"/>
                      <a:pt x="1859" y="4888"/>
                    </a:cubicBezTo>
                    <a:lnTo>
                      <a:pt x="1847" y="5256"/>
                    </a:lnTo>
                    <a:lnTo>
                      <a:pt x="1847" y="5256"/>
                    </a:lnTo>
                    <a:cubicBezTo>
                      <a:pt x="1632" y="5241"/>
                      <a:pt x="1419" y="5196"/>
                      <a:pt x="1209" y="5154"/>
                    </a:cubicBezTo>
                    <a:cubicBezTo>
                      <a:pt x="859" y="5075"/>
                      <a:pt x="520" y="4979"/>
                      <a:pt x="182" y="4871"/>
                    </a:cubicBezTo>
                    <a:cubicBezTo>
                      <a:pt x="169" y="4867"/>
                      <a:pt x="156" y="4866"/>
                      <a:pt x="144" y="4866"/>
                    </a:cubicBezTo>
                    <a:cubicBezTo>
                      <a:pt x="67" y="4866"/>
                      <a:pt x="1" y="4934"/>
                      <a:pt x="1" y="5007"/>
                    </a:cubicBezTo>
                    <a:lnTo>
                      <a:pt x="1" y="5995"/>
                    </a:lnTo>
                    <a:lnTo>
                      <a:pt x="1" y="8186"/>
                    </a:lnTo>
                    <a:lnTo>
                      <a:pt x="1" y="10423"/>
                    </a:lnTo>
                    <a:lnTo>
                      <a:pt x="1" y="11546"/>
                    </a:lnTo>
                    <a:lnTo>
                      <a:pt x="1" y="13150"/>
                    </a:lnTo>
                    <a:lnTo>
                      <a:pt x="1" y="13218"/>
                    </a:lnTo>
                    <a:lnTo>
                      <a:pt x="1" y="14907"/>
                    </a:lnTo>
                    <a:lnTo>
                      <a:pt x="1" y="17589"/>
                    </a:lnTo>
                    <a:lnTo>
                      <a:pt x="1" y="18205"/>
                    </a:lnTo>
                    <a:cubicBezTo>
                      <a:pt x="1" y="18284"/>
                      <a:pt x="63" y="18346"/>
                      <a:pt x="142" y="18346"/>
                    </a:cubicBezTo>
                    <a:lnTo>
                      <a:pt x="7546" y="18346"/>
                    </a:lnTo>
                    <a:cubicBezTo>
                      <a:pt x="7575" y="18346"/>
                      <a:pt x="7600" y="18338"/>
                      <a:pt x="7620" y="18326"/>
                    </a:cubicBezTo>
                    <a:lnTo>
                      <a:pt x="7620" y="18326"/>
                    </a:lnTo>
                    <a:cubicBezTo>
                      <a:pt x="7659" y="18304"/>
                      <a:pt x="7687" y="18264"/>
                      <a:pt x="7687" y="18205"/>
                    </a:cubicBezTo>
                    <a:lnTo>
                      <a:pt x="7687" y="16398"/>
                    </a:lnTo>
                    <a:lnTo>
                      <a:pt x="7687" y="13517"/>
                    </a:lnTo>
                    <a:lnTo>
                      <a:pt x="7687" y="12954"/>
                    </a:lnTo>
                    <a:lnTo>
                      <a:pt x="7687" y="12954"/>
                    </a:lnTo>
                    <a:cubicBezTo>
                      <a:pt x="9390" y="12299"/>
                      <a:pt x="10754" y="10919"/>
                      <a:pt x="11369" y="9197"/>
                    </a:cubicBezTo>
                    <a:cubicBezTo>
                      <a:pt x="11534" y="8734"/>
                      <a:pt x="11642" y="8256"/>
                      <a:pt x="11694" y="7768"/>
                    </a:cubicBezTo>
                    <a:lnTo>
                      <a:pt x="12402" y="7768"/>
                    </a:lnTo>
                    <a:cubicBezTo>
                      <a:pt x="12781" y="7768"/>
                      <a:pt x="13137" y="7616"/>
                      <a:pt x="13283" y="7249"/>
                    </a:cubicBezTo>
                    <a:cubicBezTo>
                      <a:pt x="13425" y="6916"/>
                      <a:pt x="13295" y="6566"/>
                      <a:pt x="13018" y="6345"/>
                    </a:cubicBezTo>
                    <a:cubicBezTo>
                      <a:pt x="12786" y="6165"/>
                      <a:pt x="12555" y="5984"/>
                      <a:pt x="12323" y="5797"/>
                    </a:cubicBezTo>
                    <a:cubicBezTo>
                      <a:pt x="12127" y="5639"/>
                      <a:pt x="11927" y="5485"/>
                      <a:pt x="11730" y="5327"/>
                    </a:cubicBezTo>
                    <a:lnTo>
                      <a:pt x="11730" y="5327"/>
                    </a:lnTo>
                    <a:lnTo>
                      <a:pt x="11730" y="3838"/>
                    </a:lnTo>
                    <a:cubicBezTo>
                      <a:pt x="11730" y="3143"/>
                      <a:pt x="11753" y="2460"/>
                      <a:pt x="11567" y="1777"/>
                    </a:cubicBezTo>
                    <a:cubicBezTo>
                      <a:pt x="11391" y="1144"/>
                      <a:pt x="11081" y="557"/>
                      <a:pt x="10669" y="43"/>
                    </a:cubicBezTo>
                    <a:cubicBezTo>
                      <a:pt x="10646" y="15"/>
                      <a:pt x="10608" y="1"/>
                      <a:pt x="10570"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17" name="Google Shape;1117;p39">
                <a:extLst>
                  <a:ext uri="{FF2B5EF4-FFF2-40B4-BE49-F238E27FC236}">
                    <a16:creationId xmlns:a16="http://schemas.microsoft.com/office/drawing/2014/main" id="{F6EA5481-2934-9FBC-1731-9A734555236F}"/>
                  </a:ext>
                </a:extLst>
              </p:cNvPr>
              <p:cNvSpPr/>
              <p:nvPr/>
            </p:nvSpPr>
            <p:spPr>
              <a:xfrm>
                <a:off x="748200" y="3191125"/>
                <a:ext cx="458600" cy="407500"/>
              </a:xfrm>
              <a:custGeom>
                <a:avLst/>
                <a:gdLst/>
                <a:ahLst/>
                <a:cxnLst/>
                <a:rect l="l" t="t" r="r" b="b"/>
                <a:pathLst>
                  <a:path w="18344" h="16300" extrusionOk="0">
                    <a:moveTo>
                      <a:pt x="17197" y="4664"/>
                    </a:moveTo>
                    <a:cubicBezTo>
                      <a:pt x="17188" y="4677"/>
                      <a:pt x="17183" y="4681"/>
                      <a:pt x="17183" y="4681"/>
                    </a:cubicBezTo>
                    <a:cubicBezTo>
                      <a:pt x="17182" y="4681"/>
                      <a:pt x="17188" y="4673"/>
                      <a:pt x="17197" y="4664"/>
                    </a:cubicBezTo>
                    <a:close/>
                    <a:moveTo>
                      <a:pt x="17035" y="4812"/>
                    </a:moveTo>
                    <a:cubicBezTo>
                      <a:pt x="17033" y="4813"/>
                      <a:pt x="17031" y="4814"/>
                      <a:pt x="17028" y="4816"/>
                    </a:cubicBezTo>
                    <a:cubicBezTo>
                      <a:pt x="17030" y="4815"/>
                      <a:pt x="17033" y="4814"/>
                      <a:pt x="17035" y="4812"/>
                    </a:cubicBezTo>
                    <a:close/>
                    <a:moveTo>
                      <a:pt x="8794" y="286"/>
                    </a:moveTo>
                    <a:cubicBezTo>
                      <a:pt x="8833" y="286"/>
                      <a:pt x="8873" y="287"/>
                      <a:pt x="8912" y="287"/>
                    </a:cubicBezTo>
                    <a:cubicBezTo>
                      <a:pt x="9720" y="293"/>
                      <a:pt x="10544" y="394"/>
                      <a:pt x="11307" y="660"/>
                    </a:cubicBezTo>
                    <a:cubicBezTo>
                      <a:pt x="11561" y="750"/>
                      <a:pt x="11815" y="858"/>
                      <a:pt x="12030" y="1021"/>
                    </a:cubicBezTo>
                    <a:cubicBezTo>
                      <a:pt x="12346" y="1258"/>
                      <a:pt x="12685" y="1456"/>
                      <a:pt x="13063" y="1580"/>
                    </a:cubicBezTo>
                    <a:cubicBezTo>
                      <a:pt x="13442" y="1705"/>
                      <a:pt x="13843" y="1750"/>
                      <a:pt x="14238" y="1784"/>
                    </a:cubicBezTo>
                    <a:cubicBezTo>
                      <a:pt x="14769" y="1829"/>
                      <a:pt x="15300" y="1846"/>
                      <a:pt x="15830" y="1885"/>
                    </a:cubicBezTo>
                    <a:cubicBezTo>
                      <a:pt x="16175" y="1908"/>
                      <a:pt x="16519" y="1936"/>
                      <a:pt x="16857" y="1970"/>
                    </a:cubicBezTo>
                    <a:lnTo>
                      <a:pt x="16857" y="1970"/>
                    </a:lnTo>
                    <a:cubicBezTo>
                      <a:pt x="16857" y="1970"/>
                      <a:pt x="16858" y="1970"/>
                      <a:pt x="16858" y="1970"/>
                    </a:cubicBezTo>
                    <a:cubicBezTo>
                      <a:pt x="17304" y="2015"/>
                      <a:pt x="17863" y="2162"/>
                      <a:pt x="17988" y="2636"/>
                    </a:cubicBezTo>
                    <a:cubicBezTo>
                      <a:pt x="18089" y="2992"/>
                      <a:pt x="17942" y="3404"/>
                      <a:pt x="17784" y="3738"/>
                    </a:cubicBezTo>
                    <a:cubicBezTo>
                      <a:pt x="17638" y="4037"/>
                      <a:pt x="17457" y="4319"/>
                      <a:pt x="17259" y="4590"/>
                    </a:cubicBezTo>
                    <a:cubicBezTo>
                      <a:pt x="17253" y="4596"/>
                      <a:pt x="17242" y="4607"/>
                      <a:pt x="17237" y="4613"/>
                    </a:cubicBezTo>
                    <a:cubicBezTo>
                      <a:pt x="17235" y="4616"/>
                      <a:pt x="17234" y="4617"/>
                      <a:pt x="17234" y="4617"/>
                    </a:cubicBezTo>
                    <a:cubicBezTo>
                      <a:pt x="17235" y="4617"/>
                      <a:pt x="17245" y="4603"/>
                      <a:pt x="17247" y="4603"/>
                    </a:cubicBezTo>
                    <a:cubicBezTo>
                      <a:pt x="17247" y="4603"/>
                      <a:pt x="17246" y="4606"/>
                      <a:pt x="17242" y="4613"/>
                    </a:cubicBezTo>
                    <a:cubicBezTo>
                      <a:pt x="17231" y="4624"/>
                      <a:pt x="17225" y="4636"/>
                      <a:pt x="17214" y="4641"/>
                    </a:cubicBezTo>
                    <a:cubicBezTo>
                      <a:pt x="17207" y="4650"/>
                      <a:pt x="17202" y="4658"/>
                      <a:pt x="17197" y="4664"/>
                    </a:cubicBezTo>
                    <a:lnTo>
                      <a:pt x="17197" y="4664"/>
                    </a:lnTo>
                    <a:cubicBezTo>
                      <a:pt x="17183" y="4679"/>
                      <a:pt x="17173" y="4693"/>
                      <a:pt x="17157" y="4703"/>
                    </a:cubicBezTo>
                    <a:cubicBezTo>
                      <a:pt x="17129" y="4737"/>
                      <a:pt x="17095" y="4765"/>
                      <a:pt x="17061" y="4794"/>
                    </a:cubicBezTo>
                    <a:cubicBezTo>
                      <a:pt x="17053" y="4798"/>
                      <a:pt x="17044" y="4806"/>
                      <a:pt x="17035" y="4812"/>
                    </a:cubicBezTo>
                    <a:lnTo>
                      <a:pt x="17035" y="4812"/>
                    </a:lnTo>
                    <a:cubicBezTo>
                      <a:pt x="17040" y="4809"/>
                      <a:pt x="17042" y="4808"/>
                      <a:pt x="17042" y="4808"/>
                    </a:cubicBezTo>
                    <a:cubicBezTo>
                      <a:pt x="17043" y="4808"/>
                      <a:pt x="17031" y="4817"/>
                      <a:pt x="17016" y="4828"/>
                    </a:cubicBezTo>
                    <a:cubicBezTo>
                      <a:pt x="16988" y="4850"/>
                      <a:pt x="16960" y="4873"/>
                      <a:pt x="16926" y="4890"/>
                    </a:cubicBezTo>
                    <a:cubicBezTo>
                      <a:pt x="16751" y="5008"/>
                      <a:pt x="16565" y="5104"/>
                      <a:pt x="16373" y="5183"/>
                    </a:cubicBezTo>
                    <a:cubicBezTo>
                      <a:pt x="16339" y="5200"/>
                      <a:pt x="16350" y="5195"/>
                      <a:pt x="16299" y="5217"/>
                    </a:cubicBezTo>
                    <a:cubicBezTo>
                      <a:pt x="16265" y="5229"/>
                      <a:pt x="16231" y="5245"/>
                      <a:pt x="16197" y="5257"/>
                    </a:cubicBezTo>
                    <a:cubicBezTo>
                      <a:pt x="16124" y="5285"/>
                      <a:pt x="16051" y="5313"/>
                      <a:pt x="15972" y="5336"/>
                    </a:cubicBezTo>
                    <a:cubicBezTo>
                      <a:pt x="15802" y="5392"/>
                      <a:pt x="15627" y="5443"/>
                      <a:pt x="15452" y="5488"/>
                    </a:cubicBezTo>
                    <a:cubicBezTo>
                      <a:pt x="15000" y="5607"/>
                      <a:pt x="14537" y="5686"/>
                      <a:pt x="14074" y="5742"/>
                    </a:cubicBezTo>
                    <a:cubicBezTo>
                      <a:pt x="13324" y="5834"/>
                      <a:pt x="12567" y="5870"/>
                      <a:pt x="11809" y="5870"/>
                    </a:cubicBezTo>
                    <a:cubicBezTo>
                      <a:pt x="11066" y="5870"/>
                      <a:pt x="10323" y="5835"/>
                      <a:pt x="9584" y="5782"/>
                    </a:cubicBezTo>
                    <a:cubicBezTo>
                      <a:pt x="9342" y="5765"/>
                      <a:pt x="9099" y="5748"/>
                      <a:pt x="8856" y="5726"/>
                    </a:cubicBezTo>
                    <a:cubicBezTo>
                      <a:pt x="8851" y="5725"/>
                      <a:pt x="8846" y="5724"/>
                      <a:pt x="8841" y="5724"/>
                    </a:cubicBezTo>
                    <a:cubicBezTo>
                      <a:pt x="8769" y="5724"/>
                      <a:pt x="8715" y="5798"/>
                      <a:pt x="8715" y="5867"/>
                    </a:cubicBezTo>
                    <a:cubicBezTo>
                      <a:pt x="8698" y="6330"/>
                      <a:pt x="8686" y="6799"/>
                      <a:pt x="8670" y="7267"/>
                    </a:cubicBezTo>
                    <a:cubicBezTo>
                      <a:pt x="8647" y="8007"/>
                      <a:pt x="8624" y="8747"/>
                      <a:pt x="8602" y="9492"/>
                    </a:cubicBezTo>
                    <a:lnTo>
                      <a:pt x="8590" y="9860"/>
                    </a:lnTo>
                    <a:lnTo>
                      <a:pt x="8590" y="9860"/>
                    </a:lnTo>
                    <a:cubicBezTo>
                      <a:pt x="8375" y="9845"/>
                      <a:pt x="8162" y="9800"/>
                      <a:pt x="7952" y="9758"/>
                    </a:cubicBezTo>
                    <a:cubicBezTo>
                      <a:pt x="7602" y="9679"/>
                      <a:pt x="7263" y="9583"/>
                      <a:pt x="6925" y="9475"/>
                    </a:cubicBezTo>
                    <a:cubicBezTo>
                      <a:pt x="6912" y="9471"/>
                      <a:pt x="6899" y="9470"/>
                      <a:pt x="6887" y="9470"/>
                    </a:cubicBezTo>
                    <a:cubicBezTo>
                      <a:pt x="6810" y="9470"/>
                      <a:pt x="6744" y="9538"/>
                      <a:pt x="6744" y="9611"/>
                    </a:cubicBezTo>
                    <a:lnTo>
                      <a:pt x="6744" y="11825"/>
                    </a:lnTo>
                    <a:lnTo>
                      <a:pt x="6744" y="15343"/>
                    </a:lnTo>
                    <a:lnTo>
                      <a:pt x="6744" y="15939"/>
                    </a:lnTo>
                    <a:lnTo>
                      <a:pt x="6744" y="15939"/>
                    </a:lnTo>
                    <a:cubicBezTo>
                      <a:pt x="6623" y="15884"/>
                      <a:pt x="6505" y="15824"/>
                      <a:pt x="6388" y="15761"/>
                    </a:cubicBezTo>
                    <a:cubicBezTo>
                      <a:pt x="5936" y="15512"/>
                      <a:pt x="5501" y="15219"/>
                      <a:pt x="5100" y="14891"/>
                    </a:cubicBezTo>
                    <a:cubicBezTo>
                      <a:pt x="5090" y="14883"/>
                      <a:pt x="5079" y="14876"/>
                      <a:pt x="5067" y="14871"/>
                    </a:cubicBezTo>
                    <a:lnTo>
                      <a:pt x="5067" y="14871"/>
                    </a:lnTo>
                    <a:cubicBezTo>
                      <a:pt x="5069" y="14870"/>
                      <a:pt x="5071" y="14869"/>
                      <a:pt x="5072" y="14869"/>
                    </a:cubicBezTo>
                    <a:cubicBezTo>
                      <a:pt x="4767" y="14682"/>
                      <a:pt x="4479" y="14473"/>
                      <a:pt x="4214" y="14242"/>
                    </a:cubicBezTo>
                    <a:cubicBezTo>
                      <a:pt x="4084" y="14129"/>
                      <a:pt x="3954" y="14004"/>
                      <a:pt x="3830" y="13880"/>
                    </a:cubicBezTo>
                    <a:cubicBezTo>
                      <a:pt x="3773" y="13824"/>
                      <a:pt x="3722" y="13756"/>
                      <a:pt x="3660" y="13705"/>
                    </a:cubicBezTo>
                    <a:cubicBezTo>
                      <a:pt x="3615" y="13660"/>
                      <a:pt x="3553" y="13632"/>
                      <a:pt x="3502" y="13598"/>
                    </a:cubicBezTo>
                    <a:cubicBezTo>
                      <a:pt x="3096" y="13344"/>
                      <a:pt x="2740" y="13011"/>
                      <a:pt x="2429" y="12649"/>
                    </a:cubicBezTo>
                    <a:cubicBezTo>
                      <a:pt x="1723" y="11836"/>
                      <a:pt x="1204" y="10853"/>
                      <a:pt x="854" y="9842"/>
                    </a:cubicBezTo>
                    <a:cubicBezTo>
                      <a:pt x="526" y="8894"/>
                      <a:pt x="317" y="7860"/>
                      <a:pt x="436" y="6861"/>
                    </a:cubicBezTo>
                    <a:cubicBezTo>
                      <a:pt x="492" y="6381"/>
                      <a:pt x="650" y="5912"/>
                      <a:pt x="893" y="5500"/>
                    </a:cubicBezTo>
                    <a:cubicBezTo>
                      <a:pt x="1108" y="5133"/>
                      <a:pt x="1407" y="4839"/>
                      <a:pt x="1752" y="4590"/>
                    </a:cubicBezTo>
                    <a:cubicBezTo>
                      <a:pt x="2113" y="4336"/>
                      <a:pt x="2497" y="4116"/>
                      <a:pt x="2853" y="3851"/>
                    </a:cubicBezTo>
                    <a:cubicBezTo>
                      <a:pt x="3327" y="3495"/>
                      <a:pt x="3745" y="3077"/>
                      <a:pt x="4101" y="2603"/>
                    </a:cubicBezTo>
                    <a:cubicBezTo>
                      <a:pt x="4287" y="2360"/>
                      <a:pt x="4434" y="2094"/>
                      <a:pt x="4626" y="1857"/>
                    </a:cubicBezTo>
                    <a:cubicBezTo>
                      <a:pt x="4762" y="1688"/>
                      <a:pt x="4914" y="1530"/>
                      <a:pt x="5083" y="1388"/>
                    </a:cubicBezTo>
                    <a:cubicBezTo>
                      <a:pt x="5411" y="1112"/>
                      <a:pt x="5795" y="897"/>
                      <a:pt x="6196" y="733"/>
                    </a:cubicBezTo>
                    <a:cubicBezTo>
                      <a:pt x="7018" y="409"/>
                      <a:pt x="7912" y="286"/>
                      <a:pt x="8794" y="286"/>
                    </a:cubicBezTo>
                    <a:close/>
                    <a:moveTo>
                      <a:pt x="8785" y="0"/>
                    </a:moveTo>
                    <a:cubicBezTo>
                      <a:pt x="8056" y="0"/>
                      <a:pt x="7319" y="87"/>
                      <a:pt x="6620" y="293"/>
                    </a:cubicBezTo>
                    <a:cubicBezTo>
                      <a:pt x="5739" y="553"/>
                      <a:pt x="4908" y="1016"/>
                      <a:pt x="4349" y="1755"/>
                    </a:cubicBezTo>
                    <a:cubicBezTo>
                      <a:pt x="4152" y="2015"/>
                      <a:pt x="3988" y="2303"/>
                      <a:pt x="3779" y="2557"/>
                    </a:cubicBezTo>
                    <a:cubicBezTo>
                      <a:pt x="3581" y="2806"/>
                      <a:pt x="3367" y="3037"/>
                      <a:pt x="3135" y="3252"/>
                    </a:cubicBezTo>
                    <a:cubicBezTo>
                      <a:pt x="2774" y="3585"/>
                      <a:pt x="2367" y="3851"/>
                      <a:pt x="1955" y="4116"/>
                    </a:cubicBezTo>
                    <a:cubicBezTo>
                      <a:pt x="1599" y="4348"/>
                      <a:pt x="1243" y="4590"/>
                      <a:pt x="967" y="4912"/>
                    </a:cubicBezTo>
                    <a:cubicBezTo>
                      <a:pt x="628" y="5302"/>
                      <a:pt x="402" y="5776"/>
                      <a:pt x="266" y="6268"/>
                    </a:cubicBezTo>
                    <a:cubicBezTo>
                      <a:pt x="1" y="7222"/>
                      <a:pt x="125" y="8267"/>
                      <a:pt x="368" y="9210"/>
                    </a:cubicBezTo>
                    <a:cubicBezTo>
                      <a:pt x="645" y="10283"/>
                      <a:pt x="1108" y="11316"/>
                      <a:pt x="1746" y="12226"/>
                    </a:cubicBezTo>
                    <a:cubicBezTo>
                      <a:pt x="2040" y="12649"/>
                      <a:pt x="2378" y="13056"/>
                      <a:pt x="2768" y="13400"/>
                    </a:cubicBezTo>
                    <a:cubicBezTo>
                      <a:pt x="2949" y="13558"/>
                      <a:pt x="3141" y="13705"/>
                      <a:pt x="3344" y="13835"/>
                    </a:cubicBezTo>
                    <a:cubicBezTo>
                      <a:pt x="3395" y="13869"/>
                      <a:pt x="3446" y="13897"/>
                      <a:pt x="3491" y="13931"/>
                    </a:cubicBezTo>
                    <a:cubicBezTo>
                      <a:pt x="3559" y="13993"/>
                      <a:pt x="3621" y="14072"/>
                      <a:pt x="3689" y="14134"/>
                    </a:cubicBezTo>
                    <a:cubicBezTo>
                      <a:pt x="3813" y="14259"/>
                      <a:pt x="3943" y="14383"/>
                      <a:pt x="4078" y="14496"/>
                    </a:cubicBezTo>
                    <a:cubicBezTo>
                      <a:pt x="4343" y="14721"/>
                      <a:pt x="4630" y="14930"/>
                      <a:pt x="4929" y="15110"/>
                    </a:cubicBezTo>
                    <a:lnTo>
                      <a:pt x="4929" y="15110"/>
                    </a:lnTo>
                    <a:cubicBezTo>
                      <a:pt x="5509" y="15582"/>
                      <a:pt x="6150" y="16019"/>
                      <a:pt x="6845" y="16292"/>
                    </a:cubicBezTo>
                    <a:cubicBezTo>
                      <a:pt x="6859" y="16297"/>
                      <a:pt x="6873" y="16299"/>
                      <a:pt x="6887" y="16299"/>
                    </a:cubicBezTo>
                    <a:cubicBezTo>
                      <a:pt x="6962" y="16299"/>
                      <a:pt x="7026" y="16228"/>
                      <a:pt x="7026" y="16156"/>
                    </a:cubicBezTo>
                    <a:lnTo>
                      <a:pt x="7026" y="13948"/>
                    </a:lnTo>
                    <a:lnTo>
                      <a:pt x="7026" y="10424"/>
                    </a:lnTo>
                    <a:lnTo>
                      <a:pt x="7026" y="9806"/>
                    </a:lnTo>
                    <a:lnTo>
                      <a:pt x="7026" y="9806"/>
                    </a:lnTo>
                    <a:cubicBezTo>
                      <a:pt x="7322" y="9893"/>
                      <a:pt x="7618" y="9973"/>
                      <a:pt x="7918" y="10034"/>
                    </a:cubicBezTo>
                    <a:cubicBezTo>
                      <a:pt x="8178" y="10091"/>
                      <a:pt x="8455" y="10147"/>
                      <a:pt x="8726" y="10147"/>
                    </a:cubicBezTo>
                    <a:cubicBezTo>
                      <a:pt x="8799" y="10147"/>
                      <a:pt x="8862" y="10080"/>
                      <a:pt x="8867" y="10006"/>
                    </a:cubicBezTo>
                    <a:cubicBezTo>
                      <a:pt x="8878" y="9537"/>
                      <a:pt x="8895" y="9069"/>
                      <a:pt x="8907" y="8606"/>
                    </a:cubicBezTo>
                    <a:cubicBezTo>
                      <a:pt x="8935" y="7866"/>
                      <a:pt x="8958" y="7120"/>
                      <a:pt x="8980" y="6381"/>
                    </a:cubicBezTo>
                    <a:cubicBezTo>
                      <a:pt x="8984" y="6262"/>
                      <a:pt x="8988" y="6140"/>
                      <a:pt x="8992" y="6020"/>
                    </a:cubicBezTo>
                    <a:lnTo>
                      <a:pt x="8992" y="6020"/>
                    </a:lnTo>
                    <a:cubicBezTo>
                      <a:pt x="9912" y="6100"/>
                      <a:pt x="10840" y="6154"/>
                      <a:pt x="11767" y="6154"/>
                    </a:cubicBezTo>
                    <a:cubicBezTo>
                      <a:pt x="12439" y="6154"/>
                      <a:pt x="13111" y="6126"/>
                      <a:pt x="13780" y="6059"/>
                    </a:cubicBezTo>
                    <a:cubicBezTo>
                      <a:pt x="14656" y="5968"/>
                      <a:pt x="15548" y="5822"/>
                      <a:pt x="16367" y="5494"/>
                    </a:cubicBezTo>
                    <a:cubicBezTo>
                      <a:pt x="16711" y="5353"/>
                      <a:pt x="17073" y="5183"/>
                      <a:pt x="17338" y="4924"/>
                    </a:cubicBezTo>
                    <a:cubicBezTo>
                      <a:pt x="17361" y="4907"/>
                      <a:pt x="17378" y="4884"/>
                      <a:pt x="17395" y="4867"/>
                    </a:cubicBezTo>
                    <a:cubicBezTo>
                      <a:pt x="17404" y="4857"/>
                      <a:pt x="17414" y="4844"/>
                      <a:pt x="17424" y="4833"/>
                    </a:cubicBezTo>
                    <a:lnTo>
                      <a:pt x="17424" y="4833"/>
                    </a:lnTo>
                    <a:cubicBezTo>
                      <a:pt x="17419" y="4838"/>
                      <a:pt x="17416" y="4842"/>
                      <a:pt x="17416" y="4842"/>
                    </a:cubicBezTo>
                    <a:lnTo>
                      <a:pt x="17416" y="4842"/>
                    </a:lnTo>
                    <a:cubicBezTo>
                      <a:pt x="17416" y="4842"/>
                      <a:pt x="17419" y="4838"/>
                      <a:pt x="17429" y="4828"/>
                    </a:cubicBezTo>
                    <a:lnTo>
                      <a:pt x="17429" y="4828"/>
                    </a:lnTo>
                    <a:cubicBezTo>
                      <a:pt x="17427" y="4829"/>
                      <a:pt x="17425" y="4831"/>
                      <a:pt x="17424" y="4833"/>
                    </a:cubicBezTo>
                    <a:lnTo>
                      <a:pt x="17424" y="4833"/>
                    </a:lnTo>
                    <a:cubicBezTo>
                      <a:pt x="17431" y="4823"/>
                      <a:pt x="17443" y="4807"/>
                      <a:pt x="17446" y="4799"/>
                    </a:cubicBezTo>
                    <a:cubicBezTo>
                      <a:pt x="17649" y="4545"/>
                      <a:pt x="17830" y="4269"/>
                      <a:pt x="17976" y="3980"/>
                    </a:cubicBezTo>
                    <a:cubicBezTo>
                      <a:pt x="18168" y="3608"/>
                      <a:pt x="18343" y="3167"/>
                      <a:pt x="18293" y="2738"/>
                    </a:cubicBezTo>
                    <a:cubicBezTo>
                      <a:pt x="18236" y="2224"/>
                      <a:pt x="17846" y="1914"/>
                      <a:pt x="17372" y="1778"/>
                    </a:cubicBezTo>
                    <a:cubicBezTo>
                      <a:pt x="17203" y="1733"/>
                      <a:pt x="17034" y="1705"/>
                      <a:pt x="16859" y="1688"/>
                    </a:cubicBezTo>
                    <a:lnTo>
                      <a:pt x="16859" y="1688"/>
                    </a:lnTo>
                    <a:cubicBezTo>
                      <a:pt x="16859" y="1688"/>
                      <a:pt x="16859" y="1688"/>
                      <a:pt x="16858" y="1688"/>
                    </a:cubicBezTo>
                    <a:cubicBezTo>
                      <a:pt x="16214" y="1626"/>
                      <a:pt x="15565" y="1586"/>
                      <a:pt x="14915" y="1546"/>
                    </a:cubicBezTo>
                    <a:cubicBezTo>
                      <a:pt x="14469" y="1524"/>
                      <a:pt x="14023" y="1501"/>
                      <a:pt x="13583" y="1417"/>
                    </a:cubicBezTo>
                    <a:cubicBezTo>
                      <a:pt x="13210" y="1349"/>
                      <a:pt x="12860" y="1225"/>
                      <a:pt x="12538" y="1027"/>
                    </a:cubicBezTo>
                    <a:cubicBezTo>
                      <a:pt x="12261" y="863"/>
                      <a:pt x="12030" y="654"/>
                      <a:pt x="11730" y="524"/>
                    </a:cubicBezTo>
                    <a:cubicBezTo>
                      <a:pt x="11008" y="208"/>
                      <a:pt x="10206" y="78"/>
                      <a:pt x="9421" y="22"/>
                    </a:cubicBezTo>
                    <a:cubicBezTo>
                      <a:pt x="9210" y="8"/>
                      <a:pt x="8998" y="0"/>
                      <a:pt x="8785"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Tree>
    <p:extLst>
      <p:ext uri="{BB962C8B-B14F-4D97-AF65-F5344CB8AC3E}">
        <p14:creationId xmlns:p14="http://schemas.microsoft.com/office/powerpoint/2010/main" val="362044867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787"/>
        <p:cNvGrpSpPr/>
        <p:nvPr/>
      </p:nvGrpSpPr>
      <p:grpSpPr>
        <a:xfrm>
          <a:off x="0" y="0"/>
          <a:ext cx="0" cy="0"/>
          <a:chOff x="0" y="0"/>
          <a:chExt cx="0" cy="0"/>
        </a:xfrm>
      </p:grpSpPr>
      <p:sp>
        <p:nvSpPr>
          <p:cNvPr id="1795" name="Google Shape;1795;p55"/>
          <p:cNvSpPr txBox="1">
            <a:spLocks noGrp="1"/>
          </p:cNvSpPr>
          <p:nvPr>
            <p:ph type="subTitle" idx="1"/>
          </p:nvPr>
        </p:nvSpPr>
        <p:spPr>
          <a:xfrm>
            <a:off x="780718" y="639445"/>
            <a:ext cx="6009640" cy="3864609"/>
          </a:xfrm>
          <a:prstGeom prst="rect">
            <a:avLst/>
          </a:prstGeom>
        </p:spPr>
        <p:txBody>
          <a:bodyPr spcFirstLastPara="1" wrap="square" lIns="91425" tIns="91425" rIns="91425" bIns="91425" anchor="t" anchorCtr="0">
            <a:noAutofit/>
          </a:bodyPr>
          <a:lstStyle/>
          <a:p>
            <a:pPr marL="0" lvl="0" indent="0"/>
            <a:r>
              <a:rPr lang="fr-FR" sz="1600" dirty="0"/>
              <a:t>Ce sont les milieux ou institutions qui aident à intégrer les individus dans la société :</a:t>
            </a:r>
          </a:p>
          <a:p>
            <a:pPr marL="0" lvl="0" indent="0"/>
            <a:endParaRPr lang="fr-FR" sz="1600" dirty="0"/>
          </a:p>
          <a:p>
            <a:pPr marL="285750" lvl="0" indent="-285750">
              <a:buFont typeface="Arial" panose="020B0604020202020204" pitchFamily="34" charset="0"/>
              <a:buChar char="•"/>
            </a:pPr>
            <a:r>
              <a:rPr lang="fr-FR" sz="1600" dirty="0"/>
              <a:t>La famille: C'est le premier lieu de socialisation ; apprend le dialogue, le respect, l’ouverture aux autres.</a:t>
            </a:r>
          </a:p>
          <a:p>
            <a:pPr marL="285750" lvl="0" indent="-285750">
              <a:buFont typeface="Arial" panose="020B0604020202020204" pitchFamily="34" charset="0"/>
              <a:buChar char="•"/>
            </a:pPr>
            <a:r>
              <a:rPr lang="fr-FR" sz="1600" dirty="0"/>
              <a:t>L’école: C'est une socialisation obligatoire ; lieu de rencontre entre jeunes de milieux </a:t>
            </a:r>
            <a:r>
              <a:rPr lang="fr-FR" sz="1600" dirty="0" err="1"/>
              <a:t>différents.L’université</a:t>
            </a:r>
            <a:r>
              <a:rPr lang="fr-FR" sz="1600" dirty="0"/>
              <a:t>: Elle professionnelle. renforce l’autonomie, la liberté d’opinion et la préparation à la vie </a:t>
            </a:r>
          </a:p>
          <a:p>
            <a:pPr marL="285750" lvl="0" indent="-285750">
              <a:buFont typeface="Arial" panose="020B0604020202020204" pitchFamily="34" charset="0"/>
              <a:buChar char="•"/>
            </a:pPr>
            <a:r>
              <a:rPr lang="fr-FR" sz="1600" dirty="0"/>
              <a:t>Le travail: Donne un rôle social et une indépendance économique.</a:t>
            </a:r>
          </a:p>
          <a:p>
            <a:pPr marL="285750" lvl="0" indent="-285750">
              <a:buFont typeface="Arial" panose="020B0604020202020204" pitchFamily="34" charset="0"/>
              <a:buChar char="•"/>
            </a:pPr>
            <a:r>
              <a:rPr lang="fr-FR" sz="1600" dirty="0"/>
              <a:t>Les associations: Permettent la participation à la vie collective, la solidarité et l’entraide.</a:t>
            </a:r>
            <a:endParaRPr sz="16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687"/>
        <p:cNvGrpSpPr/>
        <p:nvPr/>
      </p:nvGrpSpPr>
      <p:grpSpPr>
        <a:xfrm>
          <a:off x="0" y="0"/>
          <a:ext cx="0" cy="0"/>
          <a:chOff x="0" y="0"/>
          <a:chExt cx="0" cy="0"/>
        </a:xfrm>
      </p:grpSpPr>
      <p:sp>
        <p:nvSpPr>
          <p:cNvPr id="1688" name="Google Shape;1688;p53"/>
          <p:cNvSpPr/>
          <p:nvPr/>
        </p:nvSpPr>
        <p:spPr>
          <a:xfrm>
            <a:off x="0" y="-13050"/>
            <a:ext cx="9144000" cy="2584800"/>
          </a:xfrm>
          <a:prstGeom prst="rect">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2"/>
              </a:solidFill>
            </a:endParaRPr>
          </a:p>
        </p:txBody>
      </p:sp>
      <p:grpSp>
        <p:nvGrpSpPr>
          <p:cNvPr id="1693" name="Google Shape;1693;p53"/>
          <p:cNvGrpSpPr/>
          <p:nvPr/>
        </p:nvGrpSpPr>
        <p:grpSpPr>
          <a:xfrm>
            <a:off x="-235491" y="2660034"/>
            <a:ext cx="9468870" cy="2172498"/>
            <a:chOff x="-235491" y="2660034"/>
            <a:chExt cx="9468870" cy="2172498"/>
          </a:xfrm>
        </p:grpSpPr>
        <p:grpSp>
          <p:nvGrpSpPr>
            <p:cNvPr id="1694" name="Google Shape;1694;p53"/>
            <p:cNvGrpSpPr/>
            <p:nvPr/>
          </p:nvGrpSpPr>
          <p:grpSpPr>
            <a:xfrm flipH="1">
              <a:off x="881243" y="3672189"/>
              <a:ext cx="971457" cy="1160113"/>
              <a:chOff x="4245050" y="1417375"/>
              <a:chExt cx="999750" cy="1193900"/>
            </a:xfrm>
          </p:grpSpPr>
          <p:sp>
            <p:nvSpPr>
              <p:cNvPr id="1695" name="Google Shape;1695;p53"/>
              <p:cNvSpPr/>
              <p:nvPr/>
            </p:nvSpPr>
            <p:spPr>
              <a:xfrm>
                <a:off x="4339925" y="1417375"/>
                <a:ext cx="597075" cy="489400"/>
              </a:xfrm>
              <a:custGeom>
                <a:avLst/>
                <a:gdLst/>
                <a:ahLst/>
                <a:cxnLst/>
                <a:rect l="l" t="t" r="r" b="b"/>
                <a:pathLst>
                  <a:path w="23883" h="19576" extrusionOk="0">
                    <a:moveTo>
                      <a:pt x="19457" y="283"/>
                    </a:moveTo>
                    <a:cubicBezTo>
                      <a:pt x="20001" y="283"/>
                      <a:pt x="20540" y="344"/>
                      <a:pt x="21059" y="516"/>
                    </a:cubicBezTo>
                    <a:cubicBezTo>
                      <a:pt x="21330" y="606"/>
                      <a:pt x="21584" y="719"/>
                      <a:pt x="21833" y="855"/>
                    </a:cubicBezTo>
                    <a:cubicBezTo>
                      <a:pt x="22347" y="1148"/>
                      <a:pt x="22804" y="1544"/>
                      <a:pt x="23121" y="2052"/>
                    </a:cubicBezTo>
                    <a:cubicBezTo>
                      <a:pt x="23363" y="2453"/>
                      <a:pt x="23516" y="2905"/>
                      <a:pt x="23567" y="3373"/>
                    </a:cubicBezTo>
                    <a:cubicBezTo>
                      <a:pt x="23612" y="3780"/>
                      <a:pt x="23595" y="4198"/>
                      <a:pt x="23522" y="4604"/>
                    </a:cubicBezTo>
                    <a:cubicBezTo>
                      <a:pt x="23482" y="4842"/>
                      <a:pt x="23431" y="5073"/>
                      <a:pt x="23290" y="5276"/>
                    </a:cubicBezTo>
                    <a:cubicBezTo>
                      <a:pt x="23109" y="5525"/>
                      <a:pt x="22816" y="5689"/>
                      <a:pt x="22511" y="5723"/>
                    </a:cubicBezTo>
                    <a:cubicBezTo>
                      <a:pt x="21568" y="5830"/>
                      <a:pt x="20602" y="5847"/>
                      <a:pt x="19647" y="5886"/>
                    </a:cubicBezTo>
                    <a:cubicBezTo>
                      <a:pt x="18597" y="5926"/>
                      <a:pt x="17541" y="5960"/>
                      <a:pt x="16491" y="6005"/>
                    </a:cubicBezTo>
                    <a:cubicBezTo>
                      <a:pt x="16135" y="6022"/>
                      <a:pt x="15779" y="6039"/>
                      <a:pt x="15423" y="6073"/>
                    </a:cubicBezTo>
                    <a:cubicBezTo>
                      <a:pt x="15039" y="6107"/>
                      <a:pt x="14683" y="6197"/>
                      <a:pt x="14401" y="6479"/>
                    </a:cubicBezTo>
                    <a:cubicBezTo>
                      <a:pt x="13921" y="6959"/>
                      <a:pt x="13797" y="7727"/>
                      <a:pt x="13802" y="8388"/>
                    </a:cubicBezTo>
                    <a:cubicBezTo>
                      <a:pt x="13802" y="8416"/>
                      <a:pt x="13802" y="8450"/>
                      <a:pt x="13802" y="8484"/>
                    </a:cubicBezTo>
                    <a:cubicBezTo>
                      <a:pt x="13803" y="8485"/>
                      <a:pt x="13803" y="8486"/>
                      <a:pt x="13803" y="8487"/>
                    </a:cubicBezTo>
                    <a:lnTo>
                      <a:pt x="13803" y="8487"/>
                    </a:lnTo>
                    <a:cubicBezTo>
                      <a:pt x="13772" y="8539"/>
                      <a:pt x="13756" y="8623"/>
                      <a:pt x="13735" y="8682"/>
                    </a:cubicBezTo>
                    <a:lnTo>
                      <a:pt x="13368" y="9681"/>
                    </a:lnTo>
                    <a:cubicBezTo>
                      <a:pt x="13243" y="10031"/>
                      <a:pt x="13113" y="10382"/>
                      <a:pt x="12989" y="10732"/>
                    </a:cubicBezTo>
                    <a:cubicBezTo>
                      <a:pt x="12938" y="10856"/>
                      <a:pt x="12871" y="10980"/>
                      <a:pt x="12871" y="11116"/>
                    </a:cubicBezTo>
                    <a:lnTo>
                      <a:pt x="12871" y="13104"/>
                    </a:lnTo>
                    <a:lnTo>
                      <a:pt x="12871" y="14617"/>
                    </a:lnTo>
                    <a:lnTo>
                      <a:pt x="12871" y="14881"/>
                    </a:lnTo>
                    <a:lnTo>
                      <a:pt x="12871" y="14881"/>
                    </a:lnTo>
                    <a:cubicBezTo>
                      <a:pt x="11283" y="14606"/>
                      <a:pt x="9793" y="13925"/>
                      <a:pt x="8618" y="12804"/>
                    </a:cubicBezTo>
                    <a:cubicBezTo>
                      <a:pt x="7669" y="11901"/>
                      <a:pt x="6952" y="10766"/>
                      <a:pt x="6455" y="9557"/>
                    </a:cubicBezTo>
                    <a:cubicBezTo>
                      <a:pt x="6218" y="8975"/>
                      <a:pt x="6026" y="8371"/>
                      <a:pt x="5890" y="7756"/>
                    </a:cubicBezTo>
                    <a:cubicBezTo>
                      <a:pt x="5877" y="7687"/>
                      <a:pt x="5822" y="7656"/>
                      <a:pt x="5763" y="7656"/>
                    </a:cubicBezTo>
                    <a:cubicBezTo>
                      <a:pt x="5724" y="7656"/>
                      <a:pt x="5684" y="7669"/>
                      <a:pt x="5653" y="7693"/>
                    </a:cubicBezTo>
                    <a:cubicBezTo>
                      <a:pt x="5156" y="8106"/>
                      <a:pt x="5422" y="8851"/>
                      <a:pt x="5580" y="9365"/>
                    </a:cubicBezTo>
                    <a:cubicBezTo>
                      <a:pt x="5761" y="9947"/>
                      <a:pt x="5958" y="10523"/>
                      <a:pt x="6139" y="11099"/>
                    </a:cubicBezTo>
                    <a:cubicBezTo>
                      <a:pt x="6647" y="12686"/>
                      <a:pt x="7110" y="14295"/>
                      <a:pt x="7381" y="15939"/>
                    </a:cubicBezTo>
                    <a:cubicBezTo>
                      <a:pt x="7522" y="16791"/>
                      <a:pt x="7610" y="17663"/>
                      <a:pt x="7564" y="18532"/>
                    </a:cubicBezTo>
                    <a:lnTo>
                      <a:pt x="7564" y="18532"/>
                    </a:lnTo>
                    <a:cubicBezTo>
                      <a:pt x="6953" y="18616"/>
                      <a:pt x="6337" y="18695"/>
                      <a:pt x="5727" y="18779"/>
                    </a:cubicBezTo>
                    <a:cubicBezTo>
                      <a:pt x="4682" y="18915"/>
                      <a:pt x="3643" y="19056"/>
                      <a:pt x="2598" y="19191"/>
                    </a:cubicBezTo>
                    <a:cubicBezTo>
                      <a:pt x="2407" y="19218"/>
                      <a:pt x="2219" y="19245"/>
                      <a:pt x="2030" y="19271"/>
                    </a:cubicBezTo>
                    <a:lnTo>
                      <a:pt x="2030" y="19271"/>
                    </a:lnTo>
                    <a:cubicBezTo>
                      <a:pt x="2070" y="18715"/>
                      <a:pt x="2053" y="18155"/>
                      <a:pt x="2028" y="17599"/>
                    </a:cubicBezTo>
                    <a:cubicBezTo>
                      <a:pt x="1954" y="16136"/>
                      <a:pt x="1717" y="14674"/>
                      <a:pt x="1311" y="13267"/>
                    </a:cubicBezTo>
                    <a:cubicBezTo>
                      <a:pt x="1079" y="12482"/>
                      <a:pt x="785" y="11720"/>
                      <a:pt x="622" y="10918"/>
                    </a:cubicBezTo>
                    <a:cubicBezTo>
                      <a:pt x="497" y="10331"/>
                      <a:pt x="430" y="9732"/>
                      <a:pt x="475" y="9139"/>
                    </a:cubicBezTo>
                    <a:cubicBezTo>
                      <a:pt x="531" y="8332"/>
                      <a:pt x="847" y="7558"/>
                      <a:pt x="1503" y="7055"/>
                    </a:cubicBezTo>
                    <a:cubicBezTo>
                      <a:pt x="2118" y="6578"/>
                      <a:pt x="2869" y="6404"/>
                      <a:pt x="3631" y="6404"/>
                    </a:cubicBezTo>
                    <a:cubicBezTo>
                      <a:pt x="4114" y="6404"/>
                      <a:pt x="4601" y="6474"/>
                      <a:pt x="5060" y="6581"/>
                    </a:cubicBezTo>
                    <a:cubicBezTo>
                      <a:pt x="5224" y="6620"/>
                      <a:pt x="5382" y="6660"/>
                      <a:pt x="5546" y="6711"/>
                    </a:cubicBezTo>
                    <a:cubicBezTo>
                      <a:pt x="5557" y="6714"/>
                      <a:pt x="5569" y="6715"/>
                      <a:pt x="5580" y="6715"/>
                    </a:cubicBezTo>
                    <a:cubicBezTo>
                      <a:pt x="5656" y="6715"/>
                      <a:pt x="5732" y="6654"/>
                      <a:pt x="5727" y="6575"/>
                    </a:cubicBezTo>
                    <a:cubicBezTo>
                      <a:pt x="5670" y="5491"/>
                      <a:pt x="5845" y="4378"/>
                      <a:pt x="6337" y="3407"/>
                    </a:cubicBezTo>
                    <a:cubicBezTo>
                      <a:pt x="6698" y="2690"/>
                      <a:pt x="7223" y="2063"/>
                      <a:pt x="7867" y="1589"/>
                    </a:cubicBezTo>
                    <a:cubicBezTo>
                      <a:pt x="8601" y="1047"/>
                      <a:pt x="9460" y="691"/>
                      <a:pt x="10358" y="521"/>
                    </a:cubicBezTo>
                    <a:cubicBezTo>
                      <a:pt x="10815" y="442"/>
                      <a:pt x="11272" y="420"/>
                      <a:pt x="11735" y="408"/>
                    </a:cubicBezTo>
                    <a:cubicBezTo>
                      <a:pt x="12712" y="397"/>
                      <a:pt x="13684" y="380"/>
                      <a:pt x="14661" y="363"/>
                    </a:cubicBezTo>
                    <a:cubicBezTo>
                      <a:pt x="15858" y="341"/>
                      <a:pt x="17055" y="324"/>
                      <a:pt x="18253" y="301"/>
                    </a:cubicBezTo>
                    <a:cubicBezTo>
                      <a:pt x="18608" y="295"/>
                      <a:pt x="18964" y="290"/>
                      <a:pt x="19314" y="284"/>
                    </a:cubicBezTo>
                    <a:cubicBezTo>
                      <a:pt x="19362" y="283"/>
                      <a:pt x="19410" y="283"/>
                      <a:pt x="19457" y="283"/>
                    </a:cubicBezTo>
                    <a:close/>
                    <a:moveTo>
                      <a:pt x="19551" y="1"/>
                    </a:moveTo>
                    <a:cubicBezTo>
                      <a:pt x="19515" y="1"/>
                      <a:pt x="19480" y="1"/>
                      <a:pt x="19444" y="2"/>
                    </a:cubicBezTo>
                    <a:cubicBezTo>
                      <a:pt x="19162" y="7"/>
                      <a:pt x="18879" y="13"/>
                      <a:pt x="18597" y="13"/>
                    </a:cubicBezTo>
                    <a:cubicBezTo>
                      <a:pt x="17422" y="36"/>
                      <a:pt x="16248" y="53"/>
                      <a:pt x="15067" y="75"/>
                    </a:cubicBezTo>
                    <a:cubicBezTo>
                      <a:pt x="14011" y="92"/>
                      <a:pt x="12950" y="109"/>
                      <a:pt x="11888" y="126"/>
                    </a:cubicBezTo>
                    <a:cubicBezTo>
                      <a:pt x="11566" y="132"/>
                      <a:pt x="11239" y="132"/>
                      <a:pt x="10911" y="166"/>
                    </a:cubicBezTo>
                    <a:cubicBezTo>
                      <a:pt x="9900" y="262"/>
                      <a:pt x="8906" y="578"/>
                      <a:pt x="8048" y="1126"/>
                    </a:cubicBezTo>
                    <a:cubicBezTo>
                      <a:pt x="7376" y="1549"/>
                      <a:pt x="6800" y="2114"/>
                      <a:pt x="6371" y="2780"/>
                    </a:cubicBezTo>
                    <a:cubicBezTo>
                      <a:pt x="5823" y="3627"/>
                      <a:pt x="5535" y="4627"/>
                      <a:pt x="5450" y="5627"/>
                    </a:cubicBezTo>
                    <a:cubicBezTo>
                      <a:pt x="5432" y="5879"/>
                      <a:pt x="5428" y="6131"/>
                      <a:pt x="5436" y="6383"/>
                    </a:cubicBezTo>
                    <a:lnTo>
                      <a:pt x="5436" y="6383"/>
                    </a:lnTo>
                    <a:cubicBezTo>
                      <a:pt x="4858" y="6227"/>
                      <a:pt x="4237" y="6120"/>
                      <a:pt x="3624" y="6120"/>
                    </a:cubicBezTo>
                    <a:cubicBezTo>
                      <a:pt x="2921" y="6120"/>
                      <a:pt x="2228" y="6261"/>
                      <a:pt x="1621" y="6632"/>
                    </a:cubicBezTo>
                    <a:cubicBezTo>
                      <a:pt x="915" y="7067"/>
                      <a:pt x="441" y="7756"/>
                      <a:pt x="271" y="8563"/>
                    </a:cubicBezTo>
                    <a:cubicBezTo>
                      <a:pt x="0" y="9834"/>
                      <a:pt x="328" y="11189"/>
                      <a:pt x="729" y="12398"/>
                    </a:cubicBezTo>
                    <a:cubicBezTo>
                      <a:pt x="1006" y="13217"/>
                      <a:pt x="1243" y="14041"/>
                      <a:pt x="1412" y="14888"/>
                    </a:cubicBezTo>
                    <a:cubicBezTo>
                      <a:pt x="1553" y="15605"/>
                      <a:pt x="1655" y="16328"/>
                      <a:pt x="1711" y="17057"/>
                    </a:cubicBezTo>
                    <a:cubicBezTo>
                      <a:pt x="1774" y="17842"/>
                      <a:pt x="1768" y="18615"/>
                      <a:pt x="1740" y="19400"/>
                    </a:cubicBezTo>
                    <a:cubicBezTo>
                      <a:pt x="1740" y="19412"/>
                      <a:pt x="1734" y="19423"/>
                      <a:pt x="1734" y="19434"/>
                    </a:cubicBezTo>
                    <a:cubicBezTo>
                      <a:pt x="1729" y="19500"/>
                      <a:pt x="1802" y="19576"/>
                      <a:pt x="1868" y="19576"/>
                    </a:cubicBezTo>
                    <a:cubicBezTo>
                      <a:pt x="1871" y="19576"/>
                      <a:pt x="1873" y="19576"/>
                      <a:pt x="1875" y="19575"/>
                    </a:cubicBezTo>
                    <a:cubicBezTo>
                      <a:pt x="2536" y="19485"/>
                      <a:pt x="3191" y="19395"/>
                      <a:pt x="3846" y="19310"/>
                    </a:cubicBezTo>
                    <a:cubicBezTo>
                      <a:pt x="4891" y="19169"/>
                      <a:pt x="5936" y="19033"/>
                      <a:pt x="6975" y="18892"/>
                    </a:cubicBezTo>
                    <a:cubicBezTo>
                      <a:pt x="7218" y="18858"/>
                      <a:pt x="7455" y="18830"/>
                      <a:pt x="7698" y="18796"/>
                    </a:cubicBezTo>
                    <a:cubicBezTo>
                      <a:pt x="7777" y="18785"/>
                      <a:pt x="7833" y="18740"/>
                      <a:pt x="7839" y="18655"/>
                    </a:cubicBezTo>
                    <a:cubicBezTo>
                      <a:pt x="7895" y="17864"/>
                      <a:pt x="7828" y="17074"/>
                      <a:pt x="7720" y="16294"/>
                    </a:cubicBezTo>
                    <a:cubicBezTo>
                      <a:pt x="7602" y="15447"/>
                      <a:pt x="7421" y="14611"/>
                      <a:pt x="7212" y="13787"/>
                    </a:cubicBezTo>
                    <a:cubicBezTo>
                      <a:pt x="6856" y="12364"/>
                      <a:pt x="6399" y="10980"/>
                      <a:pt x="5947" y="9585"/>
                    </a:cubicBezTo>
                    <a:cubicBezTo>
                      <a:pt x="5874" y="9359"/>
                      <a:pt x="5800" y="9128"/>
                      <a:pt x="5738" y="8896"/>
                    </a:cubicBezTo>
                    <a:cubicBezTo>
                      <a:pt x="5673" y="8663"/>
                      <a:pt x="5607" y="8371"/>
                      <a:pt x="5690" y="8135"/>
                    </a:cubicBezTo>
                    <a:lnTo>
                      <a:pt x="5690" y="8135"/>
                    </a:lnTo>
                    <a:cubicBezTo>
                      <a:pt x="5953" y="9194"/>
                      <a:pt x="6379" y="10227"/>
                      <a:pt x="6947" y="11161"/>
                    </a:cubicBezTo>
                    <a:cubicBezTo>
                      <a:pt x="7720" y="12432"/>
                      <a:pt x="8788" y="13522"/>
                      <a:pt x="10103" y="14233"/>
                    </a:cubicBezTo>
                    <a:cubicBezTo>
                      <a:pt x="10996" y="14724"/>
                      <a:pt x="11973" y="15029"/>
                      <a:pt x="12978" y="15182"/>
                    </a:cubicBezTo>
                    <a:cubicBezTo>
                      <a:pt x="12989" y="15184"/>
                      <a:pt x="13001" y="15185"/>
                      <a:pt x="13012" y="15185"/>
                    </a:cubicBezTo>
                    <a:cubicBezTo>
                      <a:pt x="13088" y="15185"/>
                      <a:pt x="13153" y="15135"/>
                      <a:pt x="13153" y="15046"/>
                    </a:cubicBezTo>
                    <a:lnTo>
                      <a:pt x="13153" y="13651"/>
                    </a:lnTo>
                    <a:lnTo>
                      <a:pt x="13153" y="11376"/>
                    </a:lnTo>
                    <a:cubicBezTo>
                      <a:pt x="13153" y="11287"/>
                      <a:pt x="13158" y="11198"/>
                      <a:pt x="13153" y="11104"/>
                    </a:cubicBezTo>
                    <a:lnTo>
                      <a:pt x="13153" y="11104"/>
                    </a:lnTo>
                    <a:cubicBezTo>
                      <a:pt x="13153" y="11104"/>
                      <a:pt x="13153" y="11104"/>
                      <a:pt x="13153" y="11104"/>
                    </a:cubicBezTo>
                    <a:cubicBezTo>
                      <a:pt x="13153" y="11104"/>
                      <a:pt x="13153" y="11104"/>
                      <a:pt x="13153" y="11104"/>
                    </a:cubicBezTo>
                    <a:lnTo>
                      <a:pt x="13153" y="11104"/>
                    </a:lnTo>
                    <a:cubicBezTo>
                      <a:pt x="13153" y="11104"/>
                      <a:pt x="13153" y="11104"/>
                      <a:pt x="13153" y="11104"/>
                    </a:cubicBezTo>
                    <a:lnTo>
                      <a:pt x="13153" y="11104"/>
                    </a:lnTo>
                    <a:cubicBezTo>
                      <a:pt x="13158" y="11094"/>
                      <a:pt x="13160" y="11086"/>
                      <a:pt x="13160" y="11080"/>
                    </a:cubicBezTo>
                    <a:lnTo>
                      <a:pt x="13160" y="11080"/>
                    </a:lnTo>
                    <a:cubicBezTo>
                      <a:pt x="13158" y="11088"/>
                      <a:pt x="13156" y="11096"/>
                      <a:pt x="13153" y="11104"/>
                    </a:cubicBezTo>
                    <a:lnTo>
                      <a:pt x="13153" y="11104"/>
                    </a:lnTo>
                    <a:cubicBezTo>
                      <a:pt x="13153" y="11102"/>
                      <a:pt x="13153" y="11100"/>
                      <a:pt x="13153" y="11099"/>
                    </a:cubicBezTo>
                    <a:cubicBezTo>
                      <a:pt x="13153" y="11079"/>
                      <a:pt x="13156" y="11071"/>
                      <a:pt x="13158" y="11071"/>
                    </a:cubicBezTo>
                    <a:lnTo>
                      <a:pt x="13158" y="11071"/>
                    </a:lnTo>
                    <a:cubicBezTo>
                      <a:pt x="13160" y="11071"/>
                      <a:pt x="13161" y="11075"/>
                      <a:pt x="13160" y="11080"/>
                    </a:cubicBezTo>
                    <a:lnTo>
                      <a:pt x="13160" y="11080"/>
                    </a:lnTo>
                    <a:cubicBezTo>
                      <a:pt x="13164" y="11070"/>
                      <a:pt x="13167" y="11060"/>
                      <a:pt x="13170" y="11054"/>
                    </a:cubicBezTo>
                    <a:cubicBezTo>
                      <a:pt x="13272" y="10777"/>
                      <a:pt x="13368" y="10500"/>
                      <a:pt x="13469" y="10223"/>
                    </a:cubicBezTo>
                    <a:lnTo>
                      <a:pt x="13881" y="9094"/>
                    </a:lnTo>
                    <a:cubicBezTo>
                      <a:pt x="13932" y="8958"/>
                      <a:pt x="13983" y="8823"/>
                      <a:pt x="14028" y="8693"/>
                    </a:cubicBezTo>
                    <a:cubicBezTo>
                      <a:pt x="14051" y="8631"/>
                      <a:pt x="14085" y="8569"/>
                      <a:pt x="14090" y="8507"/>
                    </a:cubicBezTo>
                    <a:cubicBezTo>
                      <a:pt x="14102" y="8326"/>
                      <a:pt x="14085" y="8140"/>
                      <a:pt x="14102" y="7953"/>
                    </a:cubicBezTo>
                    <a:cubicBezTo>
                      <a:pt x="14136" y="7603"/>
                      <a:pt x="14220" y="7242"/>
                      <a:pt x="14401" y="6937"/>
                    </a:cubicBezTo>
                    <a:cubicBezTo>
                      <a:pt x="14599" y="6609"/>
                      <a:pt x="14909" y="6406"/>
                      <a:pt x="15288" y="6366"/>
                    </a:cubicBezTo>
                    <a:cubicBezTo>
                      <a:pt x="15615" y="6332"/>
                      <a:pt x="15948" y="6316"/>
                      <a:pt x="16276" y="6299"/>
                    </a:cubicBezTo>
                    <a:cubicBezTo>
                      <a:pt x="17309" y="6248"/>
                      <a:pt x="18349" y="6220"/>
                      <a:pt x="19382" y="6174"/>
                    </a:cubicBezTo>
                    <a:cubicBezTo>
                      <a:pt x="20376" y="6140"/>
                      <a:pt x="21370" y="6107"/>
                      <a:pt x="22364" y="6016"/>
                    </a:cubicBezTo>
                    <a:cubicBezTo>
                      <a:pt x="22646" y="5994"/>
                      <a:pt x="22917" y="5937"/>
                      <a:pt x="23160" y="5779"/>
                    </a:cubicBezTo>
                    <a:cubicBezTo>
                      <a:pt x="23414" y="5610"/>
                      <a:pt x="23606" y="5361"/>
                      <a:pt x="23708" y="5067"/>
                    </a:cubicBezTo>
                    <a:cubicBezTo>
                      <a:pt x="23832" y="4689"/>
                      <a:pt x="23872" y="4249"/>
                      <a:pt x="23872" y="3853"/>
                    </a:cubicBezTo>
                    <a:cubicBezTo>
                      <a:pt x="23883" y="2837"/>
                      <a:pt x="23505" y="1860"/>
                      <a:pt x="22748" y="1171"/>
                    </a:cubicBezTo>
                    <a:cubicBezTo>
                      <a:pt x="22511" y="956"/>
                      <a:pt x="22251" y="770"/>
                      <a:pt x="21974" y="612"/>
                    </a:cubicBezTo>
                    <a:cubicBezTo>
                      <a:pt x="21973" y="611"/>
                      <a:pt x="21973" y="611"/>
                      <a:pt x="21972" y="610"/>
                    </a:cubicBezTo>
                    <a:lnTo>
                      <a:pt x="21972" y="610"/>
                    </a:lnTo>
                    <a:cubicBezTo>
                      <a:pt x="21230" y="194"/>
                      <a:pt x="20395" y="1"/>
                      <a:pt x="19551"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96" name="Google Shape;1696;p53"/>
              <p:cNvSpPr/>
              <p:nvPr/>
            </p:nvSpPr>
            <p:spPr>
              <a:xfrm>
                <a:off x="4661250" y="1558750"/>
                <a:ext cx="292000" cy="353675"/>
              </a:xfrm>
              <a:custGeom>
                <a:avLst/>
                <a:gdLst/>
                <a:ahLst/>
                <a:cxnLst/>
                <a:rect l="l" t="t" r="r" b="b"/>
                <a:pathLst>
                  <a:path w="11680" h="14147" extrusionOk="0">
                    <a:moveTo>
                      <a:pt x="9845" y="317"/>
                    </a:moveTo>
                    <a:lnTo>
                      <a:pt x="9845" y="317"/>
                    </a:lnTo>
                    <a:cubicBezTo>
                      <a:pt x="9934" y="775"/>
                      <a:pt x="9934" y="1238"/>
                      <a:pt x="9934" y="1705"/>
                    </a:cubicBezTo>
                    <a:lnTo>
                      <a:pt x="9934" y="2366"/>
                    </a:lnTo>
                    <a:cubicBezTo>
                      <a:pt x="9934" y="2468"/>
                      <a:pt x="9900" y="2643"/>
                      <a:pt x="9974" y="2722"/>
                    </a:cubicBezTo>
                    <a:cubicBezTo>
                      <a:pt x="10064" y="2818"/>
                      <a:pt x="10188" y="2891"/>
                      <a:pt x="10284" y="2970"/>
                    </a:cubicBezTo>
                    <a:cubicBezTo>
                      <a:pt x="10465" y="3111"/>
                      <a:pt x="10646" y="3258"/>
                      <a:pt x="10827" y="3399"/>
                    </a:cubicBezTo>
                    <a:cubicBezTo>
                      <a:pt x="10934" y="3484"/>
                      <a:pt x="11041" y="3569"/>
                      <a:pt x="11149" y="3654"/>
                    </a:cubicBezTo>
                    <a:cubicBezTo>
                      <a:pt x="11318" y="3795"/>
                      <a:pt x="11386" y="4015"/>
                      <a:pt x="11256" y="4207"/>
                    </a:cubicBezTo>
                    <a:cubicBezTo>
                      <a:pt x="11120" y="4410"/>
                      <a:pt x="10894" y="4416"/>
                      <a:pt x="10680" y="4416"/>
                    </a:cubicBezTo>
                    <a:lnTo>
                      <a:pt x="10076" y="4416"/>
                    </a:lnTo>
                    <a:cubicBezTo>
                      <a:pt x="9996" y="4416"/>
                      <a:pt x="9934" y="4478"/>
                      <a:pt x="9934" y="4557"/>
                    </a:cubicBezTo>
                    <a:lnTo>
                      <a:pt x="9934" y="5404"/>
                    </a:lnTo>
                    <a:cubicBezTo>
                      <a:pt x="9934" y="5715"/>
                      <a:pt x="9946" y="6031"/>
                      <a:pt x="9917" y="6342"/>
                    </a:cubicBezTo>
                    <a:cubicBezTo>
                      <a:pt x="9810" y="7398"/>
                      <a:pt x="9155" y="8358"/>
                      <a:pt x="8218" y="8866"/>
                    </a:cubicBezTo>
                    <a:cubicBezTo>
                      <a:pt x="7709" y="9143"/>
                      <a:pt x="7150" y="9250"/>
                      <a:pt x="6569" y="9250"/>
                    </a:cubicBezTo>
                    <a:cubicBezTo>
                      <a:pt x="6495" y="9250"/>
                      <a:pt x="6427" y="9318"/>
                      <a:pt x="6427" y="9391"/>
                    </a:cubicBezTo>
                    <a:lnTo>
                      <a:pt x="6427" y="10944"/>
                    </a:lnTo>
                    <a:lnTo>
                      <a:pt x="6427" y="13435"/>
                    </a:lnTo>
                    <a:lnTo>
                      <a:pt x="6427" y="13864"/>
                    </a:lnTo>
                    <a:lnTo>
                      <a:pt x="300" y="13864"/>
                    </a:lnTo>
                    <a:lnTo>
                      <a:pt x="300" y="12463"/>
                    </a:lnTo>
                    <a:lnTo>
                      <a:pt x="300" y="9979"/>
                    </a:lnTo>
                    <a:lnTo>
                      <a:pt x="300" y="8691"/>
                    </a:lnTo>
                    <a:lnTo>
                      <a:pt x="300" y="6748"/>
                    </a:lnTo>
                    <a:lnTo>
                      <a:pt x="300" y="5653"/>
                    </a:lnTo>
                    <a:cubicBezTo>
                      <a:pt x="300" y="5588"/>
                      <a:pt x="320" y="5494"/>
                      <a:pt x="303" y="5431"/>
                    </a:cubicBezTo>
                    <a:lnTo>
                      <a:pt x="303" y="5431"/>
                    </a:lnTo>
                    <a:cubicBezTo>
                      <a:pt x="304" y="5430"/>
                      <a:pt x="305" y="5428"/>
                      <a:pt x="306" y="5427"/>
                    </a:cubicBezTo>
                    <a:cubicBezTo>
                      <a:pt x="323" y="5399"/>
                      <a:pt x="328" y="5359"/>
                      <a:pt x="340" y="5325"/>
                    </a:cubicBezTo>
                    <a:cubicBezTo>
                      <a:pt x="599" y="4614"/>
                      <a:pt x="859" y="3902"/>
                      <a:pt x="1119" y="3191"/>
                    </a:cubicBezTo>
                    <a:cubicBezTo>
                      <a:pt x="1175" y="3049"/>
                      <a:pt x="1237" y="2925"/>
                      <a:pt x="1232" y="2773"/>
                    </a:cubicBezTo>
                    <a:cubicBezTo>
                      <a:pt x="1226" y="2479"/>
                      <a:pt x="1249" y="2185"/>
                      <a:pt x="1317" y="1897"/>
                    </a:cubicBezTo>
                    <a:cubicBezTo>
                      <a:pt x="1401" y="1525"/>
                      <a:pt x="1565" y="1135"/>
                      <a:pt x="1887" y="903"/>
                    </a:cubicBezTo>
                    <a:cubicBezTo>
                      <a:pt x="2181" y="700"/>
                      <a:pt x="2542" y="694"/>
                      <a:pt x="2881" y="677"/>
                    </a:cubicBezTo>
                    <a:cubicBezTo>
                      <a:pt x="3903" y="610"/>
                      <a:pt x="4925" y="581"/>
                      <a:pt x="5947" y="542"/>
                    </a:cubicBezTo>
                    <a:cubicBezTo>
                      <a:pt x="7049" y="502"/>
                      <a:pt x="8150" y="469"/>
                      <a:pt x="9245" y="384"/>
                    </a:cubicBezTo>
                    <a:cubicBezTo>
                      <a:pt x="9444" y="370"/>
                      <a:pt x="9649" y="360"/>
                      <a:pt x="9845" y="317"/>
                    </a:cubicBezTo>
                    <a:close/>
                    <a:moveTo>
                      <a:pt x="9952" y="0"/>
                    </a:moveTo>
                    <a:cubicBezTo>
                      <a:pt x="9940" y="0"/>
                      <a:pt x="9929" y="2"/>
                      <a:pt x="9917" y="5"/>
                    </a:cubicBezTo>
                    <a:cubicBezTo>
                      <a:pt x="9680" y="85"/>
                      <a:pt x="9420" y="90"/>
                      <a:pt x="9172" y="107"/>
                    </a:cubicBezTo>
                    <a:cubicBezTo>
                      <a:pt x="8929" y="124"/>
                      <a:pt x="8686" y="141"/>
                      <a:pt x="8443" y="152"/>
                    </a:cubicBezTo>
                    <a:cubicBezTo>
                      <a:pt x="7873" y="186"/>
                      <a:pt x="7303" y="209"/>
                      <a:pt x="6732" y="231"/>
                    </a:cubicBezTo>
                    <a:cubicBezTo>
                      <a:pt x="5620" y="277"/>
                      <a:pt x="4502" y="310"/>
                      <a:pt x="3389" y="361"/>
                    </a:cubicBezTo>
                    <a:cubicBezTo>
                      <a:pt x="3050" y="378"/>
                      <a:pt x="2711" y="395"/>
                      <a:pt x="2378" y="435"/>
                    </a:cubicBezTo>
                    <a:cubicBezTo>
                      <a:pt x="1909" y="491"/>
                      <a:pt x="1531" y="751"/>
                      <a:pt x="1294" y="1157"/>
                    </a:cubicBezTo>
                    <a:cubicBezTo>
                      <a:pt x="1096" y="1508"/>
                      <a:pt x="1006" y="1909"/>
                      <a:pt x="966" y="2310"/>
                    </a:cubicBezTo>
                    <a:cubicBezTo>
                      <a:pt x="955" y="2445"/>
                      <a:pt x="949" y="2581"/>
                      <a:pt x="949" y="2722"/>
                    </a:cubicBezTo>
                    <a:cubicBezTo>
                      <a:pt x="949" y="2756"/>
                      <a:pt x="944" y="2795"/>
                      <a:pt x="949" y="2829"/>
                    </a:cubicBezTo>
                    <a:cubicBezTo>
                      <a:pt x="949" y="2829"/>
                      <a:pt x="950" y="2830"/>
                      <a:pt x="950" y="2830"/>
                    </a:cubicBezTo>
                    <a:lnTo>
                      <a:pt x="950" y="2830"/>
                    </a:lnTo>
                    <a:cubicBezTo>
                      <a:pt x="908" y="2885"/>
                      <a:pt x="892" y="3001"/>
                      <a:pt x="865" y="3066"/>
                    </a:cubicBezTo>
                    <a:cubicBezTo>
                      <a:pt x="808" y="3236"/>
                      <a:pt x="746" y="3399"/>
                      <a:pt x="684" y="3569"/>
                    </a:cubicBezTo>
                    <a:cubicBezTo>
                      <a:pt x="537" y="3976"/>
                      <a:pt x="385" y="4382"/>
                      <a:pt x="238" y="4789"/>
                    </a:cubicBezTo>
                    <a:cubicBezTo>
                      <a:pt x="187" y="4936"/>
                      <a:pt x="131" y="5082"/>
                      <a:pt x="80" y="5229"/>
                    </a:cubicBezTo>
                    <a:cubicBezTo>
                      <a:pt x="57" y="5286"/>
                      <a:pt x="23" y="5348"/>
                      <a:pt x="18" y="5410"/>
                    </a:cubicBezTo>
                    <a:cubicBezTo>
                      <a:pt x="1" y="5625"/>
                      <a:pt x="18" y="5845"/>
                      <a:pt x="18" y="6059"/>
                    </a:cubicBezTo>
                    <a:lnTo>
                      <a:pt x="18" y="8459"/>
                    </a:lnTo>
                    <a:lnTo>
                      <a:pt x="18" y="9578"/>
                    </a:lnTo>
                    <a:lnTo>
                      <a:pt x="18" y="11780"/>
                    </a:lnTo>
                    <a:lnTo>
                      <a:pt x="18" y="13887"/>
                    </a:lnTo>
                    <a:lnTo>
                      <a:pt x="18" y="14005"/>
                    </a:lnTo>
                    <a:cubicBezTo>
                      <a:pt x="18" y="14079"/>
                      <a:pt x="85" y="14146"/>
                      <a:pt x="159" y="14146"/>
                    </a:cubicBezTo>
                    <a:lnTo>
                      <a:pt x="6569" y="14146"/>
                    </a:lnTo>
                    <a:cubicBezTo>
                      <a:pt x="6627" y="14146"/>
                      <a:pt x="6668" y="14118"/>
                      <a:pt x="6689" y="14079"/>
                    </a:cubicBezTo>
                    <a:lnTo>
                      <a:pt x="6689" y="14079"/>
                    </a:lnTo>
                    <a:cubicBezTo>
                      <a:pt x="6702" y="14060"/>
                      <a:pt x="6710" y="14035"/>
                      <a:pt x="6710" y="14005"/>
                    </a:cubicBezTo>
                    <a:lnTo>
                      <a:pt x="6710" y="12452"/>
                    </a:lnTo>
                    <a:lnTo>
                      <a:pt x="6710" y="9962"/>
                    </a:lnTo>
                    <a:lnTo>
                      <a:pt x="6710" y="9530"/>
                    </a:lnTo>
                    <a:lnTo>
                      <a:pt x="6710" y="9530"/>
                    </a:lnTo>
                    <a:cubicBezTo>
                      <a:pt x="7201" y="9516"/>
                      <a:pt x="7674" y="9423"/>
                      <a:pt x="8127" y="9222"/>
                    </a:cubicBezTo>
                    <a:cubicBezTo>
                      <a:pt x="8630" y="9002"/>
                      <a:pt x="9082" y="8651"/>
                      <a:pt x="9426" y="8222"/>
                    </a:cubicBezTo>
                    <a:cubicBezTo>
                      <a:pt x="9776" y="7782"/>
                      <a:pt x="10030" y="7262"/>
                      <a:pt x="10143" y="6709"/>
                    </a:cubicBezTo>
                    <a:cubicBezTo>
                      <a:pt x="10217" y="6342"/>
                      <a:pt x="10217" y="5975"/>
                      <a:pt x="10217" y="5602"/>
                    </a:cubicBezTo>
                    <a:lnTo>
                      <a:pt x="10217" y="4698"/>
                    </a:lnTo>
                    <a:lnTo>
                      <a:pt x="10787" y="4698"/>
                    </a:lnTo>
                    <a:cubicBezTo>
                      <a:pt x="11120" y="4698"/>
                      <a:pt x="11437" y="4552"/>
                      <a:pt x="11561" y="4224"/>
                    </a:cubicBezTo>
                    <a:cubicBezTo>
                      <a:pt x="11679" y="3925"/>
                      <a:pt x="11561" y="3625"/>
                      <a:pt x="11324" y="3433"/>
                    </a:cubicBezTo>
                    <a:cubicBezTo>
                      <a:pt x="11120" y="3275"/>
                      <a:pt x="10923" y="3117"/>
                      <a:pt x="10725" y="2959"/>
                    </a:cubicBezTo>
                    <a:cubicBezTo>
                      <a:pt x="10554" y="2824"/>
                      <a:pt x="10387" y="2694"/>
                      <a:pt x="10217" y="2560"/>
                    </a:cubicBezTo>
                    <a:lnTo>
                      <a:pt x="10217" y="2560"/>
                    </a:lnTo>
                    <a:cubicBezTo>
                      <a:pt x="10219" y="1748"/>
                      <a:pt x="10269" y="906"/>
                      <a:pt x="10092" y="101"/>
                    </a:cubicBezTo>
                    <a:cubicBezTo>
                      <a:pt x="10078" y="45"/>
                      <a:pt x="10013" y="0"/>
                      <a:pt x="9952"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97" name="Google Shape;1697;p53"/>
              <p:cNvSpPr/>
              <p:nvPr/>
            </p:nvSpPr>
            <p:spPr>
              <a:xfrm>
                <a:off x="4245050" y="1905325"/>
                <a:ext cx="999750" cy="705950"/>
              </a:xfrm>
              <a:custGeom>
                <a:avLst/>
                <a:gdLst/>
                <a:ahLst/>
                <a:cxnLst/>
                <a:rect l="l" t="t" r="r" b="b"/>
                <a:pathLst>
                  <a:path w="39990" h="28238" extrusionOk="0">
                    <a:moveTo>
                      <a:pt x="16098" y="390"/>
                    </a:moveTo>
                    <a:cubicBezTo>
                      <a:pt x="16349" y="1643"/>
                      <a:pt x="16601" y="2900"/>
                      <a:pt x="16852" y="4152"/>
                    </a:cubicBezTo>
                    <a:cubicBezTo>
                      <a:pt x="16886" y="4344"/>
                      <a:pt x="16925" y="4530"/>
                      <a:pt x="16959" y="4716"/>
                    </a:cubicBezTo>
                    <a:cubicBezTo>
                      <a:pt x="16973" y="4783"/>
                      <a:pt x="17036" y="4820"/>
                      <a:pt x="17097" y="4820"/>
                    </a:cubicBezTo>
                    <a:cubicBezTo>
                      <a:pt x="17134" y="4820"/>
                      <a:pt x="17171" y="4806"/>
                      <a:pt x="17196" y="4779"/>
                    </a:cubicBezTo>
                    <a:cubicBezTo>
                      <a:pt x="18044" y="3932"/>
                      <a:pt x="18891" y="3090"/>
                      <a:pt x="19738" y="2243"/>
                    </a:cubicBezTo>
                    <a:cubicBezTo>
                      <a:pt x="19823" y="2157"/>
                      <a:pt x="19909" y="2072"/>
                      <a:pt x="19995" y="1986"/>
                    </a:cubicBezTo>
                    <a:lnTo>
                      <a:pt x="19995" y="1986"/>
                    </a:lnTo>
                    <a:lnTo>
                      <a:pt x="22437" y="4423"/>
                    </a:lnTo>
                    <a:cubicBezTo>
                      <a:pt x="22556" y="4541"/>
                      <a:pt x="22674" y="4660"/>
                      <a:pt x="22799" y="4779"/>
                    </a:cubicBezTo>
                    <a:cubicBezTo>
                      <a:pt x="22824" y="4806"/>
                      <a:pt x="22861" y="4820"/>
                      <a:pt x="22898" y="4820"/>
                    </a:cubicBezTo>
                    <a:cubicBezTo>
                      <a:pt x="22959" y="4820"/>
                      <a:pt x="23020" y="4783"/>
                      <a:pt x="23030" y="4716"/>
                    </a:cubicBezTo>
                    <a:cubicBezTo>
                      <a:pt x="23296" y="3389"/>
                      <a:pt x="23561" y="2068"/>
                      <a:pt x="23826" y="741"/>
                    </a:cubicBezTo>
                    <a:cubicBezTo>
                      <a:pt x="23848" y="625"/>
                      <a:pt x="23871" y="509"/>
                      <a:pt x="23893" y="393"/>
                    </a:cubicBezTo>
                    <a:lnTo>
                      <a:pt x="23893" y="393"/>
                    </a:lnTo>
                    <a:cubicBezTo>
                      <a:pt x="24567" y="943"/>
                      <a:pt x="25292" y="1438"/>
                      <a:pt x="26018" y="1904"/>
                    </a:cubicBezTo>
                    <a:cubicBezTo>
                      <a:pt x="26831" y="2429"/>
                      <a:pt x="27667" y="2909"/>
                      <a:pt x="28531" y="3339"/>
                    </a:cubicBezTo>
                    <a:cubicBezTo>
                      <a:pt x="29417" y="3779"/>
                      <a:pt x="30315" y="4186"/>
                      <a:pt x="31168" y="4694"/>
                    </a:cubicBezTo>
                    <a:cubicBezTo>
                      <a:pt x="33393" y="6021"/>
                      <a:pt x="35426" y="7834"/>
                      <a:pt x="36669" y="10132"/>
                    </a:cubicBezTo>
                    <a:cubicBezTo>
                      <a:pt x="36883" y="10521"/>
                      <a:pt x="37080" y="10910"/>
                      <a:pt x="37198" y="11332"/>
                    </a:cubicBezTo>
                    <a:lnTo>
                      <a:pt x="37198" y="11332"/>
                    </a:lnTo>
                    <a:cubicBezTo>
                      <a:pt x="37199" y="11333"/>
                      <a:pt x="37199" y="11334"/>
                      <a:pt x="37199" y="11335"/>
                    </a:cubicBezTo>
                    <a:cubicBezTo>
                      <a:pt x="37199" y="11335"/>
                      <a:pt x="37199" y="11335"/>
                      <a:pt x="37199" y="11335"/>
                    </a:cubicBezTo>
                    <a:lnTo>
                      <a:pt x="37199" y="11335"/>
                    </a:lnTo>
                    <a:cubicBezTo>
                      <a:pt x="37200" y="11336"/>
                      <a:pt x="37200" y="11337"/>
                      <a:pt x="37200" y="11337"/>
                    </a:cubicBezTo>
                    <a:lnTo>
                      <a:pt x="37200" y="11337"/>
                    </a:lnTo>
                    <a:cubicBezTo>
                      <a:pt x="37482" y="12285"/>
                      <a:pt x="37696" y="13256"/>
                      <a:pt x="37911" y="14227"/>
                    </a:cubicBezTo>
                    <a:cubicBezTo>
                      <a:pt x="38470" y="16813"/>
                      <a:pt x="38894" y="19428"/>
                      <a:pt x="39199" y="22054"/>
                    </a:cubicBezTo>
                    <a:cubicBezTo>
                      <a:pt x="39430" y="24017"/>
                      <a:pt x="39597" y="25981"/>
                      <a:pt x="39700" y="27955"/>
                    </a:cubicBezTo>
                    <a:lnTo>
                      <a:pt x="296" y="27955"/>
                    </a:lnTo>
                    <a:cubicBezTo>
                      <a:pt x="479" y="24411"/>
                      <a:pt x="867" y="20878"/>
                      <a:pt x="1469" y="17389"/>
                    </a:cubicBezTo>
                    <a:cubicBezTo>
                      <a:pt x="1796" y="15514"/>
                      <a:pt x="2175" y="13639"/>
                      <a:pt x="2660" y="11804"/>
                    </a:cubicBezTo>
                    <a:cubicBezTo>
                      <a:pt x="2835" y="11160"/>
                      <a:pt x="3067" y="10590"/>
                      <a:pt x="3394" y="10008"/>
                    </a:cubicBezTo>
                    <a:cubicBezTo>
                      <a:pt x="4569" y="7907"/>
                      <a:pt x="6399" y="6213"/>
                      <a:pt x="8420" y="4937"/>
                    </a:cubicBezTo>
                    <a:cubicBezTo>
                      <a:pt x="9189" y="4457"/>
                      <a:pt x="9985" y="4033"/>
                      <a:pt x="10804" y="3655"/>
                    </a:cubicBezTo>
                    <a:cubicBezTo>
                      <a:pt x="11662" y="3259"/>
                      <a:pt x="12498" y="2813"/>
                      <a:pt x="13305" y="2322"/>
                    </a:cubicBezTo>
                    <a:cubicBezTo>
                      <a:pt x="14276" y="1740"/>
                      <a:pt x="15214" y="1098"/>
                      <a:pt x="16098" y="390"/>
                    </a:cubicBezTo>
                    <a:close/>
                    <a:moveTo>
                      <a:pt x="16191" y="1"/>
                    </a:moveTo>
                    <a:cubicBezTo>
                      <a:pt x="16112" y="1"/>
                      <a:pt x="16050" y="63"/>
                      <a:pt x="15994" y="114"/>
                    </a:cubicBezTo>
                    <a:cubicBezTo>
                      <a:pt x="15881" y="204"/>
                      <a:pt x="15762" y="295"/>
                      <a:pt x="15649" y="385"/>
                    </a:cubicBezTo>
                    <a:cubicBezTo>
                      <a:pt x="15180" y="746"/>
                      <a:pt x="14695" y="1091"/>
                      <a:pt x="14203" y="1418"/>
                    </a:cubicBezTo>
                    <a:cubicBezTo>
                      <a:pt x="13497" y="1893"/>
                      <a:pt x="12763" y="2333"/>
                      <a:pt x="12012" y="2734"/>
                    </a:cubicBezTo>
                    <a:cubicBezTo>
                      <a:pt x="11159" y="3197"/>
                      <a:pt x="10267" y="3570"/>
                      <a:pt x="9420" y="4033"/>
                    </a:cubicBezTo>
                    <a:cubicBezTo>
                      <a:pt x="7076" y="5298"/>
                      <a:pt x="4925" y="7049"/>
                      <a:pt x="3479" y="9308"/>
                    </a:cubicBezTo>
                    <a:cubicBezTo>
                      <a:pt x="3061" y="9968"/>
                      <a:pt x="2683" y="10674"/>
                      <a:pt x="2468" y="11437"/>
                    </a:cubicBezTo>
                    <a:cubicBezTo>
                      <a:pt x="2022" y="13041"/>
                      <a:pt x="1683" y="14678"/>
                      <a:pt x="1378" y="16316"/>
                    </a:cubicBezTo>
                    <a:cubicBezTo>
                      <a:pt x="746" y="19704"/>
                      <a:pt x="322" y="23132"/>
                      <a:pt x="96" y="26566"/>
                    </a:cubicBezTo>
                    <a:cubicBezTo>
                      <a:pt x="62" y="27074"/>
                      <a:pt x="29" y="27588"/>
                      <a:pt x="6" y="28096"/>
                    </a:cubicBezTo>
                    <a:cubicBezTo>
                      <a:pt x="0" y="28170"/>
                      <a:pt x="74" y="28238"/>
                      <a:pt x="147" y="28238"/>
                    </a:cubicBezTo>
                    <a:lnTo>
                      <a:pt x="39848" y="28238"/>
                    </a:lnTo>
                    <a:cubicBezTo>
                      <a:pt x="39921" y="28238"/>
                      <a:pt x="39989" y="28170"/>
                      <a:pt x="39989" y="28096"/>
                    </a:cubicBezTo>
                    <a:cubicBezTo>
                      <a:pt x="39820" y="24731"/>
                      <a:pt x="39464" y="21376"/>
                      <a:pt x="38922" y="18050"/>
                    </a:cubicBezTo>
                    <a:cubicBezTo>
                      <a:pt x="38600" y="16096"/>
                      <a:pt x="38216" y="14142"/>
                      <a:pt x="37730" y="12216"/>
                    </a:cubicBezTo>
                    <a:cubicBezTo>
                      <a:pt x="37651" y="11900"/>
                      <a:pt x="37566" y="11578"/>
                      <a:pt x="37470" y="11262"/>
                    </a:cubicBezTo>
                    <a:cubicBezTo>
                      <a:pt x="37369" y="10900"/>
                      <a:pt x="37205" y="10550"/>
                      <a:pt x="37036" y="10223"/>
                    </a:cubicBezTo>
                    <a:cubicBezTo>
                      <a:pt x="36589" y="9347"/>
                      <a:pt x="36019" y="8540"/>
                      <a:pt x="35381" y="7800"/>
                    </a:cubicBezTo>
                    <a:cubicBezTo>
                      <a:pt x="34387" y="6654"/>
                      <a:pt x="33212" y="5671"/>
                      <a:pt x="31947" y="4841"/>
                    </a:cubicBezTo>
                    <a:cubicBezTo>
                      <a:pt x="31112" y="4299"/>
                      <a:pt x="30236" y="3830"/>
                      <a:pt x="29333" y="3412"/>
                    </a:cubicBezTo>
                    <a:cubicBezTo>
                      <a:pt x="28412" y="2983"/>
                      <a:pt x="27514" y="2497"/>
                      <a:pt x="26644" y="1966"/>
                    </a:cubicBezTo>
                    <a:cubicBezTo>
                      <a:pt x="25933" y="1531"/>
                      <a:pt x="25244" y="1063"/>
                      <a:pt x="24578" y="566"/>
                    </a:cubicBezTo>
                    <a:cubicBezTo>
                      <a:pt x="24402" y="430"/>
                      <a:pt x="24227" y="295"/>
                      <a:pt x="24052" y="159"/>
                    </a:cubicBezTo>
                    <a:cubicBezTo>
                      <a:pt x="23985" y="103"/>
                      <a:pt x="23894" y="1"/>
                      <a:pt x="23798" y="1"/>
                    </a:cubicBezTo>
                    <a:cubicBezTo>
                      <a:pt x="23742" y="1"/>
                      <a:pt x="23674" y="46"/>
                      <a:pt x="23663" y="103"/>
                    </a:cubicBezTo>
                    <a:cubicBezTo>
                      <a:pt x="23403" y="1430"/>
                      <a:pt x="23137" y="2757"/>
                      <a:pt x="22872" y="4078"/>
                    </a:cubicBezTo>
                    <a:cubicBezTo>
                      <a:pt x="22850" y="4182"/>
                      <a:pt x="22830" y="4288"/>
                      <a:pt x="22809" y="4394"/>
                    </a:cubicBezTo>
                    <a:lnTo>
                      <a:pt x="22809" y="4394"/>
                    </a:lnTo>
                    <a:cubicBezTo>
                      <a:pt x="22024" y="3610"/>
                      <a:pt x="21240" y="2830"/>
                      <a:pt x="20455" y="2045"/>
                    </a:cubicBezTo>
                    <a:cubicBezTo>
                      <a:pt x="20336" y="1927"/>
                      <a:pt x="20218" y="1808"/>
                      <a:pt x="20094" y="1690"/>
                    </a:cubicBezTo>
                    <a:cubicBezTo>
                      <a:pt x="20068" y="1661"/>
                      <a:pt x="20033" y="1647"/>
                      <a:pt x="19997" y="1647"/>
                    </a:cubicBezTo>
                    <a:cubicBezTo>
                      <a:pt x="19961" y="1647"/>
                      <a:pt x="19924" y="1661"/>
                      <a:pt x="19896" y="1690"/>
                    </a:cubicBezTo>
                    <a:cubicBezTo>
                      <a:pt x="19049" y="2531"/>
                      <a:pt x="18202" y="3378"/>
                      <a:pt x="17355" y="4225"/>
                    </a:cubicBezTo>
                    <a:cubicBezTo>
                      <a:pt x="17298" y="4281"/>
                      <a:pt x="17242" y="4338"/>
                      <a:pt x="17186" y="4394"/>
                    </a:cubicBezTo>
                    <a:lnTo>
                      <a:pt x="17186" y="4394"/>
                    </a:lnTo>
                    <a:lnTo>
                      <a:pt x="16440" y="667"/>
                    </a:lnTo>
                    <a:cubicBezTo>
                      <a:pt x="16406" y="481"/>
                      <a:pt x="16366" y="289"/>
                      <a:pt x="16327" y="103"/>
                    </a:cubicBezTo>
                    <a:cubicBezTo>
                      <a:pt x="16315" y="46"/>
                      <a:pt x="16253" y="1"/>
                      <a:pt x="16191"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98" name="Google Shape;1698;p53"/>
              <p:cNvSpPr/>
              <p:nvPr/>
            </p:nvSpPr>
            <p:spPr>
              <a:xfrm>
                <a:off x="4645925" y="1903625"/>
                <a:ext cx="198325" cy="122200"/>
              </a:xfrm>
              <a:custGeom>
                <a:avLst/>
                <a:gdLst/>
                <a:ahLst/>
                <a:cxnLst/>
                <a:rect l="l" t="t" r="r" b="b"/>
                <a:pathLst>
                  <a:path w="7933" h="4888" extrusionOk="0">
                    <a:moveTo>
                      <a:pt x="7609" y="284"/>
                    </a:moveTo>
                    <a:lnTo>
                      <a:pt x="7340" y="1639"/>
                    </a:lnTo>
                    <a:cubicBezTo>
                      <a:pt x="7170" y="2469"/>
                      <a:pt x="7006" y="3299"/>
                      <a:pt x="6843" y="4129"/>
                    </a:cubicBezTo>
                    <a:cubicBezTo>
                      <a:pt x="6820" y="4239"/>
                      <a:pt x="6797" y="4351"/>
                      <a:pt x="6775" y="4462"/>
                    </a:cubicBezTo>
                    <a:lnTo>
                      <a:pt x="6775" y="4462"/>
                    </a:lnTo>
                    <a:cubicBezTo>
                      <a:pt x="6509" y="4197"/>
                      <a:pt x="6244" y="3932"/>
                      <a:pt x="5979" y="3666"/>
                    </a:cubicBezTo>
                    <a:cubicBezTo>
                      <a:pt x="5459" y="3152"/>
                      <a:pt x="4940" y="2633"/>
                      <a:pt x="4420" y="2113"/>
                    </a:cubicBezTo>
                    <a:cubicBezTo>
                      <a:pt x="4301" y="1995"/>
                      <a:pt x="4183" y="1876"/>
                      <a:pt x="4059" y="1758"/>
                    </a:cubicBezTo>
                    <a:cubicBezTo>
                      <a:pt x="4033" y="1729"/>
                      <a:pt x="3998" y="1715"/>
                      <a:pt x="3962" y="1715"/>
                    </a:cubicBezTo>
                    <a:cubicBezTo>
                      <a:pt x="3926" y="1715"/>
                      <a:pt x="3889" y="1729"/>
                      <a:pt x="3861" y="1758"/>
                    </a:cubicBezTo>
                    <a:cubicBezTo>
                      <a:pt x="3533" y="2085"/>
                      <a:pt x="3206" y="2407"/>
                      <a:pt x="2878" y="2735"/>
                    </a:cubicBezTo>
                    <a:cubicBezTo>
                      <a:pt x="2359" y="3254"/>
                      <a:pt x="1839" y="3774"/>
                      <a:pt x="1325" y="4288"/>
                    </a:cubicBezTo>
                    <a:cubicBezTo>
                      <a:pt x="1266" y="4344"/>
                      <a:pt x="1208" y="4402"/>
                      <a:pt x="1150" y="4460"/>
                    </a:cubicBezTo>
                    <a:lnTo>
                      <a:pt x="1150" y="4460"/>
                    </a:lnTo>
                    <a:cubicBezTo>
                      <a:pt x="1061" y="4019"/>
                      <a:pt x="975" y="3577"/>
                      <a:pt x="885" y="3135"/>
                    </a:cubicBezTo>
                    <a:cubicBezTo>
                      <a:pt x="721" y="2317"/>
                      <a:pt x="557" y="1492"/>
                      <a:pt x="393" y="673"/>
                    </a:cubicBezTo>
                    <a:cubicBezTo>
                      <a:pt x="366" y="542"/>
                      <a:pt x="342" y="413"/>
                      <a:pt x="317" y="284"/>
                    </a:cubicBezTo>
                    <a:close/>
                    <a:moveTo>
                      <a:pt x="160" y="0"/>
                    </a:moveTo>
                    <a:cubicBezTo>
                      <a:pt x="154" y="0"/>
                      <a:pt x="148" y="1"/>
                      <a:pt x="143" y="1"/>
                    </a:cubicBezTo>
                    <a:lnTo>
                      <a:pt x="143" y="1"/>
                    </a:lnTo>
                    <a:cubicBezTo>
                      <a:pt x="84" y="2"/>
                      <a:pt x="44" y="33"/>
                      <a:pt x="24" y="74"/>
                    </a:cubicBezTo>
                    <a:lnTo>
                      <a:pt x="24" y="74"/>
                    </a:lnTo>
                    <a:cubicBezTo>
                      <a:pt x="8" y="102"/>
                      <a:pt x="0" y="137"/>
                      <a:pt x="9" y="176"/>
                    </a:cubicBezTo>
                    <a:cubicBezTo>
                      <a:pt x="111" y="690"/>
                      <a:pt x="213" y="1198"/>
                      <a:pt x="314" y="1712"/>
                    </a:cubicBezTo>
                    <a:lnTo>
                      <a:pt x="811" y="4203"/>
                    </a:lnTo>
                    <a:cubicBezTo>
                      <a:pt x="851" y="4400"/>
                      <a:pt x="890" y="4592"/>
                      <a:pt x="924" y="4784"/>
                    </a:cubicBezTo>
                    <a:cubicBezTo>
                      <a:pt x="938" y="4851"/>
                      <a:pt x="1001" y="4888"/>
                      <a:pt x="1062" y="4888"/>
                    </a:cubicBezTo>
                    <a:cubicBezTo>
                      <a:pt x="1099" y="4888"/>
                      <a:pt x="1136" y="4874"/>
                      <a:pt x="1161" y="4847"/>
                    </a:cubicBezTo>
                    <a:cubicBezTo>
                      <a:pt x="1489" y="4519"/>
                      <a:pt x="1817" y="4192"/>
                      <a:pt x="2144" y="3870"/>
                    </a:cubicBezTo>
                    <a:cubicBezTo>
                      <a:pt x="2664" y="3350"/>
                      <a:pt x="3183" y="2831"/>
                      <a:pt x="3703" y="2317"/>
                    </a:cubicBezTo>
                    <a:lnTo>
                      <a:pt x="3961" y="2055"/>
                    </a:lnTo>
                    <a:lnTo>
                      <a:pt x="3961" y="2055"/>
                    </a:lnTo>
                    <a:cubicBezTo>
                      <a:pt x="4255" y="2349"/>
                      <a:pt x="4549" y="2643"/>
                      <a:pt x="4844" y="2938"/>
                    </a:cubicBezTo>
                    <a:cubicBezTo>
                      <a:pt x="5363" y="3452"/>
                      <a:pt x="5883" y="3971"/>
                      <a:pt x="6402" y="4491"/>
                    </a:cubicBezTo>
                    <a:cubicBezTo>
                      <a:pt x="6521" y="4609"/>
                      <a:pt x="6639" y="4728"/>
                      <a:pt x="6764" y="4847"/>
                    </a:cubicBezTo>
                    <a:cubicBezTo>
                      <a:pt x="6789" y="4874"/>
                      <a:pt x="6826" y="4888"/>
                      <a:pt x="6863" y="4888"/>
                    </a:cubicBezTo>
                    <a:cubicBezTo>
                      <a:pt x="6924" y="4888"/>
                      <a:pt x="6985" y="4851"/>
                      <a:pt x="6995" y="4784"/>
                    </a:cubicBezTo>
                    <a:cubicBezTo>
                      <a:pt x="7102" y="4259"/>
                      <a:pt x="7204" y="3734"/>
                      <a:pt x="7311" y="3209"/>
                    </a:cubicBezTo>
                    <a:cubicBezTo>
                      <a:pt x="7475" y="2390"/>
                      <a:pt x="7639" y="1571"/>
                      <a:pt x="7803" y="747"/>
                    </a:cubicBezTo>
                    <a:cubicBezTo>
                      <a:pt x="7842" y="560"/>
                      <a:pt x="7876" y="368"/>
                      <a:pt x="7916" y="176"/>
                    </a:cubicBezTo>
                    <a:cubicBezTo>
                      <a:pt x="7933" y="86"/>
                      <a:pt x="7876" y="1"/>
                      <a:pt x="7780" y="1"/>
                    </a:cubicBezTo>
                    <a:lnTo>
                      <a:pt x="177" y="1"/>
                    </a:lnTo>
                    <a:cubicBezTo>
                      <a:pt x="171" y="1"/>
                      <a:pt x="166" y="0"/>
                      <a:pt x="160"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699" name="Google Shape;1699;p53"/>
            <p:cNvGrpSpPr/>
            <p:nvPr/>
          </p:nvGrpSpPr>
          <p:grpSpPr>
            <a:xfrm>
              <a:off x="-235491" y="2660034"/>
              <a:ext cx="9468870" cy="2172498"/>
              <a:chOff x="-235491" y="2660034"/>
              <a:chExt cx="9468870" cy="2172498"/>
            </a:xfrm>
          </p:grpSpPr>
          <p:grpSp>
            <p:nvGrpSpPr>
              <p:cNvPr id="1700" name="Google Shape;1700;p53"/>
              <p:cNvGrpSpPr/>
              <p:nvPr/>
            </p:nvGrpSpPr>
            <p:grpSpPr>
              <a:xfrm>
                <a:off x="3840854" y="3321103"/>
                <a:ext cx="1082629" cy="1511187"/>
                <a:chOff x="2034250" y="3068250"/>
                <a:chExt cx="999750" cy="1395500"/>
              </a:xfrm>
            </p:grpSpPr>
            <p:sp>
              <p:nvSpPr>
                <p:cNvPr id="1701" name="Google Shape;1701;p53"/>
                <p:cNvSpPr/>
                <p:nvPr/>
              </p:nvSpPr>
              <p:spPr>
                <a:xfrm>
                  <a:off x="2439725" y="3414150"/>
                  <a:ext cx="310600" cy="350175"/>
                </a:xfrm>
                <a:custGeom>
                  <a:avLst/>
                  <a:gdLst/>
                  <a:ahLst/>
                  <a:cxnLst/>
                  <a:rect l="l" t="t" r="r" b="b"/>
                  <a:pathLst>
                    <a:path w="12424" h="14007" extrusionOk="0">
                      <a:moveTo>
                        <a:pt x="1001" y="2863"/>
                      </a:moveTo>
                      <a:lnTo>
                        <a:pt x="1001" y="2863"/>
                      </a:lnTo>
                      <a:cubicBezTo>
                        <a:pt x="1002" y="2874"/>
                        <a:pt x="1002" y="2878"/>
                        <a:pt x="1002" y="2878"/>
                      </a:cubicBezTo>
                      <a:cubicBezTo>
                        <a:pt x="1001" y="2878"/>
                        <a:pt x="1000" y="2871"/>
                        <a:pt x="1001" y="2863"/>
                      </a:cubicBezTo>
                      <a:close/>
                      <a:moveTo>
                        <a:pt x="9480" y="289"/>
                      </a:moveTo>
                      <a:cubicBezTo>
                        <a:pt x="9699" y="674"/>
                        <a:pt x="9887" y="1078"/>
                        <a:pt x="10036" y="1497"/>
                      </a:cubicBezTo>
                      <a:cubicBezTo>
                        <a:pt x="10115" y="1723"/>
                        <a:pt x="10183" y="1955"/>
                        <a:pt x="10239" y="2186"/>
                      </a:cubicBezTo>
                      <a:cubicBezTo>
                        <a:pt x="10268" y="2299"/>
                        <a:pt x="10290" y="2424"/>
                        <a:pt x="10318" y="2537"/>
                      </a:cubicBezTo>
                      <a:cubicBezTo>
                        <a:pt x="10330" y="2576"/>
                        <a:pt x="10341" y="2604"/>
                        <a:pt x="10369" y="2627"/>
                      </a:cubicBezTo>
                      <a:cubicBezTo>
                        <a:pt x="10488" y="2740"/>
                        <a:pt x="10629" y="2836"/>
                        <a:pt x="10759" y="2938"/>
                      </a:cubicBezTo>
                      <a:cubicBezTo>
                        <a:pt x="10962" y="3096"/>
                        <a:pt x="11171" y="3259"/>
                        <a:pt x="11374" y="3423"/>
                      </a:cubicBezTo>
                      <a:cubicBezTo>
                        <a:pt x="11499" y="3525"/>
                        <a:pt x="11623" y="3621"/>
                        <a:pt x="11747" y="3722"/>
                      </a:cubicBezTo>
                      <a:cubicBezTo>
                        <a:pt x="11911" y="3852"/>
                        <a:pt x="11990" y="4050"/>
                        <a:pt x="11900" y="4248"/>
                      </a:cubicBezTo>
                      <a:cubicBezTo>
                        <a:pt x="11809" y="4434"/>
                        <a:pt x="11617" y="4530"/>
                        <a:pt x="11414" y="4536"/>
                      </a:cubicBezTo>
                      <a:lnTo>
                        <a:pt x="10573" y="4536"/>
                      </a:lnTo>
                      <a:cubicBezTo>
                        <a:pt x="10488" y="4536"/>
                        <a:pt x="10437" y="4598"/>
                        <a:pt x="10431" y="4677"/>
                      </a:cubicBezTo>
                      <a:cubicBezTo>
                        <a:pt x="10245" y="6258"/>
                        <a:pt x="9370" y="7726"/>
                        <a:pt x="8054" y="8636"/>
                      </a:cubicBezTo>
                      <a:cubicBezTo>
                        <a:pt x="7687" y="8890"/>
                        <a:pt x="7291" y="9099"/>
                        <a:pt x="6879" y="9257"/>
                      </a:cubicBezTo>
                      <a:cubicBezTo>
                        <a:pt x="6817" y="9279"/>
                        <a:pt x="6772" y="9330"/>
                        <a:pt x="6772" y="9398"/>
                      </a:cubicBezTo>
                      <a:lnTo>
                        <a:pt x="6772" y="10900"/>
                      </a:lnTo>
                      <a:lnTo>
                        <a:pt x="6772" y="13312"/>
                      </a:lnTo>
                      <a:lnTo>
                        <a:pt x="6772" y="13724"/>
                      </a:lnTo>
                      <a:lnTo>
                        <a:pt x="300" y="13724"/>
                      </a:lnTo>
                      <a:lnTo>
                        <a:pt x="300" y="12301"/>
                      </a:lnTo>
                      <a:lnTo>
                        <a:pt x="300" y="10047"/>
                      </a:lnTo>
                      <a:lnTo>
                        <a:pt x="300" y="9076"/>
                      </a:lnTo>
                      <a:lnTo>
                        <a:pt x="300" y="6648"/>
                      </a:lnTo>
                      <a:lnTo>
                        <a:pt x="300" y="5756"/>
                      </a:lnTo>
                      <a:cubicBezTo>
                        <a:pt x="300" y="5702"/>
                        <a:pt x="310" y="5644"/>
                        <a:pt x="302" y="5589"/>
                      </a:cubicBezTo>
                      <a:lnTo>
                        <a:pt x="302" y="5589"/>
                      </a:lnTo>
                      <a:cubicBezTo>
                        <a:pt x="317" y="5567"/>
                        <a:pt x="323" y="5529"/>
                        <a:pt x="334" y="5501"/>
                      </a:cubicBezTo>
                      <a:cubicBezTo>
                        <a:pt x="588" y="4807"/>
                        <a:pt x="842" y="4112"/>
                        <a:pt x="1096" y="3423"/>
                      </a:cubicBezTo>
                      <a:cubicBezTo>
                        <a:pt x="1141" y="3293"/>
                        <a:pt x="1187" y="3163"/>
                        <a:pt x="1237" y="3039"/>
                      </a:cubicBezTo>
                      <a:cubicBezTo>
                        <a:pt x="1254" y="2988"/>
                        <a:pt x="1277" y="2932"/>
                        <a:pt x="1283" y="2881"/>
                      </a:cubicBezTo>
                      <a:cubicBezTo>
                        <a:pt x="1294" y="2678"/>
                        <a:pt x="1283" y="2474"/>
                        <a:pt x="1300" y="2271"/>
                      </a:cubicBezTo>
                      <a:cubicBezTo>
                        <a:pt x="1379" y="1537"/>
                        <a:pt x="1701" y="712"/>
                        <a:pt x="2531" y="616"/>
                      </a:cubicBezTo>
                      <a:cubicBezTo>
                        <a:pt x="2886" y="577"/>
                        <a:pt x="3242" y="560"/>
                        <a:pt x="3598" y="543"/>
                      </a:cubicBezTo>
                      <a:cubicBezTo>
                        <a:pt x="4135" y="520"/>
                        <a:pt x="4665" y="498"/>
                        <a:pt x="5196" y="475"/>
                      </a:cubicBezTo>
                      <a:cubicBezTo>
                        <a:pt x="6399" y="430"/>
                        <a:pt x="7602" y="396"/>
                        <a:pt x="8805" y="328"/>
                      </a:cubicBezTo>
                      <a:cubicBezTo>
                        <a:pt x="9027" y="318"/>
                        <a:pt x="9253" y="304"/>
                        <a:pt x="9480" y="289"/>
                      </a:cubicBezTo>
                      <a:close/>
                      <a:moveTo>
                        <a:pt x="9572" y="0"/>
                      </a:moveTo>
                      <a:cubicBezTo>
                        <a:pt x="9568" y="0"/>
                        <a:pt x="9565" y="0"/>
                        <a:pt x="9562" y="1"/>
                      </a:cubicBezTo>
                      <a:cubicBezTo>
                        <a:pt x="8387" y="80"/>
                        <a:pt x="7212" y="119"/>
                        <a:pt x="6038" y="165"/>
                      </a:cubicBezTo>
                      <a:cubicBezTo>
                        <a:pt x="4999" y="204"/>
                        <a:pt x="3959" y="227"/>
                        <a:pt x="2920" y="300"/>
                      </a:cubicBezTo>
                      <a:cubicBezTo>
                        <a:pt x="2548" y="328"/>
                        <a:pt x="2169" y="351"/>
                        <a:pt x="1847" y="566"/>
                      </a:cubicBezTo>
                      <a:cubicBezTo>
                        <a:pt x="1497" y="803"/>
                        <a:pt x="1283" y="1176"/>
                        <a:pt x="1158" y="1571"/>
                      </a:cubicBezTo>
                      <a:cubicBezTo>
                        <a:pt x="1051" y="1898"/>
                        <a:pt x="1006" y="2249"/>
                        <a:pt x="1000" y="2599"/>
                      </a:cubicBezTo>
                      <a:cubicBezTo>
                        <a:pt x="995" y="2682"/>
                        <a:pt x="989" y="2771"/>
                        <a:pt x="1000" y="2855"/>
                      </a:cubicBezTo>
                      <a:lnTo>
                        <a:pt x="1000" y="2855"/>
                      </a:lnTo>
                      <a:cubicBezTo>
                        <a:pt x="987" y="2873"/>
                        <a:pt x="983" y="2900"/>
                        <a:pt x="978" y="2915"/>
                      </a:cubicBezTo>
                      <a:cubicBezTo>
                        <a:pt x="729" y="3604"/>
                        <a:pt x="475" y="4293"/>
                        <a:pt x="227" y="4982"/>
                      </a:cubicBezTo>
                      <a:cubicBezTo>
                        <a:pt x="176" y="5117"/>
                        <a:pt x="125" y="5253"/>
                        <a:pt x="74" y="5388"/>
                      </a:cubicBezTo>
                      <a:cubicBezTo>
                        <a:pt x="57" y="5451"/>
                        <a:pt x="23" y="5513"/>
                        <a:pt x="18" y="5575"/>
                      </a:cubicBezTo>
                      <a:cubicBezTo>
                        <a:pt x="1" y="5733"/>
                        <a:pt x="18" y="5897"/>
                        <a:pt x="18" y="6055"/>
                      </a:cubicBezTo>
                      <a:lnTo>
                        <a:pt x="18" y="8455"/>
                      </a:lnTo>
                      <a:lnTo>
                        <a:pt x="18" y="9799"/>
                      </a:lnTo>
                      <a:lnTo>
                        <a:pt x="18" y="11634"/>
                      </a:lnTo>
                      <a:lnTo>
                        <a:pt x="18" y="13741"/>
                      </a:lnTo>
                      <a:lnTo>
                        <a:pt x="18" y="13865"/>
                      </a:lnTo>
                      <a:cubicBezTo>
                        <a:pt x="18" y="13938"/>
                        <a:pt x="80" y="14006"/>
                        <a:pt x="159" y="14006"/>
                      </a:cubicBezTo>
                      <a:lnTo>
                        <a:pt x="6913" y="14006"/>
                      </a:lnTo>
                      <a:cubicBezTo>
                        <a:pt x="6992" y="14006"/>
                        <a:pt x="7054" y="13944"/>
                        <a:pt x="7054" y="13865"/>
                      </a:cubicBezTo>
                      <a:lnTo>
                        <a:pt x="7054" y="12357"/>
                      </a:lnTo>
                      <a:lnTo>
                        <a:pt x="7054" y="9946"/>
                      </a:lnTo>
                      <a:lnTo>
                        <a:pt x="7054" y="9493"/>
                      </a:lnTo>
                      <a:lnTo>
                        <a:pt x="7054" y="9493"/>
                      </a:lnTo>
                      <a:cubicBezTo>
                        <a:pt x="8582" y="8869"/>
                        <a:pt x="9800" y="7625"/>
                        <a:pt x="10381" y="6077"/>
                      </a:cubicBezTo>
                      <a:cubicBezTo>
                        <a:pt x="10533" y="5670"/>
                        <a:pt x="10635" y="5245"/>
                        <a:pt x="10695" y="4818"/>
                      </a:cubicBezTo>
                      <a:lnTo>
                        <a:pt x="11086" y="4818"/>
                      </a:lnTo>
                      <a:cubicBezTo>
                        <a:pt x="11150" y="4818"/>
                        <a:pt x="11216" y="4820"/>
                        <a:pt x="11283" y="4820"/>
                      </a:cubicBezTo>
                      <a:cubicBezTo>
                        <a:pt x="11399" y="4820"/>
                        <a:pt x="11517" y="4815"/>
                        <a:pt x="11629" y="4790"/>
                      </a:cubicBezTo>
                      <a:cubicBezTo>
                        <a:pt x="12208" y="4649"/>
                        <a:pt x="12424" y="3913"/>
                        <a:pt x="11955" y="3523"/>
                      </a:cubicBezTo>
                      <a:lnTo>
                        <a:pt x="11955" y="3523"/>
                      </a:lnTo>
                      <a:cubicBezTo>
                        <a:pt x="11953" y="3522"/>
                        <a:pt x="11952" y="3520"/>
                        <a:pt x="11950" y="3519"/>
                      </a:cubicBezTo>
                      <a:lnTo>
                        <a:pt x="11950" y="3519"/>
                      </a:lnTo>
                      <a:cubicBezTo>
                        <a:pt x="11950" y="3519"/>
                        <a:pt x="11950" y="3519"/>
                        <a:pt x="11950" y="3519"/>
                      </a:cubicBezTo>
                      <a:cubicBezTo>
                        <a:pt x="11949" y="3518"/>
                        <a:pt x="11948" y="3517"/>
                        <a:pt x="11947" y="3516"/>
                      </a:cubicBezTo>
                      <a:lnTo>
                        <a:pt x="11947" y="3516"/>
                      </a:lnTo>
                      <a:cubicBezTo>
                        <a:pt x="11643" y="3280"/>
                        <a:pt x="11345" y="3044"/>
                        <a:pt x="11047" y="2802"/>
                      </a:cubicBezTo>
                      <a:cubicBezTo>
                        <a:pt x="10894" y="2689"/>
                        <a:pt x="10748" y="2570"/>
                        <a:pt x="10595" y="2452"/>
                      </a:cubicBezTo>
                      <a:cubicBezTo>
                        <a:pt x="10590" y="2447"/>
                        <a:pt x="10584" y="2442"/>
                        <a:pt x="10579" y="2438"/>
                      </a:cubicBezTo>
                      <a:lnTo>
                        <a:pt x="10579" y="2438"/>
                      </a:lnTo>
                      <a:cubicBezTo>
                        <a:pt x="10581" y="2434"/>
                        <a:pt x="10581" y="2423"/>
                        <a:pt x="10578" y="2401"/>
                      </a:cubicBezTo>
                      <a:cubicBezTo>
                        <a:pt x="10578" y="2339"/>
                        <a:pt x="10550" y="2271"/>
                        <a:pt x="10539" y="2215"/>
                      </a:cubicBezTo>
                      <a:cubicBezTo>
                        <a:pt x="10482" y="1977"/>
                        <a:pt x="10414" y="1752"/>
                        <a:pt x="10341" y="1520"/>
                      </a:cubicBezTo>
                      <a:cubicBezTo>
                        <a:pt x="10172" y="1017"/>
                        <a:pt x="9946" y="532"/>
                        <a:pt x="9680" y="69"/>
                      </a:cubicBezTo>
                      <a:cubicBezTo>
                        <a:pt x="9659" y="32"/>
                        <a:pt x="9614" y="0"/>
                        <a:pt x="957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02" name="Google Shape;1702;p53"/>
                <p:cNvSpPr/>
                <p:nvPr/>
              </p:nvSpPr>
              <p:spPr>
                <a:xfrm>
                  <a:off x="2238400" y="3068250"/>
                  <a:ext cx="491350" cy="593850"/>
                </a:xfrm>
                <a:custGeom>
                  <a:avLst/>
                  <a:gdLst/>
                  <a:ahLst/>
                  <a:cxnLst/>
                  <a:rect l="l" t="t" r="r" b="b"/>
                  <a:pathLst>
                    <a:path w="19654" h="23754" extrusionOk="0">
                      <a:moveTo>
                        <a:pt x="9053" y="16696"/>
                      </a:moveTo>
                      <a:cubicBezTo>
                        <a:pt x="9052" y="16706"/>
                        <a:pt x="9051" y="16710"/>
                        <a:pt x="9050" y="16710"/>
                      </a:cubicBezTo>
                      <a:cubicBezTo>
                        <a:pt x="9049" y="16710"/>
                        <a:pt x="9049" y="16704"/>
                        <a:pt x="9053" y="16696"/>
                      </a:cubicBezTo>
                      <a:close/>
                      <a:moveTo>
                        <a:pt x="10377" y="281"/>
                      </a:moveTo>
                      <a:cubicBezTo>
                        <a:pt x="10954" y="281"/>
                        <a:pt x="11532" y="408"/>
                        <a:pt x="12063" y="667"/>
                      </a:cubicBezTo>
                      <a:cubicBezTo>
                        <a:pt x="13306" y="1272"/>
                        <a:pt x="14164" y="2525"/>
                        <a:pt x="14260" y="3909"/>
                      </a:cubicBezTo>
                      <a:cubicBezTo>
                        <a:pt x="14362" y="5388"/>
                        <a:pt x="13599" y="6829"/>
                        <a:pt x="12312" y="7574"/>
                      </a:cubicBezTo>
                      <a:cubicBezTo>
                        <a:pt x="12154" y="7664"/>
                        <a:pt x="11990" y="7743"/>
                        <a:pt x="11826" y="7811"/>
                      </a:cubicBezTo>
                      <a:cubicBezTo>
                        <a:pt x="11687" y="7867"/>
                        <a:pt x="11690" y="8088"/>
                        <a:pt x="11854" y="8088"/>
                      </a:cubicBezTo>
                      <a:cubicBezTo>
                        <a:pt x="11856" y="8088"/>
                        <a:pt x="11858" y="8088"/>
                        <a:pt x="11860" y="8088"/>
                      </a:cubicBezTo>
                      <a:lnTo>
                        <a:pt x="13492" y="8065"/>
                      </a:lnTo>
                      <a:cubicBezTo>
                        <a:pt x="13970" y="8056"/>
                        <a:pt x="14453" y="8034"/>
                        <a:pt x="14932" y="8034"/>
                      </a:cubicBezTo>
                      <a:cubicBezTo>
                        <a:pt x="15025" y="8034"/>
                        <a:pt x="15117" y="8035"/>
                        <a:pt x="15209" y="8037"/>
                      </a:cubicBezTo>
                      <a:cubicBezTo>
                        <a:pt x="16016" y="8054"/>
                        <a:pt x="16818" y="8252"/>
                        <a:pt x="17524" y="8647"/>
                      </a:cubicBezTo>
                      <a:cubicBezTo>
                        <a:pt x="18055" y="8958"/>
                        <a:pt x="18530" y="9364"/>
                        <a:pt x="18857" y="9889"/>
                      </a:cubicBezTo>
                      <a:cubicBezTo>
                        <a:pt x="19117" y="10302"/>
                        <a:pt x="19281" y="10770"/>
                        <a:pt x="19337" y="11256"/>
                      </a:cubicBezTo>
                      <a:cubicBezTo>
                        <a:pt x="19394" y="11680"/>
                        <a:pt x="19377" y="12109"/>
                        <a:pt x="19309" y="12532"/>
                      </a:cubicBezTo>
                      <a:cubicBezTo>
                        <a:pt x="19275" y="12753"/>
                        <a:pt x="19235" y="12984"/>
                        <a:pt x="19128" y="13176"/>
                      </a:cubicBezTo>
                      <a:cubicBezTo>
                        <a:pt x="18993" y="13436"/>
                        <a:pt x="18761" y="13639"/>
                        <a:pt x="18484" y="13730"/>
                      </a:cubicBezTo>
                      <a:cubicBezTo>
                        <a:pt x="18179" y="13831"/>
                        <a:pt x="17829" y="13820"/>
                        <a:pt x="17507" y="13843"/>
                      </a:cubicBezTo>
                      <a:cubicBezTo>
                        <a:pt x="17242" y="13859"/>
                        <a:pt x="16982" y="13876"/>
                        <a:pt x="16722" y="13888"/>
                      </a:cubicBezTo>
                      <a:cubicBezTo>
                        <a:pt x="16124" y="13922"/>
                        <a:pt x="15531" y="13944"/>
                        <a:pt x="14932" y="13967"/>
                      </a:cubicBezTo>
                      <a:cubicBezTo>
                        <a:pt x="13808" y="14012"/>
                        <a:pt x="12690" y="14046"/>
                        <a:pt x="11566" y="14102"/>
                      </a:cubicBezTo>
                      <a:cubicBezTo>
                        <a:pt x="11222" y="14119"/>
                        <a:pt x="10877" y="14136"/>
                        <a:pt x="10533" y="14176"/>
                      </a:cubicBezTo>
                      <a:cubicBezTo>
                        <a:pt x="10092" y="14232"/>
                        <a:pt x="9725" y="14464"/>
                        <a:pt x="9477" y="14831"/>
                      </a:cubicBezTo>
                      <a:cubicBezTo>
                        <a:pt x="9262" y="15153"/>
                        <a:pt x="9149" y="15542"/>
                        <a:pt x="9093" y="15921"/>
                      </a:cubicBezTo>
                      <a:cubicBezTo>
                        <a:pt x="9059" y="16169"/>
                        <a:pt x="9036" y="16429"/>
                        <a:pt x="9053" y="16677"/>
                      </a:cubicBezTo>
                      <a:cubicBezTo>
                        <a:pt x="9053" y="16683"/>
                        <a:pt x="9053" y="16688"/>
                        <a:pt x="9053" y="16692"/>
                      </a:cubicBezTo>
                      <a:lnTo>
                        <a:pt x="9053" y="16692"/>
                      </a:lnTo>
                      <a:cubicBezTo>
                        <a:pt x="9047" y="16704"/>
                        <a:pt x="9046" y="16721"/>
                        <a:pt x="9042" y="16734"/>
                      </a:cubicBezTo>
                      <a:cubicBezTo>
                        <a:pt x="9002" y="16836"/>
                        <a:pt x="8963" y="16937"/>
                        <a:pt x="8929" y="17039"/>
                      </a:cubicBezTo>
                      <a:lnTo>
                        <a:pt x="8522" y="18146"/>
                      </a:lnTo>
                      <a:cubicBezTo>
                        <a:pt x="8398" y="18485"/>
                        <a:pt x="8274" y="18823"/>
                        <a:pt x="8155" y="19162"/>
                      </a:cubicBezTo>
                      <a:cubicBezTo>
                        <a:pt x="8110" y="19281"/>
                        <a:pt x="8071" y="19371"/>
                        <a:pt x="8071" y="19496"/>
                      </a:cubicBezTo>
                      <a:lnTo>
                        <a:pt x="8071" y="21466"/>
                      </a:lnTo>
                      <a:lnTo>
                        <a:pt x="8071" y="23459"/>
                      </a:lnTo>
                      <a:lnTo>
                        <a:pt x="8071" y="23459"/>
                      </a:lnTo>
                      <a:cubicBezTo>
                        <a:pt x="7965" y="23442"/>
                        <a:pt x="7855" y="23412"/>
                        <a:pt x="7754" y="23392"/>
                      </a:cubicBezTo>
                      <a:cubicBezTo>
                        <a:pt x="7602" y="23364"/>
                        <a:pt x="7455" y="23336"/>
                        <a:pt x="7303" y="23302"/>
                      </a:cubicBezTo>
                      <a:cubicBezTo>
                        <a:pt x="7037" y="23245"/>
                        <a:pt x="6772" y="23178"/>
                        <a:pt x="6512" y="23099"/>
                      </a:cubicBezTo>
                      <a:cubicBezTo>
                        <a:pt x="6111" y="22974"/>
                        <a:pt x="5716" y="22822"/>
                        <a:pt x="5354" y="22602"/>
                      </a:cubicBezTo>
                      <a:cubicBezTo>
                        <a:pt x="4784" y="22251"/>
                        <a:pt x="4383" y="21749"/>
                        <a:pt x="4084" y="21156"/>
                      </a:cubicBezTo>
                      <a:cubicBezTo>
                        <a:pt x="3739" y="20461"/>
                        <a:pt x="3496" y="19727"/>
                        <a:pt x="3186" y="19021"/>
                      </a:cubicBezTo>
                      <a:cubicBezTo>
                        <a:pt x="2982" y="18558"/>
                        <a:pt x="2756" y="18106"/>
                        <a:pt x="2502" y="17666"/>
                      </a:cubicBezTo>
                      <a:cubicBezTo>
                        <a:pt x="2333" y="17366"/>
                        <a:pt x="2147" y="17078"/>
                        <a:pt x="1921" y="16819"/>
                      </a:cubicBezTo>
                      <a:cubicBezTo>
                        <a:pt x="1779" y="16649"/>
                        <a:pt x="1621" y="16502"/>
                        <a:pt x="1469" y="16344"/>
                      </a:cubicBezTo>
                      <a:cubicBezTo>
                        <a:pt x="899" y="15734"/>
                        <a:pt x="509" y="14972"/>
                        <a:pt x="362" y="14147"/>
                      </a:cubicBezTo>
                      <a:cubicBezTo>
                        <a:pt x="147" y="12928"/>
                        <a:pt x="498" y="11595"/>
                        <a:pt x="1153" y="10556"/>
                      </a:cubicBezTo>
                      <a:cubicBezTo>
                        <a:pt x="1667" y="9748"/>
                        <a:pt x="2418" y="9133"/>
                        <a:pt x="3282" y="8737"/>
                      </a:cubicBezTo>
                      <a:cubicBezTo>
                        <a:pt x="4021" y="8399"/>
                        <a:pt x="4835" y="8218"/>
                        <a:pt x="5642" y="8144"/>
                      </a:cubicBezTo>
                      <a:cubicBezTo>
                        <a:pt x="5930" y="8120"/>
                        <a:pt x="6218" y="8108"/>
                        <a:pt x="6506" y="8108"/>
                      </a:cubicBezTo>
                      <a:cubicBezTo>
                        <a:pt x="6760" y="8108"/>
                        <a:pt x="7015" y="8118"/>
                        <a:pt x="7269" y="8139"/>
                      </a:cubicBezTo>
                      <a:cubicBezTo>
                        <a:pt x="7453" y="8156"/>
                        <a:pt x="7638" y="8162"/>
                        <a:pt x="7824" y="8162"/>
                      </a:cubicBezTo>
                      <a:cubicBezTo>
                        <a:pt x="8118" y="8162"/>
                        <a:pt x="8413" y="8148"/>
                        <a:pt x="8703" y="8144"/>
                      </a:cubicBezTo>
                      <a:cubicBezTo>
                        <a:pt x="8799" y="8139"/>
                        <a:pt x="8890" y="8139"/>
                        <a:pt x="8980" y="8139"/>
                      </a:cubicBezTo>
                      <a:cubicBezTo>
                        <a:pt x="9149" y="8133"/>
                        <a:pt x="9166" y="7913"/>
                        <a:pt x="9019" y="7862"/>
                      </a:cubicBezTo>
                      <a:cubicBezTo>
                        <a:pt x="7653" y="7359"/>
                        <a:pt x="6636" y="6089"/>
                        <a:pt x="6478" y="4637"/>
                      </a:cubicBezTo>
                      <a:cubicBezTo>
                        <a:pt x="6320" y="3231"/>
                        <a:pt x="6941" y="1814"/>
                        <a:pt x="8099" y="1001"/>
                      </a:cubicBezTo>
                      <a:cubicBezTo>
                        <a:pt x="8770" y="527"/>
                        <a:pt x="9573" y="281"/>
                        <a:pt x="10377" y="281"/>
                      </a:cubicBezTo>
                      <a:close/>
                      <a:moveTo>
                        <a:pt x="10357" y="1"/>
                      </a:moveTo>
                      <a:cubicBezTo>
                        <a:pt x="9678" y="1"/>
                        <a:pt x="8998" y="162"/>
                        <a:pt x="8387" y="487"/>
                      </a:cubicBezTo>
                      <a:cubicBezTo>
                        <a:pt x="7065" y="1193"/>
                        <a:pt x="6207" y="2587"/>
                        <a:pt x="6167" y="4090"/>
                      </a:cubicBezTo>
                      <a:cubicBezTo>
                        <a:pt x="6134" y="5640"/>
                        <a:pt x="6987" y="7120"/>
                        <a:pt x="8349" y="7866"/>
                      </a:cubicBezTo>
                      <a:lnTo>
                        <a:pt x="8349" y="7866"/>
                      </a:lnTo>
                      <a:cubicBezTo>
                        <a:pt x="8259" y="7867"/>
                        <a:pt x="8168" y="7868"/>
                        <a:pt x="8076" y="7868"/>
                      </a:cubicBezTo>
                      <a:cubicBezTo>
                        <a:pt x="7931" y="7871"/>
                        <a:pt x="7783" y="7886"/>
                        <a:pt x="7636" y="7886"/>
                      </a:cubicBezTo>
                      <a:cubicBezTo>
                        <a:pt x="7566" y="7886"/>
                        <a:pt x="7496" y="7882"/>
                        <a:pt x="7427" y="7873"/>
                      </a:cubicBezTo>
                      <a:cubicBezTo>
                        <a:pt x="7121" y="7839"/>
                        <a:pt x="6810" y="7825"/>
                        <a:pt x="6501" y="7825"/>
                      </a:cubicBezTo>
                      <a:cubicBezTo>
                        <a:pt x="6353" y="7825"/>
                        <a:pt x="6206" y="7828"/>
                        <a:pt x="6060" y="7834"/>
                      </a:cubicBezTo>
                      <a:cubicBezTo>
                        <a:pt x="5253" y="7873"/>
                        <a:pt x="4445" y="8003"/>
                        <a:pt x="3683" y="8274"/>
                      </a:cubicBezTo>
                      <a:cubicBezTo>
                        <a:pt x="2790" y="8591"/>
                        <a:pt x="1960" y="9104"/>
                        <a:pt x="1339" y="9833"/>
                      </a:cubicBezTo>
                      <a:cubicBezTo>
                        <a:pt x="966" y="10268"/>
                        <a:pt x="684" y="10753"/>
                        <a:pt x="469" y="11279"/>
                      </a:cubicBezTo>
                      <a:cubicBezTo>
                        <a:pt x="204" y="11928"/>
                        <a:pt x="34" y="12623"/>
                        <a:pt x="18" y="13329"/>
                      </a:cubicBezTo>
                      <a:cubicBezTo>
                        <a:pt x="1" y="14323"/>
                        <a:pt x="311" y="15300"/>
                        <a:pt x="899" y="16096"/>
                      </a:cubicBezTo>
                      <a:cubicBezTo>
                        <a:pt x="1130" y="16412"/>
                        <a:pt x="1412" y="16661"/>
                        <a:pt x="1667" y="16954"/>
                      </a:cubicBezTo>
                      <a:cubicBezTo>
                        <a:pt x="2079" y="17417"/>
                        <a:pt x="2372" y="17982"/>
                        <a:pt x="2649" y="18535"/>
                      </a:cubicBezTo>
                      <a:cubicBezTo>
                        <a:pt x="3028" y="19304"/>
                        <a:pt x="3310" y="20105"/>
                        <a:pt x="3649" y="20890"/>
                      </a:cubicBezTo>
                      <a:cubicBezTo>
                        <a:pt x="3920" y="21512"/>
                        <a:pt x="4259" y="22110"/>
                        <a:pt x="4790" y="22545"/>
                      </a:cubicBezTo>
                      <a:cubicBezTo>
                        <a:pt x="5501" y="23127"/>
                        <a:pt x="6410" y="23403"/>
                        <a:pt x="7291" y="23590"/>
                      </a:cubicBezTo>
                      <a:cubicBezTo>
                        <a:pt x="7444" y="23624"/>
                        <a:pt x="7596" y="23652"/>
                        <a:pt x="7749" y="23680"/>
                      </a:cubicBezTo>
                      <a:cubicBezTo>
                        <a:pt x="7896" y="23703"/>
                        <a:pt x="8059" y="23754"/>
                        <a:pt x="8212" y="23754"/>
                      </a:cubicBezTo>
                      <a:cubicBezTo>
                        <a:pt x="8285" y="23754"/>
                        <a:pt x="8353" y="23686"/>
                        <a:pt x="8353" y="23612"/>
                      </a:cubicBezTo>
                      <a:lnTo>
                        <a:pt x="8353" y="22071"/>
                      </a:lnTo>
                      <a:lnTo>
                        <a:pt x="8353" y="19761"/>
                      </a:lnTo>
                      <a:lnTo>
                        <a:pt x="8353" y="19479"/>
                      </a:lnTo>
                      <a:cubicBezTo>
                        <a:pt x="8353" y="19465"/>
                        <a:pt x="8357" y="19448"/>
                        <a:pt x="8355" y="19430"/>
                      </a:cubicBezTo>
                      <a:lnTo>
                        <a:pt x="8355" y="19430"/>
                      </a:lnTo>
                      <a:cubicBezTo>
                        <a:pt x="8399" y="19357"/>
                        <a:pt x="8416" y="19257"/>
                        <a:pt x="8449" y="19179"/>
                      </a:cubicBezTo>
                      <a:cubicBezTo>
                        <a:pt x="8505" y="19021"/>
                        <a:pt x="8562" y="18857"/>
                        <a:pt x="8618" y="18699"/>
                      </a:cubicBezTo>
                      <a:cubicBezTo>
                        <a:pt x="8765" y="18304"/>
                        <a:pt x="8912" y="17909"/>
                        <a:pt x="9053" y="17513"/>
                      </a:cubicBezTo>
                      <a:cubicBezTo>
                        <a:pt x="9144" y="17270"/>
                        <a:pt x="9251" y="17022"/>
                        <a:pt x="9324" y="16774"/>
                      </a:cubicBezTo>
                      <a:cubicBezTo>
                        <a:pt x="9336" y="16734"/>
                        <a:pt x="9336" y="16694"/>
                        <a:pt x="9336" y="16655"/>
                      </a:cubicBezTo>
                      <a:cubicBezTo>
                        <a:pt x="9330" y="16548"/>
                        <a:pt x="9330" y="16446"/>
                        <a:pt x="9336" y="16339"/>
                      </a:cubicBezTo>
                      <a:cubicBezTo>
                        <a:pt x="9353" y="15994"/>
                        <a:pt x="9415" y="15644"/>
                        <a:pt x="9539" y="15322"/>
                      </a:cubicBezTo>
                      <a:cubicBezTo>
                        <a:pt x="9674" y="14972"/>
                        <a:pt x="9929" y="14644"/>
                        <a:pt x="10296" y="14520"/>
                      </a:cubicBezTo>
                      <a:cubicBezTo>
                        <a:pt x="10612" y="14407"/>
                        <a:pt x="10985" y="14419"/>
                        <a:pt x="11318" y="14396"/>
                      </a:cubicBezTo>
                      <a:cubicBezTo>
                        <a:pt x="12419" y="14334"/>
                        <a:pt x="13526" y="14306"/>
                        <a:pt x="14627" y="14260"/>
                      </a:cubicBezTo>
                      <a:cubicBezTo>
                        <a:pt x="15824" y="14215"/>
                        <a:pt x="17027" y="14187"/>
                        <a:pt x="18219" y="14068"/>
                      </a:cubicBezTo>
                      <a:cubicBezTo>
                        <a:pt x="18840" y="14006"/>
                        <a:pt x="19360" y="13583"/>
                        <a:pt x="19512" y="12967"/>
                      </a:cubicBezTo>
                      <a:cubicBezTo>
                        <a:pt x="19603" y="12566"/>
                        <a:pt x="19653" y="12154"/>
                        <a:pt x="19653" y="11742"/>
                      </a:cubicBezTo>
                      <a:cubicBezTo>
                        <a:pt x="19648" y="10691"/>
                        <a:pt x="19247" y="9686"/>
                        <a:pt x="18456" y="8975"/>
                      </a:cubicBezTo>
                      <a:cubicBezTo>
                        <a:pt x="18214" y="8760"/>
                        <a:pt x="17949" y="8569"/>
                        <a:pt x="17668" y="8405"/>
                      </a:cubicBezTo>
                      <a:lnTo>
                        <a:pt x="17668" y="8405"/>
                      </a:lnTo>
                      <a:cubicBezTo>
                        <a:pt x="17667" y="8405"/>
                        <a:pt x="17666" y="8405"/>
                        <a:pt x="17665" y="8404"/>
                      </a:cubicBezTo>
                      <a:lnTo>
                        <a:pt x="17665" y="8404"/>
                      </a:lnTo>
                      <a:cubicBezTo>
                        <a:pt x="17665" y="8404"/>
                        <a:pt x="17665" y="8404"/>
                        <a:pt x="17665" y="8404"/>
                      </a:cubicBezTo>
                      <a:cubicBezTo>
                        <a:pt x="17665" y="8404"/>
                        <a:pt x="17664" y="8403"/>
                        <a:pt x="17663" y="8403"/>
                      </a:cubicBezTo>
                      <a:lnTo>
                        <a:pt x="17663" y="8403"/>
                      </a:lnTo>
                      <a:cubicBezTo>
                        <a:pt x="17031" y="8048"/>
                        <a:pt x="16326" y="7845"/>
                        <a:pt x="15604" y="7777"/>
                      </a:cubicBezTo>
                      <a:cubicBezTo>
                        <a:pt x="15430" y="7761"/>
                        <a:pt x="15255" y="7756"/>
                        <a:pt x="15078" y="7756"/>
                      </a:cubicBezTo>
                      <a:cubicBezTo>
                        <a:pt x="14956" y="7756"/>
                        <a:pt x="14834" y="7758"/>
                        <a:pt x="14712" y="7760"/>
                      </a:cubicBezTo>
                      <a:cubicBezTo>
                        <a:pt x="13983" y="7772"/>
                        <a:pt x="13249" y="7783"/>
                        <a:pt x="12515" y="7794"/>
                      </a:cubicBezTo>
                      <a:cubicBezTo>
                        <a:pt x="12504" y="7795"/>
                        <a:pt x="12493" y="7795"/>
                        <a:pt x="12482" y="7795"/>
                      </a:cubicBezTo>
                      <a:lnTo>
                        <a:pt x="12482" y="7795"/>
                      </a:lnTo>
                      <a:cubicBezTo>
                        <a:pt x="13647" y="7105"/>
                        <a:pt x="14435" y="5881"/>
                        <a:pt x="14542" y="4502"/>
                      </a:cubicBezTo>
                      <a:cubicBezTo>
                        <a:pt x="14655" y="2994"/>
                        <a:pt x="13921" y="1514"/>
                        <a:pt x="12662" y="684"/>
                      </a:cubicBezTo>
                      <a:cubicBezTo>
                        <a:pt x="11974" y="230"/>
                        <a:pt x="11166" y="1"/>
                        <a:pt x="10357"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03" name="Google Shape;1703;p53"/>
                <p:cNvSpPr/>
                <p:nvPr/>
              </p:nvSpPr>
              <p:spPr>
                <a:xfrm>
                  <a:off x="2034250" y="3757575"/>
                  <a:ext cx="999750" cy="706175"/>
                </a:xfrm>
                <a:custGeom>
                  <a:avLst/>
                  <a:gdLst/>
                  <a:ahLst/>
                  <a:cxnLst/>
                  <a:rect l="l" t="t" r="r" b="b"/>
                  <a:pathLst>
                    <a:path w="39990" h="28247" extrusionOk="0">
                      <a:moveTo>
                        <a:pt x="23761" y="292"/>
                      </a:moveTo>
                      <a:lnTo>
                        <a:pt x="23761" y="292"/>
                      </a:lnTo>
                      <a:cubicBezTo>
                        <a:pt x="24471" y="886"/>
                        <a:pt x="25244" y="1415"/>
                        <a:pt x="26018" y="1918"/>
                      </a:cubicBezTo>
                      <a:cubicBezTo>
                        <a:pt x="26831" y="2438"/>
                        <a:pt x="27667" y="2918"/>
                        <a:pt x="28531" y="3353"/>
                      </a:cubicBezTo>
                      <a:cubicBezTo>
                        <a:pt x="29418" y="3793"/>
                        <a:pt x="30315" y="4194"/>
                        <a:pt x="31168" y="4702"/>
                      </a:cubicBezTo>
                      <a:cubicBezTo>
                        <a:pt x="33393" y="6030"/>
                        <a:pt x="35426" y="7848"/>
                        <a:pt x="36674" y="10146"/>
                      </a:cubicBezTo>
                      <a:cubicBezTo>
                        <a:pt x="36883" y="10535"/>
                        <a:pt x="37080" y="10925"/>
                        <a:pt x="37199" y="11342"/>
                      </a:cubicBezTo>
                      <a:lnTo>
                        <a:pt x="37199" y="11342"/>
                      </a:lnTo>
                      <a:cubicBezTo>
                        <a:pt x="37199" y="11342"/>
                        <a:pt x="37199" y="11343"/>
                        <a:pt x="37200" y="11344"/>
                      </a:cubicBezTo>
                      <a:cubicBezTo>
                        <a:pt x="37200" y="11344"/>
                        <a:pt x="37200" y="11344"/>
                        <a:pt x="37200" y="11344"/>
                      </a:cubicBezTo>
                      <a:lnTo>
                        <a:pt x="37200" y="11344"/>
                      </a:lnTo>
                      <a:cubicBezTo>
                        <a:pt x="37200" y="11344"/>
                        <a:pt x="37200" y="11345"/>
                        <a:pt x="37200" y="11345"/>
                      </a:cubicBezTo>
                      <a:lnTo>
                        <a:pt x="37200" y="11345"/>
                      </a:lnTo>
                      <a:cubicBezTo>
                        <a:pt x="37482" y="12299"/>
                        <a:pt x="37697" y="13270"/>
                        <a:pt x="37911" y="14235"/>
                      </a:cubicBezTo>
                      <a:cubicBezTo>
                        <a:pt x="38470" y="16822"/>
                        <a:pt x="38894" y="19442"/>
                        <a:pt x="39199" y="22068"/>
                      </a:cubicBezTo>
                      <a:cubicBezTo>
                        <a:pt x="39430" y="24026"/>
                        <a:pt x="39597" y="25995"/>
                        <a:pt x="39700" y="27964"/>
                      </a:cubicBezTo>
                      <a:lnTo>
                        <a:pt x="296" y="27964"/>
                      </a:lnTo>
                      <a:cubicBezTo>
                        <a:pt x="480" y="24425"/>
                        <a:pt x="867" y="20892"/>
                        <a:pt x="1469" y="17398"/>
                      </a:cubicBezTo>
                      <a:cubicBezTo>
                        <a:pt x="1796" y="15523"/>
                        <a:pt x="2175" y="13653"/>
                        <a:pt x="2666" y="11812"/>
                      </a:cubicBezTo>
                      <a:cubicBezTo>
                        <a:pt x="2835" y="11169"/>
                        <a:pt x="3067" y="10604"/>
                        <a:pt x="3395" y="10017"/>
                      </a:cubicBezTo>
                      <a:cubicBezTo>
                        <a:pt x="4569" y="7916"/>
                        <a:pt x="6399" y="6222"/>
                        <a:pt x="8421" y="4951"/>
                      </a:cubicBezTo>
                      <a:cubicBezTo>
                        <a:pt x="9189" y="4471"/>
                        <a:pt x="9985" y="4047"/>
                        <a:pt x="10804" y="3669"/>
                      </a:cubicBezTo>
                      <a:cubicBezTo>
                        <a:pt x="11662" y="3268"/>
                        <a:pt x="12498" y="2822"/>
                        <a:pt x="13306" y="2336"/>
                      </a:cubicBezTo>
                      <a:cubicBezTo>
                        <a:pt x="14294" y="1738"/>
                        <a:pt x="15248" y="1088"/>
                        <a:pt x="16146" y="365"/>
                      </a:cubicBezTo>
                      <a:cubicBezTo>
                        <a:pt x="16176" y="339"/>
                        <a:pt x="16205" y="316"/>
                        <a:pt x="16233" y="292"/>
                      </a:cubicBezTo>
                      <a:lnTo>
                        <a:pt x="16254" y="292"/>
                      </a:lnTo>
                      <a:cubicBezTo>
                        <a:pt x="16316" y="684"/>
                        <a:pt x="16490" y="1065"/>
                        <a:pt x="16767" y="1348"/>
                      </a:cubicBezTo>
                      <a:cubicBezTo>
                        <a:pt x="17137" y="1727"/>
                        <a:pt x="17676" y="1907"/>
                        <a:pt x="18203" y="1907"/>
                      </a:cubicBezTo>
                      <a:cubicBezTo>
                        <a:pt x="18336" y="1907"/>
                        <a:pt x="18469" y="1896"/>
                        <a:pt x="18597" y="1873"/>
                      </a:cubicBezTo>
                      <a:cubicBezTo>
                        <a:pt x="19030" y="1802"/>
                        <a:pt x="19444" y="1611"/>
                        <a:pt x="19757" y="1306"/>
                      </a:cubicBezTo>
                      <a:lnTo>
                        <a:pt x="19757" y="1306"/>
                      </a:lnTo>
                      <a:cubicBezTo>
                        <a:pt x="20163" y="1705"/>
                        <a:pt x="20725" y="1905"/>
                        <a:pt x="21280" y="1905"/>
                      </a:cubicBezTo>
                      <a:cubicBezTo>
                        <a:pt x="22060" y="1905"/>
                        <a:pt x="22828" y="1511"/>
                        <a:pt x="23138" y="727"/>
                      </a:cubicBezTo>
                      <a:cubicBezTo>
                        <a:pt x="23194" y="585"/>
                        <a:pt x="23233" y="440"/>
                        <a:pt x="23256" y="292"/>
                      </a:cubicBezTo>
                      <a:close/>
                      <a:moveTo>
                        <a:pt x="23739" y="1"/>
                      </a:moveTo>
                      <a:cubicBezTo>
                        <a:pt x="23674" y="1"/>
                        <a:pt x="23606" y="9"/>
                        <a:pt x="23550" y="9"/>
                      </a:cubicBezTo>
                      <a:lnTo>
                        <a:pt x="23132" y="9"/>
                      </a:lnTo>
                      <a:cubicBezTo>
                        <a:pt x="23053" y="9"/>
                        <a:pt x="22997" y="77"/>
                        <a:pt x="22991" y="151"/>
                      </a:cubicBezTo>
                      <a:cubicBezTo>
                        <a:pt x="22951" y="642"/>
                        <a:pt x="22652" y="1173"/>
                        <a:pt x="22178" y="1421"/>
                      </a:cubicBezTo>
                      <a:cubicBezTo>
                        <a:pt x="21912" y="1562"/>
                        <a:pt x="21610" y="1630"/>
                        <a:pt x="21308" y="1630"/>
                      </a:cubicBezTo>
                      <a:cubicBezTo>
                        <a:pt x="20762" y="1630"/>
                        <a:pt x="20213" y="1410"/>
                        <a:pt x="19857" y="1003"/>
                      </a:cubicBezTo>
                      <a:cubicBezTo>
                        <a:pt x="19831" y="975"/>
                        <a:pt x="19793" y="961"/>
                        <a:pt x="19756" y="961"/>
                      </a:cubicBezTo>
                      <a:cubicBezTo>
                        <a:pt x="19718" y="961"/>
                        <a:pt x="19682" y="975"/>
                        <a:pt x="19659" y="1003"/>
                      </a:cubicBezTo>
                      <a:cubicBezTo>
                        <a:pt x="19299" y="1410"/>
                        <a:pt x="18751" y="1630"/>
                        <a:pt x="18206" y="1630"/>
                      </a:cubicBezTo>
                      <a:cubicBezTo>
                        <a:pt x="17904" y="1630"/>
                        <a:pt x="17604" y="1562"/>
                        <a:pt x="17338" y="1421"/>
                      </a:cubicBezTo>
                      <a:cubicBezTo>
                        <a:pt x="16863" y="1173"/>
                        <a:pt x="16559" y="642"/>
                        <a:pt x="16519" y="151"/>
                      </a:cubicBezTo>
                      <a:cubicBezTo>
                        <a:pt x="16513" y="77"/>
                        <a:pt x="16463" y="9"/>
                        <a:pt x="16378" y="9"/>
                      </a:cubicBezTo>
                      <a:cubicBezTo>
                        <a:pt x="16350" y="9"/>
                        <a:pt x="16324" y="9"/>
                        <a:pt x="16298" y="9"/>
                      </a:cubicBezTo>
                      <a:cubicBezTo>
                        <a:pt x="16208" y="9"/>
                        <a:pt x="16129" y="16"/>
                        <a:pt x="16050" y="77"/>
                      </a:cubicBezTo>
                      <a:cubicBezTo>
                        <a:pt x="15960" y="145"/>
                        <a:pt x="15875" y="224"/>
                        <a:pt x="15785" y="292"/>
                      </a:cubicBezTo>
                      <a:cubicBezTo>
                        <a:pt x="15373" y="619"/>
                        <a:pt x="14943" y="924"/>
                        <a:pt x="14509" y="1224"/>
                      </a:cubicBezTo>
                      <a:cubicBezTo>
                        <a:pt x="13820" y="1698"/>
                        <a:pt x="13102" y="2139"/>
                        <a:pt x="12374" y="2551"/>
                      </a:cubicBezTo>
                      <a:cubicBezTo>
                        <a:pt x="11527" y="3025"/>
                        <a:pt x="10640" y="3409"/>
                        <a:pt x="9776" y="3855"/>
                      </a:cubicBezTo>
                      <a:cubicBezTo>
                        <a:pt x="7336" y="5115"/>
                        <a:pt x="5083" y="6882"/>
                        <a:pt x="3558" y="9198"/>
                      </a:cubicBezTo>
                      <a:cubicBezTo>
                        <a:pt x="3112" y="9881"/>
                        <a:pt x="2700" y="10626"/>
                        <a:pt x="2474" y="11423"/>
                      </a:cubicBezTo>
                      <a:cubicBezTo>
                        <a:pt x="2034" y="13015"/>
                        <a:pt x="1695" y="14636"/>
                        <a:pt x="1390" y="16257"/>
                      </a:cubicBezTo>
                      <a:cubicBezTo>
                        <a:pt x="752" y="19657"/>
                        <a:pt x="328" y="23096"/>
                        <a:pt x="97" y="26541"/>
                      </a:cubicBezTo>
                      <a:cubicBezTo>
                        <a:pt x="63" y="27060"/>
                        <a:pt x="34" y="27585"/>
                        <a:pt x="6" y="28105"/>
                      </a:cubicBezTo>
                      <a:cubicBezTo>
                        <a:pt x="1" y="28184"/>
                        <a:pt x="74" y="28246"/>
                        <a:pt x="147" y="28246"/>
                      </a:cubicBezTo>
                      <a:lnTo>
                        <a:pt x="39848" y="28246"/>
                      </a:lnTo>
                      <a:cubicBezTo>
                        <a:pt x="39922" y="28246"/>
                        <a:pt x="39989" y="28184"/>
                        <a:pt x="39989" y="28105"/>
                      </a:cubicBezTo>
                      <a:cubicBezTo>
                        <a:pt x="39820" y="24745"/>
                        <a:pt x="39464" y="21390"/>
                        <a:pt x="38922" y="18064"/>
                      </a:cubicBezTo>
                      <a:cubicBezTo>
                        <a:pt x="38600" y="16104"/>
                        <a:pt x="38216" y="14156"/>
                        <a:pt x="37730" y="12230"/>
                      </a:cubicBezTo>
                      <a:cubicBezTo>
                        <a:pt x="37651" y="11908"/>
                        <a:pt x="37567" y="11586"/>
                        <a:pt x="37476" y="11270"/>
                      </a:cubicBezTo>
                      <a:cubicBezTo>
                        <a:pt x="37363" y="10881"/>
                        <a:pt x="37177" y="10502"/>
                        <a:pt x="36991" y="10146"/>
                      </a:cubicBezTo>
                      <a:cubicBezTo>
                        <a:pt x="36494" y="9192"/>
                        <a:pt x="35850" y="8311"/>
                        <a:pt x="35121" y="7520"/>
                      </a:cubicBezTo>
                      <a:cubicBezTo>
                        <a:pt x="33992" y="6284"/>
                        <a:pt x="32648" y="5245"/>
                        <a:pt x="31202" y="4397"/>
                      </a:cubicBezTo>
                      <a:cubicBezTo>
                        <a:pt x="30259" y="3844"/>
                        <a:pt x="29259" y="3415"/>
                        <a:pt x="28294" y="2912"/>
                      </a:cubicBezTo>
                      <a:cubicBezTo>
                        <a:pt x="27413" y="2455"/>
                        <a:pt x="26566" y="1947"/>
                        <a:pt x="25741" y="1399"/>
                      </a:cubicBezTo>
                      <a:cubicBezTo>
                        <a:pt x="25182" y="1026"/>
                        <a:pt x="24634" y="631"/>
                        <a:pt x="24103" y="207"/>
                      </a:cubicBezTo>
                      <a:cubicBezTo>
                        <a:pt x="24036" y="151"/>
                        <a:pt x="23945" y="49"/>
                        <a:pt x="23855" y="15"/>
                      </a:cubicBezTo>
                      <a:cubicBezTo>
                        <a:pt x="23820" y="4"/>
                        <a:pt x="23780" y="1"/>
                        <a:pt x="23739"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04" name="Google Shape;1704;p53"/>
                <p:cNvSpPr/>
                <p:nvPr/>
              </p:nvSpPr>
              <p:spPr>
                <a:xfrm>
                  <a:off x="2440000" y="3757225"/>
                  <a:ext cx="176225" cy="7650"/>
                </a:xfrm>
                <a:custGeom>
                  <a:avLst/>
                  <a:gdLst/>
                  <a:ahLst/>
                  <a:cxnLst/>
                  <a:rect l="l" t="t" r="r" b="b"/>
                  <a:pathLst>
                    <a:path w="7049" h="306" extrusionOk="0">
                      <a:moveTo>
                        <a:pt x="148" y="1"/>
                      </a:moveTo>
                      <a:cubicBezTo>
                        <a:pt x="74" y="1"/>
                        <a:pt x="1" y="63"/>
                        <a:pt x="7" y="142"/>
                      </a:cubicBezTo>
                      <a:cubicBezTo>
                        <a:pt x="7" y="148"/>
                        <a:pt x="7" y="159"/>
                        <a:pt x="7" y="165"/>
                      </a:cubicBezTo>
                      <a:cubicBezTo>
                        <a:pt x="12" y="244"/>
                        <a:pt x="69" y="306"/>
                        <a:pt x="148" y="306"/>
                      </a:cubicBezTo>
                      <a:lnTo>
                        <a:pt x="6902" y="306"/>
                      </a:lnTo>
                      <a:cubicBezTo>
                        <a:pt x="6962" y="306"/>
                        <a:pt x="7003" y="274"/>
                        <a:pt x="7023" y="232"/>
                      </a:cubicBezTo>
                      <a:lnTo>
                        <a:pt x="7023" y="232"/>
                      </a:lnTo>
                      <a:cubicBezTo>
                        <a:pt x="7034" y="214"/>
                        <a:pt x="7042" y="191"/>
                        <a:pt x="7043" y="165"/>
                      </a:cubicBezTo>
                      <a:cubicBezTo>
                        <a:pt x="7043" y="159"/>
                        <a:pt x="7043" y="148"/>
                        <a:pt x="7043" y="142"/>
                      </a:cubicBezTo>
                      <a:cubicBezTo>
                        <a:pt x="7049" y="63"/>
                        <a:pt x="6975" y="1"/>
                        <a:pt x="690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05" name="Google Shape;1705;p53"/>
                <p:cNvSpPr/>
                <p:nvPr/>
              </p:nvSpPr>
              <p:spPr>
                <a:xfrm>
                  <a:off x="2440000" y="3757800"/>
                  <a:ext cx="176225" cy="47450"/>
                </a:xfrm>
                <a:custGeom>
                  <a:avLst/>
                  <a:gdLst/>
                  <a:ahLst/>
                  <a:cxnLst/>
                  <a:rect l="l" t="t" r="r" b="b"/>
                  <a:pathLst>
                    <a:path w="7049" h="1898" extrusionOk="0">
                      <a:moveTo>
                        <a:pt x="6741" y="283"/>
                      </a:moveTo>
                      <a:cubicBezTo>
                        <a:pt x="6725" y="362"/>
                        <a:pt x="6708" y="441"/>
                        <a:pt x="6682" y="520"/>
                      </a:cubicBezTo>
                      <a:cubicBezTo>
                        <a:pt x="6608" y="735"/>
                        <a:pt x="6495" y="944"/>
                        <a:pt x="6337" y="1113"/>
                      </a:cubicBezTo>
                      <a:cubicBezTo>
                        <a:pt x="6020" y="1454"/>
                        <a:pt x="5533" y="1618"/>
                        <a:pt x="5070" y="1618"/>
                      </a:cubicBezTo>
                      <a:cubicBezTo>
                        <a:pt x="4965" y="1618"/>
                        <a:pt x="4862" y="1610"/>
                        <a:pt x="4762" y="1593"/>
                      </a:cubicBezTo>
                      <a:cubicBezTo>
                        <a:pt x="4327" y="1520"/>
                        <a:pt x="3920" y="1328"/>
                        <a:pt x="3627" y="994"/>
                      </a:cubicBezTo>
                      <a:cubicBezTo>
                        <a:pt x="3601" y="966"/>
                        <a:pt x="3563" y="952"/>
                        <a:pt x="3526" y="952"/>
                      </a:cubicBezTo>
                      <a:cubicBezTo>
                        <a:pt x="3488" y="952"/>
                        <a:pt x="3452" y="966"/>
                        <a:pt x="3429" y="994"/>
                      </a:cubicBezTo>
                      <a:cubicBezTo>
                        <a:pt x="3096" y="1378"/>
                        <a:pt x="2559" y="1616"/>
                        <a:pt x="2051" y="1616"/>
                      </a:cubicBezTo>
                      <a:cubicBezTo>
                        <a:pt x="1582" y="1616"/>
                        <a:pt x="1102" y="1503"/>
                        <a:pt x="758" y="1158"/>
                      </a:cubicBezTo>
                      <a:cubicBezTo>
                        <a:pt x="543" y="944"/>
                        <a:pt x="402" y="673"/>
                        <a:pt x="334" y="384"/>
                      </a:cubicBezTo>
                      <a:cubicBezTo>
                        <a:pt x="324" y="349"/>
                        <a:pt x="317" y="316"/>
                        <a:pt x="312" y="283"/>
                      </a:cubicBezTo>
                      <a:close/>
                      <a:moveTo>
                        <a:pt x="148" y="0"/>
                      </a:moveTo>
                      <a:cubicBezTo>
                        <a:pt x="80" y="0"/>
                        <a:pt x="1" y="68"/>
                        <a:pt x="7" y="142"/>
                      </a:cubicBezTo>
                      <a:cubicBezTo>
                        <a:pt x="63" y="802"/>
                        <a:pt x="453" y="1429"/>
                        <a:pt x="1063" y="1706"/>
                      </a:cubicBezTo>
                      <a:cubicBezTo>
                        <a:pt x="1379" y="1847"/>
                        <a:pt x="1712" y="1898"/>
                        <a:pt x="2051" y="1898"/>
                      </a:cubicBezTo>
                      <a:cubicBezTo>
                        <a:pt x="2584" y="1898"/>
                        <a:pt x="3146" y="1670"/>
                        <a:pt x="3527" y="1298"/>
                      </a:cubicBezTo>
                      <a:lnTo>
                        <a:pt x="3527" y="1298"/>
                      </a:lnTo>
                      <a:cubicBezTo>
                        <a:pt x="3929" y="1698"/>
                        <a:pt x="4498" y="1894"/>
                        <a:pt x="5064" y="1894"/>
                      </a:cubicBezTo>
                      <a:cubicBezTo>
                        <a:pt x="5178" y="1894"/>
                        <a:pt x="5293" y="1886"/>
                        <a:pt x="5406" y="1870"/>
                      </a:cubicBezTo>
                      <a:cubicBezTo>
                        <a:pt x="6100" y="1774"/>
                        <a:pt x="6659" y="1356"/>
                        <a:pt x="6913" y="701"/>
                      </a:cubicBezTo>
                      <a:cubicBezTo>
                        <a:pt x="6987" y="520"/>
                        <a:pt x="7026" y="334"/>
                        <a:pt x="7043" y="142"/>
                      </a:cubicBezTo>
                      <a:cubicBezTo>
                        <a:pt x="7049" y="68"/>
                        <a:pt x="6975" y="0"/>
                        <a:pt x="690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706" name="Google Shape;1706;p53"/>
              <p:cNvGrpSpPr/>
              <p:nvPr/>
            </p:nvGrpSpPr>
            <p:grpSpPr>
              <a:xfrm>
                <a:off x="4623628" y="2768403"/>
                <a:ext cx="1727168" cy="2064093"/>
                <a:chOff x="4081975" y="3119725"/>
                <a:chExt cx="999750" cy="1194775"/>
              </a:xfrm>
            </p:grpSpPr>
            <p:sp>
              <p:nvSpPr>
                <p:cNvPr id="1707" name="Google Shape;1707;p53"/>
                <p:cNvSpPr/>
                <p:nvPr/>
              </p:nvSpPr>
              <p:spPr>
                <a:xfrm>
                  <a:off x="4757400" y="3180675"/>
                  <a:ext cx="8225" cy="9275"/>
                </a:xfrm>
                <a:custGeom>
                  <a:avLst/>
                  <a:gdLst/>
                  <a:ahLst/>
                  <a:cxnLst/>
                  <a:rect l="l" t="t" r="r" b="b"/>
                  <a:pathLst>
                    <a:path w="329" h="371" extrusionOk="0">
                      <a:moveTo>
                        <a:pt x="151" y="1"/>
                      </a:moveTo>
                      <a:cubicBezTo>
                        <a:pt x="142" y="1"/>
                        <a:pt x="133" y="2"/>
                        <a:pt x="125" y="5"/>
                      </a:cubicBezTo>
                      <a:cubicBezTo>
                        <a:pt x="108" y="5"/>
                        <a:pt x="85" y="11"/>
                        <a:pt x="74" y="22"/>
                      </a:cubicBezTo>
                      <a:lnTo>
                        <a:pt x="40" y="44"/>
                      </a:lnTo>
                      <a:cubicBezTo>
                        <a:pt x="23" y="61"/>
                        <a:pt x="12" y="84"/>
                        <a:pt x="6" y="107"/>
                      </a:cubicBezTo>
                      <a:cubicBezTo>
                        <a:pt x="6" y="118"/>
                        <a:pt x="1" y="129"/>
                        <a:pt x="1" y="146"/>
                      </a:cubicBezTo>
                      <a:cubicBezTo>
                        <a:pt x="1" y="169"/>
                        <a:pt x="6" y="191"/>
                        <a:pt x="23" y="214"/>
                      </a:cubicBezTo>
                      <a:cubicBezTo>
                        <a:pt x="34" y="242"/>
                        <a:pt x="51" y="270"/>
                        <a:pt x="68" y="299"/>
                      </a:cubicBezTo>
                      <a:cubicBezTo>
                        <a:pt x="74" y="315"/>
                        <a:pt x="91" y="327"/>
                        <a:pt x="102" y="338"/>
                      </a:cubicBezTo>
                      <a:cubicBezTo>
                        <a:pt x="119" y="349"/>
                        <a:pt x="130" y="361"/>
                        <a:pt x="153" y="366"/>
                      </a:cubicBezTo>
                      <a:cubicBezTo>
                        <a:pt x="161" y="369"/>
                        <a:pt x="170" y="371"/>
                        <a:pt x="179" y="371"/>
                      </a:cubicBezTo>
                      <a:cubicBezTo>
                        <a:pt x="188" y="371"/>
                        <a:pt x="198" y="369"/>
                        <a:pt x="209" y="366"/>
                      </a:cubicBezTo>
                      <a:cubicBezTo>
                        <a:pt x="226" y="366"/>
                        <a:pt x="243" y="361"/>
                        <a:pt x="260" y="349"/>
                      </a:cubicBezTo>
                      <a:lnTo>
                        <a:pt x="289" y="327"/>
                      </a:lnTo>
                      <a:cubicBezTo>
                        <a:pt x="305" y="310"/>
                        <a:pt x="317" y="287"/>
                        <a:pt x="322" y="265"/>
                      </a:cubicBezTo>
                      <a:lnTo>
                        <a:pt x="328" y="225"/>
                      </a:lnTo>
                      <a:cubicBezTo>
                        <a:pt x="328" y="203"/>
                        <a:pt x="322" y="180"/>
                        <a:pt x="311" y="157"/>
                      </a:cubicBezTo>
                      <a:cubicBezTo>
                        <a:pt x="294" y="129"/>
                        <a:pt x="283" y="101"/>
                        <a:pt x="266" y="73"/>
                      </a:cubicBezTo>
                      <a:cubicBezTo>
                        <a:pt x="255" y="56"/>
                        <a:pt x="243" y="44"/>
                        <a:pt x="226" y="33"/>
                      </a:cubicBezTo>
                      <a:cubicBezTo>
                        <a:pt x="215" y="22"/>
                        <a:pt x="198" y="11"/>
                        <a:pt x="181" y="5"/>
                      </a:cubicBezTo>
                      <a:cubicBezTo>
                        <a:pt x="170" y="2"/>
                        <a:pt x="160" y="1"/>
                        <a:pt x="151"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08" name="Google Shape;1708;p53"/>
                <p:cNvSpPr/>
                <p:nvPr/>
              </p:nvSpPr>
              <p:spPr>
                <a:xfrm>
                  <a:off x="4765725" y="3198325"/>
                  <a:ext cx="8925" cy="11375"/>
                </a:xfrm>
                <a:custGeom>
                  <a:avLst/>
                  <a:gdLst/>
                  <a:ahLst/>
                  <a:cxnLst/>
                  <a:rect l="l" t="t" r="r" b="b"/>
                  <a:pathLst>
                    <a:path w="357" h="455" extrusionOk="0">
                      <a:moveTo>
                        <a:pt x="136" y="1"/>
                      </a:moveTo>
                      <a:cubicBezTo>
                        <a:pt x="126" y="1"/>
                        <a:pt x="116" y="2"/>
                        <a:pt x="108" y="5"/>
                      </a:cubicBezTo>
                      <a:cubicBezTo>
                        <a:pt x="74" y="16"/>
                        <a:pt x="40" y="39"/>
                        <a:pt x="23" y="73"/>
                      </a:cubicBezTo>
                      <a:cubicBezTo>
                        <a:pt x="18" y="84"/>
                        <a:pt x="12" y="95"/>
                        <a:pt x="6" y="106"/>
                      </a:cubicBezTo>
                      <a:cubicBezTo>
                        <a:pt x="1" y="129"/>
                        <a:pt x="1" y="157"/>
                        <a:pt x="6" y="180"/>
                      </a:cubicBezTo>
                      <a:cubicBezTo>
                        <a:pt x="29" y="236"/>
                        <a:pt x="52" y="293"/>
                        <a:pt x="68" y="349"/>
                      </a:cubicBezTo>
                      <a:cubicBezTo>
                        <a:pt x="74" y="366"/>
                        <a:pt x="85" y="383"/>
                        <a:pt x="97" y="400"/>
                      </a:cubicBezTo>
                      <a:cubicBezTo>
                        <a:pt x="108" y="411"/>
                        <a:pt x="119" y="423"/>
                        <a:pt x="136" y="434"/>
                      </a:cubicBezTo>
                      <a:cubicBezTo>
                        <a:pt x="153" y="445"/>
                        <a:pt x="170" y="451"/>
                        <a:pt x="187" y="451"/>
                      </a:cubicBezTo>
                      <a:cubicBezTo>
                        <a:pt x="196" y="453"/>
                        <a:pt x="205" y="455"/>
                        <a:pt x="213" y="455"/>
                      </a:cubicBezTo>
                      <a:cubicBezTo>
                        <a:pt x="224" y="455"/>
                        <a:pt x="234" y="452"/>
                        <a:pt x="244" y="445"/>
                      </a:cubicBezTo>
                      <a:cubicBezTo>
                        <a:pt x="277" y="440"/>
                        <a:pt x="311" y="417"/>
                        <a:pt x="328" y="383"/>
                      </a:cubicBezTo>
                      <a:cubicBezTo>
                        <a:pt x="345" y="349"/>
                        <a:pt x="356" y="310"/>
                        <a:pt x="345" y="276"/>
                      </a:cubicBezTo>
                      <a:cubicBezTo>
                        <a:pt x="323" y="219"/>
                        <a:pt x="300" y="163"/>
                        <a:pt x="283" y="106"/>
                      </a:cubicBezTo>
                      <a:cubicBezTo>
                        <a:pt x="277" y="89"/>
                        <a:pt x="266" y="73"/>
                        <a:pt x="255" y="56"/>
                      </a:cubicBezTo>
                      <a:cubicBezTo>
                        <a:pt x="244" y="44"/>
                        <a:pt x="232" y="33"/>
                        <a:pt x="215" y="22"/>
                      </a:cubicBezTo>
                      <a:cubicBezTo>
                        <a:pt x="198" y="10"/>
                        <a:pt x="181" y="5"/>
                        <a:pt x="164" y="5"/>
                      </a:cubicBezTo>
                      <a:cubicBezTo>
                        <a:pt x="156" y="2"/>
                        <a:pt x="146" y="1"/>
                        <a:pt x="136"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09" name="Google Shape;1709;p53"/>
                <p:cNvSpPr/>
                <p:nvPr/>
              </p:nvSpPr>
              <p:spPr>
                <a:xfrm>
                  <a:off x="4762900" y="3191400"/>
                  <a:ext cx="8650" cy="10400"/>
                </a:xfrm>
                <a:custGeom>
                  <a:avLst/>
                  <a:gdLst/>
                  <a:ahLst/>
                  <a:cxnLst/>
                  <a:rect l="l" t="t" r="r" b="b"/>
                  <a:pathLst>
                    <a:path w="346" h="416" extrusionOk="0">
                      <a:moveTo>
                        <a:pt x="151" y="1"/>
                      </a:moveTo>
                      <a:cubicBezTo>
                        <a:pt x="142" y="1"/>
                        <a:pt x="133" y="2"/>
                        <a:pt x="125" y="5"/>
                      </a:cubicBezTo>
                      <a:cubicBezTo>
                        <a:pt x="102" y="5"/>
                        <a:pt x="85" y="11"/>
                        <a:pt x="69" y="22"/>
                      </a:cubicBezTo>
                      <a:lnTo>
                        <a:pt x="40" y="45"/>
                      </a:lnTo>
                      <a:cubicBezTo>
                        <a:pt x="23" y="62"/>
                        <a:pt x="12" y="78"/>
                        <a:pt x="6" y="107"/>
                      </a:cubicBezTo>
                      <a:lnTo>
                        <a:pt x="1" y="141"/>
                      </a:lnTo>
                      <a:cubicBezTo>
                        <a:pt x="1" y="169"/>
                        <a:pt x="6" y="191"/>
                        <a:pt x="18" y="214"/>
                      </a:cubicBezTo>
                      <a:cubicBezTo>
                        <a:pt x="18" y="214"/>
                        <a:pt x="18" y="214"/>
                        <a:pt x="18" y="214"/>
                      </a:cubicBezTo>
                      <a:lnTo>
                        <a:pt x="18" y="214"/>
                      </a:lnTo>
                      <a:cubicBezTo>
                        <a:pt x="34" y="243"/>
                        <a:pt x="48" y="275"/>
                        <a:pt x="63" y="306"/>
                      </a:cubicBezTo>
                      <a:lnTo>
                        <a:pt x="63" y="306"/>
                      </a:lnTo>
                      <a:cubicBezTo>
                        <a:pt x="63" y="308"/>
                        <a:pt x="63" y="310"/>
                        <a:pt x="63" y="310"/>
                      </a:cubicBezTo>
                      <a:cubicBezTo>
                        <a:pt x="66" y="321"/>
                        <a:pt x="72" y="332"/>
                        <a:pt x="79" y="342"/>
                      </a:cubicBezTo>
                      <a:lnTo>
                        <a:pt x="79" y="342"/>
                      </a:lnTo>
                      <a:cubicBezTo>
                        <a:pt x="79" y="343"/>
                        <a:pt x="80" y="343"/>
                        <a:pt x="80" y="344"/>
                      </a:cubicBezTo>
                      <a:cubicBezTo>
                        <a:pt x="80" y="344"/>
                        <a:pt x="80" y="343"/>
                        <a:pt x="80" y="343"/>
                      </a:cubicBezTo>
                      <a:lnTo>
                        <a:pt x="80" y="343"/>
                      </a:lnTo>
                      <a:cubicBezTo>
                        <a:pt x="83" y="349"/>
                        <a:pt x="87" y="355"/>
                        <a:pt x="91" y="361"/>
                      </a:cubicBezTo>
                      <a:cubicBezTo>
                        <a:pt x="102" y="372"/>
                        <a:pt x="114" y="383"/>
                        <a:pt x="131" y="395"/>
                      </a:cubicBezTo>
                      <a:cubicBezTo>
                        <a:pt x="148" y="406"/>
                        <a:pt x="165" y="412"/>
                        <a:pt x="181" y="412"/>
                      </a:cubicBezTo>
                      <a:cubicBezTo>
                        <a:pt x="191" y="414"/>
                        <a:pt x="199" y="415"/>
                        <a:pt x="207" y="415"/>
                      </a:cubicBezTo>
                      <a:cubicBezTo>
                        <a:pt x="218" y="415"/>
                        <a:pt x="228" y="413"/>
                        <a:pt x="238" y="406"/>
                      </a:cubicBezTo>
                      <a:cubicBezTo>
                        <a:pt x="249" y="406"/>
                        <a:pt x="261" y="400"/>
                        <a:pt x="272" y="395"/>
                      </a:cubicBezTo>
                      <a:cubicBezTo>
                        <a:pt x="294" y="383"/>
                        <a:pt x="311" y="366"/>
                        <a:pt x="323" y="344"/>
                      </a:cubicBezTo>
                      <a:cubicBezTo>
                        <a:pt x="328" y="333"/>
                        <a:pt x="334" y="321"/>
                        <a:pt x="340" y="310"/>
                      </a:cubicBezTo>
                      <a:cubicBezTo>
                        <a:pt x="345" y="287"/>
                        <a:pt x="345" y="259"/>
                        <a:pt x="340" y="237"/>
                      </a:cubicBezTo>
                      <a:cubicBezTo>
                        <a:pt x="317" y="180"/>
                        <a:pt x="289" y="124"/>
                        <a:pt x="266" y="73"/>
                      </a:cubicBezTo>
                      <a:cubicBezTo>
                        <a:pt x="255" y="56"/>
                        <a:pt x="244" y="39"/>
                        <a:pt x="227" y="33"/>
                      </a:cubicBezTo>
                      <a:cubicBezTo>
                        <a:pt x="215" y="16"/>
                        <a:pt x="198" y="11"/>
                        <a:pt x="181" y="5"/>
                      </a:cubicBezTo>
                      <a:cubicBezTo>
                        <a:pt x="170" y="2"/>
                        <a:pt x="160" y="1"/>
                        <a:pt x="151"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10" name="Google Shape;1710;p53"/>
                <p:cNvSpPr/>
                <p:nvPr/>
              </p:nvSpPr>
              <p:spPr>
                <a:xfrm>
                  <a:off x="4772075" y="3222725"/>
                  <a:ext cx="7950" cy="12875"/>
                </a:xfrm>
                <a:custGeom>
                  <a:avLst/>
                  <a:gdLst/>
                  <a:ahLst/>
                  <a:cxnLst/>
                  <a:rect l="l" t="t" r="r" b="b"/>
                  <a:pathLst>
                    <a:path w="318" h="515" extrusionOk="0">
                      <a:moveTo>
                        <a:pt x="145" y="0"/>
                      </a:moveTo>
                      <a:cubicBezTo>
                        <a:pt x="132" y="0"/>
                        <a:pt x="119" y="2"/>
                        <a:pt x="108" y="6"/>
                      </a:cubicBezTo>
                      <a:cubicBezTo>
                        <a:pt x="74" y="17"/>
                        <a:pt x="40" y="40"/>
                        <a:pt x="23" y="74"/>
                      </a:cubicBezTo>
                      <a:cubicBezTo>
                        <a:pt x="18" y="85"/>
                        <a:pt x="12" y="96"/>
                        <a:pt x="12" y="102"/>
                      </a:cubicBezTo>
                      <a:cubicBezTo>
                        <a:pt x="1" y="130"/>
                        <a:pt x="1" y="153"/>
                        <a:pt x="12" y="181"/>
                      </a:cubicBezTo>
                      <a:cubicBezTo>
                        <a:pt x="12" y="183"/>
                        <a:pt x="12" y="185"/>
                        <a:pt x="12" y="187"/>
                      </a:cubicBezTo>
                      <a:lnTo>
                        <a:pt x="12" y="187"/>
                      </a:lnTo>
                      <a:lnTo>
                        <a:pt x="12" y="186"/>
                      </a:lnTo>
                      <a:lnTo>
                        <a:pt x="12" y="186"/>
                      </a:lnTo>
                      <a:cubicBezTo>
                        <a:pt x="12" y="186"/>
                        <a:pt x="12" y="186"/>
                        <a:pt x="12" y="186"/>
                      </a:cubicBezTo>
                      <a:lnTo>
                        <a:pt x="12" y="186"/>
                      </a:lnTo>
                      <a:cubicBezTo>
                        <a:pt x="12" y="195"/>
                        <a:pt x="12" y="204"/>
                        <a:pt x="15" y="215"/>
                      </a:cubicBezTo>
                      <a:lnTo>
                        <a:pt x="15" y="215"/>
                      </a:lnTo>
                      <a:cubicBezTo>
                        <a:pt x="20" y="268"/>
                        <a:pt x="24" y="320"/>
                        <a:pt x="29" y="373"/>
                      </a:cubicBezTo>
                      <a:cubicBezTo>
                        <a:pt x="29" y="390"/>
                        <a:pt x="35" y="407"/>
                        <a:pt x="46" y="424"/>
                      </a:cubicBezTo>
                      <a:cubicBezTo>
                        <a:pt x="52" y="441"/>
                        <a:pt x="57" y="458"/>
                        <a:pt x="74" y="469"/>
                      </a:cubicBezTo>
                      <a:cubicBezTo>
                        <a:pt x="97" y="497"/>
                        <a:pt x="136" y="514"/>
                        <a:pt x="170" y="514"/>
                      </a:cubicBezTo>
                      <a:cubicBezTo>
                        <a:pt x="210" y="508"/>
                        <a:pt x="249" y="497"/>
                        <a:pt x="272" y="469"/>
                      </a:cubicBezTo>
                      <a:cubicBezTo>
                        <a:pt x="295" y="446"/>
                        <a:pt x="317" y="407"/>
                        <a:pt x="311" y="373"/>
                      </a:cubicBezTo>
                      <a:cubicBezTo>
                        <a:pt x="306" y="282"/>
                        <a:pt x="295" y="192"/>
                        <a:pt x="283" y="102"/>
                      </a:cubicBezTo>
                      <a:cubicBezTo>
                        <a:pt x="278" y="85"/>
                        <a:pt x="272" y="68"/>
                        <a:pt x="255" y="57"/>
                      </a:cubicBezTo>
                      <a:cubicBezTo>
                        <a:pt x="249" y="40"/>
                        <a:pt x="232" y="28"/>
                        <a:pt x="215" y="23"/>
                      </a:cubicBezTo>
                      <a:cubicBezTo>
                        <a:pt x="197" y="8"/>
                        <a:pt x="170" y="0"/>
                        <a:pt x="145"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11" name="Google Shape;1711;p53"/>
                <p:cNvSpPr/>
                <p:nvPr/>
              </p:nvSpPr>
              <p:spPr>
                <a:xfrm>
                  <a:off x="4753175" y="3174050"/>
                  <a:ext cx="8350" cy="9025"/>
                </a:xfrm>
                <a:custGeom>
                  <a:avLst/>
                  <a:gdLst/>
                  <a:ahLst/>
                  <a:cxnLst/>
                  <a:rect l="l" t="t" r="r" b="b"/>
                  <a:pathLst>
                    <a:path w="334" h="361" extrusionOk="0">
                      <a:moveTo>
                        <a:pt x="150" y="0"/>
                      </a:moveTo>
                      <a:cubicBezTo>
                        <a:pt x="141" y="0"/>
                        <a:pt x="133" y="2"/>
                        <a:pt x="124" y="4"/>
                      </a:cubicBezTo>
                      <a:cubicBezTo>
                        <a:pt x="102" y="4"/>
                        <a:pt x="85" y="10"/>
                        <a:pt x="74" y="21"/>
                      </a:cubicBezTo>
                      <a:cubicBezTo>
                        <a:pt x="62" y="27"/>
                        <a:pt x="51" y="33"/>
                        <a:pt x="40" y="38"/>
                      </a:cubicBezTo>
                      <a:cubicBezTo>
                        <a:pt x="23" y="61"/>
                        <a:pt x="11" y="78"/>
                        <a:pt x="6" y="100"/>
                      </a:cubicBezTo>
                      <a:cubicBezTo>
                        <a:pt x="6" y="117"/>
                        <a:pt x="0" y="129"/>
                        <a:pt x="0" y="140"/>
                      </a:cubicBezTo>
                      <a:cubicBezTo>
                        <a:pt x="0" y="168"/>
                        <a:pt x="6" y="191"/>
                        <a:pt x="23" y="213"/>
                      </a:cubicBezTo>
                      <a:cubicBezTo>
                        <a:pt x="40" y="236"/>
                        <a:pt x="57" y="264"/>
                        <a:pt x="74" y="292"/>
                      </a:cubicBezTo>
                      <a:cubicBezTo>
                        <a:pt x="79" y="304"/>
                        <a:pt x="90" y="321"/>
                        <a:pt x="107" y="332"/>
                      </a:cubicBezTo>
                      <a:cubicBezTo>
                        <a:pt x="119" y="343"/>
                        <a:pt x="136" y="349"/>
                        <a:pt x="158" y="355"/>
                      </a:cubicBezTo>
                      <a:cubicBezTo>
                        <a:pt x="175" y="360"/>
                        <a:pt x="192" y="360"/>
                        <a:pt x="209" y="360"/>
                      </a:cubicBezTo>
                      <a:cubicBezTo>
                        <a:pt x="232" y="355"/>
                        <a:pt x="249" y="349"/>
                        <a:pt x="266" y="343"/>
                      </a:cubicBezTo>
                      <a:lnTo>
                        <a:pt x="294" y="321"/>
                      </a:lnTo>
                      <a:cubicBezTo>
                        <a:pt x="311" y="304"/>
                        <a:pt x="322" y="281"/>
                        <a:pt x="328" y="259"/>
                      </a:cubicBezTo>
                      <a:lnTo>
                        <a:pt x="333" y="219"/>
                      </a:lnTo>
                      <a:cubicBezTo>
                        <a:pt x="333" y="191"/>
                        <a:pt x="328" y="168"/>
                        <a:pt x="316" y="146"/>
                      </a:cubicBezTo>
                      <a:cubicBezTo>
                        <a:pt x="299" y="123"/>
                        <a:pt x="282" y="95"/>
                        <a:pt x="266" y="67"/>
                      </a:cubicBezTo>
                      <a:cubicBezTo>
                        <a:pt x="254" y="55"/>
                        <a:pt x="243" y="38"/>
                        <a:pt x="226" y="27"/>
                      </a:cubicBezTo>
                      <a:cubicBezTo>
                        <a:pt x="215" y="16"/>
                        <a:pt x="198" y="10"/>
                        <a:pt x="181" y="4"/>
                      </a:cubicBezTo>
                      <a:cubicBezTo>
                        <a:pt x="170" y="2"/>
                        <a:pt x="160" y="0"/>
                        <a:pt x="150"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12" name="Google Shape;1712;p53"/>
                <p:cNvSpPr/>
                <p:nvPr/>
              </p:nvSpPr>
              <p:spPr>
                <a:xfrm>
                  <a:off x="4773075" y="3231325"/>
                  <a:ext cx="7500" cy="15850"/>
                </a:xfrm>
                <a:custGeom>
                  <a:avLst/>
                  <a:gdLst/>
                  <a:ahLst/>
                  <a:cxnLst/>
                  <a:rect l="l" t="t" r="r" b="b"/>
                  <a:pathLst>
                    <a:path w="300" h="634" extrusionOk="0">
                      <a:moveTo>
                        <a:pt x="147" y="1"/>
                      </a:moveTo>
                      <a:cubicBezTo>
                        <a:pt x="108" y="1"/>
                        <a:pt x="68" y="12"/>
                        <a:pt x="46" y="40"/>
                      </a:cubicBezTo>
                      <a:cubicBezTo>
                        <a:pt x="23" y="68"/>
                        <a:pt x="0" y="102"/>
                        <a:pt x="6" y="142"/>
                      </a:cubicBezTo>
                      <a:cubicBezTo>
                        <a:pt x="12" y="260"/>
                        <a:pt x="17" y="373"/>
                        <a:pt x="17" y="492"/>
                      </a:cubicBezTo>
                      <a:cubicBezTo>
                        <a:pt x="17" y="563"/>
                        <a:pt x="75" y="633"/>
                        <a:pt x="150" y="633"/>
                      </a:cubicBezTo>
                      <a:cubicBezTo>
                        <a:pt x="153" y="633"/>
                        <a:pt x="156" y="633"/>
                        <a:pt x="158" y="633"/>
                      </a:cubicBezTo>
                      <a:cubicBezTo>
                        <a:pt x="232" y="633"/>
                        <a:pt x="300" y="571"/>
                        <a:pt x="300" y="492"/>
                      </a:cubicBezTo>
                      <a:cubicBezTo>
                        <a:pt x="300" y="373"/>
                        <a:pt x="294" y="260"/>
                        <a:pt x="288" y="142"/>
                      </a:cubicBezTo>
                      <a:cubicBezTo>
                        <a:pt x="283" y="102"/>
                        <a:pt x="271" y="68"/>
                        <a:pt x="243" y="40"/>
                      </a:cubicBezTo>
                      <a:cubicBezTo>
                        <a:pt x="221" y="18"/>
                        <a:pt x="181" y="1"/>
                        <a:pt x="147"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13" name="Google Shape;1713;p53"/>
                <p:cNvSpPr/>
                <p:nvPr/>
              </p:nvSpPr>
              <p:spPr>
                <a:xfrm>
                  <a:off x="4770525" y="3214325"/>
                  <a:ext cx="8225" cy="12075"/>
                </a:xfrm>
                <a:custGeom>
                  <a:avLst/>
                  <a:gdLst/>
                  <a:ahLst/>
                  <a:cxnLst/>
                  <a:rect l="l" t="t" r="r" b="b"/>
                  <a:pathLst>
                    <a:path w="329" h="483" extrusionOk="0">
                      <a:moveTo>
                        <a:pt x="148" y="1"/>
                      </a:moveTo>
                      <a:cubicBezTo>
                        <a:pt x="135" y="1"/>
                        <a:pt x="120" y="5"/>
                        <a:pt x="108" y="9"/>
                      </a:cubicBezTo>
                      <a:cubicBezTo>
                        <a:pt x="74" y="20"/>
                        <a:pt x="40" y="37"/>
                        <a:pt x="23" y="71"/>
                      </a:cubicBezTo>
                      <a:cubicBezTo>
                        <a:pt x="6" y="105"/>
                        <a:pt x="1" y="144"/>
                        <a:pt x="6" y="178"/>
                      </a:cubicBezTo>
                      <a:cubicBezTo>
                        <a:pt x="23" y="246"/>
                        <a:pt x="35" y="314"/>
                        <a:pt x="52" y="381"/>
                      </a:cubicBezTo>
                      <a:cubicBezTo>
                        <a:pt x="52" y="398"/>
                        <a:pt x="63" y="415"/>
                        <a:pt x="74" y="426"/>
                      </a:cubicBezTo>
                      <a:cubicBezTo>
                        <a:pt x="85" y="443"/>
                        <a:pt x="97" y="455"/>
                        <a:pt x="114" y="466"/>
                      </a:cubicBezTo>
                      <a:cubicBezTo>
                        <a:pt x="131" y="477"/>
                        <a:pt x="148" y="483"/>
                        <a:pt x="164" y="483"/>
                      </a:cubicBezTo>
                      <a:cubicBezTo>
                        <a:pt x="187" y="483"/>
                        <a:pt x="204" y="483"/>
                        <a:pt x="221" y="477"/>
                      </a:cubicBezTo>
                      <a:cubicBezTo>
                        <a:pt x="255" y="466"/>
                        <a:pt x="289" y="449"/>
                        <a:pt x="306" y="415"/>
                      </a:cubicBezTo>
                      <a:lnTo>
                        <a:pt x="323" y="381"/>
                      </a:lnTo>
                      <a:cubicBezTo>
                        <a:pt x="328" y="353"/>
                        <a:pt x="328" y="330"/>
                        <a:pt x="323" y="308"/>
                      </a:cubicBezTo>
                      <a:cubicBezTo>
                        <a:pt x="311" y="240"/>
                        <a:pt x="294" y="172"/>
                        <a:pt x="283" y="105"/>
                      </a:cubicBezTo>
                      <a:cubicBezTo>
                        <a:pt x="277" y="88"/>
                        <a:pt x="266" y="71"/>
                        <a:pt x="255" y="59"/>
                      </a:cubicBezTo>
                      <a:cubicBezTo>
                        <a:pt x="244" y="42"/>
                        <a:pt x="232" y="31"/>
                        <a:pt x="215" y="20"/>
                      </a:cubicBezTo>
                      <a:cubicBezTo>
                        <a:pt x="198" y="9"/>
                        <a:pt x="181" y="3"/>
                        <a:pt x="164" y="3"/>
                      </a:cubicBezTo>
                      <a:cubicBezTo>
                        <a:pt x="160" y="1"/>
                        <a:pt x="154" y="1"/>
                        <a:pt x="148"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14" name="Google Shape;1714;p53"/>
                <p:cNvSpPr/>
                <p:nvPr/>
              </p:nvSpPr>
              <p:spPr>
                <a:xfrm>
                  <a:off x="4768275" y="3206225"/>
                  <a:ext cx="8625" cy="11675"/>
                </a:xfrm>
                <a:custGeom>
                  <a:avLst/>
                  <a:gdLst/>
                  <a:ahLst/>
                  <a:cxnLst/>
                  <a:rect l="l" t="t" r="r" b="b"/>
                  <a:pathLst>
                    <a:path w="345" h="467" extrusionOk="0">
                      <a:moveTo>
                        <a:pt x="139" y="1"/>
                      </a:moveTo>
                      <a:cubicBezTo>
                        <a:pt x="130" y="1"/>
                        <a:pt x="122" y="2"/>
                        <a:pt x="113" y="5"/>
                      </a:cubicBezTo>
                      <a:cubicBezTo>
                        <a:pt x="79" y="16"/>
                        <a:pt x="46" y="39"/>
                        <a:pt x="29" y="73"/>
                      </a:cubicBezTo>
                      <a:cubicBezTo>
                        <a:pt x="12" y="101"/>
                        <a:pt x="0" y="141"/>
                        <a:pt x="12" y="180"/>
                      </a:cubicBezTo>
                      <a:cubicBezTo>
                        <a:pt x="34" y="242"/>
                        <a:pt x="51" y="299"/>
                        <a:pt x="62" y="361"/>
                      </a:cubicBezTo>
                      <a:cubicBezTo>
                        <a:pt x="74" y="395"/>
                        <a:pt x="102" y="429"/>
                        <a:pt x="130" y="446"/>
                      </a:cubicBezTo>
                      <a:cubicBezTo>
                        <a:pt x="147" y="457"/>
                        <a:pt x="164" y="462"/>
                        <a:pt x="181" y="462"/>
                      </a:cubicBezTo>
                      <a:cubicBezTo>
                        <a:pt x="192" y="465"/>
                        <a:pt x="202" y="467"/>
                        <a:pt x="211" y="467"/>
                      </a:cubicBezTo>
                      <a:cubicBezTo>
                        <a:pt x="221" y="467"/>
                        <a:pt x="229" y="465"/>
                        <a:pt x="238" y="462"/>
                      </a:cubicBezTo>
                      <a:cubicBezTo>
                        <a:pt x="271" y="451"/>
                        <a:pt x="305" y="429"/>
                        <a:pt x="322" y="395"/>
                      </a:cubicBezTo>
                      <a:cubicBezTo>
                        <a:pt x="339" y="361"/>
                        <a:pt x="345" y="327"/>
                        <a:pt x="339" y="287"/>
                      </a:cubicBezTo>
                      <a:cubicBezTo>
                        <a:pt x="322" y="225"/>
                        <a:pt x="305" y="163"/>
                        <a:pt x="288" y="101"/>
                      </a:cubicBezTo>
                      <a:cubicBezTo>
                        <a:pt x="277" y="67"/>
                        <a:pt x="254" y="39"/>
                        <a:pt x="221" y="22"/>
                      </a:cubicBezTo>
                      <a:cubicBezTo>
                        <a:pt x="204" y="11"/>
                        <a:pt x="187" y="5"/>
                        <a:pt x="170" y="5"/>
                      </a:cubicBezTo>
                      <a:cubicBezTo>
                        <a:pt x="158" y="2"/>
                        <a:pt x="149" y="1"/>
                        <a:pt x="139"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15" name="Google Shape;1715;p53"/>
                <p:cNvSpPr/>
                <p:nvPr/>
              </p:nvSpPr>
              <p:spPr>
                <a:xfrm>
                  <a:off x="4744000" y="3162150"/>
                  <a:ext cx="7775" cy="7925"/>
                </a:xfrm>
                <a:custGeom>
                  <a:avLst/>
                  <a:gdLst/>
                  <a:ahLst/>
                  <a:cxnLst/>
                  <a:rect l="l" t="t" r="r" b="b"/>
                  <a:pathLst>
                    <a:path w="311" h="317" extrusionOk="0">
                      <a:moveTo>
                        <a:pt x="141" y="0"/>
                      </a:moveTo>
                      <a:cubicBezTo>
                        <a:pt x="119" y="0"/>
                        <a:pt x="102" y="6"/>
                        <a:pt x="85" y="12"/>
                      </a:cubicBezTo>
                      <a:cubicBezTo>
                        <a:pt x="68" y="17"/>
                        <a:pt x="51" y="29"/>
                        <a:pt x="40" y="40"/>
                      </a:cubicBezTo>
                      <a:lnTo>
                        <a:pt x="17" y="68"/>
                      </a:lnTo>
                      <a:cubicBezTo>
                        <a:pt x="6" y="91"/>
                        <a:pt x="0" y="113"/>
                        <a:pt x="0" y="142"/>
                      </a:cubicBezTo>
                      <a:lnTo>
                        <a:pt x="6" y="181"/>
                      </a:lnTo>
                      <a:cubicBezTo>
                        <a:pt x="11" y="204"/>
                        <a:pt x="23" y="226"/>
                        <a:pt x="40" y="243"/>
                      </a:cubicBezTo>
                      <a:cubicBezTo>
                        <a:pt x="51" y="255"/>
                        <a:pt x="62" y="266"/>
                        <a:pt x="73" y="277"/>
                      </a:cubicBezTo>
                      <a:cubicBezTo>
                        <a:pt x="85" y="288"/>
                        <a:pt x="96" y="300"/>
                        <a:pt x="119" y="305"/>
                      </a:cubicBezTo>
                      <a:cubicBezTo>
                        <a:pt x="136" y="311"/>
                        <a:pt x="152" y="317"/>
                        <a:pt x="169" y="317"/>
                      </a:cubicBezTo>
                      <a:cubicBezTo>
                        <a:pt x="192" y="317"/>
                        <a:pt x="209" y="311"/>
                        <a:pt x="226" y="305"/>
                      </a:cubicBezTo>
                      <a:cubicBezTo>
                        <a:pt x="243" y="300"/>
                        <a:pt x="260" y="288"/>
                        <a:pt x="271" y="277"/>
                      </a:cubicBezTo>
                      <a:lnTo>
                        <a:pt x="294" y="249"/>
                      </a:lnTo>
                      <a:cubicBezTo>
                        <a:pt x="305" y="226"/>
                        <a:pt x="311" y="204"/>
                        <a:pt x="311" y="175"/>
                      </a:cubicBezTo>
                      <a:cubicBezTo>
                        <a:pt x="311" y="164"/>
                        <a:pt x="311" y="153"/>
                        <a:pt x="305" y="136"/>
                      </a:cubicBezTo>
                      <a:cubicBezTo>
                        <a:pt x="299" y="113"/>
                        <a:pt x="288" y="91"/>
                        <a:pt x="271" y="74"/>
                      </a:cubicBezTo>
                      <a:cubicBezTo>
                        <a:pt x="260" y="63"/>
                        <a:pt x="249" y="51"/>
                        <a:pt x="237" y="40"/>
                      </a:cubicBezTo>
                      <a:cubicBezTo>
                        <a:pt x="226" y="29"/>
                        <a:pt x="209" y="17"/>
                        <a:pt x="192" y="12"/>
                      </a:cubicBezTo>
                      <a:cubicBezTo>
                        <a:pt x="175" y="6"/>
                        <a:pt x="158" y="0"/>
                        <a:pt x="141"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16" name="Google Shape;1716;p53"/>
                <p:cNvSpPr/>
                <p:nvPr/>
              </p:nvSpPr>
              <p:spPr>
                <a:xfrm>
                  <a:off x="4748650" y="3167800"/>
                  <a:ext cx="8200" cy="8600"/>
                </a:xfrm>
                <a:custGeom>
                  <a:avLst/>
                  <a:gdLst/>
                  <a:ahLst/>
                  <a:cxnLst/>
                  <a:rect l="l" t="t" r="r" b="b"/>
                  <a:pathLst>
                    <a:path w="328" h="344" extrusionOk="0">
                      <a:moveTo>
                        <a:pt x="142" y="0"/>
                      </a:moveTo>
                      <a:cubicBezTo>
                        <a:pt x="119" y="0"/>
                        <a:pt x="102" y="0"/>
                        <a:pt x="85" y="12"/>
                      </a:cubicBezTo>
                      <a:cubicBezTo>
                        <a:pt x="68" y="17"/>
                        <a:pt x="51" y="29"/>
                        <a:pt x="40" y="40"/>
                      </a:cubicBezTo>
                      <a:lnTo>
                        <a:pt x="17" y="68"/>
                      </a:lnTo>
                      <a:cubicBezTo>
                        <a:pt x="6" y="91"/>
                        <a:pt x="0" y="113"/>
                        <a:pt x="0" y="141"/>
                      </a:cubicBezTo>
                      <a:cubicBezTo>
                        <a:pt x="0" y="153"/>
                        <a:pt x="0" y="164"/>
                        <a:pt x="6" y="175"/>
                      </a:cubicBezTo>
                      <a:cubicBezTo>
                        <a:pt x="12" y="204"/>
                        <a:pt x="23" y="221"/>
                        <a:pt x="40" y="243"/>
                      </a:cubicBezTo>
                      <a:lnTo>
                        <a:pt x="41" y="245"/>
                      </a:lnTo>
                      <a:lnTo>
                        <a:pt x="41" y="245"/>
                      </a:lnTo>
                      <a:cubicBezTo>
                        <a:pt x="49" y="255"/>
                        <a:pt x="57" y="264"/>
                        <a:pt x="68" y="271"/>
                      </a:cubicBezTo>
                      <a:cubicBezTo>
                        <a:pt x="74" y="288"/>
                        <a:pt x="85" y="305"/>
                        <a:pt x="102" y="311"/>
                      </a:cubicBezTo>
                      <a:cubicBezTo>
                        <a:pt x="119" y="328"/>
                        <a:pt x="130" y="334"/>
                        <a:pt x="153" y="339"/>
                      </a:cubicBezTo>
                      <a:cubicBezTo>
                        <a:pt x="161" y="342"/>
                        <a:pt x="170" y="343"/>
                        <a:pt x="179" y="343"/>
                      </a:cubicBezTo>
                      <a:cubicBezTo>
                        <a:pt x="188" y="343"/>
                        <a:pt x="198" y="342"/>
                        <a:pt x="209" y="339"/>
                      </a:cubicBezTo>
                      <a:cubicBezTo>
                        <a:pt x="226" y="339"/>
                        <a:pt x="243" y="334"/>
                        <a:pt x="260" y="322"/>
                      </a:cubicBezTo>
                      <a:lnTo>
                        <a:pt x="288" y="305"/>
                      </a:lnTo>
                      <a:cubicBezTo>
                        <a:pt x="305" y="283"/>
                        <a:pt x="317" y="266"/>
                        <a:pt x="322" y="243"/>
                      </a:cubicBezTo>
                      <a:lnTo>
                        <a:pt x="328" y="204"/>
                      </a:lnTo>
                      <a:cubicBezTo>
                        <a:pt x="328" y="175"/>
                        <a:pt x="322" y="153"/>
                        <a:pt x="311" y="130"/>
                      </a:cubicBezTo>
                      <a:cubicBezTo>
                        <a:pt x="288" y="102"/>
                        <a:pt x="266" y="68"/>
                        <a:pt x="238" y="40"/>
                      </a:cubicBezTo>
                      <a:cubicBezTo>
                        <a:pt x="226" y="29"/>
                        <a:pt x="215" y="17"/>
                        <a:pt x="192" y="12"/>
                      </a:cubicBezTo>
                      <a:cubicBezTo>
                        <a:pt x="175" y="0"/>
                        <a:pt x="159" y="0"/>
                        <a:pt x="142"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17" name="Google Shape;1717;p53"/>
                <p:cNvSpPr/>
                <p:nvPr/>
              </p:nvSpPr>
              <p:spPr>
                <a:xfrm>
                  <a:off x="4484925" y="3138725"/>
                  <a:ext cx="336850" cy="477075"/>
                </a:xfrm>
                <a:custGeom>
                  <a:avLst/>
                  <a:gdLst/>
                  <a:ahLst/>
                  <a:cxnLst/>
                  <a:rect l="l" t="t" r="r" b="b"/>
                  <a:pathLst>
                    <a:path w="13474" h="19083" extrusionOk="0">
                      <a:moveTo>
                        <a:pt x="9707" y="536"/>
                      </a:moveTo>
                      <a:lnTo>
                        <a:pt x="9707" y="536"/>
                      </a:lnTo>
                      <a:cubicBezTo>
                        <a:pt x="10371" y="1035"/>
                        <a:pt x="10918" y="1715"/>
                        <a:pt x="11216" y="2490"/>
                      </a:cubicBezTo>
                      <a:cubicBezTo>
                        <a:pt x="11396" y="2970"/>
                        <a:pt x="11509" y="3462"/>
                        <a:pt x="11538" y="3976"/>
                      </a:cubicBezTo>
                      <a:cubicBezTo>
                        <a:pt x="11549" y="4185"/>
                        <a:pt x="11543" y="4399"/>
                        <a:pt x="11543" y="4608"/>
                      </a:cubicBezTo>
                      <a:lnTo>
                        <a:pt x="11543" y="5755"/>
                      </a:lnTo>
                      <a:cubicBezTo>
                        <a:pt x="11543" y="5992"/>
                        <a:pt x="11532" y="6229"/>
                        <a:pt x="11543" y="6466"/>
                      </a:cubicBezTo>
                      <a:cubicBezTo>
                        <a:pt x="11549" y="6602"/>
                        <a:pt x="11713" y="6686"/>
                        <a:pt x="11814" y="6765"/>
                      </a:cubicBezTo>
                      <a:cubicBezTo>
                        <a:pt x="12193" y="7065"/>
                        <a:pt x="12577" y="7364"/>
                        <a:pt x="12955" y="7669"/>
                      </a:cubicBezTo>
                      <a:cubicBezTo>
                        <a:pt x="13136" y="7816"/>
                        <a:pt x="13221" y="8030"/>
                        <a:pt x="13130" y="8251"/>
                      </a:cubicBezTo>
                      <a:cubicBezTo>
                        <a:pt x="13034" y="8477"/>
                        <a:pt x="12808" y="8590"/>
                        <a:pt x="12577" y="8590"/>
                      </a:cubicBezTo>
                      <a:cubicBezTo>
                        <a:pt x="12477" y="8591"/>
                        <a:pt x="12378" y="8592"/>
                        <a:pt x="12279" y="8592"/>
                      </a:cubicBezTo>
                      <a:cubicBezTo>
                        <a:pt x="12081" y="8592"/>
                        <a:pt x="11884" y="8590"/>
                        <a:pt x="11684" y="8590"/>
                      </a:cubicBezTo>
                      <a:cubicBezTo>
                        <a:pt x="11605" y="8590"/>
                        <a:pt x="11543" y="8657"/>
                        <a:pt x="11543" y="8731"/>
                      </a:cubicBezTo>
                      <a:cubicBezTo>
                        <a:pt x="11543" y="9030"/>
                        <a:pt x="11549" y="9329"/>
                        <a:pt x="11538" y="9623"/>
                      </a:cubicBezTo>
                      <a:cubicBezTo>
                        <a:pt x="11515" y="10154"/>
                        <a:pt x="11408" y="10685"/>
                        <a:pt x="11210" y="11182"/>
                      </a:cubicBezTo>
                      <a:cubicBezTo>
                        <a:pt x="10832" y="12147"/>
                        <a:pt x="10126" y="12983"/>
                        <a:pt x="9239" y="13525"/>
                      </a:cubicBezTo>
                      <a:cubicBezTo>
                        <a:pt x="8748" y="13822"/>
                        <a:pt x="8210" y="14026"/>
                        <a:pt x="7645" y="14138"/>
                      </a:cubicBezTo>
                      <a:lnTo>
                        <a:pt x="7645" y="14138"/>
                      </a:lnTo>
                      <a:cubicBezTo>
                        <a:pt x="7652" y="14108"/>
                        <a:pt x="7659" y="14078"/>
                        <a:pt x="7664" y="14051"/>
                      </a:cubicBezTo>
                      <a:cubicBezTo>
                        <a:pt x="7703" y="13825"/>
                        <a:pt x="7720" y="13599"/>
                        <a:pt x="7709" y="13373"/>
                      </a:cubicBezTo>
                      <a:cubicBezTo>
                        <a:pt x="7675" y="12475"/>
                        <a:pt x="7285" y="11628"/>
                        <a:pt x="6783" y="10894"/>
                      </a:cubicBezTo>
                      <a:cubicBezTo>
                        <a:pt x="6382" y="10306"/>
                        <a:pt x="5896" y="9770"/>
                        <a:pt x="5371" y="9290"/>
                      </a:cubicBezTo>
                      <a:cubicBezTo>
                        <a:pt x="5128" y="9070"/>
                        <a:pt x="4874" y="8889"/>
                        <a:pt x="4687" y="8606"/>
                      </a:cubicBezTo>
                      <a:cubicBezTo>
                        <a:pt x="4416" y="8194"/>
                        <a:pt x="4320" y="7703"/>
                        <a:pt x="4462" y="7223"/>
                      </a:cubicBezTo>
                      <a:cubicBezTo>
                        <a:pt x="4563" y="6890"/>
                        <a:pt x="4795" y="6624"/>
                        <a:pt x="5134" y="6528"/>
                      </a:cubicBezTo>
                      <a:cubicBezTo>
                        <a:pt x="5184" y="6517"/>
                        <a:pt x="5235" y="6506"/>
                        <a:pt x="5286" y="6494"/>
                      </a:cubicBezTo>
                      <a:cubicBezTo>
                        <a:pt x="5294" y="6493"/>
                        <a:pt x="5298" y="6493"/>
                        <a:pt x="5299" y="6493"/>
                      </a:cubicBezTo>
                      <a:cubicBezTo>
                        <a:pt x="5301" y="6493"/>
                        <a:pt x="5282" y="6496"/>
                        <a:pt x="5282" y="6496"/>
                      </a:cubicBezTo>
                      <a:cubicBezTo>
                        <a:pt x="5282" y="6496"/>
                        <a:pt x="5285" y="6496"/>
                        <a:pt x="5292" y="6494"/>
                      </a:cubicBezTo>
                      <a:lnTo>
                        <a:pt x="5326" y="6494"/>
                      </a:lnTo>
                      <a:cubicBezTo>
                        <a:pt x="5354" y="6489"/>
                        <a:pt x="5382" y="6489"/>
                        <a:pt x="5410" y="6489"/>
                      </a:cubicBezTo>
                      <a:cubicBezTo>
                        <a:pt x="5414" y="6489"/>
                        <a:pt x="5417" y="6488"/>
                        <a:pt x="5420" y="6488"/>
                      </a:cubicBezTo>
                      <a:lnTo>
                        <a:pt x="5420" y="6488"/>
                      </a:lnTo>
                      <a:cubicBezTo>
                        <a:pt x="6703" y="6429"/>
                        <a:pt x="8006" y="6056"/>
                        <a:pt x="8912" y="5099"/>
                      </a:cubicBezTo>
                      <a:cubicBezTo>
                        <a:pt x="9392" y="4597"/>
                        <a:pt x="9759" y="3976"/>
                        <a:pt x="9939" y="3298"/>
                      </a:cubicBezTo>
                      <a:cubicBezTo>
                        <a:pt x="10086" y="2739"/>
                        <a:pt x="10098" y="2152"/>
                        <a:pt x="10007" y="1587"/>
                      </a:cubicBezTo>
                      <a:cubicBezTo>
                        <a:pt x="9946" y="1225"/>
                        <a:pt x="9842" y="873"/>
                        <a:pt x="9707" y="536"/>
                      </a:cubicBezTo>
                      <a:close/>
                      <a:moveTo>
                        <a:pt x="7466" y="14937"/>
                      </a:moveTo>
                      <a:lnTo>
                        <a:pt x="7466" y="15863"/>
                      </a:lnTo>
                      <a:lnTo>
                        <a:pt x="7466" y="18359"/>
                      </a:lnTo>
                      <a:lnTo>
                        <a:pt x="7466" y="18800"/>
                      </a:lnTo>
                      <a:lnTo>
                        <a:pt x="283" y="18800"/>
                      </a:lnTo>
                      <a:lnTo>
                        <a:pt x="283" y="17586"/>
                      </a:lnTo>
                      <a:lnTo>
                        <a:pt x="3383" y="17586"/>
                      </a:lnTo>
                      <a:cubicBezTo>
                        <a:pt x="4078" y="17586"/>
                        <a:pt x="4778" y="17518"/>
                        <a:pt x="5427" y="17253"/>
                      </a:cubicBezTo>
                      <a:cubicBezTo>
                        <a:pt x="6065" y="16987"/>
                        <a:pt x="6613" y="16552"/>
                        <a:pt x="6997" y="15976"/>
                      </a:cubicBezTo>
                      <a:cubicBezTo>
                        <a:pt x="7207" y="15657"/>
                        <a:pt x="7364" y="15302"/>
                        <a:pt x="7466" y="14937"/>
                      </a:cubicBezTo>
                      <a:close/>
                      <a:moveTo>
                        <a:pt x="9374" y="0"/>
                      </a:moveTo>
                      <a:cubicBezTo>
                        <a:pt x="9277" y="0"/>
                        <a:pt x="9206" y="115"/>
                        <a:pt x="9256" y="215"/>
                      </a:cubicBezTo>
                      <a:cubicBezTo>
                        <a:pt x="9680" y="1062"/>
                        <a:pt x="9906" y="2044"/>
                        <a:pt x="9719" y="2987"/>
                      </a:cubicBezTo>
                      <a:cubicBezTo>
                        <a:pt x="9476" y="4247"/>
                        <a:pt x="8562" y="5314"/>
                        <a:pt x="7387" y="5800"/>
                      </a:cubicBezTo>
                      <a:cubicBezTo>
                        <a:pt x="6760" y="6060"/>
                        <a:pt x="6082" y="6178"/>
                        <a:pt x="5405" y="6206"/>
                      </a:cubicBezTo>
                      <a:cubicBezTo>
                        <a:pt x="5403" y="6206"/>
                        <a:pt x="5402" y="6207"/>
                        <a:pt x="5400" y="6207"/>
                      </a:cubicBezTo>
                      <a:lnTo>
                        <a:pt x="5400" y="6207"/>
                      </a:lnTo>
                      <a:cubicBezTo>
                        <a:pt x="5138" y="6214"/>
                        <a:pt x="4882" y="6287"/>
                        <a:pt x="4676" y="6438"/>
                      </a:cubicBezTo>
                      <a:cubicBezTo>
                        <a:pt x="4292" y="6715"/>
                        <a:pt x="4128" y="7178"/>
                        <a:pt x="4111" y="7635"/>
                      </a:cubicBezTo>
                      <a:cubicBezTo>
                        <a:pt x="4094" y="8234"/>
                        <a:pt x="4394" y="8844"/>
                        <a:pt x="4857" y="9216"/>
                      </a:cubicBezTo>
                      <a:cubicBezTo>
                        <a:pt x="5241" y="9527"/>
                        <a:pt x="5591" y="9877"/>
                        <a:pt x="5919" y="10250"/>
                      </a:cubicBezTo>
                      <a:cubicBezTo>
                        <a:pt x="6478" y="10877"/>
                        <a:pt x="6975" y="11600"/>
                        <a:pt x="7246" y="12407"/>
                      </a:cubicBezTo>
                      <a:cubicBezTo>
                        <a:pt x="7381" y="12831"/>
                        <a:pt x="7455" y="13271"/>
                        <a:pt x="7421" y="13717"/>
                      </a:cubicBezTo>
                      <a:cubicBezTo>
                        <a:pt x="7404" y="13949"/>
                        <a:pt x="7336" y="14158"/>
                        <a:pt x="7291" y="14384"/>
                      </a:cubicBezTo>
                      <a:cubicBezTo>
                        <a:pt x="7285" y="14412"/>
                        <a:pt x="7285" y="14440"/>
                        <a:pt x="7280" y="14468"/>
                      </a:cubicBezTo>
                      <a:cubicBezTo>
                        <a:pt x="7281" y="14453"/>
                        <a:pt x="7282" y="14447"/>
                        <a:pt x="7282" y="14447"/>
                      </a:cubicBezTo>
                      <a:lnTo>
                        <a:pt x="7282" y="14447"/>
                      </a:lnTo>
                      <a:cubicBezTo>
                        <a:pt x="7282" y="14447"/>
                        <a:pt x="7278" y="14477"/>
                        <a:pt x="7274" y="14497"/>
                      </a:cubicBezTo>
                      <a:cubicBezTo>
                        <a:pt x="7274" y="14525"/>
                        <a:pt x="7268" y="14553"/>
                        <a:pt x="7263" y="14581"/>
                      </a:cubicBezTo>
                      <a:cubicBezTo>
                        <a:pt x="7246" y="14655"/>
                        <a:pt x="7229" y="14734"/>
                        <a:pt x="7212" y="14807"/>
                      </a:cubicBezTo>
                      <a:cubicBezTo>
                        <a:pt x="7155" y="15005"/>
                        <a:pt x="7088" y="15203"/>
                        <a:pt x="7008" y="15372"/>
                      </a:cubicBezTo>
                      <a:cubicBezTo>
                        <a:pt x="6754" y="15908"/>
                        <a:pt x="6370" y="16377"/>
                        <a:pt x="5873" y="16699"/>
                      </a:cubicBezTo>
                      <a:cubicBezTo>
                        <a:pt x="5184" y="17151"/>
                        <a:pt x="4354" y="17303"/>
                        <a:pt x="3547" y="17303"/>
                      </a:cubicBezTo>
                      <a:lnTo>
                        <a:pt x="141" y="17303"/>
                      </a:lnTo>
                      <a:cubicBezTo>
                        <a:pt x="62" y="17303"/>
                        <a:pt x="0" y="17365"/>
                        <a:pt x="0" y="17445"/>
                      </a:cubicBezTo>
                      <a:lnTo>
                        <a:pt x="0" y="18941"/>
                      </a:lnTo>
                      <a:cubicBezTo>
                        <a:pt x="0" y="19015"/>
                        <a:pt x="62" y="19082"/>
                        <a:pt x="141" y="19082"/>
                      </a:cubicBezTo>
                      <a:lnTo>
                        <a:pt x="7607" y="19082"/>
                      </a:lnTo>
                      <a:cubicBezTo>
                        <a:pt x="7681" y="19082"/>
                        <a:pt x="7748" y="19015"/>
                        <a:pt x="7748" y="18941"/>
                      </a:cubicBezTo>
                      <a:lnTo>
                        <a:pt x="7748" y="17365"/>
                      </a:lnTo>
                      <a:lnTo>
                        <a:pt x="7748" y="14869"/>
                      </a:lnTo>
                      <a:lnTo>
                        <a:pt x="7748" y="14403"/>
                      </a:lnTo>
                      <a:lnTo>
                        <a:pt x="7748" y="14403"/>
                      </a:lnTo>
                      <a:cubicBezTo>
                        <a:pt x="8791" y="14194"/>
                        <a:pt x="9755" y="13651"/>
                        <a:pt x="10476" y="12870"/>
                      </a:cubicBezTo>
                      <a:cubicBezTo>
                        <a:pt x="11233" y="12051"/>
                        <a:pt x="11701" y="10995"/>
                        <a:pt x="11803" y="9888"/>
                      </a:cubicBezTo>
                      <a:cubicBezTo>
                        <a:pt x="11833" y="9551"/>
                        <a:pt x="11828" y="9214"/>
                        <a:pt x="11826" y="8872"/>
                      </a:cubicBezTo>
                      <a:lnTo>
                        <a:pt x="11826" y="8872"/>
                      </a:lnTo>
                      <a:cubicBezTo>
                        <a:pt x="11971" y="8873"/>
                        <a:pt x="12116" y="8874"/>
                        <a:pt x="12261" y="8874"/>
                      </a:cubicBezTo>
                      <a:cubicBezTo>
                        <a:pt x="12357" y="8874"/>
                        <a:pt x="12453" y="8874"/>
                        <a:pt x="12549" y="8872"/>
                      </a:cubicBezTo>
                      <a:cubicBezTo>
                        <a:pt x="12983" y="8872"/>
                        <a:pt x="13384" y="8601"/>
                        <a:pt x="13441" y="8149"/>
                      </a:cubicBezTo>
                      <a:cubicBezTo>
                        <a:pt x="13474" y="7895"/>
                        <a:pt x="13361" y="7646"/>
                        <a:pt x="13166" y="7477"/>
                      </a:cubicBezTo>
                      <a:lnTo>
                        <a:pt x="13166" y="7477"/>
                      </a:lnTo>
                      <a:cubicBezTo>
                        <a:pt x="13162" y="7473"/>
                        <a:pt x="13157" y="7469"/>
                        <a:pt x="13153" y="7466"/>
                      </a:cubicBezTo>
                      <a:lnTo>
                        <a:pt x="13153" y="7466"/>
                      </a:lnTo>
                      <a:cubicBezTo>
                        <a:pt x="13153" y="7466"/>
                        <a:pt x="13153" y="7466"/>
                        <a:pt x="13153" y="7466"/>
                      </a:cubicBezTo>
                      <a:cubicBezTo>
                        <a:pt x="13151" y="7464"/>
                        <a:pt x="13149" y="7463"/>
                        <a:pt x="13148" y="7462"/>
                      </a:cubicBezTo>
                      <a:lnTo>
                        <a:pt x="13148" y="7462"/>
                      </a:lnTo>
                      <a:cubicBezTo>
                        <a:pt x="12711" y="7112"/>
                        <a:pt x="12268" y="6762"/>
                        <a:pt x="11826" y="6413"/>
                      </a:cubicBezTo>
                      <a:lnTo>
                        <a:pt x="11826" y="6413"/>
                      </a:lnTo>
                      <a:lnTo>
                        <a:pt x="11826" y="4840"/>
                      </a:lnTo>
                      <a:cubicBezTo>
                        <a:pt x="11826" y="4461"/>
                        <a:pt x="11837" y="4083"/>
                        <a:pt x="11797" y="3705"/>
                      </a:cubicBezTo>
                      <a:cubicBezTo>
                        <a:pt x="11724" y="2999"/>
                        <a:pt x="11504" y="2304"/>
                        <a:pt x="11131" y="1694"/>
                      </a:cubicBezTo>
                      <a:cubicBezTo>
                        <a:pt x="10708" y="1011"/>
                        <a:pt x="10137" y="435"/>
                        <a:pt x="9448" y="23"/>
                      </a:cubicBezTo>
                      <a:cubicBezTo>
                        <a:pt x="9423" y="7"/>
                        <a:pt x="9397" y="0"/>
                        <a:pt x="9374"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18" name="Google Shape;1718;p53"/>
                <p:cNvSpPr/>
                <p:nvPr/>
              </p:nvSpPr>
              <p:spPr>
                <a:xfrm>
                  <a:off x="4214400" y="3119725"/>
                  <a:ext cx="583975" cy="458800"/>
                </a:xfrm>
                <a:custGeom>
                  <a:avLst/>
                  <a:gdLst/>
                  <a:ahLst/>
                  <a:cxnLst/>
                  <a:rect l="l" t="t" r="r" b="b"/>
                  <a:pathLst>
                    <a:path w="23359" h="18352" extrusionOk="0">
                      <a:moveTo>
                        <a:pt x="10827" y="285"/>
                      </a:moveTo>
                      <a:cubicBezTo>
                        <a:pt x="10889" y="285"/>
                        <a:pt x="10951" y="286"/>
                        <a:pt x="11013" y="286"/>
                      </a:cubicBezTo>
                      <a:lnTo>
                        <a:pt x="17683" y="286"/>
                      </a:lnTo>
                      <a:cubicBezTo>
                        <a:pt x="18029" y="286"/>
                        <a:pt x="18378" y="293"/>
                        <a:pt x="18728" y="293"/>
                      </a:cubicBezTo>
                      <a:cubicBezTo>
                        <a:pt x="18902" y="293"/>
                        <a:pt x="19078" y="291"/>
                        <a:pt x="19253" y="286"/>
                      </a:cubicBezTo>
                      <a:lnTo>
                        <a:pt x="19275" y="286"/>
                      </a:lnTo>
                      <a:cubicBezTo>
                        <a:pt x="19279" y="286"/>
                        <a:pt x="19282" y="286"/>
                        <a:pt x="19286" y="286"/>
                      </a:cubicBezTo>
                      <a:cubicBezTo>
                        <a:pt x="19288" y="286"/>
                        <a:pt x="19291" y="286"/>
                        <a:pt x="19293" y="286"/>
                      </a:cubicBezTo>
                      <a:lnTo>
                        <a:pt x="19293" y="286"/>
                      </a:lnTo>
                      <a:cubicBezTo>
                        <a:pt x="19350" y="287"/>
                        <a:pt x="19412" y="292"/>
                        <a:pt x="19473" y="297"/>
                      </a:cubicBezTo>
                      <a:cubicBezTo>
                        <a:pt x="19535" y="303"/>
                        <a:pt x="19597" y="314"/>
                        <a:pt x="19659" y="319"/>
                      </a:cubicBezTo>
                      <a:cubicBezTo>
                        <a:pt x="19669" y="319"/>
                        <a:pt x="19674" y="319"/>
                        <a:pt x="19682" y="323"/>
                      </a:cubicBezTo>
                      <a:lnTo>
                        <a:pt x="19682" y="323"/>
                      </a:lnTo>
                      <a:cubicBezTo>
                        <a:pt x="19681" y="323"/>
                        <a:pt x="19680" y="323"/>
                        <a:pt x="19679" y="323"/>
                      </a:cubicBezTo>
                      <a:cubicBezTo>
                        <a:pt x="19676" y="323"/>
                        <a:pt x="19676" y="323"/>
                        <a:pt x="19687" y="325"/>
                      </a:cubicBezTo>
                      <a:cubicBezTo>
                        <a:pt x="19704" y="325"/>
                        <a:pt x="19721" y="331"/>
                        <a:pt x="19738" y="331"/>
                      </a:cubicBezTo>
                      <a:cubicBezTo>
                        <a:pt x="19783" y="336"/>
                        <a:pt x="19829" y="342"/>
                        <a:pt x="19868" y="353"/>
                      </a:cubicBezTo>
                      <a:cubicBezTo>
                        <a:pt x="20286" y="421"/>
                        <a:pt x="20732" y="545"/>
                        <a:pt x="21099" y="698"/>
                      </a:cubicBezTo>
                      <a:cubicBezTo>
                        <a:pt x="21579" y="901"/>
                        <a:pt x="22020" y="1178"/>
                        <a:pt x="22364" y="1568"/>
                      </a:cubicBezTo>
                      <a:cubicBezTo>
                        <a:pt x="22754" y="2002"/>
                        <a:pt x="22986" y="2567"/>
                        <a:pt x="23042" y="3160"/>
                      </a:cubicBezTo>
                      <a:cubicBezTo>
                        <a:pt x="23117" y="3968"/>
                        <a:pt x="22932" y="4783"/>
                        <a:pt x="22647" y="5546"/>
                      </a:cubicBezTo>
                      <a:lnTo>
                        <a:pt x="22647" y="5546"/>
                      </a:lnTo>
                      <a:cubicBezTo>
                        <a:pt x="22647" y="5352"/>
                        <a:pt x="22647" y="5157"/>
                        <a:pt x="22647" y="4962"/>
                      </a:cubicBezTo>
                      <a:cubicBezTo>
                        <a:pt x="22641" y="3906"/>
                        <a:pt x="22297" y="2866"/>
                        <a:pt x="21658" y="2025"/>
                      </a:cubicBezTo>
                      <a:cubicBezTo>
                        <a:pt x="21280" y="1528"/>
                        <a:pt x="20806" y="1104"/>
                        <a:pt x="20269" y="783"/>
                      </a:cubicBezTo>
                      <a:cubicBezTo>
                        <a:pt x="20244" y="767"/>
                        <a:pt x="20218" y="760"/>
                        <a:pt x="20195" y="760"/>
                      </a:cubicBezTo>
                      <a:cubicBezTo>
                        <a:pt x="20098" y="760"/>
                        <a:pt x="20027" y="875"/>
                        <a:pt x="20077" y="975"/>
                      </a:cubicBezTo>
                      <a:cubicBezTo>
                        <a:pt x="20501" y="1822"/>
                        <a:pt x="20727" y="2804"/>
                        <a:pt x="20540" y="3747"/>
                      </a:cubicBezTo>
                      <a:cubicBezTo>
                        <a:pt x="20297" y="5007"/>
                        <a:pt x="19383" y="6074"/>
                        <a:pt x="18208" y="6565"/>
                      </a:cubicBezTo>
                      <a:cubicBezTo>
                        <a:pt x="17581" y="6820"/>
                        <a:pt x="16903" y="6938"/>
                        <a:pt x="16231" y="6966"/>
                      </a:cubicBezTo>
                      <a:cubicBezTo>
                        <a:pt x="15796" y="6978"/>
                        <a:pt x="15390" y="7181"/>
                        <a:pt x="15164" y="7559"/>
                      </a:cubicBezTo>
                      <a:cubicBezTo>
                        <a:pt x="14797" y="8158"/>
                        <a:pt x="14887" y="8943"/>
                        <a:pt x="15266" y="9513"/>
                      </a:cubicBezTo>
                      <a:cubicBezTo>
                        <a:pt x="15395" y="9711"/>
                        <a:pt x="15554" y="9875"/>
                        <a:pt x="15740" y="10027"/>
                      </a:cubicBezTo>
                      <a:cubicBezTo>
                        <a:pt x="16011" y="10259"/>
                        <a:pt x="16271" y="10502"/>
                        <a:pt x="16514" y="10761"/>
                      </a:cubicBezTo>
                      <a:cubicBezTo>
                        <a:pt x="17316" y="11603"/>
                        <a:pt x="18067" y="12659"/>
                        <a:pt x="18225" y="13839"/>
                      </a:cubicBezTo>
                      <a:cubicBezTo>
                        <a:pt x="18264" y="14155"/>
                        <a:pt x="18264" y="14477"/>
                        <a:pt x="18202" y="14794"/>
                      </a:cubicBezTo>
                      <a:cubicBezTo>
                        <a:pt x="18174" y="14935"/>
                        <a:pt x="18118" y="15076"/>
                        <a:pt x="18101" y="15217"/>
                      </a:cubicBezTo>
                      <a:cubicBezTo>
                        <a:pt x="18101" y="15219"/>
                        <a:pt x="18101" y="15221"/>
                        <a:pt x="18101" y="15223"/>
                      </a:cubicBezTo>
                      <a:lnTo>
                        <a:pt x="18101" y="15223"/>
                      </a:lnTo>
                      <a:cubicBezTo>
                        <a:pt x="18101" y="15223"/>
                        <a:pt x="18101" y="15223"/>
                        <a:pt x="18101" y="15223"/>
                      </a:cubicBezTo>
                      <a:cubicBezTo>
                        <a:pt x="18101" y="15240"/>
                        <a:pt x="18095" y="15257"/>
                        <a:pt x="18095" y="15274"/>
                      </a:cubicBezTo>
                      <a:cubicBezTo>
                        <a:pt x="18089" y="15319"/>
                        <a:pt x="18078" y="15358"/>
                        <a:pt x="18067" y="15403"/>
                      </a:cubicBezTo>
                      <a:cubicBezTo>
                        <a:pt x="18044" y="15528"/>
                        <a:pt x="18010" y="15646"/>
                        <a:pt x="17971" y="15765"/>
                      </a:cubicBezTo>
                      <a:cubicBezTo>
                        <a:pt x="17728" y="16516"/>
                        <a:pt x="17208" y="17188"/>
                        <a:pt x="16497" y="17583"/>
                      </a:cubicBezTo>
                      <a:cubicBezTo>
                        <a:pt x="15949" y="17883"/>
                        <a:pt x="15328" y="18018"/>
                        <a:pt x="14712" y="18052"/>
                      </a:cubicBezTo>
                      <a:cubicBezTo>
                        <a:pt x="14529" y="18062"/>
                        <a:pt x="14346" y="18064"/>
                        <a:pt x="14164" y="18064"/>
                      </a:cubicBezTo>
                      <a:cubicBezTo>
                        <a:pt x="14043" y="18064"/>
                        <a:pt x="13923" y="18063"/>
                        <a:pt x="13803" y="18063"/>
                      </a:cubicBezTo>
                      <a:lnTo>
                        <a:pt x="4720" y="18063"/>
                      </a:lnTo>
                      <a:cubicBezTo>
                        <a:pt x="4700" y="18046"/>
                        <a:pt x="4676" y="18034"/>
                        <a:pt x="4647" y="18034"/>
                      </a:cubicBezTo>
                      <a:cubicBezTo>
                        <a:pt x="4642" y="18034"/>
                        <a:pt x="4637" y="18034"/>
                        <a:pt x="4632" y="18035"/>
                      </a:cubicBezTo>
                      <a:cubicBezTo>
                        <a:pt x="4493" y="18051"/>
                        <a:pt x="4355" y="18060"/>
                        <a:pt x="4217" y="18060"/>
                      </a:cubicBezTo>
                      <a:cubicBezTo>
                        <a:pt x="3639" y="18060"/>
                        <a:pt x="3069" y="17917"/>
                        <a:pt x="2553" y="17634"/>
                      </a:cubicBezTo>
                      <a:cubicBezTo>
                        <a:pt x="1960" y="17301"/>
                        <a:pt x="1469" y="16810"/>
                        <a:pt x="1119" y="16228"/>
                      </a:cubicBezTo>
                      <a:cubicBezTo>
                        <a:pt x="334" y="14918"/>
                        <a:pt x="278" y="13212"/>
                        <a:pt x="983" y="11857"/>
                      </a:cubicBezTo>
                      <a:cubicBezTo>
                        <a:pt x="1317" y="11208"/>
                        <a:pt x="1825" y="10643"/>
                        <a:pt x="2452" y="10264"/>
                      </a:cubicBezTo>
                      <a:cubicBezTo>
                        <a:pt x="2632" y="10157"/>
                        <a:pt x="2808" y="10061"/>
                        <a:pt x="2977" y="9937"/>
                      </a:cubicBezTo>
                      <a:cubicBezTo>
                        <a:pt x="3649" y="9440"/>
                        <a:pt x="4208" y="8807"/>
                        <a:pt x="4694" y="8135"/>
                      </a:cubicBezTo>
                      <a:cubicBezTo>
                        <a:pt x="5095" y="7576"/>
                        <a:pt x="5445" y="6989"/>
                        <a:pt x="5755" y="6379"/>
                      </a:cubicBezTo>
                      <a:cubicBezTo>
                        <a:pt x="5942" y="6012"/>
                        <a:pt x="6117" y="5639"/>
                        <a:pt x="6275" y="5261"/>
                      </a:cubicBezTo>
                      <a:cubicBezTo>
                        <a:pt x="6456" y="4826"/>
                        <a:pt x="6653" y="4386"/>
                        <a:pt x="6772" y="3934"/>
                      </a:cubicBezTo>
                      <a:cubicBezTo>
                        <a:pt x="6829" y="3715"/>
                        <a:pt x="6911" y="3510"/>
                        <a:pt x="6981" y="3302"/>
                      </a:cubicBezTo>
                      <a:lnTo>
                        <a:pt x="6981" y="3302"/>
                      </a:lnTo>
                      <a:cubicBezTo>
                        <a:pt x="6983" y="3298"/>
                        <a:pt x="6985" y="3294"/>
                        <a:pt x="6987" y="3290"/>
                      </a:cubicBezTo>
                      <a:cubicBezTo>
                        <a:pt x="7308" y="2545"/>
                        <a:pt x="7783" y="1867"/>
                        <a:pt x="8376" y="1319"/>
                      </a:cubicBezTo>
                      <a:cubicBezTo>
                        <a:pt x="8952" y="799"/>
                        <a:pt x="9669" y="382"/>
                        <a:pt x="10454" y="303"/>
                      </a:cubicBezTo>
                      <a:cubicBezTo>
                        <a:pt x="10578" y="287"/>
                        <a:pt x="10703" y="285"/>
                        <a:pt x="10827" y="285"/>
                      </a:cubicBezTo>
                      <a:close/>
                      <a:moveTo>
                        <a:pt x="19155" y="1"/>
                      </a:moveTo>
                      <a:cubicBezTo>
                        <a:pt x="19074" y="1"/>
                        <a:pt x="18993" y="3"/>
                        <a:pt x="18914" y="3"/>
                      </a:cubicBezTo>
                      <a:lnTo>
                        <a:pt x="10742" y="3"/>
                      </a:lnTo>
                      <a:cubicBezTo>
                        <a:pt x="9127" y="9"/>
                        <a:pt x="7760" y="1263"/>
                        <a:pt x="7009" y="2601"/>
                      </a:cubicBezTo>
                      <a:cubicBezTo>
                        <a:pt x="6916" y="2776"/>
                        <a:pt x="6829" y="2951"/>
                        <a:pt x="6751" y="3131"/>
                      </a:cubicBezTo>
                      <a:lnTo>
                        <a:pt x="6751" y="3131"/>
                      </a:lnTo>
                      <a:cubicBezTo>
                        <a:pt x="6741" y="3144"/>
                        <a:pt x="6733" y="3159"/>
                        <a:pt x="6727" y="3177"/>
                      </a:cubicBezTo>
                      <a:cubicBezTo>
                        <a:pt x="6653" y="3409"/>
                        <a:pt x="6557" y="3640"/>
                        <a:pt x="6495" y="3877"/>
                      </a:cubicBezTo>
                      <a:cubicBezTo>
                        <a:pt x="6428" y="4114"/>
                        <a:pt x="6332" y="4346"/>
                        <a:pt x="6247" y="4578"/>
                      </a:cubicBezTo>
                      <a:cubicBezTo>
                        <a:pt x="6083" y="4995"/>
                        <a:pt x="5908" y="5408"/>
                        <a:pt x="5722" y="5814"/>
                      </a:cubicBezTo>
                      <a:cubicBezTo>
                        <a:pt x="5405" y="6475"/>
                        <a:pt x="5050" y="7119"/>
                        <a:pt x="4637" y="7723"/>
                      </a:cubicBezTo>
                      <a:cubicBezTo>
                        <a:pt x="4338" y="8164"/>
                        <a:pt x="4010" y="8582"/>
                        <a:pt x="3643" y="8966"/>
                      </a:cubicBezTo>
                      <a:cubicBezTo>
                        <a:pt x="3508" y="9107"/>
                        <a:pt x="3367" y="9248"/>
                        <a:pt x="3220" y="9378"/>
                      </a:cubicBezTo>
                      <a:cubicBezTo>
                        <a:pt x="3158" y="9434"/>
                        <a:pt x="3096" y="9485"/>
                        <a:pt x="3028" y="9542"/>
                      </a:cubicBezTo>
                      <a:cubicBezTo>
                        <a:pt x="3000" y="9564"/>
                        <a:pt x="2971" y="9587"/>
                        <a:pt x="2943" y="9609"/>
                      </a:cubicBezTo>
                      <a:cubicBezTo>
                        <a:pt x="2904" y="9643"/>
                        <a:pt x="2921" y="9626"/>
                        <a:pt x="2881" y="9660"/>
                      </a:cubicBezTo>
                      <a:cubicBezTo>
                        <a:pt x="2728" y="9773"/>
                        <a:pt x="2576" y="9875"/>
                        <a:pt x="2412" y="9965"/>
                      </a:cubicBezTo>
                      <a:cubicBezTo>
                        <a:pt x="1752" y="10327"/>
                        <a:pt x="1209" y="10886"/>
                        <a:pt x="837" y="11535"/>
                      </a:cubicBezTo>
                      <a:cubicBezTo>
                        <a:pt x="46" y="12896"/>
                        <a:pt x="1" y="14635"/>
                        <a:pt x="701" y="16047"/>
                      </a:cubicBezTo>
                      <a:cubicBezTo>
                        <a:pt x="1322" y="17312"/>
                        <a:pt x="2553" y="18250"/>
                        <a:pt x="3982" y="18340"/>
                      </a:cubicBezTo>
                      <a:cubicBezTo>
                        <a:pt x="4041" y="18343"/>
                        <a:pt x="4100" y="18345"/>
                        <a:pt x="4158" y="18345"/>
                      </a:cubicBezTo>
                      <a:cubicBezTo>
                        <a:pt x="4295" y="18345"/>
                        <a:pt x="4429" y="18337"/>
                        <a:pt x="4564" y="18324"/>
                      </a:cubicBezTo>
                      <a:lnTo>
                        <a:pt x="4564" y="18324"/>
                      </a:lnTo>
                      <a:cubicBezTo>
                        <a:pt x="4584" y="18338"/>
                        <a:pt x="4608" y="18346"/>
                        <a:pt x="4637" y="18346"/>
                      </a:cubicBezTo>
                      <a:lnTo>
                        <a:pt x="13137" y="18346"/>
                      </a:lnTo>
                      <a:cubicBezTo>
                        <a:pt x="13428" y="18346"/>
                        <a:pt x="13723" y="18352"/>
                        <a:pt x="14018" y="18352"/>
                      </a:cubicBezTo>
                      <a:cubicBezTo>
                        <a:pt x="14609" y="18352"/>
                        <a:pt x="15200" y="18327"/>
                        <a:pt x="15768" y="18176"/>
                      </a:cubicBezTo>
                      <a:cubicBezTo>
                        <a:pt x="16717" y="17917"/>
                        <a:pt x="17530" y="17312"/>
                        <a:pt x="17993" y="16437"/>
                      </a:cubicBezTo>
                      <a:cubicBezTo>
                        <a:pt x="18140" y="16160"/>
                        <a:pt x="18247" y="15867"/>
                        <a:pt x="18321" y="15562"/>
                      </a:cubicBezTo>
                      <a:cubicBezTo>
                        <a:pt x="18343" y="15477"/>
                        <a:pt x="18360" y="15392"/>
                        <a:pt x="18372" y="15302"/>
                      </a:cubicBezTo>
                      <a:cubicBezTo>
                        <a:pt x="18383" y="15228"/>
                        <a:pt x="18394" y="15183"/>
                        <a:pt x="18411" y="15132"/>
                      </a:cubicBezTo>
                      <a:cubicBezTo>
                        <a:pt x="18778" y="13867"/>
                        <a:pt x="18259" y="12569"/>
                        <a:pt x="17525" y="11546"/>
                      </a:cubicBezTo>
                      <a:cubicBezTo>
                        <a:pt x="17056" y="10880"/>
                        <a:pt x="16491" y="10287"/>
                        <a:pt x="15864" y="9767"/>
                      </a:cubicBezTo>
                      <a:cubicBezTo>
                        <a:pt x="15604" y="9553"/>
                        <a:pt x="15395" y="9254"/>
                        <a:pt x="15294" y="8932"/>
                      </a:cubicBezTo>
                      <a:cubicBezTo>
                        <a:pt x="15113" y="8378"/>
                        <a:pt x="15232" y="7605"/>
                        <a:pt x="15813" y="7339"/>
                      </a:cubicBezTo>
                      <a:cubicBezTo>
                        <a:pt x="15887" y="7305"/>
                        <a:pt x="15966" y="7283"/>
                        <a:pt x="16045" y="7266"/>
                      </a:cubicBezTo>
                      <a:cubicBezTo>
                        <a:pt x="16062" y="7260"/>
                        <a:pt x="16084" y="7260"/>
                        <a:pt x="16101" y="7254"/>
                      </a:cubicBezTo>
                      <a:cubicBezTo>
                        <a:pt x="16109" y="7253"/>
                        <a:pt x="16112" y="7253"/>
                        <a:pt x="16113" y="7253"/>
                      </a:cubicBezTo>
                      <a:cubicBezTo>
                        <a:pt x="16116" y="7253"/>
                        <a:pt x="16103" y="7256"/>
                        <a:pt x="16107" y="7256"/>
                      </a:cubicBezTo>
                      <a:cubicBezTo>
                        <a:pt x="16108" y="7256"/>
                        <a:pt x="16111" y="7256"/>
                        <a:pt x="16118" y="7254"/>
                      </a:cubicBezTo>
                      <a:cubicBezTo>
                        <a:pt x="16158" y="7249"/>
                        <a:pt x="16192" y="7249"/>
                        <a:pt x="16231" y="7249"/>
                      </a:cubicBezTo>
                      <a:cubicBezTo>
                        <a:pt x="16232" y="7249"/>
                        <a:pt x="16232" y="7249"/>
                        <a:pt x="16233" y="7249"/>
                      </a:cubicBezTo>
                      <a:lnTo>
                        <a:pt x="16233" y="7249"/>
                      </a:lnTo>
                      <a:cubicBezTo>
                        <a:pt x="17514" y="7192"/>
                        <a:pt x="18824" y="6819"/>
                        <a:pt x="19733" y="5859"/>
                      </a:cubicBezTo>
                      <a:cubicBezTo>
                        <a:pt x="20213" y="5357"/>
                        <a:pt x="20580" y="4736"/>
                        <a:pt x="20760" y="4058"/>
                      </a:cubicBezTo>
                      <a:cubicBezTo>
                        <a:pt x="20907" y="3499"/>
                        <a:pt x="20919" y="2917"/>
                        <a:pt x="20828" y="2347"/>
                      </a:cubicBezTo>
                      <a:cubicBezTo>
                        <a:pt x="20767" y="1986"/>
                        <a:pt x="20663" y="1635"/>
                        <a:pt x="20529" y="1298"/>
                      </a:cubicBezTo>
                      <a:lnTo>
                        <a:pt x="20529" y="1298"/>
                      </a:lnTo>
                      <a:cubicBezTo>
                        <a:pt x="21237" y="1835"/>
                        <a:pt x="21783" y="2567"/>
                        <a:pt x="22093" y="3409"/>
                      </a:cubicBezTo>
                      <a:cubicBezTo>
                        <a:pt x="22274" y="3900"/>
                        <a:pt x="22364" y="4431"/>
                        <a:pt x="22364" y="4956"/>
                      </a:cubicBezTo>
                      <a:cubicBezTo>
                        <a:pt x="22364" y="5159"/>
                        <a:pt x="22364" y="5363"/>
                        <a:pt x="22364" y="5560"/>
                      </a:cubicBezTo>
                      <a:lnTo>
                        <a:pt x="22364" y="6260"/>
                      </a:lnTo>
                      <a:cubicBezTo>
                        <a:pt x="22364" y="6342"/>
                        <a:pt x="22445" y="6402"/>
                        <a:pt x="22521" y="6402"/>
                      </a:cubicBezTo>
                      <a:cubicBezTo>
                        <a:pt x="22565" y="6402"/>
                        <a:pt x="22607" y="6382"/>
                        <a:pt x="22630" y="6334"/>
                      </a:cubicBezTo>
                      <a:cubicBezTo>
                        <a:pt x="23031" y="5425"/>
                        <a:pt x="23358" y="4442"/>
                        <a:pt x="23341" y="3442"/>
                      </a:cubicBezTo>
                      <a:cubicBezTo>
                        <a:pt x="23324" y="2782"/>
                        <a:pt x="23144" y="2121"/>
                        <a:pt x="22743" y="1584"/>
                      </a:cubicBezTo>
                      <a:cubicBezTo>
                        <a:pt x="22404" y="1138"/>
                        <a:pt x="21952" y="794"/>
                        <a:pt x="21449" y="545"/>
                      </a:cubicBezTo>
                      <a:cubicBezTo>
                        <a:pt x="21020" y="342"/>
                        <a:pt x="20563" y="195"/>
                        <a:pt x="20094" y="105"/>
                      </a:cubicBezTo>
                      <a:cubicBezTo>
                        <a:pt x="19840" y="54"/>
                        <a:pt x="19563" y="9"/>
                        <a:pt x="19298" y="3"/>
                      </a:cubicBezTo>
                      <a:lnTo>
                        <a:pt x="19275" y="3"/>
                      </a:lnTo>
                      <a:cubicBezTo>
                        <a:pt x="19236" y="1"/>
                        <a:pt x="19196" y="1"/>
                        <a:pt x="19155"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19" name="Google Shape;1719;p53"/>
                <p:cNvSpPr/>
                <p:nvPr/>
              </p:nvSpPr>
              <p:spPr>
                <a:xfrm>
                  <a:off x="4769675" y="3210750"/>
                  <a:ext cx="8075" cy="10675"/>
                </a:xfrm>
                <a:custGeom>
                  <a:avLst/>
                  <a:gdLst/>
                  <a:ahLst/>
                  <a:cxnLst/>
                  <a:rect l="l" t="t" r="r" b="b"/>
                  <a:pathLst>
                    <a:path w="323" h="427" extrusionOk="0">
                      <a:moveTo>
                        <a:pt x="136" y="1"/>
                      </a:moveTo>
                      <a:cubicBezTo>
                        <a:pt x="126" y="1"/>
                        <a:pt x="117" y="2"/>
                        <a:pt x="108" y="5"/>
                      </a:cubicBezTo>
                      <a:cubicBezTo>
                        <a:pt x="97" y="10"/>
                        <a:pt x="86" y="16"/>
                        <a:pt x="74" y="22"/>
                      </a:cubicBezTo>
                      <a:cubicBezTo>
                        <a:pt x="52" y="33"/>
                        <a:pt x="35" y="50"/>
                        <a:pt x="23" y="73"/>
                      </a:cubicBezTo>
                      <a:lnTo>
                        <a:pt x="6" y="106"/>
                      </a:lnTo>
                      <a:cubicBezTo>
                        <a:pt x="1" y="129"/>
                        <a:pt x="1" y="157"/>
                        <a:pt x="6" y="180"/>
                      </a:cubicBezTo>
                      <a:cubicBezTo>
                        <a:pt x="23" y="231"/>
                        <a:pt x="35" y="276"/>
                        <a:pt x="40" y="321"/>
                      </a:cubicBezTo>
                      <a:cubicBezTo>
                        <a:pt x="46" y="344"/>
                        <a:pt x="57" y="361"/>
                        <a:pt x="69" y="372"/>
                      </a:cubicBezTo>
                      <a:cubicBezTo>
                        <a:pt x="80" y="389"/>
                        <a:pt x="91" y="400"/>
                        <a:pt x="108" y="406"/>
                      </a:cubicBezTo>
                      <a:cubicBezTo>
                        <a:pt x="125" y="417"/>
                        <a:pt x="142" y="423"/>
                        <a:pt x="159" y="423"/>
                      </a:cubicBezTo>
                      <a:cubicBezTo>
                        <a:pt x="170" y="425"/>
                        <a:pt x="180" y="427"/>
                        <a:pt x="189" y="427"/>
                      </a:cubicBezTo>
                      <a:cubicBezTo>
                        <a:pt x="198" y="427"/>
                        <a:pt x="207" y="425"/>
                        <a:pt x="215" y="423"/>
                      </a:cubicBezTo>
                      <a:cubicBezTo>
                        <a:pt x="227" y="417"/>
                        <a:pt x="238" y="411"/>
                        <a:pt x="249" y="406"/>
                      </a:cubicBezTo>
                      <a:cubicBezTo>
                        <a:pt x="272" y="394"/>
                        <a:pt x="289" y="377"/>
                        <a:pt x="300" y="355"/>
                      </a:cubicBezTo>
                      <a:lnTo>
                        <a:pt x="317" y="321"/>
                      </a:lnTo>
                      <a:cubicBezTo>
                        <a:pt x="323" y="298"/>
                        <a:pt x="323" y="276"/>
                        <a:pt x="317" y="248"/>
                      </a:cubicBezTo>
                      <a:cubicBezTo>
                        <a:pt x="306" y="202"/>
                        <a:pt x="294" y="152"/>
                        <a:pt x="283" y="106"/>
                      </a:cubicBezTo>
                      <a:cubicBezTo>
                        <a:pt x="278" y="89"/>
                        <a:pt x="266" y="73"/>
                        <a:pt x="255" y="56"/>
                      </a:cubicBezTo>
                      <a:cubicBezTo>
                        <a:pt x="244" y="44"/>
                        <a:pt x="232" y="33"/>
                        <a:pt x="215" y="22"/>
                      </a:cubicBezTo>
                      <a:cubicBezTo>
                        <a:pt x="198" y="10"/>
                        <a:pt x="182" y="5"/>
                        <a:pt x="165" y="5"/>
                      </a:cubicBezTo>
                      <a:cubicBezTo>
                        <a:pt x="156" y="2"/>
                        <a:pt x="146" y="1"/>
                        <a:pt x="136"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20" name="Google Shape;1720;p53"/>
                <p:cNvSpPr/>
                <p:nvPr/>
              </p:nvSpPr>
              <p:spPr>
                <a:xfrm>
                  <a:off x="4772800" y="3228450"/>
                  <a:ext cx="7500" cy="9950"/>
                </a:xfrm>
                <a:custGeom>
                  <a:avLst/>
                  <a:gdLst/>
                  <a:ahLst/>
                  <a:cxnLst/>
                  <a:rect l="l" t="t" r="r" b="b"/>
                  <a:pathLst>
                    <a:path w="300" h="398" extrusionOk="0">
                      <a:moveTo>
                        <a:pt x="158" y="0"/>
                      </a:moveTo>
                      <a:cubicBezTo>
                        <a:pt x="153" y="0"/>
                        <a:pt x="147" y="1"/>
                        <a:pt x="141" y="3"/>
                      </a:cubicBezTo>
                      <a:lnTo>
                        <a:pt x="107" y="3"/>
                      </a:lnTo>
                      <a:cubicBezTo>
                        <a:pt x="85" y="14"/>
                        <a:pt x="62" y="25"/>
                        <a:pt x="45" y="42"/>
                      </a:cubicBezTo>
                      <a:cubicBezTo>
                        <a:pt x="34" y="53"/>
                        <a:pt x="28" y="59"/>
                        <a:pt x="23" y="70"/>
                      </a:cubicBezTo>
                      <a:cubicBezTo>
                        <a:pt x="11" y="93"/>
                        <a:pt x="0" y="116"/>
                        <a:pt x="0" y="144"/>
                      </a:cubicBezTo>
                      <a:cubicBezTo>
                        <a:pt x="6" y="178"/>
                        <a:pt x="11" y="217"/>
                        <a:pt x="17" y="257"/>
                      </a:cubicBezTo>
                      <a:cubicBezTo>
                        <a:pt x="11" y="274"/>
                        <a:pt x="17" y="296"/>
                        <a:pt x="28" y="313"/>
                      </a:cubicBezTo>
                      <a:cubicBezTo>
                        <a:pt x="34" y="330"/>
                        <a:pt x="40" y="342"/>
                        <a:pt x="57" y="358"/>
                      </a:cubicBezTo>
                      <a:cubicBezTo>
                        <a:pt x="68" y="370"/>
                        <a:pt x="85" y="381"/>
                        <a:pt x="102" y="387"/>
                      </a:cubicBezTo>
                      <a:cubicBezTo>
                        <a:pt x="119" y="392"/>
                        <a:pt x="136" y="398"/>
                        <a:pt x="158" y="398"/>
                      </a:cubicBezTo>
                      <a:lnTo>
                        <a:pt x="192" y="392"/>
                      </a:lnTo>
                      <a:cubicBezTo>
                        <a:pt x="215" y="387"/>
                        <a:pt x="237" y="375"/>
                        <a:pt x="254" y="358"/>
                      </a:cubicBezTo>
                      <a:cubicBezTo>
                        <a:pt x="266" y="347"/>
                        <a:pt x="271" y="336"/>
                        <a:pt x="277" y="330"/>
                      </a:cubicBezTo>
                      <a:cubicBezTo>
                        <a:pt x="288" y="308"/>
                        <a:pt x="299" y="285"/>
                        <a:pt x="299" y="257"/>
                      </a:cubicBezTo>
                      <a:cubicBezTo>
                        <a:pt x="294" y="217"/>
                        <a:pt x="288" y="178"/>
                        <a:pt x="282" y="144"/>
                      </a:cubicBezTo>
                      <a:cubicBezTo>
                        <a:pt x="288" y="121"/>
                        <a:pt x="282" y="104"/>
                        <a:pt x="271" y="87"/>
                      </a:cubicBezTo>
                      <a:cubicBezTo>
                        <a:pt x="266" y="70"/>
                        <a:pt x="260" y="53"/>
                        <a:pt x="243" y="42"/>
                      </a:cubicBezTo>
                      <a:cubicBezTo>
                        <a:pt x="232" y="25"/>
                        <a:pt x="215" y="20"/>
                        <a:pt x="198" y="14"/>
                      </a:cubicBezTo>
                      <a:cubicBezTo>
                        <a:pt x="185" y="6"/>
                        <a:pt x="173" y="0"/>
                        <a:pt x="158"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21" name="Google Shape;1721;p53"/>
                <p:cNvSpPr/>
                <p:nvPr/>
              </p:nvSpPr>
              <p:spPr>
                <a:xfrm>
                  <a:off x="4771525" y="3219375"/>
                  <a:ext cx="7775" cy="10425"/>
                </a:xfrm>
                <a:custGeom>
                  <a:avLst/>
                  <a:gdLst/>
                  <a:ahLst/>
                  <a:cxnLst/>
                  <a:rect l="l" t="t" r="r" b="b"/>
                  <a:pathLst>
                    <a:path w="311" h="417" extrusionOk="0">
                      <a:moveTo>
                        <a:pt x="136" y="0"/>
                      </a:moveTo>
                      <a:cubicBezTo>
                        <a:pt x="126" y="0"/>
                        <a:pt x="116" y="1"/>
                        <a:pt x="108" y="4"/>
                      </a:cubicBezTo>
                      <a:cubicBezTo>
                        <a:pt x="96" y="10"/>
                        <a:pt x="85" y="16"/>
                        <a:pt x="74" y="21"/>
                      </a:cubicBezTo>
                      <a:cubicBezTo>
                        <a:pt x="51" y="32"/>
                        <a:pt x="34" y="49"/>
                        <a:pt x="23" y="72"/>
                      </a:cubicBezTo>
                      <a:lnTo>
                        <a:pt x="12" y="106"/>
                      </a:lnTo>
                      <a:cubicBezTo>
                        <a:pt x="0" y="128"/>
                        <a:pt x="0" y="151"/>
                        <a:pt x="12" y="179"/>
                      </a:cubicBezTo>
                      <a:cubicBezTo>
                        <a:pt x="17" y="224"/>
                        <a:pt x="23" y="270"/>
                        <a:pt x="34" y="315"/>
                      </a:cubicBezTo>
                      <a:cubicBezTo>
                        <a:pt x="34" y="332"/>
                        <a:pt x="45" y="349"/>
                        <a:pt x="57" y="360"/>
                      </a:cubicBezTo>
                      <a:cubicBezTo>
                        <a:pt x="68" y="377"/>
                        <a:pt x="79" y="388"/>
                        <a:pt x="96" y="400"/>
                      </a:cubicBezTo>
                      <a:cubicBezTo>
                        <a:pt x="113" y="411"/>
                        <a:pt x="130" y="416"/>
                        <a:pt x="147" y="416"/>
                      </a:cubicBezTo>
                      <a:cubicBezTo>
                        <a:pt x="170" y="416"/>
                        <a:pt x="187" y="416"/>
                        <a:pt x="204" y="411"/>
                      </a:cubicBezTo>
                      <a:cubicBezTo>
                        <a:pt x="215" y="405"/>
                        <a:pt x="226" y="405"/>
                        <a:pt x="237" y="400"/>
                      </a:cubicBezTo>
                      <a:cubicBezTo>
                        <a:pt x="260" y="388"/>
                        <a:pt x="277" y="371"/>
                        <a:pt x="288" y="349"/>
                      </a:cubicBezTo>
                      <a:lnTo>
                        <a:pt x="305" y="315"/>
                      </a:lnTo>
                      <a:cubicBezTo>
                        <a:pt x="311" y="287"/>
                        <a:pt x="311" y="264"/>
                        <a:pt x="305" y="236"/>
                      </a:cubicBezTo>
                      <a:cubicBezTo>
                        <a:pt x="300" y="191"/>
                        <a:pt x="288" y="145"/>
                        <a:pt x="283" y="106"/>
                      </a:cubicBezTo>
                      <a:cubicBezTo>
                        <a:pt x="277" y="83"/>
                        <a:pt x="266" y="66"/>
                        <a:pt x="254" y="55"/>
                      </a:cubicBezTo>
                      <a:cubicBezTo>
                        <a:pt x="243" y="38"/>
                        <a:pt x="232" y="27"/>
                        <a:pt x="215" y="21"/>
                      </a:cubicBezTo>
                      <a:cubicBezTo>
                        <a:pt x="198" y="10"/>
                        <a:pt x="181" y="4"/>
                        <a:pt x="164" y="4"/>
                      </a:cubicBezTo>
                      <a:cubicBezTo>
                        <a:pt x="156" y="1"/>
                        <a:pt x="146" y="0"/>
                        <a:pt x="136"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22" name="Google Shape;1722;p53"/>
                <p:cNvSpPr/>
                <p:nvPr/>
              </p:nvSpPr>
              <p:spPr>
                <a:xfrm>
                  <a:off x="4754425" y="3175975"/>
                  <a:ext cx="10200" cy="11850"/>
                </a:xfrm>
                <a:custGeom>
                  <a:avLst/>
                  <a:gdLst/>
                  <a:ahLst/>
                  <a:cxnLst/>
                  <a:rect l="l" t="t" r="r" b="b"/>
                  <a:pathLst>
                    <a:path w="408" h="474" extrusionOk="0">
                      <a:moveTo>
                        <a:pt x="125" y="1"/>
                      </a:moveTo>
                      <a:cubicBezTo>
                        <a:pt x="108" y="7"/>
                        <a:pt x="86" y="12"/>
                        <a:pt x="74" y="18"/>
                      </a:cubicBezTo>
                      <a:cubicBezTo>
                        <a:pt x="40" y="40"/>
                        <a:pt x="18" y="69"/>
                        <a:pt x="7" y="103"/>
                      </a:cubicBezTo>
                      <a:cubicBezTo>
                        <a:pt x="1" y="142"/>
                        <a:pt x="1" y="182"/>
                        <a:pt x="24" y="215"/>
                      </a:cubicBezTo>
                      <a:cubicBezTo>
                        <a:pt x="63" y="278"/>
                        <a:pt x="103" y="340"/>
                        <a:pt x="142" y="402"/>
                      </a:cubicBezTo>
                      <a:cubicBezTo>
                        <a:pt x="159" y="436"/>
                        <a:pt x="187" y="458"/>
                        <a:pt x="227" y="470"/>
                      </a:cubicBezTo>
                      <a:cubicBezTo>
                        <a:pt x="235" y="472"/>
                        <a:pt x="244" y="474"/>
                        <a:pt x="252" y="474"/>
                      </a:cubicBezTo>
                      <a:cubicBezTo>
                        <a:pt x="261" y="474"/>
                        <a:pt x="269" y="472"/>
                        <a:pt x="278" y="470"/>
                      </a:cubicBezTo>
                      <a:cubicBezTo>
                        <a:pt x="300" y="470"/>
                        <a:pt x="317" y="464"/>
                        <a:pt x="334" y="453"/>
                      </a:cubicBezTo>
                      <a:cubicBezTo>
                        <a:pt x="362" y="436"/>
                        <a:pt x="391" y="407"/>
                        <a:pt x="396" y="368"/>
                      </a:cubicBezTo>
                      <a:cubicBezTo>
                        <a:pt x="408" y="334"/>
                        <a:pt x="402" y="295"/>
                        <a:pt x="385" y="261"/>
                      </a:cubicBezTo>
                      <a:cubicBezTo>
                        <a:pt x="345" y="199"/>
                        <a:pt x="306" y="131"/>
                        <a:pt x="266" y="69"/>
                      </a:cubicBezTo>
                      <a:cubicBezTo>
                        <a:pt x="244" y="40"/>
                        <a:pt x="216" y="18"/>
                        <a:pt x="182" y="7"/>
                      </a:cubicBezTo>
                      <a:cubicBezTo>
                        <a:pt x="159" y="1"/>
                        <a:pt x="142" y="1"/>
                        <a:pt x="125"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23" name="Google Shape;1723;p53"/>
                <p:cNvSpPr/>
                <p:nvPr/>
              </p:nvSpPr>
              <p:spPr>
                <a:xfrm>
                  <a:off x="4758100" y="3182850"/>
                  <a:ext cx="11900" cy="15625"/>
                </a:xfrm>
                <a:custGeom>
                  <a:avLst/>
                  <a:gdLst/>
                  <a:ahLst/>
                  <a:cxnLst/>
                  <a:rect l="l" t="t" r="r" b="b"/>
                  <a:pathLst>
                    <a:path w="476" h="625" extrusionOk="0">
                      <a:moveTo>
                        <a:pt x="161" y="0"/>
                      </a:moveTo>
                      <a:cubicBezTo>
                        <a:pt x="136" y="0"/>
                        <a:pt x="112" y="6"/>
                        <a:pt x="91" y="20"/>
                      </a:cubicBezTo>
                      <a:cubicBezTo>
                        <a:pt x="23" y="59"/>
                        <a:pt x="1" y="144"/>
                        <a:pt x="40" y="212"/>
                      </a:cubicBezTo>
                      <a:cubicBezTo>
                        <a:pt x="102" y="324"/>
                        <a:pt x="159" y="437"/>
                        <a:pt x="210" y="556"/>
                      </a:cubicBezTo>
                      <a:cubicBezTo>
                        <a:pt x="227" y="584"/>
                        <a:pt x="266" y="612"/>
                        <a:pt x="294" y="618"/>
                      </a:cubicBezTo>
                      <a:cubicBezTo>
                        <a:pt x="306" y="622"/>
                        <a:pt x="320" y="624"/>
                        <a:pt x="334" y="624"/>
                      </a:cubicBezTo>
                      <a:cubicBezTo>
                        <a:pt x="359" y="624"/>
                        <a:pt x="385" y="618"/>
                        <a:pt x="407" y="607"/>
                      </a:cubicBezTo>
                      <a:cubicBezTo>
                        <a:pt x="436" y="584"/>
                        <a:pt x="464" y="556"/>
                        <a:pt x="469" y="522"/>
                      </a:cubicBezTo>
                      <a:lnTo>
                        <a:pt x="475" y="483"/>
                      </a:lnTo>
                      <a:cubicBezTo>
                        <a:pt x="475" y="460"/>
                        <a:pt x="469" y="437"/>
                        <a:pt x="458" y="415"/>
                      </a:cubicBezTo>
                      <a:cubicBezTo>
                        <a:pt x="402" y="296"/>
                        <a:pt x="345" y="183"/>
                        <a:pt x="283" y="70"/>
                      </a:cubicBezTo>
                      <a:cubicBezTo>
                        <a:pt x="261" y="25"/>
                        <a:pt x="210" y="0"/>
                        <a:pt x="161"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24" name="Google Shape;1724;p53"/>
                <p:cNvSpPr/>
                <p:nvPr/>
              </p:nvSpPr>
              <p:spPr>
                <a:xfrm>
                  <a:off x="4749775" y="3169350"/>
                  <a:ext cx="10625" cy="11750"/>
                </a:xfrm>
                <a:custGeom>
                  <a:avLst/>
                  <a:gdLst/>
                  <a:ahLst/>
                  <a:cxnLst/>
                  <a:rect l="l" t="t" r="r" b="b"/>
                  <a:pathLst>
                    <a:path w="425" h="470" extrusionOk="0">
                      <a:moveTo>
                        <a:pt x="125" y="0"/>
                      </a:moveTo>
                      <a:cubicBezTo>
                        <a:pt x="108" y="0"/>
                        <a:pt x="91" y="6"/>
                        <a:pt x="74" y="17"/>
                      </a:cubicBezTo>
                      <a:cubicBezTo>
                        <a:pt x="40" y="40"/>
                        <a:pt x="18" y="68"/>
                        <a:pt x="6" y="102"/>
                      </a:cubicBezTo>
                      <a:cubicBezTo>
                        <a:pt x="6" y="113"/>
                        <a:pt x="6" y="130"/>
                        <a:pt x="1" y="142"/>
                      </a:cubicBezTo>
                      <a:cubicBezTo>
                        <a:pt x="1" y="164"/>
                        <a:pt x="6" y="192"/>
                        <a:pt x="23" y="209"/>
                      </a:cubicBezTo>
                      <a:cubicBezTo>
                        <a:pt x="68" y="272"/>
                        <a:pt x="114" y="334"/>
                        <a:pt x="159" y="401"/>
                      </a:cubicBezTo>
                      <a:cubicBezTo>
                        <a:pt x="164" y="418"/>
                        <a:pt x="176" y="430"/>
                        <a:pt x="193" y="441"/>
                      </a:cubicBezTo>
                      <a:cubicBezTo>
                        <a:pt x="204" y="452"/>
                        <a:pt x="221" y="458"/>
                        <a:pt x="238" y="464"/>
                      </a:cubicBezTo>
                      <a:cubicBezTo>
                        <a:pt x="260" y="469"/>
                        <a:pt x="277" y="469"/>
                        <a:pt x="294" y="469"/>
                      </a:cubicBezTo>
                      <a:cubicBezTo>
                        <a:pt x="317" y="464"/>
                        <a:pt x="334" y="464"/>
                        <a:pt x="351" y="452"/>
                      </a:cubicBezTo>
                      <a:cubicBezTo>
                        <a:pt x="379" y="430"/>
                        <a:pt x="407" y="401"/>
                        <a:pt x="413" y="368"/>
                      </a:cubicBezTo>
                      <a:cubicBezTo>
                        <a:pt x="424" y="328"/>
                        <a:pt x="418" y="288"/>
                        <a:pt x="402" y="255"/>
                      </a:cubicBezTo>
                      <a:cubicBezTo>
                        <a:pt x="356" y="192"/>
                        <a:pt x="311" y="130"/>
                        <a:pt x="266" y="68"/>
                      </a:cubicBezTo>
                      <a:cubicBezTo>
                        <a:pt x="255" y="51"/>
                        <a:pt x="243" y="40"/>
                        <a:pt x="226" y="29"/>
                      </a:cubicBezTo>
                      <a:cubicBezTo>
                        <a:pt x="215" y="17"/>
                        <a:pt x="198" y="12"/>
                        <a:pt x="181" y="6"/>
                      </a:cubicBezTo>
                      <a:cubicBezTo>
                        <a:pt x="164" y="0"/>
                        <a:pt x="142" y="0"/>
                        <a:pt x="125"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25" name="Google Shape;1725;p53"/>
                <p:cNvSpPr/>
                <p:nvPr/>
              </p:nvSpPr>
              <p:spPr>
                <a:xfrm>
                  <a:off x="4744700" y="3163000"/>
                  <a:ext cx="11025" cy="11875"/>
                </a:xfrm>
                <a:custGeom>
                  <a:avLst/>
                  <a:gdLst/>
                  <a:ahLst/>
                  <a:cxnLst/>
                  <a:rect l="l" t="t" r="r" b="b"/>
                  <a:pathLst>
                    <a:path w="441" h="475" extrusionOk="0">
                      <a:moveTo>
                        <a:pt x="141" y="0"/>
                      </a:moveTo>
                      <a:cubicBezTo>
                        <a:pt x="124" y="0"/>
                        <a:pt x="108" y="6"/>
                        <a:pt x="91" y="12"/>
                      </a:cubicBezTo>
                      <a:cubicBezTo>
                        <a:pt x="68" y="17"/>
                        <a:pt x="57" y="29"/>
                        <a:pt x="45" y="40"/>
                      </a:cubicBezTo>
                      <a:cubicBezTo>
                        <a:pt x="17" y="68"/>
                        <a:pt x="0" y="102"/>
                        <a:pt x="0" y="141"/>
                      </a:cubicBezTo>
                      <a:cubicBezTo>
                        <a:pt x="0" y="153"/>
                        <a:pt x="6" y="164"/>
                        <a:pt x="6" y="181"/>
                      </a:cubicBezTo>
                      <a:cubicBezTo>
                        <a:pt x="12" y="204"/>
                        <a:pt x="23" y="226"/>
                        <a:pt x="45" y="243"/>
                      </a:cubicBezTo>
                      <a:cubicBezTo>
                        <a:pt x="96" y="305"/>
                        <a:pt x="147" y="367"/>
                        <a:pt x="198" y="430"/>
                      </a:cubicBezTo>
                      <a:cubicBezTo>
                        <a:pt x="209" y="446"/>
                        <a:pt x="226" y="458"/>
                        <a:pt x="243" y="463"/>
                      </a:cubicBezTo>
                      <a:cubicBezTo>
                        <a:pt x="260" y="469"/>
                        <a:pt x="277" y="475"/>
                        <a:pt x="300" y="475"/>
                      </a:cubicBezTo>
                      <a:cubicBezTo>
                        <a:pt x="317" y="475"/>
                        <a:pt x="333" y="469"/>
                        <a:pt x="350" y="463"/>
                      </a:cubicBezTo>
                      <a:cubicBezTo>
                        <a:pt x="373" y="458"/>
                        <a:pt x="384" y="446"/>
                        <a:pt x="401" y="430"/>
                      </a:cubicBezTo>
                      <a:cubicBezTo>
                        <a:pt x="424" y="407"/>
                        <a:pt x="441" y="367"/>
                        <a:pt x="441" y="333"/>
                      </a:cubicBezTo>
                      <a:cubicBezTo>
                        <a:pt x="441" y="322"/>
                        <a:pt x="435" y="305"/>
                        <a:pt x="435" y="294"/>
                      </a:cubicBezTo>
                      <a:cubicBezTo>
                        <a:pt x="429" y="271"/>
                        <a:pt x="418" y="249"/>
                        <a:pt x="401" y="232"/>
                      </a:cubicBezTo>
                      <a:cubicBezTo>
                        <a:pt x="350" y="170"/>
                        <a:pt x="294" y="102"/>
                        <a:pt x="243" y="40"/>
                      </a:cubicBezTo>
                      <a:cubicBezTo>
                        <a:pt x="232" y="29"/>
                        <a:pt x="215" y="17"/>
                        <a:pt x="198" y="12"/>
                      </a:cubicBezTo>
                      <a:cubicBezTo>
                        <a:pt x="181" y="6"/>
                        <a:pt x="164" y="0"/>
                        <a:pt x="141"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26" name="Google Shape;1726;p53"/>
                <p:cNvSpPr/>
                <p:nvPr/>
              </p:nvSpPr>
              <p:spPr>
                <a:xfrm>
                  <a:off x="4767150" y="3202550"/>
                  <a:ext cx="8625" cy="10725"/>
                </a:xfrm>
                <a:custGeom>
                  <a:avLst/>
                  <a:gdLst/>
                  <a:ahLst/>
                  <a:cxnLst/>
                  <a:rect l="l" t="t" r="r" b="b"/>
                  <a:pathLst>
                    <a:path w="345" h="429" extrusionOk="0">
                      <a:moveTo>
                        <a:pt x="139" y="1"/>
                      </a:moveTo>
                      <a:cubicBezTo>
                        <a:pt x="130" y="1"/>
                        <a:pt x="122" y="2"/>
                        <a:pt x="113" y="5"/>
                      </a:cubicBezTo>
                      <a:cubicBezTo>
                        <a:pt x="102" y="11"/>
                        <a:pt x="91" y="16"/>
                        <a:pt x="79" y="22"/>
                      </a:cubicBezTo>
                      <a:cubicBezTo>
                        <a:pt x="57" y="33"/>
                        <a:pt x="40" y="50"/>
                        <a:pt x="28" y="73"/>
                      </a:cubicBezTo>
                      <a:cubicBezTo>
                        <a:pt x="11" y="107"/>
                        <a:pt x="0" y="146"/>
                        <a:pt x="11" y="180"/>
                      </a:cubicBezTo>
                      <a:cubicBezTo>
                        <a:pt x="28" y="231"/>
                        <a:pt x="45" y="276"/>
                        <a:pt x="57" y="327"/>
                      </a:cubicBezTo>
                      <a:cubicBezTo>
                        <a:pt x="62" y="344"/>
                        <a:pt x="74" y="361"/>
                        <a:pt x="85" y="372"/>
                      </a:cubicBezTo>
                      <a:cubicBezTo>
                        <a:pt x="96" y="389"/>
                        <a:pt x="107" y="401"/>
                        <a:pt x="124" y="412"/>
                      </a:cubicBezTo>
                      <a:cubicBezTo>
                        <a:pt x="141" y="423"/>
                        <a:pt x="158" y="429"/>
                        <a:pt x="175" y="429"/>
                      </a:cubicBezTo>
                      <a:cubicBezTo>
                        <a:pt x="192" y="429"/>
                        <a:pt x="215" y="429"/>
                        <a:pt x="232" y="423"/>
                      </a:cubicBezTo>
                      <a:cubicBezTo>
                        <a:pt x="243" y="417"/>
                        <a:pt x="254" y="417"/>
                        <a:pt x="266" y="412"/>
                      </a:cubicBezTo>
                      <a:cubicBezTo>
                        <a:pt x="288" y="401"/>
                        <a:pt x="305" y="384"/>
                        <a:pt x="316" y="361"/>
                      </a:cubicBezTo>
                      <a:cubicBezTo>
                        <a:pt x="333" y="327"/>
                        <a:pt x="345" y="288"/>
                        <a:pt x="333" y="248"/>
                      </a:cubicBezTo>
                      <a:cubicBezTo>
                        <a:pt x="316" y="203"/>
                        <a:pt x="299" y="152"/>
                        <a:pt x="288" y="107"/>
                      </a:cubicBezTo>
                      <a:cubicBezTo>
                        <a:pt x="283" y="84"/>
                        <a:pt x="271" y="73"/>
                        <a:pt x="260" y="56"/>
                      </a:cubicBezTo>
                      <a:cubicBezTo>
                        <a:pt x="249" y="39"/>
                        <a:pt x="237" y="28"/>
                        <a:pt x="220" y="22"/>
                      </a:cubicBezTo>
                      <a:cubicBezTo>
                        <a:pt x="203" y="11"/>
                        <a:pt x="187" y="5"/>
                        <a:pt x="170" y="5"/>
                      </a:cubicBezTo>
                      <a:cubicBezTo>
                        <a:pt x="158" y="2"/>
                        <a:pt x="148" y="1"/>
                        <a:pt x="139"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27" name="Google Shape;1727;p53"/>
                <p:cNvSpPr/>
                <p:nvPr/>
              </p:nvSpPr>
              <p:spPr>
                <a:xfrm>
                  <a:off x="4764325" y="3194650"/>
                  <a:ext cx="8625" cy="10825"/>
                </a:xfrm>
                <a:custGeom>
                  <a:avLst/>
                  <a:gdLst/>
                  <a:ahLst/>
                  <a:cxnLst/>
                  <a:rect l="l" t="t" r="r" b="b"/>
                  <a:pathLst>
                    <a:path w="345" h="433" extrusionOk="0">
                      <a:moveTo>
                        <a:pt x="136" y="1"/>
                      </a:moveTo>
                      <a:cubicBezTo>
                        <a:pt x="126" y="1"/>
                        <a:pt x="116" y="2"/>
                        <a:pt x="108" y="5"/>
                      </a:cubicBezTo>
                      <a:cubicBezTo>
                        <a:pt x="96" y="11"/>
                        <a:pt x="85" y="16"/>
                        <a:pt x="74" y="22"/>
                      </a:cubicBezTo>
                      <a:cubicBezTo>
                        <a:pt x="51" y="33"/>
                        <a:pt x="34" y="50"/>
                        <a:pt x="23" y="73"/>
                      </a:cubicBezTo>
                      <a:lnTo>
                        <a:pt x="6" y="107"/>
                      </a:lnTo>
                      <a:cubicBezTo>
                        <a:pt x="0" y="129"/>
                        <a:pt x="0" y="157"/>
                        <a:pt x="6" y="180"/>
                      </a:cubicBezTo>
                      <a:cubicBezTo>
                        <a:pt x="28" y="231"/>
                        <a:pt x="45" y="276"/>
                        <a:pt x="62" y="327"/>
                      </a:cubicBezTo>
                      <a:cubicBezTo>
                        <a:pt x="68" y="344"/>
                        <a:pt x="79" y="361"/>
                        <a:pt x="91" y="378"/>
                      </a:cubicBezTo>
                      <a:cubicBezTo>
                        <a:pt x="102" y="389"/>
                        <a:pt x="113" y="406"/>
                        <a:pt x="130" y="412"/>
                      </a:cubicBezTo>
                      <a:cubicBezTo>
                        <a:pt x="147" y="423"/>
                        <a:pt x="164" y="429"/>
                        <a:pt x="181" y="429"/>
                      </a:cubicBezTo>
                      <a:cubicBezTo>
                        <a:pt x="192" y="431"/>
                        <a:pt x="202" y="433"/>
                        <a:pt x="211" y="433"/>
                      </a:cubicBezTo>
                      <a:cubicBezTo>
                        <a:pt x="220" y="433"/>
                        <a:pt x="229" y="431"/>
                        <a:pt x="237" y="429"/>
                      </a:cubicBezTo>
                      <a:cubicBezTo>
                        <a:pt x="249" y="423"/>
                        <a:pt x="260" y="417"/>
                        <a:pt x="271" y="412"/>
                      </a:cubicBezTo>
                      <a:cubicBezTo>
                        <a:pt x="294" y="400"/>
                        <a:pt x="311" y="383"/>
                        <a:pt x="322" y="361"/>
                      </a:cubicBezTo>
                      <a:lnTo>
                        <a:pt x="339" y="327"/>
                      </a:lnTo>
                      <a:cubicBezTo>
                        <a:pt x="345" y="304"/>
                        <a:pt x="345" y="276"/>
                        <a:pt x="339" y="253"/>
                      </a:cubicBezTo>
                      <a:cubicBezTo>
                        <a:pt x="316" y="203"/>
                        <a:pt x="300" y="152"/>
                        <a:pt x="283" y="107"/>
                      </a:cubicBezTo>
                      <a:cubicBezTo>
                        <a:pt x="277" y="84"/>
                        <a:pt x="266" y="73"/>
                        <a:pt x="254" y="56"/>
                      </a:cubicBezTo>
                      <a:cubicBezTo>
                        <a:pt x="243" y="44"/>
                        <a:pt x="232" y="28"/>
                        <a:pt x="215" y="22"/>
                      </a:cubicBezTo>
                      <a:cubicBezTo>
                        <a:pt x="198" y="11"/>
                        <a:pt x="181" y="5"/>
                        <a:pt x="164" y="5"/>
                      </a:cubicBezTo>
                      <a:cubicBezTo>
                        <a:pt x="156" y="2"/>
                        <a:pt x="146" y="1"/>
                        <a:pt x="136"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28" name="Google Shape;1728;p53"/>
                <p:cNvSpPr/>
                <p:nvPr/>
              </p:nvSpPr>
              <p:spPr>
                <a:xfrm>
                  <a:off x="4081975" y="3608550"/>
                  <a:ext cx="999750" cy="705950"/>
                </a:xfrm>
                <a:custGeom>
                  <a:avLst/>
                  <a:gdLst/>
                  <a:ahLst/>
                  <a:cxnLst/>
                  <a:rect l="l" t="t" r="r" b="b"/>
                  <a:pathLst>
                    <a:path w="39990" h="28238" extrusionOk="0">
                      <a:moveTo>
                        <a:pt x="23780" y="300"/>
                      </a:moveTo>
                      <a:cubicBezTo>
                        <a:pt x="24485" y="893"/>
                        <a:pt x="25251" y="1417"/>
                        <a:pt x="26018" y="1910"/>
                      </a:cubicBezTo>
                      <a:cubicBezTo>
                        <a:pt x="26831" y="2430"/>
                        <a:pt x="27667" y="2915"/>
                        <a:pt x="28531" y="3344"/>
                      </a:cubicBezTo>
                      <a:cubicBezTo>
                        <a:pt x="29418" y="3785"/>
                        <a:pt x="30316" y="4186"/>
                        <a:pt x="31168" y="4694"/>
                      </a:cubicBezTo>
                      <a:cubicBezTo>
                        <a:pt x="33393" y="6021"/>
                        <a:pt x="35426" y="7840"/>
                        <a:pt x="36669" y="10138"/>
                      </a:cubicBezTo>
                      <a:cubicBezTo>
                        <a:pt x="36883" y="10527"/>
                        <a:pt x="37080" y="10916"/>
                        <a:pt x="37199" y="11338"/>
                      </a:cubicBezTo>
                      <a:lnTo>
                        <a:pt x="37199" y="11338"/>
                      </a:lnTo>
                      <a:cubicBezTo>
                        <a:pt x="37199" y="11339"/>
                        <a:pt x="37199" y="11340"/>
                        <a:pt x="37200" y="11341"/>
                      </a:cubicBezTo>
                      <a:cubicBezTo>
                        <a:pt x="37482" y="12290"/>
                        <a:pt x="37697" y="13261"/>
                        <a:pt x="37911" y="14227"/>
                      </a:cubicBezTo>
                      <a:cubicBezTo>
                        <a:pt x="38470" y="16813"/>
                        <a:pt x="38894" y="19434"/>
                        <a:pt x="39199" y="22060"/>
                      </a:cubicBezTo>
                      <a:cubicBezTo>
                        <a:pt x="39430" y="24018"/>
                        <a:pt x="39598" y="25986"/>
                        <a:pt x="39700" y="27955"/>
                      </a:cubicBezTo>
                      <a:lnTo>
                        <a:pt x="296" y="27955"/>
                      </a:lnTo>
                      <a:cubicBezTo>
                        <a:pt x="480" y="24417"/>
                        <a:pt x="867" y="20884"/>
                        <a:pt x="1469" y="17389"/>
                      </a:cubicBezTo>
                      <a:cubicBezTo>
                        <a:pt x="1796" y="15514"/>
                        <a:pt x="2175" y="13645"/>
                        <a:pt x="2661" y="11804"/>
                      </a:cubicBezTo>
                      <a:cubicBezTo>
                        <a:pt x="2836" y="11166"/>
                        <a:pt x="3067" y="10596"/>
                        <a:pt x="3395" y="10008"/>
                      </a:cubicBezTo>
                      <a:cubicBezTo>
                        <a:pt x="4569" y="7908"/>
                        <a:pt x="6399" y="6213"/>
                        <a:pt x="8421" y="4943"/>
                      </a:cubicBezTo>
                      <a:cubicBezTo>
                        <a:pt x="9189" y="4463"/>
                        <a:pt x="9985" y="4039"/>
                        <a:pt x="10804" y="3661"/>
                      </a:cubicBezTo>
                      <a:cubicBezTo>
                        <a:pt x="11662" y="3260"/>
                        <a:pt x="12498" y="2814"/>
                        <a:pt x="13306" y="2328"/>
                      </a:cubicBezTo>
                      <a:cubicBezTo>
                        <a:pt x="14294" y="1729"/>
                        <a:pt x="15248" y="1080"/>
                        <a:pt x="16146" y="357"/>
                      </a:cubicBezTo>
                      <a:cubicBezTo>
                        <a:pt x="16164" y="341"/>
                        <a:pt x="16182" y="327"/>
                        <a:pt x="16199" y="312"/>
                      </a:cubicBezTo>
                      <a:lnTo>
                        <a:pt x="16199" y="312"/>
                      </a:lnTo>
                      <a:cubicBezTo>
                        <a:pt x="16766" y="1161"/>
                        <a:pt x="17337" y="2004"/>
                        <a:pt x="17903" y="2853"/>
                      </a:cubicBezTo>
                      <a:cubicBezTo>
                        <a:pt x="17933" y="2900"/>
                        <a:pt x="17975" y="2921"/>
                        <a:pt x="18018" y="2921"/>
                      </a:cubicBezTo>
                      <a:cubicBezTo>
                        <a:pt x="18064" y="2921"/>
                        <a:pt x="18111" y="2897"/>
                        <a:pt x="18146" y="2853"/>
                      </a:cubicBezTo>
                      <a:lnTo>
                        <a:pt x="19981" y="437"/>
                      </a:lnTo>
                      <a:lnTo>
                        <a:pt x="19981" y="437"/>
                      </a:lnTo>
                      <a:cubicBezTo>
                        <a:pt x="20520" y="1244"/>
                        <a:pt x="21058" y="2046"/>
                        <a:pt x="21596" y="2853"/>
                      </a:cubicBezTo>
                      <a:cubicBezTo>
                        <a:pt x="21626" y="2900"/>
                        <a:pt x="21670" y="2921"/>
                        <a:pt x="21713" y="2921"/>
                      </a:cubicBezTo>
                      <a:cubicBezTo>
                        <a:pt x="21760" y="2921"/>
                        <a:pt x="21807" y="2897"/>
                        <a:pt x="21839" y="2853"/>
                      </a:cubicBezTo>
                      <a:cubicBezTo>
                        <a:pt x="22484" y="2000"/>
                        <a:pt x="23134" y="1153"/>
                        <a:pt x="23780" y="300"/>
                      </a:cubicBezTo>
                      <a:close/>
                      <a:moveTo>
                        <a:pt x="23761" y="0"/>
                      </a:moveTo>
                      <a:cubicBezTo>
                        <a:pt x="23742" y="0"/>
                        <a:pt x="23723" y="3"/>
                        <a:pt x="23703" y="7"/>
                      </a:cubicBezTo>
                      <a:cubicBezTo>
                        <a:pt x="23573" y="35"/>
                        <a:pt x="23460" y="255"/>
                        <a:pt x="23386" y="357"/>
                      </a:cubicBezTo>
                      <a:lnTo>
                        <a:pt x="22810" y="1114"/>
                      </a:lnTo>
                      <a:lnTo>
                        <a:pt x="21726" y="2542"/>
                      </a:lnTo>
                      <a:lnTo>
                        <a:pt x="21726" y="2542"/>
                      </a:lnTo>
                      <a:cubicBezTo>
                        <a:pt x="21187" y="1735"/>
                        <a:pt x="20649" y="928"/>
                        <a:pt x="20111" y="125"/>
                      </a:cubicBezTo>
                      <a:cubicBezTo>
                        <a:pt x="20081" y="79"/>
                        <a:pt x="20037" y="58"/>
                        <a:pt x="19994" y="58"/>
                      </a:cubicBezTo>
                      <a:cubicBezTo>
                        <a:pt x="19947" y="58"/>
                        <a:pt x="19900" y="82"/>
                        <a:pt x="19868" y="125"/>
                      </a:cubicBezTo>
                      <a:lnTo>
                        <a:pt x="18031" y="2543"/>
                      </a:lnTo>
                      <a:lnTo>
                        <a:pt x="18031" y="2543"/>
                      </a:lnTo>
                      <a:cubicBezTo>
                        <a:pt x="17545" y="1819"/>
                        <a:pt x="17063" y="1091"/>
                        <a:pt x="16581" y="368"/>
                      </a:cubicBezTo>
                      <a:cubicBezTo>
                        <a:pt x="16479" y="219"/>
                        <a:pt x="16373" y="5"/>
                        <a:pt x="16212" y="5"/>
                      </a:cubicBezTo>
                      <a:cubicBezTo>
                        <a:pt x="16161" y="5"/>
                        <a:pt x="16104" y="27"/>
                        <a:pt x="16039" y="80"/>
                      </a:cubicBezTo>
                      <a:cubicBezTo>
                        <a:pt x="15695" y="363"/>
                        <a:pt x="15339" y="628"/>
                        <a:pt x="14977" y="888"/>
                      </a:cubicBezTo>
                      <a:cubicBezTo>
                        <a:pt x="14266" y="1396"/>
                        <a:pt x="13532" y="1871"/>
                        <a:pt x="12775" y="2311"/>
                      </a:cubicBezTo>
                      <a:cubicBezTo>
                        <a:pt x="11821" y="2870"/>
                        <a:pt x="10821" y="3311"/>
                        <a:pt x="9838" y="3813"/>
                      </a:cubicBezTo>
                      <a:cubicBezTo>
                        <a:pt x="8223" y="4638"/>
                        <a:pt x="6704" y="5677"/>
                        <a:pt x="5411" y="6953"/>
                      </a:cubicBezTo>
                      <a:cubicBezTo>
                        <a:pt x="4558" y="7789"/>
                        <a:pt x="3796" y="8732"/>
                        <a:pt x="3203" y="9771"/>
                      </a:cubicBezTo>
                      <a:cubicBezTo>
                        <a:pt x="2937" y="10234"/>
                        <a:pt x="2689" y="10720"/>
                        <a:pt x="2531" y="11228"/>
                      </a:cubicBezTo>
                      <a:cubicBezTo>
                        <a:pt x="2135" y="12482"/>
                        <a:pt x="1876" y="13798"/>
                        <a:pt x="1616" y="15085"/>
                      </a:cubicBezTo>
                      <a:cubicBezTo>
                        <a:pt x="865" y="18801"/>
                        <a:pt x="373" y="22568"/>
                        <a:pt x="108" y="26346"/>
                      </a:cubicBezTo>
                      <a:cubicBezTo>
                        <a:pt x="68" y="26928"/>
                        <a:pt x="35" y="27515"/>
                        <a:pt x="6" y="28097"/>
                      </a:cubicBezTo>
                      <a:cubicBezTo>
                        <a:pt x="1" y="28176"/>
                        <a:pt x="74" y="28238"/>
                        <a:pt x="147" y="28238"/>
                      </a:cubicBezTo>
                      <a:lnTo>
                        <a:pt x="39848" y="28238"/>
                      </a:lnTo>
                      <a:cubicBezTo>
                        <a:pt x="39922" y="28238"/>
                        <a:pt x="39989" y="28176"/>
                        <a:pt x="39989" y="28097"/>
                      </a:cubicBezTo>
                      <a:cubicBezTo>
                        <a:pt x="39820" y="24737"/>
                        <a:pt x="39464" y="21382"/>
                        <a:pt x="38922" y="18056"/>
                      </a:cubicBezTo>
                      <a:cubicBezTo>
                        <a:pt x="38600" y="16096"/>
                        <a:pt x="38216" y="14148"/>
                        <a:pt x="37731" y="12222"/>
                      </a:cubicBezTo>
                      <a:cubicBezTo>
                        <a:pt x="37651" y="11900"/>
                        <a:pt x="37567" y="11578"/>
                        <a:pt x="37471" y="11262"/>
                      </a:cubicBezTo>
                      <a:cubicBezTo>
                        <a:pt x="37313" y="10697"/>
                        <a:pt x="37019" y="10149"/>
                        <a:pt x="36720" y="9647"/>
                      </a:cubicBezTo>
                      <a:cubicBezTo>
                        <a:pt x="35918" y="8292"/>
                        <a:pt x="34845" y="7106"/>
                        <a:pt x="33636" y="6095"/>
                      </a:cubicBezTo>
                      <a:cubicBezTo>
                        <a:pt x="32778" y="5378"/>
                        <a:pt x="31846" y="4745"/>
                        <a:pt x="30863" y="4192"/>
                      </a:cubicBezTo>
                      <a:cubicBezTo>
                        <a:pt x="29700" y="3542"/>
                        <a:pt x="28463" y="3028"/>
                        <a:pt x="27300" y="2362"/>
                      </a:cubicBezTo>
                      <a:cubicBezTo>
                        <a:pt x="26408" y="1848"/>
                        <a:pt x="25544" y="1283"/>
                        <a:pt x="24713" y="668"/>
                      </a:cubicBezTo>
                      <a:cubicBezTo>
                        <a:pt x="24493" y="504"/>
                        <a:pt x="24273" y="340"/>
                        <a:pt x="24064" y="165"/>
                      </a:cubicBezTo>
                      <a:cubicBezTo>
                        <a:pt x="23966" y="91"/>
                        <a:pt x="23884" y="0"/>
                        <a:pt x="23761"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29" name="Google Shape;1729;p53"/>
                <p:cNvSpPr/>
                <p:nvPr/>
              </p:nvSpPr>
              <p:spPr>
                <a:xfrm>
                  <a:off x="4577950" y="3608700"/>
                  <a:ext cx="101825" cy="72875"/>
                </a:xfrm>
                <a:custGeom>
                  <a:avLst/>
                  <a:gdLst/>
                  <a:ahLst/>
                  <a:cxnLst/>
                  <a:rect l="l" t="t" r="r" b="b"/>
                  <a:pathLst>
                    <a:path w="4073" h="2915" extrusionOk="0">
                      <a:moveTo>
                        <a:pt x="3599" y="283"/>
                      </a:moveTo>
                      <a:lnTo>
                        <a:pt x="2011" y="2373"/>
                      </a:lnTo>
                      <a:lnTo>
                        <a:pt x="1887" y="2536"/>
                      </a:lnTo>
                      <a:lnTo>
                        <a:pt x="1887" y="2536"/>
                      </a:lnTo>
                      <a:cubicBezTo>
                        <a:pt x="1421" y="1837"/>
                        <a:pt x="951" y="1141"/>
                        <a:pt x="486" y="441"/>
                      </a:cubicBezTo>
                      <a:lnTo>
                        <a:pt x="381" y="283"/>
                      </a:lnTo>
                      <a:close/>
                      <a:moveTo>
                        <a:pt x="187" y="1"/>
                      </a:moveTo>
                      <a:cubicBezTo>
                        <a:pt x="141" y="1"/>
                        <a:pt x="107" y="19"/>
                        <a:pt x="84" y="46"/>
                      </a:cubicBezTo>
                      <a:lnTo>
                        <a:pt x="84" y="46"/>
                      </a:lnTo>
                      <a:cubicBezTo>
                        <a:pt x="77" y="53"/>
                        <a:pt x="70" y="60"/>
                        <a:pt x="63" y="69"/>
                      </a:cubicBezTo>
                      <a:cubicBezTo>
                        <a:pt x="52" y="86"/>
                        <a:pt x="40" y="103"/>
                        <a:pt x="29" y="119"/>
                      </a:cubicBezTo>
                      <a:cubicBezTo>
                        <a:pt x="1" y="153"/>
                        <a:pt x="1" y="221"/>
                        <a:pt x="29" y="261"/>
                      </a:cubicBezTo>
                      <a:cubicBezTo>
                        <a:pt x="532" y="1017"/>
                        <a:pt x="1034" y="1769"/>
                        <a:pt x="1542" y="2525"/>
                      </a:cubicBezTo>
                      <a:cubicBezTo>
                        <a:pt x="1610" y="2633"/>
                        <a:pt x="1684" y="2740"/>
                        <a:pt x="1757" y="2847"/>
                      </a:cubicBezTo>
                      <a:cubicBezTo>
                        <a:pt x="1787" y="2894"/>
                        <a:pt x="1831" y="2915"/>
                        <a:pt x="1874" y="2915"/>
                      </a:cubicBezTo>
                      <a:cubicBezTo>
                        <a:pt x="1921" y="2915"/>
                        <a:pt x="1968" y="2891"/>
                        <a:pt x="2000" y="2847"/>
                      </a:cubicBezTo>
                      <a:lnTo>
                        <a:pt x="3751" y="543"/>
                      </a:lnTo>
                      <a:cubicBezTo>
                        <a:pt x="3835" y="430"/>
                        <a:pt x="3920" y="323"/>
                        <a:pt x="4005" y="210"/>
                      </a:cubicBezTo>
                      <a:cubicBezTo>
                        <a:pt x="4072" y="119"/>
                        <a:pt x="3976" y="1"/>
                        <a:pt x="3880"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30" name="Google Shape;1730;p53"/>
                <p:cNvSpPr/>
                <p:nvPr/>
              </p:nvSpPr>
              <p:spPr>
                <a:xfrm>
                  <a:off x="4484175" y="3608700"/>
                  <a:ext cx="101300" cy="72875"/>
                </a:xfrm>
                <a:custGeom>
                  <a:avLst/>
                  <a:gdLst/>
                  <a:ahLst/>
                  <a:cxnLst/>
                  <a:rect l="l" t="t" r="r" b="b"/>
                  <a:pathLst>
                    <a:path w="4052" h="2915" extrusionOk="0">
                      <a:moveTo>
                        <a:pt x="3655" y="283"/>
                      </a:moveTo>
                      <a:cubicBezTo>
                        <a:pt x="3121" y="981"/>
                        <a:pt x="2592" y="1682"/>
                        <a:pt x="2058" y="2378"/>
                      </a:cubicBezTo>
                      <a:cubicBezTo>
                        <a:pt x="2020" y="2432"/>
                        <a:pt x="1982" y="2484"/>
                        <a:pt x="1943" y="2535"/>
                      </a:cubicBezTo>
                      <a:lnTo>
                        <a:pt x="1943" y="2535"/>
                      </a:lnTo>
                      <a:cubicBezTo>
                        <a:pt x="1467" y="1824"/>
                        <a:pt x="992" y="1113"/>
                        <a:pt x="516" y="402"/>
                      </a:cubicBezTo>
                      <a:cubicBezTo>
                        <a:pt x="490" y="362"/>
                        <a:pt x="464" y="323"/>
                        <a:pt x="439" y="283"/>
                      </a:cubicBezTo>
                      <a:close/>
                      <a:moveTo>
                        <a:pt x="171" y="1"/>
                      </a:moveTo>
                      <a:cubicBezTo>
                        <a:pt x="132" y="1"/>
                        <a:pt x="101" y="14"/>
                        <a:pt x="79" y="36"/>
                      </a:cubicBezTo>
                      <a:lnTo>
                        <a:pt x="79" y="36"/>
                      </a:lnTo>
                      <a:cubicBezTo>
                        <a:pt x="27" y="74"/>
                        <a:pt x="1" y="141"/>
                        <a:pt x="47" y="210"/>
                      </a:cubicBezTo>
                      <a:lnTo>
                        <a:pt x="1589" y="2514"/>
                      </a:lnTo>
                      <a:cubicBezTo>
                        <a:pt x="1668" y="2627"/>
                        <a:pt x="1741" y="2734"/>
                        <a:pt x="1815" y="2847"/>
                      </a:cubicBezTo>
                      <a:cubicBezTo>
                        <a:pt x="1845" y="2894"/>
                        <a:pt x="1887" y="2915"/>
                        <a:pt x="1930" y="2915"/>
                      </a:cubicBezTo>
                      <a:cubicBezTo>
                        <a:pt x="1976" y="2915"/>
                        <a:pt x="2023" y="2891"/>
                        <a:pt x="2058" y="2847"/>
                      </a:cubicBezTo>
                      <a:cubicBezTo>
                        <a:pt x="2628" y="2090"/>
                        <a:pt x="3204" y="1339"/>
                        <a:pt x="3774" y="583"/>
                      </a:cubicBezTo>
                      <a:cubicBezTo>
                        <a:pt x="3859" y="475"/>
                        <a:pt x="3938" y="368"/>
                        <a:pt x="4023" y="261"/>
                      </a:cubicBezTo>
                      <a:cubicBezTo>
                        <a:pt x="4051" y="221"/>
                        <a:pt x="4045" y="153"/>
                        <a:pt x="4023" y="119"/>
                      </a:cubicBezTo>
                      <a:cubicBezTo>
                        <a:pt x="3966" y="35"/>
                        <a:pt x="3910" y="1"/>
                        <a:pt x="3820"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31" name="Google Shape;1731;p53"/>
                <p:cNvSpPr/>
                <p:nvPr/>
              </p:nvSpPr>
              <p:spPr>
                <a:xfrm>
                  <a:off x="4577250" y="3608600"/>
                  <a:ext cx="8925" cy="8325"/>
                </a:xfrm>
                <a:custGeom>
                  <a:avLst/>
                  <a:gdLst/>
                  <a:ahLst/>
                  <a:cxnLst/>
                  <a:rect l="l" t="t" r="r" b="b"/>
                  <a:pathLst>
                    <a:path w="357" h="333" extrusionOk="0">
                      <a:moveTo>
                        <a:pt x="215" y="1"/>
                      </a:moveTo>
                      <a:cubicBezTo>
                        <a:pt x="202" y="1"/>
                        <a:pt x="190" y="2"/>
                        <a:pt x="176" y="5"/>
                      </a:cubicBezTo>
                      <a:lnTo>
                        <a:pt x="142" y="5"/>
                      </a:lnTo>
                      <a:cubicBezTo>
                        <a:pt x="91" y="5"/>
                        <a:pt x="46" y="27"/>
                        <a:pt x="23" y="73"/>
                      </a:cubicBezTo>
                      <a:cubicBezTo>
                        <a:pt x="6" y="95"/>
                        <a:pt x="1" y="118"/>
                        <a:pt x="1" y="146"/>
                      </a:cubicBezTo>
                      <a:cubicBezTo>
                        <a:pt x="1" y="169"/>
                        <a:pt x="6" y="191"/>
                        <a:pt x="23" y="214"/>
                      </a:cubicBezTo>
                      <a:cubicBezTo>
                        <a:pt x="34" y="231"/>
                        <a:pt x="46" y="248"/>
                        <a:pt x="57" y="265"/>
                      </a:cubicBezTo>
                      <a:cubicBezTo>
                        <a:pt x="68" y="287"/>
                        <a:pt x="85" y="304"/>
                        <a:pt x="108" y="316"/>
                      </a:cubicBezTo>
                      <a:cubicBezTo>
                        <a:pt x="125" y="327"/>
                        <a:pt x="153" y="332"/>
                        <a:pt x="176" y="332"/>
                      </a:cubicBezTo>
                      <a:cubicBezTo>
                        <a:pt x="204" y="332"/>
                        <a:pt x="226" y="327"/>
                        <a:pt x="249" y="316"/>
                      </a:cubicBezTo>
                      <a:cubicBezTo>
                        <a:pt x="272" y="304"/>
                        <a:pt x="289" y="287"/>
                        <a:pt x="300" y="265"/>
                      </a:cubicBezTo>
                      <a:cubicBezTo>
                        <a:pt x="305" y="256"/>
                        <a:pt x="311" y="249"/>
                        <a:pt x="317" y="242"/>
                      </a:cubicBezTo>
                      <a:lnTo>
                        <a:pt x="317" y="242"/>
                      </a:lnTo>
                      <a:cubicBezTo>
                        <a:pt x="317" y="242"/>
                        <a:pt x="317" y="242"/>
                        <a:pt x="317" y="242"/>
                      </a:cubicBezTo>
                      <a:cubicBezTo>
                        <a:pt x="323" y="236"/>
                        <a:pt x="330" y="227"/>
                        <a:pt x="335" y="218"/>
                      </a:cubicBezTo>
                      <a:lnTo>
                        <a:pt x="335" y="218"/>
                      </a:lnTo>
                      <a:cubicBezTo>
                        <a:pt x="336" y="217"/>
                        <a:pt x="337" y="216"/>
                        <a:pt x="339" y="214"/>
                      </a:cubicBezTo>
                      <a:cubicBezTo>
                        <a:pt x="345" y="197"/>
                        <a:pt x="351" y="180"/>
                        <a:pt x="356" y="163"/>
                      </a:cubicBezTo>
                      <a:cubicBezTo>
                        <a:pt x="356" y="159"/>
                        <a:pt x="356" y="154"/>
                        <a:pt x="356" y="150"/>
                      </a:cubicBezTo>
                      <a:lnTo>
                        <a:pt x="356" y="150"/>
                      </a:lnTo>
                      <a:cubicBezTo>
                        <a:pt x="356" y="148"/>
                        <a:pt x="356" y="147"/>
                        <a:pt x="356" y="146"/>
                      </a:cubicBezTo>
                      <a:lnTo>
                        <a:pt x="356" y="145"/>
                      </a:lnTo>
                      <a:lnTo>
                        <a:pt x="356" y="145"/>
                      </a:lnTo>
                      <a:cubicBezTo>
                        <a:pt x="356" y="132"/>
                        <a:pt x="354" y="118"/>
                        <a:pt x="351" y="107"/>
                      </a:cubicBezTo>
                      <a:cubicBezTo>
                        <a:pt x="348" y="96"/>
                        <a:pt x="344" y="85"/>
                        <a:pt x="339" y="75"/>
                      </a:cubicBezTo>
                      <a:lnTo>
                        <a:pt x="339" y="75"/>
                      </a:lnTo>
                      <a:cubicBezTo>
                        <a:pt x="336" y="68"/>
                        <a:pt x="332" y="62"/>
                        <a:pt x="328" y="56"/>
                      </a:cubicBezTo>
                      <a:cubicBezTo>
                        <a:pt x="317" y="44"/>
                        <a:pt x="305" y="27"/>
                        <a:pt x="289" y="22"/>
                      </a:cubicBezTo>
                      <a:cubicBezTo>
                        <a:pt x="277" y="16"/>
                        <a:pt x="266" y="11"/>
                        <a:pt x="255" y="5"/>
                      </a:cubicBezTo>
                      <a:cubicBezTo>
                        <a:pt x="241" y="2"/>
                        <a:pt x="228" y="1"/>
                        <a:pt x="215"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732" name="Google Shape;1732;p53"/>
              <p:cNvGrpSpPr/>
              <p:nvPr/>
            </p:nvGrpSpPr>
            <p:grpSpPr>
              <a:xfrm flipH="1">
                <a:off x="-235491" y="3118726"/>
                <a:ext cx="1403949" cy="1713667"/>
                <a:chOff x="2530500" y="1412150"/>
                <a:chExt cx="999750" cy="1220300"/>
              </a:xfrm>
            </p:grpSpPr>
            <p:sp>
              <p:nvSpPr>
                <p:cNvPr id="1733" name="Google Shape;1733;p53"/>
                <p:cNvSpPr/>
                <p:nvPr/>
              </p:nvSpPr>
              <p:spPr>
                <a:xfrm>
                  <a:off x="2932025" y="1470100"/>
                  <a:ext cx="334350" cy="463500"/>
                </a:xfrm>
                <a:custGeom>
                  <a:avLst/>
                  <a:gdLst/>
                  <a:ahLst/>
                  <a:cxnLst/>
                  <a:rect l="l" t="t" r="r" b="b"/>
                  <a:pathLst>
                    <a:path w="13374" h="18540" extrusionOk="0">
                      <a:moveTo>
                        <a:pt x="2578" y="415"/>
                      </a:moveTo>
                      <a:lnTo>
                        <a:pt x="2578" y="415"/>
                      </a:lnTo>
                      <a:cubicBezTo>
                        <a:pt x="4084" y="774"/>
                        <a:pt x="5637" y="1007"/>
                        <a:pt x="7189" y="1007"/>
                      </a:cubicBezTo>
                      <a:cubicBezTo>
                        <a:pt x="7284" y="1007"/>
                        <a:pt x="7378" y="1006"/>
                        <a:pt x="7472" y="1004"/>
                      </a:cubicBezTo>
                      <a:cubicBezTo>
                        <a:pt x="8387" y="988"/>
                        <a:pt x="9330" y="897"/>
                        <a:pt x="10211" y="620"/>
                      </a:cubicBezTo>
                      <a:cubicBezTo>
                        <a:pt x="10318" y="586"/>
                        <a:pt x="10428" y="552"/>
                        <a:pt x="10534" y="508"/>
                      </a:cubicBezTo>
                      <a:lnTo>
                        <a:pt x="10534" y="508"/>
                      </a:lnTo>
                      <a:cubicBezTo>
                        <a:pt x="11027" y="1155"/>
                        <a:pt x="11345" y="1943"/>
                        <a:pt x="11426" y="2755"/>
                      </a:cubicBezTo>
                      <a:cubicBezTo>
                        <a:pt x="11465" y="3145"/>
                        <a:pt x="11454" y="3546"/>
                        <a:pt x="11454" y="3941"/>
                      </a:cubicBezTo>
                      <a:lnTo>
                        <a:pt x="11454" y="5359"/>
                      </a:lnTo>
                      <a:cubicBezTo>
                        <a:pt x="11454" y="5455"/>
                        <a:pt x="11426" y="5613"/>
                        <a:pt x="11493" y="5686"/>
                      </a:cubicBezTo>
                      <a:cubicBezTo>
                        <a:pt x="11584" y="5782"/>
                        <a:pt x="11714" y="5861"/>
                        <a:pt x="11815" y="5940"/>
                      </a:cubicBezTo>
                      <a:cubicBezTo>
                        <a:pt x="12160" y="6217"/>
                        <a:pt x="12504" y="6488"/>
                        <a:pt x="12854" y="6765"/>
                      </a:cubicBezTo>
                      <a:cubicBezTo>
                        <a:pt x="13029" y="6912"/>
                        <a:pt x="13120" y="7132"/>
                        <a:pt x="13018" y="7352"/>
                      </a:cubicBezTo>
                      <a:cubicBezTo>
                        <a:pt x="12922" y="7567"/>
                        <a:pt x="12702" y="7674"/>
                        <a:pt x="12476" y="7680"/>
                      </a:cubicBezTo>
                      <a:lnTo>
                        <a:pt x="11567" y="7680"/>
                      </a:lnTo>
                      <a:cubicBezTo>
                        <a:pt x="11488" y="7680"/>
                        <a:pt x="11431" y="7742"/>
                        <a:pt x="11426" y="7821"/>
                      </a:cubicBezTo>
                      <a:cubicBezTo>
                        <a:pt x="11267" y="9588"/>
                        <a:pt x="10307" y="11232"/>
                        <a:pt x="8833" y="12231"/>
                      </a:cubicBezTo>
                      <a:cubicBezTo>
                        <a:pt x="8421" y="12514"/>
                        <a:pt x="7975" y="12740"/>
                        <a:pt x="7512" y="12909"/>
                      </a:cubicBezTo>
                      <a:cubicBezTo>
                        <a:pt x="7450" y="12932"/>
                        <a:pt x="7405" y="12982"/>
                        <a:pt x="7405" y="13045"/>
                      </a:cubicBezTo>
                      <a:lnTo>
                        <a:pt x="7405" y="14857"/>
                      </a:lnTo>
                      <a:lnTo>
                        <a:pt x="7405" y="17738"/>
                      </a:lnTo>
                      <a:lnTo>
                        <a:pt x="7405" y="18257"/>
                      </a:lnTo>
                      <a:lnTo>
                        <a:pt x="283" y="18257"/>
                      </a:lnTo>
                      <a:lnTo>
                        <a:pt x="283" y="16710"/>
                      </a:lnTo>
                      <a:lnTo>
                        <a:pt x="283" y="14022"/>
                      </a:lnTo>
                      <a:lnTo>
                        <a:pt x="283" y="13406"/>
                      </a:lnTo>
                      <a:lnTo>
                        <a:pt x="283" y="11746"/>
                      </a:lnTo>
                      <a:lnTo>
                        <a:pt x="283" y="10808"/>
                      </a:lnTo>
                      <a:lnTo>
                        <a:pt x="283" y="8617"/>
                      </a:lnTo>
                      <a:lnTo>
                        <a:pt x="283" y="6347"/>
                      </a:lnTo>
                      <a:lnTo>
                        <a:pt x="283" y="5534"/>
                      </a:lnTo>
                      <a:cubicBezTo>
                        <a:pt x="283" y="5445"/>
                        <a:pt x="291" y="5351"/>
                        <a:pt x="291" y="5261"/>
                      </a:cubicBezTo>
                      <a:lnTo>
                        <a:pt x="291" y="5261"/>
                      </a:lnTo>
                      <a:cubicBezTo>
                        <a:pt x="1182" y="5259"/>
                        <a:pt x="2088" y="4818"/>
                        <a:pt x="2650" y="4144"/>
                      </a:cubicBezTo>
                      <a:cubicBezTo>
                        <a:pt x="3276" y="3393"/>
                        <a:pt x="3497" y="2360"/>
                        <a:pt x="3180" y="1428"/>
                      </a:cubicBezTo>
                      <a:cubicBezTo>
                        <a:pt x="3051" y="1049"/>
                        <a:pt x="2843" y="707"/>
                        <a:pt x="2578" y="415"/>
                      </a:cubicBezTo>
                      <a:close/>
                      <a:moveTo>
                        <a:pt x="2078" y="0"/>
                      </a:moveTo>
                      <a:cubicBezTo>
                        <a:pt x="1940" y="0"/>
                        <a:pt x="1898" y="182"/>
                        <a:pt x="2011" y="265"/>
                      </a:cubicBezTo>
                      <a:cubicBezTo>
                        <a:pt x="2763" y="846"/>
                        <a:pt x="3175" y="1806"/>
                        <a:pt x="3005" y="2750"/>
                      </a:cubicBezTo>
                      <a:cubicBezTo>
                        <a:pt x="2859" y="3574"/>
                        <a:pt x="2305" y="4269"/>
                        <a:pt x="1571" y="4653"/>
                      </a:cubicBezTo>
                      <a:cubicBezTo>
                        <a:pt x="1181" y="4853"/>
                        <a:pt x="721" y="4978"/>
                        <a:pt x="275" y="4978"/>
                      </a:cubicBezTo>
                      <a:cubicBezTo>
                        <a:pt x="231" y="4978"/>
                        <a:pt x="186" y="4977"/>
                        <a:pt x="142" y="4975"/>
                      </a:cubicBezTo>
                      <a:cubicBezTo>
                        <a:pt x="69" y="4975"/>
                        <a:pt x="1" y="5042"/>
                        <a:pt x="1" y="5116"/>
                      </a:cubicBezTo>
                      <a:lnTo>
                        <a:pt x="1" y="6115"/>
                      </a:lnTo>
                      <a:lnTo>
                        <a:pt x="1" y="8323"/>
                      </a:lnTo>
                      <a:lnTo>
                        <a:pt x="1" y="10588"/>
                      </a:lnTo>
                      <a:lnTo>
                        <a:pt x="1" y="11734"/>
                      </a:lnTo>
                      <a:lnTo>
                        <a:pt x="1" y="13338"/>
                      </a:lnTo>
                      <a:lnTo>
                        <a:pt x="1" y="13406"/>
                      </a:lnTo>
                      <a:lnTo>
                        <a:pt x="1" y="15095"/>
                      </a:lnTo>
                      <a:lnTo>
                        <a:pt x="1" y="17783"/>
                      </a:lnTo>
                      <a:lnTo>
                        <a:pt x="1" y="18398"/>
                      </a:lnTo>
                      <a:cubicBezTo>
                        <a:pt x="1" y="18472"/>
                        <a:pt x="69" y="18539"/>
                        <a:pt x="142" y="18539"/>
                      </a:cubicBezTo>
                      <a:lnTo>
                        <a:pt x="7546" y="18539"/>
                      </a:lnTo>
                      <a:cubicBezTo>
                        <a:pt x="7625" y="18539"/>
                        <a:pt x="7687" y="18472"/>
                        <a:pt x="7687" y="18398"/>
                      </a:cubicBezTo>
                      <a:lnTo>
                        <a:pt x="7687" y="16585"/>
                      </a:lnTo>
                      <a:lnTo>
                        <a:pt x="7687" y="13705"/>
                      </a:lnTo>
                      <a:lnTo>
                        <a:pt x="7687" y="13142"/>
                      </a:lnTo>
                      <a:lnTo>
                        <a:pt x="7687" y="13142"/>
                      </a:lnTo>
                      <a:cubicBezTo>
                        <a:pt x="9390" y="12493"/>
                        <a:pt x="10754" y="11113"/>
                        <a:pt x="11369" y="9385"/>
                      </a:cubicBezTo>
                      <a:cubicBezTo>
                        <a:pt x="11534" y="8927"/>
                        <a:pt x="11642" y="8446"/>
                        <a:pt x="11694" y="7962"/>
                      </a:cubicBezTo>
                      <a:lnTo>
                        <a:pt x="12448" y="7962"/>
                      </a:lnTo>
                      <a:cubicBezTo>
                        <a:pt x="12866" y="7956"/>
                        <a:pt x="13272" y="7702"/>
                        <a:pt x="13334" y="7262"/>
                      </a:cubicBezTo>
                      <a:cubicBezTo>
                        <a:pt x="13373" y="6994"/>
                        <a:pt x="13264" y="6742"/>
                        <a:pt x="13059" y="6568"/>
                      </a:cubicBezTo>
                      <a:lnTo>
                        <a:pt x="13059" y="6568"/>
                      </a:lnTo>
                      <a:cubicBezTo>
                        <a:pt x="13057" y="6566"/>
                        <a:pt x="13055" y="6563"/>
                        <a:pt x="13052" y="6561"/>
                      </a:cubicBezTo>
                      <a:lnTo>
                        <a:pt x="13052" y="6561"/>
                      </a:lnTo>
                      <a:cubicBezTo>
                        <a:pt x="13052" y="6561"/>
                        <a:pt x="13052" y="6561"/>
                        <a:pt x="13052" y="6561"/>
                      </a:cubicBezTo>
                      <a:cubicBezTo>
                        <a:pt x="13051" y="6561"/>
                        <a:pt x="13051" y="6560"/>
                        <a:pt x="13050" y="6560"/>
                      </a:cubicBezTo>
                      <a:lnTo>
                        <a:pt x="13050" y="6560"/>
                      </a:lnTo>
                      <a:cubicBezTo>
                        <a:pt x="12614" y="6216"/>
                        <a:pt x="12173" y="5868"/>
                        <a:pt x="11736" y="5524"/>
                      </a:cubicBezTo>
                      <a:lnTo>
                        <a:pt x="11736" y="5524"/>
                      </a:lnTo>
                      <a:lnTo>
                        <a:pt x="11736" y="4009"/>
                      </a:lnTo>
                      <a:cubicBezTo>
                        <a:pt x="11736" y="3309"/>
                        <a:pt x="11747" y="2614"/>
                        <a:pt x="11555" y="1931"/>
                      </a:cubicBezTo>
                      <a:cubicBezTo>
                        <a:pt x="11380" y="1298"/>
                        <a:pt x="11064" y="711"/>
                        <a:pt x="10646" y="203"/>
                      </a:cubicBezTo>
                      <a:cubicBezTo>
                        <a:pt x="10618" y="167"/>
                        <a:pt x="10586" y="153"/>
                        <a:pt x="10554" y="153"/>
                      </a:cubicBezTo>
                      <a:cubicBezTo>
                        <a:pt x="10501" y="153"/>
                        <a:pt x="10449" y="195"/>
                        <a:pt x="10426" y="250"/>
                      </a:cubicBezTo>
                      <a:lnTo>
                        <a:pt x="10426" y="250"/>
                      </a:lnTo>
                      <a:cubicBezTo>
                        <a:pt x="10354" y="276"/>
                        <a:pt x="10283" y="301"/>
                        <a:pt x="10211" y="327"/>
                      </a:cubicBezTo>
                      <a:cubicBezTo>
                        <a:pt x="9906" y="428"/>
                        <a:pt x="9590" y="502"/>
                        <a:pt x="9274" y="558"/>
                      </a:cubicBezTo>
                      <a:cubicBezTo>
                        <a:pt x="8602" y="679"/>
                        <a:pt x="7916" y="729"/>
                        <a:pt x="7230" y="729"/>
                      </a:cubicBezTo>
                      <a:cubicBezTo>
                        <a:pt x="6637" y="729"/>
                        <a:pt x="6043" y="692"/>
                        <a:pt x="5456" y="632"/>
                      </a:cubicBezTo>
                      <a:cubicBezTo>
                        <a:pt x="4333" y="513"/>
                        <a:pt x="3214" y="293"/>
                        <a:pt x="2119" y="5"/>
                      </a:cubicBezTo>
                      <a:cubicBezTo>
                        <a:pt x="2104" y="2"/>
                        <a:pt x="2091" y="0"/>
                        <a:pt x="2078"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34" name="Google Shape;1734;p53"/>
                <p:cNvSpPr/>
                <p:nvPr/>
              </p:nvSpPr>
              <p:spPr>
                <a:xfrm>
                  <a:off x="2793250" y="1412150"/>
                  <a:ext cx="406800" cy="355175"/>
                </a:xfrm>
                <a:custGeom>
                  <a:avLst/>
                  <a:gdLst/>
                  <a:ahLst/>
                  <a:cxnLst/>
                  <a:rect l="l" t="t" r="r" b="b"/>
                  <a:pathLst>
                    <a:path w="16272" h="14207" extrusionOk="0">
                      <a:moveTo>
                        <a:pt x="9000" y="284"/>
                      </a:moveTo>
                      <a:cubicBezTo>
                        <a:pt x="10460" y="284"/>
                        <a:pt x="11941" y="445"/>
                        <a:pt x="13328" y="917"/>
                      </a:cubicBezTo>
                      <a:cubicBezTo>
                        <a:pt x="13712" y="1041"/>
                        <a:pt x="14085" y="1199"/>
                        <a:pt x="14447" y="1385"/>
                      </a:cubicBezTo>
                      <a:cubicBezTo>
                        <a:pt x="14627" y="1476"/>
                        <a:pt x="14808" y="1577"/>
                        <a:pt x="14977" y="1690"/>
                      </a:cubicBezTo>
                      <a:cubicBezTo>
                        <a:pt x="15175" y="1815"/>
                        <a:pt x="15344" y="1961"/>
                        <a:pt x="15525" y="2108"/>
                      </a:cubicBezTo>
                      <a:cubicBezTo>
                        <a:pt x="15667" y="2250"/>
                        <a:pt x="15824" y="2407"/>
                        <a:pt x="15925" y="2587"/>
                      </a:cubicBezTo>
                      <a:lnTo>
                        <a:pt x="15925" y="2587"/>
                      </a:lnTo>
                      <a:cubicBezTo>
                        <a:pt x="15871" y="2606"/>
                        <a:pt x="15816" y="2625"/>
                        <a:pt x="15762" y="2645"/>
                      </a:cubicBezTo>
                      <a:cubicBezTo>
                        <a:pt x="15457" y="2746"/>
                        <a:pt x="15141" y="2820"/>
                        <a:pt x="14825" y="2876"/>
                      </a:cubicBezTo>
                      <a:cubicBezTo>
                        <a:pt x="14153" y="2997"/>
                        <a:pt x="13467" y="3047"/>
                        <a:pt x="12781" y="3047"/>
                      </a:cubicBezTo>
                      <a:cubicBezTo>
                        <a:pt x="12188" y="3047"/>
                        <a:pt x="11594" y="3010"/>
                        <a:pt x="11007" y="2950"/>
                      </a:cubicBezTo>
                      <a:cubicBezTo>
                        <a:pt x="9884" y="2831"/>
                        <a:pt x="8765" y="2611"/>
                        <a:pt x="7670" y="2323"/>
                      </a:cubicBezTo>
                      <a:cubicBezTo>
                        <a:pt x="7655" y="2320"/>
                        <a:pt x="7642" y="2318"/>
                        <a:pt x="7629" y="2318"/>
                      </a:cubicBezTo>
                      <a:cubicBezTo>
                        <a:pt x="7491" y="2318"/>
                        <a:pt x="7449" y="2500"/>
                        <a:pt x="7562" y="2583"/>
                      </a:cubicBezTo>
                      <a:cubicBezTo>
                        <a:pt x="8314" y="3164"/>
                        <a:pt x="8726" y="4124"/>
                        <a:pt x="8556" y="5068"/>
                      </a:cubicBezTo>
                      <a:cubicBezTo>
                        <a:pt x="8410" y="5892"/>
                        <a:pt x="7856" y="6587"/>
                        <a:pt x="7122" y="6971"/>
                      </a:cubicBezTo>
                      <a:cubicBezTo>
                        <a:pt x="6732" y="7171"/>
                        <a:pt x="6272" y="7296"/>
                        <a:pt x="5826" y="7296"/>
                      </a:cubicBezTo>
                      <a:cubicBezTo>
                        <a:pt x="5782" y="7296"/>
                        <a:pt x="5737" y="7295"/>
                        <a:pt x="5693" y="7293"/>
                      </a:cubicBezTo>
                      <a:cubicBezTo>
                        <a:pt x="5620" y="7293"/>
                        <a:pt x="5552" y="7360"/>
                        <a:pt x="5552" y="7434"/>
                      </a:cubicBezTo>
                      <a:lnTo>
                        <a:pt x="5552" y="9676"/>
                      </a:lnTo>
                      <a:lnTo>
                        <a:pt x="5552" y="13239"/>
                      </a:lnTo>
                      <a:lnTo>
                        <a:pt x="5552" y="13844"/>
                      </a:lnTo>
                      <a:lnTo>
                        <a:pt x="5552" y="13844"/>
                      </a:lnTo>
                      <a:cubicBezTo>
                        <a:pt x="5431" y="13786"/>
                        <a:pt x="5314" y="13726"/>
                        <a:pt x="5202" y="13663"/>
                      </a:cubicBezTo>
                      <a:cubicBezTo>
                        <a:pt x="4744" y="13414"/>
                        <a:pt x="4315" y="13121"/>
                        <a:pt x="3909" y="12793"/>
                      </a:cubicBezTo>
                      <a:cubicBezTo>
                        <a:pt x="3899" y="12785"/>
                        <a:pt x="3888" y="12779"/>
                        <a:pt x="3876" y="12773"/>
                      </a:cubicBezTo>
                      <a:lnTo>
                        <a:pt x="3876" y="12773"/>
                      </a:lnTo>
                      <a:cubicBezTo>
                        <a:pt x="2190" y="11740"/>
                        <a:pt x="1073" y="9951"/>
                        <a:pt x="594" y="8055"/>
                      </a:cubicBezTo>
                      <a:cubicBezTo>
                        <a:pt x="164" y="6344"/>
                        <a:pt x="198" y="4305"/>
                        <a:pt x="1356" y="2876"/>
                      </a:cubicBezTo>
                      <a:cubicBezTo>
                        <a:pt x="2192" y="1849"/>
                        <a:pt x="3423" y="1244"/>
                        <a:pt x="4671" y="872"/>
                      </a:cubicBezTo>
                      <a:cubicBezTo>
                        <a:pt x="6049" y="471"/>
                        <a:pt x="7489" y="296"/>
                        <a:pt x="8923" y="284"/>
                      </a:cubicBezTo>
                      <a:cubicBezTo>
                        <a:pt x="8949" y="284"/>
                        <a:pt x="8974" y="284"/>
                        <a:pt x="9000" y="284"/>
                      </a:cubicBezTo>
                      <a:close/>
                      <a:moveTo>
                        <a:pt x="9022" y="0"/>
                      </a:moveTo>
                      <a:cubicBezTo>
                        <a:pt x="8410" y="0"/>
                        <a:pt x="7798" y="33"/>
                        <a:pt x="7190" y="98"/>
                      </a:cubicBezTo>
                      <a:cubicBezTo>
                        <a:pt x="6314" y="194"/>
                        <a:pt x="5439" y="352"/>
                        <a:pt x="4592" y="595"/>
                      </a:cubicBezTo>
                      <a:cubicBezTo>
                        <a:pt x="4584" y="597"/>
                        <a:pt x="4577" y="600"/>
                        <a:pt x="4570" y="603"/>
                      </a:cubicBezTo>
                      <a:lnTo>
                        <a:pt x="4570" y="603"/>
                      </a:lnTo>
                      <a:cubicBezTo>
                        <a:pt x="3427" y="948"/>
                        <a:pt x="2309" y="1477"/>
                        <a:pt x="1463" y="2334"/>
                      </a:cubicBezTo>
                      <a:cubicBezTo>
                        <a:pt x="769" y="3034"/>
                        <a:pt x="339" y="3921"/>
                        <a:pt x="164" y="4892"/>
                      </a:cubicBezTo>
                      <a:cubicBezTo>
                        <a:pt x="1" y="5830"/>
                        <a:pt x="40" y="6796"/>
                        <a:pt x="232" y="7727"/>
                      </a:cubicBezTo>
                      <a:cubicBezTo>
                        <a:pt x="430" y="8727"/>
                        <a:pt x="808" y="9698"/>
                        <a:pt x="1339" y="10568"/>
                      </a:cubicBezTo>
                      <a:cubicBezTo>
                        <a:pt x="1870" y="11443"/>
                        <a:pt x="2570" y="12223"/>
                        <a:pt x="3417" y="12810"/>
                      </a:cubicBezTo>
                      <a:cubicBezTo>
                        <a:pt x="3524" y="12883"/>
                        <a:pt x="3631" y="12951"/>
                        <a:pt x="3738" y="13018"/>
                      </a:cubicBezTo>
                      <a:lnTo>
                        <a:pt x="3738" y="13018"/>
                      </a:lnTo>
                      <a:cubicBezTo>
                        <a:pt x="4318" y="13485"/>
                        <a:pt x="4959" y="13921"/>
                        <a:pt x="5659" y="14199"/>
                      </a:cubicBezTo>
                      <a:cubicBezTo>
                        <a:pt x="5672" y="14204"/>
                        <a:pt x="5685" y="14207"/>
                        <a:pt x="5697" y="14207"/>
                      </a:cubicBezTo>
                      <a:cubicBezTo>
                        <a:pt x="5769" y="14207"/>
                        <a:pt x="5834" y="14131"/>
                        <a:pt x="5834" y="14064"/>
                      </a:cubicBezTo>
                      <a:lnTo>
                        <a:pt x="5834" y="11822"/>
                      </a:lnTo>
                      <a:lnTo>
                        <a:pt x="5834" y="8258"/>
                      </a:lnTo>
                      <a:lnTo>
                        <a:pt x="5834" y="7579"/>
                      </a:lnTo>
                      <a:lnTo>
                        <a:pt x="5834" y="7579"/>
                      </a:lnTo>
                      <a:cubicBezTo>
                        <a:pt x="5835" y="7579"/>
                        <a:pt x="5836" y="7579"/>
                        <a:pt x="5837" y="7579"/>
                      </a:cubicBezTo>
                      <a:cubicBezTo>
                        <a:pt x="6730" y="7579"/>
                        <a:pt x="7638" y="7138"/>
                        <a:pt x="8201" y="6462"/>
                      </a:cubicBezTo>
                      <a:cubicBezTo>
                        <a:pt x="8827" y="5711"/>
                        <a:pt x="9048" y="4678"/>
                        <a:pt x="8731" y="3746"/>
                      </a:cubicBezTo>
                      <a:cubicBezTo>
                        <a:pt x="8602" y="3367"/>
                        <a:pt x="8394" y="3025"/>
                        <a:pt x="8129" y="2733"/>
                      </a:cubicBezTo>
                      <a:lnTo>
                        <a:pt x="8129" y="2733"/>
                      </a:lnTo>
                      <a:cubicBezTo>
                        <a:pt x="9635" y="3092"/>
                        <a:pt x="11188" y="3325"/>
                        <a:pt x="12740" y="3325"/>
                      </a:cubicBezTo>
                      <a:cubicBezTo>
                        <a:pt x="12835" y="3325"/>
                        <a:pt x="12929" y="3324"/>
                        <a:pt x="13023" y="3322"/>
                      </a:cubicBezTo>
                      <a:cubicBezTo>
                        <a:pt x="13938" y="3306"/>
                        <a:pt x="14881" y="3215"/>
                        <a:pt x="15762" y="2938"/>
                      </a:cubicBezTo>
                      <a:cubicBezTo>
                        <a:pt x="15904" y="2893"/>
                        <a:pt x="16050" y="2848"/>
                        <a:pt x="16186" y="2780"/>
                      </a:cubicBezTo>
                      <a:cubicBezTo>
                        <a:pt x="16194" y="2777"/>
                        <a:pt x="16201" y="2772"/>
                        <a:pt x="16208" y="2768"/>
                      </a:cubicBezTo>
                      <a:lnTo>
                        <a:pt x="16208" y="2768"/>
                      </a:lnTo>
                      <a:cubicBezTo>
                        <a:pt x="16248" y="2742"/>
                        <a:pt x="16272" y="2698"/>
                        <a:pt x="16255" y="2641"/>
                      </a:cubicBezTo>
                      <a:lnTo>
                        <a:pt x="16255" y="2641"/>
                      </a:lnTo>
                      <a:cubicBezTo>
                        <a:pt x="16252" y="2628"/>
                        <a:pt x="16247" y="2615"/>
                        <a:pt x="16240" y="2603"/>
                      </a:cubicBezTo>
                      <a:lnTo>
                        <a:pt x="16240" y="2603"/>
                      </a:lnTo>
                      <a:cubicBezTo>
                        <a:pt x="16129" y="2343"/>
                        <a:pt x="15944" y="2123"/>
                        <a:pt x="15742" y="1929"/>
                      </a:cubicBezTo>
                      <a:lnTo>
                        <a:pt x="15742" y="1929"/>
                      </a:lnTo>
                      <a:cubicBezTo>
                        <a:pt x="15736" y="1922"/>
                        <a:pt x="15730" y="1916"/>
                        <a:pt x="15723" y="1911"/>
                      </a:cubicBezTo>
                      <a:lnTo>
                        <a:pt x="15723" y="1911"/>
                      </a:lnTo>
                      <a:cubicBezTo>
                        <a:pt x="15723" y="1911"/>
                        <a:pt x="15723" y="1911"/>
                        <a:pt x="15723" y="1911"/>
                      </a:cubicBezTo>
                      <a:cubicBezTo>
                        <a:pt x="15565" y="1781"/>
                        <a:pt x="15412" y="1645"/>
                        <a:pt x="15243" y="1527"/>
                      </a:cubicBezTo>
                      <a:cubicBezTo>
                        <a:pt x="15090" y="1419"/>
                        <a:pt x="14932" y="1323"/>
                        <a:pt x="14768" y="1233"/>
                      </a:cubicBezTo>
                      <a:cubicBezTo>
                        <a:pt x="14435" y="1052"/>
                        <a:pt x="14091" y="900"/>
                        <a:pt x="13741" y="764"/>
                      </a:cubicBezTo>
                      <a:cubicBezTo>
                        <a:pt x="13023" y="488"/>
                        <a:pt x="12267" y="307"/>
                        <a:pt x="11510" y="188"/>
                      </a:cubicBezTo>
                      <a:cubicBezTo>
                        <a:pt x="10687" y="61"/>
                        <a:pt x="9854" y="0"/>
                        <a:pt x="902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35" name="Google Shape;1735;p53"/>
                <p:cNvSpPr/>
                <p:nvPr/>
              </p:nvSpPr>
              <p:spPr>
                <a:xfrm>
                  <a:off x="3144650" y="1661975"/>
                  <a:ext cx="80675" cy="37250"/>
                </a:xfrm>
                <a:custGeom>
                  <a:avLst/>
                  <a:gdLst/>
                  <a:ahLst/>
                  <a:cxnLst/>
                  <a:rect l="l" t="t" r="r" b="b"/>
                  <a:pathLst>
                    <a:path w="3227" h="1490" extrusionOk="0">
                      <a:moveTo>
                        <a:pt x="2922" y="287"/>
                      </a:moveTo>
                      <a:cubicBezTo>
                        <a:pt x="2887" y="597"/>
                        <a:pt x="2837" y="913"/>
                        <a:pt x="2737" y="1208"/>
                      </a:cubicBezTo>
                      <a:lnTo>
                        <a:pt x="298" y="1208"/>
                      </a:lnTo>
                      <a:cubicBezTo>
                        <a:pt x="334" y="918"/>
                        <a:pt x="480" y="643"/>
                        <a:pt x="718" y="468"/>
                      </a:cubicBezTo>
                      <a:cubicBezTo>
                        <a:pt x="904" y="332"/>
                        <a:pt x="1113" y="287"/>
                        <a:pt x="1339" y="287"/>
                      </a:cubicBezTo>
                      <a:close/>
                      <a:moveTo>
                        <a:pt x="1503" y="0"/>
                      </a:moveTo>
                      <a:cubicBezTo>
                        <a:pt x="1170" y="0"/>
                        <a:pt x="840" y="30"/>
                        <a:pt x="554" y="242"/>
                      </a:cubicBezTo>
                      <a:cubicBezTo>
                        <a:pt x="204" y="502"/>
                        <a:pt x="12" y="914"/>
                        <a:pt x="7" y="1349"/>
                      </a:cubicBezTo>
                      <a:cubicBezTo>
                        <a:pt x="1" y="1422"/>
                        <a:pt x="69" y="1490"/>
                        <a:pt x="148" y="1490"/>
                      </a:cubicBezTo>
                      <a:lnTo>
                        <a:pt x="2836" y="1490"/>
                      </a:lnTo>
                      <a:cubicBezTo>
                        <a:pt x="2904" y="1490"/>
                        <a:pt x="2954" y="1445"/>
                        <a:pt x="2971" y="1388"/>
                      </a:cubicBezTo>
                      <a:cubicBezTo>
                        <a:pt x="3118" y="993"/>
                        <a:pt x="3175" y="558"/>
                        <a:pt x="3220" y="146"/>
                      </a:cubicBezTo>
                      <a:cubicBezTo>
                        <a:pt x="3226" y="78"/>
                        <a:pt x="3190" y="35"/>
                        <a:pt x="3141" y="18"/>
                      </a:cubicBezTo>
                      <a:lnTo>
                        <a:pt x="3141" y="18"/>
                      </a:lnTo>
                      <a:cubicBezTo>
                        <a:pt x="3124" y="10"/>
                        <a:pt x="3103" y="5"/>
                        <a:pt x="3079" y="5"/>
                      </a:cubicBezTo>
                      <a:lnTo>
                        <a:pt x="1887" y="5"/>
                      </a:lnTo>
                      <a:cubicBezTo>
                        <a:pt x="1760" y="5"/>
                        <a:pt x="1631" y="0"/>
                        <a:pt x="150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36" name="Google Shape;1736;p53"/>
                <p:cNvSpPr/>
                <p:nvPr/>
              </p:nvSpPr>
              <p:spPr>
                <a:xfrm>
                  <a:off x="2530500" y="1926450"/>
                  <a:ext cx="999750" cy="706000"/>
                </a:xfrm>
                <a:custGeom>
                  <a:avLst/>
                  <a:gdLst/>
                  <a:ahLst/>
                  <a:cxnLst/>
                  <a:rect l="l" t="t" r="r" b="b"/>
                  <a:pathLst>
                    <a:path w="39990" h="28240" extrusionOk="0">
                      <a:moveTo>
                        <a:pt x="23761" y="285"/>
                      </a:moveTo>
                      <a:cubicBezTo>
                        <a:pt x="24471" y="879"/>
                        <a:pt x="25245" y="1409"/>
                        <a:pt x="26018" y="1906"/>
                      </a:cubicBezTo>
                      <a:cubicBezTo>
                        <a:pt x="26831" y="2431"/>
                        <a:pt x="27667" y="2911"/>
                        <a:pt x="28531" y="3341"/>
                      </a:cubicBezTo>
                      <a:cubicBezTo>
                        <a:pt x="29418" y="3781"/>
                        <a:pt x="30316" y="4188"/>
                        <a:pt x="31169" y="4696"/>
                      </a:cubicBezTo>
                      <a:cubicBezTo>
                        <a:pt x="33394" y="6023"/>
                        <a:pt x="35427" y="7836"/>
                        <a:pt x="36669" y="10134"/>
                      </a:cubicBezTo>
                      <a:cubicBezTo>
                        <a:pt x="36883" y="10523"/>
                        <a:pt x="37080" y="10912"/>
                        <a:pt x="37199" y="11334"/>
                      </a:cubicBezTo>
                      <a:lnTo>
                        <a:pt x="37199" y="11334"/>
                      </a:lnTo>
                      <a:cubicBezTo>
                        <a:pt x="37199" y="11335"/>
                        <a:pt x="37200" y="11336"/>
                        <a:pt x="37200" y="11337"/>
                      </a:cubicBezTo>
                      <a:cubicBezTo>
                        <a:pt x="37200" y="11337"/>
                        <a:pt x="37200" y="11337"/>
                        <a:pt x="37200" y="11337"/>
                      </a:cubicBezTo>
                      <a:lnTo>
                        <a:pt x="37200" y="11337"/>
                      </a:lnTo>
                      <a:cubicBezTo>
                        <a:pt x="37200" y="11338"/>
                        <a:pt x="37200" y="11339"/>
                        <a:pt x="37201" y="11339"/>
                      </a:cubicBezTo>
                      <a:lnTo>
                        <a:pt x="37201" y="11339"/>
                      </a:lnTo>
                      <a:cubicBezTo>
                        <a:pt x="37483" y="12288"/>
                        <a:pt x="37697" y="13258"/>
                        <a:pt x="37912" y="14229"/>
                      </a:cubicBezTo>
                      <a:cubicBezTo>
                        <a:pt x="38471" y="16815"/>
                        <a:pt x="38894" y="19430"/>
                        <a:pt x="39199" y="22056"/>
                      </a:cubicBezTo>
                      <a:cubicBezTo>
                        <a:pt x="39431" y="24019"/>
                        <a:pt x="39598" y="25983"/>
                        <a:pt x="39700" y="27957"/>
                      </a:cubicBezTo>
                      <a:lnTo>
                        <a:pt x="296" y="27957"/>
                      </a:lnTo>
                      <a:cubicBezTo>
                        <a:pt x="480" y="24413"/>
                        <a:pt x="867" y="20880"/>
                        <a:pt x="1469" y="17386"/>
                      </a:cubicBezTo>
                      <a:cubicBezTo>
                        <a:pt x="1797" y="15516"/>
                        <a:pt x="2175" y="13641"/>
                        <a:pt x="2661" y="11806"/>
                      </a:cubicBezTo>
                      <a:cubicBezTo>
                        <a:pt x="2836" y="11162"/>
                        <a:pt x="3067" y="10592"/>
                        <a:pt x="3395" y="10010"/>
                      </a:cubicBezTo>
                      <a:cubicBezTo>
                        <a:pt x="4570" y="7909"/>
                        <a:pt x="6399" y="6215"/>
                        <a:pt x="8421" y="4939"/>
                      </a:cubicBezTo>
                      <a:cubicBezTo>
                        <a:pt x="9189" y="4459"/>
                        <a:pt x="9985" y="4035"/>
                        <a:pt x="10799" y="3657"/>
                      </a:cubicBezTo>
                      <a:cubicBezTo>
                        <a:pt x="11663" y="3262"/>
                        <a:pt x="12499" y="2815"/>
                        <a:pt x="13306" y="2324"/>
                      </a:cubicBezTo>
                      <a:cubicBezTo>
                        <a:pt x="14294" y="1731"/>
                        <a:pt x="15249" y="1076"/>
                        <a:pt x="16147" y="353"/>
                      </a:cubicBezTo>
                      <a:cubicBezTo>
                        <a:pt x="16175" y="332"/>
                        <a:pt x="16203" y="308"/>
                        <a:pt x="16230" y="285"/>
                      </a:cubicBezTo>
                      <a:close/>
                      <a:moveTo>
                        <a:pt x="16542" y="1"/>
                      </a:moveTo>
                      <a:cubicBezTo>
                        <a:pt x="16440" y="1"/>
                        <a:pt x="16339" y="1"/>
                        <a:pt x="16237" y="3"/>
                      </a:cubicBezTo>
                      <a:cubicBezTo>
                        <a:pt x="16079" y="3"/>
                        <a:pt x="15977" y="127"/>
                        <a:pt x="15853" y="223"/>
                      </a:cubicBezTo>
                      <a:cubicBezTo>
                        <a:pt x="14938" y="957"/>
                        <a:pt x="13956" y="1613"/>
                        <a:pt x="12945" y="2211"/>
                      </a:cubicBezTo>
                      <a:cubicBezTo>
                        <a:pt x="11414" y="3115"/>
                        <a:pt x="9760" y="3764"/>
                        <a:pt x="8257" y="4713"/>
                      </a:cubicBezTo>
                      <a:cubicBezTo>
                        <a:pt x="6286" y="5955"/>
                        <a:pt x="4508" y="7587"/>
                        <a:pt x="3305" y="9598"/>
                      </a:cubicBezTo>
                      <a:cubicBezTo>
                        <a:pt x="2955" y="10180"/>
                        <a:pt x="2650" y="10801"/>
                        <a:pt x="2463" y="11456"/>
                      </a:cubicBezTo>
                      <a:cubicBezTo>
                        <a:pt x="2057" y="12935"/>
                        <a:pt x="1735" y="14438"/>
                        <a:pt x="1447" y="15945"/>
                      </a:cubicBezTo>
                      <a:cubicBezTo>
                        <a:pt x="859" y="19018"/>
                        <a:pt x="447" y="22124"/>
                        <a:pt x="193" y="25241"/>
                      </a:cubicBezTo>
                      <a:cubicBezTo>
                        <a:pt x="114" y="26190"/>
                        <a:pt x="52" y="27144"/>
                        <a:pt x="7" y="28098"/>
                      </a:cubicBezTo>
                      <a:cubicBezTo>
                        <a:pt x="1" y="28172"/>
                        <a:pt x="74" y="28240"/>
                        <a:pt x="148" y="28240"/>
                      </a:cubicBezTo>
                      <a:lnTo>
                        <a:pt x="39849" y="28240"/>
                      </a:lnTo>
                      <a:cubicBezTo>
                        <a:pt x="39922" y="28240"/>
                        <a:pt x="39990" y="28172"/>
                        <a:pt x="39990" y="28098"/>
                      </a:cubicBezTo>
                      <a:cubicBezTo>
                        <a:pt x="39820" y="24733"/>
                        <a:pt x="39465" y="21378"/>
                        <a:pt x="38922" y="18052"/>
                      </a:cubicBezTo>
                      <a:cubicBezTo>
                        <a:pt x="38601" y="16098"/>
                        <a:pt x="38217" y="14144"/>
                        <a:pt x="37731" y="12218"/>
                      </a:cubicBezTo>
                      <a:cubicBezTo>
                        <a:pt x="37652" y="11902"/>
                        <a:pt x="37567" y="11580"/>
                        <a:pt x="37471" y="11264"/>
                      </a:cubicBezTo>
                      <a:cubicBezTo>
                        <a:pt x="37398" y="10987"/>
                        <a:pt x="37273" y="10716"/>
                        <a:pt x="37155" y="10462"/>
                      </a:cubicBezTo>
                      <a:cubicBezTo>
                        <a:pt x="36833" y="9779"/>
                        <a:pt x="36426" y="9140"/>
                        <a:pt x="35980" y="8542"/>
                      </a:cubicBezTo>
                      <a:cubicBezTo>
                        <a:pt x="34309" y="6322"/>
                        <a:pt x="31993" y="4662"/>
                        <a:pt x="29497" y="3487"/>
                      </a:cubicBezTo>
                      <a:cubicBezTo>
                        <a:pt x="28012" y="2793"/>
                        <a:pt x="26589" y="1991"/>
                        <a:pt x="25239" y="1048"/>
                      </a:cubicBezTo>
                      <a:cubicBezTo>
                        <a:pt x="24866" y="782"/>
                        <a:pt x="24499" y="511"/>
                        <a:pt x="24138" y="223"/>
                      </a:cubicBezTo>
                      <a:cubicBezTo>
                        <a:pt x="24070" y="172"/>
                        <a:pt x="24002" y="110"/>
                        <a:pt x="23929" y="60"/>
                      </a:cubicBezTo>
                      <a:cubicBezTo>
                        <a:pt x="23863" y="9"/>
                        <a:pt x="23792" y="1"/>
                        <a:pt x="23716" y="1"/>
                      </a:cubicBezTo>
                      <a:cubicBezTo>
                        <a:pt x="23681" y="1"/>
                        <a:pt x="23644" y="3"/>
                        <a:pt x="23607" y="3"/>
                      </a:cubicBezTo>
                      <a:lnTo>
                        <a:pt x="17152" y="3"/>
                      </a:lnTo>
                      <a:cubicBezTo>
                        <a:pt x="16949" y="3"/>
                        <a:pt x="16745" y="1"/>
                        <a:pt x="1654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737" name="Google Shape;1737;p53"/>
              <p:cNvGrpSpPr/>
              <p:nvPr/>
            </p:nvGrpSpPr>
            <p:grpSpPr>
              <a:xfrm>
                <a:off x="1452812" y="2919174"/>
                <a:ext cx="1503024" cy="1913264"/>
                <a:chOff x="511450" y="3191125"/>
                <a:chExt cx="999750" cy="1272625"/>
              </a:xfrm>
            </p:grpSpPr>
            <p:sp>
              <p:nvSpPr>
                <p:cNvPr id="1738" name="Google Shape;1738;p53"/>
                <p:cNvSpPr/>
                <p:nvPr/>
              </p:nvSpPr>
              <p:spPr>
                <a:xfrm>
                  <a:off x="511450" y="3757725"/>
                  <a:ext cx="999750" cy="706025"/>
                </a:xfrm>
                <a:custGeom>
                  <a:avLst/>
                  <a:gdLst/>
                  <a:ahLst/>
                  <a:cxnLst/>
                  <a:rect l="l" t="t" r="r" b="b"/>
                  <a:pathLst>
                    <a:path w="39990" h="28241" extrusionOk="0">
                      <a:moveTo>
                        <a:pt x="23761" y="286"/>
                      </a:moveTo>
                      <a:cubicBezTo>
                        <a:pt x="24470" y="880"/>
                        <a:pt x="25239" y="1409"/>
                        <a:pt x="26018" y="1912"/>
                      </a:cubicBezTo>
                      <a:cubicBezTo>
                        <a:pt x="26831" y="2432"/>
                        <a:pt x="27667" y="2912"/>
                        <a:pt x="28531" y="3347"/>
                      </a:cubicBezTo>
                      <a:cubicBezTo>
                        <a:pt x="29417" y="3787"/>
                        <a:pt x="30315" y="4188"/>
                        <a:pt x="31168" y="4696"/>
                      </a:cubicBezTo>
                      <a:cubicBezTo>
                        <a:pt x="33393" y="6024"/>
                        <a:pt x="35426" y="7842"/>
                        <a:pt x="36668" y="10140"/>
                      </a:cubicBezTo>
                      <a:cubicBezTo>
                        <a:pt x="36877" y="10529"/>
                        <a:pt x="37080" y="10919"/>
                        <a:pt x="37199" y="11336"/>
                      </a:cubicBezTo>
                      <a:lnTo>
                        <a:pt x="37199" y="11336"/>
                      </a:lnTo>
                      <a:cubicBezTo>
                        <a:pt x="37199" y="11336"/>
                        <a:pt x="37199" y="11337"/>
                        <a:pt x="37199" y="11338"/>
                      </a:cubicBezTo>
                      <a:cubicBezTo>
                        <a:pt x="37199" y="11338"/>
                        <a:pt x="37199" y="11338"/>
                        <a:pt x="37199" y="11338"/>
                      </a:cubicBezTo>
                      <a:lnTo>
                        <a:pt x="37199" y="11338"/>
                      </a:lnTo>
                      <a:cubicBezTo>
                        <a:pt x="37199" y="11338"/>
                        <a:pt x="37200" y="11339"/>
                        <a:pt x="37200" y="11339"/>
                      </a:cubicBezTo>
                      <a:lnTo>
                        <a:pt x="37200" y="11339"/>
                      </a:lnTo>
                      <a:cubicBezTo>
                        <a:pt x="37482" y="12293"/>
                        <a:pt x="37696" y="13264"/>
                        <a:pt x="37905" y="14229"/>
                      </a:cubicBezTo>
                      <a:cubicBezTo>
                        <a:pt x="38470" y="16816"/>
                        <a:pt x="38888" y="19436"/>
                        <a:pt x="39198" y="22062"/>
                      </a:cubicBezTo>
                      <a:cubicBezTo>
                        <a:pt x="39430" y="24020"/>
                        <a:pt x="39597" y="25989"/>
                        <a:pt x="39694" y="27958"/>
                      </a:cubicBezTo>
                      <a:lnTo>
                        <a:pt x="295" y="27958"/>
                      </a:lnTo>
                      <a:cubicBezTo>
                        <a:pt x="479" y="24419"/>
                        <a:pt x="861" y="20886"/>
                        <a:pt x="1469" y="17392"/>
                      </a:cubicBezTo>
                      <a:cubicBezTo>
                        <a:pt x="1790" y="15517"/>
                        <a:pt x="2174" y="13647"/>
                        <a:pt x="2660" y="11806"/>
                      </a:cubicBezTo>
                      <a:cubicBezTo>
                        <a:pt x="2835" y="11163"/>
                        <a:pt x="3061" y="10598"/>
                        <a:pt x="3389" y="10011"/>
                      </a:cubicBezTo>
                      <a:cubicBezTo>
                        <a:pt x="4563" y="7910"/>
                        <a:pt x="6399" y="6216"/>
                        <a:pt x="8420" y="4945"/>
                      </a:cubicBezTo>
                      <a:cubicBezTo>
                        <a:pt x="9183" y="4465"/>
                        <a:pt x="9979" y="4041"/>
                        <a:pt x="10798" y="3663"/>
                      </a:cubicBezTo>
                      <a:cubicBezTo>
                        <a:pt x="11656" y="3262"/>
                        <a:pt x="12492" y="2816"/>
                        <a:pt x="13305" y="2330"/>
                      </a:cubicBezTo>
                      <a:cubicBezTo>
                        <a:pt x="14288" y="1732"/>
                        <a:pt x="15248" y="1082"/>
                        <a:pt x="16146" y="359"/>
                      </a:cubicBezTo>
                      <a:cubicBezTo>
                        <a:pt x="16172" y="333"/>
                        <a:pt x="16200" y="310"/>
                        <a:pt x="16229" y="286"/>
                      </a:cubicBezTo>
                      <a:close/>
                      <a:moveTo>
                        <a:pt x="16541" y="1"/>
                      </a:moveTo>
                      <a:cubicBezTo>
                        <a:pt x="16440" y="1"/>
                        <a:pt x="16338" y="2"/>
                        <a:pt x="16236" y="3"/>
                      </a:cubicBezTo>
                      <a:cubicBezTo>
                        <a:pt x="16078" y="9"/>
                        <a:pt x="15977" y="133"/>
                        <a:pt x="15852" y="229"/>
                      </a:cubicBezTo>
                      <a:cubicBezTo>
                        <a:pt x="14937" y="958"/>
                        <a:pt x="13955" y="1619"/>
                        <a:pt x="12944" y="2217"/>
                      </a:cubicBezTo>
                      <a:cubicBezTo>
                        <a:pt x="11414" y="3121"/>
                        <a:pt x="9753" y="3765"/>
                        <a:pt x="8251" y="4719"/>
                      </a:cubicBezTo>
                      <a:cubicBezTo>
                        <a:pt x="6286" y="5961"/>
                        <a:pt x="4501" y="7588"/>
                        <a:pt x="3304" y="9598"/>
                      </a:cubicBezTo>
                      <a:cubicBezTo>
                        <a:pt x="2954" y="10186"/>
                        <a:pt x="2643" y="10801"/>
                        <a:pt x="2463" y="11462"/>
                      </a:cubicBezTo>
                      <a:cubicBezTo>
                        <a:pt x="2056" y="12936"/>
                        <a:pt x="1734" y="14444"/>
                        <a:pt x="1446" y="15946"/>
                      </a:cubicBezTo>
                      <a:cubicBezTo>
                        <a:pt x="859" y="19018"/>
                        <a:pt x="446" y="22124"/>
                        <a:pt x="192" y="25241"/>
                      </a:cubicBezTo>
                      <a:cubicBezTo>
                        <a:pt x="113" y="26196"/>
                        <a:pt x="51" y="27145"/>
                        <a:pt x="6" y="28099"/>
                      </a:cubicBezTo>
                      <a:cubicBezTo>
                        <a:pt x="0" y="28178"/>
                        <a:pt x="74" y="28240"/>
                        <a:pt x="147" y="28240"/>
                      </a:cubicBezTo>
                      <a:lnTo>
                        <a:pt x="39842" y="28240"/>
                      </a:lnTo>
                      <a:cubicBezTo>
                        <a:pt x="39921" y="28240"/>
                        <a:pt x="39989" y="28178"/>
                        <a:pt x="39983" y="28099"/>
                      </a:cubicBezTo>
                      <a:cubicBezTo>
                        <a:pt x="39820" y="24739"/>
                        <a:pt x="39464" y="21384"/>
                        <a:pt x="38922" y="18058"/>
                      </a:cubicBezTo>
                      <a:cubicBezTo>
                        <a:pt x="38600" y="16098"/>
                        <a:pt x="38216" y="14150"/>
                        <a:pt x="37730" y="12224"/>
                      </a:cubicBezTo>
                      <a:cubicBezTo>
                        <a:pt x="37645" y="11902"/>
                        <a:pt x="37566" y="11580"/>
                        <a:pt x="37470" y="11264"/>
                      </a:cubicBezTo>
                      <a:cubicBezTo>
                        <a:pt x="37391" y="10988"/>
                        <a:pt x="37273" y="10722"/>
                        <a:pt x="37148" y="10462"/>
                      </a:cubicBezTo>
                      <a:cubicBezTo>
                        <a:pt x="36832" y="9785"/>
                        <a:pt x="36426" y="9146"/>
                        <a:pt x="35974" y="8542"/>
                      </a:cubicBezTo>
                      <a:cubicBezTo>
                        <a:pt x="34308" y="6323"/>
                        <a:pt x="31992" y="4663"/>
                        <a:pt x="29496" y="3494"/>
                      </a:cubicBezTo>
                      <a:cubicBezTo>
                        <a:pt x="28011" y="2793"/>
                        <a:pt x="26582" y="1991"/>
                        <a:pt x="25238" y="1048"/>
                      </a:cubicBezTo>
                      <a:cubicBezTo>
                        <a:pt x="24866" y="788"/>
                        <a:pt x="24493" y="517"/>
                        <a:pt x="24137" y="229"/>
                      </a:cubicBezTo>
                      <a:cubicBezTo>
                        <a:pt x="24069" y="173"/>
                        <a:pt x="24001" y="111"/>
                        <a:pt x="23928" y="60"/>
                      </a:cubicBezTo>
                      <a:cubicBezTo>
                        <a:pt x="23862" y="10"/>
                        <a:pt x="23791" y="2"/>
                        <a:pt x="23715" y="2"/>
                      </a:cubicBezTo>
                      <a:cubicBezTo>
                        <a:pt x="23680" y="2"/>
                        <a:pt x="23644" y="3"/>
                        <a:pt x="23606" y="3"/>
                      </a:cubicBezTo>
                      <a:lnTo>
                        <a:pt x="17151" y="3"/>
                      </a:lnTo>
                      <a:cubicBezTo>
                        <a:pt x="16948" y="3"/>
                        <a:pt x="16745" y="1"/>
                        <a:pt x="16541"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39" name="Google Shape;1739;p53"/>
                <p:cNvSpPr/>
                <p:nvPr/>
              </p:nvSpPr>
              <p:spPr>
                <a:xfrm>
                  <a:off x="916775" y="3306225"/>
                  <a:ext cx="335625" cy="458650"/>
                </a:xfrm>
                <a:custGeom>
                  <a:avLst/>
                  <a:gdLst/>
                  <a:ahLst/>
                  <a:cxnLst/>
                  <a:rect l="l" t="t" r="r" b="b"/>
                  <a:pathLst>
                    <a:path w="13425" h="18346" extrusionOk="0">
                      <a:moveTo>
                        <a:pt x="10560" y="355"/>
                      </a:moveTo>
                      <a:cubicBezTo>
                        <a:pt x="11145" y="1137"/>
                        <a:pt x="11448" y="2090"/>
                        <a:pt x="11448" y="3064"/>
                      </a:cubicBezTo>
                      <a:cubicBezTo>
                        <a:pt x="11448" y="3635"/>
                        <a:pt x="11448" y="4205"/>
                        <a:pt x="11448" y="4775"/>
                      </a:cubicBezTo>
                      <a:cubicBezTo>
                        <a:pt x="11448" y="4979"/>
                        <a:pt x="11437" y="5182"/>
                        <a:pt x="11448" y="5385"/>
                      </a:cubicBezTo>
                      <a:cubicBezTo>
                        <a:pt x="11454" y="5464"/>
                        <a:pt x="11487" y="5493"/>
                        <a:pt x="11544" y="5538"/>
                      </a:cubicBezTo>
                      <a:cubicBezTo>
                        <a:pt x="11634" y="5605"/>
                        <a:pt x="11725" y="5679"/>
                        <a:pt x="11809" y="5747"/>
                      </a:cubicBezTo>
                      <a:cubicBezTo>
                        <a:pt x="12075" y="5956"/>
                        <a:pt x="12335" y="6159"/>
                        <a:pt x="12594" y="6368"/>
                      </a:cubicBezTo>
                      <a:cubicBezTo>
                        <a:pt x="12758" y="6498"/>
                        <a:pt x="12984" y="6628"/>
                        <a:pt x="13046" y="6842"/>
                      </a:cubicBezTo>
                      <a:cubicBezTo>
                        <a:pt x="13097" y="7023"/>
                        <a:pt x="13024" y="7215"/>
                        <a:pt x="12888" y="7339"/>
                      </a:cubicBezTo>
                      <a:cubicBezTo>
                        <a:pt x="12764" y="7452"/>
                        <a:pt x="12600" y="7486"/>
                        <a:pt x="12436" y="7486"/>
                      </a:cubicBezTo>
                      <a:lnTo>
                        <a:pt x="11567" y="7486"/>
                      </a:lnTo>
                      <a:cubicBezTo>
                        <a:pt x="11487" y="7486"/>
                        <a:pt x="11431" y="7554"/>
                        <a:pt x="11425" y="7627"/>
                      </a:cubicBezTo>
                      <a:cubicBezTo>
                        <a:pt x="11267" y="9400"/>
                        <a:pt x="10302" y="11044"/>
                        <a:pt x="8833" y="12043"/>
                      </a:cubicBezTo>
                      <a:cubicBezTo>
                        <a:pt x="8421" y="12320"/>
                        <a:pt x="7975" y="12552"/>
                        <a:pt x="7506" y="12721"/>
                      </a:cubicBezTo>
                      <a:cubicBezTo>
                        <a:pt x="7450" y="12744"/>
                        <a:pt x="7404" y="12789"/>
                        <a:pt x="7404" y="12857"/>
                      </a:cubicBezTo>
                      <a:lnTo>
                        <a:pt x="7404" y="14664"/>
                      </a:lnTo>
                      <a:lnTo>
                        <a:pt x="7404" y="17550"/>
                      </a:lnTo>
                      <a:lnTo>
                        <a:pt x="7404" y="18063"/>
                      </a:lnTo>
                      <a:lnTo>
                        <a:pt x="283" y="18063"/>
                      </a:lnTo>
                      <a:lnTo>
                        <a:pt x="283" y="16522"/>
                      </a:lnTo>
                      <a:lnTo>
                        <a:pt x="283" y="13834"/>
                      </a:lnTo>
                      <a:lnTo>
                        <a:pt x="283" y="13218"/>
                      </a:lnTo>
                      <a:lnTo>
                        <a:pt x="283" y="11563"/>
                      </a:lnTo>
                      <a:lnTo>
                        <a:pt x="283" y="10643"/>
                      </a:lnTo>
                      <a:lnTo>
                        <a:pt x="283" y="8480"/>
                      </a:lnTo>
                      <a:lnTo>
                        <a:pt x="283" y="6221"/>
                      </a:lnTo>
                      <a:lnTo>
                        <a:pt x="283" y="5425"/>
                      </a:lnTo>
                      <a:cubicBezTo>
                        <a:pt x="283" y="5353"/>
                        <a:pt x="288" y="5278"/>
                        <a:pt x="290" y="5204"/>
                      </a:cubicBezTo>
                      <a:lnTo>
                        <a:pt x="290" y="5204"/>
                      </a:lnTo>
                      <a:cubicBezTo>
                        <a:pt x="583" y="5290"/>
                        <a:pt x="878" y="5370"/>
                        <a:pt x="1175" y="5430"/>
                      </a:cubicBezTo>
                      <a:cubicBezTo>
                        <a:pt x="1435" y="5487"/>
                        <a:pt x="1712" y="5543"/>
                        <a:pt x="1983" y="5543"/>
                      </a:cubicBezTo>
                      <a:cubicBezTo>
                        <a:pt x="2056" y="5543"/>
                        <a:pt x="2119" y="5476"/>
                        <a:pt x="2124" y="5402"/>
                      </a:cubicBezTo>
                      <a:cubicBezTo>
                        <a:pt x="2135" y="4933"/>
                        <a:pt x="2152" y="4465"/>
                        <a:pt x="2164" y="4002"/>
                      </a:cubicBezTo>
                      <a:cubicBezTo>
                        <a:pt x="2192" y="3262"/>
                        <a:pt x="2215" y="2516"/>
                        <a:pt x="2237" y="1777"/>
                      </a:cubicBezTo>
                      <a:cubicBezTo>
                        <a:pt x="2241" y="1658"/>
                        <a:pt x="2245" y="1536"/>
                        <a:pt x="2249" y="1416"/>
                      </a:cubicBezTo>
                      <a:lnTo>
                        <a:pt x="2249" y="1416"/>
                      </a:lnTo>
                      <a:cubicBezTo>
                        <a:pt x="3183" y="1496"/>
                        <a:pt x="4132" y="1554"/>
                        <a:pt x="5078" y="1554"/>
                      </a:cubicBezTo>
                      <a:cubicBezTo>
                        <a:pt x="6103" y="1554"/>
                        <a:pt x="7126" y="1486"/>
                        <a:pt x="8127" y="1302"/>
                      </a:cubicBezTo>
                      <a:cubicBezTo>
                        <a:pt x="8907" y="1161"/>
                        <a:pt x="9754" y="952"/>
                        <a:pt x="10403" y="478"/>
                      </a:cubicBezTo>
                      <a:cubicBezTo>
                        <a:pt x="10458" y="440"/>
                        <a:pt x="10509" y="399"/>
                        <a:pt x="10560" y="355"/>
                      </a:cubicBezTo>
                      <a:close/>
                      <a:moveTo>
                        <a:pt x="10570" y="1"/>
                      </a:moveTo>
                      <a:cubicBezTo>
                        <a:pt x="10532" y="1"/>
                        <a:pt x="10494" y="15"/>
                        <a:pt x="10471" y="43"/>
                      </a:cubicBezTo>
                      <a:cubicBezTo>
                        <a:pt x="10463" y="52"/>
                        <a:pt x="10457" y="59"/>
                        <a:pt x="10453" y="65"/>
                      </a:cubicBezTo>
                      <a:lnTo>
                        <a:pt x="10453" y="65"/>
                      </a:lnTo>
                      <a:cubicBezTo>
                        <a:pt x="10457" y="60"/>
                        <a:pt x="10460" y="55"/>
                        <a:pt x="10460" y="55"/>
                      </a:cubicBezTo>
                      <a:cubicBezTo>
                        <a:pt x="10459" y="55"/>
                        <a:pt x="10457" y="56"/>
                        <a:pt x="10454" y="60"/>
                      </a:cubicBezTo>
                      <a:cubicBezTo>
                        <a:pt x="10443" y="71"/>
                        <a:pt x="10431" y="82"/>
                        <a:pt x="10420" y="94"/>
                      </a:cubicBezTo>
                      <a:cubicBezTo>
                        <a:pt x="10381" y="138"/>
                        <a:pt x="10332" y="177"/>
                        <a:pt x="10287" y="216"/>
                      </a:cubicBezTo>
                      <a:lnTo>
                        <a:pt x="10287" y="216"/>
                      </a:lnTo>
                      <a:cubicBezTo>
                        <a:pt x="10276" y="224"/>
                        <a:pt x="10261" y="236"/>
                        <a:pt x="10256" y="241"/>
                      </a:cubicBezTo>
                      <a:cubicBezTo>
                        <a:pt x="10234" y="252"/>
                        <a:pt x="10217" y="263"/>
                        <a:pt x="10194" y="280"/>
                      </a:cubicBezTo>
                      <a:cubicBezTo>
                        <a:pt x="10149" y="314"/>
                        <a:pt x="10098" y="342"/>
                        <a:pt x="10047" y="376"/>
                      </a:cubicBezTo>
                      <a:cubicBezTo>
                        <a:pt x="9912" y="449"/>
                        <a:pt x="9771" y="517"/>
                        <a:pt x="9630" y="579"/>
                      </a:cubicBezTo>
                      <a:cubicBezTo>
                        <a:pt x="9596" y="596"/>
                        <a:pt x="9584" y="602"/>
                        <a:pt x="9528" y="625"/>
                      </a:cubicBezTo>
                      <a:cubicBezTo>
                        <a:pt x="9477" y="641"/>
                        <a:pt x="9426" y="664"/>
                        <a:pt x="9381" y="681"/>
                      </a:cubicBezTo>
                      <a:cubicBezTo>
                        <a:pt x="9274" y="721"/>
                        <a:pt x="9172" y="754"/>
                        <a:pt x="9065" y="788"/>
                      </a:cubicBezTo>
                      <a:cubicBezTo>
                        <a:pt x="8805" y="867"/>
                        <a:pt x="8540" y="930"/>
                        <a:pt x="8280" y="986"/>
                      </a:cubicBezTo>
                      <a:cubicBezTo>
                        <a:pt x="7534" y="1138"/>
                        <a:pt x="6772" y="1212"/>
                        <a:pt x="6015" y="1240"/>
                      </a:cubicBezTo>
                      <a:cubicBezTo>
                        <a:pt x="5681" y="1255"/>
                        <a:pt x="5347" y="1261"/>
                        <a:pt x="5012" y="1261"/>
                      </a:cubicBezTo>
                      <a:cubicBezTo>
                        <a:pt x="4044" y="1261"/>
                        <a:pt x="3074" y="1205"/>
                        <a:pt x="2113" y="1122"/>
                      </a:cubicBezTo>
                      <a:cubicBezTo>
                        <a:pt x="2108" y="1121"/>
                        <a:pt x="2103" y="1120"/>
                        <a:pt x="2098" y="1120"/>
                      </a:cubicBezTo>
                      <a:cubicBezTo>
                        <a:pt x="2026" y="1120"/>
                        <a:pt x="1972" y="1194"/>
                        <a:pt x="1972" y="1263"/>
                      </a:cubicBezTo>
                      <a:cubicBezTo>
                        <a:pt x="1955" y="1726"/>
                        <a:pt x="1943" y="2195"/>
                        <a:pt x="1927" y="2663"/>
                      </a:cubicBezTo>
                      <a:cubicBezTo>
                        <a:pt x="1904" y="3403"/>
                        <a:pt x="1881" y="4143"/>
                        <a:pt x="1859" y="4888"/>
                      </a:cubicBezTo>
                      <a:lnTo>
                        <a:pt x="1847" y="5256"/>
                      </a:lnTo>
                      <a:lnTo>
                        <a:pt x="1847" y="5256"/>
                      </a:lnTo>
                      <a:cubicBezTo>
                        <a:pt x="1632" y="5241"/>
                        <a:pt x="1419" y="5196"/>
                        <a:pt x="1209" y="5154"/>
                      </a:cubicBezTo>
                      <a:cubicBezTo>
                        <a:pt x="859" y="5075"/>
                        <a:pt x="520" y="4979"/>
                        <a:pt x="182" y="4871"/>
                      </a:cubicBezTo>
                      <a:cubicBezTo>
                        <a:pt x="169" y="4867"/>
                        <a:pt x="156" y="4866"/>
                        <a:pt x="144" y="4866"/>
                      </a:cubicBezTo>
                      <a:cubicBezTo>
                        <a:pt x="67" y="4866"/>
                        <a:pt x="1" y="4934"/>
                        <a:pt x="1" y="5007"/>
                      </a:cubicBezTo>
                      <a:lnTo>
                        <a:pt x="1" y="5995"/>
                      </a:lnTo>
                      <a:lnTo>
                        <a:pt x="1" y="8186"/>
                      </a:lnTo>
                      <a:lnTo>
                        <a:pt x="1" y="10423"/>
                      </a:lnTo>
                      <a:lnTo>
                        <a:pt x="1" y="11546"/>
                      </a:lnTo>
                      <a:lnTo>
                        <a:pt x="1" y="13150"/>
                      </a:lnTo>
                      <a:lnTo>
                        <a:pt x="1" y="13218"/>
                      </a:lnTo>
                      <a:lnTo>
                        <a:pt x="1" y="14907"/>
                      </a:lnTo>
                      <a:lnTo>
                        <a:pt x="1" y="17589"/>
                      </a:lnTo>
                      <a:lnTo>
                        <a:pt x="1" y="18205"/>
                      </a:lnTo>
                      <a:cubicBezTo>
                        <a:pt x="1" y="18284"/>
                        <a:pt x="63" y="18346"/>
                        <a:pt x="142" y="18346"/>
                      </a:cubicBezTo>
                      <a:lnTo>
                        <a:pt x="7546" y="18346"/>
                      </a:lnTo>
                      <a:cubicBezTo>
                        <a:pt x="7575" y="18346"/>
                        <a:pt x="7600" y="18338"/>
                        <a:pt x="7620" y="18326"/>
                      </a:cubicBezTo>
                      <a:lnTo>
                        <a:pt x="7620" y="18326"/>
                      </a:lnTo>
                      <a:cubicBezTo>
                        <a:pt x="7659" y="18304"/>
                        <a:pt x="7687" y="18264"/>
                        <a:pt x="7687" y="18205"/>
                      </a:cubicBezTo>
                      <a:lnTo>
                        <a:pt x="7687" y="16398"/>
                      </a:lnTo>
                      <a:lnTo>
                        <a:pt x="7687" y="13517"/>
                      </a:lnTo>
                      <a:lnTo>
                        <a:pt x="7687" y="12954"/>
                      </a:lnTo>
                      <a:lnTo>
                        <a:pt x="7687" y="12954"/>
                      </a:lnTo>
                      <a:cubicBezTo>
                        <a:pt x="9390" y="12299"/>
                        <a:pt x="10754" y="10919"/>
                        <a:pt x="11369" y="9197"/>
                      </a:cubicBezTo>
                      <a:cubicBezTo>
                        <a:pt x="11534" y="8734"/>
                        <a:pt x="11642" y="8256"/>
                        <a:pt x="11694" y="7768"/>
                      </a:cubicBezTo>
                      <a:lnTo>
                        <a:pt x="12402" y="7768"/>
                      </a:lnTo>
                      <a:cubicBezTo>
                        <a:pt x="12781" y="7768"/>
                        <a:pt x="13137" y="7616"/>
                        <a:pt x="13283" y="7249"/>
                      </a:cubicBezTo>
                      <a:cubicBezTo>
                        <a:pt x="13425" y="6916"/>
                        <a:pt x="13295" y="6566"/>
                        <a:pt x="13018" y="6345"/>
                      </a:cubicBezTo>
                      <a:cubicBezTo>
                        <a:pt x="12786" y="6165"/>
                        <a:pt x="12555" y="5984"/>
                        <a:pt x="12323" y="5797"/>
                      </a:cubicBezTo>
                      <a:cubicBezTo>
                        <a:pt x="12127" y="5639"/>
                        <a:pt x="11927" y="5485"/>
                        <a:pt x="11730" y="5327"/>
                      </a:cubicBezTo>
                      <a:lnTo>
                        <a:pt x="11730" y="5327"/>
                      </a:lnTo>
                      <a:lnTo>
                        <a:pt x="11730" y="3838"/>
                      </a:lnTo>
                      <a:cubicBezTo>
                        <a:pt x="11730" y="3143"/>
                        <a:pt x="11753" y="2460"/>
                        <a:pt x="11567" y="1777"/>
                      </a:cubicBezTo>
                      <a:cubicBezTo>
                        <a:pt x="11391" y="1144"/>
                        <a:pt x="11081" y="557"/>
                        <a:pt x="10669" y="43"/>
                      </a:cubicBezTo>
                      <a:cubicBezTo>
                        <a:pt x="10646" y="15"/>
                        <a:pt x="10608" y="1"/>
                        <a:pt x="10570"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40" name="Google Shape;1740;p53"/>
                <p:cNvSpPr/>
                <p:nvPr/>
              </p:nvSpPr>
              <p:spPr>
                <a:xfrm>
                  <a:off x="748200" y="3191125"/>
                  <a:ext cx="458600" cy="407500"/>
                </a:xfrm>
                <a:custGeom>
                  <a:avLst/>
                  <a:gdLst/>
                  <a:ahLst/>
                  <a:cxnLst/>
                  <a:rect l="l" t="t" r="r" b="b"/>
                  <a:pathLst>
                    <a:path w="18344" h="16300" extrusionOk="0">
                      <a:moveTo>
                        <a:pt x="17197" y="4664"/>
                      </a:moveTo>
                      <a:cubicBezTo>
                        <a:pt x="17188" y="4677"/>
                        <a:pt x="17183" y="4681"/>
                        <a:pt x="17183" y="4681"/>
                      </a:cubicBezTo>
                      <a:cubicBezTo>
                        <a:pt x="17182" y="4681"/>
                        <a:pt x="17188" y="4673"/>
                        <a:pt x="17197" y="4664"/>
                      </a:cubicBezTo>
                      <a:close/>
                      <a:moveTo>
                        <a:pt x="17035" y="4812"/>
                      </a:moveTo>
                      <a:cubicBezTo>
                        <a:pt x="17033" y="4813"/>
                        <a:pt x="17031" y="4814"/>
                        <a:pt x="17028" y="4816"/>
                      </a:cubicBezTo>
                      <a:cubicBezTo>
                        <a:pt x="17030" y="4815"/>
                        <a:pt x="17033" y="4814"/>
                        <a:pt x="17035" y="4812"/>
                      </a:cubicBezTo>
                      <a:close/>
                      <a:moveTo>
                        <a:pt x="8794" y="286"/>
                      </a:moveTo>
                      <a:cubicBezTo>
                        <a:pt x="8833" y="286"/>
                        <a:pt x="8873" y="287"/>
                        <a:pt x="8912" y="287"/>
                      </a:cubicBezTo>
                      <a:cubicBezTo>
                        <a:pt x="9720" y="293"/>
                        <a:pt x="10544" y="394"/>
                        <a:pt x="11307" y="660"/>
                      </a:cubicBezTo>
                      <a:cubicBezTo>
                        <a:pt x="11561" y="750"/>
                        <a:pt x="11815" y="858"/>
                        <a:pt x="12030" y="1021"/>
                      </a:cubicBezTo>
                      <a:cubicBezTo>
                        <a:pt x="12346" y="1258"/>
                        <a:pt x="12685" y="1456"/>
                        <a:pt x="13063" y="1580"/>
                      </a:cubicBezTo>
                      <a:cubicBezTo>
                        <a:pt x="13442" y="1705"/>
                        <a:pt x="13843" y="1750"/>
                        <a:pt x="14238" y="1784"/>
                      </a:cubicBezTo>
                      <a:cubicBezTo>
                        <a:pt x="14769" y="1829"/>
                        <a:pt x="15300" y="1846"/>
                        <a:pt x="15830" y="1885"/>
                      </a:cubicBezTo>
                      <a:cubicBezTo>
                        <a:pt x="16175" y="1908"/>
                        <a:pt x="16519" y="1936"/>
                        <a:pt x="16857" y="1970"/>
                      </a:cubicBezTo>
                      <a:lnTo>
                        <a:pt x="16857" y="1970"/>
                      </a:lnTo>
                      <a:cubicBezTo>
                        <a:pt x="16857" y="1970"/>
                        <a:pt x="16858" y="1970"/>
                        <a:pt x="16858" y="1970"/>
                      </a:cubicBezTo>
                      <a:cubicBezTo>
                        <a:pt x="17304" y="2015"/>
                        <a:pt x="17863" y="2162"/>
                        <a:pt x="17988" y="2636"/>
                      </a:cubicBezTo>
                      <a:cubicBezTo>
                        <a:pt x="18089" y="2992"/>
                        <a:pt x="17942" y="3404"/>
                        <a:pt x="17784" y="3738"/>
                      </a:cubicBezTo>
                      <a:cubicBezTo>
                        <a:pt x="17638" y="4037"/>
                        <a:pt x="17457" y="4319"/>
                        <a:pt x="17259" y="4590"/>
                      </a:cubicBezTo>
                      <a:cubicBezTo>
                        <a:pt x="17253" y="4596"/>
                        <a:pt x="17242" y="4607"/>
                        <a:pt x="17237" y="4613"/>
                      </a:cubicBezTo>
                      <a:cubicBezTo>
                        <a:pt x="17235" y="4616"/>
                        <a:pt x="17234" y="4617"/>
                        <a:pt x="17234" y="4617"/>
                      </a:cubicBezTo>
                      <a:cubicBezTo>
                        <a:pt x="17235" y="4617"/>
                        <a:pt x="17245" y="4603"/>
                        <a:pt x="17247" y="4603"/>
                      </a:cubicBezTo>
                      <a:cubicBezTo>
                        <a:pt x="17247" y="4603"/>
                        <a:pt x="17246" y="4606"/>
                        <a:pt x="17242" y="4613"/>
                      </a:cubicBezTo>
                      <a:cubicBezTo>
                        <a:pt x="17231" y="4624"/>
                        <a:pt x="17225" y="4636"/>
                        <a:pt x="17214" y="4641"/>
                      </a:cubicBezTo>
                      <a:cubicBezTo>
                        <a:pt x="17207" y="4650"/>
                        <a:pt x="17202" y="4658"/>
                        <a:pt x="17197" y="4664"/>
                      </a:cubicBezTo>
                      <a:lnTo>
                        <a:pt x="17197" y="4664"/>
                      </a:lnTo>
                      <a:cubicBezTo>
                        <a:pt x="17183" y="4679"/>
                        <a:pt x="17173" y="4693"/>
                        <a:pt x="17157" y="4703"/>
                      </a:cubicBezTo>
                      <a:cubicBezTo>
                        <a:pt x="17129" y="4737"/>
                        <a:pt x="17095" y="4765"/>
                        <a:pt x="17061" y="4794"/>
                      </a:cubicBezTo>
                      <a:cubicBezTo>
                        <a:pt x="17053" y="4798"/>
                        <a:pt x="17044" y="4806"/>
                        <a:pt x="17035" y="4812"/>
                      </a:cubicBezTo>
                      <a:lnTo>
                        <a:pt x="17035" y="4812"/>
                      </a:lnTo>
                      <a:cubicBezTo>
                        <a:pt x="17040" y="4809"/>
                        <a:pt x="17042" y="4808"/>
                        <a:pt x="17042" y="4808"/>
                      </a:cubicBezTo>
                      <a:cubicBezTo>
                        <a:pt x="17043" y="4808"/>
                        <a:pt x="17031" y="4817"/>
                        <a:pt x="17016" y="4828"/>
                      </a:cubicBezTo>
                      <a:cubicBezTo>
                        <a:pt x="16988" y="4850"/>
                        <a:pt x="16960" y="4873"/>
                        <a:pt x="16926" y="4890"/>
                      </a:cubicBezTo>
                      <a:cubicBezTo>
                        <a:pt x="16751" y="5008"/>
                        <a:pt x="16565" y="5104"/>
                        <a:pt x="16373" y="5183"/>
                      </a:cubicBezTo>
                      <a:cubicBezTo>
                        <a:pt x="16339" y="5200"/>
                        <a:pt x="16350" y="5195"/>
                        <a:pt x="16299" y="5217"/>
                      </a:cubicBezTo>
                      <a:cubicBezTo>
                        <a:pt x="16265" y="5229"/>
                        <a:pt x="16231" y="5245"/>
                        <a:pt x="16197" y="5257"/>
                      </a:cubicBezTo>
                      <a:cubicBezTo>
                        <a:pt x="16124" y="5285"/>
                        <a:pt x="16051" y="5313"/>
                        <a:pt x="15972" y="5336"/>
                      </a:cubicBezTo>
                      <a:cubicBezTo>
                        <a:pt x="15802" y="5392"/>
                        <a:pt x="15627" y="5443"/>
                        <a:pt x="15452" y="5488"/>
                      </a:cubicBezTo>
                      <a:cubicBezTo>
                        <a:pt x="15000" y="5607"/>
                        <a:pt x="14537" y="5686"/>
                        <a:pt x="14074" y="5742"/>
                      </a:cubicBezTo>
                      <a:cubicBezTo>
                        <a:pt x="13324" y="5834"/>
                        <a:pt x="12567" y="5870"/>
                        <a:pt x="11809" y="5870"/>
                      </a:cubicBezTo>
                      <a:cubicBezTo>
                        <a:pt x="11066" y="5870"/>
                        <a:pt x="10323" y="5835"/>
                        <a:pt x="9584" y="5782"/>
                      </a:cubicBezTo>
                      <a:cubicBezTo>
                        <a:pt x="9342" y="5765"/>
                        <a:pt x="9099" y="5748"/>
                        <a:pt x="8856" y="5726"/>
                      </a:cubicBezTo>
                      <a:cubicBezTo>
                        <a:pt x="8851" y="5725"/>
                        <a:pt x="8846" y="5724"/>
                        <a:pt x="8841" y="5724"/>
                      </a:cubicBezTo>
                      <a:cubicBezTo>
                        <a:pt x="8769" y="5724"/>
                        <a:pt x="8715" y="5798"/>
                        <a:pt x="8715" y="5867"/>
                      </a:cubicBezTo>
                      <a:cubicBezTo>
                        <a:pt x="8698" y="6330"/>
                        <a:pt x="8686" y="6799"/>
                        <a:pt x="8670" y="7267"/>
                      </a:cubicBezTo>
                      <a:cubicBezTo>
                        <a:pt x="8647" y="8007"/>
                        <a:pt x="8624" y="8747"/>
                        <a:pt x="8602" y="9492"/>
                      </a:cubicBezTo>
                      <a:lnTo>
                        <a:pt x="8590" y="9860"/>
                      </a:lnTo>
                      <a:lnTo>
                        <a:pt x="8590" y="9860"/>
                      </a:lnTo>
                      <a:cubicBezTo>
                        <a:pt x="8375" y="9845"/>
                        <a:pt x="8162" y="9800"/>
                        <a:pt x="7952" y="9758"/>
                      </a:cubicBezTo>
                      <a:cubicBezTo>
                        <a:pt x="7602" y="9679"/>
                        <a:pt x="7263" y="9583"/>
                        <a:pt x="6925" y="9475"/>
                      </a:cubicBezTo>
                      <a:cubicBezTo>
                        <a:pt x="6912" y="9471"/>
                        <a:pt x="6899" y="9470"/>
                        <a:pt x="6887" y="9470"/>
                      </a:cubicBezTo>
                      <a:cubicBezTo>
                        <a:pt x="6810" y="9470"/>
                        <a:pt x="6744" y="9538"/>
                        <a:pt x="6744" y="9611"/>
                      </a:cubicBezTo>
                      <a:lnTo>
                        <a:pt x="6744" y="11825"/>
                      </a:lnTo>
                      <a:lnTo>
                        <a:pt x="6744" y="15343"/>
                      </a:lnTo>
                      <a:lnTo>
                        <a:pt x="6744" y="15939"/>
                      </a:lnTo>
                      <a:lnTo>
                        <a:pt x="6744" y="15939"/>
                      </a:lnTo>
                      <a:cubicBezTo>
                        <a:pt x="6623" y="15884"/>
                        <a:pt x="6505" y="15824"/>
                        <a:pt x="6388" y="15761"/>
                      </a:cubicBezTo>
                      <a:cubicBezTo>
                        <a:pt x="5936" y="15512"/>
                        <a:pt x="5501" y="15219"/>
                        <a:pt x="5100" y="14891"/>
                      </a:cubicBezTo>
                      <a:cubicBezTo>
                        <a:pt x="5090" y="14883"/>
                        <a:pt x="5079" y="14876"/>
                        <a:pt x="5067" y="14871"/>
                      </a:cubicBezTo>
                      <a:lnTo>
                        <a:pt x="5067" y="14871"/>
                      </a:lnTo>
                      <a:cubicBezTo>
                        <a:pt x="5069" y="14870"/>
                        <a:pt x="5071" y="14869"/>
                        <a:pt x="5072" y="14869"/>
                      </a:cubicBezTo>
                      <a:cubicBezTo>
                        <a:pt x="4767" y="14682"/>
                        <a:pt x="4479" y="14473"/>
                        <a:pt x="4214" y="14242"/>
                      </a:cubicBezTo>
                      <a:cubicBezTo>
                        <a:pt x="4084" y="14129"/>
                        <a:pt x="3954" y="14004"/>
                        <a:pt x="3830" y="13880"/>
                      </a:cubicBezTo>
                      <a:cubicBezTo>
                        <a:pt x="3773" y="13824"/>
                        <a:pt x="3722" y="13756"/>
                        <a:pt x="3660" y="13705"/>
                      </a:cubicBezTo>
                      <a:cubicBezTo>
                        <a:pt x="3615" y="13660"/>
                        <a:pt x="3553" y="13632"/>
                        <a:pt x="3502" y="13598"/>
                      </a:cubicBezTo>
                      <a:cubicBezTo>
                        <a:pt x="3096" y="13344"/>
                        <a:pt x="2740" y="13011"/>
                        <a:pt x="2429" y="12649"/>
                      </a:cubicBezTo>
                      <a:cubicBezTo>
                        <a:pt x="1723" y="11836"/>
                        <a:pt x="1204" y="10853"/>
                        <a:pt x="854" y="9842"/>
                      </a:cubicBezTo>
                      <a:cubicBezTo>
                        <a:pt x="526" y="8894"/>
                        <a:pt x="317" y="7860"/>
                        <a:pt x="436" y="6861"/>
                      </a:cubicBezTo>
                      <a:cubicBezTo>
                        <a:pt x="492" y="6381"/>
                        <a:pt x="650" y="5912"/>
                        <a:pt x="893" y="5500"/>
                      </a:cubicBezTo>
                      <a:cubicBezTo>
                        <a:pt x="1108" y="5133"/>
                        <a:pt x="1407" y="4839"/>
                        <a:pt x="1752" y="4590"/>
                      </a:cubicBezTo>
                      <a:cubicBezTo>
                        <a:pt x="2113" y="4336"/>
                        <a:pt x="2497" y="4116"/>
                        <a:pt x="2853" y="3851"/>
                      </a:cubicBezTo>
                      <a:cubicBezTo>
                        <a:pt x="3327" y="3495"/>
                        <a:pt x="3745" y="3077"/>
                        <a:pt x="4101" y="2603"/>
                      </a:cubicBezTo>
                      <a:cubicBezTo>
                        <a:pt x="4287" y="2360"/>
                        <a:pt x="4434" y="2094"/>
                        <a:pt x="4626" y="1857"/>
                      </a:cubicBezTo>
                      <a:cubicBezTo>
                        <a:pt x="4762" y="1688"/>
                        <a:pt x="4914" y="1530"/>
                        <a:pt x="5083" y="1388"/>
                      </a:cubicBezTo>
                      <a:cubicBezTo>
                        <a:pt x="5411" y="1112"/>
                        <a:pt x="5795" y="897"/>
                        <a:pt x="6196" y="733"/>
                      </a:cubicBezTo>
                      <a:cubicBezTo>
                        <a:pt x="7018" y="409"/>
                        <a:pt x="7912" y="286"/>
                        <a:pt x="8794" y="286"/>
                      </a:cubicBezTo>
                      <a:close/>
                      <a:moveTo>
                        <a:pt x="8785" y="0"/>
                      </a:moveTo>
                      <a:cubicBezTo>
                        <a:pt x="8056" y="0"/>
                        <a:pt x="7319" y="87"/>
                        <a:pt x="6620" y="293"/>
                      </a:cubicBezTo>
                      <a:cubicBezTo>
                        <a:pt x="5739" y="553"/>
                        <a:pt x="4908" y="1016"/>
                        <a:pt x="4349" y="1755"/>
                      </a:cubicBezTo>
                      <a:cubicBezTo>
                        <a:pt x="4152" y="2015"/>
                        <a:pt x="3988" y="2303"/>
                        <a:pt x="3779" y="2557"/>
                      </a:cubicBezTo>
                      <a:cubicBezTo>
                        <a:pt x="3581" y="2806"/>
                        <a:pt x="3367" y="3037"/>
                        <a:pt x="3135" y="3252"/>
                      </a:cubicBezTo>
                      <a:cubicBezTo>
                        <a:pt x="2774" y="3585"/>
                        <a:pt x="2367" y="3851"/>
                        <a:pt x="1955" y="4116"/>
                      </a:cubicBezTo>
                      <a:cubicBezTo>
                        <a:pt x="1599" y="4348"/>
                        <a:pt x="1243" y="4590"/>
                        <a:pt x="967" y="4912"/>
                      </a:cubicBezTo>
                      <a:cubicBezTo>
                        <a:pt x="628" y="5302"/>
                        <a:pt x="402" y="5776"/>
                        <a:pt x="266" y="6268"/>
                      </a:cubicBezTo>
                      <a:cubicBezTo>
                        <a:pt x="1" y="7222"/>
                        <a:pt x="125" y="8267"/>
                        <a:pt x="368" y="9210"/>
                      </a:cubicBezTo>
                      <a:cubicBezTo>
                        <a:pt x="645" y="10283"/>
                        <a:pt x="1108" y="11316"/>
                        <a:pt x="1746" y="12226"/>
                      </a:cubicBezTo>
                      <a:cubicBezTo>
                        <a:pt x="2040" y="12649"/>
                        <a:pt x="2378" y="13056"/>
                        <a:pt x="2768" y="13400"/>
                      </a:cubicBezTo>
                      <a:cubicBezTo>
                        <a:pt x="2949" y="13558"/>
                        <a:pt x="3141" y="13705"/>
                        <a:pt x="3344" y="13835"/>
                      </a:cubicBezTo>
                      <a:cubicBezTo>
                        <a:pt x="3395" y="13869"/>
                        <a:pt x="3446" y="13897"/>
                        <a:pt x="3491" y="13931"/>
                      </a:cubicBezTo>
                      <a:cubicBezTo>
                        <a:pt x="3559" y="13993"/>
                        <a:pt x="3621" y="14072"/>
                        <a:pt x="3689" y="14134"/>
                      </a:cubicBezTo>
                      <a:cubicBezTo>
                        <a:pt x="3813" y="14259"/>
                        <a:pt x="3943" y="14383"/>
                        <a:pt x="4078" y="14496"/>
                      </a:cubicBezTo>
                      <a:cubicBezTo>
                        <a:pt x="4343" y="14721"/>
                        <a:pt x="4630" y="14930"/>
                        <a:pt x="4929" y="15110"/>
                      </a:cubicBezTo>
                      <a:lnTo>
                        <a:pt x="4929" y="15110"/>
                      </a:lnTo>
                      <a:cubicBezTo>
                        <a:pt x="5509" y="15582"/>
                        <a:pt x="6150" y="16019"/>
                        <a:pt x="6845" y="16292"/>
                      </a:cubicBezTo>
                      <a:cubicBezTo>
                        <a:pt x="6859" y="16297"/>
                        <a:pt x="6873" y="16299"/>
                        <a:pt x="6887" y="16299"/>
                      </a:cubicBezTo>
                      <a:cubicBezTo>
                        <a:pt x="6962" y="16299"/>
                        <a:pt x="7026" y="16228"/>
                        <a:pt x="7026" y="16156"/>
                      </a:cubicBezTo>
                      <a:lnTo>
                        <a:pt x="7026" y="13948"/>
                      </a:lnTo>
                      <a:lnTo>
                        <a:pt x="7026" y="10424"/>
                      </a:lnTo>
                      <a:lnTo>
                        <a:pt x="7026" y="9806"/>
                      </a:lnTo>
                      <a:lnTo>
                        <a:pt x="7026" y="9806"/>
                      </a:lnTo>
                      <a:cubicBezTo>
                        <a:pt x="7322" y="9893"/>
                        <a:pt x="7618" y="9973"/>
                        <a:pt x="7918" y="10034"/>
                      </a:cubicBezTo>
                      <a:cubicBezTo>
                        <a:pt x="8178" y="10091"/>
                        <a:pt x="8455" y="10147"/>
                        <a:pt x="8726" y="10147"/>
                      </a:cubicBezTo>
                      <a:cubicBezTo>
                        <a:pt x="8799" y="10147"/>
                        <a:pt x="8862" y="10080"/>
                        <a:pt x="8867" y="10006"/>
                      </a:cubicBezTo>
                      <a:cubicBezTo>
                        <a:pt x="8878" y="9537"/>
                        <a:pt x="8895" y="9069"/>
                        <a:pt x="8907" y="8606"/>
                      </a:cubicBezTo>
                      <a:cubicBezTo>
                        <a:pt x="8935" y="7866"/>
                        <a:pt x="8958" y="7120"/>
                        <a:pt x="8980" y="6381"/>
                      </a:cubicBezTo>
                      <a:cubicBezTo>
                        <a:pt x="8984" y="6262"/>
                        <a:pt x="8988" y="6140"/>
                        <a:pt x="8992" y="6020"/>
                      </a:cubicBezTo>
                      <a:lnTo>
                        <a:pt x="8992" y="6020"/>
                      </a:lnTo>
                      <a:cubicBezTo>
                        <a:pt x="9912" y="6100"/>
                        <a:pt x="10840" y="6154"/>
                        <a:pt x="11767" y="6154"/>
                      </a:cubicBezTo>
                      <a:cubicBezTo>
                        <a:pt x="12439" y="6154"/>
                        <a:pt x="13111" y="6126"/>
                        <a:pt x="13780" y="6059"/>
                      </a:cubicBezTo>
                      <a:cubicBezTo>
                        <a:pt x="14656" y="5968"/>
                        <a:pt x="15548" y="5822"/>
                        <a:pt x="16367" y="5494"/>
                      </a:cubicBezTo>
                      <a:cubicBezTo>
                        <a:pt x="16711" y="5353"/>
                        <a:pt x="17073" y="5183"/>
                        <a:pt x="17338" y="4924"/>
                      </a:cubicBezTo>
                      <a:cubicBezTo>
                        <a:pt x="17361" y="4907"/>
                        <a:pt x="17378" y="4884"/>
                        <a:pt x="17395" y="4867"/>
                      </a:cubicBezTo>
                      <a:cubicBezTo>
                        <a:pt x="17404" y="4857"/>
                        <a:pt x="17414" y="4844"/>
                        <a:pt x="17424" y="4833"/>
                      </a:cubicBezTo>
                      <a:lnTo>
                        <a:pt x="17424" y="4833"/>
                      </a:lnTo>
                      <a:cubicBezTo>
                        <a:pt x="17419" y="4838"/>
                        <a:pt x="17416" y="4842"/>
                        <a:pt x="17416" y="4842"/>
                      </a:cubicBezTo>
                      <a:lnTo>
                        <a:pt x="17416" y="4842"/>
                      </a:lnTo>
                      <a:cubicBezTo>
                        <a:pt x="17416" y="4842"/>
                        <a:pt x="17419" y="4838"/>
                        <a:pt x="17429" y="4828"/>
                      </a:cubicBezTo>
                      <a:lnTo>
                        <a:pt x="17429" y="4828"/>
                      </a:lnTo>
                      <a:cubicBezTo>
                        <a:pt x="17427" y="4829"/>
                        <a:pt x="17425" y="4831"/>
                        <a:pt x="17424" y="4833"/>
                      </a:cubicBezTo>
                      <a:lnTo>
                        <a:pt x="17424" y="4833"/>
                      </a:lnTo>
                      <a:cubicBezTo>
                        <a:pt x="17431" y="4823"/>
                        <a:pt x="17443" y="4807"/>
                        <a:pt x="17446" y="4799"/>
                      </a:cubicBezTo>
                      <a:cubicBezTo>
                        <a:pt x="17649" y="4545"/>
                        <a:pt x="17830" y="4269"/>
                        <a:pt x="17976" y="3980"/>
                      </a:cubicBezTo>
                      <a:cubicBezTo>
                        <a:pt x="18168" y="3608"/>
                        <a:pt x="18343" y="3167"/>
                        <a:pt x="18293" y="2738"/>
                      </a:cubicBezTo>
                      <a:cubicBezTo>
                        <a:pt x="18236" y="2224"/>
                        <a:pt x="17846" y="1914"/>
                        <a:pt x="17372" y="1778"/>
                      </a:cubicBezTo>
                      <a:cubicBezTo>
                        <a:pt x="17203" y="1733"/>
                        <a:pt x="17034" y="1705"/>
                        <a:pt x="16859" y="1688"/>
                      </a:cubicBezTo>
                      <a:lnTo>
                        <a:pt x="16859" y="1688"/>
                      </a:lnTo>
                      <a:cubicBezTo>
                        <a:pt x="16859" y="1688"/>
                        <a:pt x="16859" y="1688"/>
                        <a:pt x="16858" y="1688"/>
                      </a:cubicBezTo>
                      <a:cubicBezTo>
                        <a:pt x="16214" y="1626"/>
                        <a:pt x="15565" y="1586"/>
                        <a:pt x="14915" y="1546"/>
                      </a:cubicBezTo>
                      <a:cubicBezTo>
                        <a:pt x="14469" y="1524"/>
                        <a:pt x="14023" y="1501"/>
                        <a:pt x="13583" y="1417"/>
                      </a:cubicBezTo>
                      <a:cubicBezTo>
                        <a:pt x="13210" y="1349"/>
                        <a:pt x="12860" y="1225"/>
                        <a:pt x="12538" y="1027"/>
                      </a:cubicBezTo>
                      <a:cubicBezTo>
                        <a:pt x="12261" y="863"/>
                        <a:pt x="12030" y="654"/>
                        <a:pt x="11730" y="524"/>
                      </a:cubicBezTo>
                      <a:cubicBezTo>
                        <a:pt x="11008" y="208"/>
                        <a:pt x="10206" y="78"/>
                        <a:pt x="9421" y="22"/>
                      </a:cubicBezTo>
                      <a:cubicBezTo>
                        <a:pt x="9210" y="8"/>
                        <a:pt x="8998" y="0"/>
                        <a:pt x="8785"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741" name="Google Shape;1741;p53"/>
              <p:cNvGrpSpPr/>
              <p:nvPr/>
            </p:nvGrpSpPr>
            <p:grpSpPr>
              <a:xfrm flipH="1">
                <a:off x="2686575" y="2874936"/>
                <a:ext cx="1603800" cy="1957279"/>
                <a:chOff x="5687100" y="3067925"/>
                <a:chExt cx="999875" cy="1220325"/>
              </a:xfrm>
            </p:grpSpPr>
            <p:sp>
              <p:nvSpPr>
                <p:cNvPr id="1742" name="Google Shape;1742;p53"/>
                <p:cNvSpPr/>
                <p:nvPr/>
              </p:nvSpPr>
              <p:spPr>
                <a:xfrm>
                  <a:off x="6088625" y="3125875"/>
                  <a:ext cx="335625" cy="463525"/>
                </a:xfrm>
                <a:custGeom>
                  <a:avLst/>
                  <a:gdLst/>
                  <a:ahLst/>
                  <a:cxnLst/>
                  <a:rect l="l" t="t" r="r" b="b"/>
                  <a:pathLst>
                    <a:path w="13425" h="18541" extrusionOk="0">
                      <a:moveTo>
                        <a:pt x="2576" y="413"/>
                      </a:moveTo>
                      <a:cubicBezTo>
                        <a:pt x="4087" y="770"/>
                        <a:pt x="5639" y="1008"/>
                        <a:pt x="7193" y="1008"/>
                      </a:cubicBezTo>
                      <a:cubicBezTo>
                        <a:pt x="7286" y="1008"/>
                        <a:pt x="7379" y="1007"/>
                        <a:pt x="7472" y="1005"/>
                      </a:cubicBezTo>
                      <a:cubicBezTo>
                        <a:pt x="8387" y="988"/>
                        <a:pt x="9330" y="898"/>
                        <a:pt x="10211" y="621"/>
                      </a:cubicBezTo>
                      <a:cubicBezTo>
                        <a:pt x="10317" y="587"/>
                        <a:pt x="10427" y="553"/>
                        <a:pt x="10533" y="509"/>
                      </a:cubicBezTo>
                      <a:lnTo>
                        <a:pt x="10533" y="509"/>
                      </a:lnTo>
                      <a:cubicBezTo>
                        <a:pt x="11133" y="1297"/>
                        <a:pt x="11448" y="2259"/>
                        <a:pt x="11453" y="3247"/>
                      </a:cubicBezTo>
                      <a:cubicBezTo>
                        <a:pt x="11453" y="3812"/>
                        <a:pt x="11453" y="4377"/>
                        <a:pt x="11453" y="4941"/>
                      </a:cubicBezTo>
                      <a:cubicBezTo>
                        <a:pt x="11453" y="5150"/>
                        <a:pt x="11442" y="5365"/>
                        <a:pt x="11453" y="5574"/>
                      </a:cubicBezTo>
                      <a:cubicBezTo>
                        <a:pt x="11453" y="5647"/>
                        <a:pt x="11487" y="5681"/>
                        <a:pt x="11538" y="5726"/>
                      </a:cubicBezTo>
                      <a:lnTo>
                        <a:pt x="11815" y="5941"/>
                      </a:lnTo>
                      <a:lnTo>
                        <a:pt x="12594" y="6557"/>
                      </a:lnTo>
                      <a:cubicBezTo>
                        <a:pt x="12752" y="6686"/>
                        <a:pt x="12978" y="6816"/>
                        <a:pt x="13040" y="7020"/>
                      </a:cubicBezTo>
                      <a:cubicBezTo>
                        <a:pt x="13097" y="7200"/>
                        <a:pt x="13034" y="7392"/>
                        <a:pt x="12899" y="7522"/>
                      </a:cubicBezTo>
                      <a:cubicBezTo>
                        <a:pt x="12775" y="7641"/>
                        <a:pt x="12611" y="7675"/>
                        <a:pt x="12441" y="7675"/>
                      </a:cubicBezTo>
                      <a:cubicBezTo>
                        <a:pt x="12344" y="7677"/>
                        <a:pt x="12246" y="7677"/>
                        <a:pt x="12149" y="7677"/>
                      </a:cubicBezTo>
                      <a:cubicBezTo>
                        <a:pt x="11955" y="7677"/>
                        <a:pt x="11762" y="7675"/>
                        <a:pt x="11566" y="7675"/>
                      </a:cubicBezTo>
                      <a:cubicBezTo>
                        <a:pt x="11487" y="7675"/>
                        <a:pt x="11436" y="7743"/>
                        <a:pt x="11425" y="7816"/>
                      </a:cubicBezTo>
                      <a:cubicBezTo>
                        <a:pt x="11272" y="9589"/>
                        <a:pt x="10307" y="11233"/>
                        <a:pt x="8833" y="12232"/>
                      </a:cubicBezTo>
                      <a:cubicBezTo>
                        <a:pt x="8421" y="12515"/>
                        <a:pt x="7974" y="12740"/>
                        <a:pt x="7511" y="12910"/>
                      </a:cubicBezTo>
                      <a:cubicBezTo>
                        <a:pt x="7449" y="12932"/>
                        <a:pt x="7404" y="12983"/>
                        <a:pt x="7404" y="13045"/>
                      </a:cubicBezTo>
                      <a:lnTo>
                        <a:pt x="7404" y="14858"/>
                      </a:lnTo>
                      <a:lnTo>
                        <a:pt x="7404" y="17738"/>
                      </a:lnTo>
                      <a:lnTo>
                        <a:pt x="7404" y="18258"/>
                      </a:lnTo>
                      <a:lnTo>
                        <a:pt x="283" y="18258"/>
                      </a:lnTo>
                      <a:lnTo>
                        <a:pt x="283" y="16710"/>
                      </a:lnTo>
                      <a:lnTo>
                        <a:pt x="283" y="14022"/>
                      </a:lnTo>
                      <a:lnTo>
                        <a:pt x="283" y="13407"/>
                      </a:lnTo>
                      <a:lnTo>
                        <a:pt x="283" y="11746"/>
                      </a:lnTo>
                      <a:lnTo>
                        <a:pt x="283" y="10809"/>
                      </a:lnTo>
                      <a:lnTo>
                        <a:pt x="283" y="8618"/>
                      </a:lnTo>
                      <a:lnTo>
                        <a:pt x="283" y="6348"/>
                      </a:lnTo>
                      <a:lnTo>
                        <a:pt x="283" y="5534"/>
                      </a:lnTo>
                      <a:cubicBezTo>
                        <a:pt x="283" y="5446"/>
                        <a:pt x="290" y="5353"/>
                        <a:pt x="290" y="5262"/>
                      </a:cubicBezTo>
                      <a:lnTo>
                        <a:pt x="290" y="5262"/>
                      </a:lnTo>
                      <a:cubicBezTo>
                        <a:pt x="1181" y="5260"/>
                        <a:pt x="2087" y="4819"/>
                        <a:pt x="2649" y="4145"/>
                      </a:cubicBezTo>
                      <a:cubicBezTo>
                        <a:pt x="3276" y="3394"/>
                        <a:pt x="3496" y="2361"/>
                        <a:pt x="3180" y="1429"/>
                      </a:cubicBezTo>
                      <a:cubicBezTo>
                        <a:pt x="3050" y="1048"/>
                        <a:pt x="2842" y="706"/>
                        <a:pt x="2576" y="413"/>
                      </a:cubicBezTo>
                      <a:close/>
                      <a:moveTo>
                        <a:pt x="2079" y="1"/>
                      </a:moveTo>
                      <a:cubicBezTo>
                        <a:pt x="1944" y="1"/>
                        <a:pt x="1897" y="183"/>
                        <a:pt x="2011" y="265"/>
                      </a:cubicBezTo>
                      <a:cubicBezTo>
                        <a:pt x="2762" y="847"/>
                        <a:pt x="3180" y="1807"/>
                        <a:pt x="3005" y="2750"/>
                      </a:cubicBezTo>
                      <a:cubicBezTo>
                        <a:pt x="2858" y="3575"/>
                        <a:pt x="2310" y="4269"/>
                        <a:pt x="1570" y="4648"/>
                      </a:cubicBezTo>
                      <a:cubicBezTo>
                        <a:pt x="1180" y="4853"/>
                        <a:pt x="720" y="4979"/>
                        <a:pt x="275" y="4979"/>
                      </a:cubicBezTo>
                      <a:cubicBezTo>
                        <a:pt x="230" y="4979"/>
                        <a:pt x="186" y="4978"/>
                        <a:pt x="142" y="4975"/>
                      </a:cubicBezTo>
                      <a:cubicBezTo>
                        <a:pt x="139" y="4975"/>
                        <a:pt x="136" y="4975"/>
                        <a:pt x="134" y="4975"/>
                      </a:cubicBezTo>
                      <a:cubicBezTo>
                        <a:pt x="63" y="4975"/>
                        <a:pt x="0" y="5046"/>
                        <a:pt x="0" y="5117"/>
                      </a:cubicBezTo>
                      <a:lnTo>
                        <a:pt x="0" y="6116"/>
                      </a:lnTo>
                      <a:lnTo>
                        <a:pt x="0" y="8324"/>
                      </a:lnTo>
                      <a:lnTo>
                        <a:pt x="0" y="10589"/>
                      </a:lnTo>
                      <a:lnTo>
                        <a:pt x="0" y="11735"/>
                      </a:lnTo>
                      <a:lnTo>
                        <a:pt x="0" y="13339"/>
                      </a:lnTo>
                      <a:lnTo>
                        <a:pt x="0" y="13407"/>
                      </a:lnTo>
                      <a:lnTo>
                        <a:pt x="0" y="15095"/>
                      </a:lnTo>
                      <a:lnTo>
                        <a:pt x="0" y="17783"/>
                      </a:lnTo>
                      <a:lnTo>
                        <a:pt x="0" y="18399"/>
                      </a:lnTo>
                      <a:cubicBezTo>
                        <a:pt x="0" y="18472"/>
                        <a:pt x="68" y="18540"/>
                        <a:pt x="142" y="18540"/>
                      </a:cubicBezTo>
                      <a:lnTo>
                        <a:pt x="7545" y="18540"/>
                      </a:lnTo>
                      <a:cubicBezTo>
                        <a:pt x="7591" y="18540"/>
                        <a:pt x="7626" y="18522"/>
                        <a:pt x="7649" y="18494"/>
                      </a:cubicBezTo>
                      <a:lnTo>
                        <a:pt x="7649" y="18494"/>
                      </a:lnTo>
                      <a:cubicBezTo>
                        <a:pt x="7672" y="18472"/>
                        <a:pt x="7686" y="18440"/>
                        <a:pt x="7686" y="18399"/>
                      </a:cubicBezTo>
                      <a:lnTo>
                        <a:pt x="7686" y="16586"/>
                      </a:lnTo>
                      <a:lnTo>
                        <a:pt x="7686" y="13706"/>
                      </a:lnTo>
                      <a:lnTo>
                        <a:pt x="7686" y="13143"/>
                      </a:lnTo>
                      <a:lnTo>
                        <a:pt x="7686" y="13143"/>
                      </a:lnTo>
                      <a:cubicBezTo>
                        <a:pt x="9390" y="12494"/>
                        <a:pt x="10754" y="11114"/>
                        <a:pt x="11374" y="9386"/>
                      </a:cubicBezTo>
                      <a:cubicBezTo>
                        <a:pt x="11534" y="8922"/>
                        <a:pt x="11642" y="8445"/>
                        <a:pt x="11694" y="7957"/>
                      </a:cubicBezTo>
                      <a:lnTo>
                        <a:pt x="12408" y="7957"/>
                      </a:lnTo>
                      <a:cubicBezTo>
                        <a:pt x="12780" y="7957"/>
                        <a:pt x="13136" y="7805"/>
                        <a:pt x="13289" y="7438"/>
                      </a:cubicBezTo>
                      <a:cubicBezTo>
                        <a:pt x="13424" y="7104"/>
                        <a:pt x="13294" y="6760"/>
                        <a:pt x="13023" y="6540"/>
                      </a:cubicBezTo>
                      <a:cubicBezTo>
                        <a:pt x="12792" y="6353"/>
                        <a:pt x="12560" y="6173"/>
                        <a:pt x="12328" y="5986"/>
                      </a:cubicBezTo>
                      <a:cubicBezTo>
                        <a:pt x="12129" y="5834"/>
                        <a:pt x="11934" y="5677"/>
                        <a:pt x="11736" y="5524"/>
                      </a:cubicBezTo>
                      <a:lnTo>
                        <a:pt x="11736" y="5524"/>
                      </a:lnTo>
                      <a:lnTo>
                        <a:pt x="11736" y="4010"/>
                      </a:lnTo>
                      <a:cubicBezTo>
                        <a:pt x="11736" y="3309"/>
                        <a:pt x="11752" y="2615"/>
                        <a:pt x="11555" y="1931"/>
                      </a:cubicBezTo>
                      <a:cubicBezTo>
                        <a:pt x="11380" y="1299"/>
                        <a:pt x="11063" y="712"/>
                        <a:pt x="10646" y="203"/>
                      </a:cubicBezTo>
                      <a:cubicBezTo>
                        <a:pt x="10618" y="168"/>
                        <a:pt x="10585" y="154"/>
                        <a:pt x="10554" y="154"/>
                      </a:cubicBezTo>
                      <a:cubicBezTo>
                        <a:pt x="10500" y="154"/>
                        <a:pt x="10448" y="196"/>
                        <a:pt x="10425" y="251"/>
                      </a:cubicBezTo>
                      <a:lnTo>
                        <a:pt x="10425" y="251"/>
                      </a:lnTo>
                      <a:cubicBezTo>
                        <a:pt x="10354" y="277"/>
                        <a:pt x="10282" y="302"/>
                        <a:pt x="10211" y="328"/>
                      </a:cubicBezTo>
                      <a:cubicBezTo>
                        <a:pt x="9906" y="429"/>
                        <a:pt x="9590" y="503"/>
                        <a:pt x="9273" y="559"/>
                      </a:cubicBezTo>
                      <a:cubicBezTo>
                        <a:pt x="8601" y="680"/>
                        <a:pt x="7916" y="730"/>
                        <a:pt x="7231" y="730"/>
                      </a:cubicBezTo>
                      <a:cubicBezTo>
                        <a:pt x="6638" y="730"/>
                        <a:pt x="6045" y="693"/>
                        <a:pt x="5461" y="633"/>
                      </a:cubicBezTo>
                      <a:cubicBezTo>
                        <a:pt x="4332" y="514"/>
                        <a:pt x="3214" y="294"/>
                        <a:pt x="2118" y="6"/>
                      </a:cubicBezTo>
                      <a:cubicBezTo>
                        <a:pt x="2104" y="2"/>
                        <a:pt x="2091" y="1"/>
                        <a:pt x="2079"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43" name="Google Shape;1743;p53"/>
                <p:cNvSpPr/>
                <p:nvPr/>
              </p:nvSpPr>
              <p:spPr>
                <a:xfrm>
                  <a:off x="6301250" y="3317650"/>
                  <a:ext cx="80700" cy="37375"/>
                </a:xfrm>
                <a:custGeom>
                  <a:avLst/>
                  <a:gdLst/>
                  <a:ahLst/>
                  <a:cxnLst/>
                  <a:rect l="l" t="t" r="r" b="b"/>
                  <a:pathLst>
                    <a:path w="3228" h="1495" extrusionOk="0">
                      <a:moveTo>
                        <a:pt x="2922" y="286"/>
                      </a:moveTo>
                      <a:cubicBezTo>
                        <a:pt x="2887" y="600"/>
                        <a:pt x="2836" y="917"/>
                        <a:pt x="2736" y="1212"/>
                      </a:cubicBezTo>
                      <a:lnTo>
                        <a:pt x="297" y="1212"/>
                      </a:lnTo>
                      <a:cubicBezTo>
                        <a:pt x="333" y="920"/>
                        <a:pt x="479" y="648"/>
                        <a:pt x="717" y="473"/>
                      </a:cubicBezTo>
                      <a:cubicBezTo>
                        <a:pt x="904" y="337"/>
                        <a:pt x="1113" y="286"/>
                        <a:pt x="1339" y="286"/>
                      </a:cubicBezTo>
                      <a:close/>
                      <a:moveTo>
                        <a:pt x="1531" y="0"/>
                      </a:moveTo>
                      <a:cubicBezTo>
                        <a:pt x="1188" y="0"/>
                        <a:pt x="847" y="28"/>
                        <a:pt x="554" y="247"/>
                      </a:cubicBezTo>
                      <a:cubicBezTo>
                        <a:pt x="204" y="506"/>
                        <a:pt x="12" y="919"/>
                        <a:pt x="6" y="1353"/>
                      </a:cubicBezTo>
                      <a:cubicBezTo>
                        <a:pt x="0" y="1427"/>
                        <a:pt x="68" y="1495"/>
                        <a:pt x="147" y="1495"/>
                      </a:cubicBezTo>
                      <a:lnTo>
                        <a:pt x="2835" y="1495"/>
                      </a:lnTo>
                      <a:cubicBezTo>
                        <a:pt x="2903" y="1495"/>
                        <a:pt x="2954" y="1449"/>
                        <a:pt x="2976" y="1387"/>
                      </a:cubicBezTo>
                      <a:cubicBezTo>
                        <a:pt x="3118" y="998"/>
                        <a:pt x="3174" y="563"/>
                        <a:pt x="3219" y="145"/>
                      </a:cubicBezTo>
                      <a:cubicBezTo>
                        <a:pt x="3227" y="83"/>
                        <a:pt x="3197" y="43"/>
                        <a:pt x="3154" y="25"/>
                      </a:cubicBezTo>
                      <a:lnTo>
                        <a:pt x="3154" y="25"/>
                      </a:lnTo>
                      <a:cubicBezTo>
                        <a:pt x="3133" y="12"/>
                        <a:pt x="3108" y="4"/>
                        <a:pt x="3078" y="4"/>
                      </a:cubicBezTo>
                      <a:lnTo>
                        <a:pt x="1886" y="4"/>
                      </a:lnTo>
                      <a:cubicBezTo>
                        <a:pt x="1769" y="4"/>
                        <a:pt x="1650" y="0"/>
                        <a:pt x="1531"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44" name="Google Shape;1744;p53"/>
                <p:cNvSpPr/>
                <p:nvPr/>
              </p:nvSpPr>
              <p:spPr>
                <a:xfrm>
                  <a:off x="5687100" y="3582250"/>
                  <a:ext cx="999875" cy="706000"/>
                </a:xfrm>
                <a:custGeom>
                  <a:avLst/>
                  <a:gdLst/>
                  <a:ahLst/>
                  <a:cxnLst/>
                  <a:rect l="l" t="t" r="r" b="b"/>
                  <a:pathLst>
                    <a:path w="39995" h="28240" extrusionOk="0">
                      <a:moveTo>
                        <a:pt x="23767" y="285"/>
                      </a:moveTo>
                      <a:cubicBezTo>
                        <a:pt x="24475" y="882"/>
                        <a:pt x="25246" y="1410"/>
                        <a:pt x="26018" y="1906"/>
                      </a:cubicBezTo>
                      <a:cubicBezTo>
                        <a:pt x="26831" y="2431"/>
                        <a:pt x="27667" y="2911"/>
                        <a:pt x="28531" y="3340"/>
                      </a:cubicBezTo>
                      <a:cubicBezTo>
                        <a:pt x="29417" y="3781"/>
                        <a:pt x="30315" y="4188"/>
                        <a:pt x="31168" y="4696"/>
                      </a:cubicBezTo>
                      <a:cubicBezTo>
                        <a:pt x="33393" y="6017"/>
                        <a:pt x="35426" y="7836"/>
                        <a:pt x="36674" y="10134"/>
                      </a:cubicBezTo>
                      <a:cubicBezTo>
                        <a:pt x="36883" y="10523"/>
                        <a:pt x="37080" y="10912"/>
                        <a:pt x="37199" y="11334"/>
                      </a:cubicBezTo>
                      <a:lnTo>
                        <a:pt x="37199" y="11334"/>
                      </a:lnTo>
                      <a:cubicBezTo>
                        <a:pt x="37199" y="11335"/>
                        <a:pt x="37199" y="11336"/>
                        <a:pt x="37199" y="11337"/>
                      </a:cubicBezTo>
                      <a:cubicBezTo>
                        <a:pt x="37199" y="11337"/>
                        <a:pt x="37199" y="11337"/>
                        <a:pt x="37199" y="11337"/>
                      </a:cubicBezTo>
                      <a:lnTo>
                        <a:pt x="37199" y="11337"/>
                      </a:lnTo>
                      <a:cubicBezTo>
                        <a:pt x="37200" y="11338"/>
                        <a:pt x="37200" y="11339"/>
                        <a:pt x="37200" y="11339"/>
                      </a:cubicBezTo>
                      <a:lnTo>
                        <a:pt x="37200" y="11339"/>
                      </a:lnTo>
                      <a:cubicBezTo>
                        <a:pt x="37482" y="12287"/>
                        <a:pt x="37702" y="13258"/>
                        <a:pt x="37911" y="14228"/>
                      </a:cubicBezTo>
                      <a:cubicBezTo>
                        <a:pt x="38470" y="16815"/>
                        <a:pt x="38894" y="19430"/>
                        <a:pt x="39199" y="22056"/>
                      </a:cubicBezTo>
                      <a:cubicBezTo>
                        <a:pt x="39430" y="24019"/>
                        <a:pt x="39597" y="25983"/>
                        <a:pt x="39700" y="27957"/>
                      </a:cubicBezTo>
                      <a:lnTo>
                        <a:pt x="296" y="27957"/>
                      </a:lnTo>
                      <a:cubicBezTo>
                        <a:pt x="479" y="24413"/>
                        <a:pt x="867" y="20880"/>
                        <a:pt x="1469" y="17385"/>
                      </a:cubicBezTo>
                      <a:cubicBezTo>
                        <a:pt x="1796" y="15510"/>
                        <a:pt x="2175" y="13641"/>
                        <a:pt x="2666" y="11806"/>
                      </a:cubicBezTo>
                      <a:cubicBezTo>
                        <a:pt x="2835" y="11162"/>
                        <a:pt x="3067" y="10592"/>
                        <a:pt x="3394" y="10010"/>
                      </a:cubicBezTo>
                      <a:cubicBezTo>
                        <a:pt x="4569" y="7903"/>
                        <a:pt x="6404" y="6215"/>
                        <a:pt x="8426" y="4939"/>
                      </a:cubicBezTo>
                      <a:cubicBezTo>
                        <a:pt x="9189" y="4459"/>
                        <a:pt x="9985" y="4035"/>
                        <a:pt x="10804" y="3657"/>
                      </a:cubicBezTo>
                      <a:cubicBezTo>
                        <a:pt x="11662" y="3261"/>
                        <a:pt x="12498" y="2815"/>
                        <a:pt x="13305" y="2324"/>
                      </a:cubicBezTo>
                      <a:cubicBezTo>
                        <a:pt x="14294" y="1731"/>
                        <a:pt x="15248" y="1076"/>
                        <a:pt x="16146" y="353"/>
                      </a:cubicBezTo>
                      <a:cubicBezTo>
                        <a:pt x="16173" y="329"/>
                        <a:pt x="16200" y="307"/>
                        <a:pt x="16228" y="285"/>
                      </a:cubicBezTo>
                      <a:close/>
                      <a:moveTo>
                        <a:pt x="16541" y="0"/>
                      </a:moveTo>
                      <a:cubicBezTo>
                        <a:pt x="16440" y="0"/>
                        <a:pt x="16338" y="1"/>
                        <a:pt x="16236" y="3"/>
                      </a:cubicBezTo>
                      <a:cubicBezTo>
                        <a:pt x="16078" y="3"/>
                        <a:pt x="15977" y="127"/>
                        <a:pt x="15858" y="223"/>
                      </a:cubicBezTo>
                      <a:cubicBezTo>
                        <a:pt x="14938" y="957"/>
                        <a:pt x="13955" y="1612"/>
                        <a:pt x="12944" y="2211"/>
                      </a:cubicBezTo>
                      <a:cubicBezTo>
                        <a:pt x="11419" y="3115"/>
                        <a:pt x="9759" y="3764"/>
                        <a:pt x="8257" y="4713"/>
                      </a:cubicBezTo>
                      <a:cubicBezTo>
                        <a:pt x="6286" y="5955"/>
                        <a:pt x="4507" y="7587"/>
                        <a:pt x="3304" y="9598"/>
                      </a:cubicBezTo>
                      <a:cubicBezTo>
                        <a:pt x="2954" y="10179"/>
                        <a:pt x="2649" y="10801"/>
                        <a:pt x="2463" y="11456"/>
                      </a:cubicBezTo>
                      <a:cubicBezTo>
                        <a:pt x="2056" y="12935"/>
                        <a:pt x="1734" y="14437"/>
                        <a:pt x="1446" y="15945"/>
                      </a:cubicBezTo>
                      <a:cubicBezTo>
                        <a:pt x="859" y="19017"/>
                        <a:pt x="446" y="22123"/>
                        <a:pt x="192" y="25241"/>
                      </a:cubicBezTo>
                      <a:cubicBezTo>
                        <a:pt x="113" y="26189"/>
                        <a:pt x="51" y="27144"/>
                        <a:pt x="6" y="28098"/>
                      </a:cubicBezTo>
                      <a:cubicBezTo>
                        <a:pt x="0" y="28172"/>
                        <a:pt x="74" y="28239"/>
                        <a:pt x="147" y="28239"/>
                      </a:cubicBezTo>
                      <a:lnTo>
                        <a:pt x="39848" y="28239"/>
                      </a:lnTo>
                      <a:cubicBezTo>
                        <a:pt x="39921" y="28239"/>
                        <a:pt x="39995" y="28172"/>
                        <a:pt x="39989" y="28098"/>
                      </a:cubicBezTo>
                      <a:cubicBezTo>
                        <a:pt x="39820" y="24732"/>
                        <a:pt x="39464" y="21378"/>
                        <a:pt x="38922" y="18052"/>
                      </a:cubicBezTo>
                      <a:cubicBezTo>
                        <a:pt x="38600" y="16098"/>
                        <a:pt x="38216" y="14144"/>
                        <a:pt x="37730" y="12218"/>
                      </a:cubicBezTo>
                      <a:cubicBezTo>
                        <a:pt x="37651" y="11896"/>
                        <a:pt x="37566" y="11580"/>
                        <a:pt x="37476" y="11258"/>
                      </a:cubicBezTo>
                      <a:cubicBezTo>
                        <a:pt x="37397" y="10987"/>
                        <a:pt x="37273" y="10716"/>
                        <a:pt x="37154" y="10462"/>
                      </a:cubicBezTo>
                      <a:cubicBezTo>
                        <a:pt x="36832" y="9778"/>
                        <a:pt x="36431" y="9140"/>
                        <a:pt x="35980" y="8542"/>
                      </a:cubicBezTo>
                      <a:cubicBezTo>
                        <a:pt x="34308" y="6322"/>
                        <a:pt x="31992" y="4662"/>
                        <a:pt x="29496" y="3487"/>
                      </a:cubicBezTo>
                      <a:cubicBezTo>
                        <a:pt x="28011" y="2793"/>
                        <a:pt x="26588" y="1991"/>
                        <a:pt x="25244" y="1048"/>
                      </a:cubicBezTo>
                      <a:cubicBezTo>
                        <a:pt x="24866" y="782"/>
                        <a:pt x="24498" y="511"/>
                        <a:pt x="24137" y="223"/>
                      </a:cubicBezTo>
                      <a:cubicBezTo>
                        <a:pt x="24069" y="172"/>
                        <a:pt x="24001" y="110"/>
                        <a:pt x="23934" y="59"/>
                      </a:cubicBezTo>
                      <a:cubicBezTo>
                        <a:pt x="23864" y="9"/>
                        <a:pt x="23795" y="1"/>
                        <a:pt x="23718" y="1"/>
                      </a:cubicBezTo>
                      <a:cubicBezTo>
                        <a:pt x="23682" y="1"/>
                        <a:pt x="23645" y="3"/>
                        <a:pt x="23606" y="3"/>
                      </a:cubicBezTo>
                      <a:lnTo>
                        <a:pt x="17151" y="3"/>
                      </a:lnTo>
                      <a:cubicBezTo>
                        <a:pt x="16948" y="3"/>
                        <a:pt x="16745" y="0"/>
                        <a:pt x="16541"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45" name="Google Shape;1745;p53"/>
                <p:cNvSpPr/>
                <p:nvPr/>
              </p:nvSpPr>
              <p:spPr>
                <a:xfrm>
                  <a:off x="6258900" y="3189675"/>
                  <a:ext cx="108150" cy="100700"/>
                </a:xfrm>
                <a:custGeom>
                  <a:avLst/>
                  <a:gdLst/>
                  <a:ahLst/>
                  <a:cxnLst/>
                  <a:rect l="l" t="t" r="r" b="b"/>
                  <a:pathLst>
                    <a:path w="4326" h="4028" extrusionOk="0">
                      <a:moveTo>
                        <a:pt x="2186" y="283"/>
                      </a:moveTo>
                      <a:cubicBezTo>
                        <a:pt x="2908" y="289"/>
                        <a:pt x="3575" y="746"/>
                        <a:pt x="3818" y="1429"/>
                      </a:cubicBezTo>
                      <a:cubicBezTo>
                        <a:pt x="4060" y="2113"/>
                        <a:pt x="3846" y="2886"/>
                        <a:pt x="3287" y="3355"/>
                      </a:cubicBezTo>
                      <a:cubicBezTo>
                        <a:pt x="2976" y="3615"/>
                        <a:pt x="2583" y="3747"/>
                        <a:pt x="2188" y="3747"/>
                      </a:cubicBezTo>
                      <a:cubicBezTo>
                        <a:pt x="1879" y="3747"/>
                        <a:pt x="1569" y="3666"/>
                        <a:pt x="1299" y="3502"/>
                      </a:cubicBezTo>
                      <a:cubicBezTo>
                        <a:pt x="683" y="3129"/>
                        <a:pt x="345" y="2389"/>
                        <a:pt x="486" y="1684"/>
                      </a:cubicBezTo>
                      <a:cubicBezTo>
                        <a:pt x="649" y="876"/>
                        <a:pt x="1367" y="294"/>
                        <a:pt x="2186" y="283"/>
                      </a:cubicBezTo>
                      <a:close/>
                      <a:moveTo>
                        <a:pt x="2186" y="1"/>
                      </a:moveTo>
                      <a:cubicBezTo>
                        <a:pt x="2184" y="1"/>
                        <a:pt x="2182" y="1"/>
                        <a:pt x="2180" y="1"/>
                      </a:cubicBezTo>
                      <a:lnTo>
                        <a:pt x="2180" y="1"/>
                      </a:lnTo>
                      <a:cubicBezTo>
                        <a:pt x="1347" y="14"/>
                        <a:pt x="592" y="539"/>
                        <a:pt x="299" y="1322"/>
                      </a:cubicBezTo>
                      <a:cubicBezTo>
                        <a:pt x="0" y="2107"/>
                        <a:pt x="254" y="3033"/>
                        <a:pt x="898" y="3564"/>
                      </a:cubicBezTo>
                      <a:cubicBezTo>
                        <a:pt x="1270" y="3869"/>
                        <a:pt x="1733" y="4028"/>
                        <a:pt x="2196" y="4028"/>
                      </a:cubicBezTo>
                      <a:cubicBezTo>
                        <a:pt x="2550" y="4028"/>
                        <a:pt x="2904" y="3935"/>
                        <a:pt x="3219" y="3745"/>
                      </a:cubicBezTo>
                      <a:cubicBezTo>
                        <a:pt x="3948" y="3310"/>
                        <a:pt x="4326" y="2452"/>
                        <a:pt x="4162" y="1627"/>
                      </a:cubicBezTo>
                      <a:cubicBezTo>
                        <a:pt x="3987" y="691"/>
                        <a:pt x="3137" y="14"/>
                        <a:pt x="2190" y="1"/>
                      </a:cubicBezTo>
                      <a:lnTo>
                        <a:pt x="2190" y="1"/>
                      </a:lnTo>
                      <a:cubicBezTo>
                        <a:pt x="2189" y="1"/>
                        <a:pt x="2187" y="1"/>
                        <a:pt x="2186"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46" name="Google Shape;1746;p53"/>
                <p:cNvSpPr/>
                <p:nvPr/>
              </p:nvSpPr>
              <p:spPr>
                <a:xfrm>
                  <a:off x="6139025" y="3179100"/>
                  <a:ext cx="243275" cy="122000"/>
                </a:xfrm>
                <a:custGeom>
                  <a:avLst/>
                  <a:gdLst/>
                  <a:ahLst/>
                  <a:cxnLst/>
                  <a:rect l="l" t="t" r="r" b="b"/>
                  <a:pathLst>
                    <a:path w="9731" h="4880" extrusionOk="0">
                      <a:moveTo>
                        <a:pt x="6978" y="278"/>
                      </a:moveTo>
                      <a:cubicBezTo>
                        <a:pt x="7697" y="278"/>
                        <a:pt x="8391" y="648"/>
                        <a:pt x="8788" y="1254"/>
                      </a:cubicBezTo>
                      <a:cubicBezTo>
                        <a:pt x="9047" y="1649"/>
                        <a:pt x="9166" y="2112"/>
                        <a:pt x="9138" y="2587"/>
                      </a:cubicBezTo>
                      <a:cubicBezTo>
                        <a:pt x="9134" y="2648"/>
                        <a:pt x="9164" y="2688"/>
                        <a:pt x="9206" y="2708"/>
                      </a:cubicBezTo>
                      <a:lnTo>
                        <a:pt x="9206" y="2708"/>
                      </a:lnTo>
                      <a:cubicBezTo>
                        <a:pt x="9225" y="2720"/>
                        <a:pt x="9250" y="2728"/>
                        <a:pt x="9279" y="2728"/>
                      </a:cubicBezTo>
                      <a:lnTo>
                        <a:pt x="9448" y="2728"/>
                      </a:lnTo>
                      <a:lnTo>
                        <a:pt x="9448" y="2875"/>
                      </a:lnTo>
                      <a:lnTo>
                        <a:pt x="9211" y="2875"/>
                      </a:lnTo>
                      <a:cubicBezTo>
                        <a:pt x="9149" y="2875"/>
                        <a:pt x="9087" y="2920"/>
                        <a:pt x="9076" y="2976"/>
                      </a:cubicBezTo>
                      <a:cubicBezTo>
                        <a:pt x="8850" y="3812"/>
                        <a:pt x="8155" y="4450"/>
                        <a:pt x="7302" y="4580"/>
                      </a:cubicBezTo>
                      <a:cubicBezTo>
                        <a:pt x="7199" y="4596"/>
                        <a:pt x="7096" y="4603"/>
                        <a:pt x="6992" y="4603"/>
                      </a:cubicBezTo>
                      <a:cubicBezTo>
                        <a:pt x="6272" y="4603"/>
                        <a:pt x="5574" y="4233"/>
                        <a:pt x="5179" y="3626"/>
                      </a:cubicBezTo>
                      <a:cubicBezTo>
                        <a:pt x="4908" y="3219"/>
                        <a:pt x="4795" y="2739"/>
                        <a:pt x="4829" y="2253"/>
                      </a:cubicBezTo>
                      <a:cubicBezTo>
                        <a:pt x="4835" y="2180"/>
                        <a:pt x="4761" y="2112"/>
                        <a:pt x="4688" y="2112"/>
                      </a:cubicBezTo>
                      <a:lnTo>
                        <a:pt x="546" y="2112"/>
                      </a:lnTo>
                      <a:cubicBezTo>
                        <a:pt x="588" y="2067"/>
                        <a:pt x="628" y="2020"/>
                        <a:pt x="666" y="1971"/>
                      </a:cubicBezTo>
                      <a:lnTo>
                        <a:pt x="4767" y="1971"/>
                      </a:lnTo>
                      <a:cubicBezTo>
                        <a:pt x="4829" y="1971"/>
                        <a:pt x="4885" y="1926"/>
                        <a:pt x="4902" y="1864"/>
                      </a:cubicBezTo>
                      <a:cubicBezTo>
                        <a:pt x="5134" y="1045"/>
                        <a:pt x="5834" y="418"/>
                        <a:pt x="6681" y="299"/>
                      </a:cubicBezTo>
                      <a:cubicBezTo>
                        <a:pt x="6780" y="285"/>
                        <a:pt x="6879" y="278"/>
                        <a:pt x="6978" y="278"/>
                      </a:cubicBezTo>
                      <a:close/>
                      <a:moveTo>
                        <a:pt x="6987" y="1"/>
                      </a:moveTo>
                      <a:cubicBezTo>
                        <a:pt x="6461" y="1"/>
                        <a:pt x="5936" y="167"/>
                        <a:pt x="5507" y="497"/>
                      </a:cubicBezTo>
                      <a:cubicBezTo>
                        <a:pt x="5111" y="798"/>
                        <a:pt x="4819" y="1216"/>
                        <a:pt x="4663" y="1689"/>
                      </a:cubicBezTo>
                      <a:lnTo>
                        <a:pt x="927" y="1689"/>
                      </a:lnTo>
                      <a:cubicBezTo>
                        <a:pt x="863" y="1689"/>
                        <a:pt x="799" y="1686"/>
                        <a:pt x="735" y="1686"/>
                      </a:cubicBezTo>
                      <a:cubicBezTo>
                        <a:pt x="703" y="1686"/>
                        <a:pt x="671" y="1687"/>
                        <a:pt x="639" y="1689"/>
                      </a:cubicBezTo>
                      <a:cubicBezTo>
                        <a:pt x="624" y="1689"/>
                        <a:pt x="606" y="1686"/>
                        <a:pt x="589" y="1686"/>
                      </a:cubicBezTo>
                      <a:cubicBezTo>
                        <a:pt x="581" y="1686"/>
                        <a:pt x="573" y="1687"/>
                        <a:pt x="565" y="1689"/>
                      </a:cubicBezTo>
                      <a:cubicBezTo>
                        <a:pt x="475" y="1717"/>
                        <a:pt x="401" y="1852"/>
                        <a:pt x="339" y="1920"/>
                      </a:cubicBezTo>
                      <a:cubicBezTo>
                        <a:pt x="260" y="2005"/>
                        <a:pt x="181" y="2084"/>
                        <a:pt x="96" y="2157"/>
                      </a:cubicBezTo>
                      <a:cubicBezTo>
                        <a:pt x="0" y="2236"/>
                        <a:pt x="79" y="2395"/>
                        <a:pt x="192" y="2395"/>
                      </a:cubicBezTo>
                      <a:lnTo>
                        <a:pt x="4541" y="2395"/>
                      </a:lnTo>
                      <a:cubicBezTo>
                        <a:pt x="4529" y="3293"/>
                        <a:pt x="5017" y="4151"/>
                        <a:pt x="5812" y="4586"/>
                      </a:cubicBezTo>
                      <a:cubicBezTo>
                        <a:pt x="6175" y="4783"/>
                        <a:pt x="6576" y="4880"/>
                        <a:pt x="6975" y="4880"/>
                      </a:cubicBezTo>
                      <a:cubicBezTo>
                        <a:pt x="7514" y="4880"/>
                        <a:pt x="8051" y="4704"/>
                        <a:pt x="8488" y="4360"/>
                      </a:cubicBezTo>
                      <a:cubicBezTo>
                        <a:pt x="8879" y="4054"/>
                        <a:pt x="9165" y="3630"/>
                        <a:pt x="9317" y="3157"/>
                      </a:cubicBezTo>
                      <a:lnTo>
                        <a:pt x="9590" y="3157"/>
                      </a:lnTo>
                      <a:cubicBezTo>
                        <a:pt x="9663" y="3157"/>
                        <a:pt x="9731" y="3095"/>
                        <a:pt x="9731" y="3016"/>
                      </a:cubicBezTo>
                      <a:lnTo>
                        <a:pt x="9731" y="2587"/>
                      </a:lnTo>
                      <a:cubicBezTo>
                        <a:pt x="9731" y="2513"/>
                        <a:pt x="9663" y="2445"/>
                        <a:pt x="9590" y="2445"/>
                      </a:cubicBezTo>
                      <a:lnTo>
                        <a:pt x="9425" y="2445"/>
                      </a:lnTo>
                      <a:cubicBezTo>
                        <a:pt x="9430" y="1563"/>
                        <a:pt x="8933" y="717"/>
                        <a:pt x="8155" y="294"/>
                      </a:cubicBezTo>
                      <a:cubicBezTo>
                        <a:pt x="7793" y="98"/>
                        <a:pt x="7390" y="1"/>
                        <a:pt x="6987"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47" name="Google Shape;1747;p53"/>
                <p:cNvSpPr/>
                <p:nvPr/>
              </p:nvSpPr>
              <p:spPr>
                <a:xfrm>
                  <a:off x="6260150" y="3189800"/>
                  <a:ext cx="108050" cy="100700"/>
                </a:xfrm>
                <a:custGeom>
                  <a:avLst/>
                  <a:gdLst/>
                  <a:ahLst/>
                  <a:cxnLst/>
                  <a:rect l="l" t="t" r="r" b="b"/>
                  <a:pathLst>
                    <a:path w="4322" h="4028" extrusionOk="0">
                      <a:moveTo>
                        <a:pt x="2139" y="282"/>
                      </a:moveTo>
                      <a:cubicBezTo>
                        <a:pt x="2448" y="282"/>
                        <a:pt x="2757" y="363"/>
                        <a:pt x="3028" y="526"/>
                      </a:cubicBezTo>
                      <a:cubicBezTo>
                        <a:pt x="3643" y="899"/>
                        <a:pt x="3982" y="1639"/>
                        <a:pt x="3841" y="2345"/>
                      </a:cubicBezTo>
                      <a:cubicBezTo>
                        <a:pt x="3677" y="3153"/>
                        <a:pt x="2960" y="3734"/>
                        <a:pt x="2136" y="3745"/>
                      </a:cubicBezTo>
                      <a:cubicBezTo>
                        <a:pt x="1418" y="3740"/>
                        <a:pt x="752" y="3282"/>
                        <a:pt x="509" y="2599"/>
                      </a:cubicBezTo>
                      <a:cubicBezTo>
                        <a:pt x="266" y="1916"/>
                        <a:pt x="475" y="1142"/>
                        <a:pt x="1040" y="673"/>
                      </a:cubicBezTo>
                      <a:cubicBezTo>
                        <a:pt x="1350" y="414"/>
                        <a:pt x="1744" y="282"/>
                        <a:pt x="2139" y="282"/>
                      </a:cubicBezTo>
                      <a:close/>
                      <a:moveTo>
                        <a:pt x="2126" y="1"/>
                      </a:moveTo>
                      <a:cubicBezTo>
                        <a:pt x="1772" y="1"/>
                        <a:pt x="1417" y="93"/>
                        <a:pt x="1102" y="284"/>
                      </a:cubicBezTo>
                      <a:cubicBezTo>
                        <a:pt x="379" y="719"/>
                        <a:pt x="1" y="1577"/>
                        <a:pt x="165" y="2401"/>
                      </a:cubicBezTo>
                      <a:cubicBezTo>
                        <a:pt x="339" y="3337"/>
                        <a:pt x="1190" y="4014"/>
                        <a:pt x="2131" y="4028"/>
                      </a:cubicBezTo>
                      <a:lnTo>
                        <a:pt x="2131" y="4028"/>
                      </a:lnTo>
                      <a:cubicBezTo>
                        <a:pt x="2133" y="4028"/>
                        <a:pt x="2134" y="4028"/>
                        <a:pt x="2136" y="4028"/>
                      </a:cubicBezTo>
                      <a:cubicBezTo>
                        <a:pt x="2137" y="4028"/>
                        <a:pt x="2139" y="4028"/>
                        <a:pt x="2141" y="4028"/>
                      </a:cubicBezTo>
                      <a:lnTo>
                        <a:pt x="2141" y="4028"/>
                      </a:lnTo>
                      <a:cubicBezTo>
                        <a:pt x="2980" y="4014"/>
                        <a:pt x="3734" y="3490"/>
                        <a:pt x="4027" y="2706"/>
                      </a:cubicBezTo>
                      <a:cubicBezTo>
                        <a:pt x="4321" y="1921"/>
                        <a:pt x="4073" y="995"/>
                        <a:pt x="3423" y="464"/>
                      </a:cubicBezTo>
                      <a:cubicBezTo>
                        <a:pt x="3055" y="160"/>
                        <a:pt x="2591" y="1"/>
                        <a:pt x="2126"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48" name="Google Shape;1748;p53"/>
                <p:cNvSpPr/>
                <p:nvPr/>
              </p:nvSpPr>
              <p:spPr>
                <a:xfrm>
                  <a:off x="5949825" y="3067925"/>
                  <a:ext cx="407000" cy="355200"/>
                </a:xfrm>
                <a:custGeom>
                  <a:avLst/>
                  <a:gdLst/>
                  <a:ahLst/>
                  <a:cxnLst/>
                  <a:rect l="l" t="t" r="r" b="b"/>
                  <a:pathLst>
                    <a:path w="16280" h="14208" extrusionOk="0">
                      <a:moveTo>
                        <a:pt x="9000" y="285"/>
                      </a:moveTo>
                      <a:cubicBezTo>
                        <a:pt x="10461" y="285"/>
                        <a:pt x="11941" y="446"/>
                        <a:pt x="13329" y="912"/>
                      </a:cubicBezTo>
                      <a:cubicBezTo>
                        <a:pt x="13713" y="1042"/>
                        <a:pt x="14091" y="1200"/>
                        <a:pt x="14447" y="1386"/>
                      </a:cubicBezTo>
                      <a:cubicBezTo>
                        <a:pt x="14628" y="1477"/>
                        <a:pt x="14808" y="1578"/>
                        <a:pt x="14978" y="1691"/>
                      </a:cubicBezTo>
                      <a:cubicBezTo>
                        <a:pt x="15175" y="1815"/>
                        <a:pt x="15345" y="1962"/>
                        <a:pt x="15526" y="2109"/>
                      </a:cubicBezTo>
                      <a:cubicBezTo>
                        <a:pt x="15667" y="2250"/>
                        <a:pt x="15824" y="2407"/>
                        <a:pt x="15924" y="2586"/>
                      </a:cubicBezTo>
                      <a:lnTo>
                        <a:pt x="15924" y="2586"/>
                      </a:lnTo>
                      <a:cubicBezTo>
                        <a:pt x="15870" y="2607"/>
                        <a:pt x="15817" y="2626"/>
                        <a:pt x="15763" y="2646"/>
                      </a:cubicBezTo>
                      <a:cubicBezTo>
                        <a:pt x="15458" y="2747"/>
                        <a:pt x="15142" y="2821"/>
                        <a:pt x="14825" y="2877"/>
                      </a:cubicBezTo>
                      <a:cubicBezTo>
                        <a:pt x="14153" y="2998"/>
                        <a:pt x="13468" y="3048"/>
                        <a:pt x="12783" y="3048"/>
                      </a:cubicBezTo>
                      <a:cubicBezTo>
                        <a:pt x="12190" y="3048"/>
                        <a:pt x="11597" y="3011"/>
                        <a:pt x="11013" y="2951"/>
                      </a:cubicBezTo>
                      <a:cubicBezTo>
                        <a:pt x="9884" y="2832"/>
                        <a:pt x="8766" y="2612"/>
                        <a:pt x="7670" y="2324"/>
                      </a:cubicBezTo>
                      <a:cubicBezTo>
                        <a:pt x="7656" y="2320"/>
                        <a:pt x="7643" y="2319"/>
                        <a:pt x="7631" y="2319"/>
                      </a:cubicBezTo>
                      <a:cubicBezTo>
                        <a:pt x="7496" y="2319"/>
                        <a:pt x="7449" y="2501"/>
                        <a:pt x="7563" y="2583"/>
                      </a:cubicBezTo>
                      <a:cubicBezTo>
                        <a:pt x="8235" y="3103"/>
                        <a:pt x="8636" y="3922"/>
                        <a:pt x="8591" y="4775"/>
                      </a:cubicBezTo>
                      <a:cubicBezTo>
                        <a:pt x="8545" y="5701"/>
                        <a:pt x="7958" y="6520"/>
                        <a:pt x="7151" y="6949"/>
                      </a:cubicBezTo>
                      <a:cubicBezTo>
                        <a:pt x="6754" y="7165"/>
                        <a:pt x="6282" y="7297"/>
                        <a:pt x="5825" y="7297"/>
                      </a:cubicBezTo>
                      <a:cubicBezTo>
                        <a:pt x="5781" y="7297"/>
                        <a:pt x="5737" y="7296"/>
                        <a:pt x="5694" y="7293"/>
                      </a:cubicBezTo>
                      <a:cubicBezTo>
                        <a:pt x="5691" y="7293"/>
                        <a:pt x="5688" y="7293"/>
                        <a:pt x="5686" y="7293"/>
                      </a:cubicBezTo>
                      <a:cubicBezTo>
                        <a:pt x="5615" y="7293"/>
                        <a:pt x="5552" y="7364"/>
                        <a:pt x="5552" y="7435"/>
                      </a:cubicBezTo>
                      <a:lnTo>
                        <a:pt x="5552" y="9671"/>
                      </a:lnTo>
                      <a:lnTo>
                        <a:pt x="5552" y="13240"/>
                      </a:lnTo>
                      <a:lnTo>
                        <a:pt x="5552" y="13845"/>
                      </a:lnTo>
                      <a:lnTo>
                        <a:pt x="5552" y="13845"/>
                      </a:lnTo>
                      <a:cubicBezTo>
                        <a:pt x="5431" y="13786"/>
                        <a:pt x="5315" y="13727"/>
                        <a:pt x="5202" y="13664"/>
                      </a:cubicBezTo>
                      <a:cubicBezTo>
                        <a:pt x="4745" y="13415"/>
                        <a:pt x="4316" y="13121"/>
                        <a:pt x="3909" y="12794"/>
                      </a:cubicBezTo>
                      <a:cubicBezTo>
                        <a:pt x="3899" y="12786"/>
                        <a:pt x="3888" y="12779"/>
                        <a:pt x="3876" y="12774"/>
                      </a:cubicBezTo>
                      <a:lnTo>
                        <a:pt x="3876" y="12774"/>
                      </a:lnTo>
                      <a:cubicBezTo>
                        <a:pt x="2190" y="11740"/>
                        <a:pt x="1074" y="9946"/>
                        <a:pt x="594" y="8056"/>
                      </a:cubicBezTo>
                      <a:cubicBezTo>
                        <a:pt x="165" y="6345"/>
                        <a:pt x="199" y="4306"/>
                        <a:pt x="1356" y="2877"/>
                      </a:cubicBezTo>
                      <a:cubicBezTo>
                        <a:pt x="2192" y="1849"/>
                        <a:pt x="3423" y="1239"/>
                        <a:pt x="4671" y="872"/>
                      </a:cubicBezTo>
                      <a:cubicBezTo>
                        <a:pt x="4683" y="868"/>
                        <a:pt x="4694" y="863"/>
                        <a:pt x="4704" y="857"/>
                      </a:cubicBezTo>
                      <a:lnTo>
                        <a:pt x="4704" y="857"/>
                      </a:lnTo>
                      <a:cubicBezTo>
                        <a:pt x="6072" y="463"/>
                        <a:pt x="7506" y="291"/>
                        <a:pt x="8924" y="285"/>
                      </a:cubicBezTo>
                      <a:cubicBezTo>
                        <a:pt x="8949" y="285"/>
                        <a:pt x="8975" y="285"/>
                        <a:pt x="9000" y="285"/>
                      </a:cubicBezTo>
                      <a:close/>
                      <a:moveTo>
                        <a:pt x="9024" y="1"/>
                      </a:moveTo>
                      <a:cubicBezTo>
                        <a:pt x="8411" y="1"/>
                        <a:pt x="7798" y="34"/>
                        <a:pt x="7190" y="99"/>
                      </a:cubicBezTo>
                      <a:cubicBezTo>
                        <a:pt x="6315" y="195"/>
                        <a:pt x="5439" y="353"/>
                        <a:pt x="4592" y="596"/>
                      </a:cubicBezTo>
                      <a:cubicBezTo>
                        <a:pt x="4584" y="598"/>
                        <a:pt x="4577" y="601"/>
                        <a:pt x="4570" y="604"/>
                      </a:cubicBezTo>
                      <a:lnTo>
                        <a:pt x="4570" y="604"/>
                      </a:lnTo>
                      <a:cubicBezTo>
                        <a:pt x="3428" y="949"/>
                        <a:pt x="2310" y="1478"/>
                        <a:pt x="1464" y="2329"/>
                      </a:cubicBezTo>
                      <a:cubicBezTo>
                        <a:pt x="769" y="3035"/>
                        <a:pt x="340" y="3922"/>
                        <a:pt x="170" y="4893"/>
                      </a:cubicBezTo>
                      <a:cubicBezTo>
                        <a:pt x="1" y="5831"/>
                        <a:pt x="46" y="6796"/>
                        <a:pt x="233" y="7728"/>
                      </a:cubicBezTo>
                      <a:cubicBezTo>
                        <a:pt x="430" y="8728"/>
                        <a:pt x="809" y="9693"/>
                        <a:pt x="1339" y="10569"/>
                      </a:cubicBezTo>
                      <a:cubicBezTo>
                        <a:pt x="1876" y="11444"/>
                        <a:pt x="2571" y="12223"/>
                        <a:pt x="3418" y="12811"/>
                      </a:cubicBezTo>
                      <a:cubicBezTo>
                        <a:pt x="3525" y="12884"/>
                        <a:pt x="3632" y="12952"/>
                        <a:pt x="3739" y="13019"/>
                      </a:cubicBezTo>
                      <a:lnTo>
                        <a:pt x="3739" y="13019"/>
                      </a:lnTo>
                      <a:cubicBezTo>
                        <a:pt x="4319" y="13485"/>
                        <a:pt x="4965" y="13922"/>
                        <a:pt x="5660" y="14200"/>
                      </a:cubicBezTo>
                      <a:cubicBezTo>
                        <a:pt x="5672" y="14205"/>
                        <a:pt x="5685" y="14207"/>
                        <a:pt x="5697" y="14207"/>
                      </a:cubicBezTo>
                      <a:cubicBezTo>
                        <a:pt x="5769" y="14207"/>
                        <a:pt x="5835" y="14131"/>
                        <a:pt x="5835" y="14059"/>
                      </a:cubicBezTo>
                      <a:lnTo>
                        <a:pt x="5835" y="11823"/>
                      </a:lnTo>
                      <a:lnTo>
                        <a:pt x="5835" y="8253"/>
                      </a:lnTo>
                      <a:lnTo>
                        <a:pt x="5835" y="7580"/>
                      </a:lnTo>
                      <a:lnTo>
                        <a:pt x="5835" y="7580"/>
                      </a:lnTo>
                      <a:cubicBezTo>
                        <a:pt x="5838" y="7580"/>
                        <a:pt x="5841" y="7580"/>
                        <a:pt x="5844" y="7580"/>
                      </a:cubicBezTo>
                      <a:cubicBezTo>
                        <a:pt x="6794" y="7580"/>
                        <a:pt x="7739" y="7079"/>
                        <a:pt x="8303" y="6328"/>
                      </a:cubicBezTo>
                      <a:cubicBezTo>
                        <a:pt x="8907" y="5537"/>
                        <a:pt x="9042" y="4464"/>
                        <a:pt x="8658" y="3549"/>
                      </a:cubicBezTo>
                      <a:cubicBezTo>
                        <a:pt x="8527" y="3245"/>
                        <a:pt x="8347" y="2971"/>
                        <a:pt x="8130" y="2732"/>
                      </a:cubicBezTo>
                      <a:lnTo>
                        <a:pt x="8130" y="2732"/>
                      </a:lnTo>
                      <a:cubicBezTo>
                        <a:pt x="9641" y="3089"/>
                        <a:pt x="11192" y="3326"/>
                        <a:pt x="12745" y="3326"/>
                      </a:cubicBezTo>
                      <a:cubicBezTo>
                        <a:pt x="12838" y="3326"/>
                        <a:pt x="12931" y="3325"/>
                        <a:pt x="13024" y="3323"/>
                      </a:cubicBezTo>
                      <a:cubicBezTo>
                        <a:pt x="13939" y="3306"/>
                        <a:pt x="14882" y="3216"/>
                        <a:pt x="15763" y="2939"/>
                      </a:cubicBezTo>
                      <a:cubicBezTo>
                        <a:pt x="15904" y="2894"/>
                        <a:pt x="16051" y="2849"/>
                        <a:pt x="16186" y="2781"/>
                      </a:cubicBezTo>
                      <a:cubicBezTo>
                        <a:pt x="16197" y="2776"/>
                        <a:pt x="16207" y="2770"/>
                        <a:pt x="16215" y="2763"/>
                      </a:cubicBezTo>
                      <a:lnTo>
                        <a:pt x="16215" y="2763"/>
                      </a:lnTo>
                      <a:cubicBezTo>
                        <a:pt x="16257" y="2735"/>
                        <a:pt x="16279" y="2686"/>
                        <a:pt x="16254" y="2623"/>
                      </a:cubicBezTo>
                      <a:cubicBezTo>
                        <a:pt x="16138" y="2352"/>
                        <a:pt x="15945" y="2124"/>
                        <a:pt x="15736" y="1923"/>
                      </a:cubicBezTo>
                      <a:lnTo>
                        <a:pt x="15736" y="1923"/>
                      </a:lnTo>
                      <a:cubicBezTo>
                        <a:pt x="15732" y="1919"/>
                        <a:pt x="15728" y="1915"/>
                        <a:pt x="15723" y="1911"/>
                      </a:cubicBezTo>
                      <a:lnTo>
                        <a:pt x="15723" y="1911"/>
                      </a:lnTo>
                      <a:cubicBezTo>
                        <a:pt x="15723" y="1911"/>
                        <a:pt x="15723" y="1911"/>
                        <a:pt x="15723" y="1911"/>
                      </a:cubicBezTo>
                      <a:cubicBezTo>
                        <a:pt x="15565" y="1782"/>
                        <a:pt x="15413" y="1646"/>
                        <a:pt x="15243" y="1527"/>
                      </a:cubicBezTo>
                      <a:cubicBezTo>
                        <a:pt x="15091" y="1420"/>
                        <a:pt x="14933" y="1324"/>
                        <a:pt x="14769" y="1234"/>
                      </a:cubicBezTo>
                      <a:cubicBezTo>
                        <a:pt x="14436" y="1053"/>
                        <a:pt x="14097" y="895"/>
                        <a:pt x="13741" y="765"/>
                      </a:cubicBezTo>
                      <a:cubicBezTo>
                        <a:pt x="13024" y="488"/>
                        <a:pt x="12267" y="308"/>
                        <a:pt x="11510" y="189"/>
                      </a:cubicBezTo>
                      <a:cubicBezTo>
                        <a:pt x="10690" y="62"/>
                        <a:pt x="9857" y="1"/>
                        <a:pt x="9024"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749" name="Google Shape;1749;p53"/>
              <p:cNvGrpSpPr/>
              <p:nvPr/>
            </p:nvGrpSpPr>
            <p:grpSpPr>
              <a:xfrm flipH="1">
                <a:off x="5808493" y="2919076"/>
                <a:ext cx="1370657" cy="1913231"/>
                <a:chOff x="2034250" y="3068250"/>
                <a:chExt cx="999750" cy="1395500"/>
              </a:xfrm>
            </p:grpSpPr>
            <p:sp>
              <p:nvSpPr>
                <p:cNvPr id="1750" name="Google Shape;1750;p53"/>
                <p:cNvSpPr/>
                <p:nvPr/>
              </p:nvSpPr>
              <p:spPr>
                <a:xfrm>
                  <a:off x="2439725" y="3414150"/>
                  <a:ext cx="310600" cy="350175"/>
                </a:xfrm>
                <a:custGeom>
                  <a:avLst/>
                  <a:gdLst/>
                  <a:ahLst/>
                  <a:cxnLst/>
                  <a:rect l="l" t="t" r="r" b="b"/>
                  <a:pathLst>
                    <a:path w="12424" h="14007" extrusionOk="0">
                      <a:moveTo>
                        <a:pt x="1001" y="2863"/>
                      </a:moveTo>
                      <a:lnTo>
                        <a:pt x="1001" y="2863"/>
                      </a:lnTo>
                      <a:cubicBezTo>
                        <a:pt x="1002" y="2874"/>
                        <a:pt x="1002" y="2878"/>
                        <a:pt x="1002" y="2878"/>
                      </a:cubicBezTo>
                      <a:cubicBezTo>
                        <a:pt x="1001" y="2878"/>
                        <a:pt x="1000" y="2871"/>
                        <a:pt x="1001" y="2863"/>
                      </a:cubicBezTo>
                      <a:close/>
                      <a:moveTo>
                        <a:pt x="9480" y="289"/>
                      </a:moveTo>
                      <a:cubicBezTo>
                        <a:pt x="9699" y="674"/>
                        <a:pt x="9887" y="1078"/>
                        <a:pt x="10036" y="1497"/>
                      </a:cubicBezTo>
                      <a:cubicBezTo>
                        <a:pt x="10115" y="1723"/>
                        <a:pt x="10183" y="1955"/>
                        <a:pt x="10239" y="2186"/>
                      </a:cubicBezTo>
                      <a:cubicBezTo>
                        <a:pt x="10268" y="2299"/>
                        <a:pt x="10290" y="2424"/>
                        <a:pt x="10318" y="2537"/>
                      </a:cubicBezTo>
                      <a:cubicBezTo>
                        <a:pt x="10330" y="2576"/>
                        <a:pt x="10341" y="2604"/>
                        <a:pt x="10369" y="2627"/>
                      </a:cubicBezTo>
                      <a:cubicBezTo>
                        <a:pt x="10488" y="2740"/>
                        <a:pt x="10629" y="2836"/>
                        <a:pt x="10759" y="2938"/>
                      </a:cubicBezTo>
                      <a:cubicBezTo>
                        <a:pt x="10962" y="3096"/>
                        <a:pt x="11171" y="3259"/>
                        <a:pt x="11374" y="3423"/>
                      </a:cubicBezTo>
                      <a:cubicBezTo>
                        <a:pt x="11499" y="3525"/>
                        <a:pt x="11623" y="3621"/>
                        <a:pt x="11747" y="3722"/>
                      </a:cubicBezTo>
                      <a:cubicBezTo>
                        <a:pt x="11911" y="3852"/>
                        <a:pt x="11990" y="4050"/>
                        <a:pt x="11900" y="4248"/>
                      </a:cubicBezTo>
                      <a:cubicBezTo>
                        <a:pt x="11809" y="4434"/>
                        <a:pt x="11617" y="4530"/>
                        <a:pt x="11414" y="4536"/>
                      </a:cubicBezTo>
                      <a:lnTo>
                        <a:pt x="10573" y="4536"/>
                      </a:lnTo>
                      <a:cubicBezTo>
                        <a:pt x="10488" y="4536"/>
                        <a:pt x="10437" y="4598"/>
                        <a:pt x="10431" y="4677"/>
                      </a:cubicBezTo>
                      <a:cubicBezTo>
                        <a:pt x="10245" y="6258"/>
                        <a:pt x="9370" y="7726"/>
                        <a:pt x="8054" y="8636"/>
                      </a:cubicBezTo>
                      <a:cubicBezTo>
                        <a:pt x="7687" y="8890"/>
                        <a:pt x="7291" y="9099"/>
                        <a:pt x="6879" y="9257"/>
                      </a:cubicBezTo>
                      <a:cubicBezTo>
                        <a:pt x="6817" y="9279"/>
                        <a:pt x="6772" y="9330"/>
                        <a:pt x="6772" y="9398"/>
                      </a:cubicBezTo>
                      <a:lnTo>
                        <a:pt x="6772" y="10900"/>
                      </a:lnTo>
                      <a:lnTo>
                        <a:pt x="6772" y="13312"/>
                      </a:lnTo>
                      <a:lnTo>
                        <a:pt x="6772" y="13724"/>
                      </a:lnTo>
                      <a:lnTo>
                        <a:pt x="300" y="13724"/>
                      </a:lnTo>
                      <a:lnTo>
                        <a:pt x="300" y="12301"/>
                      </a:lnTo>
                      <a:lnTo>
                        <a:pt x="300" y="10047"/>
                      </a:lnTo>
                      <a:lnTo>
                        <a:pt x="300" y="9076"/>
                      </a:lnTo>
                      <a:lnTo>
                        <a:pt x="300" y="6648"/>
                      </a:lnTo>
                      <a:lnTo>
                        <a:pt x="300" y="5756"/>
                      </a:lnTo>
                      <a:cubicBezTo>
                        <a:pt x="300" y="5702"/>
                        <a:pt x="310" y="5644"/>
                        <a:pt x="302" y="5589"/>
                      </a:cubicBezTo>
                      <a:lnTo>
                        <a:pt x="302" y="5589"/>
                      </a:lnTo>
                      <a:cubicBezTo>
                        <a:pt x="317" y="5567"/>
                        <a:pt x="323" y="5529"/>
                        <a:pt x="334" y="5501"/>
                      </a:cubicBezTo>
                      <a:cubicBezTo>
                        <a:pt x="588" y="4807"/>
                        <a:pt x="842" y="4112"/>
                        <a:pt x="1096" y="3423"/>
                      </a:cubicBezTo>
                      <a:cubicBezTo>
                        <a:pt x="1141" y="3293"/>
                        <a:pt x="1187" y="3163"/>
                        <a:pt x="1237" y="3039"/>
                      </a:cubicBezTo>
                      <a:cubicBezTo>
                        <a:pt x="1254" y="2988"/>
                        <a:pt x="1277" y="2932"/>
                        <a:pt x="1283" y="2881"/>
                      </a:cubicBezTo>
                      <a:cubicBezTo>
                        <a:pt x="1294" y="2678"/>
                        <a:pt x="1283" y="2474"/>
                        <a:pt x="1300" y="2271"/>
                      </a:cubicBezTo>
                      <a:cubicBezTo>
                        <a:pt x="1379" y="1537"/>
                        <a:pt x="1701" y="712"/>
                        <a:pt x="2531" y="616"/>
                      </a:cubicBezTo>
                      <a:cubicBezTo>
                        <a:pt x="2886" y="577"/>
                        <a:pt x="3242" y="560"/>
                        <a:pt x="3598" y="543"/>
                      </a:cubicBezTo>
                      <a:cubicBezTo>
                        <a:pt x="4135" y="520"/>
                        <a:pt x="4665" y="498"/>
                        <a:pt x="5196" y="475"/>
                      </a:cubicBezTo>
                      <a:cubicBezTo>
                        <a:pt x="6399" y="430"/>
                        <a:pt x="7602" y="396"/>
                        <a:pt x="8805" y="328"/>
                      </a:cubicBezTo>
                      <a:cubicBezTo>
                        <a:pt x="9027" y="318"/>
                        <a:pt x="9253" y="304"/>
                        <a:pt x="9480" y="289"/>
                      </a:cubicBezTo>
                      <a:close/>
                      <a:moveTo>
                        <a:pt x="9572" y="0"/>
                      </a:moveTo>
                      <a:cubicBezTo>
                        <a:pt x="9568" y="0"/>
                        <a:pt x="9565" y="0"/>
                        <a:pt x="9562" y="1"/>
                      </a:cubicBezTo>
                      <a:cubicBezTo>
                        <a:pt x="8387" y="80"/>
                        <a:pt x="7212" y="119"/>
                        <a:pt x="6038" y="165"/>
                      </a:cubicBezTo>
                      <a:cubicBezTo>
                        <a:pt x="4999" y="204"/>
                        <a:pt x="3959" y="227"/>
                        <a:pt x="2920" y="300"/>
                      </a:cubicBezTo>
                      <a:cubicBezTo>
                        <a:pt x="2548" y="328"/>
                        <a:pt x="2169" y="351"/>
                        <a:pt x="1847" y="566"/>
                      </a:cubicBezTo>
                      <a:cubicBezTo>
                        <a:pt x="1497" y="803"/>
                        <a:pt x="1283" y="1176"/>
                        <a:pt x="1158" y="1571"/>
                      </a:cubicBezTo>
                      <a:cubicBezTo>
                        <a:pt x="1051" y="1898"/>
                        <a:pt x="1006" y="2249"/>
                        <a:pt x="1000" y="2599"/>
                      </a:cubicBezTo>
                      <a:cubicBezTo>
                        <a:pt x="995" y="2682"/>
                        <a:pt x="989" y="2771"/>
                        <a:pt x="1000" y="2855"/>
                      </a:cubicBezTo>
                      <a:lnTo>
                        <a:pt x="1000" y="2855"/>
                      </a:lnTo>
                      <a:cubicBezTo>
                        <a:pt x="987" y="2873"/>
                        <a:pt x="983" y="2900"/>
                        <a:pt x="978" y="2915"/>
                      </a:cubicBezTo>
                      <a:cubicBezTo>
                        <a:pt x="729" y="3604"/>
                        <a:pt x="475" y="4293"/>
                        <a:pt x="227" y="4982"/>
                      </a:cubicBezTo>
                      <a:cubicBezTo>
                        <a:pt x="176" y="5117"/>
                        <a:pt x="125" y="5253"/>
                        <a:pt x="74" y="5388"/>
                      </a:cubicBezTo>
                      <a:cubicBezTo>
                        <a:pt x="57" y="5451"/>
                        <a:pt x="23" y="5513"/>
                        <a:pt x="18" y="5575"/>
                      </a:cubicBezTo>
                      <a:cubicBezTo>
                        <a:pt x="1" y="5733"/>
                        <a:pt x="18" y="5897"/>
                        <a:pt x="18" y="6055"/>
                      </a:cubicBezTo>
                      <a:lnTo>
                        <a:pt x="18" y="8455"/>
                      </a:lnTo>
                      <a:lnTo>
                        <a:pt x="18" y="9799"/>
                      </a:lnTo>
                      <a:lnTo>
                        <a:pt x="18" y="11634"/>
                      </a:lnTo>
                      <a:lnTo>
                        <a:pt x="18" y="13741"/>
                      </a:lnTo>
                      <a:lnTo>
                        <a:pt x="18" y="13865"/>
                      </a:lnTo>
                      <a:cubicBezTo>
                        <a:pt x="18" y="13938"/>
                        <a:pt x="80" y="14006"/>
                        <a:pt x="159" y="14006"/>
                      </a:cubicBezTo>
                      <a:lnTo>
                        <a:pt x="6913" y="14006"/>
                      </a:lnTo>
                      <a:cubicBezTo>
                        <a:pt x="6992" y="14006"/>
                        <a:pt x="7054" y="13944"/>
                        <a:pt x="7054" y="13865"/>
                      </a:cubicBezTo>
                      <a:lnTo>
                        <a:pt x="7054" y="12357"/>
                      </a:lnTo>
                      <a:lnTo>
                        <a:pt x="7054" y="9946"/>
                      </a:lnTo>
                      <a:lnTo>
                        <a:pt x="7054" y="9493"/>
                      </a:lnTo>
                      <a:lnTo>
                        <a:pt x="7054" y="9493"/>
                      </a:lnTo>
                      <a:cubicBezTo>
                        <a:pt x="8582" y="8869"/>
                        <a:pt x="9800" y="7625"/>
                        <a:pt x="10381" y="6077"/>
                      </a:cubicBezTo>
                      <a:cubicBezTo>
                        <a:pt x="10533" y="5670"/>
                        <a:pt x="10635" y="5245"/>
                        <a:pt x="10695" y="4818"/>
                      </a:cubicBezTo>
                      <a:lnTo>
                        <a:pt x="11086" y="4818"/>
                      </a:lnTo>
                      <a:cubicBezTo>
                        <a:pt x="11150" y="4818"/>
                        <a:pt x="11216" y="4820"/>
                        <a:pt x="11283" y="4820"/>
                      </a:cubicBezTo>
                      <a:cubicBezTo>
                        <a:pt x="11399" y="4820"/>
                        <a:pt x="11517" y="4815"/>
                        <a:pt x="11629" y="4790"/>
                      </a:cubicBezTo>
                      <a:cubicBezTo>
                        <a:pt x="12208" y="4649"/>
                        <a:pt x="12424" y="3913"/>
                        <a:pt x="11955" y="3523"/>
                      </a:cubicBezTo>
                      <a:lnTo>
                        <a:pt x="11955" y="3523"/>
                      </a:lnTo>
                      <a:cubicBezTo>
                        <a:pt x="11953" y="3522"/>
                        <a:pt x="11952" y="3520"/>
                        <a:pt x="11950" y="3519"/>
                      </a:cubicBezTo>
                      <a:lnTo>
                        <a:pt x="11950" y="3519"/>
                      </a:lnTo>
                      <a:cubicBezTo>
                        <a:pt x="11950" y="3519"/>
                        <a:pt x="11950" y="3519"/>
                        <a:pt x="11950" y="3519"/>
                      </a:cubicBezTo>
                      <a:cubicBezTo>
                        <a:pt x="11949" y="3518"/>
                        <a:pt x="11948" y="3517"/>
                        <a:pt x="11947" y="3516"/>
                      </a:cubicBezTo>
                      <a:lnTo>
                        <a:pt x="11947" y="3516"/>
                      </a:lnTo>
                      <a:cubicBezTo>
                        <a:pt x="11643" y="3280"/>
                        <a:pt x="11345" y="3044"/>
                        <a:pt x="11047" y="2802"/>
                      </a:cubicBezTo>
                      <a:cubicBezTo>
                        <a:pt x="10894" y="2689"/>
                        <a:pt x="10748" y="2570"/>
                        <a:pt x="10595" y="2452"/>
                      </a:cubicBezTo>
                      <a:cubicBezTo>
                        <a:pt x="10590" y="2447"/>
                        <a:pt x="10584" y="2442"/>
                        <a:pt x="10579" y="2438"/>
                      </a:cubicBezTo>
                      <a:lnTo>
                        <a:pt x="10579" y="2438"/>
                      </a:lnTo>
                      <a:cubicBezTo>
                        <a:pt x="10581" y="2434"/>
                        <a:pt x="10581" y="2423"/>
                        <a:pt x="10578" y="2401"/>
                      </a:cubicBezTo>
                      <a:cubicBezTo>
                        <a:pt x="10578" y="2339"/>
                        <a:pt x="10550" y="2271"/>
                        <a:pt x="10539" y="2215"/>
                      </a:cubicBezTo>
                      <a:cubicBezTo>
                        <a:pt x="10482" y="1977"/>
                        <a:pt x="10414" y="1752"/>
                        <a:pt x="10341" y="1520"/>
                      </a:cubicBezTo>
                      <a:cubicBezTo>
                        <a:pt x="10172" y="1017"/>
                        <a:pt x="9946" y="532"/>
                        <a:pt x="9680" y="69"/>
                      </a:cubicBezTo>
                      <a:cubicBezTo>
                        <a:pt x="9659" y="32"/>
                        <a:pt x="9614" y="0"/>
                        <a:pt x="9572"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51" name="Google Shape;1751;p53"/>
                <p:cNvSpPr/>
                <p:nvPr/>
              </p:nvSpPr>
              <p:spPr>
                <a:xfrm>
                  <a:off x="2238400" y="3068250"/>
                  <a:ext cx="491350" cy="593850"/>
                </a:xfrm>
                <a:custGeom>
                  <a:avLst/>
                  <a:gdLst/>
                  <a:ahLst/>
                  <a:cxnLst/>
                  <a:rect l="l" t="t" r="r" b="b"/>
                  <a:pathLst>
                    <a:path w="19654" h="23754" extrusionOk="0">
                      <a:moveTo>
                        <a:pt x="9053" y="16696"/>
                      </a:moveTo>
                      <a:cubicBezTo>
                        <a:pt x="9052" y="16706"/>
                        <a:pt x="9051" y="16710"/>
                        <a:pt x="9050" y="16710"/>
                      </a:cubicBezTo>
                      <a:cubicBezTo>
                        <a:pt x="9049" y="16710"/>
                        <a:pt x="9049" y="16704"/>
                        <a:pt x="9053" y="16696"/>
                      </a:cubicBezTo>
                      <a:close/>
                      <a:moveTo>
                        <a:pt x="10377" y="281"/>
                      </a:moveTo>
                      <a:cubicBezTo>
                        <a:pt x="10954" y="281"/>
                        <a:pt x="11532" y="408"/>
                        <a:pt x="12063" y="667"/>
                      </a:cubicBezTo>
                      <a:cubicBezTo>
                        <a:pt x="13306" y="1272"/>
                        <a:pt x="14164" y="2525"/>
                        <a:pt x="14260" y="3909"/>
                      </a:cubicBezTo>
                      <a:cubicBezTo>
                        <a:pt x="14362" y="5388"/>
                        <a:pt x="13599" y="6829"/>
                        <a:pt x="12312" y="7574"/>
                      </a:cubicBezTo>
                      <a:cubicBezTo>
                        <a:pt x="12154" y="7664"/>
                        <a:pt x="11990" y="7743"/>
                        <a:pt x="11826" y="7811"/>
                      </a:cubicBezTo>
                      <a:cubicBezTo>
                        <a:pt x="11687" y="7867"/>
                        <a:pt x="11690" y="8088"/>
                        <a:pt x="11854" y="8088"/>
                      </a:cubicBezTo>
                      <a:cubicBezTo>
                        <a:pt x="11856" y="8088"/>
                        <a:pt x="11858" y="8088"/>
                        <a:pt x="11860" y="8088"/>
                      </a:cubicBezTo>
                      <a:lnTo>
                        <a:pt x="13492" y="8065"/>
                      </a:lnTo>
                      <a:cubicBezTo>
                        <a:pt x="13970" y="8056"/>
                        <a:pt x="14453" y="8034"/>
                        <a:pt x="14932" y="8034"/>
                      </a:cubicBezTo>
                      <a:cubicBezTo>
                        <a:pt x="15025" y="8034"/>
                        <a:pt x="15117" y="8035"/>
                        <a:pt x="15209" y="8037"/>
                      </a:cubicBezTo>
                      <a:cubicBezTo>
                        <a:pt x="16016" y="8054"/>
                        <a:pt x="16818" y="8252"/>
                        <a:pt x="17524" y="8647"/>
                      </a:cubicBezTo>
                      <a:cubicBezTo>
                        <a:pt x="18055" y="8958"/>
                        <a:pt x="18530" y="9364"/>
                        <a:pt x="18857" y="9889"/>
                      </a:cubicBezTo>
                      <a:cubicBezTo>
                        <a:pt x="19117" y="10302"/>
                        <a:pt x="19281" y="10770"/>
                        <a:pt x="19337" y="11256"/>
                      </a:cubicBezTo>
                      <a:cubicBezTo>
                        <a:pt x="19394" y="11680"/>
                        <a:pt x="19377" y="12109"/>
                        <a:pt x="19309" y="12532"/>
                      </a:cubicBezTo>
                      <a:cubicBezTo>
                        <a:pt x="19275" y="12753"/>
                        <a:pt x="19235" y="12984"/>
                        <a:pt x="19128" y="13176"/>
                      </a:cubicBezTo>
                      <a:cubicBezTo>
                        <a:pt x="18993" y="13436"/>
                        <a:pt x="18761" y="13639"/>
                        <a:pt x="18484" y="13730"/>
                      </a:cubicBezTo>
                      <a:cubicBezTo>
                        <a:pt x="18179" y="13831"/>
                        <a:pt x="17829" y="13820"/>
                        <a:pt x="17507" y="13843"/>
                      </a:cubicBezTo>
                      <a:cubicBezTo>
                        <a:pt x="17242" y="13859"/>
                        <a:pt x="16982" y="13876"/>
                        <a:pt x="16722" y="13888"/>
                      </a:cubicBezTo>
                      <a:cubicBezTo>
                        <a:pt x="16124" y="13922"/>
                        <a:pt x="15531" y="13944"/>
                        <a:pt x="14932" y="13967"/>
                      </a:cubicBezTo>
                      <a:cubicBezTo>
                        <a:pt x="13808" y="14012"/>
                        <a:pt x="12690" y="14046"/>
                        <a:pt x="11566" y="14102"/>
                      </a:cubicBezTo>
                      <a:cubicBezTo>
                        <a:pt x="11222" y="14119"/>
                        <a:pt x="10877" y="14136"/>
                        <a:pt x="10533" y="14176"/>
                      </a:cubicBezTo>
                      <a:cubicBezTo>
                        <a:pt x="10092" y="14232"/>
                        <a:pt x="9725" y="14464"/>
                        <a:pt x="9477" y="14831"/>
                      </a:cubicBezTo>
                      <a:cubicBezTo>
                        <a:pt x="9262" y="15153"/>
                        <a:pt x="9149" y="15542"/>
                        <a:pt x="9093" y="15921"/>
                      </a:cubicBezTo>
                      <a:cubicBezTo>
                        <a:pt x="9059" y="16169"/>
                        <a:pt x="9036" y="16429"/>
                        <a:pt x="9053" y="16677"/>
                      </a:cubicBezTo>
                      <a:cubicBezTo>
                        <a:pt x="9053" y="16683"/>
                        <a:pt x="9053" y="16688"/>
                        <a:pt x="9053" y="16692"/>
                      </a:cubicBezTo>
                      <a:lnTo>
                        <a:pt x="9053" y="16692"/>
                      </a:lnTo>
                      <a:cubicBezTo>
                        <a:pt x="9047" y="16704"/>
                        <a:pt x="9046" y="16721"/>
                        <a:pt x="9042" y="16734"/>
                      </a:cubicBezTo>
                      <a:cubicBezTo>
                        <a:pt x="9002" y="16836"/>
                        <a:pt x="8963" y="16937"/>
                        <a:pt x="8929" y="17039"/>
                      </a:cubicBezTo>
                      <a:lnTo>
                        <a:pt x="8522" y="18146"/>
                      </a:lnTo>
                      <a:cubicBezTo>
                        <a:pt x="8398" y="18485"/>
                        <a:pt x="8274" y="18823"/>
                        <a:pt x="8155" y="19162"/>
                      </a:cubicBezTo>
                      <a:cubicBezTo>
                        <a:pt x="8110" y="19281"/>
                        <a:pt x="8071" y="19371"/>
                        <a:pt x="8071" y="19496"/>
                      </a:cubicBezTo>
                      <a:lnTo>
                        <a:pt x="8071" y="21466"/>
                      </a:lnTo>
                      <a:lnTo>
                        <a:pt x="8071" y="23459"/>
                      </a:lnTo>
                      <a:lnTo>
                        <a:pt x="8071" y="23459"/>
                      </a:lnTo>
                      <a:cubicBezTo>
                        <a:pt x="7965" y="23442"/>
                        <a:pt x="7855" y="23412"/>
                        <a:pt x="7754" y="23392"/>
                      </a:cubicBezTo>
                      <a:cubicBezTo>
                        <a:pt x="7602" y="23364"/>
                        <a:pt x="7455" y="23336"/>
                        <a:pt x="7303" y="23302"/>
                      </a:cubicBezTo>
                      <a:cubicBezTo>
                        <a:pt x="7037" y="23245"/>
                        <a:pt x="6772" y="23178"/>
                        <a:pt x="6512" y="23099"/>
                      </a:cubicBezTo>
                      <a:cubicBezTo>
                        <a:pt x="6111" y="22974"/>
                        <a:pt x="5716" y="22822"/>
                        <a:pt x="5354" y="22602"/>
                      </a:cubicBezTo>
                      <a:cubicBezTo>
                        <a:pt x="4784" y="22251"/>
                        <a:pt x="4383" y="21749"/>
                        <a:pt x="4084" y="21156"/>
                      </a:cubicBezTo>
                      <a:cubicBezTo>
                        <a:pt x="3739" y="20461"/>
                        <a:pt x="3496" y="19727"/>
                        <a:pt x="3186" y="19021"/>
                      </a:cubicBezTo>
                      <a:cubicBezTo>
                        <a:pt x="2982" y="18558"/>
                        <a:pt x="2756" y="18106"/>
                        <a:pt x="2502" y="17666"/>
                      </a:cubicBezTo>
                      <a:cubicBezTo>
                        <a:pt x="2333" y="17366"/>
                        <a:pt x="2147" y="17078"/>
                        <a:pt x="1921" y="16819"/>
                      </a:cubicBezTo>
                      <a:cubicBezTo>
                        <a:pt x="1779" y="16649"/>
                        <a:pt x="1621" y="16502"/>
                        <a:pt x="1469" y="16344"/>
                      </a:cubicBezTo>
                      <a:cubicBezTo>
                        <a:pt x="899" y="15734"/>
                        <a:pt x="509" y="14972"/>
                        <a:pt x="362" y="14147"/>
                      </a:cubicBezTo>
                      <a:cubicBezTo>
                        <a:pt x="147" y="12928"/>
                        <a:pt x="498" y="11595"/>
                        <a:pt x="1153" y="10556"/>
                      </a:cubicBezTo>
                      <a:cubicBezTo>
                        <a:pt x="1667" y="9748"/>
                        <a:pt x="2418" y="9133"/>
                        <a:pt x="3282" y="8737"/>
                      </a:cubicBezTo>
                      <a:cubicBezTo>
                        <a:pt x="4021" y="8399"/>
                        <a:pt x="4835" y="8218"/>
                        <a:pt x="5642" y="8144"/>
                      </a:cubicBezTo>
                      <a:cubicBezTo>
                        <a:pt x="5930" y="8120"/>
                        <a:pt x="6218" y="8108"/>
                        <a:pt x="6506" y="8108"/>
                      </a:cubicBezTo>
                      <a:cubicBezTo>
                        <a:pt x="6760" y="8108"/>
                        <a:pt x="7015" y="8118"/>
                        <a:pt x="7269" y="8139"/>
                      </a:cubicBezTo>
                      <a:cubicBezTo>
                        <a:pt x="7453" y="8156"/>
                        <a:pt x="7638" y="8162"/>
                        <a:pt x="7824" y="8162"/>
                      </a:cubicBezTo>
                      <a:cubicBezTo>
                        <a:pt x="8118" y="8162"/>
                        <a:pt x="8413" y="8148"/>
                        <a:pt x="8703" y="8144"/>
                      </a:cubicBezTo>
                      <a:cubicBezTo>
                        <a:pt x="8799" y="8139"/>
                        <a:pt x="8890" y="8139"/>
                        <a:pt x="8980" y="8139"/>
                      </a:cubicBezTo>
                      <a:cubicBezTo>
                        <a:pt x="9149" y="8133"/>
                        <a:pt x="9166" y="7913"/>
                        <a:pt x="9019" y="7862"/>
                      </a:cubicBezTo>
                      <a:cubicBezTo>
                        <a:pt x="7653" y="7359"/>
                        <a:pt x="6636" y="6089"/>
                        <a:pt x="6478" y="4637"/>
                      </a:cubicBezTo>
                      <a:cubicBezTo>
                        <a:pt x="6320" y="3231"/>
                        <a:pt x="6941" y="1814"/>
                        <a:pt x="8099" y="1001"/>
                      </a:cubicBezTo>
                      <a:cubicBezTo>
                        <a:pt x="8770" y="527"/>
                        <a:pt x="9573" y="281"/>
                        <a:pt x="10377" y="281"/>
                      </a:cubicBezTo>
                      <a:close/>
                      <a:moveTo>
                        <a:pt x="10357" y="1"/>
                      </a:moveTo>
                      <a:cubicBezTo>
                        <a:pt x="9678" y="1"/>
                        <a:pt x="8998" y="162"/>
                        <a:pt x="8387" y="487"/>
                      </a:cubicBezTo>
                      <a:cubicBezTo>
                        <a:pt x="7065" y="1193"/>
                        <a:pt x="6207" y="2587"/>
                        <a:pt x="6167" y="4090"/>
                      </a:cubicBezTo>
                      <a:cubicBezTo>
                        <a:pt x="6134" y="5640"/>
                        <a:pt x="6987" y="7120"/>
                        <a:pt x="8349" y="7866"/>
                      </a:cubicBezTo>
                      <a:lnTo>
                        <a:pt x="8349" y="7866"/>
                      </a:lnTo>
                      <a:cubicBezTo>
                        <a:pt x="8259" y="7867"/>
                        <a:pt x="8168" y="7868"/>
                        <a:pt x="8076" y="7868"/>
                      </a:cubicBezTo>
                      <a:cubicBezTo>
                        <a:pt x="7931" y="7871"/>
                        <a:pt x="7783" y="7886"/>
                        <a:pt x="7636" y="7886"/>
                      </a:cubicBezTo>
                      <a:cubicBezTo>
                        <a:pt x="7566" y="7886"/>
                        <a:pt x="7496" y="7882"/>
                        <a:pt x="7427" y="7873"/>
                      </a:cubicBezTo>
                      <a:cubicBezTo>
                        <a:pt x="7121" y="7839"/>
                        <a:pt x="6810" y="7825"/>
                        <a:pt x="6501" y="7825"/>
                      </a:cubicBezTo>
                      <a:cubicBezTo>
                        <a:pt x="6353" y="7825"/>
                        <a:pt x="6206" y="7828"/>
                        <a:pt x="6060" y="7834"/>
                      </a:cubicBezTo>
                      <a:cubicBezTo>
                        <a:pt x="5253" y="7873"/>
                        <a:pt x="4445" y="8003"/>
                        <a:pt x="3683" y="8274"/>
                      </a:cubicBezTo>
                      <a:cubicBezTo>
                        <a:pt x="2790" y="8591"/>
                        <a:pt x="1960" y="9104"/>
                        <a:pt x="1339" y="9833"/>
                      </a:cubicBezTo>
                      <a:cubicBezTo>
                        <a:pt x="966" y="10268"/>
                        <a:pt x="684" y="10753"/>
                        <a:pt x="469" y="11279"/>
                      </a:cubicBezTo>
                      <a:cubicBezTo>
                        <a:pt x="204" y="11928"/>
                        <a:pt x="34" y="12623"/>
                        <a:pt x="18" y="13329"/>
                      </a:cubicBezTo>
                      <a:cubicBezTo>
                        <a:pt x="1" y="14323"/>
                        <a:pt x="311" y="15300"/>
                        <a:pt x="899" y="16096"/>
                      </a:cubicBezTo>
                      <a:cubicBezTo>
                        <a:pt x="1130" y="16412"/>
                        <a:pt x="1412" y="16661"/>
                        <a:pt x="1667" y="16954"/>
                      </a:cubicBezTo>
                      <a:cubicBezTo>
                        <a:pt x="2079" y="17417"/>
                        <a:pt x="2372" y="17982"/>
                        <a:pt x="2649" y="18535"/>
                      </a:cubicBezTo>
                      <a:cubicBezTo>
                        <a:pt x="3028" y="19304"/>
                        <a:pt x="3310" y="20105"/>
                        <a:pt x="3649" y="20890"/>
                      </a:cubicBezTo>
                      <a:cubicBezTo>
                        <a:pt x="3920" y="21512"/>
                        <a:pt x="4259" y="22110"/>
                        <a:pt x="4790" y="22545"/>
                      </a:cubicBezTo>
                      <a:cubicBezTo>
                        <a:pt x="5501" y="23127"/>
                        <a:pt x="6410" y="23403"/>
                        <a:pt x="7291" y="23590"/>
                      </a:cubicBezTo>
                      <a:cubicBezTo>
                        <a:pt x="7444" y="23624"/>
                        <a:pt x="7596" y="23652"/>
                        <a:pt x="7749" y="23680"/>
                      </a:cubicBezTo>
                      <a:cubicBezTo>
                        <a:pt x="7896" y="23703"/>
                        <a:pt x="8059" y="23754"/>
                        <a:pt x="8212" y="23754"/>
                      </a:cubicBezTo>
                      <a:cubicBezTo>
                        <a:pt x="8285" y="23754"/>
                        <a:pt x="8353" y="23686"/>
                        <a:pt x="8353" y="23612"/>
                      </a:cubicBezTo>
                      <a:lnTo>
                        <a:pt x="8353" y="22071"/>
                      </a:lnTo>
                      <a:lnTo>
                        <a:pt x="8353" y="19761"/>
                      </a:lnTo>
                      <a:lnTo>
                        <a:pt x="8353" y="19479"/>
                      </a:lnTo>
                      <a:cubicBezTo>
                        <a:pt x="8353" y="19465"/>
                        <a:pt x="8357" y="19448"/>
                        <a:pt x="8355" y="19430"/>
                      </a:cubicBezTo>
                      <a:lnTo>
                        <a:pt x="8355" y="19430"/>
                      </a:lnTo>
                      <a:cubicBezTo>
                        <a:pt x="8399" y="19357"/>
                        <a:pt x="8416" y="19257"/>
                        <a:pt x="8449" y="19179"/>
                      </a:cubicBezTo>
                      <a:cubicBezTo>
                        <a:pt x="8505" y="19021"/>
                        <a:pt x="8562" y="18857"/>
                        <a:pt x="8618" y="18699"/>
                      </a:cubicBezTo>
                      <a:cubicBezTo>
                        <a:pt x="8765" y="18304"/>
                        <a:pt x="8912" y="17909"/>
                        <a:pt x="9053" y="17513"/>
                      </a:cubicBezTo>
                      <a:cubicBezTo>
                        <a:pt x="9144" y="17270"/>
                        <a:pt x="9251" y="17022"/>
                        <a:pt x="9324" y="16774"/>
                      </a:cubicBezTo>
                      <a:cubicBezTo>
                        <a:pt x="9336" y="16734"/>
                        <a:pt x="9336" y="16694"/>
                        <a:pt x="9336" y="16655"/>
                      </a:cubicBezTo>
                      <a:cubicBezTo>
                        <a:pt x="9330" y="16548"/>
                        <a:pt x="9330" y="16446"/>
                        <a:pt x="9336" y="16339"/>
                      </a:cubicBezTo>
                      <a:cubicBezTo>
                        <a:pt x="9353" y="15994"/>
                        <a:pt x="9415" y="15644"/>
                        <a:pt x="9539" y="15322"/>
                      </a:cubicBezTo>
                      <a:cubicBezTo>
                        <a:pt x="9674" y="14972"/>
                        <a:pt x="9929" y="14644"/>
                        <a:pt x="10296" y="14520"/>
                      </a:cubicBezTo>
                      <a:cubicBezTo>
                        <a:pt x="10612" y="14407"/>
                        <a:pt x="10985" y="14419"/>
                        <a:pt x="11318" y="14396"/>
                      </a:cubicBezTo>
                      <a:cubicBezTo>
                        <a:pt x="12419" y="14334"/>
                        <a:pt x="13526" y="14306"/>
                        <a:pt x="14627" y="14260"/>
                      </a:cubicBezTo>
                      <a:cubicBezTo>
                        <a:pt x="15824" y="14215"/>
                        <a:pt x="17027" y="14187"/>
                        <a:pt x="18219" y="14068"/>
                      </a:cubicBezTo>
                      <a:cubicBezTo>
                        <a:pt x="18840" y="14006"/>
                        <a:pt x="19360" y="13583"/>
                        <a:pt x="19512" y="12967"/>
                      </a:cubicBezTo>
                      <a:cubicBezTo>
                        <a:pt x="19603" y="12566"/>
                        <a:pt x="19653" y="12154"/>
                        <a:pt x="19653" y="11742"/>
                      </a:cubicBezTo>
                      <a:cubicBezTo>
                        <a:pt x="19648" y="10691"/>
                        <a:pt x="19247" y="9686"/>
                        <a:pt x="18456" y="8975"/>
                      </a:cubicBezTo>
                      <a:cubicBezTo>
                        <a:pt x="18214" y="8760"/>
                        <a:pt x="17949" y="8569"/>
                        <a:pt x="17668" y="8405"/>
                      </a:cubicBezTo>
                      <a:lnTo>
                        <a:pt x="17668" y="8405"/>
                      </a:lnTo>
                      <a:cubicBezTo>
                        <a:pt x="17667" y="8405"/>
                        <a:pt x="17666" y="8405"/>
                        <a:pt x="17665" y="8404"/>
                      </a:cubicBezTo>
                      <a:lnTo>
                        <a:pt x="17665" y="8404"/>
                      </a:lnTo>
                      <a:cubicBezTo>
                        <a:pt x="17665" y="8404"/>
                        <a:pt x="17665" y="8404"/>
                        <a:pt x="17665" y="8404"/>
                      </a:cubicBezTo>
                      <a:cubicBezTo>
                        <a:pt x="17665" y="8404"/>
                        <a:pt x="17664" y="8403"/>
                        <a:pt x="17663" y="8403"/>
                      </a:cubicBezTo>
                      <a:lnTo>
                        <a:pt x="17663" y="8403"/>
                      </a:lnTo>
                      <a:cubicBezTo>
                        <a:pt x="17031" y="8048"/>
                        <a:pt x="16326" y="7845"/>
                        <a:pt x="15604" y="7777"/>
                      </a:cubicBezTo>
                      <a:cubicBezTo>
                        <a:pt x="15430" y="7761"/>
                        <a:pt x="15255" y="7756"/>
                        <a:pt x="15078" y="7756"/>
                      </a:cubicBezTo>
                      <a:cubicBezTo>
                        <a:pt x="14956" y="7756"/>
                        <a:pt x="14834" y="7758"/>
                        <a:pt x="14712" y="7760"/>
                      </a:cubicBezTo>
                      <a:cubicBezTo>
                        <a:pt x="13983" y="7772"/>
                        <a:pt x="13249" y="7783"/>
                        <a:pt x="12515" y="7794"/>
                      </a:cubicBezTo>
                      <a:cubicBezTo>
                        <a:pt x="12504" y="7795"/>
                        <a:pt x="12493" y="7795"/>
                        <a:pt x="12482" y="7795"/>
                      </a:cubicBezTo>
                      <a:lnTo>
                        <a:pt x="12482" y="7795"/>
                      </a:lnTo>
                      <a:cubicBezTo>
                        <a:pt x="13647" y="7105"/>
                        <a:pt x="14435" y="5881"/>
                        <a:pt x="14542" y="4502"/>
                      </a:cubicBezTo>
                      <a:cubicBezTo>
                        <a:pt x="14655" y="2994"/>
                        <a:pt x="13921" y="1514"/>
                        <a:pt x="12662" y="684"/>
                      </a:cubicBezTo>
                      <a:cubicBezTo>
                        <a:pt x="11974" y="230"/>
                        <a:pt x="11166" y="1"/>
                        <a:pt x="1035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52" name="Google Shape;1752;p53"/>
                <p:cNvSpPr/>
                <p:nvPr/>
              </p:nvSpPr>
              <p:spPr>
                <a:xfrm>
                  <a:off x="2034250" y="3757575"/>
                  <a:ext cx="999750" cy="706175"/>
                </a:xfrm>
                <a:custGeom>
                  <a:avLst/>
                  <a:gdLst/>
                  <a:ahLst/>
                  <a:cxnLst/>
                  <a:rect l="l" t="t" r="r" b="b"/>
                  <a:pathLst>
                    <a:path w="39990" h="28247" extrusionOk="0">
                      <a:moveTo>
                        <a:pt x="23761" y="292"/>
                      </a:moveTo>
                      <a:lnTo>
                        <a:pt x="23761" y="292"/>
                      </a:lnTo>
                      <a:cubicBezTo>
                        <a:pt x="24471" y="886"/>
                        <a:pt x="25244" y="1415"/>
                        <a:pt x="26018" y="1918"/>
                      </a:cubicBezTo>
                      <a:cubicBezTo>
                        <a:pt x="26831" y="2438"/>
                        <a:pt x="27667" y="2918"/>
                        <a:pt x="28531" y="3353"/>
                      </a:cubicBezTo>
                      <a:cubicBezTo>
                        <a:pt x="29418" y="3793"/>
                        <a:pt x="30315" y="4194"/>
                        <a:pt x="31168" y="4702"/>
                      </a:cubicBezTo>
                      <a:cubicBezTo>
                        <a:pt x="33393" y="6030"/>
                        <a:pt x="35426" y="7848"/>
                        <a:pt x="36674" y="10146"/>
                      </a:cubicBezTo>
                      <a:cubicBezTo>
                        <a:pt x="36883" y="10535"/>
                        <a:pt x="37080" y="10925"/>
                        <a:pt x="37199" y="11342"/>
                      </a:cubicBezTo>
                      <a:lnTo>
                        <a:pt x="37199" y="11342"/>
                      </a:lnTo>
                      <a:cubicBezTo>
                        <a:pt x="37199" y="11342"/>
                        <a:pt x="37199" y="11343"/>
                        <a:pt x="37200" y="11344"/>
                      </a:cubicBezTo>
                      <a:cubicBezTo>
                        <a:pt x="37200" y="11344"/>
                        <a:pt x="37200" y="11344"/>
                        <a:pt x="37200" y="11344"/>
                      </a:cubicBezTo>
                      <a:lnTo>
                        <a:pt x="37200" y="11344"/>
                      </a:lnTo>
                      <a:cubicBezTo>
                        <a:pt x="37200" y="11344"/>
                        <a:pt x="37200" y="11345"/>
                        <a:pt x="37200" y="11345"/>
                      </a:cubicBezTo>
                      <a:lnTo>
                        <a:pt x="37200" y="11345"/>
                      </a:lnTo>
                      <a:cubicBezTo>
                        <a:pt x="37482" y="12299"/>
                        <a:pt x="37697" y="13270"/>
                        <a:pt x="37911" y="14235"/>
                      </a:cubicBezTo>
                      <a:cubicBezTo>
                        <a:pt x="38470" y="16822"/>
                        <a:pt x="38894" y="19442"/>
                        <a:pt x="39199" y="22068"/>
                      </a:cubicBezTo>
                      <a:cubicBezTo>
                        <a:pt x="39430" y="24026"/>
                        <a:pt x="39597" y="25995"/>
                        <a:pt x="39700" y="27964"/>
                      </a:cubicBezTo>
                      <a:lnTo>
                        <a:pt x="296" y="27964"/>
                      </a:lnTo>
                      <a:cubicBezTo>
                        <a:pt x="480" y="24425"/>
                        <a:pt x="867" y="20892"/>
                        <a:pt x="1469" y="17398"/>
                      </a:cubicBezTo>
                      <a:cubicBezTo>
                        <a:pt x="1796" y="15523"/>
                        <a:pt x="2175" y="13653"/>
                        <a:pt x="2666" y="11812"/>
                      </a:cubicBezTo>
                      <a:cubicBezTo>
                        <a:pt x="2835" y="11169"/>
                        <a:pt x="3067" y="10604"/>
                        <a:pt x="3395" y="10017"/>
                      </a:cubicBezTo>
                      <a:cubicBezTo>
                        <a:pt x="4569" y="7916"/>
                        <a:pt x="6399" y="6222"/>
                        <a:pt x="8421" y="4951"/>
                      </a:cubicBezTo>
                      <a:cubicBezTo>
                        <a:pt x="9189" y="4471"/>
                        <a:pt x="9985" y="4047"/>
                        <a:pt x="10804" y="3669"/>
                      </a:cubicBezTo>
                      <a:cubicBezTo>
                        <a:pt x="11662" y="3268"/>
                        <a:pt x="12498" y="2822"/>
                        <a:pt x="13306" y="2336"/>
                      </a:cubicBezTo>
                      <a:cubicBezTo>
                        <a:pt x="14294" y="1738"/>
                        <a:pt x="15248" y="1088"/>
                        <a:pt x="16146" y="365"/>
                      </a:cubicBezTo>
                      <a:cubicBezTo>
                        <a:pt x="16176" y="339"/>
                        <a:pt x="16205" y="316"/>
                        <a:pt x="16233" y="292"/>
                      </a:cubicBezTo>
                      <a:lnTo>
                        <a:pt x="16254" y="292"/>
                      </a:lnTo>
                      <a:cubicBezTo>
                        <a:pt x="16316" y="684"/>
                        <a:pt x="16490" y="1065"/>
                        <a:pt x="16767" y="1348"/>
                      </a:cubicBezTo>
                      <a:cubicBezTo>
                        <a:pt x="17137" y="1727"/>
                        <a:pt x="17676" y="1907"/>
                        <a:pt x="18203" y="1907"/>
                      </a:cubicBezTo>
                      <a:cubicBezTo>
                        <a:pt x="18336" y="1907"/>
                        <a:pt x="18469" y="1896"/>
                        <a:pt x="18597" y="1873"/>
                      </a:cubicBezTo>
                      <a:cubicBezTo>
                        <a:pt x="19030" y="1802"/>
                        <a:pt x="19444" y="1611"/>
                        <a:pt x="19757" y="1306"/>
                      </a:cubicBezTo>
                      <a:lnTo>
                        <a:pt x="19757" y="1306"/>
                      </a:lnTo>
                      <a:cubicBezTo>
                        <a:pt x="20163" y="1705"/>
                        <a:pt x="20725" y="1905"/>
                        <a:pt x="21280" y="1905"/>
                      </a:cubicBezTo>
                      <a:cubicBezTo>
                        <a:pt x="22060" y="1905"/>
                        <a:pt x="22828" y="1511"/>
                        <a:pt x="23138" y="727"/>
                      </a:cubicBezTo>
                      <a:cubicBezTo>
                        <a:pt x="23194" y="585"/>
                        <a:pt x="23233" y="440"/>
                        <a:pt x="23256" y="292"/>
                      </a:cubicBezTo>
                      <a:close/>
                      <a:moveTo>
                        <a:pt x="23739" y="1"/>
                      </a:moveTo>
                      <a:cubicBezTo>
                        <a:pt x="23674" y="1"/>
                        <a:pt x="23606" y="9"/>
                        <a:pt x="23550" y="9"/>
                      </a:cubicBezTo>
                      <a:lnTo>
                        <a:pt x="23132" y="9"/>
                      </a:lnTo>
                      <a:cubicBezTo>
                        <a:pt x="23053" y="9"/>
                        <a:pt x="22997" y="77"/>
                        <a:pt x="22991" y="151"/>
                      </a:cubicBezTo>
                      <a:cubicBezTo>
                        <a:pt x="22951" y="642"/>
                        <a:pt x="22652" y="1173"/>
                        <a:pt x="22178" y="1421"/>
                      </a:cubicBezTo>
                      <a:cubicBezTo>
                        <a:pt x="21912" y="1562"/>
                        <a:pt x="21610" y="1630"/>
                        <a:pt x="21308" y="1630"/>
                      </a:cubicBezTo>
                      <a:cubicBezTo>
                        <a:pt x="20762" y="1630"/>
                        <a:pt x="20213" y="1410"/>
                        <a:pt x="19857" y="1003"/>
                      </a:cubicBezTo>
                      <a:cubicBezTo>
                        <a:pt x="19831" y="975"/>
                        <a:pt x="19793" y="961"/>
                        <a:pt x="19756" y="961"/>
                      </a:cubicBezTo>
                      <a:cubicBezTo>
                        <a:pt x="19718" y="961"/>
                        <a:pt x="19682" y="975"/>
                        <a:pt x="19659" y="1003"/>
                      </a:cubicBezTo>
                      <a:cubicBezTo>
                        <a:pt x="19299" y="1410"/>
                        <a:pt x="18751" y="1630"/>
                        <a:pt x="18206" y="1630"/>
                      </a:cubicBezTo>
                      <a:cubicBezTo>
                        <a:pt x="17904" y="1630"/>
                        <a:pt x="17604" y="1562"/>
                        <a:pt x="17338" y="1421"/>
                      </a:cubicBezTo>
                      <a:cubicBezTo>
                        <a:pt x="16863" y="1173"/>
                        <a:pt x="16559" y="642"/>
                        <a:pt x="16519" y="151"/>
                      </a:cubicBezTo>
                      <a:cubicBezTo>
                        <a:pt x="16513" y="77"/>
                        <a:pt x="16463" y="9"/>
                        <a:pt x="16378" y="9"/>
                      </a:cubicBezTo>
                      <a:cubicBezTo>
                        <a:pt x="16350" y="9"/>
                        <a:pt x="16324" y="9"/>
                        <a:pt x="16298" y="9"/>
                      </a:cubicBezTo>
                      <a:cubicBezTo>
                        <a:pt x="16208" y="9"/>
                        <a:pt x="16129" y="16"/>
                        <a:pt x="16050" y="77"/>
                      </a:cubicBezTo>
                      <a:cubicBezTo>
                        <a:pt x="15960" y="145"/>
                        <a:pt x="15875" y="224"/>
                        <a:pt x="15785" y="292"/>
                      </a:cubicBezTo>
                      <a:cubicBezTo>
                        <a:pt x="15373" y="619"/>
                        <a:pt x="14943" y="924"/>
                        <a:pt x="14509" y="1224"/>
                      </a:cubicBezTo>
                      <a:cubicBezTo>
                        <a:pt x="13820" y="1698"/>
                        <a:pt x="13102" y="2139"/>
                        <a:pt x="12374" y="2551"/>
                      </a:cubicBezTo>
                      <a:cubicBezTo>
                        <a:pt x="11527" y="3025"/>
                        <a:pt x="10640" y="3409"/>
                        <a:pt x="9776" y="3855"/>
                      </a:cubicBezTo>
                      <a:cubicBezTo>
                        <a:pt x="7336" y="5115"/>
                        <a:pt x="5083" y="6882"/>
                        <a:pt x="3558" y="9198"/>
                      </a:cubicBezTo>
                      <a:cubicBezTo>
                        <a:pt x="3112" y="9881"/>
                        <a:pt x="2700" y="10626"/>
                        <a:pt x="2474" y="11423"/>
                      </a:cubicBezTo>
                      <a:cubicBezTo>
                        <a:pt x="2034" y="13015"/>
                        <a:pt x="1695" y="14636"/>
                        <a:pt x="1390" y="16257"/>
                      </a:cubicBezTo>
                      <a:cubicBezTo>
                        <a:pt x="752" y="19657"/>
                        <a:pt x="328" y="23096"/>
                        <a:pt x="97" y="26541"/>
                      </a:cubicBezTo>
                      <a:cubicBezTo>
                        <a:pt x="63" y="27060"/>
                        <a:pt x="34" y="27585"/>
                        <a:pt x="6" y="28105"/>
                      </a:cubicBezTo>
                      <a:cubicBezTo>
                        <a:pt x="1" y="28184"/>
                        <a:pt x="74" y="28246"/>
                        <a:pt x="147" y="28246"/>
                      </a:cubicBezTo>
                      <a:lnTo>
                        <a:pt x="39848" y="28246"/>
                      </a:lnTo>
                      <a:cubicBezTo>
                        <a:pt x="39922" y="28246"/>
                        <a:pt x="39989" y="28184"/>
                        <a:pt x="39989" y="28105"/>
                      </a:cubicBezTo>
                      <a:cubicBezTo>
                        <a:pt x="39820" y="24745"/>
                        <a:pt x="39464" y="21390"/>
                        <a:pt x="38922" y="18064"/>
                      </a:cubicBezTo>
                      <a:cubicBezTo>
                        <a:pt x="38600" y="16104"/>
                        <a:pt x="38216" y="14156"/>
                        <a:pt x="37730" y="12230"/>
                      </a:cubicBezTo>
                      <a:cubicBezTo>
                        <a:pt x="37651" y="11908"/>
                        <a:pt x="37567" y="11586"/>
                        <a:pt x="37476" y="11270"/>
                      </a:cubicBezTo>
                      <a:cubicBezTo>
                        <a:pt x="37363" y="10881"/>
                        <a:pt x="37177" y="10502"/>
                        <a:pt x="36991" y="10146"/>
                      </a:cubicBezTo>
                      <a:cubicBezTo>
                        <a:pt x="36494" y="9192"/>
                        <a:pt x="35850" y="8311"/>
                        <a:pt x="35121" y="7520"/>
                      </a:cubicBezTo>
                      <a:cubicBezTo>
                        <a:pt x="33992" y="6284"/>
                        <a:pt x="32648" y="5245"/>
                        <a:pt x="31202" y="4397"/>
                      </a:cubicBezTo>
                      <a:cubicBezTo>
                        <a:pt x="30259" y="3844"/>
                        <a:pt x="29259" y="3415"/>
                        <a:pt x="28294" y="2912"/>
                      </a:cubicBezTo>
                      <a:cubicBezTo>
                        <a:pt x="27413" y="2455"/>
                        <a:pt x="26566" y="1947"/>
                        <a:pt x="25741" y="1399"/>
                      </a:cubicBezTo>
                      <a:cubicBezTo>
                        <a:pt x="25182" y="1026"/>
                        <a:pt x="24634" y="631"/>
                        <a:pt x="24103" y="207"/>
                      </a:cubicBezTo>
                      <a:cubicBezTo>
                        <a:pt x="24036" y="151"/>
                        <a:pt x="23945" y="49"/>
                        <a:pt x="23855" y="15"/>
                      </a:cubicBezTo>
                      <a:cubicBezTo>
                        <a:pt x="23820" y="4"/>
                        <a:pt x="23780" y="1"/>
                        <a:pt x="23739"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53" name="Google Shape;1753;p53"/>
                <p:cNvSpPr/>
                <p:nvPr/>
              </p:nvSpPr>
              <p:spPr>
                <a:xfrm>
                  <a:off x="2440000" y="3757225"/>
                  <a:ext cx="176225" cy="7650"/>
                </a:xfrm>
                <a:custGeom>
                  <a:avLst/>
                  <a:gdLst/>
                  <a:ahLst/>
                  <a:cxnLst/>
                  <a:rect l="l" t="t" r="r" b="b"/>
                  <a:pathLst>
                    <a:path w="7049" h="306" extrusionOk="0">
                      <a:moveTo>
                        <a:pt x="148" y="1"/>
                      </a:moveTo>
                      <a:cubicBezTo>
                        <a:pt x="74" y="1"/>
                        <a:pt x="1" y="63"/>
                        <a:pt x="7" y="142"/>
                      </a:cubicBezTo>
                      <a:cubicBezTo>
                        <a:pt x="7" y="148"/>
                        <a:pt x="7" y="159"/>
                        <a:pt x="7" y="165"/>
                      </a:cubicBezTo>
                      <a:cubicBezTo>
                        <a:pt x="12" y="244"/>
                        <a:pt x="69" y="306"/>
                        <a:pt x="148" y="306"/>
                      </a:cubicBezTo>
                      <a:lnTo>
                        <a:pt x="6902" y="306"/>
                      </a:lnTo>
                      <a:cubicBezTo>
                        <a:pt x="6962" y="306"/>
                        <a:pt x="7003" y="274"/>
                        <a:pt x="7023" y="232"/>
                      </a:cubicBezTo>
                      <a:lnTo>
                        <a:pt x="7023" y="232"/>
                      </a:lnTo>
                      <a:cubicBezTo>
                        <a:pt x="7034" y="214"/>
                        <a:pt x="7042" y="191"/>
                        <a:pt x="7043" y="165"/>
                      </a:cubicBezTo>
                      <a:cubicBezTo>
                        <a:pt x="7043" y="159"/>
                        <a:pt x="7043" y="148"/>
                        <a:pt x="7043" y="142"/>
                      </a:cubicBezTo>
                      <a:cubicBezTo>
                        <a:pt x="7049" y="63"/>
                        <a:pt x="6975" y="1"/>
                        <a:pt x="6902"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54" name="Google Shape;1754;p53"/>
                <p:cNvSpPr/>
                <p:nvPr/>
              </p:nvSpPr>
              <p:spPr>
                <a:xfrm>
                  <a:off x="2440000" y="3757800"/>
                  <a:ext cx="176225" cy="47450"/>
                </a:xfrm>
                <a:custGeom>
                  <a:avLst/>
                  <a:gdLst/>
                  <a:ahLst/>
                  <a:cxnLst/>
                  <a:rect l="l" t="t" r="r" b="b"/>
                  <a:pathLst>
                    <a:path w="7049" h="1898" extrusionOk="0">
                      <a:moveTo>
                        <a:pt x="6741" y="283"/>
                      </a:moveTo>
                      <a:cubicBezTo>
                        <a:pt x="6725" y="362"/>
                        <a:pt x="6708" y="441"/>
                        <a:pt x="6682" y="520"/>
                      </a:cubicBezTo>
                      <a:cubicBezTo>
                        <a:pt x="6608" y="735"/>
                        <a:pt x="6495" y="944"/>
                        <a:pt x="6337" y="1113"/>
                      </a:cubicBezTo>
                      <a:cubicBezTo>
                        <a:pt x="6020" y="1454"/>
                        <a:pt x="5533" y="1618"/>
                        <a:pt x="5070" y="1618"/>
                      </a:cubicBezTo>
                      <a:cubicBezTo>
                        <a:pt x="4965" y="1618"/>
                        <a:pt x="4862" y="1610"/>
                        <a:pt x="4762" y="1593"/>
                      </a:cubicBezTo>
                      <a:cubicBezTo>
                        <a:pt x="4327" y="1520"/>
                        <a:pt x="3920" y="1328"/>
                        <a:pt x="3627" y="994"/>
                      </a:cubicBezTo>
                      <a:cubicBezTo>
                        <a:pt x="3601" y="966"/>
                        <a:pt x="3563" y="952"/>
                        <a:pt x="3526" y="952"/>
                      </a:cubicBezTo>
                      <a:cubicBezTo>
                        <a:pt x="3488" y="952"/>
                        <a:pt x="3452" y="966"/>
                        <a:pt x="3429" y="994"/>
                      </a:cubicBezTo>
                      <a:cubicBezTo>
                        <a:pt x="3096" y="1378"/>
                        <a:pt x="2559" y="1616"/>
                        <a:pt x="2051" y="1616"/>
                      </a:cubicBezTo>
                      <a:cubicBezTo>
                        <a:pt x="1582" y="1616"/>
                        <a:pt x="1102" y="1503"/>
                        <a:pt x="758" y="1158"/>
                      </a:cubicBezTo>
                      <a:cubicBezTo>
                        <a:pt x="543" y="944"/>
                        <a:pt x="402" y="673"/>
                        <a:pt x="334" y="384"/>
                      </a:cubicBezTo>
                      <a:cubicBezTo>
                        <a:pt x="324" y="349"/>
                        <a:pt x="317" y="316"/>
                        <a:pt x="312" y="283"/>
                      </a:cubicBezTo>
                      <a:close/>
                      <a:moveTo>
                        <a:pt x="148" y="0"/>
                      </a:moveTo>
                      <a:cubicBezTo>
                        <a:pt x="80" y="0"/>
                        <a:pt x="1" y="68"/>
                        <a:pt x="7" y="142"/>
                      </a:cubicBezTo>
                      <a:cubicBezTo>
                        <a:pt x="63" y="802"/>
                        <a:pt x="453" y="1429"/>
                        <a:pt x="1063" y="1706"/>
                      </a:cubicBezTo>
                      <a:cubicBezTo>
                        <a:pt x="1379" y="1847"/>
                        <a:pt x="1712" y="1898"/>
                        <a:pt x="2051" y="1898"/>
                      </a:cubicBezTo>
                      <a:cubicBezTo>
                        <a:pt x="2584" y="1898"/>
                        <a:pt x="3146" y="1670"/>
                        <a:pt x="3527" y="1298"/>
                      </a:cubicBezTo>
                      <a:lnTo>
                        <a:pt x="3527" y="1298"/>
                      </a:lnTo>
                      <a:cubicBezTo>
                        <a:pt x="3929" y="1698"/>
                        <a:pt x="4498" y="1894"/>
                        <a:pt x="5064" y="1894"/>
                      </a:cubicBezTo>
                      <a:cubicBezTo>
                        <a:pt x="5178" y="1894"/>
                        <a:pt x="5293" y="1886"/>
                        <a:pt x="5406" y="1870"/>
                      </a:cubicBezTo>
                      <a:cubicBezTo>
                        <a:pt x="6100" y="1774"/>
                        <a:pt x="6659" y="1356"/>
                        <a:pt x="6913" y="701"/>
                      </a:cubicBezTo>
                      <a:cubicBezTo>
                        <a:pt x="6987" y="520"/>
                        <a:pt x="7026" y="334"/>
                        <a:pt x="7043" y="142"/>
                      </a:cubicBezTo>
                      <a:cubicBezTo>
                        <a:pt x="7049" y="68"/>
                        <a:pt x="6975" y="0"/>
                        <a:pt x="6902"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755" name="Google Shape;1755;p53"/>
              <p:cNvGrpSpPr/>
              <p:nvPr/>
            </p:nvGrpSpPr>
            <p:grpSpPr>
              <a:xfrm flipH="1">
                <a:off x="7829430" y="3118726"/>
                <a:ext cx="1403949" cy="1713667"/>
                <a:chOff x="2530500" y="1412150"/>
                <a:chExt cx="999750" cy="1220300"/>
              </a:xfrm>
            </p:grpSpPr>
            <p:sp>
              <p:nvSpPr>
                <p:cNvPr id="1756" name="Google Shape;1756;p53"/>
                <p:cNvSpPr/>
                <p:nvPr/>
              </p:nvSpPr>
              <p:spPr>
                <a:xfrm>
                  <a:off x="2932025" y="1470100"/>
                  <a:ext cx="334350" cy="463500"/>
                </a:xfrm>
                <a:custGeom>
                  <a:avLst/>
                  <a:gdLst/>
                  <a:ahLst/>
                  <a:cxnLst/>
                  <a:rect l="l" t="t" r="r" b="b"/>
                  <a:pathLst>
                    <a:path w="13374" h="18540" extrusionOk="0">
                      <a:moveTo>
                        <a:pt x="2578" y="415"/>
                      </a:moveTo>
                      <a:lnTo>
                        <a:pt x="2578" y="415"/>
                      </a:lnTo>
                      <a:cubicBezTo>
                        <a:pt x="4084" y="774"/>
                        <a:pt x="5637" y="1007"/>
                        <a:pt x="7189" y="1007"/>
                      </a:cubicBezTo>
                      <a:cubicBezTo>
                        <a:pt x="7284" y="1007"/>
                        <a:pt x="7378" y="1006"/>
                        <a:pt x="7472" y="1004"/>
                      </a:cubicBezTo>
                      <a:cubicBezTo>
                        <a:pt x="8387" y="988"/>
                        <a:pt x="9330" y="897"/>
                        <a:pt x="10211" y="620"/>
                      </a:cubicBezTo>
                      <a:cubicBezTo>
                        <a:pt x="10318" y="586"/>
                        <a:pt x="10428" y="552"/>
                        <a:pt x="10534" y="508"/>
                      </a:cubicBezTo>
                      <a:lnTo>
                        <a:pt x="10534" y="508"/>
                      </a:lnTo>
                      <a:cubicBezTo>
                        <a:pt x="11027" y="1155"/>
                        <a:pt x="11345" y="1943"/>
                        <a:pt x="11426" y="2755"/>
                      </a:cubicBezTo>
                      <a:cubicBezTo>
                        <a:pt x="11465" y="3145"/>
                        <a:pt x="11454" y="3546"/>
                        <a:pt x="11454" y="3941"/>
                      </a:cubicBezTo>
                      <a:lnTo>
                        <a:pt x="11454" y="5359"/>
                      </a:lnTo>
                      <a:cubicBezTo>
                        <a:pt x="11454" y="5455"/>
                        <a:pt x="11426" y="5613"/>
                        <a:pt x="11493" y="5686"/>
                      </a:cubicBezTo>
                      <a:cubicBezTo>
                        <a:pt x="11584" y="5782"/>
                        <a:pt x="11714" y="5861"/>
                        <a:pt x="11815" y="5940"/>
                      </a:cubicBezTo>
                      <a:cubicBezTo>
                        <a:pt x="12160" y="6217"/>
                        <a:pt x="12504" y="6488"/>
                        <a:pt x="12854" y="6765"/>
                      </a:cubicBezTo>
                      <a:cubicBezTo>
                        <a:pt x="13029" y="6912"/>
                        <a:pt x="13120" y="7132"/>
                        <a:pt x="13018" y="7352"/>
                      </a:cubicBezTo>
                      <a:cubicBezTo>
                        <a:pt x="12922" y="7567"/>
                        <a:pt x="12702" y="7674"/>
                        <a:pt x="12476" y="7680"/>
                      </a:cubicBezTo>
                      <a:lnTo>
                        <a:pt x="11567" y="7680"/>
                      </a:lnTo>
                      <a:cubicBezTo>
                        <a:pt x="11488" y="7680"/>
                        <a:pt x="11431" y="7742"/>
                        <a:pt x="11426" y="7821"/>
                      </a:cubicBezTo>
                      <a:cubicBezTo>
                        <a:pt x="11267" y="9588"/>
                        <a:pt x="10307" y="11232"/>
                        <a:pt x="8833" y="12231"/>
                      </a:cubicBezTo>
                      <a:cubicBezTo>
                        <a:pt x="8421" y="12514"/>
                        <a:pt x="7975" y="12740"/>
                        <a:pt x="7512" y="12909"/>
                      </a:cubicBezTo>
                      <a:cubicBezTo>
                        <a:pt x="7450" y="12932"/>
                        <a:pt x="7405" y="12982"/>
                        <a:pt x="7405" y="13045"/>
                      </a:cubicBezTo>
                      <a:lnTo>
                        <a:pt x="7405" y="14857"/>
                      </a:lnTo>
                      <a:lnTo>
                        <a:pt x="7405" y="17738"/>
                      </a:lnTo>
                      <a:lnTo>
                        <a:pt x="7405" y="18257"/>
                      </a:lnTo>
                      <a:lnTo>
                        <a:pt x="283" y="18257"/>
                      </a:lnTo>
                      <a:lnTo>
                        <a:pt x="283" y="16710"/>
                      </a:lnTo>
                      <a:lnTo>
                        <a:pt x="283" y="14022"/>
                      </a:lnTo>
                      <a:lnTo>
                        <a:pt x="283" y="13406"/>
                      </a:lnTo>
                      <a:lnTo>
                        <a:pt x="283" y="11746"/>
                      </a:lnTo>
                      <a:lnTo>
                        <a:pt x="283" y="10808"/>
                      </a:lnTo>
                      <a:lnTo>
                        <a:pt x="283" y="8617"/>
                      </a:lnTo>
                      <a:lnTo>
                        <a:pt x="283" y="6347"/>
                      </a:lnTo>
                      <a:lnTo>
                        <a:pt x="283" y="5534"/>
                      </a:lnTo>
                      <a:cubicBezTo>
                        <a:pt x="283" y="5445"/>
                        <a:pt x="291" y="5351"/>
                        <a:pt x="291" y="5261"/>
                      </a:cubicBezTo>
                      <a:lnTo>
                        <a:pt x="291" y="5261"/>
                      </a:lnTo>
                      <a:cubicBezTo>
                        <a:pt x="1182" y="5259"/>
                        <a:pt x="2088" y="4818"/>
                        <a:pt x="2650" y="4144"/>
                      </a:cubicBezTo>
                      <a:cubicBezTo>
                        <a:pt x="3276" y="3393"/>
                        <a:pt x="3497" y="2360"/>
                        <a:pt x="3180" y="1428"/>
                      </a:cubicBezTo>
                      <a:cubicBezTo>
                        <a:pt x="3051" y="1049"/>
                        <a:pt x="2843" y="707"/>
                        <a:pt x="2578" y="415"/>
                      </a:cubicBezTo>
                      <a:close/>
                      <a:moveTo>
                        <a:pt x="2078" y="0"/>
                      </a:moveTo>
                      <a:cubicBezTo>
                        <a:pt x="1940" y="0"/>
                        <a:pt x="1898" y="182"/>
                        <a:pt x="2011" y="265"/>
                      </a:cubicBezTo>
                      <a:cubicBezTo>
                        <a:pt x="2763" y="846"/>
                        <a:pt x="3175" y="1806"/>
                        <a:pt x="3005" y="2750"/>
                      </a:cubicBezTo>
                      <a:cubicBezTo>
                        <a:pt x="2859" y="3574"/>
                        <a:pt x="2305" y="4269"/>
                        <a:pt x="1571" y="4653"/>
                      </a:cubicBezTo>
                      <a:cubicBezTo>
                        <a:pt x="1181" y="4853"/>
                        <a:pt x="721" y="4978"/>
                        <a:pt x="275" y="4978"/>
                      </a:cubicBezTo>
                      <a:cubicBezTo>
                        <a:pt x="231" y="4978"/>
                        <a:pt x="186" y="4977"/>
                        <a:pt x="142" y="4975"/>
                      </a:cubicBezTo>
                      <a:cubicBezTo>
                        <a:pt x="69" y="4975"/>
                        <a:pt x="1" y="5042"/>
                        <a:pt x="1" y="5116"/>
                      </a:cubicBezTo>
                      <a:lnTo>
                        <a:pt x="1" y="6115"/>
                      </a:lnTo>
                      <a:lnTo>
                        <a:pt x="1" y="8323"/>
                      </a:lnTo>
                      <a:lnTo>
                        <a:pt x="1" y="10588"/>
                      </a:lnTo>
                      <a:lnTo>
                        <a:pt x="1" y="11734"/>
                      </a:lnTo>
                      <a:lnTo>
                        <a:pt x="1" y="13338"/>
                      </a:lnTo>
                      <a:lnTo>
                        <a:pt x="1" y="13406"/>
                      </a:lnTo>
                      <a:lnTo>
                        <a:pt x="1" y="15095"/>
                      </a:lnTo>
                      <a:lnTo>
                        <a:pt x="1" y="17783"/>
                      </a:lnTo>
                      <a:lnTo>
                        <a:pt x="1" y="18398"/>
                      </a:lnTo>
                      <a:cubicBezTo>
                        <a:pt x="1" y="18472"/>
                        <a:pt x="69" y="18539"/>
                        <a:pt x="142" y="18539"/>
                      </a:cubicBezTo>
                      <a:lnTo>
                        <a:pt x="7546" y="18539"/>
                      </a:lnTo>
                      <a:cubicBezTo>
                        <a:pt x="7625" y="18539"/>
                        <a:pt x="7687" y="18472"/>
                        <a:pt x="7687" y="18398"/>
                      </a:cubicBezTo>
                      <a:lnTo>
                        <a:pt x="7687" y="16585"/>
                      </a:lnTo>
                      <a:lnTo>
                        <a:pt x="7687" y="13705"/>
                      </a:lnTo>
                      <a:lnTo>
                        <a:pt x="7687" y="13142"/>
                      </a:lnTo>
                      <a:lnTo>
                        <a:pt x="7687" y="13142"/>
                      </a:lnTo>
                      <a:cubicBezTo>
                        <a:pt x="9390" y="12493"/>
                        <a:pt x="10754" y="11113"/>
                        <a:pt x="11369" y="9385"/>
                      </a:cubicBezTo>
                      <a:cubicBezTo>
                        <a:pt x="11534" y="8927"/>
                        <a:pt x="11642" y="8446"/>
                        <a:pt x="11694" y="7962"/>
                      </a:cubicBezTo>
                      <a:lnTo>
                        <a:pt x="12448" y="7962"/>
                      </a:lnTo>
                      <a:cubicBezTo>
                        <a:pt x="12866" y="7956"/>
                        <a:pt x="13272" y="7702"/>
                        <a:pt x="13334" y="7262"/>
                      </a:cubicBezTo>
                      <a:cubicBezTo>
                        <a:pt x="13373" y="6994"/>
                        <a:pt x="13264" y="6742"/>
                        <a:pt x="13059" y="6568"/>
                      </a:cubicBezTo>
                      <a:lnTo>
                        <a:pt x="13059" y="6568"/>
                      </a:lnTo>
                      <a:cubicBezTo>
                        <a:pt x="13057" y="6566"/>
                        <a:pt x="13055" y="6563"/>
                        <a:pt x="13052" y="6561"/>
                      </a:cubicBezTo>
                      <a:lnTo>
                        <a:pt x="13052" y="6561"/>
                      </a:lnTo>
                      <a:cubicBezTo>
                        <a:pt x="13052" y="6561"/>
                        <a:pt x="13052" y="6561"/>
                        <a:pt x="13052" y="6561"/>
                      </a:cubicBezTo>
                      <a:cubicBezTo>
                        <a:pt x="13051" y="6561"/>
                        <a:pt x="13051" y="6560"/>
                        <a:pt x="13050" y="6560"/>
                      </a:cubicBezTo>
                      <a:lnTo>
                        <a:pt x="13050" y="6560"/>
                      </a:lnTo>
                      <a:cubicBezTo>
                        <a:pt x="12614" y="6216"/>
                        <a:pt x="12173" y="5868"/>
                        <a:pt x="11736" y="5524"/>
                      </a:cubicBezTo>
                      <a:lnTo>
                        <a:pt x="11736" y="5524"/>
                      </a:lnTo>
                      <a:lnTo>
                        <a:pt x="11736" y="4009"/>
                      </a:lnTo>
                      <a:cubicBezTo>
                        <a:pt x="11736" y="3309"/>
                        <a:pt x="11747" y="2614"/>
                        <a:pt x="11555" y="1931"/>
                      </a:cubicBezTo>
                      <a:cubicBezTo>
                        <a:pt x="11380" y="1298"/>
                        <a:pt x="11064" y="711"/>
                        <a:pt x="10646" y="203"/>
                      </a:cubicBezTo>
                      <a:cubicBezTo>
                        <a:pt x="10618" y="167"/>
                        <a:pt x="10586" y="153"/>
                        <a:pt x="10554" y="153"/>
                      </a:cubicBezTo>
                      <a:cubicBezTo>
                        <a:pt x="10501" y="153"/>
                        <a:pt x="10449" y="195"/>
                        <a:pt x="10426" y="250"/>
                      </a:cubicBezTo>
                      <a:lnTo>
                        <a:pt x="10426" y="250"/>
                      </a:lnTo>
                      <a:cubicBezTo>
                        <a:pt x="10354" y="276"/>
                        <a:pt x="10283" y="301"/>
                        <a:pt x="10211" y="327"/>
                      </a:cubicBezTo>
                      <a:cubicBezTo>
                        <a:pt x="9906" y="428"/>
                        <a:pt x="9590" y="502"/>
                        <a:pt x="9274" y="558"/>
                      </a:cubicBezTo>
                      <a:cubicBezTo>
                        <a:pt x="8602" y="679"/>
                        <a:pt x="7916" y="729"/>
                        <a:pt x="7230" y="729"/>
                      </a:cubicBezTo>
                      <a:cubicBezTo>
                        <a:pt x="6637" y="729"/>
                        <a:pt x="6043" y="692"/>
                        <a:pt x="5456" y="632"/>
                      </a:cubicBezTo>
                      <a:cubicBezTo>
                        <a:pt x="4333" y="513"/>
                        <a:pt x="3214" y="293"/>
                        <a:pt x="2119" y="5"/>
                      </a:cubicBezTo>
                      <a:cubicBezTo>
                        <a:pt x="2104" y="2"/>
                        <a:pt x="2091" y="0"/>
                        <a:pt x="2078"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57" name="Google Shape;1757;p53"/>
                <p:cNvSpPr/>
                <p:nvPr/>
              </p:nvSpPr>
              <p:spPr>
                <a:xfrm>
                  <a:off x="2793250" y="1412150"/>
                  <a:ext cx="406800" cy="355175"/>
                </a:xfrm>
                <a:custGeom>
                  <a:avLst/>
                  <a:gdLst/>
                  <a:ahLst/>
                  <a:cxnLst/>
                  <a:rect l="l" t="t" r="r" b="b"/>
                  <a:pathLst>
                    <a:path w="16272" h="14207" extrusionOk="0">
                      <a:moveTo>
                        <a:pt x="9000" y="284"/>
                      </a:moveTo>
                      <a:cubicBezTo>
                        <a:pt x="10460" y="284"/>
                        <a:pt x="11941" y="445"/>
                        <a:pt x="13328" y="917"/>
                      </a:cubicBezTo>
                      <a:cubicBezTo>
                        <a:pt x="13712" y="1041"/>
                        <a:pt x="14085" y="1199"/>
                        <a:pt x="14447" y="1385"/>
                      </a:cubicBezTo>
                      <a:cubicBezTo>
                        <a:pt x="14627" y="1476"/>
                        <a:pt x="14808" y="1577"/>
                        <a:pt x="14977" y="1690"/>
                      </a:cubicBezTo>
                      <a:cubicBezTo>
                        <a:pt x="15175" y="1815"/>
                        <a:pt x="15344" y="1961"/>
                        <a:pt x="15525" y="2108"/>
                      </a:cubicBezTo>
                      <a:cubicBezTo>
                        <a:pt x="15667" y="2250"/>
                        <a:pt x="15824" y="2407"/>
                        <a:pt x="15925" y="2587"/>
                      </a:cubicBezTo>
                      <a:lnTo>
                        <a:pt x="15925" y="2587"/>
                      </a:lnTo>
                      <a:cubicBezTo>
                        <a:pt x="15871" y="2606"/>
                        <a:pt x="15816" y="2625"/>
                        <a:pt x="15762" y="2645"/>
                      </a:cubicBezTo>
                      <a:cubicBezTo>
                        <a:pt x="15457" y="2746"/>
                        <a:pt x="15141" y="2820"/>
                        <a:pt x="14825" y="2876"/>
                      </a:cubicBezTo>
                      <a:cubicBezTo>
                        <a:pt x="14153" y="2997"/>
                        <a:pt x="13467" y="3047"/>
                        <a:pt x="12781" y="3047"/>
                      </a:cubicBezTo>
                      <a:cubicBezTo>
                        <a:pt x="12188" y="3047"/>
                        <a:pt x="11594" y="3010"/>
                        <a:pt x="11007" y="2950"/>
                      </a:cubicBezTo>
                      <a:cubicBezTo>
                        <a:pt x="9884" y="2831"/>
                        <a:pt x="8765" y="2611"/>
                        <a:pt x="7670" y="2323"/>
                      </a:cubicBezTo>
                      <a:cubicBezTo>
                        <a:pt x="7655" y="2320"/>
                        <a:pt x="7642" y="2318"/>
                        <a:pt x="7629" y="2318"/>
                      </a:cubicBezTo>
                      <a:cubicBezTo>
                        <a:pt x="7491" y="2318"/>
                        <a:pt x="7449" y="2500"/>
                        <a:pt x="7562" y="2583"/>
                      </a:cubicBezTo>
                      <a:cubicBezTo>
                        <a:pt x="8314" y="3164"/>
                        <a:pt x="8726" y="4124"/>
                        <a:pt x="8556" y="5068"/>
                      </a:cubicBezTo>
                      <a:cubicBezTo>
                        <a:pt x="8410" y="5892"/>
                        <a:pt x="7856" y="6587"/>
                        <a:pt x="7122" y="6971"/>
                      </a:cubicBezTo>
                      <a:cubicBezTo>
                        <a:pt x="6732" y="7171"/>
                        <a:pt x="6272" y="7296"/>
                        <a:pt x="5826" y="7296"/>
                      </a:cubicBezTo>
                      <a:cubicBezTo>
                        <a:pt x="5782" y="7296"/>
                        <a:pt x="5737" y="7295"/>
                        <a:pt x="5693" y="7293"/>
                      </a:cubicBezTo>
                      <a:cubicBezTo>
                        <a:pt x="5620" y="7293"/>
                        <a:pt x="5552" y="7360"/>
                        <a:pt x="5552" y="7434"/>
                      </a:cubicBezTo>
                      <a:lnTo>
                        <a:pt x="5552" y="9676"/>
                      </a:lnTo>
                      <a:lnTo>
                        <a:pt x="5552" y="13239"/>
                      </a:lnTo>
                      <a:lnTo>
                        <a:pt x="5552" y="13844"/>
                      </a:lnTo>
                      <a:lnTo>
                        <a:pt x="5552" y="13844"/>
                      </a:lnTo>
                      <a:cubicBezTo>
                        <a:pt x="5431" y="13786"/>
                        <a:pt x="5314" y="13726"/>
                        <a:pt x="5202" y="13663"/>
                      </a:cubicBezTo>
                      <a:cubicBezTo>
                        <a:pt x="4744" y="13414"/>
                        <a:pt x="4315" y="13121"/>
                        <a:pt x="3909" y="12793"/>
                      </a:cubicBezTo>
                      <a:cubicBezTo>
                        <a:pt x="3899" y="12785"/>
                        <a:pt x="3888" y="12779"/>
                        <a:pt x="3876" y="12773"/>
                      </a:cubicBezTo>
                      <a:lnTo>
                        <a:pt x="3876" y="12773"/>
                      </a:lnTo>
                      <a:cubicBezTo>
                        <a:pt x="2190" y="11740"/>
                        <a:pt x="1073" y="9951"/>
                        <a:pt x="594" y="8055"/>
                      </a:cubicBezTo>
                      <a:cubicBezTo>
                        <a:pt x="164" y="6344"/>
                        <a:pt x="198" y="4305"/>
                        <a:pt x="1356" y="2876"/>
                      </a:cubicBezTo>
                      <a:cubicBezTo>
                        <a:pt x="2192" y="1849"/>
                        <a:pt x="3423" y="1244"/>
                        <a:pt x="4671" y="872"/>
                      </a:cubicBezTo>
                      <a:cubicBezTo>
                        <a:pt x="6049" y="471"/>
                        <a:pt x="7489" y="296"/>
                        <a:pt x="8923" y="284"/>
                      </a:cubicBezTo>
                      <a:cubicBezTo>
                        <a:pt x="8949" y="284"/>
                        <a:pt x="8974" y="284"/>
                        <a:pt x="9000" y="284"/>
                      </a:cubicBezTo>
                      <a:close/>
                      <a:moveTo>
                        <a:pt x="9022" y="0"/>
                      </a:moveTo>
                      <a:cubicBezTo>
                        <a:pt x="8410" y="0"/>
                        <a:pt x="7798" y="33"/>
                        <a:pt x="7190" y="98"/>
                      </a:cubicBezTo>
                      <a:cubicBezTo>
                        <a:pt x="6314" y="194"/>
                        <a:pt x="5439" y="352"/>
                        <a:pt x="4592" y="595"/>
                      </a:cubicBezTo>
                      <a:cubicBezTo>
                        <a:pt x="4584" y="597"/>
                        <a:pt x="4577" y="600"/>
                        <a:pt x="4570" y="603"/>
                      </a:cubicBezTo>
                      <a:lnTo>
                        <a:pt x="4570" y="603"/>
                      </a:lnTo>
                      <a:cubicBezTo>
                        <a:pt x="3427" y="948"/>
                        <a:pt x="2309" y="1477"/>
                        <a:pt x="1463" y="2334"/>
                      </a:cubicBezTo>
                      <a:cubicBezTo>
                        <a:pt x="769" y="3034"/>
                        <a:pt x="339" y="3921"/>
                        <a:pt x="164" y="4892"/>
                      </a:cubicBezTo>
                      <a:cubicBezTo>
                        <a:pt x="1" y="5830"/>
                        <a:pt x="40" y="6796"/>
                        <a:pt x="232" y="7727"/>
                      </a:cubicBezTo>
                      <a:cubicBezTo>
                        <a:pt x="430" y="8727"/>
                        <a:pt x="808" y="9698"/>
                        <a:pt x="1339" y="10568"/>
                      </a:cubicBezTo>
                      <a:cubicBezTo>
                        <a:pt x="1870" y="11443"/>
                        <a:pt x="2570" y="12223"/>
                        <a:pt x="3417" y="12810"/>
                      </a:cubicBezTo>
                      <a:cubicBezTo>
                        <a:pt x="3524" y="12883"/>
                        <a:pt x="3631" y="12951"/>
                        <a:pt x="3738" y="13018"/>
                      </a:cubicBezTo>
                      <a:lnTo>
                        <a:pt x="3738" y="13018"/>
                      </a:lnTo>
                      <a:cubicBezTo>
                        <a:pt x="4318" y="13485"/>
                        <a:pt x="4959" y="13921"/>
                        <a:pt x="5659" y="14199"/>
                      </a:cubicBezTo>
                      <a:cubicBezTo>
                        <a:pt x="5672" y="14204"/>
                        <a:pt x="5685" y="14207"/>
                        <a:pt x="5697" y="14207"/>
                      </a:cubicBezTo>
                      <a:cubicBezTo>
                        <a:pt x="5769" y="14207"/>
                        <a:pt x="5834" y="14131"/>
                        <a:pt x="5834" y="14064"/>
                      </a:cubicBezTo>
                      <a:lnTo>
                        <a:pt x="5834" y="11822"/>
                      </a:lnTo>
                      <a:lnTo>
                        <a:pt x="5834" y="8258"/>
                      </a:lnTo>
                      <a:lnTo>
                        <a:pt x="5834" y="7579"/>
                      </a:lnTo>
                      <a:lnTo>
                        <a:pt x="5834" y="7579"/>
                      </a:lnTo>
                      <a:cubicBezTo>
                        <a:pt x="5835" y="7579"/>
                        <a:pt x="5836" y="7579"/>
                        <a:pt x="5837" y="7579"/>
                      </a:cubicBezTo>
                      <a:cubicBezTo>
                        <a:pt x="6730" y="7579"/>
                        <a:pt x="7638" y="7138"/>
                        <a:pt x="8201" y="6462"/>
                      </a:cubicBezTo>
                      <a:cubicBezTo>
                        <a:pt x="8827" y="5711"/>
                        <a:pt x="9048" y="4678"/>
                        <a:pt x="8731" y="3746"/>
                      </a:cubicBezTo>
                      <a:cubicBezTo>
                        <a:pt x="8602" y="3367"/>
                        <a:pt x="8394" y="3025"/>
                        <a:pt x="8129" y="2733"/>
                      </a:cubicBezTo>
                      <a:lnTo>
                        <a:pt x="8129" y="2733"/>
                      </a:lnTo>
                      <a:cubicBezTo>
                        <a:pt x="9635" y="3092"/>
                        <a:pt x="11188" y="3325"/>
                        <a:pt x="12740" y="3325"/>
                      </a:cubicBezTo>
                      <a:cubicBezTo>
                        <a:pt x="12835" y="3325"/>
                        <a:pt x="12929" y="3324"/>
                        <a:pt x="13023" y="3322"/>
                      </a:cubicBezTo>
                      <a:cubicBezTo>
                        <a:pt x="13938" y="3306"/>
                        <a:pt x="14881" y="3215"/>
                        <a:pt x="15762" y="2938"/>
                      </a:cubicBezTo>
                      <a:cubicBezTo>
                        <a:pt x="15904" y="2893"/>
                        <a:pt x="16050" y="2848"/>
                        <a:pt x="16186" y="2780"/>
                      </a:cubicBezTo>
                      <a:cubicBezTo>
                        <a:pt x="16194" y="2777"/>
                        <a:pt x="16201" y="2772"/>
                        <a:pt x="16208" y="2768"/>
                      </a:cubicBezTo>
                      <a:lnTo>
                        <a:pt x="16208" y="2768"/>
                      </a:lnTo>
                      <a:cubicBezTo>
                        <a:pt x="16248" y="2742"/>
                        <a:pt x="16272" y="2698"/>
                        <a:pt x="16255" y="2641"/>
                      </a:cubicBezTo>
                      <a:lnTo>
                        <a:pt x="16255" y="2641"/>
                      </a:lnTo>
                      <a:cubicBezTo>
                        <a:pt x="16252" y="2628"/>
                        <a:pt x="16247" y="2615"/>
                        <a:pt x="16240" y="2603"/>
                      </a:cubicBezTo>
                      <a:lnTo>
                        <a:pt x="16240" y="2603"/>
                      </a:lnTo>
                      <a:cubicBezTo>
                        <a:pt x="16129" y="2343"/>
                        <a:pt x="15944" y="2123"/>
                        <a:pt x="15742" y="1929"/>
                      </a:cubicBezTo>
                      <a:lnTo>
                        <a:pt x="15742" y="1929"/>
                      </a:lnTo>
                      <a:cubicBezTo>
                        <a:pt x="15736" y="1922"/>
                        <a:pt x="15730" y="1916"/>
                        <a:pt x="15723" y="1911"/>
                      </a:cubicBezTo>
                      <a:lnTo>
                        <a:pt x="15723" y="1911"/>
                      </a:lnTo>
                      <a:cubicBezTo>
                        <a:pt x="15723" y="1911"/>
                        <a:pt x="15723" y="1911"/>
                        <a:pt x="15723" y="1911"/>
                      </a:cubicBezTo>
                      <a:cubicBezTo>
                        <a:pt x="15565" y="1781"/>
                        <a:pt x="15412" y="1645"/>
                        <a:pt x="15243" y="1527"/>
                      </a:cubicBezTo>
                      <a:cubicBezTo>
                        <a:pt x="15090" y="1419"/>
                        <a:pt x="14932" y="1323"/>
                        <a:pt x="14768" y="1233"/>
                      </a:cubicBezTo>
                      <a:cubicBezTo>
                        <a:pt x="14435" y="1052"/>
                        <a:pt x="14091" y="900"/>
                        <a:pt x="13741" y="764"/>
                      </a:cubicBezTo>
                      <a:cubicBezTo>
                        <a:pt x="13023" y="488"/>
                        <a:pt x="12267" y="307"/>
                        <a:pt x="11510" y="188"/>
                      </a:cubicBezTo>
                      <a:cubicBezTo>
                        <a:pt x="10687" y="61"/>
                        <a:pt x="9854" y="0"/>
                        <a:pt x="9022"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58" name="Google Shape;1758;p53"/>
                <p:cNvSpPr/>
                <p:nvPr/>
              </p:nvSpPr>
              <p:spPr>
                <a:xfrm>
                  <a:off x="3144650" y="1661975"/>
                  <a:ext cx="80675" cy="37250"/>
                </a:xfrm>
                <a:custGeom>
                  <a:avLst/>
                  <a:gdLst/>
                  <a:ahLst/>
                  <a:cxnLst/>
                  <a:rect l="l" t="t" r="r" b="b"/>
                  <a:pathLst>
                    <a:path w="3227" h="1490" extrusionOk="0">
                      <a:moveTo>
                        <a:pt x="2922" y="287"/>
                      </a:moveTo>
                      <a:cubicBezTo>
                        <a:pt x="2887" y="597"/>
                        <a:pt x="2837" y="913"/>
                        <a:pt x="2737" y="1208"/>
                      </a:cubicBezTo>
                      <a:lnTo>
                        <a:pt x="298" y="1208"/>
                      </a:lnTo>
                      <a:cubicBezTo>
                        <a:pt x="334" y="918"/>
                        <a:pt x="480" y="643"/>
                        <a:pt x="718" y="468"/>
                      </a:cubicBezTo>
                      <a:cubicBezTo>
                        <a:pt x="904" y="332"/>
                        <a:pt x="1113" y="287"/>
                        <a:pt x="1339" y="287"/>
                      </a:cubicBezTo>
                      <a:close/>
                      <a:moveTo>
                        <a:pt x="1503" y="0"/>
                      </a:moveTo>
                      <a:cubicBezTo>
                        <a:pt x="1170" y="0"/>
                        <a:pt x="840" y="30"/>
                        <a:pt x="554" y="242"/>
                      </a:cubicBezTo>
                      <a:cubicBezTo>
                        <a:pt x="204" y="502"/>
                        <a:pt x="12" y="914"/>
                        <a:pt x="7" y="1349"/>
                      </a:cubicBezTo>
                      <a:cubicBezTo>
                        <a:pt x="1" y="1422"/>
                        <a:pt x="69" y="1490"/>
                        <a:pt x="148" y="1490"/>
                      </a:cubicBezTo>
                      <a:lnTo>
                        <a:pt x="2836" y="1490"/>
                      </a:lnTo>
                      <a:cubicBezTo>
                        <a:pt x="2904" y="1490"/>
                        <a:pt x="2954" y="1445"/>
                        <a:pt x="2971" y="1388"/>
                      </a:cubicBezTo>
                      <a:cubicBezTo>
                        <a:pt x="3118" y="993"/>
                        <a:pt x="3175" y="558"/>
                        <a:pt x="3220" y="146"/>
                      </a:cubicBezTo>
                      <a:cubicBezTo>
                        <a:pt x="3226" y="78"/>
                        <a:pt x="3190" y="35"/>
                        <a:pt x="3141" y="18"/>
                      </a:cubicBezTo>
                      <a:lnTo>
                        <a:pt x="3141" y="18"/>
                      </a:lnTo>
                      <a:cubicBezTo>
                        <a:pt x="3124" y="10"/>
                        <a:pt x="3103" y="5"/>
                        <a:pt x="3079" y="5"/>
                      </a:cubicBezTo>
                      <a:lnTo>
                        <a:pt x="1887" y="5"/>
                      </a:lnTo>
                      <a:cubicBezTo>
                        <a:pt x="1760" y="5"/>
                        <a:pt x="1631" y="0"/>
                        <a:pt x="1503"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59" name="Google Shape;1759;p53"/>
                <p:cNvSpPr/>
                <p:nvPr/>
              </p:nvSpPr>
              <p:spPr>
                <a:xfrm>
                  <a:off x="2530500" y="1926450"/>
                  <a:ext cx="999750" cy="706000"/>
                </a:xfrm>
                <a:custGeom>
                  <a:avLst/>
                  <a:gdLst/>
                  <a:ahLst/>
                  <a:cxnLst/>
                  <a:rect l="l" t="t" r="r" b="b"/>
                  <a:pathLst>
                    <a:path w="39990" h="28240" extrusionOk="0">
                      <a:moveTo>
                        <a:pt x="23761" y="285"/>
                      </a:moveTo>
                      <a:cubicBezTo>
                        <a:pt x="24471" y="879"/>
                        <a:pt x="25245" y="1409"/>
                        <a:pt x="26018" y="1906"/>
                      </a:cubicBezTo>
                      <a:cubicBezTo>
                        <a:pt x="26831" y="2431"/>
                        <a:pt x="27667" y="2911"/>
                        <a:pt x="28531" y="3341"/>
                      </a:cubicBezTo>
                      <a:cubicBezTo>
                        <a:pt x="29418" y="3781"/>
                        <a:pt x="30316" y="4188"/>
                        <a:pt x="31169" y="4696"/>
                      </a:cubicBezTo>
                      <a:cubicBezTo>
                        <a:pt x="33394" y="6023"/>
                        <a:pt x="35427" y="7836"/>
                        <a:pt x="36669" y="10134"/>
                      </a:cubicBezTo>
                      <a:cubicBezTo>
                        <a:pt x="36883" y="10523"/>
                        <a:pt x="37080" y="10912"/>
                        <a:pt x="37199" y="11334"/>
                      </a:cubicBezTo>
                      <a:lnTo>
                        <a:pt x="37199" y="11334"/>
                      </a:lnTo>
                      <a:cubicBezTo>
                        <a:pt x="37199" y="11335"/>
                        <a:pt x="37200" y="11336"/>
                        <a:pt x="37200" y="11337"/>
                      </a:cubicBezTo>
                      <a:cubicBezTo>
                        <a:pt x="37200" y="11337"/>
                        <a:pt x="37200" y="11337"/>
                        <a:pt x="37200" y="11337"/>
                      </a:cubicBezTo>
                      <a:lnTo>
                        <a:pt x="37200" y="11337"/>
                      </a:lnTo>
                      <a:cubicBezTo>
                        <a:pt x="37200" y="11338"/>
                        <a:pt x="37200" y="11339"/>
                        <a:pt x="37201" y="11339"/>
                      </a:cubicBezTo>
                      <a:lnTo>
                        <a:pt x="37201" y="11339"/>
                      </a:lnTo>
                      <a:cubicBezTo>
                        <a:pt x="37483" y="12288"/>
                        <a:pt x="37697" y="13258"/>
                        <a:pt x="37912" y="14229"/>
                      </a:cubicBezTo>
                      <a:cubicBezTo>
                        <a:pt x="38471" y="16815"/>
                        <a:pt x="38894" y="19430"/>
                        <a:pt x="39199" y="22056"/>
                      </a:cubicBezTo>
                      <a:cubicBezTo>
                        <a:pt x="39431" y="24019"/>
                        <a:pt x="39598" y="25983"/>
                        <a:pt x="39700" y="27957"/>
                      </a:cubicBezTo>
                      <a:lnTo>
                        <a:pt x="296" y="27957"/>
                      </a:lnTo>
                      <a:cubicBezTo>
                        <a:pt x="480" y="24413"/>
                        <a:pt x="867" y="20880"/>
                        <a:pt x="1469" y="17386"/>
                      </a:cubicBezTo>
                      <a:cubicBezTo>
                        <a:pt x="1797" y="15516"/>
                        <a:pt x="2175" y="13641"/>
                        <a:pt x="2661" y="11806"/>
                      </a:cubicBezTo>
                      <a:cubicBezTo>
                        <a:pt x="2836" y="11162"/>
                        <a:pt x="3067" y="10592"/>
                        <a:pt x="3395" y="10010"/>
                      </a:cubicBezTo>
                      <a:cubicBezTo>
                        <a:pt x="4570" y="7909"/>
                        <a:pt x="6399" y="6215"/>
                        <a:pt x="8421" y="4939"/>
                      </a:cubicBezTo>
                      <a:cubicBezTo>
                        <a:pt x="9189" y="4459"/>
                        <a:pt x="9985" y="4035"/>
                        <a:pt x="10799" y="3657"/>
                      </a:cubicBezTo>
                      <a:cubicBezTo>
                        <a:pt x="11663" y="3262"/>
                        <a:pt x="12499" y="2815"/>
                        <a:pt x="13306" y="2324"/>
                      </a:cubicBezTo>
                      <a:cubicBezTo>
                        <a:pt x="14294" y="1731"/>
                        <a:pt x="15249" y="1076"/>
                        <a:pt x="16147" y="353"/>
                      </a:cubicBezTo>
                      <a:cubicBezTo>
                        <a:pt x="16175" y="332"/>
                        <a:pt x="16203" y="308"/>
                        <a:pt x="16230" y="285"/>
                      </a:cubicBezTo>
                      <a:close/>
                      <a:moveTo>
                        <a:pt x="16542" y="1"/>
                      </a:moveTo>
                      <a:cubicBezTo>
                        <a:pt x="16440" y="1"/>
                        <a:pt x="16339" y="1"/>
                        <a:pt x="16237" y="3"/>
                      </a:cubicBezTo>
                      <a:cubicBezTo>
                        <a:pt x="16079" y="3"/>
                        <a:pt x="15977" y="127"/>
                        <a:pt x="15853" y="223"/>
                      </a:cubicBezTo>
                      <a:cubicBezTo>
                        <a:pt x="14938" y="957"/>
                        <a:pt x="13956" y="1613"/>
                        <a:pt x="12945" y="2211"/>
                      </a:cubicBezTo>
                      <a:cubicBezTo>
                        <a:pt x="11414" y="3115"/>
                        <a:pt x="9760" y="3764"/>
                        <a:pt x="8257" y="4713"/>
                      </a:cubicBezTo>
                      <a:cubicBezTo>
                        <a:pt x="6286" y="5955"/>
                        <a:pt x="4508" y="7587"/>
                        <a:pt x="3305" y="9598"/>
                      </a:cubicBezTo>
                      <a:cubicBezTo>
                        <a:pt x="2955" y="10180"/>
                        <a:pt x="2650" y="10801"/>
                        <a:pt x="2463" y="11456"/>
                      </a:cubicBezTo>
                      <a:cubicBezTo>
                        <a:pt x="2057" y="12935"/>
                        <a:pt x="1735" y="14438"/>
                        <a:pt x="1447" y="15945"/>
                      </a:cubicBezTo>
                      <a:cubicBezTo>
                        <a:pt x="859" y="19018"/>
                        <a:pt x="447" y="22124"/>
                        <a:pt x="193" y="25241"/>
                      </a:cubicBezTo>
                      <a:cubicBezTo>
                        <a:pt x="114" y="26190"/>
                        <a:pt x="52" y="27144"/>
                        <a:pt x="7" y="28098"/>
                      </a:cubicBezTo>
                      <a:cubicBezTo>
                        <a:pt x="1" y="28172"/>
                        <a:pt x="74" y="28240"/>
                        <a:pt x="148" y="28240"/>
                      </a:cubicBezTo>
                      <a:lnTo>
                        <a:pt x="39849" y="28240"/>
                      </a:lnTo>
                      <a:cubicBezTo>
                        <a:pt x="39922" y="28240"/>
                        <a:pt x="39990" y="28172"/>
                        <a:pt x="39990" y="28098"/>
                      </a:cubicBezTo>
                      <a:cubicBezTo>
                        <a:pt x="39820" y="24733"/>
                        <a:pt x="39465" y="21378"/>
                        <a:pt x="38922" y="18052"/>
                      </a:cubicBezTo>
                      <a:cubicBezTo>
                        <a:pt x="38601" y="16098"/>
                        <a:pt x="38217" y="14144"/>
                        <a:pt x="37731" y="12218"/>
                      </a:cubicBezTo>
                      <a:cubicBezTo>
                        <a:pt x="37652" y="11902"/>
                        <a:pt x="37567" y="11580"/>
                        <a:pt x="37471" y="11264"/>
                      </a:cubicBezTo>
                      <a:cubicBezTo>
                        <a:pt x="37398" y="10987"/>
                        <a:pt x="37273" y="10716"/>
                        <a:pt x="37155" y="10462"/>
                      </a:cubicBezTo>
                      <a:cubicBezTo>
                        <a:pt x="36833" y="9779"/>
                        <a:pt x="36426" y="9140"/>
                        <a:pt x="35980" y="8542"/>
                      </a:cubicBezTo>
                      <a:cubicBezTo>
                        <a:pt x="34309" y="6322"/>
                        <a:pt x="31993" y="4662"/>
                        <a:pt x="29497" y="3487"/>
                      </a:cubicBezTo>
                      <a:cubicBezTo>
                        <a:pt x="28012" y="2793"/>
                        <a:pt x="26589" y="1991"/>
                        <a:pt x="25239" y="1048"/>
                      </a:cubicBezTo>
                      <a:cubicBezTo>
                        <a:pt x="24866" y="782"/>
                        <a:pt x="24499" y="511"/>
                        <a:pt x="24138" y="223"/>
                      </a:cubicBezTo>
                      <a:cubicBezTo>
                        <a:pt x="24070" y="172"/>
                        <a:pt x="24002" y="110"/>
                        <a:pt x="23929" y="60"/>
                      </a:cubicBezTo>
                      <a:cubicBezTo>
                        <a:pt x="23863" y="9"/>
                        <a:pt x="23792" y="1"/>
                        <a:pt x="23716" y="1"/>
                      </a:cubicBezTo>
                      <a:cubicBezTo>
                        <a:pt x="23681" y="1"/>
                        <a:pt x="23644" y="3"/>
                        <a:pt x="23607" y="3"/>
                      </a:cubicBezTo>
                      <a:lnTo>
                        <a:pt x="17152" y="3"/>
                      </a:lnTo>
                      <a:cubicBezTo>
                        <a:pt x="16949" y="3"/>
                        <a:pt x="16745" y="1"/>
                        <a:pt x="16542"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760" name="Google Shape;1760;p53"/>
              <p:cNvGrpSpPr/>
              <p:nvPr/>
            </p:nvGrpSpPr>
            <p:grpSpPr>
              <a:xfrm>
                <a:off x="6723973" y="2660034"/>
                <a:ext cx="1706673" cy="2172498"/>
                <a:chOff x="511450" y="3191125"/>
                <a:chExt cx="999750" cy="1272625"/>
              </a:xfrm>
            </p:grpSpPr>
            <p:sp>
              <p:nvSpPr>
                <p:cNvPr id="1761" name="Google Shape;1761;p53"/>
                <p:cNvSpPr/>
                <p:nvPr/>
              </p:nvSpPr>
              <p:spPr>
                <a:xfrm>
                  <a:off x="511450" y="3757725"/>
                  <a:ext cx="999750" cy="706025"/>
                </a:xfrm>
                <a:custGeom>
                  <a:avLst/>
                  <a:gdLst/>
                  <a:ahLst/>
                  <a:cxnLst/>
                  <a:rect l="l" t="t" r="r" b="b"/>
                  <a:pathLst>
                    <a:path w="39990" h="28241" extrusionOk="0">
                      <a:moveTo>
                        <a:pt x="23761" y="286"/>
                      </a:moveTo>
                      <a:cubicBezTo>
                        <a:pt x="24470" y="880"/>
                        <a:pt x="25239" y="1409"/>
                        <a:pt x="26018" y="1912"/>
                      </a:cubicBezTo>
                      <a:cubicBezTo>
                        <a:pt x="26831" y="2432"/>
                        <a:pt x="27667" y="2912"/>
                        <a:pt x="28531" y="3347"/>
                      </a:cubicBezTo>
                      <a:cubicBezTo>
                        <a:pt x="29417" y="3787"/>
                        <a:pt x="30315" y="4188"/>
                        <a:pt x="31168" y="4696"/>
                      </a:cubicBezTo>
                      <a:cubicBezTo>
                        <a:pt x="33393" y="6024"/>
                        <a:pt x="35426" y="7842"/>
                        <a:pt x="36668" y="10140"/>
                      </a:cubicBezTo>
                      <a:cubicBezTo>
                        <a:pt x="36877" y="10529"/>
                        <a:pt x="37080" y="10919"/>
                        <a:pt x="37199" y="11336"/>
                      </a:cubicBezTo>
                      <a:lnTo>
                        <a:pt x="37199" y="11336"/>
                      </a:lnTo>
                      <a:cubicBezTo>
                        <a:pt x="37199" y="11336"/>
                        <a:pt x="37199" y="11337"/>
                        <a:pt x="37199" y="11338"/>
                      </a:cubicBezTo>
                      <a:cubicBezTo>
                        <a:pt x="37199" y="11338"/>
                        <a:pt x="37199" y="11338"/>
                        <a:pt x="37199" y="11338"/>
                      </a:cubicBezTo>
                      <a:lnTo>
                        <a:pt x="37199" y="11338"/>
                      </a:lnTo>
                      <a:cubicBezTo>
                        <a:pt x="37199" y="11338"/>
                        <a:pt x="37200" y="11339"/>
                        <a:pt x="37200" y="11339"/>
                      </a:cubicBezTo>
                      <a:lnTo>
                        <a:pt x="37200" y="11339"/>
                      </a:lnTo>
                      <a:cubicBezTo>
                        <a:pt x="37482" y="12293"/>
                        <a:pt x="37696" y="13264"/>
                        <a:pt x="37905" y="14229"/>
                      </a:cubicBezTo>
                      <a:cubicBezTo>
                        <a:pt x="38470" y="16816"/>
                        <a:pt x="38888" y="19436"/>
                        <a:pt x="39198" y="22062"/>
                      </a:cubicBezTo>
                      <a:cubicBezTo>
                        <a:pt x="39430" y="24020"/>
                        <a:pt x="39597" y="25989"/>
                        <a:pt x="39694" y="27958"/>
                      </a:cubicBezTo>
                      <a:lnTo>
                        <a:pt x="295" y="27958"/>
                      </a:lnTo>
                      <a:cubicBezTo>
                        <a:pt x="479" y="24419"/>
                        <a:pt x="861" y="20886"/>
                        <a:pt x="1469" y="17392"/>
                      </a:cubicBezTo>
                      <a:cubicBezTo>
                        <a:pt x="1790" y="15517"/>
                        <a:pt x="2174" y="13647"/>
                        <a:pt x="2660" y="11806"/>
                      </a:cubicBezTo>
                      <a:cubicBezTo>
                        <a:pt x="2835" y="11163"/>
                        <a:pt x="3061" y="10598"/>
                        <a:pt x="3389" y="10011"/>
                      </a:cubicBezTo>
                      <a:cubicBezTo>
                        <a:pt x="4563" y="7910"/>
                        <a:pt x="6399" y="6216"/>
                        <a:pt x="8420" y="4945"/>
                      </a:cubicBezTo>
                      <a:cubicBezTo>
                        <a:pt x="9183" y="4465"/>
                        <a:pt x="9979" y="4041"/>
                        <a:pt x="10798" y="3663"/>
                      </a:cubicBezTo>
                      <a:cubicBezTo>
                        <a:pt x="11656" y="3262"/>
                        <a:pt x="12492" y="2816"/>
                        <a:pt x="13305" y="2330"/>
                      </a:cubicBezTo>
                      <a:cubicBezTo>
                        <a:pt x="14288" y="1732"/>
                        <a:pt x="15248" y="1082"/>
                        <a:pt x="16146" y="359"/>
                      </a:cubicBezTo>
                      <a:cubicBezTo>
                        <a:pt x="16172" y="333"/>
                        <a:pt x="16200" y="310"/>
                        <a:pt x="16229" y="286"/>
                      </a:cubicBezTo>
                      <a:close/>
                      <a:moveTo>
                        <a:pt x="16541" y="1"/>
                      </a:moveTo>
                      <a:cubicBezTo>
                        <a:pt x="16440" y="1"/>
                        <a:pt x="16338" y="2"/>
                        <a:pt x="16236" y="3"/>
                      </a:cubicBezTo>
                      <a:cubicBezTo>
                        <a:pt x="16078" y="9"/>
                        <a:pt x="15977" y="133"/>
                        <a:pt x="15852" y="229"/>
                      </a:cubicBezTo>
                      <a:cubicBezTo>
                        <a:pt x="14937" y="958"/>
                        <a:pt x="13955" y="1619"/>
                        <a:pt x="12944" y="2217"/>
                      </a:cubicBezTo>
                      <a:cubicBezTo>
                        <a:pt x="11414" y="3121"/>
                        <a:pt x="9753" y="3765"/>
                        <a:pt x="8251" y="4719"/>
                      </a:cubicBezTo>
                      <a:cubicBezTo>
                        <a:pt x="6286" y="5961"/>
                        <a:pt x="4501" y="7588"/>
                        <a:pt x="3304" y="9598"/>
                      </a:cubicBezTo>
                      <a:cubicBezTo>
                        <a:pt x="2954" y="10186"/>
                        <a:pt x="2643" y="10801"/>
                        <a:pt x="2463" y="11462"/>
                      </a:cubicBezTo>
                      <a:cubicBezTo>
                        <a:pt x="2056" y="12936"/>
                        <a:pt x="1734" y="14444"/>
                        <a:pt x="1446" y="15946"/>
                      </a:cubicBezTo>
                      <a:cubicBezTo>
                        <a:pt x="859" y="19018"/>
                        <a:pt x="446" y="22124"/>
                        <a:pt x="192" y="25241"/>
                      </a:cubicBezTo>
                      <a:cubicBezTo>
                        <a:pt x="113" y="26196"/>
                        <a:pt x="51" y="27145"/>
                        <a:pt x="6" y="28099"/>
                      </a:cubicBezTo>
                      <a:cubicBezTo>
                        <a:pt x="0" y="28178"/>
                        <a:pt x="74" y="28240"/>
                        <a:pt x="147" y="28240"/>
                      </a:cubicBezTo>
                      <a:lnTo>
                        <a:pt x="39842" y="28240"/>
                      </a:lnTo>
                      <a:cubicBezTo>
                        <a:pt x="39921" y="28240"/>
                        <a:pt x="39989" y="28178"/>
                        <a:pt x="39983" y="28099"/>
                      </a:cubicBezTo>
                      <a:cubicBezTo>
                        <a:pt x="39820" y="24739"/>
                        <a:pt x="39464" y="21384"/>
                        <a:pt x="38922" y="18058"/>
                      </a:cubicBezTo>
                      <a:cubicBezTo>
                        <a:pt x="38600" y="16098"/>
                        <a:pt x="38216" y="14150"/>
                        <a:pt x="37730" y="12224"/>
                      </a:cubicBezTo>
                      <a:cubicBezTo>
                        <a:pt x="37645" y="11902"/>
                        <a:pt x="37566" y="11580"/>
                        <a:pt x="37470" y="11264"/>
                      </a:cubicBezTo>
                      <a:cubicBezTo>
                        <a:pt x="37391" y="10988"/>
                        <a:pt x="37273" y="10722"/>
                        <a:pt x="37148" y="10462"/>
                      </a:cubicBezTo>
                      <a:cubicBezTo>
                        <a:pt x="36832" y="9785"/>
                        <a:pt x="36426" y="9146"/>
                        <a:pt x="35974" y="8542"/>
                      </a:cubicBezTo>
                      <a:cubicBezTo>
                        <a:pt x="34308" y="6323"/>
                        <a:pt x="31992" y="4663"/>
                        <a:pt x="29496" y="3494"/>
                      </a:cubicBezTo>
                      <a:cubicBezTo>
                        <a:pt x="28011" y="2793"/>
                        <a:pt x="26582" y="1991"/>
                        <a:pt x="25238" y="1048"/>
                      </a:cubicBezTo>
                      <a:cubicBezTo>
                        <a:pt x="24866" y="788"/>
                        <a:pt x="24493" y="517"/>
                        <a:pt x="24137" y="229"/>
                      </a:cubicBezTo>
                      <a:cubicBezTo>
                        <a:pt x="24069" y="173"/>
                        <a:pt x="24001" y="111"/>
                        <a:pt x="23928" y="60"/>
                      </a:cubicBezTo>
                      <a:cubicBezTo>
                        <a:pt x="23862" y="10"/>
                        <a:pt x="23791" y="2"/>
                        <a:pt x="23715" y="2"/>
                      </a:cubicBezTo>
                      <a:cubicBezTo>
                        <a:pt x="23680" y="2"/>
                        <a:pt x="23644" y="3"/>
                        <a:pt x="23606" y="3"/>
                      </a:cubicBezTo>
                      <a:lnTo>
                        <a:pt x="17151" y="3"/>
                      </a:lnTo>
                      <a:cubicBezTo>
                        <a:pt x="16948" y="3"/>
                        <a:pt x="16745" y="1"/>
                        <a:pt x="16541"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62" name="Google Shape;1762;p53"/>
                <p:cNvSpPr/>
                <p:nvPr/>
              </p:nvSpPr>
              <p:spPr>
                <a:xfrm>
                  <a:off x="916775" y="3306225"/>
                  <a:ext cx="335625" cy="458650"/>
                </a:xfrm>
                <a:custGeom>
                  <a:avLst/>
                  <a:gdLst/>
                  <a:ahLst/>
                  <a:cxnLst/>
                  <a:rect l="l" t="t" r="r" b="b"/>
                  <a:pathLst>
                    <a:path w="13425" h="18346" extrusionOk="0">
                      <a:moveTo>
                        <a:pt x="10560" y="355"/>
                      </a:moveTo>
                      <a:cubicBezTo>
                        <a:pt x="11145" y="1137"/>
                        <a:pt x="11448" y="2090"/>
                        <a:pt x="11448" y="3064"/>
                      </a:cubicBezTo>
                      <a:cubicBezTo>
                        <a:pt x="11448" y="3635"/>
                        <a:pt x="11448" y="4205"/>
                        <a:pt x="11448" y="4775"/>
                      </a:cubicBezTo>
                      <a:cubicBezTo>
                        <a:pt x="11448" y="4979"/>
                        <a:pt x="11437" y="5182"/>
                        <a:pt x="11448" y="5385"/>
                      </a:cubicBezTo>
                      <a:cubicBezTo>
                        <a:pt x="11454" y="5464"/>
                        <a:pt x="11487" y="5493"/>
                        <a:pt x="11544" y="5538"/>
                      </a:cubicBezTo>
                      <a:cubicBezTo>
                        <a:pt x="11634" y="5605"/>
                        <a:pt x="11725" y="5679"/>
                        <a:pt x="11809" y="5747"/>
                      </a:cubicBezTo>
                      <a:cubicBezTo>
                        <a:pt x="12075" y="5956"/>
                        <a:pt x="12335" y="6159"/>
                        <a:pt x="12594" y="6368"/>
                      </a:cubicBezTo>
                      <a:cubicBezTo>
                        <a:pt x="12758" y="6498"/>
                        <a:pt x="12984" y="6628"/>
                        <a:pt x="13046" y="6842"/>
                      </a:cubicBezTo>
                      <a:cubicBezTo>
                        <a:pt x="13097" y="7023"/>
                        <a:pt x="13024" y="7215"/>
                        <a:pt x="12888" y="7339"/>
                      </a:cubicBezTo>
                      <a:cubicBezTo>
                        <a:pt x="12764" y="7452"/>
                        <a:pt x="12600" y="7486"/>
                        <a:pt x="12436" y="7486"/>
                      </a:cubicBezTo>
                      <a:lnTo>
                        <a:pt x="11567" y="7486"/>
                      </a:lnTo>
                      <a:cubicBezTo>
                        <a:pt x="11487" y="7486"/>
                        <a:pt x="11431" y="7554"/>
                        <a:pt x="11425" y="7627"/>
                      </a:cubicBezTo>
                      <a:cubicBezTo>
                        <a:pt x="11267" y="9400"/>
                        <a:pt x="10302" y="11044"/>
                        <a:pt x="8833" y="12043"/>
                      </a:cubicBezTo>
                      <a:cubicBezTo>
                        <a:pt x="8421" y="12320"/>
                        <a:pt x="7975" y="12552"/>
                        <a:pt x="7506" y="12721"/>
                      </a:cubicBezTo>
                      <a:cubicBezTo>
                        <a:pt x="7450" y="12744"/>
                        <a:pt x="7404" y="12789"/>
                        <a:pt x="7404" y="12857"/>
                      </a:cubicBezTo>
                      <a:lnTo>
                        <a:pt x="7404" y="14664"/>
                      </a:lnTo>
                      <a:lnTo>
                        <a:pt x="7404" y="17550"/>
                      </a:lnTo>
                      <a:lnTo>
                        <a:pt x="7404" y="18063"/>
                      </a:lnTo>
                      <a:lnTo>
                        <a:pt x="283" y="18063"/>
                      </a:lnTo>
                      <a:lnTo>
                        <a:pt x="283" y="16522"/>
                      </a:lnTo>
                      <a:lnTo>
                        <a:pt x="283" y="13834"/>
                      </a:lnTo>
                      <a:lnTo>
                        <a:pt x="283" y="13218"/>
                      </a:lnTo>
                      <a:lnTo>
                        <a:pt x="283" y="11563"/>
                      </a:lnTo>
                      <a:lnTo>
                        <a:pt x="283" y="10643"/>
                      </a:lnTo>
                      <a:lnTo>
                        <a:pt x="283" y="8480"/>
                      </a:lnTo>
                      <a:lnTo>
                        <a:pt x="283" y="6221"/>
                      </a:lnTo>
                      <a:lnTo>
                        <a:pt x="283" y="5425"/>
                      </a:lnTo>
                      <a:cubicBezTo>
                        <a:pt x="283" y="5353"/>
                        <a:pt x="288" y="5278"/>
                        <a:pt x="290" y="5204"/>
                      </a:cubicBezTo>
                      <a:lnTo>
                        <a:pt x="290" y="5204"/>
                      </a:lnTo>
                      <a:cubicBezTo>
                        <a:pt x="583" y="5290"/>
                        <a:pt x="878" y="5370"/>
                        <a:pt x="1175" y="5430"/>
                      </a:cubicBezTo>
                      <a:cubicBezTo>
                        <a:pt x="1435" y="5487"/>
                        <a:pt x="1712" y="5543"/>
                        <a:pt x="1983" y="5543"/>
                      </a:cubicBezTo>
                      <a:cubicBezTo>
                        <a:pt x="2056" y="5543"/>
                        <a:pt x="2119" y="5476"/>
                        <a:pt x="2124" y="5402"/>
                      </a:cubicBezTo>
                      <a:cubicBezTo>
                        <a:pt x="2135" y="4933"/>
                        <a:pt x="2152" y="4465"/>
                        <a:pt x="2164" y="4002"/>
                      </a:cubicBezTo>
                      <a:cubicBezTo>
                        <a:pt x="2192" y="3262"/>
                        <a:pt x="2215" y="2516"/>
                        <a:pt x="2237" y="1777"/>
                      </a:cubicBezTo>
                      <a:cubicBezTo>
                        <a:pt x="2241" y="1658"/>
                        <a:pt x="2245" y="1536"/>
                        <a:pt x="2249" y="1416"/>
                      </a:cubicBezTo>
                      <a:lnTo>
                        <a:pt x="2249" y="1416"/>
                      </a:lnTo>
                      <a:cubicBezTo>
                        <a:pt x="3183" y="1496"/>
                        <a:pt x="4132" y="1554"/>
                        <a:pt x="5078" y="1554"/>
                      </a:cubicBezTo>
                      <a:cubicBezTo>
                        <a:pt x="6103" y="1554"/>
                        <a:pt x="7126" y="1486"/>
                        <a:pt x="8127" y="1302"/>
                      </a:cubicBezTo>
                      <a:cubicBezTo>
                        <a:pt x="8907" y="1161"/>
                        <a:pt x="9754" y="952"/>
                        <a:pt x="10403" y="478"/>
                      </a:cubicBezTo>
                      <a:cubicBezTo>
                        <a:pt x="10458" y="440"/>
                        <a:pt x="10509" y="399"/>
                        <a:pt x="10560" y="355"/>
                      </a:cubicBezTo>
                      <a:close/>
                      <a:moveTo>
                        <a:pt x="10570" y="1"/>
                      </a:moveTo>
                      <a:cubicBezTo>
                        <a:pt x="10532" y="1"/>
                        <a:pt x="10494" y="15"/>
                        <a:pt x="10471" y="43"/>
                      </a:cubicBezTo>
                      <a:cubicBezTo>
                        <a:pt x="10463" y="52"/>
                        <a:pt x="10457" y="59"/>
                        <a:pt x="10453" y="65"/>
                      </a:cubicBezTo>
                      <a:lnTo>
                        <a:pt x="10453" y="65"/>
                      </a:lnTo>
                      <a:cubicBezTo>
                        <a:pt x="10457" y="60"/>
                        <a:pt x="10460" y="55"/>
                        <a:pt x="10460" y="55"/>
                      </a:cubicBezTo>
                      <a:cubicBezTo>
                        <a:pt x="10459" y="55"/>
                        <a:pt x="10457" y="56"/>
                        <a:pt x="10454" y="60"/>
                      </a:cubicBezTo>
                      <a:cubicBezTo>
                        <a:pt x="10443" y="71"/>
                        <a:pt x="10431" y="82"/>
                        <a:pt x="10420" y="94"/>
                      </a:cubicBezTo>
                      <a:cubicBezTo>
                        <a:pt x="10381" y="138"/>
                        <a:pt x="10332" y="177"/>
                        <a:pt x="10287" y="216"/>
                      </a:cubicBezTo>
                      <a:lnTo>
                        <a:pt x="10287" y="216"/>
                      </a:lnTo>
                      <a:cubicBezTo>
                        <a:pt x="10276" y="224"/>
                        <a:pt x="10261" y="236"/>
                        <a:pt x="10256" y="241"/>
                      </a:cubicBezTo>
                      <a:cubicBezTo>
                        <a:pt x="10234" y="252"/>
                        <a:pt x="10217" y="263"/>
                        <a:pt x="10194" y="280"/>
                      </a:cubicBezTo>
                      <a:cubicBezTo>
                        <a:pt x="10149" y="314"/>
                        <a:pt x="10098" y="342"/>
                        <a:pt x="10047" y="376"/>
                      </a:cubicBezTo>
                      <a:cubicBezTo>
                        <a:pt x="9912" y="449"/>
                        <a:pt x="9771" y="517"/>
                        <a:pt x="9630" y="579"/>
                      </a:cubicBezTo>
                      <a:cubicBezTo>
                        <a:pt x="9596" y="596"/>
                        <a:pt x="9584" y="602"/>
                        <a:pt x="9528" y="625"/>
                      </a:cubicBezTo>
                      <a:cubicBezTo>
                        <a:pt x="9477" y="641"/>
                        <a:pt x="9426" y="664"/>
                        <a:pt x="9381" y="681"/>
                      </a:cubicBezTo>
                      <a:cubicBezTo>
                        <a:pt x="9274" y="721"/>
                        <a:pt x="9172" y="754"/>
                        <a:pt x="9065" y="788"/>
                      </a:cubicBezTo>
                      <a:cubicBezTo>
                        <a:pt x="8805" y="867"/>
                        <a:pt x="8540" y="930"/>
                        <a:pt x="8280" y="986"/>
                      </a:cubicBezTo>
                      <a:cubicBezTo>
                        <a:pt x="7534" y="1138"/>
                        <a:pt x="6772" y="1212"/>
                        <a:pt x="6015" y="1240"/>
                      </a:cubicBezTo>
                      <a:cubicBezTo>
                        <a:pt x="5681" y="1255"/>
                        <a:pt x="5347" y="1261"/>
                        <a:pt x="5012" y="1261"/>
                      </a:cubicBezTo>
                      <a:cubicBezTo>
                        <a:pt x="4044" y="1261"/>
                        <a:pt x="3074" y="1205"/>
                        <a:pt x="2113" y="1122"/>
                      </a:cubicBezTo>
                      <a:cubicBezTo>
                        <a:pt x="2108" y="1121"/>
                        <a:pt x="2103" y="1120"/>
                        <a:pt x="2098" y="1120"/>
                      </a:cubicBezTo>
                      <a:cubicBezTo>
                        <a:pt x="2026" y="1120"/>
                        <a:pt x="1972" y="1194"/>
                        <a:pt x="1972" y="1263"/>
                      </a:cubicBezTo>
                      <a:cubicBezTo>
                        <a:pt x="1955" y="1726"/>
                        <a:pt x="1943" y="2195"/>
                        <a:pt x="1927" y="2663"/>
                      </a:cubicBezTo>
                      <a:cubicBezTo>
                        <a:pt x="1904" y="3403"/>
                        <a:pt x="1881" y="4143"/>
                        <a:pt x="1859" y="4888"/>
                      </a:cubicBezTo>
                      <a:lnTo>
                        <a:pt x="1847" y="5256"/>
                      </a:lnTo>
                      <a:lnTo>
                        <a:pt x="1847" y="5256"/>
                      </a:lnTo>
                      <a:cubicBezTo>
                        <a:pt x="1632" y="5241"/>
                        <a:pt x="1419" y="5196"/>
                        <a:pt x="1209" y="5154"/>
                      </a:cubicBezTo>
                      <a:cubicBezTo>
                        <a:pt x="859" y="5075"/>
                        <a:pt x="520" y="4979"/>
                        <a:pt x="182" y="4871"/>
                      </a:cubicBezTo>
                      <a:cubicBezTo>
                        <a:pt x="169" y="4867"/>
                        <a:pt x="156" y="4866"/>
                        <a:pt x="144" y="4866"/>
                      </a:cubicBezTo>
                      <a:cubicBezTo>
                        <a:pt x="67" y="4866"/>
                        <a:pt x="1" y="4934"/>
                        <a:pt x="1" y="5007"/>
                      </a:cubicBezTo>
                      <a:lnTo>
                        <a:pt x="1" y="5995"/>
                      </a:lnTo>
                      <a:lnTo>
                        <a:pt x="1" y="8186"/>
                      </a:lnTo>
                      <a:lnTo>
                        <a:pt x="1" y="10423"/>
                      </a:lnTo>
                      <a:lnTo>
                        <a:pt x="1" y="11546"/>
                      </a:lnTo>
                      <a:lnTo>
                        <a:pt x="1" y="13150"/>
                      </a:lnTo>
                      <a:lnTo>
                        <a:pt x="1" y="13218"/>
                      </a:lnTo>
                      <a:lnTo>
                        <a:pt x="1" y="14907"/>
                      </a:lnTo>
                      <a:lnTo>
                        <a:pt x="1" y="17589"/>
                      </a:lnTo>
                      <a:lnTo>
                        <a:pt x="1" y="18205"/>
                      </a:lnTo>
                      <a:cubicBezTo>
                        <a:pt x="1" y="18284"/>
                        <a:pt x="63" y="18346"/>
                        <a:pt x="142" y="18346"/>
                      </a:cubicBezTo>
                      <a:lnTo>
                        <a:pt x="7546" y="18346"/>
                      </a:lnTo>
                      <a:cubicBezTo>
                        <a:pt x="7575" y="18346"/>
                        <a:pt x="7600" y="18338"/>
                        <a:pt x="7620" y="18326"/>
                      </a:cubicBezTo>
                      <a:lnTo>
                        <a:pt x="7620" y="18326"/>
                      </a:lnTo>
                      <a:cubicBezTo>
                        <a:pt x="7659" y="18304"/>
                        <a:pt x="7687" y="18264"/>
                        <a:pt x="7687" y="18205"/>
                      </a:cubicBezTo>
                      <a:lnTo>
                        <a:pt x="7687" y="16398"/>
                      </a:lnTo>
                      <a:lnTo>
                        <a:pt x="7687" y="13517"/>
                      </a:lnTo>
                      <a:lnTo>
                        <a:pt x="7687" y="12954"/>
                      </a:lnTo>
                      <a:lnTo>
                        <a:pt x="7687" y="12954"/>
                      </a:lnTo>
                      <a:cubicBezTo>
                        <a:pt x="9390" y="12299"/>
                        <a:pt x="10754" y="10919"/>
                        <a:pt x="11369" y="9197"/>
                      </a:cubicBezTo>
                      <a:cubicBezTo>
                        <a:pt x="11534" y="8734"/>
                        <a:pt x="11642" y="8256"/>
                        <a:pt x="11694" y="7768"/>
                      </a:cubicBezTo>
                      <a:lnTo>
                        <a:pt x="12402" y="7768"/>
                      </a:lnTo>
                      <a:cubicBezTo>
                        <a:pt x="12781" y="7768"/>
                        <a:pt x="13137" y="7616"/>
                        <a:pt x="13283" y="7249"/>
                      </a:cubicBezTo>
                      <a:cubicBezTo>
                        <a:pt x="13425" y="6916"/>
                        <a:pt x="13295" y="6566"/>
                        <a:pt x="13018" y="6345"/>
                      </a:cubicBezTo>
                      <a:cubicBezTo>
                        <a:pt x="12786" y="6165"/>
                        <a:pt x="12555" y="5984"/>
                        <a:pt x="12323" y="5797"/>
                      </a:cubicBezTo>
                      <a:cubicBezTo>
                        <a:pt x="12127" y="5639"/>
                        <a:pt x="11927" y="5485"/>
                        <a:pt x="11730" y="5327"/>
                      </a:cubicBezTo>
                      <a:lnTo>
                        <a:pt x="11730" y="5327"/>
                      </a:lnTo>
                      <a:lnTo>
                        <a:pt x="11730" y="3838"/>
                      </a:lnTo>
                      <a:cubicBezTo>
                        <a:pt x="11730" y="3143"/>
                        <a:pt x="11753" y="2460"/>
                        <a:pt x="11567" y="1777"/>
                      </a:cubicBezTo>
                      <a:cubicBezTo>
                        <a:pt x="11391" y="1144"/>
                        <a:pt x="11081" y="557"/>
                        <a:pt x="10669" y="43"/>
                      </a:cubicBezTo>
                      <a:cubicBezTo>
                        <a:pt x="10646" y="15"/>
                        <a:pt x="10608" y="1"/>
                        <a:pt x="10570"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63" name="Google Shape;1763;p53"/>
                <p:cNvSpPr/>
                <p:nvPr/>
              </p:nvSpPr>
              <p:spPr>
                <a:xfrm>
                  <a:off x="748200" y="3191125"/>
                  <a:ext cx="458600" cy="407500"/>
                </a:xfrm>
                <a:custGeom>
                  <a:avLst/>
                  <a:gdLst/>
                  <a:ahLst/>
                  <a:cxnLst/>
                  <a:rect l="l" t="t" r="r" b="b"/>
                  <a:pathLst>
                    <a:path w="18344" h="16300" extrusionOk="0">
                      <a:moveTo>
                        <a:pt x="17197" y="4664"/>
                      </a:moveTo>
                      <a:cubicBezTo>
                        <a:pt x="17188" y="4677"/>
                        <a:pt x="17183" y="4681"/>
                        <a:pt x="17183" y="4681"/>
                      </a:cubicBezTo>
                      <a:cubicBezTo>
                        <a:pt x="17182" y="4681"/>
                        <a:pt x="17188" y="4673"/>
                        <a:pt x="17197" y="4664"/>
                      </a:cubicBezTo>
                      <a:close/>
                      <a:moveTo>
                        <a:pt x="17035" y="4812"/>
                      </a:moveTo>
                      <a:cubicBezTo>
                        <a:pt x="17033" y="4813"/>
                        <a:pt x="17031" y="4814"/>
                        <a:pt x="17028" y="4816"/>
                      </a:cubicBezTo>
                      <a:cubicBezTo>
                        <a:pt x="17030" y="4815"/>
                        <a:pt x="17033" y="4814"/>
                        <a:pt x="17035" y="4812"/>
                      </a:cubicBezTo>
                      <a:close/>
                      <a:moveTo>
                        <a:pt x="8794" y="286"/>
                      </a:moveTo>
                      <a:cubicBezTo>
                        <a:pt x="8833" y="286"/>
                        <a:pt x="8873" y="287"/>
                        <a:pt x="8912" y="287"/>
                      </a:cubicBezTo>
                      <a:cubicBezTo>
                        <a:pt x="9720" y="293"/>
                        <a:pt x="10544" y="394"/>
                        <a:pt x="11307" y="660"/>
                      </a:cubicBezTo>
                      <a:cubicBezTo>
                        <a:pt x="11561" y="750"/>
                        <a:pt x="11815" y="858"/>
                        <a:pt x="12030" y="1021"/>
                      </a:cubicBezTo>
                      <a:cubicBezTo>
                        <a:pt x="12346" y="1258"/>
                        <a:pt x="12685" y="1456"/>
                        <a:pt x="13063" y="1580"/>
                      </a:cubicBezTo>
                      <a:cubicBezTo>
                        <a:pt x="13442" y="1705"/>
                        <a:pt x="13843" y="1750"/>
                        <a:pt x="14238" y="1784"/>
                      </a:cubicBezTo>
                      <a:cubicBezTo>
                        <a:pt x="14769" y="1829"/>
                        <a:pt x="15300" y="1846"/>
                        <a:pt x="15830" y="1885"/>
                      </a:cubicBezTo>
                      <a:cubicBezTo>
                        <a:pt x="16175" y="1908"/>
                        <a:pt x="16519" y="1936"/>
                        <a:pt x="16857" y="1970"/>
                      </a:cubicBezTo>
                      <a:lnTo>
                        <a:pt x="16857" y="1970"/>
                      </a:lnTo>
                      <a:cubicBezTo>
                        <a:pt x="16857" y="1970"/>
                        <a:pt x="16858" y="1970"/>
                        <a:pt x="16858" y="1970"/>
                      </a:cubicBezTo>
                      <a:cubicBezTo>
                        <a:pt x="17304" y="2015"/>
                        <a:pt x="17863" y="2162"/>
                        <a:pt x="17988" y="2636"/>
                      </a:cubicBezTo>
                      <a:cubicBezTo>
                        <a:pt x="18089" y="2992"/>
                        <a:pt x="17942" y="3404"/>
                        <a:pt x="17784" y="3738"/>
                      </a:cubicBezTo>
                      <a:cubicBezTo>
                        <a:pt x="17638" y="4037"/>
                        <a:pt x="17457" y="4319"/>
                        <a:pt x="17259" y="4590"/>
                      </a:cubicBezTo>
                      <a:cubicBezTo>
                        <a:pt x="17253" y="4596"/>
                        <a:pt x="17242" y="4607"/>
                        <a:pt x="17237" y="4613"/>
                      </a:cubicBezTo>
                      <a:cubicBezTo>
                        <a:pt x="17235" y="4616"/>
                        <a:pt x="17234" y="4617"/>
                        <a:pt x="17234" y="4617"/>
                      </a:cubicBezTo>
                      <a:cubicBezTo>
                        <a:pt x="17235" y="4617"/>
                        <a:pt x="17245" y="4603"/>
                        <a:pt x="17247" y="4603"/>
                      </a:cubicBezTo>
                      <a:cubicBezTo>
                        <a:pt x="17247" y="4603"/>
                        <a:pt x="17246" y="4606"/>
                        <a:pt x="17242" y="4613"/>
                      </a:cubicBezTo>
                      <a:cubicBezTo>
                        <a:pt x="17231" y="4624"/>
                        <a:pt x="17225" y="4636"/>
                        <a:pt x="17214" y="4641"/>
                      </a:cubicBezTo>
                      <a:cubicBezTo>
                        <a:pt x="17207" y="4650"/>
                        <a:pt x="17202" y="4658"/>
                        <a:pt x="17197" y="4664"/>
                      </a:cubicBezTo>
                      <a:lnTo>
                        <a:pt x="17197" y="4664"/>
                      </a:lnTo>
                      <a:cubicBezTo>
                        <a:pt x="17183" y="4679"/>
                        <a:pt x="17173" y="4693"/>
                        <a:pt x="17157" y="4703"/>
                      </a:cubicBezTo>
                      <a:cubicBezTo>
                        <a:pt x="17129" y="4737"/>
                        <a:pt x="17095" y="4765"/>
                        <a:pt x="17061" y="4794"/>
                      </a:cubicBezTo>
                      <a:cubicBezTo>
                        <a:pt x="17053" y="4798"/>
                        <a:pt x="17044" y="4806"/>
                        <a:pt x="17035" y="4812"/>
                      </a:cubicBezTo>
                      <a:lnTo>
                        <a:pt x="17035" y="4812"/>
                      </a:lnTo>
                      <a:cubicBezTo>
                        <a:pt x="17040" y="4809"/>
                        <a:pt x="17042" y="4808"/>
                        <a:pt x="17042" y="4808"/>
                      </a:cubicBezTo>
                      <a:cubicBezTo>
                        <a:pt x="17043" y="4808"/>
                        <a:pt x="17031" y="4817"/>
                        <a:pt x="17016" y="4828"/>
                      </a:cubicBezTo>
                      <a:cubicBezTo>
                        <a:pt x="16988" y="4850"/>
                        <a:pt x="16960" y="4873"/>
                        <a:pt x="16926" y="4890"/>
                      </a:cubicBezTo>
                      <a:cubicBezTo>
                        <a:pt x="16751" y="5008"/>
                        <a:pt x="16565" y="5104"/>
                        <a:pt x="16373" y="5183"/>
                      </a:cubicBezTo>
                      <a:cubicBezTo>
                        <a:pt x="16339" y="5200"/>
                        <a:pt x="16350" y="5195"/>
                        <a:pt x="16299" y="5217"/>
                      </a:cubicBezTo>
                      <a:cubicBezTo>
                        <a:pt x="16265" y="5229"/>
                        <a:pt x="16231" y="5245"/>
                        <a:pt x="16197" y="5257"/>
                      </a:cubicBezTo>
                      <a:cubicBezTo>
                        <a:pt x="16124" y="5285"/>
                        <a:pt x="16051" y="5313"/>
                        <a:pt x="15972" y="5336"/>
                      </a:cubicBezTo>
                      <a:cubicBezTo>
                        <a:pt x="15802" y="5392"/>
                        <a:pt x="15627" y="5443"/>
                        <a:pt x="15452" y="5488"/>
                      </a:cubicBezTo>
                      <a:cubicBezTo>
                        <a:pt x="15000" y="5607"/>
                        <a:pt x="14537" y="5686"/>
                        <a:pt x="14074" y="5742"/>
                      </a:cubicBezTo>
                      <a:cubicBezTo>
                        <a:pt x="13324" y="5834"/>
                        <a:pt x="12567" y="5870"/>
                        <a:pt x="11809" y="5870"/>
                      </a:cubicBezTo>
                      <a:cubicBezTo>
                        <a:pt x="11066" y="5870"/>
                        <a:pt x="10323" y="5835"/>
                        <a:pt x="9584" y="5782"/>
                      </a:cubicBezTo>
                      <a:cubicBezTo>
                        <a:pt x="9342" y="5765"/>
                        <a:pt x="9099" y="5748"/>
                        <a:pt x="8856" y="5726"/>
                      </a:cubicBezTo>
                      <a:cubicBezTo>
                        <a:pt x="8851" y="5725"/>
                        <a:pt x="8846" y="5724"/>
                        <a:pt x="8841" y="5724"/>
                      </a:cubicBezTo>
                      <a:cubicBezTo>
                        <a:pt x="8769" y="5724"/>
                        <a:pt x="8715" y="5798"/>
                        <a:pt x="8715" y="5867"/>
                      </a:cubicBezTo>
                      <a:cubicBezTo>
                        <a:pt x="8698" y="6330"/>
                        <a:pt x="8686" y="6799"/>
                        <a:pt x="8670" y="7267"/>
                      </a:cubicBezTo>
                      <a:cubicBezTo>
                        <a:pt x="8647" y="8007"/>
                        <a:pt x="8624" y="8747"/>
                        <a:pt x="8602" y="9492"/>
                      </a:cubicBezTo>
                      <a:lnTo>
                        <a:pt x="8590" y="9860"/>
                      </a:lnTo>
                      <a:lnTo>
                        <a:pt x="8590" y="9860"/>
                      </a:lnTo>
                      <a:cubicBezTo>
                        <a:pt x="8375" y="9845"/>
                        <a:pt x="8162" y="9800"/>
                        <a:pt x="7952" y="9758"/>
                      </a:cubicBezTo>
                      <a:cubicBezTo>
                        <a:pt x="7602" y="9679"/>
                        <a:pt x="7263" y="9583"/>
                        <a:pt x="6925" y="9475"/>
                      </a:cubicBezTo>
                      <a:cubicBezTo>
                        <a:pt x="6912" y="9471"/>
                        <a:pt x="6899" y="9470"/>
                        <a:pt x="6887" y="9470"/>
                      </a:cubicBezTo>
                      <a:cubicBezTo>
                        <a:pt x="6810" y="9470"/>
                        <a:pt x="6744" y="9538"/>
                        <a:pt x="6744" y="9611"/>
                      </a:cubicBezTo>
                      <a:lnTo>
                        <a:pt x="6744" y="11825"/>
                      </a:lnTo>
                      <a:lnTo>
                        <a:pt x="6744" y="15343"/>
                      </a:lnTo>
                      <a:lnTo>
                        <a:pt x="6744" y="15939"/>
                      </a:lnTo>
                      <a:lnTo>
                        <a:pt x="6744" y="15939"/>
                      </a:lnTo>
                      <a:cubicBezTo>
                        <a:pt x="6623" y="15884"/>
                        <a:pt x="6505" y="15824"/>
                        <a:pt x="6388" y="15761"/>
                      </a:cubicBezTo>
                      <a:cubicBezTo>
                        <a:pt x="5936" y="15512"/>
                        <a:pt x="5501" y="15219"/>
                        <a:pt x="5100" y="14891"/>
                      </a:cubicBezTo>
                      <a:cubicBezTo>
                        <a:pt x="5090" y="14883"/>
                        <a:pt x="5079" y="14876"/>
                        <a:pt x="5067" y="14871"/>
                      </a:cubicBezTo>
                      <a:lnTo>
                        <a:pt x="5067" y="14871"/>
                      </a:lnTo>
                      <a:cubicBezTo>
                        <a:pt x="5069" y="14870"/>
                        <a:pt x="5071" y="14869"/>
                        <a:pt x="5072" y="14869"/>
                      </a:cubicBezTo>
                      <a:cubicBezTo>
                        <a:pt x="4767" y="14682"/>
                        <a:pt x="4479" y="14473"/>
                        <a:pt x="4214" y="14242"/>
                      </a:cubicBezTo>
                      <a:cubicBezTo>
                        <a:pt x="4084" y="14129"/>
                        <a:pt x="3954" y="14004"/>
                        <a:pt x="3830" y="13880"/>
                      </a:cubicBezTo>
                      <a:cubicBezTo>
                        <a:pt x="3773" y="13824"/>
                        <a:pt x="3722" y="13756"/>
                        <a:pt x="3660" y="13705"/>
                      </a:cubicBezTo>
                      <a:cubicBezTo>
                        <a:pt x="3615" y="13660"/>
                        <a:pt x="3553" y="13632"/>
                        <a:pt x="3502" y="13598"/>
                      </a:cubicBezTo>
                      <a:cubicBezTo>
                        <a:pt x="3096" y="13344"/>
                        <a:pt x="2740" y="13011"/>
                        <a:pt x="2429" y="12649"/>
                      </a:cubicBezTo>
                      <a:cubicBezTo>
                        <a:pt x="1723" y="11836"/>
                        <a:pt x="1204" y="10853"/>
                        <a:pt x="854" y="9842"/>
                      </a:cubicBezTo>
                      <a:cubicBezTo>
                        <a:pt x="526" y="8894"/>
                        <a:pt x="317" y="7860"/>
                        <a:pt x="436" y="6861"/>
                      </a:cubicBezTo>
                      <a:cubicBezTo>
                        <a:pt x="492" y="6381"/>
                        <a:pt x="650" y="5912"/>
                        <a:pt x="893" y="5500"/>
                      </a:cubicBezTo>
                      <a:cubicBezTo>
                        <a:pt x="1108" y="5133"/>
                        <a:pt x="1407" y="4839"/>
                        <a:pt x="1752" y="4590"/>
                      </a:cubicBezTo>
                      <a:cubicBezTo>
                        <a:pt x="2113" y="4336"/>
                        <a:pt x="2497" y="4116"/>
                        <a:pt x="2853" y="3851"/>
                      </a:cubicBezTo>
                      <a:cubicBezTo>
                        <a:pt x="3327" y="3495"/>
                        <a:pt x="3745" y="3077"/>
                        <a:pt x="4101" y="2603"/>
                      </a:cubicBezTo>
                      <a:cubicBezTo>
                        <a:pt x="4287" y="2360"/>
                        <a:pt x="4434" y="2094"/>
                        <a:pt x="4626" y="1857"/>
                      </a:cubicBezTo>
                      <a:cubicBezTo>
                        <a:pt x="4762" y="1688"/>
                        <a:pt x="4914" y="1530"/>
                        <a:pt x="5083" y="1388"/>
                      </a:cubicBezTo>
                      <a:cubicBezTo>
                        <a:pt x="5411" y="1112"/>
                        <a:pt x="5795" y="897"/>
                        <a:pt x="6196" y="733"/>
                      </a:cubicBezTo>
                      <a:cubicBezTo>
                        <a:pt x="7018" y="409"/>
                        <a:pt x="7912" y="286"/>
                        <a:pt x="8794" y="286"/>
                      </a:cubicBezTo>
                      <a:close/>
                      <a:moveTo>
                        <a:pt x="8785" y="0"/>
                      </a:moveTo>
                      <a:cubicBezTo>
                        <a:pt x="8056" y="0"/>
                        <a:pt x="7319" y="87"/>
                        <a:pt x="6620" y="293"/>
                      </a:cubicBezTo>
                      <a:cubicBezTo>
                        <a:pt x="5739" y="553"/>
                        <a:pt x="4908" y="1016"/>
                        <a:pt x="4349" y="1755"/>
                      </a:cubicBezTo>
                      <a:cubicBezTo>
                        <a:pt x="4152" y="2015"/>
                        <a:pt x="3988" y="2303"/>
                        <a:pt x="3779" y="2557"/>
                      </a:cubicBezTo>
                      <a:cubicBezTo>
                        <a:pt x="3581" y="2806"/>
                        <a:pt x="3367" y="3037"/>
                        <a:pt x="3135" y="3252"/>
                      </a:cubicBezTo>
                      <a:cubicBezTo>
                        <a:pt x="2774" y="3585"/>
                        <a:pt x="2367" y="3851"/>
                        <a:pt x="1955" y="4116"/>
                      </a:cubicBezTo>
                      <a:cubicBezTo>
                        <a:pt x="1599" y="4348"/>
                        <a:pt x="1243" y="4590"/>
                        <a:pt x="967" y="4912"/>
                      </a:cubicBezTo>
                      <a:cubicBezTo>
                        <a:pt x="628" y="5302"/>
                        <a:pt x="402" y="5776"/>
                        <a:pt x="266" y="6268"/>
                      </a:cubicBezTo>
                      <a:cubicBezTo>
                        <a:pt x="1" y="7222"/>
                        <a:pt x="125" y="8267"/>
                        <a:pt x="368" y="9210"/>
                      </a:cubicBezTo>
                      <a:cubicBezTo>
                        <a:pt x="645" y="10283"/>
                        <a:pt x="1108" y="11316"/>
                        <a:pt x="1746" y="12226"/>
                      </a:cubicBezTo>
                      <a:cubicBezTo>
                        <a:pt x="2040" y="12649"/>
                        <a:pt x="2378" y="13056"/>
                        <a:pt x="2768" y="13400"/>
                      </a:cubicBezTo>
                      <a:cubicBezTo>
                        <a:pt x="2949" y="13558"/>
                        <a:pt x="3141" y="13705"/>
                        <a:pt x="3344" y="13835"/>
                      </a:cubicBezTo>
                      <a:cubicBezTo>
                        <a:pt x="3395" y="13869"/>
                        <a:pt x="3446" y="13897"/>
                        <a:pt x="3491" y="13931"/>
                      </a:cubicBezTo>
                      <a:cubicBezTo>
                        <a:pt x="3559" y="13993"/>
                        <a:pt x="3621" y="14072"/>
                        <a:pt x="3689" y="14134"/>
                      </a:cubicBezTo>
                      <a:cubicBezTo>
                        <a:pt x="3813" y="14259"/>
                        <a:pt x="3943" y="14383"/>
                        <a:pt x="4078" y="14496"/>
                      </a:cubicBezTo>
                      <a:cubicBezTo>
                        <a:pt x="4343" y="14721"/>
                        <a:pt x="4630" y="14930"/>
                        <a:pt x="4929" y="15110"/>
                      </a:cubicBezTo>
                      <a:lnTo>
                        <a:pt x="4929" y="15110"/>
                      </a:lnTo>
                      <a:cubicBezTo>
                        <a:pt x="5509" y="15582"/>
                        <a:pt x="6150" y="16019"/>
                        <a:pt x="6845" y="16292"/>
                      </a:cubicBezTo>
                      <a:cubicBezTo>
                        <a:pt x="6859" y="16297"/>
                        <a:pt x="6873" y="16299"/>
                        <a:pt x="6887" y="16299"/>
                      </a:cubicBezTo>
                      <a:cubicBezTo>
                        <a:pt x="6962" y="16299"/>
                        <a:pt x="7026" y="16228"/>
                        <a:pt x="7026" y="16156"/>
                      </a:cubicBezTo>
                      <a:lnTo>
                        <a:pt x="7026" y="13948"/>
                      </a:lnTo>
                      <a:lnTo>
                        <a:pt x="7026" y="10424"/>
                      </a:lnTo>
                      <a:lnTo>
                        <a:pt x="7026" y="9806"/>
                      </a:lnTo>
                      <a:lnTo>
                        <a:pt x="7026" y="9806"/>
                      </a:lnTo>
                      <a:cubicBezTo>
                        <a:pt x="7322" y="9893"/>
                        <a:pt x="7618" y="9973"/>
                        <a:pt x="7918" y="10034"/>
                      </a:cubicBezTo>
                      <a:cubicBezTo>
                        <a:pt x="8178" y="10091"/>
                        <a:pt x="8455" y="10147"/>
                        <a:pt x="8726" y="10147"/>
                      </a:cubicBezTo>
                      <a:cubicBezTo>
                        <a:pt x="8799" y="10147"/>
                        <a:pt x="8862" y="10080"/>
                        <a:pt x="8867" y="10006"/>
                      </a:cubicBezTo>
                      <a:cubicBezTo>
                        <a:pt x="8878" y="9537"/>
                        <a:pt x="8895" y="9069"/>
                        <a:pt x="8907" y="8606"/>
                      </a:cubicBezTo>
                      <a:cubicBezTo>
                        <a:pt x="8935" y="7866"/>
                        <a:pt x="8958" y="7120"/>
                        <a:pt x="8980" y="6381"/>
                      </a:cubicBezTo>
                      <a:cubicBezTo>
                        <a:pt x="8984" y="6262"/>
                        <a:pt x="8988" y="6140"/>
                        <a:pt x="8992" y="6020"/>
                      </a:cubicBezTo>
                      <a:lnTo>
                        <a:pt x="8992" y="6020"/>
                      </a:lnTo>
                      <a:cubicBezTo>
                        <a:pt x="9912" y="6100"/>
                        <a:pt x="10840" y="6154"/>
                        <a:pt x="11767" y="6154"/>
                      </a:cubicBezTo>
                      <a:cubicBezTo>
                        <a:pt x="12439" y="6154"/>
                        <a:pt x="13111" y="6126"/>
                        <a:pt x="13780" y="6059"/>
                      </a:cubicBezTo>
                      <a:cubicBezTo>
                        <a:pt x="14656" y="5968"/>
                        <a:pt x="15548" y="5822"/>
                        <a:pt x="16367" y="5494"/>
                      </a:cubicBezTo>
                      <a:cubicBezTo>
                        <a:pt x="16711" y="5353"/>
                        <a:pt x="17073" y="5183"/>
                        <a:pt x="17338" y="4924"/>
                      </a:cubicBezTo>
                      <a:cubicBezTo>
                        <a:pt x="17361" y="4907"/>
                        <a:pt x="17378" y="4884"/>
                        <a:pt x="17395" y="4867"/>
                      </a:cubicBezTo>
                      <a:cubicBezTo>
                        <a:pt x="17404" y="4857"/>
                        <a:pt x="17414" y="4844"/>
                        <a:pt x="17424" y="4833"/>
                      </a:cubicBezTo>
                      <a:lnTo>
                        <a:pt x="17424" y="4833"/>
                      </a:lnTo>
                      <a:cubicBezTo>
                        <a:pt x="17419" y="4838"/>
                        <a:pt x="17416" y="4842"/>
                        <a:pt x="17416" y="4842"/>
                      </a:cubicBezTo>
                      <a:lnTo>
                        <a:pt x="17416" y="4842"/>
                      </a:lnTo>
                      <a:cubicBezTo>
                        <a:pt x="17416" y="4842"/>
                        <a:pt x="17419" y="4838"/>
                        <a:pt x="17429" y="4828"/>
                      </a:cubicBezTo>
                      <a:lnTo>
                        <a:pt x="17429" y="4828"/>
                      </a:lnTo>
                      <a:cubicBezTo>
                        <a:pt x="17427" y="4829"/>
                        <a:pt x="17425" y="4831"/>
                        <a:pt x="17424" y="4833"/>
                      </a:cubicBezTo>
                      <a:lnTo>
                        <a:pt x="17424" y="4833"/>
                      </a:lnTo>
                      <a:cubicBezTo>
                        <a:pt x="17431" y="4823"/>
                        <a:pt x="17443" y="4807"/>
                        <a:pt x="17446" y="4799"/>
                      </a:cubicBezTo>
                      <a:cubicBezTo>
                        <a:pt x="17649" y="4545"/>
                        <a:pt x="17830" y="4269"/>
                        <a:pt x="17976" y="3980"/>
                      </a:cubicBezTo>
                      <a:cubicBezTo>
                        <a:pt x="18168" y="3608"/>
                        <a:pt x="18343" y="3167"/>
                        <a:pt x="18293" y="2738"/>
                      </a:cubicBezTo>
                      <a:cubicBezTo>
                        <a:pt x="18236" y="2224"/>
                        <a:pt x="17846" y="1914"/>
                        <a:pt x="17372" y="1778"/>
                      </a:cubicBezTo>
                      <a:cubicBezTo>
                        <a:pt x="17203" y="1733"/>
                        <a:pt x="17034" y="1705"/>
                        <a:pt x="16859" y="1688"/>
                      </a:cubicBezTo>
                      <a:lnTo>
                        <a:pt x="16859" y="1688"/>
                      </a:lnTo>
                      <a:cubicBezTo>
                        <a:pt x="16859" y="1688"/>
                        <a:pt x="16859" y="1688"/>
                        <a:pt x="16858" y="1688"/>
                      </a:cubicBezTo>
                      <a:cubicBezTo>
                        <a:pt x="16214" y="1626"/>
                        <a:pt x="15565" y="1586"/>
                        <a:pt x="14915" y="1546"/>
                      </a:cubicBezTo>
                      <a:cubicBezTo>
                        <a:pt x="14469" y="1524"/>
                        <a:pt x="14023" y="1501"/>
                        <a:pt x="13583" y="1417"/>
                      </a:cubicBezTo>
                      <a:cubicBezTo>
                        <a:pt x="13210" y="1349"/>
                        <a:pt x="12860" y="1225"/>
                        <a:pt x="12538" y="1027"/>
                      </a:cubicBezTo>
                      <a:cubicBezTo>
                        <a:pt x="12261" y="863"/>
                        <a:pt x="12030" y="654"/>
                        <a:pt x="11730" y="524"/>
                      </a:cubicBezTo>
                      <a:cubicBezTo>
                        <a:pt x="11008" y="208"/>
                        <a:pt x="10206" y="78"/>
                        <a:pt x="9421" y="22"/>
                      </a:cubicBezTo>
                      <a:cubicBezTo>
                        <a:pt x="9210" y="8"/>
                        <a:pt x="8998" y="0"/>
                        <a:pt x="8785"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sp>
        <p:nvSpPr>
          <p:cNvPr id="10" name="TextBox 9">
            <a:extLst>
              <a:ext uri="{FF2B5EF4-FFF2-40B4-BE49-F238E27FC236}">
                <a16:creationId xmlns:a16="http://schemas.microsoft.com/office/drawing/2014/main" id="{CCCB15A4-2E1F-5C54-40E7-CD1F4B82AD3F}"/>
              </a:ext>
            </a:extLst>
          </p:cNvPr>
          <p:cNvSpPr txBox="1"/>
          <p:nvPr/>
        </p:nvSpPr>
        <p:spPr>
          <a:xfrm rot="10800000" flipH="1" flipV="1">
            <a:off x="0" y="780474"/>
            <a:ext cx="1416118" cy="1015663"/>
          </a:xfrm>
          <a:prstGeom prst="rect">
            <a:avLst/>
          </a:prstGeom>
          <a:noFill/>
        </p:spPr>
        <p:txBody>
          <a:bodyPr wrap="square" rtlCol="0">
            <a:spAutoFit/>
          </a:bodyPr>
          <a:lstStyle/>
          <a:p>
            <a:r>
              <a:rPr lang="en-US" sz="6000" b="1" dirty="0">
                <a:solidFill>
                  <a:schemeClr val="bg1"/>
                </a:solidFill>
                <a:latin typeface="Be Vietnam Pro" panose="020B0604020202020204" charset="0"/>
              </a:rPr>
              <a:t>04</a:t>
            </a:r>
          </a:p>
        </p:txBody>
      </p:sp>
      <p:sp>
        <p:nvSpPr>
          <p:cNvPr id="11" name="TextBox 10">
            <a:extLst>
              <a:ext uri="{FF2B5EF4-FFF2-40B4-BE49-F238E27FC236}">
                <a16:creationId xmlns:a16="http://schemas.microsoft.com/office/drawing/2014/main" id="{D56D88F9-B0B2-7BCE-A9B5-F9A8360DD107}"/>
              </a:ext>
            </a:extLst>
          </p:cNvPr>
          <p:cNvSpPr txBox="1"/>
          <p:nvPr/>
        </p:nvSpPr>
        <p:spPr>
          <a:xfrm>
            <a:off x="1216597" y="137279"/>
            <a:ext cx="8027138" cy="2123658"/>
          </a:xfrm>
          <a:prstGeom prst="rect">
            <a:avLst/>
          </a:prstGeom>
          <a:noFill/>
        </p:spPr>
        <p:txBody>
          <a:bodyPr wrap="square" rtlCol="0">
            <a:spAutoFit/>
          </a:bodyPr>
          <a:lstStyle/>
          <a:p>
            <a:r>
              <a:rPr lang="fr-FR" sz="4400" b="1" dirty="0"/>
              <a:t>Pourquoi l’Intégration Et l’</a:t>
            </a:r>
            <a:r>
              <a:rPr lang="fr-FR" sz="4400" b="1" dirty="0" err="1"/>
              <a:t>Adaption</a:t>
            </a:r>
            <a:r>
              <a:rPr lang="fr-FR" sz="4400" b="1" dirty="0"/>
              <a:t> Sociale Est-elle Importante?</a:t>
            </a:r>
            <a:endParaRPr lang="en-US" sz="4400" b="1"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767"/>
        <p:cNvGrpSpPr/>
        <p:nvPr/>
      </p:nvGrpSpPr>
      <p:grpSpPr>
        <a:xfrm>
          <a:off x="0" y="0"/>
          <a:ext cx="0" cy="0"/>
          <a:chOff x="0" y="0"/>
          <a:chExt cx="0" cy="0"/>
        </a:xfrm>
      </p:grpSpPr>
      <p:sp>
        <p:nvSpPr>
          <p:cNvPr id="1768" name="Google Shape;1768;p54"/>
          <p:cNvSpPr txBox="1">
            <a:spLocks noGrp="1"/>
          </p:cNvSpPr>
          <p:nvPr>
            <p:ph type="subTitle" idx="1"/>
          </p:nvPr>
        </p:nvSpPr>
        <p:spPr>
          <a:xfrm>
            <a:off x="1183902" y="1067890"/>
            <a:ext cx="2173200" cy="1126670"/>
          </a:xfrm>
          <a:prstGeom prst="rect">
            <a:avLst/>
          </a:prstGeom>
        </p:spPr>
        <p:txBody>
          <a:bodyPr spcFirstLastPara="1" wrap="square" lIns="91425" tIns="91425" rIns="91425" bIns="91425" anchor="t" anchorCtr="0">
            <a:noAutofit/>
          </a:bodyPr>
          <a:lstStyle/>
          <a:p>
            <a:pPr marL="0" lvl="0" indent="0" algn="l"/>
            <a:r>
              <a:rPr lang="fr-FR" sz="1800" dirty="0"/>
              <a:t>L’ordre social : tout le monde respecte les règles.</a:t>
            </a:r>
            <a:endParaRPr sz="1800" dirty="0"/>
          </a:p>
        </p:txBody>
      </p:sp>
      <p:sp>
        <p:nvSpPr>
          <p:cNvPr id="1770" name="Google Shape;1770;p54"/>
          <p:cNvSpPr txBox="1">
            <a:spLocks noGrp="1"/>
          </p:cNvSpPr>
          <p:nvPr>
            <p:ph type="subTitle" idx="4"/>
          </p:nvPr>
        </p:nvSpPr>
        <p:spPr>
          <a:xfrm>
            <a:off x="3889936" y="1032721"/>
            <a:ext cx="2173200" cy="1457031"/>
          </a:xfrm>
          <a:prstGeom prst="rect">
            <a:avLst/>
          </a:prstGeom>
        </p:spPr>
        <p:txBody>
          <a:bodyPr spcFirstLastPara="1" wrap="square" lIns="91425" tIns="91425" rIns="91425" bIns="91425" anchor="t" anchorCtr="0">
            <a:noAutofit/>
          </a:bodyPr>
          <a:lstStyle/>
          <a:p>
            <a:pPr marL="0" lvl="0" indent="0" algn="l"/>
            <a:r>
              <a:rPr lang="fr-FR" sz="1800" dirty="0"/>
              <a:t>La participation et la démocratie : les citoyens s’impliquent.</a:t>
            </a:r>
            <a:endParaRPr sz="1800" dirty="0"/>
          </a:p>
        </p:txBody>
      </p:sp>
      <p:sp>
        <p:nvSpPr>
          <p:cNvPr id="1772" name="Google Shape;1772;p54"/>
          <p:cNvSpPr txBox="1">
            <a:spLocks noGrp="1"/>
          </p:cNvSpPr>
          <p:nvPr>
            <p:ph type="subTitle" idx="7"/>
          </p:nvPr>
        </p:nvSpPr>
        <p:spPr>
          <a:xfrm>
            <a:off x="1183902" y="2948941"/>
            <a:ext cx="2173200" cy="1387927"/>
          </a:xfrm>
          <a:prstGeom prst="rect">
            <a:avLst/>
          </a:prstGeom>
        </p:spPr>
        <p:txBody>
          <a:bodyPr spcFirstLastPara="1" wrap="square" lIns="91425" tIns="91425" rIns="91425" bIns="91425" anchor="t" anchorCtr="0">
            <a:noAutofit/>
          </a:bodyPr>
          <a:lstStyle/>
          <a:p>
            <a:pPr marL="0" lvl="0" indent="0" algn="l"/>
            <a:r>
              <a:rPr lang="fr-FR" sz="1800" dirty="0"/>
              <a:t>Le développement économique : chacun contribue par son travail.</a:t>
            </a:r>
            <a:endParaRPr sz="1800" dirty="0"/>
          </a:p>
        </p:txBody>
      </p:sp>
      <p:sp>
        <p:nvSpPr>
          <p:cNvPr id="16" name="TextBox 15">
            <a:extLst>
              <a:ext uri="{FF2B5EF4-FFF2-40B4-BE49-F238E27FC236}">
                <a16:creationId xmlns:a16="http://schemas.microsoft.com/office/drawing/2014/main" id="{C2A904AC-F90A-0ED5-C17A-521FF76D22A5}"/>
              </a:ext>
            </a:extLst>
          </p:cNvPr>
          <p:cNvSpPr txBox="1"/>
          <p:nvPr/>
        </p:nvSpPr>
        <p:spPr>
          <a:xfrm>
            <a:off x="3783928" y="2959238"/>
            <a:ext cx="2002972" cy="1200329"/>
          </a:xfrm>
          <a:prstGeom prst="rect">
            <a:avLst/>
          </a:prstGeom>
          <a:noFill/>
        </p:spPr>
        <p:txBody>
          <a:bodyPr wrap="square" rtlCol="0">
            <a:spAutoFit/>
          </a:bodyPr>
          <a:lstStyle/>
          <a:p>
            <a:r>
              <a:rPr lang="fr-FR" sz="1800" dirty="0">
                <a:solidFill>
                  <a:schemeClr val="bg2">
                    <a:lumMod val="50000"/>
                  </a:schemeClr>
                </a:solidFill>
              </a:rPr>
              <a:t>La stabilité politique : moins de conflits, plus de cohésion.</a:t>
            </a:r>
            <a:endParaRPr lang="en-US" sz="1800" dirty="0">
              <a:solidFill>
                <a:schemeClr val="bg2">
                  <a:lumMod val="50000"/>
                </a:schemeClr>
              </a:solidFill>
            </a:endParaRPr>
          </a:p>
        </p:txBody>
      </p:sp>
      <p:pic>
        <p:nvPicPr>
          <p:cNvPr id="2054" name="Picture 6" descr="La participation démocratique des enfants aux décisions – Émancipation">
            <a:extLst>
              <a:ext uri="{FF2B5EF4-FFF2-40B4-BE49-F238E27FC236}">
                <a16:creationId xmlns:a16="http://schemas.microsoft.com/office/drawing/2014/main" id="{55A9F957-7FFE-B019-D3EA-2ACC3FC88411}"/>
              </a:ext>
            </a:extLst>
          </p:cNvPr>
          <p:cNvPicPr>
            <a:picLocks noChangeAspect="1" noChangeArrowheads="1"/>
          </p:cNvPicPr>
          <p:nvPr/>
        </p:nvPicPr>
        <p:blipFill>
          <a:blip r:embed="rId3">
            <a:alphaModFix amt="85000"/>
            <a:extLst>
              <a:ext uri="{28A0092B-C50C-407E-A947-70E740481C1C}">
                <a14:useLocalDpi xmlns:a14="http://schemas.microsoft.com/office/drawing/2010/main" val="0"/>
              </a:ext>
            </a:extLst>
          </a:blip>
          <a:srcRect/>
          <a:stretch>
            <a:fillRect/>
          </a:stretch>
        </p:blipFill>
        <p:spPr bwMode="auto">
          <a:xfrm>
            <a:off x="6063136" y="781992"/>
            <a:ext cx="2857500" cy="2028825"/>
          </a:xfrm>
          <a:prstGeom prst="rect">
            <a:avLst/>
          </a:prstGeom>
          <a:noFill/>
          <a:effectLst>
            <a:outerShdw blurRad="50800" dist="50800" dir="5400000" algn="ctr" rotWithShape="0">
              <a:srgbClr val="000000">
                <a:alpha val="0"/>
              </a:srgbClr>
            </a:outerShdw>
            <a:softEdge rad="101600"/>
          </a:effectLst>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259">
          <a:extLst>
            <a:ext uri="{FF2B5EF4-FFF2-40B4-BE49-F238E27FC236}">
              <a16:creationId xmlns:a16="http://schemas.microsoft.com/office/drawing/2014/main" id="{86CB7EA9-DCC4-D79A-C96E-ACF68D35CB09}"/>
            </a:ext>
          </a:extLst>
        </p:cNvPr>
        <p:cNvGrpSpPr/>
        <p:nvPr/>
      </p:nvGrpSpPr>
      <p:grpSpPr>
        <a:xfrm>
          <a:off x="0" y="0"/>
          <a:ext cx="0" cy="0"/>
          <a:chOff x="0" y="0"/>
          <a:chExt cx="0" cy="0"/>
        </a:xfrm>
      </p:grpSpPr>
      <p:sp>
        <p:nvSpPr>
          <p:cNvPr id="1260" name="Google Shape;1260;p44">
            <a:extLst>
              <a:ext uri="{FF2B5EF4-FFF2-40B4-BE49-F238E27FC236}">
                <a16:creationId xmlns:a16="http://schemas.microsoft.com/office/drawing/2014/main" id="{8999FBA2-8DF2-8283-D2D7-CD9E98A532E5}"/>
              </a:ext>
            </a:extLst>
          </p:cNvPr>
          <p:cNvSpPr/>
          <p:nvPr/>
        </p:nvSpPr>
        <p:spPr>
          <a:xfrm>
            <a:off x="-50" y="-12925"/>
            <a:ext cx="9144000" cy="2584800"/>
          </a:xfrm>
          <a:prstGeom prst="rect">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2"/>
              </a:solidFill>
            </a:endParaRPr>
          </a:p>
        </p:txBody>
      </p:sp>
      <p:sp>
        <p:nvSpPr>
          <p:cNvPr id="1261" name="Google Shape;1261;p44">
            <a:extLst>
              <a:ext uri="{FF2B5EF4-FFF2-40B4-BE49-F238E27FC236}">
                <a16:creationId xmlns:a16="http://schemas.microsoft.com/office/drawing/2014/main" id="{36D5DB45-58FC-70E9-B6E1-A284F2511C08}"/>
              </a:ext>
            </a:extLst>
          </p:cNvPr>
          <p:cNvSpPr txBox="1">
            <a:spLocks noGrp="1"/>
          </p:cNvSpPr>
          <p:nvPr>
            <p:ph type="title"/>
          </p:nvPr>
        </p:nvSpPr>
        <p:spPr>
          <a:xfrm flipH="1">
            <a:off x="1132114" y="682894"/>
            <a:ext cx="4532886" cy="1511400"/>
          </a:xfrm>
          <a:prstGeom prst="rect">
            <a:avLst/>
          </a:prstGeom>
        </p:spPr>
        <p:txBody>
          <a:bodyPr spcFirstLastPara="1" wrap="square" lIns="91425" tIns="91425" rIns="91425" bIns="91425" anchor="b" anchorCtr="0">
            <a:noAutofit/>
          </a:bodyPr>
          <a:lstStyle/>
          <a:p>
            <a:pPr lvl="0" algn="l"/>
            <a:r>
              <a:rPr lang="en-US" dirty="0" err="1"/>
              <a:t>Exemples</a:t>
            </a:r>
            <a:r>
              <a:rPr lang="en-US" dirty="0"/>
              <a:t> au Liban</a:t>
            </a:r>
            <a:endParaRPr dirty="0"/>
          </a:p>
        </p:txBody>
      </p:sp>
      <p:sp>
        <p:nvSpPr>
          <p:cNvPr id="1262" name="Google Shape;1262;p44">
            <a:extLst>
              <a:ext uri="{FF2B5EF4-FFF2-40B4-BE49-F238E27FC236}">
                <a16:creationId xmlns:a16="http://schemas.microsoft.com/office/drawing/2014/main" id="{258D6159-7160-435E-8B3A-210807C3E25E}"/>
              </a:ext>
            </a:extLst>
          </p:cNvPr>
          <p:cNvSpPr txBox="1">
            <a:spLocks noGrp="1"/>
          </p:cNvSpPr>
          <p:nvPr>
            <p:ph type="title" idx="2"/>
          </p:nvPr>
        </p:nvSpPr>
        <p:spPr>
          <a:xfrm flipH="1">
            <a:off x="5665000" y="986650"/>
            <a:ext cx="1652100" cy="9159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dirty="0">
                <a:solidFill>
                  <a:schemeClr val="lt1"/>
                </a:solidFill>
              </a:rPr>
              <a:t>05</a:t>
            </a:r>
            <a:endParaRPr dirty="0">
              <a:solidFill>
                <a:schemeClr val="lt1"/>
              </a:solidFill>
            </a:endParaRPr>
          </a:p>
        </p:txBody>
      </p:sp>
      <p:grpSp>
        <p:nvGrpSpPr>
          <p:cNvPr id="1264" name="Google Shape;1264;p44">
            <a:extLst>
              <a:ext uri="{FF2B5EF4-FFF2-40B4-BE49-F238E27FC236}">
                <a16:creationId xmlns:a16="http://schemas.microsoft.com/office/drawing/2014/main" id="{7231AAD9-F9ED-ED16-12A5-FF1E519B921D}"/>
              </a:ext>
            </a:extLst>
          </p:cNvPr>
          <p:cNvGrpSpPr/>
          <p:nvPr/>
        </p:nvGrpSpPr>
        <p:grpSpPr>
          <a:xfrm>
            <a:off x="-58" y="2593746"/>
            <a:ext cx="9186854" cy="2238948"/>
            <a:chOff x="-58" y="2593746"/>
            <a:chExt cx="9186854" cy="2238948"/>
          </a:xfrm>
        </p:grpSpPr>
        <p:grpSp>
          <p:nvGrpSpPr>
            <p:cNvPr id="1265" name="Google Shape;1265;p44">
              <a:extLst>
                <a:ext uri="{FF2B5EF4-FFF2-40B4-BE49-F238E27FC236}">
                  <a16:creationId xmlns:a16="http://schemas.microsoft.com/office/drawing/2014/main" id="{089F0D8F-E4DF-534A-B3E9-5E38DEEB9F45}"/>
                </a:ext>
              </a:extLst>
            </p:cNvPr>
            <p:cNvGrpSpPr/>
            <p:nvPr/>
          </p:nvGrpSpPr>
          <p:grpSpPr>
            <a:xfrm flipH="1">
              <a:off x="4313205" y="3007299"/>
              <a:ext cx="1307473" cy="1825035"/>
              <a:chOff x="2034250" y="3068250"/>
              <a:chExt cx="999750" cy="1395500"/>
            </a:xfrm>
          </p:grpSpPr>
          <p:sp>
            <p:nvSpPr>
              <p:cNvPr id="1266" name="Google Shape;1266;p44">
                <a:extLst>
                  <a:ext uri="{FF2B5EF4-FFF2-40B4-BE49-F238E27FC236}">
                    <a16:creationId xmlns:a16="http://schemas.microsoft.com/office/drawing/2014/main" id="{D93E61FD-68EC-3CA5-3B03-1F013980927B}"/>
                  </a:ext>
                </a:extLst>
              </p:cNvPr>
              <p:cNvSpPr/>
              <p:nvPr/>
            </p:nvSpPr>
            <p:spPr>
              <a:xfrm>
                <a:off x="2439725" y="3414150"/>
                <a:ext cx="310600" cy="350175"/>
              </a:xfrm>
              <a:custGeom>
                <a:avLst/>
                <a:gdLst/>
                <a:ahLst/>
                <a:cxnLst/>
                <a:rect l="l" t="t" r="r" b="b"/>
                <a:pathLst>
                  <a:path w="12424" h="14007" extrusionOk="0">
                    <a:moveTo>
                      <a:pt x="1001" y="2863"/>
                    </a:moveTo>
                    <a:lnTo>
                      <a:pt x="1001" y="2863"/>
                    </a:lnTo>
                    <a:cubicBezTo>
                      <a:pt x="1002" y="2874"/>
                      <a:pt x="1002" y="2878"/>
                      <a:pt x="1002" y="2878"/>
                    </a:cubicBezTo>
                    <a:cubicBezTo>
                      <a:pt x="1001" y="2878"/>
                      <a:pt x="1000" y="2871"/>
                      <a:pt x="1001" y="2863"/>
                    </a:cubicBezTo>
                    <a:close/>
                    <a:moveTo>
                      <a:pt x="9480" y="289"/>
                    </a:moveTo>
                    <a:cubicBezTo>
                      <a:pt x="9699" y="674"/>
                      <a:pt x="9887" y="1078"/>
                      <a:pt x="10036" y="1497"/>
                    </a:cubicBezTo>
                    <a:cubicBezTo>
                      <a:pt x="10115" y="1723"/>
                      <a:pt x="10183" y="1955"/>
                      <a:pt x="10239" y="2186"/>
                    </a:cubicBezTo>
                    <a:cubicBezTo>
                      <a:pt x="10268" y="2299"/>
                      <a:pt x="10290" y="2424"/>
                      <a:pt x="10318" y="2537"/>
                    </a:cubicBezTo>
                    <a:cubicBezTo>
                      <a:pt x="10330" y="2576"/>
                      <a:pt x="10341" y="2604"/>
                      <a:pt x="10369" y="2627"/>
                    </a:cubicBezTo>
                    <a:cubicBezTo>
                      <a:pt x="10488" y="2740"/>
                      <a:pt x="10629" y="2836"/>
                      <a:pt x="10759" y="2938"/>
                    </a:cubicBezTo>
                    <a:cubicBezTo>
                      <a:pt x="10962" y="3096"/>
                      <a:pt x="11171" y="3259"/>
                      <a:pt x="11374" y="3423"/>
                    </a:cubicBezTo>
                    <a:cubicBezTo>
                      <a:pt x="11499" y="3525"/>
                      <a:pt x="11623" y="3621"/>
                      <a:pt x="11747" y="3722"/>
                    </a:cubicBezTo>
                    <a:cubicBezTo>
                      <a:pt x="11911" y="3852"/>
                      <a:pt x="11990" y="4050"/>
                      <a:pt x="11900" y="4248"/>
                    </a:cubicBezTo>
                    <a:cubicBezTo>
                      <a:pt x="11809" y="4434"/>
                      <a:pt x="11617" y="4530"/>
                      <a:pt x="11414" y="4536"/>
                    </a:cubicBezTo>
                    <a:lnTo>
                      <a:pt x="10573" y="4536"/>
                    </a:lnTo>
                    <a:cubicBezTo>
                      <a:pt x="10488" y="4536"/>
                      <a:pt x="10437" y="4598"/>
                      <a:pt x="10431" y="4677"/>
                    </a:cubicBezTo>
                    <a:cubicBezTo>
                      <a:pt x="10245" y="6258"/>
                      <a:pt x="9370" y="7726"/>
                      <a:pt x="8054" y="8636"/>
                    </a:cubicBezTo>
                    <a:cubicBezTo>
                      <a:pt x="7687" y="8890"/>
                      <a:pt x="7291" y="9099"/>
                      <a:pt x="6879" y="9257"/>
                    </a:cubicBezTo>
                    <a:cubicBezTo>
                      <a:pt x="6817" y="9279"/>
                      <a:pt x="6772" y="9330"/>
                      <a:pt x="6772" y="9398"/>
                    </a:cubicBezTo>
                    <a:lnTo>
                      <a:pt x="6772" y="10900"/>
                    </a:lnTo>
                    <a:lnTo>
                      <a:pt x="6772" y="13312"/>
                    </a:lnTo>
                    <a:lnTo>
                      <a:pt x="6772" y="13724"/>
                    </a:lnTo>
                    <a:lnTo>
                      <a:pt x="300" y="13724"/>
                    </a:lnTo>
                    <a:lnTo>
                      <a:pt x="300" y="12301"/>
                    </a:lnTo>
                    <a:lnTo>
                      <a:pt x="300" y="10047"/>
                    </a:lnTo>
                    <a:lnTo>
                      <a:pt x="300" y="9076"/>
                    </a:lnTo>
                    <a:lnTo>
                      <a:pt x="300" y="6648"/>
                    </a:lnTo>
                    <a:lnTo>
                      <a:pt x="300" y="5756"/>
                    </a:lnTo>
                    <a:cubicBezTo>
                      <a:pt x="300" y="5702"/>
                      <a:pt x="310" y="5644"/>
                      <a:pt x="302" y="5589"/>
                    </a:cubicBezTo>
                    <a:lnTo>
                      <a:pt x="302" y="5589"/>
                    </a:lnTo>
                    <a:cubicBezTo>
                      <a:pt x="317" y="5567"/>
                      <a:pt x="323" y="5529"/>
                      <a:pt x="334" y="5501"/>
                    </a:cubicBezTo>
                    <a:cubicBezTo>
                      <a:pt x="588" y="4807"/>
                      <a:pt x="842" y="4112"/>
                      <a:pt x="1096" y="3423"/>
                    </a:cubicBezTo>
                    <a:cubicBezTo>
                      <a:pt x="1141" y="3293"/>
                      <a:pt x="1187" y="3163"/>
                      <a:pt x="1237" y="3039"/>
                    </a:cubicBezTo>
                    <a:cubicBezTo>
                      <a:pt x="1254" y="2988"/>
                      <a:pt x="1277" y="2932"/>
                      <a:pt x="1283" y="2881"/>
                    </a:cubicBezTo>
                    <a:cubicBezTo>
                      <a:pt x="1294" y="2678"/>
                      <a:pt x="1283" y="2474"/>
                      <a:pt x="1300" y="2271"/>
                    </a:cubicBezTo>
                    <a:cubicBezTo>
                      <a:pt x="1379" y="1537"/>
                      <a:pt x="1701" y="712"/>
                      <a:pt x="2531" y="616"/>
                    </a:cubicBezTo>
                    <a:cubicBezTo>
                      <a:pt x="2886" y="577"/>
                      <a:pt x="3242" y="560"/>
                      <a:pt x="3598" y="543"/>
                    </a:cubicBezTo>
                    <a:cubicBezTo>
                      <a:pt x="4135" y="520"/>
                      <a:pt x="4665" y="498"/>
                      <a:pt x="5196" y="475"/>
                    </a:cubicBezTo>
                    <a:cubicBezTo>
                      <a:pt x="6399" y="430"/>
                      <a:pt x="7602" y="396"/>
                      <a:pt x="8805" y="328"/>
                    </a:cubicBezTo>
                    <a:cubicBezTo>
                      <a:pt x="9027" y="318"/>
                      <a:pt x="9253" y="304"/>
                      <a:pt x="9480" y="289"/>
                    </a:cubicBezTo>
                    <a:close/>
                    <a:moveTo>
                      <a:pt x="9572" y="0"/>
                    </a:moveTo>
                    <a:cubicBezTo>
                      <a:pt x="9568" y="0"/>
                      <a:pt x="9565" y="0"/>
                      <a:pt x="9562" y="1"/>
                    </a:cubicBezTo>
                    <a:cubicBezTo>
                      <a:pt x="8387" y="80"/>
                      <a:pt x="7212" y="119"/>
                      <a:pt x="6038" y="165"/>
                    </a:cubicBezTo>
                    <a:cubicBezTo>
                      <a:pt x="4999" y="204"/>
                      <a:pt x="3959" y="227"/>
                      <a:pt x="2920" y="300"/>
                    </a:cubicBezTo>
                    <a:cubicBezTo>
                      <a:pt x="2548" y="328"/>
                      <a:pt x="2169" y="351"/>
                      <a:pt x="1847" y="566"/>
                    </a:cubicBezTo>
                    <a:cubicBezTo>
                      <a:pt x="1497" y="803"/>
                      <a:pt x="1283" y="1176"/>
                      <a:pt x="1158" y="1571"/>
                    </a:cubicBezTo>
                    <a:cubicBezTo>
                      <a:pt x="1051" y="1898"/>
                      <a:pt x="1006" y="2249"/>
                      <a:pt x="1000" y="2599"/>
                    </a:cubicBezTo>
                    <a:cubicBezTo>
                      <a:pt x="995" y="2682"/>
                      <a:pt x="989" y="2771"/>
                      <a:pt x="1000" y="2855"/>
                    </a:cubicBezTo>
                    <a:lnTo>
                      <a:pt x="1000" y="2855"/>
                    </a:lnTo>
                    <a:cubicBezTo>
                      <a:pt x="987" y="2873"/>
                      <a:pt x="983" y="2900"/>
                      <a:pt x="978" y="2915"/>
                    </a:cubicBezTo>
                    <a:cubicBezTo>
                      <a:pt x="729" y="3604"/>
                      <a:pt x="475" y="4293"/>
                      <a:pt x="227" y="4982"/>
                    </a:cubicBezTo>
                    <a:cubicBezTo>
                      <a:pt x="176" y="5117"/>
                      <a:pt x="125" y="5253"/>
                      <a:pt x="74" y="5388"/>
                    </a:cubicBezTo>
                    <a:cubicBezTo>
                      <a:pt x="57" y="5451"/>
                      <a:pt x="23" y="5513"/>
                      <a:pt x="18" y="5575"/>
                    </a:cubicBezTo>
                    <a:cubicBezTo>
                      <a:pt x="1" y="5733"/>
                      <a:pt x="18" y="5897"/>
                      <a:pt x="18" y="6055"/>
                    </a:cubicBezTo>
                    <a:lnTo>
                      <a:pt x="18" y="8455"/>
                    </a:lnTo>
                    <a:lnTo>
                      <a:pt x="18" y="9799"/>
                    </a:lnTo>
                    <a:lnTo>
                      <a:pt x="18" y="11634"/>
                    </a:lnTo>
                    <a:lnTo>
                      <a:pt x="18" y="13741"/>
                    </a:lnTo>
                    <a:lnTo>
                      <a:pt x="18" y="13865"/>
                    </a:lnTo>
                    <a:cubicBezTo>
                      <a:pt x="18" y="13938"/>
                      <a:pt x="80" y="14006"/>
                      <a:pt x="159" y="14006"/>
                    </a:cubicBezTo>
                    <a:lnTo>
                      <a:pt x="6913" y="14006"/>
                    </a:lnTo>
                    <a:cubicBezTo>
                      <a:pt x="6992" y="14006"/>
                      <a:pt x="7054" y="13944"/>
                      <a:pt x="7054" y="13865"/>
                    </a:cubicBezTo>
                    <a:lnTo>
                      <a:pt x="7054" y="12357"/>
                    </a:lnTo>
                    <a:lnTo>
                      <a:pt x="7054" y="9946"/>
                    </a:lnTo>
                    <a:lnTo>
                      <a:pt x="7054" y="9493"/>
                    </a:lnTo>
                    <a:lnTo>
                      <a:pt x="7054" y="9493"/>
                    </a:lnTo>
                    <a:cubicBezTo>
                      <a:pt x="8582" y="8869"/>
                      <a:pt x="9800" y="7625"/>
                      <a:pt x="10381" y="6077"/>
                    </a:cubicBezTo>
                    <a:cubicBezTo>
                      <a:pt x="10533" y="5670"/>
                      <a:pt x="10635" y="5245"/>
                      <a:pt x="10695" y="4818"/>
                    </a:cubicBezTo>
                    <a:lnTo>
                      <a:pt x="11086" y="4818"/>
                    </a:lnTo>
                    <a:cubicBezTo>
                      <a:pt x="11150" y="4818"/>
                      <a:pt x="11216" y="4820"/>
                      <a:pt x="11283" y="4820"/>
                    </a:cubicBezTo>
                    <a:cubicBezTo>
                      <a:pt x="11399" y="4820"/>
                      <a:pt x="11517" y="4815"/>
                      <a:pt x="11629" y="4790"/>
                    </a:cubicBezTo>
                    <a:cubicBezTo>
                      <a:pt x="12208" y="4649"/>
                      <a:pt x="12424" y="3913"/>
                      <a:pt x="11955" y="3523"/>
                    </a:cubicBezTo>
                    <a:lnTo>
                      <a:pt x="11955" y="3523"/>
                    </a:lnTo>
                    <a:cubicBezTo>
                      <a:pt x="11953" y="3522"/>
                      <a:pt x="11952" y="3520"/>
                      <a:pt x="11950" y="3519"/>
                    </a:cubicBezTo>
                    <a:lnTo>
                      <a:pt x="11950" y="3519"/>
                    </a:lnTo>
                    <a:cubicBezTo>
                      <a:pt x="11950" y="3519"/>
                      <a:pt x="11950" y="3519"/>
                      <a:pt x="11950" y="3519"/>
                    </a:cubicBezTo>
                    <a:cubicBezTo>
                      <a:pt x="11949" y="3518"/>
                      <a:pt x="11948" y="3517"/>
                      <a:pt x="11947" y="3516"/>
                    </a:cubicBezTo>
                    <a:lnTo>
                      <a:pt x="11947" y="3516"/>
                    </a:lnTo>
                    <a:cubicBezTo>
                      <a:pt x="11643" y="3280"/>
                      <a:pt x="11345" y="3044"/>
                      <a:pt x="11047" y="2802"/>
                    </a:cubicBezTo>
                    <a:cubicBezTo>
                      <a:pt x="10894" y="2689"/>
                      <a:pt x="10748" y="2570"/>
                      <a:pt x="10595" y="2452"/>
                    </a:cubicBezTo>
                    <a:cubicBezTo>
                      <a:pt x="10590" y="2447"/>
                      <a:pt x="10584" y="2442"/>
                      <a:pt x="10579" y="2438"/>
                    </a:cubicBezTo>
                    <a:lnTo>
                      <a:pt x="10579" y="2438"/>
                    </a:lnTo>
                    <a:cubicBezTo>
                      <a:pt x="10581" y="2434"/>
                      <a:pt x="10581" y="2423"/>
                      <a:pt x="10578" y="2401"/>
                    </a:cubicBezTo>
                    <a:cubicBezTo>
                      <a:pt x="10578" y="2339"/>
                      <a:pt x="10550" y="2271"/>
                      <a:pt x="10539" y="2215"/>
                    </a:cubicBezTo>
                    <a:cubicBezTo>
                      <a:pt x="10482" y="1977"/>
                      <a:pt x="10414" y="1752"/>
                      <a:pt x="10341" y="1520"/>
                    </a:cubicBezTo>
                    <a:cubicBezTo>
                      <a:pt x="10172" y="1017"/>
                      <a:pt x="9946" y="532"/>
                      <a:pt x="9680" y="69"/>
                    </a:cubicBezTo>
                    <a:cubicBezTo>
                      <a:pt x="9659" y="32"/>
                      <a:pt x="9614" y="0"/>
                      <a:pt x="9572"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7" name="Google Shape;1267;p44">
                <a:extLst>
                  <a:ext uri="{FF2B5EF4-FFF2-40B4-BE49-F238E27FC236}">
                    <a16:creationId xmlns:a16="http://schemas.microsoft.com/office/drawing/2014/main" id="{39B1F8B0-AC6F-69D6-B619-7536C8666852}"/>
                  </a:ext>
                </a:extLst>
              </p:cNvPr>
              <p:cNvSpPr/>
              <p:nvPr/>
            </p:nvSpPr>
            <p:spPr>
              <a:xfrm>
                <a:off x="2238400" y="3068250"/>
                <a:ext cx="491350" cy="593850"/>
              </a:xfrm>
              <a:custGeom>
                <a:avLst/>
                <a:gdLst/>
                <a:ahLst/>
                <a:cxnLst/>
                <a:rect l="l" t="t" r="r" b="b"/>
                <a:pathLst>
                  <a:path w="19654" h="23754" extrusionOk="0">
                    <a:moveTo>
                      <a:pt x="9053" y="16696"/>
                    </a:moveTo>
                    <a:cubicBezTo>
                      <a:pt x="9052" y="16706"/>
                      <a:pt x="9051" y="16710"/>
                      <a:pt x="9050" y="16710"/>
                    </a:cubicBezTo>
                    <a:cubicBezTo>
                      <a:pt x="9049" y="16710"/>
                      <a:pt x="9049" y="16704"/>
                      <a:pt x="9053" y="16696"/>
                    </a:cubicBezTo>
                    <a:close/>
                    <a:moveTo>
                      <a:pt x="10377" y="281"/>
                    </a:moveTo>
                    <a:cubicBezTo>
                      <a:pt x="10954" y="281"/>
                      <a:pt x="11532" y="408"/>
                      <a:pt x="12063" y="667"/>
                    </a:cubicBezTo>
                    <a:cubicBezTo>
                      <a:pt x="13306" y="1272"/>
                      <a:pt x="14164" y="2525"/>
                      <a:pt x="14260" y="3909"/>
                    </a:cubicBezTo>
                    <a:cubicBezTo>
                      <a:pt x="14362" y="5388"/>
                      <a:pt x="13599" y="6829"/>
                      <a:pt x="12312" y="7574"/>
                    </a:cubicBezTo>
                    <a:cubicBezTo>
                      <a:pt x="12154" y="7664"/>
                      <a:pt x="11990" y="7743"/>
                      <a:pt x="11826" y="7811"/>
                    </a:cubicBezTo>
                    <a:cubicBezTo>
                      <a:pt x="11687" y="7867"/>
                      <a:pt x="11690" y="8088"/>
                      <a:pt x="11854" y="8088"/>
                    </a:cubicBezTo>
                    <a:cubicBezTo>
                      <a:pt x="11856" y="8088"/>
                      <a:pt x="11858" y="8088"/>
                      <a:pt x="11860" y="8088"/>
                    </a:cubicBezTo>
                    <a:lnTo>
                      <a:pt x="13492" y="8065"/>
                    </a:lnTo>
                    <a:cubicBezTo>
                      <a:pt x="13970" y="8056"/>
                      <a:pt x="14453" y="8034"/>
                      <a:pt x="14932" y="8034"/>
                    </a:cubicBezTo>
                    <a:cubicBezTo>
                      <a:pt x="15025" y="8034"/>
                      <a:pt x="15117" y="8035"/>
                      <a:pt x="15209" y="8037"/>
                    </a:cubicBezTo>
                    <a:cubicBezTo>
                      <a:pt x="16016" y="8054"/>
                      <a:pt x="16818" y="8252"/>
                      <a:pt x="17524" y="8647"/>
                    </a:cubicBezTo>
                    <a:cubicBezTo>
                      <a:pt x="18055" y="8958"/>
                      <a:pt x="18530" y="9364"/>
                      <a:pt x="18857" y="9889"/>
                    </a:cubicBezTo>
                    <a:cubicBezTo>
                      <a:pt x="19117" y="10302"/>
                      <a:pt x="19281" y="10770"/>
                      <a:pt x="19337" y="11256"/>
                    </a:cubicBezTo>
                    <a:cubicBezTo>
                      <a:pt x="19394" y="11680"/>
                      <a:pt x="19377" y="12109"/>
                      <a:pt x="19309" y="12532"/>
                    </a:cubicBezTo>
                    <a:cubicBezTo>
                      <a:pt x="19275" y="12753"/>
                      <a:pt x="19235" y="12984"/>
                      <a:pt x="19128" y="13176"/>
                    </a:cubicBezTo>
                    <a:cubicBezTo>
                      <a:pt x="18993" y="13436"/>
                      <a:pt x="18761" y="13639"/>
                      <a:pt x="18484" y="13730"/>
                    </a:cubicBezTo>
                    <a:cubicBezTo>
                      <a:pt x="18179" y="13831"/>
                      <a:pt x="17829" y="13820"/>
                      <a:pt x="17507" y="13843"/>
                    </a:cubicBezTo>
                    <a:cubicBezTo>
                      <a:pt x="17242" y="13859"/>
                      <a:pt x="16982" y="13876"/>
                      <a:pt x="16722" y="13888"/>
                    </a:cubicBezTo>
                    <a:cubicBezTo>
                      <a:pt x="16124" y="13922"/>
                      <a:pt x="15531" y="13944"/>
                      <a:pt x="14932" y="13967"/>
                    </a:cubicBezTo>
                    <a:cubicBezTo>
                      <a:pt x="13808" y="14012"/>
                      <a:pt x="12690" y="14046"/>
                      <a:pt x="11566" y="14102"/>
                    </a:cubicBezTo>
                    <a:cubicBezTo>
                      <a:pt x="11222" y="14119"/>
                      <a:pt x="10877" y="14136"/>
                      <a:pt x="10533" y="14176"/>
                    </a:cubicBezTo>
                    <a:cubicBezTo>
                      <a:pt x="10092" y="14232"/>
                      <a:pt x="9725" y="14464"/>
                      <a:pt x="9477" y="14831"/>
                    </a:cubicBezTo>
                    <a:cubicBezTo>
                      <a:pt x="9262" y="15153"/>
                      <a:pt x="9149" y="15542"/>
                      <a:pt x="9093" y="15921"/>
                    </a:cubicBezTo>
                    <a:cubicBezTo>
                      <a:pt x="9059" y="16169"/>
                      <a:pt x="9036" y="16429"/>
                      <a:pt x="9053" y="16677"/>
                    </a:cubicBezTo>
                    <a:cubicBezTo>
                      <a:pt x="9053" y="16683"/>
                      <a:pt x="9053" y="16688"/>
                      <a:pt x="9053" y="16692"/>
                    </a:cubicBezTo>
                    <a:lnTo>
                      <a:pt x="9053" y="16692"/>
                    </a:lnTo>
                    <a:cubicBezTo>
                      <a:pt x="9047" y="16704"/>
                      <a:pt x="9046" y="16721"/>
                      <a:pt x="9042" y="16734"/>
                    </a:cubicBezTo>
                    <a:cubicBezTo>
                      <a:pt x="9002" y="16836"/>
                      <a:pt x="8963" y="16937"/>
                      <a:pt x="8929" y="17039"/>
                    </a:cubicBezTo>
                    <a:lnTo>
                      <a:pt x="8522" y="18146"/>
                    </a:lnTo>
                    <a:cubicBezTo>
                      <a:pt x="8398" y="18485"/>
                      <a:pt x="8274" y="18823"/>
                      <a:pt x="8155" y="19162"/>
                    </a:cubicBezTo>
                    <a:cubicBezTo>
                      <a:pt x="8110" y="19281"/>
                      <a:pt x="8071" y="19371"/>
                      <a:pt x="8071" y="19496"/>
                    </a:cubicBezTo>
                    <a:lnTo>
                      <a:pt x="8071" y="21466"/>
                    </a:lnTo>
                    <a:lnTo>
                      <a:pt x="8071" y="23459"/>
                    </a:lnTo>
                    <a:lnTo>
                      <a:pt x="8071" y="23459"/>
                    </a:lnTo>
                    <a:cubicBezTo>
                      <a:pt x="7965" y="23442"/>
                      <a:pt x="7855" y="23412"/>
                      <a:pt x="7754" y="23392"/>
                    </a:cubicBezTo>
                    <a:cubicBezTo>
                      <a:pt x="7602" y="23364"/>
                      <a:pt x="7455" y="23336"/>
                      <a:pt x="7303" y="23302"/>
                    </a:cubicBezTo>
                    <a:cubicBezTo>
                      <a:pt x="7037" y="23245"/>
                      <a:pt x="6772" y="23178"/>
                      <a:pt x="6512" y="23099"/>
                    </a:cubicBezTo>
                    <a:cubicBezTo>
                      <a:pt x="6111" y="22974"/>
                      <a:pt x="5716" y="22822"/>
                      <a:pt x="5354" y="22602"/>
                    </a:cubicBezTo>
                    <a:cubicBezTo>
                      <a:pt x="4784" y="22251"/>
                      <a:pt x="4383" y="21749"/>
                      <a:pt x="4084" y="21156"/>
                    </a:cubicBezTo>
                    <a:cubicBezTo>
                      <a:pt x="3739" y="20461"/>
                      <a:pt x="3496" y="19727"/>
                      <a:pt x="3186" y="19021"/>
                    </a:cubicBezTo>
                    <a:cubicBezTo>
                      <a:pt x="2982" y="18558"/>
                      <a:pt x="2756" y="18106"/>
                      <a:pt x="2502" y="17666"/>
                    </a:cubicBezTo>
                    <a:cubicBezTo>
                      <a:pt x="2333" y="17366"/>
                      <a:pt x="2147" y="17078"/>
                      <a:pt x="1921" y="16819"/>
                    </a:cubicBezTo>
                    <a:cubicBezTo>
                      <a:pt x="1779" y="16649"/>
                      <a:pt x="1621" y="16502"/>
                      <a:pt x="1469" y="16344"/>
                    </a:cubicBezTo>
                    <a:cubicBezTo>
                      <a:pt x="899" y="15734"/>
                      <a:pt x="509" y="14972"/>
                      <a:pt x="362" y="14147"/>
                    </a:cubicBezTo>
                    <a:cubicBezTo>
                      <a:pt x="147" y="12928"/>
                      <a:pt x="498" y="11595"/>
                      <a:pt x="1153" y="10556"/>
                    </a:cubicBezTo>
                    <a:cubicBezTo>
                      <a:pt x="1667" y="9748"/>
                      <a:pt x="2418" y="9133"/>
                      <a:pt x="3282" y="8737"/>
                    </a:cubicBezTo>
                    <a:cubicBezTo>
                      <a:pt x="4021" y="8399"/>
                      <a:pt x="4835" y="8218"/>
                      <a:pt x="5642" y="8144"/>
                    </a:cubicBezTo>
                    <a:cubicBezTo>
                      <a:pt x="5930" y="8120"/>
                      <a:pt x="6218" y="8108"/>
                      <a:pt x="6506" y="8108"/>
                    </a:cubicBezTo>
                    <a:cubicBezTo>
                      <a:pt x="6760" y="8108"/>
                      <a:pt x="7015" y="8118"/>
                      <a:pt x="7269" y="8139"/>
                    </a:cubicBezTo>
                    <a:cubicBezTo>
                      <a:pt x="7453" y="8156"/>
                      <a:pt x="7638" y="8162"/>
                      <a:pt x="7824" y="8162"/>
                    </a:cubicBezTo>
                    <a:cubicBezTo>
                      <a:pt x="8118" y="8162"/>
                      <a:pt x="8413" y="8148"/>
                      <a:pt x="8703" y="8144"/>
                    </a:cubicBezTo>
                    <a:cubicBezTo>
                      <a:pt x="8799" y="8139"/>
                      <a:pt x="8890" y="8139"/>
                      <a:pt x="8980" y="8139"/>
                    </a:cubicBezTo>
                    <a:cubicBezTo>
                      <a:pt x="9149" y="8133"/>
                      <a:pt x="9166" y="7913"/>
                      <a:pt x="9019" y="7862"/>
                    </a:cubicBezTo>
                    <a:cubicBezTo>
                      <a:pt x="7653" y="7359"/>
                      <a:pt x="6636" y="6089"/>
                      <a:pt x="6478" y="4637"/>
                    </a:cubicBezTo>
                    <a:cubicBezTo>
                      <a:pt x="6320" y="3231"/>
                      <a:pt x="6941" y="1814"/>
                      <a:pt x="8099" y="1001"/>
                    </a:cubicBezTo>
                    <a:cubicBezTo>
                      <a:pt x="8770" y="527"/>
                      <a:pt x="9573" y="281"/>
                      <a:pt x="10377" y="281"/>
                    </a:cubicBezTo>
                    <a:close/>
                    <a:moveTo>
                      <a:pt x="10357" y="1"/>
                    </a:moveTo>
                    <a:cubicBezTo>
                      <a:pt x="9678" y="1"/>
                      <a:pt x="8998" y="162"/>
                      <a:pt x="8387" y="487"/>
                    </a:cubicBezTo>
                    <a:cubicBezTo>
                      <a:pt x="7065" y="1193"/>
                      <a:pt x="6207" y="2587"/>
                      <a:pt x="6167" y="4090"/>
                    </a:cubicBezTo>
                    <a:cubicBezTo>
                      <a:pt x="6134" y="5640"/>
                      <a:pt x="6987" y="7120"/>
                      <a:pt x="8349" y="7866"/>
                    </a:cubicBezTo>
                    <a:lnTo>
                      <a:pt x="8349" y="7866"/>
                    </a:lnTo>
                    <a:cubicBezTo>
                      <a:pt x="8259" y="7867"/>
                      <a:pt x="8168" y="7868"/>
                      <a:pt x="8076" y="7868"/>
                    </a:cubicBezTo>
                    <a:cubicBezTo>
                      <a:pt x="7931" y="7871"/>
                      <a:pt x="7783" y="7886"/>
                      <a:pt x="7636" y="7886"/>
                    </a:cubicBezTo>
                    <a:cubicBezTo>
                      <a:pt x="7566" y="7886"/>
                      <a:pt x="7496" y="7882"/>
                      <a:pt x="7427" y="7873"/>
                    </a:cubicBezTo>
                    <a:cubicBezTo>
                      <a:pt x="7121" y="7839"/>
                      <a:pt x="6810" y="7825"/>
                      <a:pt x="6501" y="7825"/>
                    </a:cubicBezTo>
                    <a:cubicBezTo>
                      <a:pt x="6353" y="7825"/>
                      <a:pt x="6206" y="7828"/>
                      <a:pt x="6060" y="7834"/>
                    </a:cubicBezTo>
                    <a:cubicBezTo>
                      <a:pt x="5253" y="7873"/>
                      <a:pt x="4445" y="8003"/>
                      <a:pt x="3683" y="8274"/>
                    </a:cubicBezTo>
                    <a:cubicBezTo>
                      <a:pt x="2790" y="8591"/>
                      <a:pt x="1960" y="9104"/>
                      <a:pt x="1339" y="9833"/>
                    </a:cubicBezTo>
                    <a:cubicBezTo>
                      <a:pt x="966" y="10268"/>
                      <a:pt x="684" y="10753"/>
                      <a:pt x="469" y="11279"/>
                    </a:cubicBezTo>
                    <a:cubicBezTo>
                      <a:pt x="204" y="11928"/>
                      <a:pt x="34" y="12623"/>
                      <a:pt x="18" y="13329"/>
                    </a:cubicBezTo>
                    <a:cubicBezTo>
                      <a:pt x="1" y="14323"/>
                      <a:pt x="311" y="15300"/>
                      <a:pt x="899" y="16096"/>
                    </a:cubicBezTo>
                    <a:cubicBezTo>
                      <a:pt x="1130" y="16412"/>
                      <a:pt x="1412" y="16661"/>
                      <a:pt x="1667" y="16954"/>
                    </a:cubicBezTo>
                    <a:cubicBezTo>
                      <a:pt x="2079" y="17417"/>
                      <a:pt x="2372" y="17982"/>
                      <a:pt x="2649" y="18535"/>
                    </a:cubicBezTo>
                    <a:cubicBezTo>
                      <a:pt x="3028" y="19304"/>
                      <a:pt x="3310" y="20105"/>
                      <a:pt x="3649" y="20890"/>
                    </a:cubicBezTo>
                    <a:cubicBezTo>
                      <a:pt x="3920" y="21512"/>
                      <a:pt x="4259" y="22110"/>
                      <a:pt x="4790" y="22545"/>
                    </a:cubicBezTo>
                    <a:cubicBezTo>
                      <a:pt x="5501" y="23127"/>
                      <a:pt x="6410" y="23403"/>
                      <a:pt x="7291" y="23590"/>
                    </a:cubicBezTo>
                    <a:cubicBezTo>
                      <a:pt x="7444" y="23624"/>
                      <a:pt x="7596" y="23652"/>
                      <a:pt x="7749" y="23680"/>
                    </a:cubicBezTo>
                    <a:cubicBezTo>
                      <a:pt x="7896" y="23703"/>
                      <a:pt x="8059" y="23754"/>
                      <a:pt x="8212" y="23754"/>
                    </a:cubicBezTo>
                    <a:cubicBezTo>
                      <a:pt x="8285" y="23754"/>
                      <a:pt x="8353" y="23686"/>
                      <a:pt x="8353" y="23612"/>
                    </a:cubicBezTo>
                    <a:lnTo>
                      <a:pt x="8353" y="22071"/>
                    </a:lnTo>
                    <a:lnTo>
                      <a:pt x="8353" y="19761"/>
                    </a:lnTo>
                    <a:lnTo>
                      <a:pt x="8353" y="19479"/>
                    </a:lnTo>
                    <a:cubicBezTo>
                      <a:pt x="8353" y="19465"/>
                      <a:pt x="8357" y="19448"/>
                      <a:pt x="8355" y="19430"/>
                    </a:cubicBezTo>
                    <a:lnTo>
                      <a:pt x="8355" y="19430"/>
                    </a:lnTo>
                    <a:cubicBezTo>
                      <a:pt x="8399" y="19357"/>
                      <a:pt x="8416" y="19257"/>
                      <a:pt x="8449" y="19179"/>
                    </a:cubicBezTo>
                    <a:cubicBezTo>
                      <a:pt x="8505" y="19021"/>
                      <a:pt x="8562" y="18857"/>
                      <a:pt x="8618" y="18699"/>
                    </a:cubicBezTo>
                    <a:cubicBezTo>
                      <a:pt x="8765" y="18304"/>
                      <a:pt x="8912" y="17909"/>
                      <a:pt x="9053" y="17513"/>
                    </a:cubicBezTo>
                    <a:cubicBezTo>
                      <a:pt x="9144" y="17270"/>
                      <a:pt x="9251" y="17022"/>
                      <a:pt x="9324" y="16774"/>
                    </a:cubicBezTo>
                    <a:cubicBezTo>
                      <a:pt x="9336" y="16734"/>
                      <a:pt x="9336" y="16694"/>
                      <a:pt x="9336" y="16655"/>
                    </a:cubicBezTo>
                    <a:cubicBezTo>
                      <a:pt x="9330" y="16548"/>
                      <a:pt x="9330" y="16446"/>
                      <a:pt x="9336" y="16339"/>
                    </a:cubicBezTo>
                    <a:cubicBezTo>
                      <a:pt x="9353" y="15994"/>
                      <a:pt x="9415" y="15644"/>
                      <a:pt x="9539" y="15322"/>
                    </a:cubicBezTo>
                    <a:cubicBezTo>
                      <a:pt x="9674" y="14972"/>
                      <a:pt x="9929" y="14644"/>
                      <a:pt x="10296" y="14520"/>
                    </a:cubicBezTo>
                    <a:cubicBezTo>
                      <a:pt x="10612" y="14407"/>
                      <a:pt x="10985" y="14419"/>
                      <a:pt x="11318" y="14396"/>
                    </a:cubicBezTo>
                    <a:cubicBezTo>
                      <a:pt x="12419" y="14334"/>
                      <a:pt x="13526" y="14306"/>
                      <a:pt x="14627" y="14260"/>
                    </a:cubicBezTo>
                    <a:cubicBezTo>
                      <a:pt x="15824" y="14215"/>
                      <a:pt x="17027" y="14187"/>
                      <a:pt x="18219" y="14068"/>
                    </a:cubicBezTo>
                    <a:cubicBezTo>
                      <a:pt x="18840" y="14006"/>
                      <a:pt x="19360" y="13583"/>
                      <a:pt x="19512" y="12967"/>
                    </a:cubicBezTo>
                    <a:cubicBezTo>
                      <a:pt x="19603" y="12566"/>
                      <a:pt x="19653" y="12154"/>
                      <a:pt x="19653" y="11742"/>
                    </a:cubicBezTo>
                    <a:cubicBezTo>
                      <a:pt x="19648" y="10691"/>
                      <a:pt x="19247" y="9686"/>
                      <a:pt x="18456" y="8975"/>
                    </a:cubicBezTo>
                    <a:cubicBezTo>
                      <a:pt x="18214" y="8760"/>
                      <a:pt x="17949" y="8569"/>
                      <a:pt x="17668" y="8405"/>
                    </a:cubicBezTo>
                    <a:lnTo>
                      <a:pt x="17668" y="8405"/>
                    </a:lnTo>
                    <a:cubicBezTo>
                      <a:pt x="17667" y="8405"/>
                      <a:pt x="17666" y="8405"/>
                      <a:pt x="17665" y="8404"/>
                    </a:cubicBezTo>
                    <a:lnTo>
                      <a:pt x="17665" y="8404"/>
                    </a:lnTo>
                    <a:cubicBezTo>
                      <a:pt x="17665" y="8404"/>
                      <a:pt x="17665" y="8404"/>
                      <a:pt x="17665" y="8404"/>
                    </a:cubicBezTo>
                    <a:cubicBezTo>
                      <a:pt x="17665" y="8404"/>
                      <a:pt x="17664" y="8403"/>
                      <a:pt x="17663" y="8403"/>
                    </a:cubicBezTo>
                    <a:lnTo>
                      <a:pt x="17663" y="8403"/>
                    </a:lnTo>
                    <a:cubicBezTo>
                      <a:pt x="17031" y="8048"/>
                      <a:pt x="16326" y="7845"/>
                      <a:pt x="15604" y="7777"/>
                    </a:cubicBezTo>
                    <a:cubicBezTo>
                      <a:pt x="15430" y="7761"/>
                      <a:pt x="15255" y="7756"/>
                      <a:pt x="15078" y="7756"/>
                    </a:cubicBezTo>
                    <a:cubicBezTo>
                      <a:pt x="14956" y="7756"/>
                      <a:pt x="14834" y="7758"/>
                      <a:pt x="14712" y="7760"/>
                    </a:cubicBezTo>
                    <a:cubicBezTo>
                      <a:pt x="13983" y="7772"/>
                      <a:pt x="13249" y="7783"/>
                      <a:pt x="12515" y="7794"/>
                    </a:cubicBezTo>
                    <a:cubicBezTo>
                      <a:pt x="12504" y="7795"/>
                      <a:pt x="12493" y="7795"/>
                      <a:pt x="12482" y="7795"/>
                    </a:cubicBezTo>
                    <a:lnTo>
                      <a:pt x="12482" y="7795"/>
                    </a:lnTo>
                    <a:cubicBezTo>
                      <a:pt x="13647" y="7105"/>
                      <a:pt x="14435" y="5881"/>
                      <a:pt x="14542" y="4502"/>
                    </a:cubicBezTo>
                    <a:cubicBezTo>
                      <a:pt x="14655" y="2994"/>
                      <a:pt x="13921" y="1514"/>
                      <a:pt x="12662" y="684"/>
                    </a:cubicBezTo>
                    <a:cubicBezTo>
                      <a:pt x="11974" y="230"/>
                      <a:pt x="11166" y="1"/>
                      <a:pt x="10357"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8" name="Google Shape;1268;p44">
                <a:extLst>
                  <a:ext uri="{FF2B5EF4-FFF2-40B4-BE49-F238E27FC236}">
                    <a16:creationId xmlns:a16="http://schemas.microsoft.com/office/drawing/2014/main" id="{1CC5860A-4442-7941-6989-1414A505F1EA}"/>
                  </a:ext>
                </a:extLst>
              </p:cNvPr>
              <p:cNvSpPr/>
              <p:nvPr/>
            </p:nvSpPr>
            <p:spPr>
              <a:xfrm>
                <a:off x="2034250" y="3757575"/>
                <a:ext cx="999750" cy="706175"/>
              </a:xfrm>
              <a:custGeom>
                <a:avLst/>
                <a:gdLst/>
                <a:ahLst/>
                <a:cxnLst/>
                <a:rect l="l" t="t" r="r" b="b"/>
                <a:pathLst>
                  <a:path w="39990" h="28247" extrusionOk="0">
                    <a:moveTo>
                      <a:pt x="23761" y="292"/>
                    </a:moveTo>
                    <a:lnTo>
                      <a:pt x="23761" y="292"/>
                    </a:lnTo>
                    <a:cubicBezTo>
                      <a:pt x="24471" y="886"/>
                      <a:pt x="25244" y="1415"/>
                      <a:pt x="26018" y="1918"/>
                    </a:cubicBezTo>
                    <a:cubicBezTo>
                      <a:pt x="26831" y="2438"/>
                      <a:pt x="27667" y="2918"/>
                      <a:pt x="28531" y="3353"/>
                    </a:cubicBezTo>
                    <a:cubicBezTo>
                      <a:pt x="29418" y="3793"/>
                      <a:pt x="30315" y="4194"/>
                      <a:pt x="31168" y="4702"/>
                    </a:cubicBezTo>
                    <a:cubicBezTo>
                      <a:pt x="33393" y="6030"/>
                      <a:pt x="35426" y="7848"/>
                      <a:pt x="36674" y="10146"/>
                    </a:cubicBezTo>
                    <a:cubicBezTo>
                      <a:pt x="36883" y="10535"/>
                      <a:pt x="37080" y="10925"/>
                      <a:pt x="37199" y="11342"/>
                    </a:cubicBezTo>
                    <a:lnTo>
                      <a:pt x="37199" y="11342"/>
                    </a:lnTo>
                    <a:cubicBezTo>
                      <a:pt x="37199" y="11342"/>
                      <a:pt x="37199" y="11343"/>
                      <a:pt x="37200" y="11344"/>
                    </a:cubicBezTo>
                    <a:cubicBezTo>
                      <a:pt x="37200" y="11344"/>
                      <a:pt x="37200" y="11344"/>
                      <a:pt x="37200" y="11344"/>
                    </a:cubicBezTo>
                    <a:lnTo>
                      <a:pt x="37200" y="11344"/>
                    </a:lnTo>
                    <a:cubicBezTo>
                      <a:pt x="37200" y="11344"/>
                      <a:pt x="37200" y="11345"/>
                      <a:pt x="37200" y="11345"/>
                    </a:cubicBezTo>
                    <a:lnTo>
                      <a:pt x="37200" y="11345"/>
                    </a:lnTo>
                    <a:cubicBezTo>
                      <a:pt x="37482" y="12299"/>
                      <a:pt x="37697" y="13270"/>
                      <a:pt x="37911" y="14235"/>
                    </a:cubicBezTo>
                    <a:cubicBezTo>
                      <a:pt x="38470" y="16822"/>
                      <a:pt x="38894" y="19442"/>
                      <a:pt x="39199" y="22068"/>
                    </a:cubicBezTo>
                    <a:cubicBezTo>
                      <a:pt x="39430" y="24026"/>
                      <a:pt x="39597" y="25995"/>
                      <a:pt x="39700" y="27964"/>
                    </a:cubicBezTo>
                    <a:lnTo>
                      <a:pt x="296" y="27964"/>
                    </a:lnTo>
                    <a:cubicBezTo>
                      <a:pt x="480" y="24425"/>
                      <a:pt x="867" y="20892"/>
                      <a:pt x="1469" y="17398"/>
                    </a:cubicBezTo>
                    <a:cubicBezTo>
                      <a:pt x="1796" y="15523"/>
                      <a:pt x="2175" y="13653"/>
                      <a:pt x="2666" y="11812"/>
                    </a:cubicBezTo>
                    <a:cubicBezTo>
                      <a:pt x="2835" y="11169"/>
                      <a:pt x="3067" y="10604"/>
                      <a:pt x="3395" y="10017"/>
                    </a:cubicBezTo>
                    <a:cubicBezTo>
                      <a:pt x="4569" y="7916"/>
                      <a:pt x="6399" y="6222"/>
                      <a:pt x="8421" y="4951"/>
                    </a:cubicBezTo>
                    <a:cubicBezTo>
                      <a:pt x="9189" y="4471"/>
                      <a:pt x="9985" y="4047"/>
                      <a:pt x="10804" y="3669"/>
                    </a:cubicBezTo>
                    <a:cubicBezTo>
                      <a:pt x="11662" y="3268"/>
                      <a:pt x="12498" y="2822"/>
                      <a:pt x="13306" y="2336"/>
                    </a:cubicBezTo>
                    <a:cubicBezTo>
                      <a:pt x="14294" y="1738"/>
                      <a:pt x="15248" y="1088"/>
                      <a:pt x="16146" y="365"/>
                    </a:cubicBezTo>
                    <a:cubicBezTo>
                      <a:pt x="16176" y="339"/>
                      <a:pt x="16205" y="316"/>
                      <a:pt x="16233" y="292"/>
                    </a:cubicBezTo>
                    <a:lnTo>
                      <a:pt x="16254" y="292"/>
                    </a:lnTo>
                    <a:cubicBezTo>
                      <a:pt x="16316" y="684"/>
                      <a:pt x="16490" y="1065"/>
                      <a:pt x="16767" y="1348"/>
                    </a:cubicBezTo>
                    <a:cubicBezTo>
                      <a:pt x="17137" y="1727"/>
                      <a:pt x="17676" y="1907"/>
                      <a:pt x="18203" y="1907"/>
                    </a:cubicBezTo>
                    <a:cubicBezTo>
                      <a:pt x="18336" y="1907"/>
                      <a:pt x="18469" y="1896"/>
                      <a:pt x="18597" y="1873"/>
                    </a:cubicBezTo>
                    <a:cubicBezTo>
                      <a:pt x="19030" y="1802"/>
                      <a:pt x="19444" y="1611"/>
                      <a:pt x="19757" y="1306"/>
                    </a:cubicBezTo>
                    <a:lnTo>
                      <a:pt x="19757" y="1306"/>
                    </a:lnTo>
                    <a:cubicBezTo>
                      <a:pt x="20163" y="1705"/>
                      <a:pt x="20725" y="1905"/>
                      <a:pt x="21280" y="1905"/>
                    </a:cubicBezTo>
                    <a:cubicBezTo>
                      <a:pt x="22060" y="1905"/>
                      <a:pt x="22828" y="1511"/>
                      <a:pt x="23138" y="727"/>
                    </a:cubicBezTo>
                    <a:cubicBezTo>
                      <a:pt x="23194" y="585"/>
                      <a:pt x="23233" y="440"/>
                      <a:pt x="23256" y="292"/>
                    </a:cubicBezTo>
                    <a:close/>
                    <a:moveTo>
                      <a:pt x="23739" y="1"/>
                    </a:moveTo>
                    <a:cubicBezTo>
                      <a:pt x="23674" y="1"/>
                      <a:pt x="23606" y="9"/>
                      <a:pt x="23550" y="9"/>
                    </a:cubicBezTo>
                    <a:lnTo>
                      <a:pt x="23132" y="9"/>
                    </a:lnTo>
                    <a:cubicBezTo>
                      <a:pt x="23053" y="9"/>
                      <a:pt x="22997" y="77"/>
                      <a:pt x="22991" y="151"/>
                    </a:cubicBezTo>
                    <a:cubicBezTo>
                      <a:pt x="22951" y="642"/>
                      <a:pt x="22652" y="1173"/>
                      <a:pt x="22178" y="1421"/>
                    </a:cubicBezTo>
                    <a:cubicBezTo>
                      <a:pt x="21912" y="1562"/>
                      <a:pt x="21610" y="1630"/>
                      <a:pt x="21308" y="1630"/>
                    </a:cubicBezTo>
                    <a:cubicBezTo>
                      <a:pt x="20762" y="1630"/>
                      <a:pt x="20213" y="1410"/>
                      <a:pt x="19857" y="1003"/>
                    </a:cubicBezTo>
                    <a:cubicBezTo>
                      <a:pt x="19831" y="975"/>
                      <a:pt x="19793" y="961"/>
                      <a:pt x="19756" y="961"/>
                    </a:cubicBezTo>
                    <a:cubicBezTo>
                      <a:pt x="19718" y="961"/>
                      <a:pt x="19682" y="975"/>
                      <a:pt x="19659" y="1003"/>
                    </a:cubicBezTo>
                    <a:cubicBezTo>
                      <a:pt x="19299" y="1410"/>
                      <a:pt x="18751" y="1630"/>
                      <a:pt x="18206" y="1630"/>
                    </a:cubicBezTo>
                    <a:cubicBezTo>
                      <a:pt x="17904" y="1630"/>
                      <a:pt x="17604" y="1562"/>
                      <a:pt x="17338" y="1421"/>
                    </a:cubicBezTo>
                    <a:cubicBezTo>
                      <a:pt x="16863" y="1173"/>
                      <a:pt x="16559" y="642"/>
                      <a:pt x="16519" y="151"/>
                    </a:cubicBezTo>
                    <a:cubicBezTo>
                      <a:pt x="16513" y="77"/>
                      <a:pt x="16463" y="9"/>
                      <a:pt x="16378" y="9"/>
                    </a:cubicBezTo>
                    <a:cubicBezTo>
                      <a:pt x="16350" y="9"/>
                      <a:pt x="16324" y="9"/>
                      <a:pt x="16298" y="9"/>
                    </a:cubicBezTo>
                    <a:cubicBezTo>
                      <a:pt x="16208" y="9"/>
                      <a:pt x="16129" y="16"/>
                      <a:pt x="16050" y="77"/>
                    </a:cubicBezTo>
                    <a:cubicBezTo>
                      <a:pt x="15960" y="145"/>
                      <a:pt x="15875" y="224"/>
                      <a:pt x="15785" y="292"/>
                    </a:cubicBezTo>
                    <a:cubicBezTo>
                      <a:pt x="15373" y="619"/>
                      <a:pt x="14943" y="924"/>
                      <a:pt x="14509" y="1224"/>
                    </a:cubicBezTo>
                    <a:cubicBezTo>
                      <a:pt x="13820" y="1698"/>
                      <a:pt x="13102" y="2139"/>
                      <a:pt x="12374" y="2551"/>
                    </a:cubicBezTo>
                    <a:cubicBezTo>
                      <a:pt x="11527" y="3025"/>
                      <a:pt x="10640" y="3409"/>
                      <a:pt x="9776" y="3855"/>
                    </a:cubicBezTo>
                    <a:cubicBezTo>
                      <a:pt x="7336" y="5115"/>
                      <a:pt x="5083" y="6882"/>
                      <a:pt x="3558" y="9198"/>
                    </a:cubicBezTo>
                    <a:cubicBezTo>
                      <a:pt x="3112" y="9881"/>
                      <a:pt x="2700" y="10626"/>
                      <a:pt x="2474" y="11423"/>
                    </a:cubicBezTo>
                    <a:cubicBezTo>
                      <a:pt x="2034" y="13015"/>
                      <a:pt x="1695" y="14636"/>
                      <a:pt x="1390" y="16257"/>
                    </a:cubicBezTo>
                    <a:cubicBezTo>
                      <a:pt x="752" y="19657"/>
                      <a:pt x="328" y="23096"/>
                      <a:pt x="97" y="26541"/>
                    </a:cubicBezTo>
                    <a:cubicBezTo>
                      <a:pt x="63" y="27060"/>
                      <a:pt x="34" y="27585"/>
                      <a:pt x="6" y="28105"/>
                    </a:cubicBezTo>
                    <a:cubicBezTo>
                      <a:pt x="1" y="28184"/>
                      <a:pt x="74" y="28246"/>
                      <a:pt x="147" y="28246"/>
                    </a:cubicBezTo>
                    <a:lnTo>
                      <a:pt x="39848" y="28246"/>
                    </a:lnTo>
                    <a:cubicBezTo>
                      <a:pt x="39922" y="28246"/>
                      <a:pt x="39989" y="28184"/>
                      <a:pt x="39989" y="28105"/>
                    </a:cubicBezTo>
                    <a:cubicBezTo>
                      <a:pt x="39820" y="24745"/>
                      <a:pt x="39464" y="21390"/>
                      <a:pt x="38922" y="18064"/>
                    </a:cubicBezTo>
                    <a:cubicBezTo>
                      <a:pt x="38600" y="16104"/>
                      <a:pt x="38216" y="14156"/>
                      <a:pt x="37730" y="12230"/>
                    </a:cubicBezTo>
                    <a:cubicBezTo>
                      <a:pt x="37651" y="11908"/>
                      <a:pt x="37567" y="11586"/>
                      <a:pt x="37476" y="11270"/>
                    </a:cubicBezTo>
                    <a:cubicBezTo>
                      <a:pt x="37363" y="10881"/>
                      <a:pt x="37177" y="10502"/>
                      <a:pt x="36991" y="10146"/>
                    </a:cubicBezTo>
                    <a:cubicBezTo>
                      <a:pt x="36494" y="9192"/>
                      <a:pt x="35850" y="8311"/>
                      <a:pt x="35121" y="7520"/>
                    </a:cubicBezTo>
                    <a:cubicBezTo>
                      <a:pt x="33992" y="6284"/>
                      <a:pt x="32648" y="5245"/>
                      <a:pt x="31202" y="4397"/>
                    </a:cubicBezTo>
                    <a:cubicBezTo>
                      <a:pt x="30259" y="3844"/>
                      <a:pt x="29259" y="3415"/>
                      <a:pt x="28294" y="2912"/>
                    </a:cubicBezTo>
                    <a:cubicBezTo>
                      <a:pt x="27413" y="2455"/>
                      <a:pt x="26566" y="1947"/>
                      <a:pt x="25741" y="1399"/>
                    </a:cubicBezTo>
                    <a:cubicBezTo>
                      <a:pt x="25182" y="1026"/>
                      <a:pt x="24634" y="631"/>
                      <a:pt x="24103" y="207"/>
                    </a:cubicBezTo>
                    <a:cubicBezTo>
                      <a:pt x="24036" y="151"/>
                      <a:pt x="23945" y="49"/>
                      <a:pt x="23855" y="15"/>
                    </a:cubicBezTo>
                    <a:cubicBezTo>
                      <a:pt x="23820" y="4"/>
                      <a:pt x="23780" y="1"/>
                      <a:pt x="23739"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9" name="Google Shape;1269;p44">
                <a:extLst>
                  <a:ext uri="{FF2B5EF4-FFF2-40B4-BE49-F238E27FC236}">
                    <a16:creationId xmlns:a16="http://schemas.microsoft.com/office/drawing/2014/main" id="{7DA016A1-23F2-91DF-4D75-9E3EA08FF49B}"/>
                  </a:ext>
                </a:extLst>
              </p:cNvPr>
              <p:cNvSpPr/>
              <p:nvPr/>
            </p:nvSpPr>
            <p:spPr>
              <a:xfrm>
                <a:off x="2440000" y="3757225"/>
                <a:ext cx="176225" cy="7650"/>
              </a:xfrm>
              <a:custGeom>
                <a:avLst/>
                <a:gdLst/>
                <a:ahLst/>
                <a:cxnLst/>
                <a:rect l="l" t="t" r="r" b="b"/>
                <a:pathLst>
                  <a:path w="7049" h="306" extrusionOk="0">
                    <a:moveTo>
                      <a:pt x="148" y="1"/>
                    </a:moveTo>
                    <a:cubicBezTo>
                      <a:pt x="74" y="1"/>
                      <a:pt x="1" y="63"/>
                      <a:pt x="7" y="142"/>
                    </a:cubicBezTo>
                    <a:cubicBezTo>
                      <a:pt x="7" y="148"/>
                      <a:pt x="7" y="159"/>
                      <a:pt x="7" y="165"/>
                    </a:cubicBezTo>
                    <a:cubicBezTo>
                      <a:pt x="12" y="244"/>
                      <a:pt x="69" y="306"/>
                      <a:pt x="148" y="306"/>
                    </a:cubicBezTo>
                    <a:lnTo>
                      <a:pt x="6902" y="306"/>
                    </a:lnTo>
                    <a:cubicBezTo>
                      <a:pt x="6962" y="306"/>
                      <a:pt x="7003" y="274"/>
                      <a:pt x="7023" y="232"/>
                    </a:cubicBezTo>
                    <a:lnTo>
                      <a:pt x="7023" y="232"/>
                    </a:lnTo>
                    <a:cubicBezTo>
                      <a:pt x="7034" y="214"/>
                      <a:pt x="7042" y="191"/>
                      <a:pt x="7043" y="165"/>
                    </a:cubicBezTo>
                    <a:cubicBezTo>
                      <a:pt x="7043" y="159"/>
                      <a:pt x="7043" y="148"/>
                      <a:pt x="7043" y="142"/>
                    </a:cubicBezTo>
                    <a:cubicBezTo>
                      <a:pt x="7049" y="63"/>
                      <a:pt x="6975" y="1"/>
                      <a:pt x="6902"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0" name="Google Shape;1270;p44">
                <a:extLst>
                  <a:ext uri="{FF2B5EF4-FFF2-40B4-BE49-F238E27FC236}">
                    <a16:creationId xmlns:a16="http://schemas.microsoft.com/office/drawing/2014/main" id="{67E1C913-74A7-EE2B-6D82-AC12AC646415}"/>
                  </a:ext>
                </a:extLst>
              </p:cNvPr>
              <p:cNvSpPr/>
              <p:nvPr/>
            </p:nvSpPr>
            <p:spPr>
              <a:xfrm>
                <a:off x="2440000" y="3757800"/>
                <a:ext cx="176225" cy="47450"/>
              </a:xfrm>
              <a:custGeom>
                <a:avLst/>
                <a:gdLst/>
                <a:ahLst/>
                <a:cxnLst/>
                <a:rect l="l" t="t" r="r" b="b"/>
                <a:pathLst>
                  <a:path w="7049" h="1898" extrusionOk="0">
                    <a:moveTo>
                      <a:pt x="6741" y="283"/>
                    </a:moveTo>
                    <a:cubicBezTo>
                      <a:pt x="6725" y="362"/>
                      <a:pt x="6708" y="441"/>
                      <a:pt x="6682" y="520"/>
                    </a:cubicBezTo>
                    <a:cubicBezTo>
                      <a:pt x="6608" y="735"/>
                      <a:pt x="6495" y="944"/>
                      <a:pt x="6337" y="1113"/>
                    </a:cubicBezTo>
                    <a:cubicBezTo>
                      <a:pt x="6020" y="1454"/>
                      <a:pt x="5533" y="1618"/>
                      <a:pt x="5070" y="1618"/>
                    </a:cubicBezTo>
                    <a:cubicBezTo>
                      <a:pt x="4965" y="1618"/>
                      <a:pt x="4862" y="1610"/>
                      <a:pt x="4762" y="1593"/>
                    </a:cubicBezTo>
                    <a:cubicBezTo>
                      <a:pt x="4327" y="1520"/>
                      <a:pt x="3920" y="1328"/>
                      <a:pt x="3627" y="994"/>
                    </a:cubicBezTo>
                    <a:cubicBezTo>
                      <a:pt x="3601" y="966"/>
                      <a:pt x="3563" y="952"/>
                      <a:pt x="3526" y="952"/>
                    </a:cubicBezTo>
                    <a:cubicBezTo>
                      <a:pt x="3488" y="952"/>
                      <a:pt x="3452" y="966"/>
                      <a:pt x="3429" y="994"/>
                    </a:cubicBezTo>
                    <a:cubicBezTo>
                      <a:pt x="3096" y="1378"/>
                      <a:pt x="2559" y="1616"/>
                      <a:pt x="2051" y="1616"/>
                    </a:cubicBezTo>
                    <a:cubicBezTo>
                      <a:pt x="1582" y="1616"/>
                      <a:pt x="1102" y="1503"/>
                      <a:pt x="758" y="1158"/>
                    </a:cubicBezTo>
                    <a:cubicBezTo>
                      <a:pt x="543" y="944"/>
                      <a:pt x="402" y="673"/>
                      <a:pt x="334" y="384"/>
                    </a:cubicBezTo>
                    <a:cubicBezTo>
                      <a:pt x="324" y="349"/>
                      <a:pt x="317" y="316"/>
                      <a:pt x="312" y="283"/>
                    </a:cubicBezTo>
                    <a:close/>
                    <a:moveTo>
                      <a:pt x="148" y="0"/>
                    </a:moveTo>
                    <a:cubicBezTo>
                      <a:pt x="80" y="0"/>
                      <a:pt x="1" y="68"/>
                      <a:pt x="7" y="142"/>
                    </a:cubicBezTo>
                    <a:cubicBezTo>
                      <a:pt x="63" y="802"/>
                      <a:pt x="453" y="1429"/>
                      <a:pt x="1063" y="1706"/>
                    </a:cubicBezTo>
                    <a:cubicBezTo>
                      <a:pt x="1379" y="1847"/>
                      <a:pt x="1712" y="1898"/>
                      <a:pt x="2051" y="1898"/>
                    </a:cubicBezTo>
                    <a:cubicBezTo>
                      <a:pt x="2584" y="1898"/>
                      <a:pt x="3146" y="1670"/>
                      <a:pt x="3527" y="1298"/>
                    </a:cubicBezTo>
                    <a:lnTo>
                      <a:pt x="3527" y="1298"/>
                    </a:lnTo>
                    <a:cubicBezTo>
                      <a:pt x="3929" y="1698"/>
                      <a:pt x="4498" y="1894"/>
                      <a:pt x="5064" y="1894"/>
                    </a:cubicBezTo>
                    <a:cubicBezTo>
                      <a:pt x="5178" y="1894"/>
                      <a:pt x="5293" y="1886"/>
                      <a:pt x="5406" y="1870"/>
                    </a:cubicBezTo>
                    <a:cubicBezTo>
                      <a:pt x="6100" y="1774"/>
                      <a:pt x="6659" y="1356"/>
                      <a:pt x="6913" y="701"/>
                    </a:cubicBezTo>
                    <a:cubicBezTo>
                      <a:pt x="6987" y="520"/>
                      <a:pt x="7026" y="334"/>
                      <a:pt x="7043" y="142"/>
                    </a:cubicBezTo>
                    <a:cubicBezTo>
                      <a:pt x="7049" y="68"/>
                      <a:pt x="6975" y="0"/>
                      <a:pt x="6902"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271" name="Google Shape;1271;p44">
              <a:extLst>
                <a:ext uri="{FF2B5EF4-FFF2-40B4-BE49-F238E27FC236}">
                  <a16:creationId xmlns:a16="http://schemas.microsoft.com/office/drawing/2014/main" id="{2D060854-DB09-23F0-6070-7C8A089602BC}"/>
                </a:ext>
              </a:extLst>
            </p:cNvPr>
            <p:cNvGrpSpPr/>
            <p:nvPr/>
          </p:nvGrpSpPr>
          <p:grpSpPr>
            <a:xfrm flipH="1">
              <a:off x="6202137" y="2768403"/>
              <a:ext cx="1727168" cy="2064093"/>
              <a:chOff x="4081975" y="3119725"/>
              <a:chExt cx="999750" cy="1194775"/>
            </a:xfrm>
          </p:grpSpPr>
          <p:sp>
            <p:nvSpPr>
              <p:cNvPr id="1272" name="Google Shape;1272;p44">
                <a:extLst>
                  <a:ext uri="{FF2B5EF4-FFF2-40B4-BE49-F238E27FC236}">
                    <a16:creationId xmlns:a16="http://schemas.microsoft.com/office/drawing/2014/main" id="{ED10837D-24D4-D897-B1C3-1337B9C40D06}"/>
                  </a:ext>
                </a:extLst>
              </p:cNvPr>
              <p:cNvSpPr/>
              <p:nvPr/>
            </p:nvSpPr>
            <p:spPr>
              <a:xfrm>
                <a:off x="4757400" y="3180675"/>
                <a:ext cx="8225" cy="9275"/>
              </a:xfrm>
              <a:custGeom>
                <a:avLst/>
                <a:gdLst/>
                <a:ahLst/>
                <a:cxnLst/>
                <a:rect l="l" t="t" r="r" b="b"/>
                <a:pathLst>
                  <a:path w="329" h="371" extrusionOk="0">
                    <a:moveTo>
                      <a:pt x="151" y="1"/>
                    </a:moveTo>
                    <a:cubicBezTo>
                      <a:pt x="142" y="1"/>
                      <a:pt x="133" y="2"/>
                      <a:pt x="125" y="5"/>
                    </a:cubicBezTo>
                    <a:cubicBezTo>
                      <a:pt x="108" y="5"/>
                      <a:pt x="85" y="11"/>
                      <a:pt x="74" y="22"/>
                    </a:cubicBezTo>
                    <a:lnTo>
                      <a:pt x="40" y="44"/>
                    </a:lnTo>
                    <a:cubicBezTo>
                      <a:pt x="23" y="61"/>
                      <a:pt x="12" y="84"/>
                      <a:pt x="6" y="107"/>
                    </a:cubicBezTo>
                    <a:cubicBezTo>
                      <a:pt x="6" y="118"/>
                      <a:pt x="1" y="129"/>
                      <a:pt x="1" y="146"/>
                    </a:cubicBezTo>
                    <a:cubicBezTo>
                      <a:pt x="1" y="169"/>
                      <a:pt x="6" y="191"/>
                      <a:pt x="23" y="214"/>
                    </a:cubicBezTo>
                    <a:cubicBezTo>
                      <a:pt x="34" y="242"/>
                      <a:pt x="51" y="270"/>
                      <a:pt x="68" y="299"/>
                    </a:cubicBezTo>
                    <a:cubicBezTo>
                      <a:pt x="74" y="315"/>
                      <a:pt x="91" y="327"/>
                      <a:pt x="102" y="338"/>
                    </a:cubicBezTo>
                    <a:cubicBezTo>
                      <a:pt x="119" y="349"/>
                      <a:pt x="130" y="361"/>
                      <a:pt x="153" y="366"/>
                    </a:cubicBezTo>
                    <a:cubicBezTo>
                      <a:pt x="161" y="369"/>
                      <a:pt x="170" y="371"/>
                      <a:pt x="179" y="371"/>
                    </a:cubicBezTo>
                    <a:cubicBezTo>
                      <a:pt x="188" y="371"/>
                      <a:pt x="198" y="369"/>
                      <a:pt x="209" y="366"/>
                    </a:cubicBezTo>
                    <a:cubicBezTo>
                      <a:pt x="226" y="366"/>
                      <a:pt x="243" y="361"/>
                      <a:pt x="260" y="349"/>
                    </a:cubicBezTo>
                    <a:lnTo>
                      <a:pt x="289" y="327"/>
                    </a:lnTo>
                    <a:cubicBezTo>
                      <a:pt x="305" y="310"/>
                      <a:pt x="317" y="287"/>
                      <a:pt x="322" y="265"/>
                    </a:cubicBezTo>
                    <a:lnTo>
                      <a:pt x="328" y="225"/>
                    </a:lnTo>
                    <a:cubicBezTo>
                      <a:pt x="328" y="203"/>
                      <a:pt x="322" y="180"/>
                      <a:pt x="311" y="157"/>
                    </a:cubicBezTo>
                    <a:cubicBezTo>
                      <a:pt x="294" y="129"/>
                      <a:pt x="283" y="101"/>
                      <a:pt x="266" y="73"/>
                    </a:cubicBezTo>
                    <a:cubicBezTo>
                      <a:pt x="255" y="56"/>
                      <a:pt x="243" y="44"/>
                      <a:pt x="226" y="33"/>
                    </a:cubicBezTo>
                    <a:cubicBezTo>
                      <a:pt x="215" y="22"/>
                      <a:pt x="198" y="11"/>
                      <a:pt x="181" y="5"/>
                    </a:cubicBezTo>
                    <a:cubicBezTo>
                      <a:pt x="170" y="2"/>
                      <a:pt x="160" y="1"/>
                      <a:pt x="151"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3" name="Google Shape;1273;p44">
                <a:extLst>
                  <a:ext uri="{FF2B5EF4-FFF2-40B4-BE49-F238E27FC236}">
                    <a16:creationId xmlns:a16="http://schemas.microsoft.com/office/drawing/2014/main" id="{3DFF00A5-D034-7592-0811-5110B3D573E3}"/>
                  </a:ext>
                </a:extLst>
              </p:cNvPr>
              <p:cNvSpPr/>
              <p:nvPr/>
            </p:nvSpPr>
            <p:spPr>
              <a:xfrm>
                <a:off x="4765725" y="3198325"/>
                <a:ext cx="8925" cy="11375"/>
              </a:xfrm>
              <a:custGeom>
                <a:avLst/>
                <a:gdLst/>
                <a:ahLst/>
                <a:cxnLst/>
                <a:rect l="l" t="t" r="r" b="b"/>
                <a:pathLst>
                  <a:path w="357" h="455" extrusionOk="0">
                    <a:moveTo>
                      <a:pt x="136" y="1"/>
                    </a:moveTo>
                    <a:cubicBezTo>
                      <a:pt x="126" y="1"/>
                      <a:pt x="116" y="2"/>
                      <a:pt x="108" y="5"/>
                    </a:cubicBezTo>
                    <a:cubicBezTo>
                      <a:pt x="74" y="16"/>
                      <a:pt x="40" y="39"/>
                      <a:pt x="23" y="73"/>
                    </a:cubicBezTo>
                    <a:cubicBezTo>
                      <a:pt x="18" y="84"/>
                      <a:pt x="12" y="95"/>
                      <a:pt x="6" y="106"/>
                    </a:cubicBezTo>
                    <a:cubicBezTo>
                      <a:pt x="1" y="129"/>
                      <a:pt x="1" y="157"/>
                      <a:pt x="6" y="180"/>
                    </a:cubicBezTo>
                    <a:cubicBezTo>
                      <a:pt x="29" y="236"/>
                      <a:pt x="52" y="293"/>
                      <a:pt x="68" y="349"/>
                    </a:cubicBezTo>
                    <a:cubicBezTo>
                      <a:pt x="74" y="366"/>
                      <a:pt x="85" y="383"/>
                      <a:pt x="97" y="400"/>
                    </a:cubicBezTo>
                    <a:cubicBezTo>
                      <a:pt x="108" y="411"/>
                      <a:pt x="119" y="423"/>
                      <a:pt x="136" y="434"/>
                    </a:cubicBezTo>
                    <a:cubicBezTo>
                      <a:pt x="153" y="445"/>
                      <a:pt x="170" y="451"/>
                      <a:pt x="187" y="451"/>
                    </a:cubicBezTo>
                    <a:cubicBezTo>
                      <a:pt x="196" y="453"/>
                      <a:pt x="205" y="455"/>
                      <a:pt x="213" y="455"/>
                    </a:cubicBezTo>
                    <a:cubicBezTo>
                      <a:pt x="224" y="455"/>
                      <a:pt x="234" y="452"/>
                      <a:pt x="244" y="445"/>
                    </a:cubicBezTo>
                    <a:cubicBezTo>
                      <a:pt x="277" y="440"/>
                      <a:pt x="311" y="417"/>
                      <a:pt x="328" y="383"/>
                    </a:cubicBezTo>
                    <a:cubicBezTo>
                      <a:pt x="345" y="349"/>
                      <a:pt x="356" y="310"/>
                      <a:pt x="345" y="276"/>
                    </a:cubicBezTo>
                    <a:cubicBezTo>
                      <a:pt x="323" y="219"/>
                      <a:pt x="300" y="163"/>
                      <a:pt x="283" y="106"/>
                    </a:cubicBezTo>
                    <a:cubicBezTo>
                      <a:pt x="277" y="89"/>
                      <a:pt x="266" y="73"/>
                      <a:pt x="255" y="56"/>
                    </a:cubicBezTo>
                    <a:cubicBezTo>
                      <a:pt x="244" y="44"/>
                      <a:pt x="232" y="33"/>
                      <a:pt x="215" y="22"/>
                    </a:cubicBezTo>
                    <a:cubicBezTo>
                      <a:pt x="198" y="10"/>
                      <a:pt x="181" y="5"/>
                      <a:pt x="164" y="5"/>
                    </a:cubicBezTo>
                    <a:cubicBezTo>
                      <a:pt x="156" y="2"/>
                      <a:pt x="146" y="1"/>
                      <a:pt x="136"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4" name="Google Shape;1274;p44">
                <a:extLst>
                  <a:ext uri="{FF2B5EF4-FFF2-40B4-BE49-F238E27FC236}">
                    <a16:creationId xmlns:a16="http://schemas.microsoft.com/office/drawing/2014/main" id="{9D91AA6C-F3EC-F2DA-BDC7-1DB86854045B}"/>
                  </a:ext>
                </a:extLst>
              </p:cNvPr>
              <p:cNvSpPr/>
              <p:nvPr/>
            </p:nvSpPr>
            <p:spPr>
              <a:xfrm>
                <a:off x="4762900" y="3191400"/>
                <a:ext cx="8650" cy="10400"/>
              </a:xfrm>
              <a:custGeom>
                <a:avLst/>
                <a:gdLst/>
                <a:ahLst/>
                <a:cxnLst/>
                <a:rect l="l" t="t" r="r" b="b"/>
                <a:pathLst>
                  <a:path w="346" h="416" extrusionOk="0">
                    <a:moveTo>
                      <a:pt x="151" y="1"/>
                    </a:moveTo>
                    <a:cubicBezTo>
                      <a:pt x="142" y="1"/>
                      <a:pt x="133" y="2"/>
                      <a:pt x="125" y="5"/>
                    </a:cubicBezTo>
                    <a:cubicBezTo>
                      <a:pt x="102" y="5"/>
                      <a:pt x="85" y="11"/>
                      <a:pt x="69" y="22"/>
                    </a:cubicBezTo>
                    <a:lnTo>
                      <a:pt x="40" y="45"/>
                    </a:lnTo>
                    <a:cubicBezTo>
                      <a:pt x="23" y="62"/>
                      <a:pt x="12" y="78"/>
                      <a:pt x="6" y="107"/>
                    </a:cubicBezTo>
                    <a:lnTo>
                      <a:pt x="1" y="141"/>
                    </a:lnTo>
                    <a:cubicBezTo>
                      <a:pt x="1" y="169"/>
                      <a:pt x="6" y="191"/>
                      <a:pt x="18" y="214"/>
                    </a:cubicBezTo>
                    <a:cubicBezTo>
                      <a:pt x="18" y="214"/>
                      <a:pt x="18" y="214"/>
                      <a:pt x="18" y="214"/>
                    </a:cubicBezTo>
                    <a:lnTo>
                      <a:pt x="18" y="214"/>
                    </a:lnTo>
                    <a:cubicBezTo>
                      <a:pt x="34" y="243"/>
                      <a:pt x="48" y="275"/>
                      <a:pt x="63" y="306"/>
                    </a:cubicBezTo>
                    <a:lnTo>
                      <a:pt x="63" y="306"/>
                    </a:lnTo>
                    <a:cubicBezTo>
                      <a:pt x="63" y="308"/>
                      <a:pt x="63" y="310"/>
                      <a:pt x="63" y="310"/>
                    </a:cubicBezTo>
                    <a:cubicBezTo>
                      <a:pt x="66" y="321"/>
                      <a:pt x="72" y="332"/>
                      <a:pt x="79" y="342"/>
                    </a:cubicBezTo>
                    <a:lnTo>
                      <a:pt x="79" y="342"/>
                    </a:lnTo>
                    <a:cubicBezTo>
                      <a:pt x="79" y="343"/>
                      <a:pt x="80" y="343"/>
                      <a:pt x="80" y="344"/>
                    </a:cubicBezTo>
                    <a:cubicBezTo>
                      <a:pt x="80" y="344"/>
                      <a:pt x="80" y="343"/>
                      <a:pt x="80" y="343"/>
                    </a:cubicBezTo>
                    <a:lnTo>
                      <a:pt x="80" y="343"/>
                    </a:lnTo>
                    <a:cubicBezTo>
                      <a:pt x="83" y="349"/>
                      <a:pt x="87" y="355"/>
                      <a:pt x="91" y="361"/>
                    </a:cubicBezTo>
                    <a:cubicBezTo>
                      <a:pt x="102" y="372"/>
                      <a:pt x="114" y="383"/>
                      <a:pt x="131" y="395"/>
                    </a:cubicBezTo>
                    <a:cubicBezTo>
                      <a:pt x="148" y="406"/>
                      <a:pt x="165" y="412"/>
                      <a:pt x="181" y="412"/>
                    </a:cubicBezTo>
                    <a:cubicBezTo>
                      <a:pt x="191" y="414"/>
                      <a:pt x="199" y="415"/>
                      <a:pt x="207" y="415"/>
                    </a:cubicBezTo>
                    <a:cubicBezTo>
                      <a:pt x="218" y="415"/>
                      <a:pt x="228" y="413"/>
                      <a:pt x="238" y="406"/>
                    </a:cubicBezTo>
                    <a:cubicBezTo>
                      <a:pt x="249" y="406"/>
                      <a:pt x="261" y="400"/>
                      <a:pt x="272" y="395"/>
                    </a:cubicBezTo>
                    <a:cubicBezTo>
                      <a:pt x="294" y="383"/>
                      <a:pt x="311" y="366"/>
                      <a:pt x="323" y="344"/>
                    </a:cubicBezTo>
                    <a:cubicBezTo>
                      <a:pt x="328" y="333"/>
                      <a:pt x="334" y="321"/>
                      <a:pt x="340" y="310"/>
                    </a:cubicBezTo>
                    <a:cubicBezTo>
                      <a:pt x="345" y="287"/>
                      <a:pt x="345" y="259"/>
                      <a:pt x="340" y="237"/>
                    </a:cubicBezTo>
                    <a:cubicBezTo>
                      <a:pt x="317" y="180"/>
                      <a:pt x="289" y="124"/>
                      <a:pt x="266" y="73"/>
                    </a:cubicBezTo>
                    <a:cubicBezTo>
                      <a:pt x="255" y="56"/>
                      <a:pt x="244" y="39"/>
                      <a:pt x="227" y="33"/>
                    </a:cubicBezTo>
                    <a:cubicBezTo>
                      <a:pt x="215" y="16"/>
                      <a:pt x="198" y="11"/>
                      <a:pt x="181" y="5"/>
                    </a:cubicBezTo>
                    <a:cubicBezTo>
                      <a:pt x="170" y="2"/>
                      <a:pt x="160" y="1"/>
                      <a:pt x="151"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5" name="Google Shape;1275;p44">
                <a:extLst>
                  <a:ext uri="{FF2B5EF4-FFF2-40B4-BE49-F238E27FC236}">
                    <a16:creationId xmlns:a16="http://schemas.microsoft.com/office/drawing/2014/main" id="{1761B2EC-4992-51A4-04B8-FD7BD01EA845}"/>
                  </a:ext>
                </a:extLst>
              </p:cNvPr>
              <p:cNvSpPr/>
              <p:nvPr/>
            </p:nvSpPr>
            <p:spPr>
              <a:xfrm>
                <a:off x="4772075" y="3222725"/>
                <a:ext cx="7950" cy="12875"/>
              </a:xfrm>
              <a:custGeom>
                <a:avLst/>
                <a:gdLst/>
                <a:ahLst/>
                <a:cxnLst/>
                <a:rect l="l" t="t" r="r" b="b"/>
                <a:pathLst>
                  <a:path w="318" h="515" extrusionOk="0">
                    <a:moveTo>
                      <a:pt x="145" y="0"/>
                    </a:moveTo>
                    <a:cubicBezTo>
                      <a:pt x="132" y="0"/>
                      <a:pt x="119" y="2"/>
                      <a:pt x="108" y="6"/>
                    </a:cubicBezTo>
                    <a:cubicBezTo>
                      <a:pt x="74" y="17"/>
                      <a:pt x="40" y="40"/>
                      <a:pt x="23" y="74"/>
                    </a:cubicBezTo>
                    <a:cubicBezTo>
                      <a:pt x="18" y="85"/>
                      <a:pt x="12" y="96"/>
                      <a:pt x="12" y="102"/>
                    </a:cubicBezTo>
                    <a:cubicBezTo>
                      <a:pt x="1" y="130"/>
                      <a:pt x="1" y="153"/>
                      <a:pt x="12" y="181"/>
                    </a:cubicBezTo>
                    <a:cubicBezTo>
                      <a:pt x="12" y="183"/>
                      <a:pt x="12" y="185"/>
                      <a:pt x="12" y="187"/>
                    </a:cubicBezTo>
                    <a:lnTo>
                      <a:pt x="12" y="187"/>
                    </a:lnTo>
                    <a:lnTo>
                      <a:pt x="12" y="186"/>
                    </a:lnTo>
                    <a:lnTo>
                      <a:pt x="12" y="186"/>
                    </a:lnTo>
                    <a:cubicBezTo>
                      <a:pt x="12" y="186"/>
                      <a:pt x="12" y="186"/>
                      <a:pt x="12" y="186"/>
                    </a:cubicBezTo>
                    <a:lnTo>
                      <a:pt x="12" y="186"/>
                    </a:lnTo>
                    <a:cubicBezTo>
                      <a:pt x="12" y="195"/>
                      <a:pt x="12" y="204"/>
                      <a:pt x="15" y="215"/>
                    </a:cubicBezTo>
                    <a:lnTo>
                      <a:pt x="15" y="215"/>
                    </a:lnTo>
                    <a:cubicBezTo>
                      <a:pt x="20" y="268"/>
                      <a:pt x="24" y="320"/>
                      <a:pt x="29" y="373"/>
                    </a:cubicBezTo>
                    <a:cubicBezTo>
                      <a:pt x="29" y="390"/>
                      <a:pt x="35" y="407"/>
                      <a:pt x="46" y="424"/>
                    </a:cubicBezTo>
                    <a:cubicBezTo>
                      <a:pt x="52" y="441"/>
                      <a:pt x="57" y="458"/>
                      <a:pt x="74" y="469"/>
                    </a:cubicBezTo>
                    <a:cubicBezTo>
                      <a:pt x="97" y="497"/>
                      <a:pt x="136" y="514"/>
                      <a:pt x="170" y="514"/>
                    </a:cubicBezTo>
                    <a:cubicBezTo>
                      <a:pt x="210" y="508"/>
                      <a:pt x="249" y="497"/>
                      <a:pt x="272" y="469"/>
                    </a:cubicBezTo>
                    <a:cubicBezTo>
                      <a:pt x="295" y="446"/>
                      <a:pt x="317" y="407"/>
                      <a:pt x="311" y="373"/>
                    </a:cubicBezTo>
                    <a:cubicBezTo>
                      <a:pt x="306" y="282"/>
                      <a:pt x="295" y="192"/>
                      <a:pt x="283" y="102"/>
                    </a:cubicBezTo>
                    <a:cubicBezTo>
                      <a:pt x="278" y="85"/>
                      <a:pt x="272" y="68"/>
                      <a:pt x="255" y="57"/>
                    </a:cubicBezTo>
                    <a:cubicBezTo>
                      <a:pt x="249" y="40"/>
                      <a:pt x="232" y="28"/>
                      <a:pt x="215" y="23"/>
                    </a:cubicBezTo>
                    <a:cubicBezTo>
                      <a:pt x="197" y="8"/>
                      <a:pt x="170" y="0"/>
                      <a:pt x="145"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6" name="Google Shape;1276;p44">
                <a:extLst>
                  <a:ext uri="{FF2B5EF4-FFF2-40B4-BE49-F238E27FC236}">
                    <a16:creationId xmlns:a16="http://schemas.microsoft.com/office/drawing/2014/main" id="{E66A2744-D6F9-FD07-9E97-2D89AFBDAF23}"/>
                  </a:ext>
                </a:extLst>
              </p:cNvPr>
              <p:cNvSpPr/>
              <p:nvPr/>
            </p:nvSpPr>
            <p:spPr>
              <a:xfrm>
                <a:off x="4753175" y="3174050"/>
                <a:ext cx="8350" cy="9025"/>
              </a:xfrm>
              <a:custGeom>
                <a:avLst/>
                <a:gdLst/>
                <a:ahLst/>
                <a:cxnLst/>
                <a:rect l="l" t="t" r="r" b="b"/>
                <a:pathLst>
                  <a:path w="334" h="361" extrusionOk="0">
                    <a:moveTo>
                      <a:pt x="150" y="0"/>
                    </a:moveTo>
                    <a:cubicBezTo>
                      <a:pt x="141" y="0"/>
                      <a:pt x="133" y="2"/>
                      <a:pt x="124" y="4"/>
                    </a:cubicBezTo>
                    <a:cubicBezTo>
                      <a:pt x="102" y="4"/>
                      <a:pt x="85" y="10"/>
                      <a:pt x="74" y="21"/>
                    </a:cubicBezTo>
                    <a:cubicBezTo>
                      <a:pt x="62" y="27"/>
                      <a:pt x="51" y="33"/>
                      <a:pt x="40" y="38"/>
                    </a:cubicBezTo>
                    <a:cubicBezTo>
                      <a:pt x="23" y="61"/>
                      <a:pt x="11" y="78"/>
                      <a:pt x="6" y="100"/>
                    </a:cubicBezTo>
                    <a:cubicBezTo>
                      <a:pt x="6" y="117"/>
                      <a:pt x="0" y="129"/>
                      <a:pt x="0" y="140"/>
                    </a:cubicBezTo>
                    <a:cubicBezTo>
                      <a:pt x="0" y="168"/>
                      <a:pt x="6" y="191"/>
                      <a:pt x="23" y="213"/>
                    </a:cubicBezTo>
                    <a:cubicBezTo>
                      <a:pt x="40" y="236"/>
                      <a:pt x="57" y="264"/>
                      <a:pt x="74" y="292"/>
                    </a:cubicBezTo>
                    <a:cubicBezTo>
                      <a:pt x="79" y="304"/>
                      <a:pt x="90" y="321"/>
                      <a:pt x="107" y="332"/>
                    </a:cubicBezTo>
                    <a:cubicBezTo>
                      <a:pt x="119" y="343"/>
                      <a:pt x="136" y="349"/>
                      <a:pt x="158" y="355"/>
                    </a:cubicBezTo>
                    <a:cubicBezTo>
                      <a:pt x="175" y="360"/>
                      <a:pt x="192" y="360"/>
                      <a:pt x="209" y="360"/>
                    </a:cubicBezTo>
                    <a:cubicBezTo>
                      <a:pt x="232" y="355"/>
                      <a:pt x="249" y="349"/>
                      <a:pt x="266" y="343"/>
                    </a:cubicBezTo>
                    <a:lnTo>
                      <a:pt x="294" y="321"/>
                    </a:lnTo>
                    <a:cubicBezTo>
                      <a:pt x="311" y="304"/>
                      <a:pt x="322" y="281"/>
                      <a:pt x="328" y="259"/>
                    </a:cubicBezTo>
                    <a:lnTo>
                      <a:pt x="333" y="219"/>
                    </a:lnTo>
                    <a:cubicBezTo>
                      <a:pt x="333" y="191"/>
                      <a:pt x="328" y="168"/>
                      <a:pt x="316" y="146"/>
                    </a:cubicBezTo>
                    <a:cubicBezTo>
                      <a:pt x="299" y="123"/>
                      <a:pt x="282" y="95"/>
                      <a:pt x="266" y="67"/>
                    </a:cubicBezTo>
                    <a:cubicBezTo>
                      <a:pt x="254" y="55"/>
                      <a:pt x="243" y="38"/>
                      <a:pt x="226" y="27"/>
                    </a:cubicBezTo>
                    <a:cubicBezTo>
                      <a:pt x="215" y="16"/>
                      <a:pt x="198" y="10"/>
                      <a:pt x="181" y="4"/>
                    </a:cubicBezTo>
                    <a:cubicBezTo>
                      <a:pt x="170" y="2"/>
                      <a:pt x="160" y="0"/>
                      <a:pt x="150"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7" name="Google Shape;1277;p44">
                <a:extLst>
                  <a:ext uri="{FF2B5EF4-FFF2-40B4-BE49-F238E27FC236}">
                    <a16:creationId xmlns:a16="http://schemas.microsoft.com/office/drawing/2014/main" id="{B5268660-4724-E4DF-EE6A-ADAC587C96BB}"/>
                  </a:ext>
                </a:extLst>
              </p:cNvPr>
              <p:cNvSpPr/>
              <p:nvPr/>
            </p:nvSpPr>
            <p:spPr>
              <a:xfrm>
                <a:off x="4773075" y="3231325"/>
                <a:ext cx="7500" cy="15850"/>
              </a:xfrm>
              <a:custGeom>
                <a:avLst/>
                <a:gdLst/>
                <a:ahLst/>
                <a:cxnLst/>
                <a:rect l="l" t="t" r="r" b="b"/>
                <a:pathLst>
                  <a:path w="300" h="634" extrusionOk="0">
                    <a:moveTo>
                      <a:pt x="147" y="1"/>
                    </a:moveTo>
                    <a:cubicBezTo>
                      <a:pt x="108" y="1"/>
                      <a:pt x="68" y="12"/>
                      <a:pt x="46" y="40"/>
                    </a:cubicBezTo>
                    <a:cubicBezTo>
                      <a:pt x="23" y="68"/>
                      <a:pt x="0" y="102"/>
                      <a:pt x="6" y="142"/>
                    </a:cubicBezTo>
                    <a:cubicBezTo>
                      <a:pt x="12" y="260"/>
                      <a:pt x="17" y="373"/>
                      <a:pt x="17" y="492"/>
                    </a:cubicBezTo>
                    <a:cubicBezTo>
                      <a:pt x="17" y="563"/>
                      <a:pt x="75" y="633"/>
                      <a:pt x="150" y="633"/>
                    </a:cubicBezTo>
                    <a:cubicBezTo>
                      <a:pt x="153" y="633"/>
                      <a:pt x="156" y="633"/>
                      <a:pt x="158" y="633"/>
                    </a:cubicBezTo>
                    <a:cubicBezTo>
                      <a:pt x="232" y="633"/>
                      <a:pt x="300" y="571"/>
                      <a:pt x="300" y="492"/>
                    </a:cubicBezTo>
                    <a:cubicBezTo>
                      <a:pt x="300" y="373"/>
                      <a:pt x="294" y="260"/>
                      <a:pt x="288" y="142"/>
                    </a:cubicBezTo>
                    <a:cubicBezTo>
                      <a:pt x="283" y="102"/>
                      <a:pt x="271" y="68"/>
                      <a:pt x="243" y="40"/>
                    </a:cubicBezTo>
                    <a:cubicBezTo>
                      <a:pt x="221" y="18"/>
                      <a:pt x="181" y="1"/>
                      <a:pt x="147"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8" name="Google Shape;1278;p44">
                <a:extLst>
                  <a:ext uri="{FF2B5EF4-FFF2-40B4-BE49-F238E27FC236}">
                    <a16:creationId xmlns:a16="http://schemas.microsoft.com/office/drawing/2014/main" id="{F19536A2-D5C5-38DB-C7A4-5F9514E27ECA}"/>
                  </a:ext>
                </a:extLst>
              </p:cNvPr>
              <p:cNvSpPr/>
              <p:nvPr/>
            </p:nvSpPr>
            <p:spPr>
              <a:xfrm>
                <a:off x="4770525" y="3214325"/>
                <a:ext cx="8225" cy="12075"/>
              </a:xfrm>
              <a:custGeom>
                <a:avLst/>
                <a:gdLst/>
                <a:ahLst/>
                <a:cxnLst/>
                <a:rect l="l" t="t" r="r" b="b"/>
                <a:pathLst>
                  <a:path w="329" h="483" extrusionOk="0">
                    <a:moveTo>
                      <a:pt x="148" y="1"/>
                    </a:moveTo>
                    <a:cubicBezTo>
                      <a:pt x="135" y="1"/>
                      <a:pt x="120" y="5"/>
                      <a:pt x="108" y="9"/>
                    </a:cubicBezTo>
                    <a:cubicBezTo>
                      <a:pt x="74" y="20"/>
                      <a:pt x="40" y="37"/>
                      <a:pt x="23" y="71"/>
                    </a:cubicBezTo>
                    <a:cubicBezTo>
                      <a:pt x="6" y="105"/>
                      <a:pt x="1" y="144"/>
                      <a:pt x="6" y="178"/>
                    </a:cubicBezTo>
                    <a:cubicBezTo>
                      <a:pt x="23" y="246"/>
                      <a:pt x="35" y="314"/>
                      <a:pt x="52" y="381"/>
                    </a:cubicBezTo>
                    <a:cubicBezTo>
                      <a:pt x="52" y="398"/>
                      <a:pt x="63" y="415"/>
                      <a:pt x="74" y="426"/>
                    </a:cubicBezTo>
                    <a:cubicBezTo>
                      <a:pt x="85" y="443"/>
                      <a:pt x="97" y="455"/>
                      <a:pt x="114" y="466"/>
                    </a:cubicBezTo>
                    <a:cubicBezTo>
                      <a:pt x="131" y="477"/>
                      <a:pt x="148" y="483"/>
                      <a:pt x="164" y="483"/>
                    </a:cubicBezTo>
                    <a:cubicBezTo>
                      <a:pt x="187" y="483"/>
                      <a:pt x="204" y="483"/>
                      <a:pt x="221" y="477"/>
                    </a:cubicBezTo>
                    <a:cubicBezTo>
                      <a:pt x="255" y="466"/>
                      <a:pt x="289" y="449"/>
                      <a:pt x="306" y="415"/>
                    </a:cubicBezTo>
                    <a:lnTo>
                      <a:pt x="323" y="381"/>
                    </a:lnTo>
                    <a:cubicBezTo>
                      <a:pt x="328" y="353"/>
                      <a:pt x="328" y="330"/>
                      <a:pt x="323" y="308"/>
                    </a:cubicBezTo>
                    <a:cubicBezTo>
                      <a:pt x="311" y="240"/>
                      <a:pt x="294" y="172"/>
                      <a:pt x="283" y="105"/>
                    </a:cubicBezTo>
                    <a:cubicBezTo>
                      <a:pt x="277" y="88"/>
                      <a:pt x="266" y="71"/>
                      <a:pt x="255" y="59"/>
                    </a:cubicBezTo>
                    <a:cubicBezTo>
                      <a:pt x="244" y="42"/>
                      <a:pt x="232" y="31"/>
                      <a:pt x="215" y="20"/>
                    </a:cubicBezTo>
                    <a:cubicBezTo>
                      <a:pt x="198" y="9"/>
                      <a:pt x="181" y="3"/>
                      <a:pt x="164" y="3"/>
                    </a:cubicBezTo>
                    <a:cubicBezTo>
                      <a:pt x="160" y="1"/>
                      <a:pt x="154" y="1"/>
                      <a:pt x="148"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9" name="Google Shape;1279;p44">
                <a:extLst>
                  <a:ext uri="{FF2B5EF4-FFF2-40B4-BE49-F238E27FC236}">
                    <a16:creationId xmlns:a16="http://schemas.microsoft.com/office/drawing/2014/main" id="{D3B6A464-1F49-294A-4AAE-EE7A1ED74B18}"/>
                  </a:ext>
                </a:extLst>
              </p:cNvPr>
              <p:cNvSpPr/>
              <p:nvPr/>
            </p:nvSpPr>
            <p:spPr>
              <a:xfrm>
                <a:off x="4768275" y="3206225"/>
                <a:ext cx="8625" cy="11675"/>
              </a:xfrm>
              <a:custGeom>
                <a:avLst/>
                <a:gdLst/>
                <a:ahLst/>
                <a:cxnLst/>
                <a:rect l="l" t="t" r="r" b="b"/>
                <a:pathLst>
                  <a:path w="345" h="467" extrusionOk="0">
                    <a:moveTo>
                      <a:pt x="139" y="1"/>
                    </a:moveTo>
                    <a:cubicBezTo>
                      <a:pt x="130" y="1"/>
                      <a:pt x="122" y="2"/>
                      <a:pt x="113" y="5"/>
                    </a:cubicBezTo>
                    <a:cubicBezTo>
                      <a:pt x="79" y="16"/>
                      <a:pt x="46" y="39"/>
                      <a:pt x="29" y="73"/>
                    </a:cubicBezTo>
                    <a:cubicBezTo>
                      <a:pt x="12" y="101"/>
                      <a:pt x="0" y="141"/>
                      <a:pt x="12" y="180"/>
                    </a:cubicBezTo>
                    <a:cubicBezTo>
                      <a:pt x="34" y="242"/>
                      <a:pt x="51" y="299"/>
                      <a:pt x="62" y="361"/>
                    </a:cubicBezTo>
                    <a:cubicBezTo>
                      <a:pt x="74" y="395"/>
                      <a:pt x="102" y="429"/>
                      <a:pt x="130" y="446"/>
                    </a:cubicBezTo>
                    <a:cubicBezTo>
                      <a:pt x="147" y="457"/>
                      <a:pt x="164" y="462"/>
                      <a:pt x="181" y="462"/>
                    </a:cubicBezTo>
                    <a:cubicBezTo>
                      <a:pt x="192" y="465"/>
                      <a:pt x="202" y="467"/>
                      <a:pt x="211" y="467"/>
                    </a:cubicBezTo>
                    <a:cubicBezTo>
                      <a:pt x="221" y="467"/>
                      <a:pt x="229" y="465"/>
                      <a:pt x="238" y="462"/>
                    </a:cubicBezTo>
                    <a:cubicBezTo>
                      <a:pt x="271" y="451"/>
                      <a:pt x="305" y="429"/>
                      <a:pt x="322" y="395"/>
                    </a:cubicBezTo>
                    <a:cubicBezTo>
                      <a:pt x="339" y="361"/>
                      <a:pt x="345" y="327"/>
                      <a:pt x="339" y="287"/>
                    </a:cubicBezTo>
                    <a:cubicBezTo>
                      <a:pt x="322" y="225"/>
                      <a:pt x="305" y="163"/>
                      <a:pt x="288" y="101"/>
                    </a:cubicBezTo>
                    <a:cubicBezTo>
                      <a:pt x="277" y="67"/>
                      <a:pt x="254" y="39"/>
                      <a:pt x="221" y="22"/>
                    </a:cubicBezTo>
                    <a:cubicBezTo>
                      <a:pt x="204" y="11"/>
                      <a:pt x="187" y="5"/>
                      <a:pt x="170" y="5"/>
                    </a:cubicBezTo>
                    <a:cubicBezTo>
                      <a:pt x="158" y="2"/>
                      <a:pt x="149" y="1"/>
                      <a:pt x="139"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0" name="Google Shape;1280;p44">
                <a:extLst>
                  <a:ext uri="{FF2B5EF4-FFF2-40B4-BE49-F238E27FC236}">
                    <a16:creationId xmlns:a16="http://schemas.microsoft.com/office/drawing/2014/main" id="{CABEF159-D46E-099E-F4C0-76F31D788E31}"/>
                  </a:ext>
                </a:extLst>
              </p:cNvPr>
              <p:cNvSpPr/>
              <p:nvPr/>
            </p:nvSpPr>
            <p:spPr>
              <a:xfrm>
                <a:off x="4744000" y="3162150"/>
                <a:ext cx="7775" cy="7925"/>
              </a:xfrm>
              <a:custGeom>
                <a:avLst/>
                <a:gdLst/>
                <a:ahLst/>
                <a:cxnLst/>
                <a:rect l="l" t="t" r="r" b="b"/>
                <a:pathLst>
                  <a:path w="311" h="317" extrusionOk="0">
                    <a:moveTo>
                      <a:pt x="141" y="0"/>
                    </a:moveTo>
                    <a:cubicBezTo>
                      <a:pt x="119" y="0"/>
                      <a:pt x="102" y="6"/>
                      <a:pt x="85" y="12"/>
                    </a:cubicBezTo>
                    <a:cubicBezTo>
                      <a:pt x="68" y="17"/>
                      <a:pt x="51" y="29"/>
                      <a:pt x="40" y="40"/>
                    </a:cubicBezTo>
                    <a:lnTo>
                      <a:pt x="17" y="68"/>
                    </a:lnTo>
                    <a:cubicBezTo>
                      <a:pt x="6" y="91"/>
                      <a:pt x="0" y="113"/>
                      <a:pt x="0" y="142"/>
                    </a:cubicBezTo>
                    <a:lnTo>
                      <a:pt x="6" y="181"/>
                    </a:lnTo>
                    <a:cubicBezTo>
                      <a:pt x="11" y="204"/>
                      <a:pt x="23" y="226"/>
                      <a:pt x="40" y="243"/>
                    </a:cubicBezTo>
                    <a:cubicBezTo>
                      <a:pt x="51" y="255"/>
                      <a:pt x="62" y="266"/>
                      <a:pt x="73" y="277"/>
                    </a:cubicBezTo>
                    <a:cubicBezTo>
                      <a:pt x="85" y="288"/>
                      <a:pt x="96" y="300"/>
                      <a:pt x="119" y="305"/>
                    </a:cubicBezTo>
                    <a:cubicBezTo>
                      <a:pt x="136" y="311"/>
                      <a:pt x="152" y="317"/>
                      <a:pt x="169" y="317"/>
                    </a:cubicBezTo>
                    <a:cubicBezTo>
                      <a:pt x="192" y="317"/>
                      <a:pt x="209" y="311"/>
                      <a:pt x="226" y="305"/>
                    </a:cubicBezTo>
                    <a:cubicBezTo>
                      <a:pt x="243" y="300"/>
                      <a:pt x="260" y="288"/>
                      <a:pt x="271" y="277"/>
                    </a:cubicBezTo>
                    <a:lnTo>
                      <a:pt x="294" y="249"/>
                    </a:lnTo>
                    <a:cubicBezTo>
                      <a:pt x="305" y="226"/>
                      <a:pt x="311" y="204"/>
                      <a:pt x="311" y="175"/>
                    </a:cubicBezTo>
                    <a:cubicBezTo>
                      <a:pt x="311" y="164"/>
                      <a:pt x="311" y="153"/>
                      <a:pt x="305" y="136"/>
                    </a:cubicBezTo>
                    <a:cubicBezTo>
                      <a:pt x="299" y="113"/>
                      <a:pt x="288" y="91"/>
                      <a:pt x="271" y="74"/>
                    </a:cubicBezTo>
                    <a:cubicBezTo>
                      <a:pt x="260" y="63"/>
                      <a:pt x="249" y="51"/>
                      <a:pt x="237" y="40"/>
                    </a:cubicBezTo>
                    <a:cubicBezTo>
                      <a:pt x="226" y="29"/>
                      <a:pt x="209" y="17"/>
                      <a:pt x="192" y="12"/>
                    </a:cubicBezTo>
                    <a:cubicBezTo>
                      <a:pt x="175" y="6"/>
                      <a:pt x="158" y="0"/>
                      <a:pt x="141"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1" name="Google Shape;1281;p44">
                <a:extLst>
                  <a:ext uri="{FF2B5EF4-FFF2-40B4-BE49-F238E27FC236}">
                    <a16:creationId xmlns:a16="http://schemas.microsoft.com/office/drawing/2014/main" id="{61D1C247-A4D9-C06D-4FC0-59DAB7E804EC}"/>
                  </a:ext>
                </a:extLst>
              </p:cNvPr>
              <p:cNvSpPr/>
              <p:nvPr/>
            </p:nvSpPr>
            <p:spPr>
              <a:xfrm>
                <a:off x="4748650" y="3167800"/>
                <a:ext cx="8200" cy="8600"/>
              </a:xfrm>
              <a:custGeom>
                <a:avLst/>
                <a:gdLst/>
                <a:ahLst/>
                <a:cxnLst/>
                <a:rect l="l" t="t" r="r" b="b"/>
                <a:pathLst>
                  <a:path w="328" h="344" extrusionOk="0">
                    <a:moveTo>
                      <a:pt x="142" y="0"/>
                    </a:moveTo>
                    <a:cubicBezTo>
                      <a:pt x="119" y="0"/>
                      <a:pt x="102" y="0"/>
                      <a:pt x="85" y="12"/>
                    </a:cubicBezTo>
                    <a:cubicBezTo>
                      <a:pt x="68" y="17"/>
                      <a:pt x="51" y="29"/>
                      <a:pt x="40" y="40"/>
                    </a:cubicBezTo>
                    <a:lnTo>
                      <a:pt x="17" y="68"/>
                    </a:lnTo>
                    <a:cubicBezTo>
                      <a:pt x="6" y="91"/>
                      <a:pt x="0" y="113"/>
                      <a:pt x="0" y="141"/>
                    </a:cubicBezTo>
                    <a:cubicBezTo>
                      <a:pt x="0" y="153"/>
                      <a:pt x="0" y="164"/>
                      <a:pt x="6" y="175"/>
                    </a:cubicBezTo>
                    <a:cubicBezTo>
                      <a:pt x="12" y="204"/>
                      <a:pt x="23" y="221"/>
                      <a:pt x="40" y="243"/>
                    </a:cubicBezTo>
                    <a:lnTo>
                      <a:pt x="41" y="245"/>
                    </a:lnTo>
                    <a:lnTo>
                      <a:pt x="41" y="245"/>
                    </a:lnTo>
                    <a:cubicBezTo>
                      <a:pt x="49" y="255"/>
                      <a:pt x="57" y="264"/>
                      <a:pt x="68" y="271"/>
                    </a:cubicBezTo>
                    <a:cubicBezTo>
                      <a:pt x="74" y="288"/>
                      <a:pt x="85" y="305"/>
                      <a:pt x="102" y="311"/>
                    </a:cubicBezTo>
                    <a:cubicBezTo>
                      <a:pt x="119" y="328"/>
                      <a:pt x="130" y="334"/>
                      <a:pt x="153" y="339"/>
                    </a:cubicBezTo>
                    <a:cubicBezTo>
                      <a:pt x="161" y="342"/>
                      <a:pt x="170" y="343"/>
                      <a:pt x="179" y="343"/>
                    </a:cubicBezTo>
                    <a:cubicBezTo>
                      <a:pt x="188" y="343"/>
                      <a:pt x="198" y="342"/>
                      <a:pt x="209" y="339"/>
                    </a:cubicBezTo>
                    <a:cubicBezTo>
                      <a:pt x="226" y="339"/>
                      <a:pt x="243" y="334"/>
                      <a:pt x="260" y="322"/>
                    </a:cubicBezTo>
                    <a:lnTo>
                      <a:pt x="288" y="305"/>
                    </a:lnTo>
                    <a:cubicBezTo>
                      <a:pt x="305" y="283"/>
                      <a:pt x="317" y="266"/>
                      <a:pt x="322" y="243"/>
                    </a:cubicBezTo>
                    <a:lnTo>
                      <a:pt x="328" y="204"/>
                    </a:lnTo>
                    <a:cubicBezTo>
                      <a:pt x="328" y="175"/>
                      <a:pt x="322" y="153"/>
                      <a:pt x="311" y="130"/>
                    </a:cubicBezTo>
                    <a:cubicBezTo>
                      <a:pt x="288" y="102"/>
                      <a:pt x="266" y="68"/>
                      <a:pt x="238" y="40"/>
                    </a:cubicBezTo>
                    <a:cubicBezTo>
                      <a:pt x="226" y="29"/>
                      <a:pt x="215" y="17"/>
                      <a:pt x="192" y="12"/>
                    </a:cubicBezTo>
                    <a:cubicBezTo>
                      <a:pt x="175" y="0"/>
                      <a:pt x="159" y="0"/>
                      <a:pt x="142"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2" name="Google Shape;1282;p44">
                <a:extLst>
                  <a:ext uri="{FF2B5EF4-FFF2-40B4-BE49-F238E27FC236}">
                    <a16:creationId xmlns:a16="http://schemas.microsoft.com/office/drawing/2014/main" id="{E6643930-13B0-2492-04B6-D3BF55A5F605}"/>
                  </a:ext>
                </a:extLst>
              </p:cNvPr>
              <p:cNvSpPr/>
              <p:nvPr/>
            </p:nvSpPr>
            <p:spPr>
              <a:xfrm>
                <a:off x="4484925" y="3138725"/>
                <a:ext cx="336850" cy="477075"/>
              </a:xfrm>
              <a:custGeom>
                <a:avLst/>
                <a:gdLst/>
                <a:ahLst/>
                <a:cxnLst/>
                <a:rect l="l" t="t" r="r" b="b"/>
                <a:pathLst>
                  <a:path w="13474" h="19083" extrusionOk="0">
                    <a:moveTo>
                      <a:pt x="9707" y="536"/>
                    </a:moveTo>
                    <a:lnTo>
                      <a:pt x="9707" y="536"/>
                    </a:lnTo>
                    <a:cubicBezTo>
                      <a:pt x="10371" y="1035"/>
                      <a:pt x="10918" y="1715"/>
                      <a:pt x="11216" y="2490"/>
                    </a:cubicBezTo>
                    <a:cubicBezTo>
                      <a:pt x="11396" y="2970"/>
                      <a:pt x="11509" y="3462"/>
                      <a:pt x="11538" y="3976"/>
                    </a:cubicBezTo>
                    <a:cubicBezTo>
                      <a:pt x="11549" y="4185"/>
                      <a:pt x="11543" y="4399"/>
                      <a:pt x="11543" y="4608"/>
                    </a:cubicBezTo>
                    <a:lnTo>
                      <a:pt x="11543" y="5755"/>
                    </a:lnTo>
                    <a:cubicBezTo>
                      <a:pt x="11543" y="5992"/>
                      <a:pt x="11532" y="6229"/>
                      <a:pt x="11543" y="6466"/>
                    </a:cubicBezTo>
                    <a:cubicBezTo>
                      <a:pt x="11549" y="6602"/>
                      <a:pt x="11713" y="6686"/>
                      <a:pt x="11814" y="6765"/>
                    </a:cubicBezTo>
                    <a:cubicBezTo>
                      <a:pt x="12193" y="7065"/>
                      <a:pt x="12577" y="7364"/>
                      <a:pt x="12955" y="7669"/>
                    </a:cubicBezTo>
                    <a:cubicBezTo>
                      <a:pt x="13136" y="7816"/>
                      <a:pt x="13221" y="8030"/>
                      <a:pt x="13130" y="8251"/>
                    </a:cubicBezTo>
                    <a:cubicBezTo>
                      <a:pt x="13034" y="8477"/>
                      <a:pt x="12808" y="8590"/>
                      <a:pt x="12577" y="8590"/>
                    </a:cubicBezTo>
                    <a:cubicBezTo>
                      <a:pt x="12477" y="8591"/>
                      <a:pt x="12378" y="8592"/>
                      <a:pt x="12279" y="8592"/>
                    </a:cubicBezTo>
                    <a:cubicBezTo>
                      <a:pt x="12081" y="8592"/>
                      <a:pt x="11884" y="8590"/>
                      <a:pt x="11684" y="8590"/>
                    </a:cubicBezTo>
                    <a:cubicBezTo>
                      <a:pt x="11605" y="8590"/>
                      <a:pt x="11543" y="8657"/>
                      <a:pt x="11543" y="8731"/>
                    </a:cubicBezTo>
                    <a:cubicBezTo>
                      <a:pt x="11543" y="9030"/>
                      <a:pt x="11549" y="9329"/>
                      <a:pt x="11538" y="9623"/>
                    </a:cubicBezTo>
                    <a:cubicBezTo>
                      <a:pt x="11515" y="10154"/>
                      <a:pt x="11408" y="10685"/>
                      <a:pt x="11210" y="11182"/>
                    </a:cubicBezTo>
                    <a:cubicBezTo>
                      <a:pt x="10832" y="12147"/>
                      <a:pt x="10126" y="12983"/>
                      <a:pt x="9239" y="13525"/>
                    </a:cubicBezTo>
                    <a:cubicBezTo>
                      <a:pt x="8748" y="13822"/>
                      <a:pt x="8210" y="14026"/>
                      <a:pt x="7645" y="14138"/>
                    </a:cubicBezTo>
                    <a:lnTo>
                      <a:pt x="7645" y="14138"/>
                    </a:lnTo>
                    <a:cubicBezTo>
                      <a:pt x="7652" y="14108"/>
                      <a:pt x="7659" y="14078"/>
                      <a:pt x="7664" y="14051"/>
                    </a:cubicBezTo>
                    <a:cubicBezTo>
                      <a:pt x="7703" y="13825"/>
                      <a:pt x="7720" y="13599"/>
                      <a:pt x="7709" y="13373"/>
                    </a:cubicBezTo>
                    <a:cubicBezTo>
                      <a:pt x="7675" y="12475"/>
                      <a:pt x="7285" y="11628"/>
                      <a:pt x="6783" y="10894"/>
                    </a:cubicBezTo>
                    <a:cubicBezTo>
                      <a:pt x="6382" y="10306"/>
                      <a:pt x="5896" y="9770"/>
                      <a:pt x="5371" y="9290"/>
                    </a:cubicBezTo>
                    <a:cubicBezTo>
                      <a:pt x="5128" y="9070"/>
                      <a:pt x="4874" y="8889"/>
                      <a:pt x="4687" y="8606"/>
                    </a:cubicBezTo>
                    <a:cubicBezTo>
                      <a:pt x="4416" y="8194"/>
                      <a:pt x="4320" y="7703"/>
                      <a:pt x="4462" y="7223"/>
                    </a:cubicBezTo>
                    <a:cubicBezTo>
                      <a:pt x="4563" y="6890"/>
                      <a:pt x="4795" y="6624"/>
                      <a:pt x="5134" y="6528"/>
                    </a:cubicBezTo>
                    <a:cubicBezTo>
                      <a:pt x="5184" y="6517"/>
                      <a:pt x="5235" y="6506"/>
                      <a:pt x="5286" y="6494"/>
                    </a:cubicBezTo>
                    <a:cubicBezTo>
                      <a:pt x="5294" y="6493"/>
                      <a:pt x="5298" y="6493"/>
                      <a:pt x="5299" y="6493"/>
                    </a:cubicBezTo>
                    <a:cubicBezTo>
                      <a:pt x="5301" y="6493"/>
                      <a:pt x="5282" y="6496"/>
                      <a:pt x="5282" y="6496"/>
                    </a:cubicBezTo>
                    <a:cubicBezTo>
                      <a:pt x="5282" y="6496"/>
                      <a:pt x="5285" y="6496"/>
                      <a:pt x="5292" y="6494"/>
                    </a:cubicBezTo>
                    <a:lnTo>
                      <a:pt x="5326" y="6494"/>
                    </a:lnTo>
                    <a:cubicBezTo>
                      <a:pt x="5354" y="6489"/>
                      <a:pt x="5382" y="6489"/>
                      <a:pt x="5410" y="6489"/>
                    </a:cubicBezTo>
                    <a:cubicBezTo>
                      <a:pt x="5414" y="6489"/>
                      <a:pt x="5417" y="6488"/>
                      <a:pt x="5420" y="6488"/>
                    </a:cubicBezTo>
                    <a:lnTo>
                      <a:pt x="5420" y="6488"/>
                    </a:lnTo>
                    <a:cubicBezTo>
                      <a:pt x="6703" y="6429"/>
                      <a:pt x="8006" y="6056"/>
                      <a:pt x="8912" y="5099"/>
                    </a:cubicBezTo>
                    <a:cubicBezTo>
                      <a:pt x="9392" y="4597"/>
                      <a:pt x="9759" y="3976"/>
                      <a:pt x="9939" y="3298"/>
                    </a:cubicBezTo>
                    <a:cubicBezTo>
                      <a:pt x="10086" y="2739"/>
                      <a:pt x="10098" y="2152"/>
                      <a:pt x="10007" y="1587"/>
                    </a:cubicBezTo>
                    <a:cubicBezTo>
                      <a:pt x="9946" y="1225"/>
                      <a:pt x="9842" y="873"/>
                      <a:pt x="9707" y="536"/>
                    </a:cubicBezTo>
                    <a:close/>
                    <a:moveTo>
                      <a:pt x="7466" y="14937"/>
                    </a:moveTo>
                    <a:lnTo>
                      <a:pt x="7466" y="15863"/>
                    </a:lnTo>
                    <a:lnTo>
                      <a:pt x="7466" y="18359"/>
                    </a:lnTo>
                    <a:lnTo>
                      <a:pt x="7466" y="18800"/>
                    </a:lnTo>
                    <a:lnTo>
                      <a:pt x="283" y="18800"/>
                    </a:lnTo>
                    <a:lnTo>
                      <a:pt x="283" y="17586"/>
                    </a:lnTo>
                    <a:lnTo>
                      <a:pt x="3383" y="17586"/>
                    </a:lnTo>
                    <a:cubicBezTo>
                      <a:pt x="4078" y="17586"/>
                      <a:pt x="4778" y="17518"/>
                      <a:pt x="5427" y="17253"/>
                    </a:cubicBezTo>
                    <a:cubicBezTo>
                      <a:pt x="6065" y="16987"/>
                      <a:pt x="6613" y="16552"/>
                      <a:pt x="6997" y="15976"/>
                    </a:cubicBezTo>
                    <a:cubicBezTo>
                      <a:pt x="7207" y="15657"/>
                      <a:pt x="7364" y="15302"/>
                      <a:pt x="7466" y="14937"/>
                    </a:cubicBezTo>
                    <a:close/>
                    <a:moveTo>
                      <a:pt x="9374" y="0"/>
                    </a:moveTo>
                    <a:cubicBezTo>
                      <a:pt x="9277" y="0"/>
                      <a:pt x="9206" y="115"/>
                      <a:pt x="9256" y="215"/>
                    </a:cubicBezTo>
                    <a:cubicBezTo>
                      <a:pt x="9680" y="1062"/>
                      <a:pt x="9906" y="2044"/>
                      <a:pt x="9719" y="2987"/>
                    </a:cubicBezTo>
                    <a:cubicBezTo>
                      <a:pt x="9476" y="4247"/>
                      <a:pt x="8562" y="5314"/>
                      <a:pt x="7387" y="5800"/>
                    </a:cubicBezTo>
                    <a:cubicBezTo>
                      <a:pt x="6760" y="6060"/>
                      <a:pt x="6082" y="6178"/>
                      <a:pt x="5405" y="6206"/>
                    </a:cubicBezTo>
                    <a:cubicBezTo>
                      <a:pt x="5403" y="6206"/>
                      <a:pt x="5402" y="6207"/>
                      <a:pt x="5400" y="6207"/>
                    </a:cubicBezTo>
                    <a:lnTo>
                      <a:pt x="5400" y="6207"/>
                    </a:lnTo>
                    <a:cubicBezTo>
                      <a:pt x="5138" y="6214"/>
                      <a:pt x="4882" y="6287"/>
                      <a:pt x="4676" y="6438"/>
                    </a:cubicBezTo>
                    <a:cubicBezTo>
                      <a:pt x="4292" y="6715"/>
                      <a:pt x="4128" y="7178"/>
                      <a:pt x="4111" y="7635"/>
                    </a:cubicBezTo>
                    <a:cubicBezTo>
                      <a:pt x="4094" y="8234"/>
                      <a:pt x="4394" y="8844"/>
                      <a:pt x="4857" y="9216"/>
                    </a:cubicBezTo>
                    <a:cubicBezTo>
                      <a:pt x="5241" y="9527"/>
                      <a:pt x="5591" y="9877"/>
                      <a:pt x="5919" y="10250"/>
                    </a:cubicBezTo>
                    <a:cubicBezTo>
                      <a:pt x="6478" y="10877"/>
                      <a:pt x="6975" y="11600"/>
                      <a:pt x="7246" y="12407"/>
                    </a:cubicBezTo>
                    <a:cubicBezTo>
                      <a:pt x="7381" y="12831"/>
                      <a:pt x="7455" y="13271"/>
                      <a:pt x="7421" y="13717"/>
                    </a:cubicBezTo>
                    <a:cubicBezTo>
                      <a:pt x="7404" y="13949"/>
                      <a:pt x="7336" y="14158"/>
                      <a:pt x="7291" y="14384"/>
                    </a:cubicBezTo>
                    <a:cubicBezTo>
                      <a:pt x="7285" y="14412"/>
                      <a:pt x="7285" y="14440"/>
                      <a:pt x="7280" y="14468"/>
                    </a:cubicBezTo>
                    <a:cubicBezTo>
                      <a:pt x="7281" y="14453"/>
                      <a:pt x="7282" y="14447"/>
                      <a:pt x="7282" y="14447"/>
                    </a:cubicBezTo>
                    <a:lnTo>
                      <a:pt x="7282" y="14447"/>
                    </a:lnTo>
                    <a:cubicBezTo>
                      <a:pt x="7282" y="14447"/>
                      <a:pt x="7278" y="14477"/>
                      <a:pt x="7274" y="14497"/>
                    </a:cubicBezTo>
                    <a:cubicBezTo>
                      <a:pt x="7274" y="14525"/>
                      <a:pt x="7268" y="14553"/>
                      <a:pt x="7263" y="14581"/>
                    </a:cubicBezTo>
                    <a:cubicBezTo>
                      <a:pt x="7246" y="14655"/>
                      <a:pt x="7229" y="14734"/>
                      <a:pt x="7212" y="14807"/>
                    </a:cubicBezTo>
                    <a:cubicBezTo>
                      <a:pt x="7155" y="15005"/>
                      <a:pt x="7088" y="15203"/>
                      <a:pt x="7008" y="15372"/>
                    </a:cubicBezTo>
                    <a:cubicBezTo>
                      <a:pt x="6754" y="15908"/>
                      <a:pt x="6370" y="16377"/>
                      <a:pt x="5873" y="16699"/>
                    </a:cubicBezTo>
                    <a:cubicBezTo>
                      <a:pt x="5184" y="17151"/>
                      <a:pt x="4354" y="17303"/>
                      <a:pt x="3547" y="17303"/>
                    </a:cubicBezTo>
                    <a:lnTo>
                      <a:pt x="141" y="17303"/>
                    </a:lnTo>
                    <a:cubicBezTo>
                      <a:pt x="62" y="17303"/>
                      <a:pt x="0" y="17365"/>
                      <a:pt x="0" y="17445"/>
                    </a:cubicBezTo>
                    <a:lnTo>
                      <a:pt x="0" y="18941"/>
                    </a:lnTo>
                    <a:cubicBezTo>
                      <a:pt x="0" y="19015"/>
                      <a:pt x="62" y="19082"/>
                      <a:pt x="141" y="19082"/>
                    </a:cubicBezTo>
                    <a:lnTo>
                      <a:pt x="7607" y="19082"/>
                    </a:lnTo>
                    <a:cubicBezTo>
                      <a:pt x="7681" y="19082"/>
                      <a:pt x="7748" y="19015"/>
                      <a:pt x="7748" y="18941"/>
                    </a:cubicBezTo>
                    <a:lnTo>
                      <a:pt x="7748" y="17365"/>
                    </a:lnTo>
                    <a:lnTo>
                      <a:pt x="7748" y="14869"/>
                    </a:lnTo>
                    <a:lnTo>
                      <a:pt x="7748" y="14403"/>
                    </a:lnTo>
                    <a:lnTo>
                      <a:pt x="7748" y="14403"/>
                    </a:lnTo>
                    <a:cubicBezTo>
                      <a:pt x="8791" y="14194"/>
                      <a:pt x="9755" y="13651"/>
                      <a:pt x="10476" y="12870"/>
                    </a:cubicBezTo>
                    <a:cubicBezTo>
                      <a:pt x="11233" y="12051"/>
                      <a:pt x="11701" y="10995"/>
                      <a:pt x="11803" y="9888"/>
                    </a:cubicBezTo>
                    <a:cubicBezTo>
                      <a:pt x="11833" y="9551"/>
                      <a:pt x="11828" y="9214"/>
                      <a:pt x="11826" y="8872"/>
                    </a:cubicBezTo>
                    <a:lnTo>
                      <a:pt x="11826" y="8872"/>
                    </a:lnTo>
                    <a:cubicBezTo>
                      <a:pt x="11971" y="8873"/>
                      <a:pt x="12116" y="8874"/>
                      <a:pt x="12261" y="8874"/>
                    </a:cubicBezTo>
                    <a:cubicBezTo>
                      <a:pt x="12357" y="8874"/>
                      <a:pt x="12453" y="8874"/>
                      <a:pt x="12549" y="8872"/>
                    </a:cubicBezTo>
                    <a:cubicBezTo>
                      <a:pt x="12983" y="8872"/>
                      <a:pt x="13384" y="8601"/>
                      <a:pt x="13441" y="8149"/>
                    </a:cubicBezTo>
                    <a:cubicBezTo>
                      <a:pt x="13474" y="7895"/>
                      <a:pt x="13361" y="7646"/>
                      <a:pt x="13166" y="7477"/>
                    </a:cubicBezTo>
                    <a:lnTo>
                      <a:pt x="13166" y="7477"/>
                    </a:lnTo>
                    <a:cubicBezTo>
                      <a:pt x="13162" y="7473"/>
                      <a:pt x="13157" y="7469"/>
                      <a:pt x="13153" y="7466"/>
                    </a:cubicBezTo>
                    <a:lnTo>
                      <a:pt x="13153" y="7466"/>
                    </a:lnTo>
                    <a:cubicBezTo>
                      <a:pt x="13153" y="7466"/>
                      <a:pt x="13153" y="7466"/>
                      <a:pt x="13153" y="7466"/>
                    </a:cubicBezTo>
                    <a:cubicBezTo>
                      <a:pt x="13151" y="7464"/>
                      <a:pt x="13149" y="7463"/>
                      <a:pt x="13148" y="7462"/>
                    </a:cubicBezTo>
                    <a:lnTo>
                      <a:pt x="13148" y="7462"/>
                    </a:lnTo>
                    <a:cubicBezTo>
                      <a:pt x="12711" y="7112"/>
                      <a:pt x="12268" y="6762"/>
                      <a:pt x="11826" y="6413"/>
                    </a:cubicBezTo>
                    <a:lnTo>
                      <a:pt x="11826" y="6413"/>
                    </a:lnTo>
                    <a:lnTo>
                      <a:pt x="11826" y="4840"/>
                    </a:lnTo>
                    <a:cubicBezTo>
                      <a:pt x="11826" y="4461"/>
                      <a:pt x="11837" y="4083"/>
                      <a:pt x="11797" y="3705"/>
                    </a:cubicBezTo>
                    <a:cubicBezTo>
                      <a:pt x="11724" y="2999"/>
                      <a:pt x="11504" y="2304"/>
                      <a:pt x="11131" y="1694"/>
                    </a:cubicBezTo>
                    <a:cubicBezTo>
                      <a:pt x="10708" y="1011"/>
                      <a:pt x="10137" y="435"/>
                      <a:pt x="9448" y="23"/>
                    </a:cubicBezTo>
                    <a:cubicBezTo>
                      <a:pt x="9423" y="7"/>
                      <a:pt x="9397" y="0"/>
                      <a:pt x="9374"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3" name="Google Shape;1283;p44">
                <a:extLst>
                  <a:ext uri="{FF2B5EF4-FFF2-40B4-BE49-F238E27FC236}">
                    <a16:creationId xmlns:a16="http://schemas.microsoft.com/office/drawing/2014/main" id="{82C0E82E-207D-87EC-BA88-8331A8D05FCB}"/>
                  </a:ext>
                </a:extLst>
              </p:cNvPr>
              <p:cNvSpPr/>
              <p:nvPr/>
            </p:nvSpPr>
            <p:spPr>
              <a:xfrm>
                <a:off x="4214400" y="3119725"/>
                <a:ext cx="583975" cy="458800"/>
              </a:xfrm>
              <a:custGeom>
                <a:avLst/>
                <a:gdLst/>
                <a:ahLst/>
                <a:cxnLst/>
                <a:rect l="l" t="t" r="r" b="b"/>
                <a:pathLst>
                  <a:path w="23359" h="18352" extrusionOk="0">
                    <a:moveTo>
                      <a:pt x="10827" y="285"/>
                    </a:moveTo>
                    <a:cubicBezTo>
                      <a:pt x="10889" y="285"/>
                      <a:pt x="10951" y="286"/>
                      <a:pt x="11013" y="286"/>
                    </a:cubicBezTo>
                    <a:lnTo>
                      <a:pt x="17683" y="286"/>
                    </a:lnTo>
                    <a:cubicBezTo>
                      <a:pt x="18029" y="286"/>
                      <a:pt x="18378" y="293"/>
                      <a:pt x="18728" y="293"/>
                    </a:cubicBezTo>
                    <a:cubicBezTo>
                      <a:pt x="18902" y="293"/>
                      <a:pt x="19078" y="291"/>
                      <a:pt x="19253" y="286"/>
                    </a:cubicBezTo>
                    <a:lnTo>
                      <a:pt x="19275" y="286"/>
                    </a:lnTo>
                    <a:cubicBezTo>
                      <a:pt x="19279" y="286"/>
                      <a:pt x="19282" y="286"/>
                      <a:pt x="19286" y="286"/>
                    </a:cubicBezTo>
                    <a:cubicBezTo>
                      <a:pt x="19288" y="286"/>
                      <a:pt x="19291" y="286"/>
                      <a:pt x="19293" y="286"/>
                    </a:cubicBezTo>
                    <a:lnTo>
                      <a:pt x="19293" y="286"/>
                    </a:lnTo>
                    <a:cubicBezTo>
                      <a:pt x="19350" y="287"/>
                      <a:pt x="19412" y="292"/>
                      <a:pt x="19473" y="297"/>
                    </a:cubicBezTo>
                    <a:cubicBezTo>
                      <a:pt x="19535" y="303"/>
                      <a:pt x="19597" y="314"/>
                      <a:pt x="19659" y="319"/>
                    </a:cubicBezTo>
                    <a:cubicBezTo>
                      <a:pt x="19669" y="319"/>
                      <a:pt x="19674" y="319"/>
                      <a:pt x="19682" y="323"/>
                    </a:cubicBezTo>
                    <a:lnTo>
                      <a:pt x="19682" y="323"/>
                    </a:lnTo>
                    <a:cubicBezTo>
                      <a:pt x="19681" y="323"/>
                      <a:pt x="19680" y="323"/>
                      <a:pt x="19679" y="323"/>
                    </a:cubicBezTo>
                    <a:cubicBezTo>
                      <a:pt x="19676" y="323"/>
                      <a:pt x="19676" y="323"/>
                      <a:pt x="19687" y="325"/>
                    </a:cubicBezTo>
                    <a:cubicBezTo>
                      <a:pt x="19704" y="325"/>
                      <a:pt x="19721" y="331"/>
                      <a:pt x="19738" y="331"/>
                    </a:cubicBezTo>
                    <a:cubicBezTo>
                      <a:pt x="19783" y="336"/>
                      <a:pt x="19829" y="342"/>
                      <a:pt x="19868" y="353"/>
                    </a:cubicBezTo>
                    <a:cubicBezTo>
                      <a:pt x="20286" y="421"/>
                      <a:pt x="20732" y="545"/>
                      <a:pt x="21099" y="698"/>
                    </a:cubicBezTo>
                    <a:cubicBezTo>
                      <a:pt x="21579" y="901"/>
                      <a:pt x="22020" y="1178"/>
                      <a:pt x="22364" y="1568"/>
                    </a:cubicBezTo>
                    <a:cubicBezTo>
                      <a:pt x="22754" y="2002"/>
                      <a:pt x="22986" y="2567"/>
                      <a:pt x="23042" y="3160"/>
                    </a:cubicBezTo>
                    <a:cubicBezTo>
                      <a:pt x="23117" y="3968"/>
                      <a:pt x="22932" y="4783"/>
                      <a:pt x="22647" y="5546"/>
                    </a:cubicBezTo>
                    <a:lnTo>
                      <a:pt x="22647" y="5546"/>
                    </a:lnTo>
                    <a:cubicBezTo>
                      <a:pt x="22647" y="5352"/>
                      <a:pt x="22647" y="5157"/>
                      <a:pt x="22647" y="4962"/>
                    </a:cubicBezTo>
                    <a:cubicBezTo>
                      <a:pt x="22641" y="3906"/>
                      <a:pt x="22297" y="2866"/>
                      <a:pt x="21658" y="2025"/>
                    </a:cubicBezTo>
                    <a:cubicBezTo>
                      <a:pt x="21280" y="1528"/>
                      <a:pt x="20806" y="1104"/>
                      <a:pt x="20269" y="783"/>
                    </a:cubicBezTo>
                    <a:cubicBezTo>
                      <a:pt x="20244" y="767"/>
                      <a:pt x="20218" y="760"/>
                      <a:pt x="20195" y="760"/>
                    </a:cubicBezTo>
                    <a:cubicBezTo>
                      <a:pt x="20098" y="760"/>
                      <a:pt x="20027" y="875"/>
                      <a:pt x="20077" y="975"/>
                    </a:cubicBezTo>
                    <a:cubicBezTo>
                      <a:pt x="20501" y="1822"/>
                      <a:pt x="20727" y="2804"/>
                      <a:pt x="20540" y="3747"/>
                    </a:cubicBezTo>
                    <a:cubicBezTo>
                      <a:pt x="20297" y="5007"/>
                      <a:pt x="19383" y="6074"/>
                      <a:pt x="18208" y="6565"/>
                    </a:cubicBezTo>
                    <a:cubicBezTo>
                      <a:pt x="17581" y="6820"/>
                      <a:pt x="16903" y="6938"/>
                      <a:pt x="16231" y="6966"/>
                    </a:cubicBezTo>
                    <a:cubicBezTo>
                      <a:pt x="15796" y="6978"/>
                      <a:pt x="15390" y="7181"/>
                      <a:pt x="15164" y="7559"/>
                    </a:cubicBezTo>
                    <a:cubicBezTo>
                      <a:pt x="14797" y="8158"/>
                      <a:pt x="14887" y="8943"/>
                      <a:pt x="15266" y="9513"/>
                    </a:cubicBezTo>
                    <a:cubicBezTo>
                      <a:pt x="15395" y="9711"/>
                      <a:pt x="15554" y="9875"/>
                      <a:pt x="15740" y="10027"/>
                    </a:cubicBezTo>
                    <a:cubicBezTo>
                      <a:pt x="16011" y="10259"/>
                      <a:pt x="16271" y="10502"/>
                      <a:pt x="16514" y="10761"/>
                    </a:cubicBezTo>
                    <a:cubicBezTo>
                      <a:pt x="17316" y="11603"/>
                      <a:pt x="18067" y="12659"/>
                      <a:pt x="18225" y="13839"/>
                    </a:cubicBezTo>
                    <a:cubicBezTo>
                      <a:pt x="18264" y="14155"/>
                      <a:pt x="18264" y="14477"/>
                      <a:pt x="18202" y="14794"/>
                    </a:cubicBezTo>
                    <a:cubicBezTo>
                      <a:pt x="18174" y="14935"/>
                      <a:pt x="18118" y="15076"/>
                      <a:pt x="18101" y="15217"/>
                    </a:cubicBezTo>
                    <a:cubicBezTo>
                      <a:pt x="18101" y="15219"/>
                      <a:pt x="18101" y="15221"/>
                      <a:pt x="18101" y="15223"/>
                    </a:cubicBezTo>
                    <a:lnTo>
                      <a:pt x="18101" y="15223"/>
                    </a:lnTo>
                    <a:cubicBezTo>
                      <a:pt x="18101" y="15223"/>
                      <a:pt x="18101" y="15223"/>
                      <a:pt x="18101" y="15223"/>
                    </a:cubicBezTo>
                    <a:cubicBezTo>
                      <a:pt x="18101" y="15240"/>
                      <a:pt x="18095" y="15257"/>
                      <a:pt x="18095" y="15274"/>
                    </a:cubicBezTo>
                    <a:cubicBezTo>
                      <a:pt x="18089" y="15319"/>
                      <a:pt x="18078" y="15358"/>
                      <a:pt x="18067" y="15403"/>
                    </a:cubicBezTo>
                    <a:cubicBezTo>
                      <a:pt x="18044" y="15528"/>
                      <a:pt x="18010" y="15646"/>
                      <a:pt x="17971" y="15765"/>
                    </a:cubicBezTo>
                    <a:cubicBezTo>
                      <a:pt x="17728" y="16516"/>
                      <a:pt x="17208" y="17188"/>
                      <a:pt x="16497" y="17583"/>
                    </a:cubicBezTo>
                    <a:cubicBezTo>
                      <a:pt x="15949" y="17883"/>
                      <a:pt x="15328" y="18018"/>
                      <a:pt x="14712" y="18052"/>
                    </a:cubicBezTo>
                    <a:cubicBezTo>
                      <a:pt x="14529" y="18062"/>
                      <a:pt x="14346" y="18064"/>
                      <a:pt x="14164" y="18064"/>
                    </a:cubicBezTo>
                    <a:cubicBezTo>
                      <a:pt x="14043" y="18064"/>
                      <a:pt x="13923" y="18063"/>
                      <a:pt x="13803" y="18063"/>
                    </a:cubicBezTo>
                    <a:lnTo>
                      <a:pt x="4720" y="18063"/>
                    </a:lnTo>
                    <a:cubicBezTo>
                      <a:pt x="4700" y="18046"/>
                      <a:pt x="4676" y="18034"/>
                      <a:pt x="4647" y="18034"/>
                    </a:cubicBezTo>
                    <a:cubicBezTo>
                      <a:pt x="4642" y="18034"/>
                      <a:pt x="4637" y="18034"/>
                      <a:pt x="4632" y="18035"/>
                    </a:cubicBezTo>
                    <a:cubicBezTo>
                      <a:pt x="4493" y="18051"/>
                      <a:pt x="4355" y="18060"/>
                      <a:pt x="4217" y="18060"/>
                    </a:cubicBezTo>
                    <a:cubicBezTo>
                      <a:pt x="3639" y="18060"/>
                      <a:pt x="3069" y="17917"/>
                      <a:pt x="2553" y="17634"/>
                    </a:cubicBezTo>
                    <a:cubicBezTo>
                      <a:pt x="1960" y="17301"/>
                      <a:pt x="1469" y="16810"/>
                      <a:pt x="1119" y="16228"/>
                    </a:cubicBezTo>
                    <a:cubicBezTo>
                      <a:pt x="334" y="14918"/>
                      <a:pt x="278" y="13212"/>
                      <a:pt x="983" y="11857"/>
                    </a:cubicBezTo>
                    <a:cubicBezTo>
                      <a:pt x="1317" y="11208"/>
                      <a:pt x="1825" y="10643"/>
                      <a:pt x="2452" y="10264"/>
                    </a:cubicBezTo>
                    <a:cubicBezTo>
                      <a:pt x="2632" y="10157"/>
                      <a:pt x="2808" y="10061"/>
                      <a:pt x="2977" y="9937"/>
                    </a:cubicBezTo>
                    <a:cubicBezTo>
                      <a:pt x="3649" y="9440"/>
                      <a:pt x="4208" y="8807"/>
                      <a:pt x="4694" y="8135"/>
                    </a:cubicBezTo>
                    <a:cubicBezTo>
                      <a:pt x="5095" y="7576"/>
                      <a:pt x="5445" y="6989"/>
                      <a:pt x="5755" y="6379"/>
                    </a:cubicBezTo>
                    <a:cubicBezTo>
                      <a:pt x="5942" y="6012"/>
                      <a:pt x="6117" y="5639"/>
                      <a:pt x="6275" y="5261"/>
                    </a:cubicBezTo>
                    <a:cubicBezTo>
                      <a:pt x="6456" y="4826"/>
                      <a:pt x="6653" y="4386"/>
                      <a:pt x="6772" y="3934"/>
                    </a:cubicBezTo>
                    <a:cubicBezTo>
                      <a:pt x="6829" y="3715"/>
                      <a:pt x="6911" y="3510"/>
                      <a:pt x="6981" y="3302"/>
                    </a:cubicBezTo>
                    <a:lnTo>
                      <a:pt x="6981" y="3302"/>
                    </a:lnTo>
                    <a:cubicBezTo>
                      <a:pt x="6983" y="3298"/>
                      <a:pt x="6985" y="3294"/>
                      <a:pt x="6987" y="3290"/>
                    </a:cubicBezTo>
                    <a:cubicBezTo>
                      <a:pt x="7308" y="2545"/>
                      <a:pt x="7783" y="1867"/>
                      <a:pt x="8376" y="1319"/>
                    </a:cubicBezTo>
                    <a:cubicBezTo>
                      <a:pt x="8952" y="799"/>
                      <a:pt x="9669" y="382"/>
                      <a:pt x="10454" y="303"/>
                    </a:cubicBezTo>
                    <a:cubicBezTo>
                      <a:pt x="10578" y="287"/>
                      <a:pt x="10703" y="285"/>
                      <a:pt x="10827" y="285"/>
                    </a:cubicBezTo>
                    <a:close/>
                    <a:moveTo>
                      <a:pt x="19155" y="1"/>
                    </a:moveTo>
                    <a:cubicBezTo>
                      <a:pt x="19074" y="1"/>
                      <a:pt x="18993" y="3"/>
                      <a:pt x="18914" y="3"/>
                    </a:cubicBezTo>
                    <a:lnTo>
                      <a:pt x="10742" y="3"/>
                    </a:lnTo>
                    <a:cubicBezTo>
                      <a:pt x="9127" y="9"/>
                      <a:pt x="7760" y="1263"/>
                      <a:pt x="7009" y="2601"/>
                    </a:cubicBezTo>
                    <a:cubicBezTo>
                      <a:pt x="6916" y="2776"/>
                      <a:pt x="6829" y="2951"/>
                      <a:pt x="6751" y="3131"/>
                    </a:cubicBezTo>
                    <a:lnTo>
                      <a:pt x="6751" y="3131"/>
                    </a:lnTo>
                    <a:cubicBezTo>
                      <a:pt x="6741" y="3144"/>
                      <a:pt x="6733" y="3159"/>
                      <a:pt x="6727" y="3177"/>
                    </a:cubicBezTo>
                    <a:cubicBezTo>
                      <a:pt x="6653" y="3409"/>
                      <a:pt x="6557" y="3640"/>
                      <a:pt x="6495" y="3877"/>
                    </a:cubicBezTo>
                    <a:cubicBezTo>
                      <a:pt x="6428" y="4114"/>
                      <a:pt x="6332" y="4346"/>
                      <a:pt x="6247" y="4578"/>
                    </a:cubicBezTo>
                    <a:cubicBezTo>
                      <a:pt x="6083" y="4995"/>
                      <a:pt x="5908" y="5408"/>
                      <a:pt x="5722" y="5814"/>
                    </a:cubicBezTo>
                    <a:cubicBezTo>
                      <a:pt x="5405" y="6475"/>
                      <a:pt x="5050" y="7119"/>
                      <a:pt x="4637" y="7723"/>
                    </a:cubicBezTo>
                    <a:cubicBezTo>
                      <a:pt x="4338" y="8164"/>
                      <a:pt x="4010" y="8582"/>
                      <a:pt x="3643" y="8966"/>
                    </a:cubicBezTo>
                    <a:cubicBezTo>
                      <a:pt x="3508" y="9107"/>
                      <a:pt x="3367" y="9248"/>
                      <a:pt x="3220" y="9378"/>
                    </a:cubicBezTo>
                    <a:cubicBezTo>
                      <a:pt x="3158" y="9434"/>
                      <a:pt x="3096" y="9485"/>
                      <a:pt x="3028" y="9542"/>
                    </a:cubicBezTo>
                    <a:cubicBezTo>
                      <a:pt x="3000" y="9564"/>
                      <a:pt x="2971" y="9587"/>
                      <a:pt x="2943" y="9609"/>
                    </a:cubicBezTo>
                    <a:cubicBezTo>
                      <a:pt x="2904" y="9643"/>
                      <a:pt x="2921" y="9626"/>
                      <a:pt x="2881" y="9660"/>
                    </a:cubicBezTo>
                    <a:cubicBezTo>
                      <a:pt x="2728" y="9773"/>
                      <a:pt x="2576" y="9875"/>
                      <a:pt x="2412" y="9965"/>
                    </a:cubicBezTo>
                    <a:cubicBezTo>
                      <a:pt x="1752" y="10327"/>
                      <a:pt x="1209" y="10886"/>
                      <a:pt x="837" y="11535"/>
                    </a:cubicBezTo>
                    <a:cubicBezTo>
                      <a:pt x="46" y="12896"/>
                      <a:pt x="1" y="14635"/>
                      <a:pt x="701" y="16047"/>
                    </a:cubicBezTo>
                    <a:cubicBezTo>
                      <a:pt x="1322" y="17312"/>
                      <a:pt x="2553" y="18250"/>
                      <a:pt x="3982" y="18340"/>
                    </a:cubicBezTo>
                    <a:cubicBezTo>
                      <a:pt x="4041" y="18343"/>
                      <a:pt x="4100" y="18345"/>
                      <a:pt x="4158" y="18345"/>
                    </a:cubicBezTo>
                    <a:cubicBezTo>
                      <a:pt x="4295" y="18345"/>
                      <a:pt x="4429" y="18337"/>
                      <a:pt x="4564" y="18324"/>
                    </a:cubicBezTo>
                    <a:lnTo>
                      <a:pt x="4564" y="18324"/>
                    </a:lnTo>
                    <a:cubicBezTo>
                      <a:pt x="4584" y="18338"/>
                      <a:pt x="4608" y="18346"/>
                      <a:pt x="4637" y="18346"/>
                    </a:cubicBezTo>
                    <a:lnTo>
                      <a:pt x="13137" y="18346"/>
                    </a:lnTo>
                    <a:cubicBezTo>
                      <a:pt x="13428" y="18346"/>
                      <a:pt x="13723" y="18352"/>
                      <a:pt x="14018" y="18352"/>
                    </a:cubicBezTo>
                    <a:cubicBezTo>
                      <a:pt x="14609" y="18352"/>
                      <a:pt x="15200" y="18327"/>
                      <a:pt x="15768" y="18176"/>
                    </a:cubicBezTo>
                    <a:cubicBezTo>
                      <a:pt x="16717" y="17917"/>
                      <a:pt x="17530" y="17312"/>
                      <a:pt x="17993" y="16437"/>
                    </a:cubicBezTo>
                    <a:cubicBezTo>
                      <a:pt x="18140" y="16160"/>
                      <a:pt x="18247" y="15867"/>
                      <a:pt x="18321" y="15562"/>
                    </a:cubicBezTo>
                    <a:cubicBezTo>
                      <a:pt x="18343" y="15477"/>
                      <a:pt x="18360" y="15392"/>
                      <a:pt x="18372" y="15302"/>
                    </a:cubicBezTo>
                    <a:cubicBezTo>
                      <a:pt x="18383" y="15228"/>
                      <a:pt x="18394" y="15183"/>
                      <a:pt x="18411" y="15132"/>
                    </a:cubicBezTo>
                    <a:cubicBezTo>
                      <a:pt x="18778" y="13867"/>
                      <a:pt x="18259" y="12569"/>
                      <a:pt x="17525" y="11546"/>
                    </a:cubicBezTo>
                    <a:cubicBezTo>
                      <a:pt x="17056" y="10880"/>
                      <a:pt x="16491" y="10287"/>
                      <a:pt x="15864" y="9767"/>
                    </a:cubicBezTo>
                    <a:cubicBezTo>
                      <a:pt x="15604" y="9553"/>
                      <a:pt x="15395" y="9254"/>
                      <a:pt x="15294" y="8932"/>
                    </a:cubicBezTo>
                    <a:cubicBezTo>
                      <a:pt x="15113" y="8378"/>
                      <a:pt x="15232" y="7605"/>
                      <a:pt x="15813" y="7339"/>
                    </a:cubicBezTo>
                    <a:cubicBezTo>
                      <a:pt x="15887" y="7305"/>
                      <a:pt x="15966" y="7283"/>
                      <a:pt x="16045" y="7266"/>
                    </a:cubicBezTo>
                    <a:cubicBezTo>
                      <a:pt x="16062" y="7260"/>
                      <a:pt x="16084" y="7260"/>
                      <a:pt x="16101" y="7254"/>
                    </a:cubicBezTo>
                    <a:cubicBezTo>
                      <a:pt x="16109" y="7253"/>
                      <a:pt x="16112" y="7253"/>
                      <a:pt x="16113" y="7253"/>
                    </a:cubicBezTo>
                    <a:cubicBezTo>
                      <a:pt x="16116" y="7253"/>
                      <a:pt x="16103" y="7256"/>
                      <a:pt x="16107" y="7256"/>
                    </a:cubicBezTo>
                    <a:cubicBezTo>
                      <a:pt x="16108" y="7256"/>
                      <a:pt x="16111" y="7256"/>
                      <a:pt x="16118" y="7254"/>
                    </a:cubicBezTo>
                    <a:cubicBezTo>
                      <a:pt x="16158" y="7249"/>
                      <a:pt x="16192" y="7249"/>
                      <a:pt x="16231" y="7249"/>
                    </a:cubicBezTo>
                    <a:cubicBezTo>
                      <a:pt x="16232" y="7249"/>
                      <a:pt x="16232" y="7249"/>
                      <a:pt x="16233" y="7249"/>
                    </a:cubicBezTo>
                    <a:lnTo>
                      <a:pt x="16233" y="7249"/>
                    </a:lnTo>
                    <a:cubicBezTo>
                      <a:pt x="17514" y="7192"/>
                      <a:pt x="18824" y="6819"/>
                      <a:pt x="19733" y="5859"/>
                    </a:cubicBezTo>
                    <a:cubicBezTo>
                      <a:pt x="20213" y="5357"/>
                      <a:pt x="20580" y="4736"/>
                      <a:pt x="20760" y="4058"/>
                    </a:cubicBezTo>
                    <a:cubicBezTo>
                      <a:pt x="20907" y="3499"/>
                      <a:pt x="20919" y="2917"/>
                      <a:pt x="20828" y="2347"/>
                    </a:cubicBezTo>
                    <a:cubicBezTo>
                      <a:pt x="20767" y="1986"/>
                      <a:pt x="20663" y="1635"/>
                      <a:pt x="20529" y="1298"/>
                    </a:cubicBezTo>
                    <a:lnTo>
                      <a:pt x="20529" y="1298"/>
                    </a:lnTo>
                    <a:cubicBezTo>
                      <a:pt x="21237" y="1835"/>
                      <a:pt x="21783" y="2567"/>
                      <a:pt x="22093" y="3409"/>
                    </a:cubicBezTo>
                    <a:cubicBezTo>
                      <a:pt x="22274" y="3900"/>
                      <a:pt x="22364" y="4431"/>
                      <a:pt x="22364" y="4956"/>
                    </a:cubicBezTo>
                    <a:cubicBezTo>
                      <a:pt x="22364" y="5159"/>
                      <a:pt x="22364" y="5363"/>
                      <a:pt x="22364" y="5560"/>
                    </a:cubicBezTo>
                    <a:lnTo>
                      <a:pt x="22364" y="6260"/>
                    </a:lnTo>
                    <a:cubicBezTo>
                      <a:pt x="22364" y="6342"/>
                      <a:pt x="22445" y="6402"/>
                      <a:pt x="22521" y="6402"/>
                    </a:cubicBezTo>
                    <a:cubicBezTo>
                      <a:pt x="22565" y="6402"/>
                      <a:pt x="22607" y="6382"/>
                      <a:pt x="22630" y="6334"/>
                    </a:cubicBezTo>
                    <a:cubicBezTo>
                      <a:pt x="23031" y="5425"/>
                      <a:pt x="23358" y="4442"/>
                      <a:pt x="23341" y="3442"/>
                    </a:cubicBezTo>
                    <a:cubicBezTo>
                      <a:pt x="23324" y="2782"/>
                      <a:pt x="23144" y="2121"/>
                      <a:pt x="22743" y="1584"/>
                    </a:cubicBezTo>
                    <a:cubicBezTo>
                      <a:pt x="22404" y="1138"/>
                      <a:pt x="21952" y="794"/>
                      <a:pt x="21449" y="545"/>
                    </a:cubicBezTo>
                    <a:cubicBezTo>
                      <a:pt x="21020" y="342"/>
                      <a:pt x="20563" y="195"/>
                      <a:pt x="20094" y="105"/>
                    </a:cubicBezTo>
                    <a:cubicBezTo>
                      <a:pt x="19840" y="54"/>
                      <a:pt x="19563" y="9"/>
                      <a:pt x="19298" y="3"/>
                    </a:cubicBezTo>
                    <a:lnTo>
                      <a:pt x="19275" y="3"/>
                    </a:lnTo>
                    <a:cubicBezTo>
                      <a:pt x="19236" y="1"/>
                      <a:pt x="19196" y="1"/>
                      <a:pt x="19155"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4" name="Google Shape;1284;p44">
                <a:extLst>
                  <a:ext uri="{FF2B5EF4-FFF2-40B4-BE49-F238E27FC236}">
                    <a16:creationId xmlns:a16="http://schemas.microsoft.com/office/drawing/2014/main" id="{587E29B9-26DE-E173-053C-2CD8149A6762}"/>
                  </a:ext>
                </a:extLst>
              </p:cNvPr>
              <p:cNvSpPr/>
              <p:nvPr/>
            </p:nvSpPr>
            <p:spPr>
              <a:xfrm>
                <a:off x="4769675" y="3210750"/>
                <a:ext cx="8075" cy="10675"/>
              </a:xfrm>
              <a:custGeom>
                <a:avLst/>
                <a:gdLst/>
                <a:ahLst/>
                <a:cxnLst/>
                <a:rect l="l" t="t" r="r" b="b"/>
                <a:pathLst>
                  <a:path w="323" h="427" extrusionOk="0">
                    <a:moveTo>
                      <a:pt x="136" y="1"/>
                    </a:moveTo>
                    <a:cubicBezTo>
                      <a:pt x="126" y="1"/>
                      <a:pt x="117" y="2"/>
                      <a:pt x="108" y="5"/>
                    </a:cubicBezTo>
                    <a:cubicBezTo>
                      <a:pt x="97" y="10"/>
                      <a:pt x="86" y="16"/>
                      <a:pt x="74" y="22"/>
                    </a:cubicBezTo>
                    <a:cubicBezTo>
                      <a:pt x="52" y="33"/>
                      <a:pt x="35" y="50"/>
                      <a:pt x="23" y="73"/>
                    </a:cubicBezTo>
                    <a:lnTo>
                      <a:pt x="6" y="106"/>
                    </a:lnTo>
                    <a:cubicBezTo>
                      <a:pt x="1" y="129"/>
                      <a:pt x="1" y="157"/>
                      <a:pt x="6" y="180"/>
                    </a:cubicBezTo>
                    <a:cubicBezTo>
                      <a:pt x="23" y="231"/>
                      <a:pt x="35" y="276"/>
                      <a:pt x="40" y="321"/>
                    </a:cubicBezTo>
                    <a:cubicBezTo>
                      <a:pt x="46" y="344"/>
                      <a:pt x="57" y="361"/>
                      <a:pt x="69" y="372"/>
                    </a:cubicBezTo>
                    <a:cubicBezTo>
                      <a:pt x="80" y="389"/>
                      <a:pt x="91" y="400"/>
                      <a:pt x="108" y="406"/>
                    </a:cubicBezTo>
                    <a:cubicBezTo>
                      <a:pt x="125" y="417"/>
                      <a:pt x="142" y="423"/>
                      <a:pt x="159" y="423"/>
                    </a:cubicBezTo>
                    <a:cubicBezTo>
                      <a:pt x="170" y="425"/>
                      <a:pt x="180" y="427"/>
                      <a:pt x="189" y="427"/>
                    </a:cubicBezTo>
                    <a:cubicBezTo>
                      <a:pt x="198" y="427"/>
                      <a:pt x="207" y="425"/>
                      <a:pt x="215" y="423"/>
                    </a:cubicBezTo>
                    <a:cubicBezTo>
                      <a:pt x="227" y="417"/>
                      <a:pt x="238" y="411"/>
                      <a:pt x="249" y="406"/>
                    </a:cubicBezTo>
                    <a:cubicBezTo>
                      <a:pt x="272" y="394"/>
                      <a:pt x="289" y="377"/>
                      <a:pt x="300" y="355"/>
                    </a:cubicBezTo>
                    <a:lnTo>
                      <a:pt x="317" y="321"/>
                    </a:lnTo>
                    <a:cubicBezTo>
                      <a:pt x="323" y="298"/>
                      <a:pt x="323" y="276"/>
                      <a:pt x="317" y="248"/>
                    </a:cubicBezTo>
                    <a:cubicBezTo>
                      <a:pt x="306" y="202"/>
                      <a:pt x="294" y="152"/>
                      <a:pt x="283" y="106"/>
                    </a:cubicBezTo>
                    <a:cubicBezTo>
                      <a:pt x="278" y="89"/>
                      <a:pt x="266" y="73"/>
                      <a:pt x="255" y="56"/>
                    </a:cubicBezTo>
                    <a:cubicBezTo>
                      <a:pt x="244" y="44"/>
                      <a:pt x="232" y="33"/>
                      <a:pt x="215" y="22"/>
                    </a:cubicBezTo>
                    <a:cubicBezTo>
                      <a:pt x="198" y="10"/>
                      <a:pt x="182" y="5"/>
                      <a:pt x="165" y="5"/>
                    </a:cubicBezTo>
                    <a:cubicBezTo>
                      <a:pt x="156" y="2"/>
                      <a:pt x="146" y="1"/>
                      <a:pt x="136"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5" name="Google Shape;1285;p44">
                <a:extLst>
                  <a:ext uri="{FF2B5EF4-FFF2-40B4-BE49-F238E27FC236}">
                    <a16:creationId xmlns:a16="http://schemas.microsoft.com/office/drawing/2014/main" id="{CAA6AF0C-AB5C-7ABC-E2F6-4824247CC7CA}"/>
                  </a:ext>
                </a:extLst>
              </p:cNvPr>
              <p:cNvSpPr/>
              <p:nvPr/>
            </p:nvSpPr>
            <p:spPr>
              <a:xfrm>
                <a:off x="4772800" y="3228450"/>
                <a:ext cx="7500" cy="9950"/>
              </a:xfrm>
              <a:custGeom>
                <a:avLst/>
                <a:gdLst/>
                <a:ahLst/>
                <a:cxnLst/>
                <a:rect l="l" t="t" r="r" b="b"/>
                <a:pathLst>
                  <a:path w="300" h="398" extrusionOk="0">
                    <a:moveTo>
                      <a:pt x="158" y="0"/>
                    </a:moveTo>
                    <a:cubicBezTo>
                      <a:pt x="153" y="0"/>
                      <a:pt x="147" y="1"/>
                      <a:pt x="141" y="3"/>
                    </a:cubicBezTo>
                    <a:lnTo>
                      <a:pt x="107" y="3"/>
                    </a:lnTo>
                    <a:cubicBezTo>
                      <a:pt x="85" y="14"/>
                      <a:pt x="62" y="25"/>
                      <a:pt x="45" y="42"/>
                    </a:cubicBezTo>
                    <a:cubicBezTo>
                      <a:pt x="34" y="53"/>
                      <a:pt x="28" y="59"/>
                      <a:pt x="23" y="70"/>
                    </a:cubicBezTo>
                    <a:cubicBezTo>
                      <a:pt x="11" y="93"/>
                      <a:pt x="0" y="116"/>
                      <a:pt x="0" y="144"/>
                    </a:cubicBezTo>
                    <a:cubicBezTo>
                      <a:pt x="6" y="178"/>
                      <a:pt x="11" y="217"/>
                      <a:pt x="17" y="257"/>
                    </a:cubicBezTo>
                    <a:cubicBezTo>
                      <a:pt x="11" y="274"/>
                      <a:pt x="17" y="296"/>
                      <a:pt x="28" y="313"/>
                    </a:cubicBezTo>
                    <a:cubicBezTo>
                      <a:pt x="34" y="330"/>
                      <a:pt x="40" y="342"/>
                      <a:pt x="57" y="358"/>
                    </a:cubicBezTo>
                    <a:cubicBezTo>
                      <a:pt x="68" y="370"/>
                      <a:pt x="85" y="381"/>
                      <a:pt x="102" y="387"/>
                    </a:cubicBezTo>
                    <a:cubicBezTo>
                      <a:pt x="119" y="392"/>
                      <a:pt x="136" y="398"/>
                      <a:pt x="158" y="398"/>
                    </a:cubicBezTo>
                    <a:lnTo>
                      <a:pt x="192" y="392"/>
                    </a:lnTo>
                    <a:cubicBezTo>
                      <a:pt x="215" y="387"/>
                      <a:pt x="237" y="375"/>
                      <a:pt x="254" y="358"/>
                    </a:cubicBezTo>
                    <a:cubicBezTo>
                      <a:pt x="266" y="347"/>
                      <a:pt x="271" y="336"/>
                      <a:pt x="277" y="330"/>
                    </a:cubicBezTo>
                    <a:cubicBezTo>
                      <a:pt x="288" y="308"/>
                      <a:pt x="299" y="285"/>
                      <a:pt x="299" y="257"/>
                    </a:cubicBezTo>
                    <a:cubicBezTo>
                      <a:pt x="294" y="217"/>
                      <a:pt x="288" y="178"/>
                      <a:pt x="282" y="144"/>
                    </a:cubicBezTo>
                    <a:cubicBezTo>
                      <a:pt x="288" y="121"/>
                      <a:pt x="282" y="104"/>
                      <a:pt x="271" y="87"/>
                    </a:cubicBezTo>
                    <a:cubicBezTo>
                      <a:pt x="266" y="70"/>
                      <a:pt x="260" y="53"/>
                      <a:pt x="243" y="42"/>
                    </a:cubicBezTo>
                    <a:cubicBezTo>
                      <a:pt x="232" y="25"/>
                      <a:pt x="215" y="20"/>
                      <a:pt x="198" y="14"/>
                    </a:cubicBezTo>
                    <a:cubicBezTo>
                      <a:pt x="185" y="6"/>
                      <a:pt x="173" y="0"/>
                      <a:pt x="158"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6" name="Google Shape;1286;p44">
                <a:extLst>
                  <a:ext uri="{FF2B5EF4-FFF2-40B4-BE49-F238E27FC236}">
                    <a16:creationId xmlns:a16="http://schemas.microsoft.com/office/drawing/2014/main" id="{8F5BD076-F6D1-7246-A28C-0C7DFB554146}"/>
                  </a:ext>
                </a:extLst>
              </p:cNvPr>
              <p:cNvSpPr/>
              <p:nvPr/>
            </p:nvSpPr>
            <p:spPr>
              <a:xfrm>
                <a:off x="4771525" y="3219375"/>
                <a:ext cx="7775" cy="10425"/>
              </a:xfrm>
              <a:custGeom>
                <a:avLst/>
                <a:gdLst/>
                <a:ahLst/>
                <a:cxnLst/>
                <a:rect l="l" t="t" r="r" b="b"/>
                <a:pathLst>
                  <a:path w="311" h="417" extrusionOk="0">
                    <a:moveTo>
                      <a:pt x="136" y="0"/>
                    </a:moveTo>
                    <a:cubicBezTo>
                      <a:pt x="126" y="0"/>
                      <a:pt x="116" y="1"/>
                      <a:pt x="108" y="4"/>
                    </a:cubicBezTo>
                    <a:cubicBezTo>
                      <a:pt x="96" y="10"/>
                      <a:pt x="85" y="16"/>
                      <a:pt x="74" y="21"/>
                    </a:cubicBezTo>
                    <a:cubicBezTo>
                      <a:pt x="51" y="32"/>
                      <a:pt x="34" y="49"/>
                      <a:pt x="23" y="72"/>
                    </a:cubicBezTo>
                    <a:lnTo>
                      <a:pt x="12" y="106"/>
                    </a:lnTo>
                    <a:cubicBezTo>
                      <a:pt x="0" y="128"/>
                      <a:pt x="0" y="151"/>
                      <a:pt x="12" y="179"/>
                    </a:cubicBezTo>
                    <a:cubicBezTo>
                      <a:pt x="17" y="224"/>
                      <a:pt x="23" y="270"/>
                      <a:pt x="34" y="315"/>
                    </a:cubicBezTo>
                    <a:cubicBezTo>
                      <a:pt x="34" y="332"/>
                      <a:pt x="45" y="349"/>
                      <a:pt x="57" y="360"/>
                    </a:cubicBezTo>
                    <a:cubicBezTo>
                      <a:pt x="68" y="377"/>
                      <a:pt x="79" y="388"/>
                      <a:pt x="96" y="400"/>
                    </a:cubicBezTo>
                    <a:cubicBezTo>
                      <a:pt x="113" y="411"/>
                      <a:pt x="130" y="416"/>
                      <a:pt x="147" y="416"/>
                    </a:cubicBezTo>
                    <a:cubicBezTo>
                      <a:pt x="170" y="416"/>
                      <a:pt x="187" y="416"/>
                      <a:pt x="204" y="411"/>
                    </a:cubicBezTo>
                    <a:cubicBezTo>
                      <a:pt x="215" y="405"/>
                      <a:pt x="226" y="405"/>
                      <a:pt x="237" y="400"/>
                    </a:cubicBezTo>
                    <a:cubicBezTo>
                      <a:pt x="260" y="388"/>
                      <a:pt x="277" y="371"/>
                      <a:pt x="288" y="349"/>
                    </a:cubicBezTo>
                    <a:lnTo>
                      <a:pt x="305" y="315"/>
                    </a:lnTo>
                    <a:cubicBezTo>
                      <a:pt x="311" y="287"/>
                      <a:pt x="311" y="264"/>
                      <a:pt x="305" y="236"/>
                    </a:cubicBezTo>
                    <a:cubicBezTo>
                      <a:pt x="300" y="191"/>
                      <a:pt x="288" y="145"/>
                      <a:pt x="283" y="106"/>
                    </a:cubicBezTo>
                    <a:cubicBezTo>
                      <a:pt x="277" y="83"/>
                      <a:pt x="266" y="66"/>
                      <a:pt x="254" y="55"/>
                    </a:cubicBezTo>
                    <a:cubicBezTo>
                      <a:pt x="243" y="38"/>
                      <a:pt x="232" y="27"/>
                      <a:pt x="215" y="21"/>
                    </a:cubicBezTo>
                    <a:cubicBezTo>
                      <a:pt x="198" y="10"/>
                      <a:pt x="181" y="4"/>
                      <a:pt x="164" y="4"/>
                    </a:cubicBezTo>
                    <a:cubicBezTo>
                      <a:pt x="156" y="1"/>
                      <a:pt x="146" y="0"/>
                      <a:pt x="136"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7" name="Google Shape;1287;p44">
                <a:extLst>
                  <a:ext uri="{FF2B5EF4-FFF2-40B4-BE49-F238E27FC236}">
                    <a16:creationId xmlns:a16="http://schemas.microsoft.com/office/drawing/2014/main" id="{56E74165-FDDD-DFC7-99EA-4CDDB244FF34}"/>
                  </a:ext>
                </a:extLst>
              </p:cNvPr>
              <p:cNvSpPr/>
              <p:nvPr/>
            </p:nvSpPr>
            <p:spPr>
              <a:xfrm>
                <a:off x="4754425" y="3175975"/>
                <a:ext cx="10200" cy="11850"/>
              </a:xfrm>
              <a:custGeom>
                <a:avLst/>
                <a:gdLst/>
                <a:ahLst/>
                <a:cxnLst/>
                <a:rect l="l" t="t" r="r" b="b"/>
                <a:pathLst>
                  <a:path w="408" h="474" extrusionOk="0">
                    <a:moveTo>
                      <a:pt x="125" y="1"/>
                    </a:moveTo>
                    <a:cubicBezTo>
                      <a:pt x="108" y="7"/>
                      <a:pt x="86" y="12"/>
                      <a:pt x="74" y="18"/>
                    </a:cubicBezTo>
                    <a:cubicBezTo>
                      <a:pt x="40" y="40"/>
                      <a:pt x="18" y="69"/>
                      <a:pt x="7" y="103"/>
                    </a:cubicBezTo>
                    <a:cubicBezTo>
                      <a:pt x="1" y="142"/>
                      <a:pt x="1" y="182"/>
                      <a:pt x="24" y="215"/>
                    </a:cubicBezTo>
                    <a:cubicBezTo>
                      <a:pt x="63" y="278"/>
                      <a:pt x="103" y="340"/>
                      <a:pt x="142" y="402"/>
                    </a:cubicBezTo>
                    <a:cubicBezTo>
                      <a:pt x="159" y="436"/>
                      <a:pt x="187" y="458"/>
                      <a:pt x="227" y="470"/>
                    </a:cubicBezTo>
                    <a:cubicBezTo>
                      <a:pt x="235" y="472"/>
                      <a:pt x="244" y="474"/>
                      <a:pt x="252" y="474"/>
                    </a:cubicBezTo>
                    <a:cubicBezTo>
                      <a:pt x="261" y="474"/>
                      <a:pt x="269" y="472"/>
                      <a:pt x="278" y="470"/>
                    </a:cubicBezTo>
                    <a:cubicBezTo>
                      <a:pt x="300" y="470"/>
                      <a:pt x="317" y="464"/>
                      <a:pt x="334" y="453"/>
                    </a:cubicBezTo>
                    <a:cubicBezTo>
                      <a:pt x="362" y="436"/>
                      <a:pt x="391" y="407"/>
                      <a:pt x="396" y="368"/>
                    </a:cubicBezTo>
                    <a:cubicBezTo>
                      <a:pt x="408" y="334"/>
                      <a:pt x="402" y="295"/>
                      <a:pt x="385" y="261"/>
                    </a:cubicBezTo>
                    <a:cubicBezTo>
                      <a:pt x="345" y="199"/>
                      <a:pt x="306" y="131"/>
                      <a:pt x="266" y="69"/>
                    </a:cubicBezTo>
                    <a:cubicBezTo>
                      <a:pt x="244" y="40"/>
                      <a:pt x="216" y="18"/>
                      <a:pt x="182" y="7"/>
                    </a:cubicBezTo>
                    <a:cubicBezTo>
                      <a:pt x="159" y="1"/>
                      <a:pt x="142" y="1"/>
                      <a:pt x="125"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8" name="Google Shape;1288;p44">
                <a:extLst>
                  <a:ext uri="{FF2B5EF4-FFF2-40B4-BE49-F238E27FC236}">
                    <a16:creationId xmlns:a16="http://schemas.microsoft.com/office/drawing/2014/main" id="{C0D7C25B-618C-73D8-4C9F-FC4BBE52B067}"/>
                  </a:ext>
                </a:extLst>
              </p:cNvPr>
              <p:cNvSpPr/>
              <p:nvPr/>
            </p:nvSpPr>
            <p:spPr>
              <a:xfrm>
                <a:off x="4758100" y="3182850"/>
                <a:ext cx="11900" cy="15625"/>
              </a:xfrm>
              <a:custGeom>
                <a:avLst/>
                <a:gdLst/>
                <a:ahLst/>
                <a:cxnLst/>
                <a:rect l="l" t="t" r="r" b="b"/>
                <a:pathLst>
                  <a:path w="476" h="625" extrusionOk="0">
                    <a:moveTo>
                      <a:pt x="161" y="0"/>
                    </a:moveTo>
                    <a:cubicBezTo>
                      <a:pt x="136" y="0"/>
                      <a:pt x="112" y="6"/>
                      <a:pt x="91" y="20"/>
                    </a:cubicBezTo>
                    <a:cubicBezTo>
                      <a:pt x="23" y="59"/>
                      <a:pt x="1" y="144"/>
                      <a:pt x="40" y="212"/>
                    </a:cubicBezTo>
                    <a:cubicBezTo>
                      <a:pt x="102" y="324"/>
                      <a:pt x="159" y="437"/>
                      <a:pt x="210" y="556"/>
                    </a:cubicBezTo>
                    <a:cubicBezTo>
                      <a:pt x="227" y="584"/>
                      <a:pt x="266" y="612"/>
                      <a:pt x="294" y="618"/>
                    </a:cubicBezTo>
                    <a:cubicBezTo>
                      <a:pt x="306" y="622"/>
                      <a:pt x="320" y="624"/>
                      <a:pt x="334" y="624"/>
                    </a:cubicBezTo>
                    <a:cubicBezTo>
                      <a:pt x="359" y="624"/>
                      <a:pt x="385" y="618"/>
                      <a:pt x="407" y="607"/>
                    </a:cubicBezTo>
                    <a:cubicBezTo>
                      <a:pt x="436" y="584"/>
                      <a:pt x="464" y="556"/>
                      <a:pt x="469" y="522"/>
                    </a:cubicBezTo>
                    <a:lnTo>
                      <a:pt x="475" y="483"/>
                    </a:lnTo>
                    <a:cubicBezTo>
                      <a:pt x="475" y="460"/>
                      <a:pt x="469" y="437"/>
                      <a:pt x="458" y="415"/>
                    </a:cubicBezTo>
                    <a:cubicBezTo>
                      <a:pt x="402" y="296"/>
                      <a:pt x="345" y="183"/>
                      <a:pt x="283" y="70"/>
                    </a:cubicBezTo>
                    <a:cubicBezTo>
                      <a:pt x="261" y="25"/>
                      <a:pt x="210" y="0"/>
                      <a:pt x="161"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9" name="Google Shape;1289;p44">
                <a:extLst>
                  <a:ext uri="{FF2B5EF4-FFF2-40B4-BE49-F238E27FC236}">
                    <a16:creationId xmlns:a16="http://schemas.microsoft.com/office/drawing/2014/main" id="{6C044B0D-BB18-FF36-F4D0-F6F0A36CE702}"/>
                  </a:ext>
                </a:extLst>
              </p:cNvPr>
              <p:cNvSpPr/>
              <p:nvPr/>
            </p:nvSpPr>
            <p:spPr>
              <a:xfrm>
                <a:off x="4749775" y="3169350"/>
                <a:ext cx="10625" cy="11750"/>
              </a:xfrm>
              <a:custGeom>
                <a:avLst/>
                <a:gdLst/>
                <a:ahLst/>
                <a:cxnLst/>
                <a:rect l="l" t="t" r="r" b="b"/>
                <a:pathLst>
                  <a:path w="425" h="470" extrusionOk="0">
                    <a:moveTo>
                      <a:pt x="125" y="0"/>
                    </a:moveTo>
                    <a:cubicBezTo>
                      <a:pt x="108" y="0"/>
                      <a:pt x="91" y="6"/>
                      <a:pt x="74" y="17"/>
                    </a:cubicBezTo>
                    <a:cubicBezTo>
                      <a:pt x="40" y="40"/>
                      <a:pt x="18" y="68"/>
                      <a:pt x="6" y="102"/>
                    </a:cubicBezTo>
                    <a:cubicBezTo>
                      <a:pt x="6" y="113"/>
                      <a:pt x="6" y="130"/>
                      <a:pt x="1" y="142"/>
                    </a:cubicBezTo>
                    <a:cubicBezTo>
                      <a:pt x="1" y="164"/>
                      <a:pt x="6" y="192"/>
                      <a:pt x="23" y="209"/>
                    </a:cubicBezTo>
                    <a:cubicBezTo>
                      <a:pt x="68" y="272"/>
                      <a:pt x="114" y="334"/>
                      <a:pt x="159" y="401"/>
                    </a:cubicBezTo>
                    <a:cubicBezTo>
                      <a:pt x="164" y="418"/>
                      <a:pt x="176" y="430"/>
                      <a:pt x="193" y="441"/>
                    </a:cubicBezTo>
                    <a:cubicBezTo>
                      <a:pt x="204" y="452"/>
                      <a:pt x="221" y="458"/>
                      <a:pt x="238" y="464"/>
                    </a:cubicBezTo>
                    <a:cubicBezTo>
                      <a:pt x="260" y="469"/>
                      <a:pt x="277" y="469"/>
                      <a:pt x="294" y="469"/>
                    </a:cubicBezTo>
                    <a:cubicBezTo>
                      <a:pt x="317" y="464"/>
                      <a:pt x="334" y="464"/>
                      <a:pt x="351" y="452"/>
                    </a:cubicBezTo>
                    <a:cubicBezTo>
                      <a:pt x="379" y="430"/>
                      <a:pt x="407" y="401"/>
                      <a:pt x="413" y="368"/>
                    </a:cubicBezTo>
                    <a:cubicBezTo>
                      <a:pt x="424" y="328"/>
                      <a:pt x="418" y="288"/>
                      <a:pt x="402" y="255"/>
                    </a:cubicBezTo>
                    <a:cubicBezTo>
                      <a:pt x="356" y="192"/>
                      <a:pt x="311" y="130"/>
                      <a:pt x="266" y="68"/>
                    </a:cubicBezTo>
                    <a:cubicBezTo>
                      <a:pt x="255" y="51"/>
                      <a:pt x="243" y="40"/>
                      <a:pt x="226" y="29"/>
                    </a:cubicBezTo>
                    <a:cubicBezTo>
                      <a:pt x="215" y="17"/>
                      <a:pt x="198" y="12"/>
                      <a:pt x="181" y="6"/>
                    </a:cubicBezTo>
                    <a:cubicBezTo>
                      <a:pt x="164" y="0"/>
                      <a:pt x="142" y="0"/>
                      <a:pt x="125"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90" name="Google Shape;1290;p44">
                <a:extLst>
                  <a:ext uri="{FF2B5EF4-FFF2-40B4-BE49-F238E27FC236}">
                    <a16:creationId xmlns:a16="http://schemas.microsoft.com/office/drawing/2014/main" id="{08EE45C1-7D25-9B24-C80F-9EDA8B8DCD70}"/>
                  </a:ext>
                </a:extLst>
              </p:cNvPr>
              <p:cNvSpPr/>
              <p:nvPr/>
            </p:nvSpPr>
            <p:spPr>
              <a:xfrm>
                <a:off x="4744700" y="3163000"/>
                <a:ext cx="11025" cy="11875"/>
              </a:xfrm>
              <a:custGeom>
                <a:avLst/>
                <a:gdLst/>
                <a:ahLst/>
                <a:cxnLst/>
                <a:rect l="l" t="t" r="r" b="b"/>
                <a:pathLst>
                  <a:path w="441" h="475" extrusionOk="0">
                    <a:moveTo>
                      <a:pt x="141" y="0"/>
                    </a:moveTo>
                    <a:cubicBezTo>
                      <a:pt x="124" y="0"/>
                      <a:pt x="108" y="6"/>
                      <a:pt x="91" y="12"/>
                    </a:cubicBezTo>
                    <a:cubicBezTo>
                      <a:pt x="68" y="17"/>
                      <a:pt x="57" y="29"/>
                      <a:pt x="45" y="40"/>
                    </a:cubicBezTo>
                    <a:cubicBezTo>
                      <a:pt x="17" y="68"/>
                      <a:pt x="0" y="102"/>
                      <a:pt x="0" y="141"/>
                    </a:cubicBezTo>
                    <a:cubicBezTo>
                      <a:pt x="0" y="153"/>
                      <a:pt x="6" y="164"/>
                      <a:pt x="6" y="181"/>
                    </a:cubicBezTo>
                    <a:cubicBezTo>
                      <a:pt x="12" y="204"/>
                      <a:pt x="23" y="226"/>
                      <a:pt x="45" y="243"/>
                    </a:cubicBezTo>
                    <a:cubicBezTo>
                      <a:pt x="96" y="305"/>
                      <a:pt x="147" y="367"/>
                      <a:pt x="198" y="430"/>
                    </a:cubicBezTo>
                    <a:cubicBezTo>
                      <a:pt x="209" y="446"/>
                      <a:pt x="226" y="458"/>
                      <a:pt x="243" y="463"/>
                    </a:cubicBezTo>
                    <a:cubicBezTo>
                      <a:pt x="260" y="469"/>
                      <a:pt x="277" y="475"/>
                      <a:pt x="300" y="475"/>
                    </a:cubicBezTo>
                    <a:cubicBezTo>
                      <a:pt x="317" y="475"/>
                      <a:pt x="333" y="469"/>
                      <a:pt x="350" y="463"/>
                    </a:cubicBezTo>
                    <a:cubicBezTo>
                      <a:pt x="373" y="458"/>
                      <a:pt x="384" y="446"/>
                      <a:pt x="401" y="430"/>
                    </a:cubicBezTo>
                    <a:cubicBezTo>
                      <a:pt x="424" y="407"/>
                      <a:pt x="441" y="367"/>
                      <a:pt x="441" y="333"/>
                    </a:cubicBezTo>
                    <a:cubicBezTo>
                      <a:pt x="441" y="322"/>
                      <a:pt x="435" y="305"/>
                      <a:pt x="435" y="294"/>
                    </a:cubicBezTo>
                    <a:cubicBezTo>
                      <a:pt x="429" y="271"/>
                      <a:pt x="418" y="249"/>
                      <a:pt x="401" y="232"/>
                    </a:cubicBezTo>
                    <a:cubicBezTo>
                      <a:pt x="350" y="170"/>
                      <a:pt x="294" y="102"/>
                      <a:pt x="243" y="40"/>
                    </a:cubicBezTo>
                    <a:cubicBezTo>
                      <a:pt x="232" y="29"/>
                      <a:pt x="215" y="17"/>
                      <a:pt x="198" y="12"/>
                    </a:cubicBezTo>
                    <a:cubicBezTo>
                      <a:pt x="181" y="6"/>
                      <a:pt x="164" y="0"/>
                      <a:pt x="141"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91" name="Google Shape;1291;p44">
                <a:extLst>
                  <a:ext uri="{FF2B5EF4-FFF2-40B4-BE49-F238E27FC236}">
                    <a16:creationId xmlns:a16="http://schemas.microsoft.com/office/drawing/2014/main" id="{8B6B8990-1F6E-01F8-79FE-AE228DDFADCD}"/>
                  </a:ext>
                </a:extLst>
              </p:cNvPr>
              <p:cNvSpPr/>
              <p:nvPr/>
            </p:nvSpPr>
            <p:spPr>
              <a:xfrm>
                <a:off x="4767150" y="3202550"/>
                <a:ext cx="8625" cy="10725"/>
              </a:xfrm>
              <a:custGeom>
                <a:avLst/>
                <a:gdLst/>
                <a:ahLst/>
                <a:cxnLst/>
                <a:rect l="l" t="t" r="r" b="b"/>
                <a:pathLst>
                  <a:path w="345" h="429" extrusionOk="0">
                    <a:moveTo>
                      <a:pt x="139" y="1"/>
                    </a:moveTo>
                    <a:cubicBezTo>
                      <a:pt x="130" y="1"/>
                      <a:pt x="122" y="2"/>
                      <a:pt x="113" y="5"/>
                    </a:cubicBezTo>
                    <a:cubicBezTo>
                      <a:pt x="102" y="11"/>
                      <a:pt x="91" y="16"/>
                      <a:pt x="79" y="22"/>
                    </a:cubicBezTo>
                    <a:cubicBezTo>
                      <a:pt x="57" y="33"/>
                      <a:pt x="40" y="50"/>
                      <a:pt x="28" y="73"/>
                    </a:cubicBezTo>
                    <a:cubicBezTo>
                      <a:pt x="11" y="107"/>
                      <a:pt x="0" y="146"/>
                      <a:pt x="11" y="180"/>
                    </a:cubicBezTo>
                    <a:cubicBezTo>
                      <a:pt x="28" y="231"/>
                      <a:pt x="45" y="276"/>
                      <a:pt x="57" y="327"/>
                    </a:cubicBezTo>
                    <a:cubicBezTo>
                      <a:pt x="62" y="344"/>
                      <a:pt x="74" y="361"/>
                      <a:pt x="85" y="372"/>
                    </a:cubicBezTo>
                    <a:cubicBezTo>
                      <a:pt x="96" y="389"/>
                      <a:pt x="107" y="401"/>
                      <a:pt x="124" y="412"/>
                    </a:cubicBezTo>
                    <a:cubicBezTo>
                      <a:pt x="141" y="423"/>
                      <a:pt x="158" y="429"/>
                      <a:pt x="175" y="429"/>
                    </a:cubicBezTo>
                    <a:cubicBezTo>
                      <a:pt x="192" y="429"/>
                      <a:pt x="215" y="429"/>
                      <a:pt x="232" y="423"/>
                    </a:cubicBezTo>
                    <a:cubicBezTo>
                      <a:pt x="243" y="417"/>
                      <a:pt x="254" y="417"/>
                      <a:pt x="266" y="412"/>
                    </a:cubicBezTo>
                    <a:cubicBezTo>
                      <a:pt x="288" y="401"/>
                      <a:pt x="305" y="384"/>
                      <a:pt x="316" y="361"/>
                    </a:cubicBezTo>
                    <a:cubicBezTo>
                      <a:pt x="333" y="327"/>
                      <a:pt x="345" y="288"/>
                      <a:pt x="333" y="248"/>
                    </a:cubicBezTo>
                    <a:cubicBezTo>
                      <a:pt x="316" y="203"/>
                      <a:pt x="299" y="152"/>
                      <a:pt x="288" y="107"/>
                    </a:cubicBezTo>
                    <a:cubicBezTo>
                      <a:pt x="283" y="84"/>
                      <a:pt x="271" y="73"/>
                      <a:pt x="260" y="56"/>
                    </a:cubicBezTo>
                    <a:cubicBezTo>
                      <a:pt x="249" y="39"/>
                      <a:pt x="237" y="28"/>
                      <a:pt x="220" y="22"/>
                    </a:cubicBezTo>
                    <a:cubicBezTo>
                      <a:pt x="203" y="11"/>
                      <a:pt x="187" y="5"/>
                      <a:pt x="170" y="5"/>
                    </a:cubicBezTo>
                    <a:cubicBezTo>
                      <a:pt x="158" y="2"/>
                      <a:pt x="148" y="1"/>
                      <a:pt x="139"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92" name="Google Shape;1292;p44">
                <a:extLst>
                  <a:ext uri="{FF2B5EF4-FFF2-40B4-BE49-F238E27FC236}">
                    <a16:creationId xmlns:a16="http://schemas.microsoft.com/office/drawing/2014/main" id="{61BB1779-C211-17C0-FB45-8E670974C951}"/>
                  </a:ext>
                </a:extLst>
              </p:cNvPr>
              <p:cNvSpPr/>
              <p:nvPr/>
            </p:nvSpPr>
            <p:spPr>
              <a:xfrm>
                <a:off x="4764325" y="3194650"/>
                <a:ext cx="8625" cy="10825"/>
              </a:xfrm>
              <a:custGeom>
                <a:avLst/>
                <a:gdLst/>
                <a:ahLst/>
                <a:cxnLst/>
                <a:rect l="l" t="t" r="r" b="b"/>
                <a:pathLst>
                  <a:path w="345" h="433" extrusionOk="0">
                    <a:moveTo>
                      <a:pt x="136" y="1"/>
                    </a:moveTo>
                    <a:cubicBezTo>
                      <a:pt x="126" y="1"/>
                      <a:pt x="116" y="2"/>
                      <a:pt x="108" y="5"/>
                    </a:cubicBezTo>
                    <a:cubicBezTo>
                      <a:pt x="96" y="11"/>
                      <a:pt x="85" y="16"/>
                      <a:pt x="74" y="22"/>
                    </a:cubicBezTo>
                    <a:cubicBezTo>
                      <a:pt x="51" y="33"/>
                      <a:pt x="34" y="50"/>
                      <a:pt x="23" y="73"/>
                    </a:cubicBezTo>
                    <a:lnTo>
                      <a:pt x="6" y="107"/>
                    </a:lnTo>
                    <a:cubicBezTo>
                      <a:pt x="0" y="129"/>
                      <a:pt x="0" y="157"/>
                      <a:pt x="6" y="180"/>
                    </a:cubicBezTo>
                    <a:cubicBezTo>
                      <a:pt x="28" y="231"/>
                      <a:pt x="45" y="276"/>
                      <a:pt x="62" y="327"/>
                    </a:cubicBezTo>
                    <a:cubicBezTo>
                      <a:pt x="68" y="344"/>
                      <a:pt x="79" y="361"/>
                      <a:pt x="91" y="378"/>
                    </a:cubicBezTo>
                    <a:cubicBezTo>
                      <a:pt x="102" y="389"/>
                      <a:pt x="113" y="406"/>
                      <a:pt x="130" y="412"/>
                    </a:cubicBezTo>
                    <a:cubicBezTo>
                      <a:pt x="147" y="423"/>
                      <a:pt x="164" y="429"/>
                      <a:pt x="181" y="429"/>
                    </a:cubicBezTo>
                    <a:cubicBezTo>
                      <a:pt x="192" y="431"/>
                      <a:pt x="202" y="433"/>
                      <a:pt x="211" y="433"/>
                    </a:cubicBezTo>
                    <a:cubicBezTo>
                      <a:pt x="220" y="433"/>
                      <a:pt x="229" y="431"/>
                      <a:pt x="237" y="429"/>
                    </a:cubicBezTo>
                    <a:cubicBezTo>
                      <a:pt x="249" y="423"/>
                      <a:pt x="260" y="417"/>
                      <a:pt x="271" y="412"/>
                    </a:cubicBezTo>
                    <a:cubicBezTo>
                      <a:pt x="294" y="400"/>
                      <a:pt x="311" y="383"/>
                      <a:pt x="322" y="361"/>
                    </a:cubicBezTo>
                    <a:lnTo>
                      <a:pt x="339" y="327"/>
                    </a:lnTo>
                    <a:cubicBezTo>
                      <a:pt x="345" y="304"/>
                      <a:pt x="345" y="276"/>
                      <a:pt x="339" y="253"/>
                    </a:cubicBezTo>
                    <a:cubicBezTo>
                      <a:pt x="316" y="203"/>
                      <a:pt x="300" y="152"/>
                      <a:pt x="283" y="107"/>
                    </a:cubicBezTo>
                    <a:cubicBezTo>
                      <a:pt x="277" y="84"/>
                      <a:pt x="266" y="73"/>
                      <a:pt x="254" y="56"/>
                    </a:cubicBezTo>
                    <a:cubicBezTo>
                      <a:pt x="243" y="44"/>
                      <a:pt x="232" y="28"/>
                      <a:pt x="215" y="22"/>
                    </a:cubicBezTo>
                    <a:cubicBezTo>
                      <a:pt x="198" y="11"/>
                      <a:pt x="181" y="5"/>
                      <a:pt x="164" y="5"/>
                    </a:cubicBezTo>
                    <a:cubicBezTo>
                      <a:pt x="156" y="2"/>
                      <a:pt x="146" y="1"/>
                      <a:pt x="136"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93" name="Google Shape;1293;p44">
                <a:extLst>
                  <a:ext uri="{FF2B5EF4-FFF2-40B4-BE49-F238E27FC236}">
                    <a16:creationId xmlns:a16="http://schemas.microsoft.com/office/drawing/2014/main" id="{556912C9-70CA-9C45-6B8D-523343005147}"/>
                  </a:ext>
                </a:extLst>
              </p:cNvPr>
              <p:cNvSpPr/>
              <p:nvPr/>
            </p:nvSpPr>
            <p:spPr>
              <a:xfrm>
                <a:off x="4081975" y="3608550"/>
                <a:ext cx="999750" cy="705950"/>
              </a:xfrm>
              <a:custGeom>
                <a:avLst/>
                <a:gdLst/>
                <a:ahLst/>
                <a:cxnLst/>
                <a:rect l="l" t="t" r="r" b="b"/>
                <a:pathLst>
                  <a:path w="39990" h="28238" extrusionOk="0">
                    <a:moveTo>
                      <a:pt x="23780" y="300"/>
                    </a:moveTo>
                    <a:cubicBezTo>
                      <a:pt x="24485" y="893"/>
                      <a:pt x="25251" y="1417"/>
                      <a:pt x="26018" y="1910"/>
                    </a:cubicBezTo>
                    <a:cubicBezTo>
                      <a:pt x="26831" y="2430"/>
                      <a:pt x="27667" y="2915"/>
                      <a:pt x="28531" y="3344"/>
                    </a:cubicBezTo>
                    <a:cubicBezTo>
                      <a:pt x="29418" y="3785"/>
                      <a:pt x="30316" y="4186"/>
                      <a:pt x="31168" y="4694"/>
                    </a:cubicBezTo>
                    <a:cubicBezTo>
                      <a:pt x="33393" y="6021"/>
                      <a:pt x="35426" y="7840"/>
                      <a:pt x="36669" y="10138"/>
                    </a:cubicBezTo>
                    <a:cubicBezTo>
                      <a:pt x="36883" y="10527"/>
                      <a:pt x="37080" y="10916"/>
                      <a:pt x="37199" y="11338"/>
                    </a:cubicBezTo>
                    <a:lnTo>
                      <a:pt x="37199" y="11338"/>
                    </a:lnTo>
                    <a:cubicBezTo>
                      <a:pt x="37199" y="11339"/>
                      <a:pt x="37199" y="11340"/>
                      <a:pt x="37200" y="11341"/>
                    </a:cubicBezTo>
                    <a:cubicBezTo>
                      <a:pt x="37482" y="12290"/>
                      <a:pt x="37697" y="13261"/>
                      <a:pt x="37911" y="14227"/>
                    </a:cubicBezTo>
                    <a:cubicBezTo>
                      <a:pt x="38470" y="16813"/>
                      <a:pt x="38894" y="19434"/>
                      <a:pt x="39199" y="22060"/>
                    </a:cubicBezTo>
                    <a:cubicBezTo>
                      <a:pt x="39430" y="24018"/>
                      <a:pt x="39598" y="25986"/>
                      <a:pt x="39700" y="27955"/>
                    </a:cubicBezTo>
                    <a:lnTo>
                      <a:pt x="296" y="27955"/>
                    </a:lnTo>
                    <a:cubicBezTo>
                      <a:pt x="480" y="24417"/>
                      <a:pt x="867" y="20884"/>
                      <a:pt x="1469" y="17389"/>
                    </a:cubicBezTo>
                    <a:cubicBezTo>
                      <a:pt x="1796" y="15514"/>
                      <a:pt x="2175" y="13645"/>
                      <a:pt x="2661" y="11804"/>
                    </a:cubicBezTo>
                    <a:cubicBezTo>
                      <a:pt x="2836" y="11166"/>
                      <a:pt x="3067" y="10596"/>
                      <a:pt x="3395" y="10008"/>
                    </a:cubicBezTo>
                    <a:cubicBezTo>
                      <a:pt x="4569" y="7908"/>
                      <a:pt x="6399" y="6213"/>
                      <a:pt x="8421" y="4943"/>
                    </a:cubicBezTo>
                    <a:cubicBezTo>
                      <a:pt x="9189" y="4463"/>
                      <a:pt x="9985" y="4039"/>
                      <a:pt x="10804" y="3661"/>
                    </a:cubicBezTo>
                    <a:cubicBezTo>
                      <a:pt x="11662" y="3260"/>
                      <a:pt x="12498" y="2814"/>
                      <a:pt x="13306" y="2328"/>
                    </a:cubicBezTo>
                    <a:cubicBezTo>
                      <a:pt x="14294" y="1729"/>
                      <a:pt x="15248" y="1080"/>
                      <a:pt x="16146" y="357"/>
                    </a:cubicBezTo>
                    <a:cubicBezTo>
                      <a:pt x="16164" y="341"/>
                      <a:pt x="16182" y="327"/>
                      <a:pt x="16199" y="312"/>
                    </a:cubicBezTo>
                    <a:lnTo>
                      <a:pt x="16199" y="312"/>
                    </a:lnTo>
                    <a:cubicBezTo>
                      <a:pt x="16766" y="1161"/>
                      <a:pt x="17337" y="2004"/>
                      <a:pt x="17903" y="2853"/>
                    </a:cubicBezTo>
                    <a:cubicBezTo>
                      <a:pt x="17933" y="2900"/>
                      <a:pt x="17975" y="2921"/>
                      <a:pt x="18018" y="2921"/>
                    </a:cubicBezTo>
                    <a:cubicBezTo>
                      <a:pt x="18064" y="2921"/>
                      <a:pt x="18111" y="2897"/>
                      <a:pt x="18146" y="2853"/>
                    </a:cubicBezTo>
                    <a:lnTo>
                      <a:pt x="19981" y="437"/>
                    </a:lnTo>
                    <a:lnTo>
                      <a:pt x="19981" y="437"/>
                    </a:lnTo>
                    <a:cubicBezTo>
                      <a:pt x="20520" y="1244"/>
                      <a:pt x="21058" y="2046"/>
                      <a:pt x="21596" y="2853"/>
                    </a:cubicBezTo>
                    <a:cubicBezTo>
                      <a:pt x="21626" y="2900"/>
                      <a:pt x="21670" y="2921"/>
                      <a:pt x="21713" y="2921"/>
                    </a:cubicBezTo>
                    <a:cubicBezTo>
                      <a:pt x="21760" y="2921"/>
                      <a:pt x="21807" y="2897"/>
                      <a:pt x="21839" y="2853"/>
                    </a:cubicBezTo>
                    <a:cubicBezTo>
                      <a:pt x="22484" y="2000"/>
                      <a:pt x="23134" y="1153"/>
                      <a:pt x="23780" y="300"/>
                    </a:cubicBezTo>
                    <a:close/>
                    <a:moveTo>
                      <a:pt x="23761" y="0"/>
                    </a:moveTo>
                    <a:cubicBezTo>
                      <a:pt x="23742" y="0"/>
                      <a:pt x="23723" y="3"/>
                      <a:pt x="23703" y="7"/>
                    </a:cubicBezTo>
                    <a:cubicBezTo>
                      <a:pt x="23573" y="35"/>
                      <a:pt x="23460" y="255"/>
                      <a:pt x="23386" y="357"/>
                    </a:cubicBezTo>
                    <a:lnTo>
                      <a:pt x="22810" y="1114"/>
                    </a:lnTo>
                    <a:lnTo>
                      <a:pt x="21726" y="2542"/>
                    </a:lnTo>
                    <a:lnTo>
                      <a:pt x="21726" y="2542"/>
                    </a:lnTo>
                    <a:cubicBezTo>
                      <a:pt x="21187" y="1735"/>
                      <a:pt x="20649" y="928"/>
                      <a:pt x="20111" y="125"/>
                    </a:cubicBezTo>
                    <a:cubicBezTo>
                      <a:pt x="20081" y="79"/>
                      <a:pt x="20037" y="58"/>
                      <a:pt x="19994" y="58"/>
                    </a:cubicBezTo>
                    <a:cubicBezTo>
                      <a:pt x="19947" y="58"/>
                      <a:pt x="19900" y="82"/>
                      <a:pt x="19868" y="125"/>
                    </a:cubicBezTo>
                    <a:lnTo>
                      <a:pt x="18031" y="2543"/>
                    </a:lnTo>
                    <a:lnTo>
                      <a:pt x="18031" y="2543"/>
                    </a:lnTo>
                    <a:cubicBezTo>
                      <a:pt x="17545" y="1819"/>
                      <a:pt x="17063" y="1091"/>
                      <a:pt x="16581" y="368"/>
                    </a:cubicBezTo>
                    <a:cubicBezTo>
                      <a:pt x="16479" y="219"/>
                      <a:pt x="16373" y="5"/>
                      <a:pt x="16212" y="5"/>
                    </a:cubicBezTo>
                    <a:cubicBezTo>
                      <a:pt x="16161" y="5"/>
                      <a:pt x="16104" y="27"/>
                      <a:pt x="16039" y="80"/>
                    </a:cubicBezTo>
                    <a:cubicBezTo>
                      <a:pt x="15695" y="363"/>
                      <a:pt x="15339" y="628"/>
                      <a:pt x="14977" y="888"/>
                    </a:cubicBezTo>
                    <a:cubicBezTo>
                      <a:pt x="14266" y="1396"/>
                      <a:pt x="13532" y="1871"/>
                      <a:pt x="12775" y="2311"/>
                    </a:cubicBezTo>
                    <a:cubicBezTo>
                      <a:pt x="11821" y="2870"/>
                      <a:pt x="10821" y="3311"/>
                      <a:pt x="9838" y="3813"/>
                    </a:cubicBezTo>
                    <a:cubicBezTo>
                      <a:pt x="8223" y="4638"/>
                      <a:pt x="6704" y="5677"/>
                      <a:pt x="5411" y="6953"/>
                    </a:cubicBezTo>
                    <a:cubicBezTo>
                      <a:pt x="4558" y="7789"/>
                      <a:pt x="3796" y="8732"/>
                      <a:pt x="3203" y="9771"/>
                    </a:cubicBezTo>
                    <a:cubicBezTo>
                      <a:pt x="2937" y="10234"/>
                      <a:pt x="2689" y="10720"/>
                      <a:pt x="2531" y="11228"/>
                    </a:cubicBezTo>
                    <a:cubicBezTo>
                      <a:pt x="2135" y="12482"/>
                      <a:pt x="1876" y="13798"/>
                      <a:pt x="1616" y="15085"/>
                    </a:cubicBezTo>
                    <a:cubicBezTo>
                      <a:pt x="865" y="18801"/>
                      <a:pt x="373" y="22568"/>
                      <a:pt x="108" y="26346"/>
                    </a:cubicBezTo>
                    <a:cubicBezTo>
                      <a:pt x="68" y="26928"/>
                      <a:pt x="35" y="27515"/>
                      <a:pt x="6" y="28097"/>
                    </a:cubicBezTo>
                    <a:cubicBezTo>
                      <a:pt x="1" y="28176"/>
                      <a:pt x="74" y="28238"/>
                      <a:pt x="147" y="28238"/>
                    </a:cubicBezTo>
                    <a:lnTo>
                      <a:pt x="39848" y="28238"/>
                    </a:lnTo>
                    <a:cubicBezTo>
                      <a:pt x="39922" y="28238"/>
                      <a:pt x="39989" y="28176"/>
                      <a:pt x="39989" y="28097"/>
                    </a:cubicBezTo>
                    <a:cubicBezTo>
                      <a:pt x="39820" y="24737"/>
                      <a:pt x="39464" y="21382"/>
                      <a:pt x="38922" y="18056"/>
                    </a:cubicBezTo>
                    <a:cubicBezTo>
                      <a:pt x="38600" y="16096"/>
                      <a:pt x="38216" y="14148"/>
                      <a:pt x="37731" y="12222"/>
                    </a:cubicBezTo>
                    <a:cubicBezTo>
                      <a:pt x="37651" y="11900"/>
                      <a:pt x="37567" y="11578"/>
                      <a:pt x="37471" y="11262"/>
                    </a:cubicBezTo>
                    <a:cubicBezTo>
                      <a:pt x="37313" y="10697"/>
                      <a:pt x="37019" y="10149"/>
                      <a:pt x="36720" y="9647"/>
                    </a:cubicBezTo>
                    <a:cubicBezTo>
                      <a:pt x="35918" y="8292"/>
                      <a:pt x="34845" y="7106"/>
                      <a:pt x="33636" y="6095"/>
                    </a:cubicBezTo>
                    <a:cubicBezTo>
                      <a:pt x="32778" y="5378"/>
                      <a:pt x="31846" y="4745"/>
                      <a:pt x="30863" y="4192"/>
                    </a:cubicBezTo>
                    <a:cubicBezTo>
                      <a:pt x="29700" y="3542"/>
                      <a:pt x="28463" y="3028"/>
                      <a:pt x="27300" y="2362"/>
                    </a:cubicBezTo>
                    <a:cubicBezTo>
                      <a:pt x="26408" y="1848"/>
                      <a:pt x="25544" y="1283"/>
                      <a:pt x="24713" y="668"/>
                    </a:cubicBezTo>
                    <a:cubicBezTo>
                      <a:pt x="24493" y="504"/>
                      <a:pt x="24273" y="340"/>
                      <a:pt x="24064" y="165"/>
                    </a:cubicBezTo>
                    <a:cubicBezTo>
                      <a:pt x="23966" y="91"/>
                      <a:pt x="23884" y="0"/>
                      <a:pt x="23761"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94" name="Google Shape;1294;p44">
                <a:extLst>
                  <a:ext uri="{FF2B5EF4-FFF2-40B4-BE49-F238E27FC236}">
                    <a16:creationId xmlns:a16="http://schemas.microsoft.com/office/drawing/2014/main" id="{4908DC95-87F0-0D4D-9AE1-255837E630F3}"/>
                  </a:ext>
                </a:extLst>
              </p:cNvPr>
              <p:cNvSpPr/>
              <p:nvPr/>
            </p:nvSpPr>
            <p:spPr>
              <a:xfrm>
                <a:off x="4577950" y="3608700"/>
                <a:ext cx="101825" cy="72875"/>
              </a:xfrm>
              <a:custGeom>
                <a:avLst/>
                <a:gdLst/>
                <a:ahLst/>
                <a:cxnLst/>
                <a:rect l="l" t="t" r="r" b="b"/>
                <a:pathLst>
                  <a:path w="4073" h="2915" extrusionOk="0">
                    <a:moveTo>
                      <a:pt x="3599" y="283"/>
                    </a:moveTo>
                    <a:lnTo>
                      <a:pt x="2011" y="2373"/>
                    </a:lnTo>
                    <a:lnTo>
                      <a:pt x="1887" y="2536"/>
                    </a:lnTo>
                    <a:lnTo>
                      <a:pt x="1887" y="2536"/>
                    </a:lnTo>
                    <a:cubicBezTo>
                      <a:pt x="1421" y="1837"/>
                      <a:pt x="951" y="1141"/>
                      <a:pt x="486" y="441"/>
                    </a:cubicBezTo>
                    <a:lnTo>
                      <a:pt x="381" y="283"/>
                    </a:lnTo>
                    <a:close/>
                    <a:moveTo>
                      <a:pt x="187" y="1"/>
                    </a:moveTo>
                    <a:cubicBezTo>
                      <a:pt x="141" y="1"/>
                      <a:pt x="107" y="19"/>
                      <a:pt x="84" y="46"/>
                    </a:cubicBezTo>
                    <a:lnTo>
                      <a:pt x="84" y="46"/>
                    </a:lnTo>
                    <a:cubicBezTo>
                      <a:pt x="77" y="53"/>
                      <a:pt x="70" y="60"/>
                      <a:pt x="63" y="69"/>
                    </a:cubicBezTo>
                    <a:cubicBezTo>
                      <a:pt x="52" y="86"/>
                      <a:pt x="40" y="103"/>
                      <a:pt x="29" y="119"/>
                    </a:cubicBezTo>
                    <a:cubicBezTo>
                      <a:pt x="1" y="153"/>
                      <a:pt x="1" y="221"/>
                      <a:pt x="29" y="261"/>
                    </a:cubicBezTo>
                    <a:cubicBezTo>
                      <a:pt x="532" y="1017"/>
                      <a:pt x="1034" y="1769"/>
                      <a:pt x="1542" y="2525"/>
                    </a:cubicBezTo>
                    <a:cubicBezTo>
                      <a:pt x="1610" y="2633"/>
                      <a:pt x="1684" y="2740"/>
                      <a:pt x="1757" y="2847"/>
                    </a:cubicBezTo>
                    <a:cubicBezTo>
                      <a:pt x="1787" y="2894"/>
                      <a:pt x="1831" y="2915"/>
                      <a:pt x="1874" y="2915"/>
                    </a:cubicBezTo>
                    <a:cubicBezTo>
                      <a:pt x="1921" y="2915"/>
                      <a:pt x="1968" y="2891"/>
                      <a:pt x="2000" y="2847"/>
                    </a:cubicBezTo>
                    <a:lnTo>
                      <a:pt x="3751" y="543"/>
                    </a:lnTo>
                    <a:cubicBezTo>
                      <a:pt x="3835" y="430"/>
                      <a:pt x="3920" y="323"/>
                      <a:pt x="4005" y="210"/>
                    </a:cubicBezTo>
                    <a:cubicBezTo>
                      <a:pt x="4072" y="119"/>
                      <a:pt x="3976" y="1"/>
                      <a:pt x="3880"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95" name="Google Shape;1295;p44">
                <a:extLst>
                  <a:ext uri="{FF2B5EF4-FFF2-40B4-BE49-F238E27FC236}">
                    <a16:creationId xmlns:a16="http://schemas.microsoft.com/office/drawing/2014/main" id="{DA4F26B4-9AED-4328-3B82-BCDEA503F475}"/>
                  </a:ext>
                </a:extLst>
              </p:cNvPr>
              <p:cNvSpPr/>
              <p:nvPr/>
            </p:nvSpPr>
            <p:spPr>
              <a:xfrm>
                <a:off x="4484175" y="3608700"/>
                <a:ext cx="101300" cy="72875"/>
              </a:xfrm>
              <a:custGeom>
                <a:avLst/>
                <a:gdLst/>
                <a:ahLst/>
                <a:cxnLst/>
                <a:rect l="l" t="t" r="r" b="b"/>
                <a:pathLst>
                  <a:path w="4052" h="2915" extrusionOk="0">
                    <a:moveTo>
                      <a:pt x="3655" y="283"/>
                    </a:moveTo>
                    <a:cubicBezTo>
                      <a:pt x="3121" y="981"/>
                      <a:pt x="2592" y="1682"/>
                      <a:pt x="2058" y="2378"/>
                    </a:cubicBezTo>
                    <a:cubicBezTo>
                      <a:pt x="2020" y="2432"/>
                      <a:pt x="1982" y="2484"/>
                      <a:pt x="1943" y="2535"/>
                    </a:cubicBezTo>
                    <a:lnTo>
                      <a:pt x="1943" y="2535"/>
                    </a:lnTo>
                    <a:cubicBezTo>
                      <a:pt x="1467" y="1824"/>
                      <a:pt x="992" y="1113"/>
                      <a:pt x="516" y="402"/>
                    </a:cubicBezTo>
                    <a:cubicBezTo>
                      <a:pt x="490" y="362"/>
                      <a:pt x="464" y="323"/>
                      <a:pt x="439" y="283"/>
                    </a:cubicBezTo>
                    <a:close/>
                    <a:moveTo>
                      <a:pt x="171" y="1"/>
                    </a:moveTo>
                    <a:cubicBezTo>
                      <a:pt x="132" y="1"/>
                      <a:pt x="101" y="14"/>
                      <a:pt x="79" y="36"/>
                    </a:cubicBezTo>
                    <a:lnTo>
                      <a:pt x="79" y="36"/>
                    </a:lnTo>
                    <a:cubicBezTo>
                      <a:pt x="27" y="74"/>
                      <a:pt x="1" y="141"/>
                      <a:pt x="47" y="210"/>
                    </a:cubicBezTo>
                    <a:lnTo>
                      <a:pt x="1589" y="2514"/>
                    </a:lnTo>
                    <a:cubicBezTo>
                      <a:pt x="1668" y="2627"/>
                      <a:pt x="1741" y="2734"/>
                      <a:pt x="1815" y="2847"/>
                    </a:cubicBezTo>
                    <a:cubicBezTo>
                      <a:pt x="1845" y="2894"/>
                      <a:pt x="1887" y="2915"/>
                      <a:pt x="1930" y="2915"/>
                    </a:cubicBezTo>
                    <a:cubicBezTo>
                      <a:pt x="1976" y="2915"/>
                      <a:pt x="2023" y="2891"/>
                      <a:pt x="2058" y="2847"/>
                    </a:cubicBezTo>
                    <a:cubicBezTo>
                      <a:pt x="2628" y="2090"/>
                      <a:pt x="3204" y="1339"/>
                      <a:pt x="3774" y="583"/>
                    </a:cubicBezTo>
                    <a:cubicBezTo>
                      <a:pt x="3859" y="475"/>
                      <a:pt x="3938" y="368"/>
                      <a:pt x="4023" y="261"/>
                    </a:cubicBezTo>
                    <a:cubicBezTo>
                      <a:pt x="4051" y="221"/>
                      <a:pt x="4045" y="153"/>
                      <a:pt x="4023" y="119"/>
                    </a:cubicBezTo>
                    <a:cubicBezTo>
                      <a:pt x="3966" y="35"/>
                      <a:pt x="3910" y="1"/>
                      <a:pt x="3820"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96" name="Google Shape;1296;p44">
                <a:extLst>
                  <a:ext uri="{FF2B5EF4-FFF2-40B4-BE49-F238E27FC236}">
                    <a16:creationId xmlns:a16="http://schemas.microsoft.com/office/drawing/2014/main" id="{406C33A7-E586-E5CA-5F6F-7E1AB6F92C45}"/>
                  </a:ext>
                </a:extLst>
              </p:cNvPr>
              <p:cNvSpPr/>
              <p:nvPr/>
            </p:nvSpPr>
            <p:spPr>
              <a:xfrm>
                <a:off x="4577250" y="3608600"/>
                <a:ext cx="8925" cy="8325"/>
              </a:xfrm>
              <a:custGeom>
                <a:avLst/>
                <a:gdLst/>
                <a:ahLst/>
                <a:cxnLst/>
                <a:rect l="l" t="t" r="r" b="b"/>
                <a:pathLst>
                  <a:path w="357" h="333" extrusionOk="0">
                    <a:moveTo>
                      <a:pt x="215" y="1"/>
                    </a:moveTo>
                    <a:cubicBezTo>
                      <a:pt x="202" y="1"/>
                      <a:pt x="190" y="2"/>
                      <a:pt x="176" y="5"/>
                    </a:cubicBezTo>
                    <a:lnTo>
                      <a:pt x="142" y="5"/>
                    </a:lnTo>
                    <a:cubicBezTo>
                      <a:pt x="91" y="5"/>
                      <a:pt x="46" y="27"/>
                      <a:pt x="23" y="73"/>
                    </a:cubicBezTo>
                    <a:cubicBezTo>
                      <a:pt x="6" y="95"/>
                      <a:pt x="1" y="118"/>
                      <a:pt x="1" y="146"/>
                    </a:cubicBezTo>
                    <a:cubicBezTo>
                      <a:pt x="1" y="169"/>
                      <a:pt x="6" y="191"/>
                      <a:pt x="23" y="214"/>
                    </a:cubicBezTo>
                    <a:cubicBezTo>
                      <a:pt x="34" y="231"/>
                      <a:pt x="46" y="248"/>
                      <a:pt x="57" y="265"/>
                    </a:cubicBezTo>
                    <a:cubicBezTo>
                      <a:pt x="68" y="287"/>
                      <a:pt x="85" y="304"/>
                      <a:pt x="108" y="316"/>
                    </a:cubicBezTo>
                    <a:cubicBezTo>
                      <a:pt x="125" y="327"/>
                      <a:pt x="153" y="332"/>
                      <a:pt x="176" y="332"/>
                    </a:cubicBezTo>
                    <a:cubicBezTo>
                      <a:pt x="204" y="332"/>
                      <a:pt x="226" y="327"/>
                      <a:pt x="249" y="316"/>
                    </a:cubicBezTo>
                    <a:cubicBezTo>
                      <a:pt x="272" y="304"/>
                      <a:pt x="289" y="287"/>
                      <a:pt x="300" y="265"/>
                    </a:cubicBezTo>
                    <a:cubicBezTo>
                      <a:pt x="305" y="256"/>
                      <a:pt x="311" y="249"/>
                      <a:pt x="317" y="242"/>
                    </a:cubicBezTo>
                    <a:lnTo>
                      <a:pt x="317" y="242"/>
                    </a:lnTo>
                    <a:cubicBezTo>
                      <a:pt x="317" y="242"/>
                      <a:pt x="317" y="242"/>
                      <a:pt x="317" y="242"/>
                    </a:cubicBezTo>
                    <a:cubicBezTo>
                      <a:pt x="323" y="236"/>
                      <a:pt x="330" y="227"/>
                      <a:pt x="335" y="218"/>
                    </a:cubicBezTo>
                    <a:lnTo>
                      <a:pt x="335" y="218"/>
                    </a:lnTo>
                    <a:cubicBezTo>
                      <a:pt x="336" y="217"/>
                      <a:pt x="337" y="216"/>
                      <a:pt x="339" y="214"/>
                    </a:cubicBezTo>
                    <a:cubicBezTo>
                      <a:pt x="345" y="197"/>
                      <a:pt x="351" y="180"/>
                      <a:pt x="356" y="163"/>
                    </a:cubicBezTo>
                    <a:cubicBezTo>
                      <a:pt x="356" y="159"/>
                      <a:pt x="356" y="154"/>
                      <a:pt x="356" y="150"/>
                    </a:cubicBezTo>
                    <a:lnTo>
                      <a:pt x="356" y="150"/>
                    </a:lnTo>
                    <a:cubicBezTo>
                      <a:pt x="356" y="148"/>
                      <a:pt x="356" y="147"/>
                      <a:pt x="356" y="146"/>
                    </a:cubicBezTo>
                    <a:lnTo>
                      <a:pt x="356" y="145"/>
                    </a:lnTo>
                    <a:lnTo>
                      <a:pt x="356" y="145"/>
                    </a:lnTo>
                    <a:cubicBezTo>
                      <a:pt x="356" y="132"/>
                      <a:pt x="354" y="118"/>
                      <a:pt x="351" y="107"/>
                    </a:cubicBezTo>
                    <a:cubicBezTo>
                      <a:pt x="348" y="96"/>
                      <a:pt x="344" y="85"/>
                      <a:pt x="339" y="75"/>
                    </a:cubicBezTo>
                    <a:lnTo>
                      <a:pt x="339" y="75"/>
                    </a:lnTo>
                    <a:cubicBezTo>
                      <a:pt x="336" y="68"/>
                      <a:pt x="332" y="62"/>
                      <a:pt x="328" y="56"/>
                    </a:cubicBezTo>
                    <a:cubicBezTo>
                      <a:pt x="317" y="44"/>
                      <a:pt x="305" y="27"/>
                      <a:pt x="289" y="22"/>
                    </a:cubicBezTo>
                    <a:cubicBezTo>
                      <a:pt x="277" y="16"/>
                      <a:pt x="266" y="11"/>
                      <a:pt x="255" y="5"/>
                    </a:cubicBezTo>
                    <a:cubicBezTo>
                      <a:pt x="241" y="2"/>
                      <a:pt x="228" y="1"/>
                      <a:pt x="215"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297" name="Google Shape;1297;p44">
              <a:extLst>
                <a:ext uri="{FF2B5EF4-FFF2-40B4-BE49-F238E27FC236}">
                  <a16:creationId xmlns:a16="http://schemas.microsoft.com/office/drawing/2014/main" id="{47144173-1D2E-CA03-88FA-177B3257F00B}"/>
                </a:ext>
              </a:extLst>
            </p:cNvPr>
            <p:cNvGrpSpPr/>
            <p:nvPr/>
          </p:nvGrpSpPr>
          <p:grpSpPr>
            <a:xfrm>
              <a:off x="5266976" y="3118726"/>
              <a:ext cx="1403949" cy="1713667"/>
              <a:chOff x="2530500" y="1412150"/>
              <a:chExt cx="999750" cy="1220300"/>
            </a:xfrm>
          </p:grpSpPr>
          <p:sp>
            <p:nvSpPr>
              <p:cNvPr id="1298" name="Google Shape;1298;p44">
                <a:extLst>
                  <a:ext uri="{FF2B5EF4-FFF2-40B4-BE49-F238E27FC236}">
                    <a16:creationId xmlns:a16="http://schemas.microsoft.com/office/drawing/2014/main" id="{5B9F5ED7-4CF8-BC5C-74E5-5132F0A983A4}"/>
                  </a:ext>
                </a:extLst>
              </p:cNvPr>
              <p:cNvSpPr/>
              <p:nvPr/>
            </p:nvSpPr>
            <p:spPr>
              <a:xfrm>
                <a:off x="2932025" y="1470100"/>
                <a:ext cx="334350" cy="463500"/>
              </a:xfrm>
              <a:custGeom>
                <a:avLst/>
                <a:gdLst/>
                <a:ahLst/>
                <a:cxnLst/>
                <a:rect l="l" t="t" r="r" b="b"/>
                <a:pathLst>
                  <a:path w="13374" h="18540" extrusionOk="0">
                    <a:moveTo>
                      <a:pt x="2578" y="415"/>
                    </a:moveTo>
                    <a:lnTo>
                      <a:pt x="2578" y="415"/>
                    </a:lnTo>
                    <a:cubicBezTo>
                      <a:pt x="4084" y="774"/>
                      <a:pt x="5637" y="1007"/>
                      <a:pt x="7189" y="1007"/>
                    </a:cubicBezTo>
                    <a:cubicBezTo>
                      <a:pt x="7284" y="1007"/>
                      <a:pt x="7378" y="1006"/>
                      <a:pt x="7472" y="1004"/>
                    </a:cubicBezTo>
                    <a:cubicBezTo>
                      <a:pt x="8387" y="988"/>
                      <a:pt x="9330" y="897"/>
                      <a:pt x="10211" y="620"/>
                    </a:cubicBezTo>
                    <a:cubicBezTo>
                      <a:pt x="10318" y="586"/>
                      <a:pt x="10428" y="552"/>
                      <a:pt x="10534" y="508"/>
                    </a:cubicBezTo>
                    <a:lnTo>
                      <a:pt x="10534" y="508"/>
                    </a:lnTo>
                    <a:cubicBezTo>
                      <a:pt x="11027" y="1155"/>
                      <a:pt x="11345" y="1943"/>
                      <a:pt x="11426" y="2755"/>
                    </a:cubicBezTo>
                    <a:cubicBezTo>
                      <a:pt x="11465" y="3145"/>
                      <a:pt x="11454" y="3546"/>
                      <a:pt x="11454" y="3941"/>
                    </a:cubicBezTo>
                    <a:lnTo>
                      <a:pt x="11454" y="5359"/>
                    </a:lnTo>
                    <a:cubicBezTo>
                      <a:pt x="11454" y="5455"/>
                      <a:pt x="11426" y="5613"/>
                      <a:pt x="11493" y="5686"/>
                    </a:cubicBezTo>
                    <a:cubicBezTo>
                      <a:pt x="11584" y="5782"/>
                      <a:pt x="11714" y="5861"/>
                      <a:pt x="11815" y="5940"/>
                    </a:cubicBezTo>
                    <a:cubicBezTo>
                      <a:pt x="12160" y="6217"/>
                      <a:pt x="12504" y="6488"/>
                      <a:pt x="12854" y="6765"/>
                    </a:cubicBezTo>
                    <a:cubicBezTo>
                      <a:pt x="13029" y="6912"/>
                      <a:pt x="13120" y="7132"/>
                      <a:pt x="13018" y="7352"/>
                    </a:cubicBezTo>
                    <a:cubicBezTo>
                      <a:pt x="12922" y="7567"/>
                      <a:pt x="12702" y="7674"/>
                      <a:pt x="12476" y="7680"/>
                    </a:cubicBezTo>
                    <a:lnTo>
                      <a:pt x="11567" y="7680"/>
                    </a:lnTo>
                    <a:cubicBezTo>
                      <a:pt x="11488" y="7680"/>
                      <a:pt x="11431" y="7742"/>
                      <a:pt x="11426" y="7821"/>
                    </a:cubicBezTo>
                    <a:cubicBezTo>
                      <a:pt x="11267" y="9588"/>
                      <a:pt x="10307" y="11232"/>
                      <a:pt x="8833" y="12231"/>
                    </a:cubicBezTo>
                    <a:cubicBezTo>
                      <a:pt x="8421" y="12514"/>
                      <a:pt x="7975" y="12740"/>
                      <a:pt x="7512" y="12909"/>
                    </a:cubicBezTo>
                    <a:cubicBezTo>
                      <a:pt x="7450" y="12932"/>
                      <a:pt x="7405" y="12982"/>
                      <a:pt x="7405" y="13045"/>
                    </a:cubicBezTo>
                    <a:lnTo>
                      <a:pt x="7405" y="14857"/>
                    </a:lnTo>
                    <a:lnTo>
                      <a:pt x="7405" y="17738"/>
                    </a:lnTo>
                    <a:lnTo>
                      <a:pt x="7405" y="18257"/>
                    </a:lnTo>
                    <a:lnTo>
                      <a:pt x="283" y="18257"/>
                    </a:lnTo>
                    <a:lnTo>
                      <a:pt x="283" y="16710"/>
                    </a:lnTo>
                    <a:lnTo>
                      <a:pt x="283" y="14022"/>
                    </a:lnTo>
                    <a:lnTo>
                      <a:pt x="283" y="13406"/>
                    </a:lnTo>
                    <a:lnTo>
                      <a:pt x="283" y="11746"/>
                    </a:lnTo>
                    <a:lnTo>
                      <a:pt x="283" y="10808"/>
                    </a:lnTo>
                    <a:lnTo>
                      <a:pt x="283" y="8617"/>
                    </a:lnTo>
                    <a:lnTo>
                      <a:pt x="283" y="6347"/>
                    </a:lnTo>
                    <a:lnTo>
                      <a:pt x="283" y="5534"/>
                    </a:lnTo>
                    <a:cubicBezTo>
                      <a:pt x="283" y="5445"/>
                      <a:pt x="291" y="5351"/>
                      <a:pt x="291" y="5261"/>
                    </a:cubicBezTo>
                    <a:lnTo>
                      <a:pt x="291" y="5261"/>
                    </a:lnTo>
                    <a:cubicBezTo>
                      <a:pt x="1182" y="5259"/>
                      <a:pt x="2088" y="4818"/>
                      <a:pt x="2650" y="4144"/>
                    </a:cubicBezTo>
                    <a:cubicBezTo>
                      <a:pt x="3276" y="3393"/>
                      <a:pt x="3497" y="2360"/>
                      <a:pt x="3180" y="1428"/>
                    </a:cubicBezTo>
                    <a:cubicBezTo>
                      <a:pt x="3051" y="1049"/>
                      <a:pt x="2843" y="707"/>
                      <a:pt x="2578" y="415"/>
                    </a:cubicBezTo>
                    <a:close/>
                    <a:moveTo>
                      <a:pt x="2078" y="0"/>
                    </a:moveTo>
                    <a:cubicBezTo>
                      <a:pt x="1940" y="0"/>
                      <a:pt x="1898" y="182"/>
                      <a:pt x="2011" y="265"/>
                    </a:cubicBezTo>
                    <a:cubicBezTo>
                      <a:pt x="2763" y="846"/>
                      <a:pt x="3175" y="1806"/>
                      <a:pt x="3005" y="2750"/>
                    </a:cubicBezTo>
                    <a:cubicBezTo>
                      <a:pt x="2859" y="3574"/>
                      <a:pt x="2305" y="4269"/>
                      <a:pt x="1571" y="4653"/>
                    </a:cubicBezTo>
                    <a:cubicBezTo>
                      <a:pt x="1181" y="4853"/>
                      <a:pt x="721" y="4978"/>
                      <a:pt x="275" y="4978"/>
                    </a:cubicBezTo>
                    <a:cubicBezTo>
                      <a:pt x="231" y="4978"/>
                      <a:pt x="186" y="4977"/>
                      <a:pt x="142" y="4975"/>
                    </a:cubicBezTo>
                    <a:cubicBezTo>
                      <a:pt x="69" y="4975"/>
                      <a:pt x="1" y="5042"/>
                      <a:pt x="1" y="5116"/>
                    </a:cubicBezTo>
                    <a:lnTo>
                      <a:pt x="1" y="6115"/>
                    </a:lnTo>
                    <a:lnTo>
                      <a:pt x="1" y="8323"/>
                    </a:lnTo>
                    <a:lnTo>
                      <a:pt x="1" y="10588"/>
                    </a:lnTo>
                    <a:lnTo>
                      <a:pt x="1" y="11734"/>
                    </a:lnTo>
                    <a:lnTo>
                      <a:pt x="1" y="13338"/>
                    </a:lnTo>
                    <a:lnTo>
                      <a:pt x="1" y="13406"/>
                    </a:lnTo>
                    <a:lnTo>
                      <a:pt x="1" y="15095"/>
                    </a:lnTo>
                    <a:lnTo>
                      <a:pt x="1" y="17783"/>
                    </a:lnTo>
                    <a:lnTo>
                      <a:pt x="1" y="18398"/>
                    </a:lnTo>
                    <a:cubicBezTo>
                      <a:pt x="1" y="18472"/>
                      <a:pt x="69" y="18539"/>
                      <a:pt x="142" y="18539"/>
                    </a:cubicBezTo>
                    <a:lnTo>
                      <a:pt x="7546" y="18539"/>
                    </a:lnTo>
                    <a:cubicBezTo>
                      <a:pt x="7625" y="18539"/>
                      <a:pt x="7687" y="18472"/>
                      <a:pt x="7687" y="18398"/>
                    </a:cubicBezTo>
                    <a:lnTo>
                      <a:pt x="7687" y="16585"/>
                    </a:lnTo>
                    <a:lnTo>
                      <a:pt x="7687" y="13705"/>
                    </a:lnTo>
                    <a:lnTo>
                      <a:pt x="7687" y="13142"/>
                    </a:lnTo>
                    <a:lnTo>
                      <a:pt x="7687" y="13142"/>
                    </a:lnTo>
                    <a:cubicBezTo>
                      <a:pt x="9390" y="12493"/>
                      <a:pt x="10754" y="11113"/>
                      <a:pt x="11369" y="9385"/>
                    </a:cubicBezTo>
                    <a:cubicBezTo>
                      <a:pt x="11534" y="8927"/>
                      <a:pt x="11642" y="8446"/>
                      <a:pt x="11694" y="7962"/>
                    </a:cubicBezTo>
                    <a:lnTo>
                      <a:pt x="12448" y="7962"/>
                    </a:lnTo>
                    <a:cubicBezTo>
                      <a:pt x="12866" y="7956"/>
                      <a:pt x="13272" y="7702"/>
                      <a:pt x="13334" y="7262"/>
                    </a:cubicBezTo>
                    <a:cubicBezTo>
                      <a:pt x="13373" y="6994"/>
                      <a:pt x="13264" y="6742"/>
                      <a:pt x="13059" y="6568"/>
                    </a:cubicBezTo>
                    <a:lnTo>
                      <a:pt x="13059" y="6568"/>
                    </a:lnTo>
                    <a:cubicBezTo>
                      <a:pt x="13057" y="6566"/>
                      <a:pt x="13055" y="6563"/>
                      <a:pt x="13052" y="6561"/>
                    </a:cubicBezTo>
                    <a:lnTo>
                      <a:pt x="13052" y="6561"/>
                    </a:lnTo>
                    <a:cubicBezTo>
                      <a:pt x="13052" y="6561"/>
                      <a:pt x="13052" y="6561"/>
                      <a:pt x="13052" y="6561"/>
                    </a:cubicBezTo>
                    <a:cubicBezTo>
                      <a:pt x="13051" y="6561"/>
                      <a:pt x="13051" y="6560"/>
                      <a:pt x="13050" y="6560"/>
                    </a:cubicBezTo>
                    <a:lnTo>
                      <a:pt x="13050" y="6560"/>
                    </a:lnTo>
                    <a:cubicBezTo>
                      <a:pt x="12614" y="6216"/>
                      <a:pt x="12173" y="5868"/>
                      <a:pt x="11736" y="5524"/>
                    </a:cubicBezTo>
                    <a:lnTo>
                      <a:pt x="11736" y="5524"/>
                    </a:lnTo>
                    <a:lnTo>
                      <a:pt x="11736" y="4009"/>
                    </a:lnTo>
                    <a:cubicBezTo>
                      <a:pt x="11736" y="3309"/>
                      <a:pt x="11747" y="2614"/>
                      <a:pt x="11555" y="1931"/>
                    </a:cubicBezTo>
                    <a:cubicBezTo>
                      <a:pt x="11380" y="1298"/>
                      <a:pt x="11064" y="711"/>
                      <a:pt x="10646" y="203"/>
                    </a:cubicBezTo>
                    <a:cubicBezTo>
                      <a:pt x="10618" y="167"/>
                      <a:pt x="10586" y="153"/>
                      <a:pt x="10554" y="153"/>
                    </a:cubicBezTo>
                    <a:cubicBezTo>
                      <a:pt x="10501" y="153"/>
                      <a:pt x="10449" y="195"/>
                      <a:pt x="10426" y="250"/>
                    </a:cubicBezTo>
                    <a:lnTo>
                      <a:pt x="10426" y="250"/>
                    </a:lnTo>
                    <a:cubicBezTo>
                      <a:pt x="10354" y="276"/>
                      <a:pt x="10283" y="301"/>
                      <a:pt x="10211" y="327"/>
                    </a:cubicBezTo>
                    <a:cubicBezTo>
                      <a:pt x="9906" y="428"/>
                      <a:pt x="9590" y="502"/>
                      <a:pt x="9274" y="558"/>
                    </a:cubicBezTo>
                    <a:cubicBezTo>
                      <a:pt x="8602" y="679"/>
                      <a:pt x="7916" y="729"/>
                      <a:pt x="7230" y="729"/>
                    </a:cubicBezTo>
                    <a:cubicBezTo>
                      <a:pt x="6637" y="729"/>
                      <a:pt x="6043" y="692"/>
                      <a:pt x="5456" y="632"/>
                    </a:cubicBezTo>
                    <a:cubicBezTo>
                      <a:pt x="4333" y="513"/>
                      <a:pt x="3214" y="293"/>
                      <a:pt x="2119" y="5"/>
                    </a:cubicBezTo>
                    <a:cubicBezTo>
                      <a:pt x="2104" y="2"/>
                      <a:pt x="2091" y="0"/>
                      <a:pt x="2078"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99" name="Google Shape;1299;p44">
                <a:extLst>
                  <a:ext uri="{FF2B5EF4-FFF2-40B4-BE49-F238E27FC236}">
                    <a16:creationId xmlns:a16="http://schemas.microsoft.com/office/drawing/2014/main" id="{642C6BB2-309D-5E52-AF7F-AD13ED20B045}"/>
                  </a:ext>
                </a:extLst>
              </p:cNvPr>
              <p:cNvSpPr/>
              <p:nvPr/>
            </p:nvSpPr>
            <p:spPr>
              <a:xfrm>
                <a:off x="2793250" y="1412150"/>
                <a:ext cx="406800" cy="355175"/>
              </a:xfrm>
              <a:custGeom>
                <a:avLst/>
                <a:gdLst/>
                <a:ahLst/>
                <a:cxnLst/>
                <a:rect l="l" t="t" r="r" b="b"/>
                <a:pathLst>
                  <a:path w="16272" h="14207" extrusionOk="0">
                    <a:moveTo>
                      <a:pt x="9000" y="284"/>
                    </a:moveTo>
                    <a:cubicBezTo>
                      <a:pt x="10460" y="284"/>
                      <a:pt x="11941" y="445"/>
                      <a:pt x="13328" y="917"/>
                    </a:cubicBezTo>
                    <a:cubicBezTo>
                      <a:pt x="13712" y="1041"/>
                      <a:pt x="14085" y="1199"/>
                      <a:pt x="14447" y="1385"/>
                    </a:cubicBezTo>
                    <a:cubicBezTo>
                      <a:pt x="14627" y="1476"/>
                      <a:pt x="14808" y="1577"/>
                      <a:pt x="14977" y="1690"/>
                    </a:cubicBezTo>
                    <a:cubicBezTo>
                      <a:pt x="15175" y="1815"/>
                      <a:pt x="15344" y="1961"/>
                      <a:pt x="15525" y="2108"/>
                    </a:cubicBezTo>
                    <a:cubicBezTo>
                      <a:pt x="15667" y="2250"/>
                      <a:pt x="15824" y="2407"/>
                      <a:pt x="15925" y="2587"/>
                    </a:cubicBezTo>
                    <a:lnTo>
                      <a:pt x="15925" y="2587"/>
                    </a:lnTo>
                    <a:cubicBezTo>
                      <a:pt x="15871" y="2606"/>
                      <a:pt x="15816" y="2625"/>
                      <a:pt x="15762" y="2645"/>
                    </a:cubicBezTo>
                    <a:cubicBezTo>
                      <a:pt x="15457" y="2746"/>
                      <a:pt x="15141" y="2820"/>
                      <a:pt x="14825" y="2876"/>
                    </a:cubicBezTo>
                    <a:cubicBezTo>
                      <a:pt x="14153" y="2997"/>
                      <a:pt x="13467" y="3047"/>
                      <a:pt x="12781" y="3047"/>
                    </a:cubicBezTo>
                    <a:cubicBezTo>
                      <a:pt x="12188" y="3047"/>
                      <a:pt x="11594" y="3010"/>
                      <a:pt x="11007" y="2950"/>
                    </a:cubicBezTo>
                    <a:cubicBezTo>
                      <a:pt x="9884" y="2831"/>
                      <a:pt x="8765" y="2611"/>
                      <a:pt x="7670" y="2323"/>
                    </a:cubicBezTo>
                    <a:cubicBezTo>
                      <a:pt x="7655" y="2320"/>
                      <a:pt x="7642" y="2318"/>
                      <a:pt x="7629" y="2318"/>
                    </a:cubicBezTo>
                    <a:cubicBezTo>
                      <a:pt x="7491" y="2318"/>
                      <a:pt x="7449" y="2500"/>
                      <a:pt x="7562" y="2583"/>
                    </a:cubicBezTo>
                    <a:cubicBezTo>
                      <a:pt x="8314" y="3164"/>
                      <a:pt x="8726" y="4124"/>
                      <a:pt x="8556" y="5068"/>
                    </a:cubicBezTo>
                    <a:cubicBezTo>
                      <a:pt x="8410" y="5892"/>
                      <a:pt x="7856" y="6587"/>
                      <a:pt x="7122" y="6971"/>
                    </a:cubicBezTo>
                    <a:cubicBezTo>
                      <a:pt x="6732" y="7171"/>
                      <a:pt x="6272" y="7296"/>
                      <a:pt x="5826" y="7296"/>
                    </a:cubicBezTo>
                    <a:cubicBezTo>
                      <a:pt x="5782" y="7296"/>
                      <a:pt x="5737" y="7295"/>
                      <a:pt x="5693" y="7293"/>
                    </a:cubicBezTo>
                    <a:cubicBezTo>
                      <a:pt x="5620" y="7293"/>
                      <a:pt x="5552" y="7360"/>
                      <a:pt x="5552" y="7434"/>
                    </a:cubicBezTo>
                    <a:lnTo>
                      <a:pt x="5552" y="9676"/>
                    </a:lnTo>
                    <a:lnTo>
                      <a:pt x="5552" y="13239"/>
                    </a:lnTo>
                    <a:lnTo>
                      <a:pt x="5552" y="13844"/>
                    </a:lnTo>
                    <a:lnTo>
                      <a:pt x="5552" y="13844"/>
                    </a:lnTo>
                    <a:cubicBezTo>
                      <a:pt x="5431" y="13786"/>
                      <a:pt x="5314" y="13726"/>
                      <a:pt x="5202" y="13663"/>
                    </a:cubicBezTo>
                    <a:cubicBezTo>
                      <a:pt x="4744" y="13414"/>
                      <a:pt x="4315" y="13121"/>
                      <a:pt x="3909" y="12793"/>
                    </a:cubicBezTo>
                    <a:cubicBezTo>
                      <a:pt x="3899" y="12785"/>
                      <a:pt x="3888" y="12779"/>
                      <a:pt x="3876" y="12773"/>
                    </a:cubicBezTo>
                    <a:lnTo>
                      <a:pt x="3876" y="12773"/>
                    </a:lnTo>
                    <a:cubicBezTo>
                      <a:pt x="2190" y="11740"/>
                      <a:pt x="1073" y="9951"/>
                      <a:pt x="594" y="8055"/>
                    </a:cubicBezTo>
                    <a:cubicBezTo>
                      <a:pt x="164" y="6344"/>
                      <a:pt x="198" y="4305"/>
                      <a:pt x="1356" y="2876"/>
                    </a:cubicBezTo>
                    <a:cubicBezTo>
                      <a:pt x="2192" y="1849"/>
                      <a:pt x="3423" y="1244"/>
                      <a:pt x="4671" y="872"/>
                    </a:cubicBezTo>
                    <a:cubicBezTo>
                      <a:pt x="6049" y="471"/>
                      <a:pt x="7489" y="296"/>
                      <a:pt x="8923" y="284"/>
                    </a:cubicBezTo>
                    <a:cubicBezTo>
                      <a:pt x="8949" y="284"/>
                      <a:pt x="8974" y="284"/>
                      <a:pt x="9000" y="284"/>
                    </a:cubicBezTo>
                    <a:close/>
                    <a:moveTo>
                      <a:pt x="9022" y="0"/>
                    </a:moveTo>
                    <a:cubicBezTo>
                      <a:pt x="8410" y="0"/>
                      <a:pt x="7798" y="33"/>
                      <a:pt x="7190" y="98"/>
                    </a:cubicBezTo>
                    <a:cubicBezTo>
                      <a:pt x="6314" y="194"/>
                      <a:pt x="5439" y="352"/>
                      <a:pt x="4592" y="595"/>
                    </a:cubicBezTo>
                    <a:cubicBezTo>
                      <a:pt x="4584" y="597"/>
                      <a:pt x="4577" y="600"/>
                      <a:pt x="4570" y="603"/>
                    </a:cubicBezTo>
                    <a:lnTo>
                      <a:pt x="4570" y="603"/>
                    </a:lnTo>
                    <a:cubicBezTo>
                      <a:pt x="3427" y="948"/>
                      <a:pt x="2309" y="1477"/>
                      <a:pt x="1463" y="2334"/>
                    </a:cubicBezTo>
                    <a:cubicBezTo>
                      <a:pt x="769" y="3034"/>
                      <a:pt x="339" y="3921"/>
                      <a:pt x="164" y="4892"/>
                    </a:cubicBezTo>
                    <a:cubicBezTo>
                      <a:pt x="1" y="5830"/>
                      <a:pt x="40" y="6796"/>
                      <a:pt x="232" y="7727"/>
                    </a:cubicBezTo>
                    <a:cubicBezTo>
                      <a:pt x="430" y="8727"/>
                      <a:pt x="808" y="9698"/>
                      <a:pt x="1339" y="10568"/>
                    </a:cubicBezTo>
                    <a:cubicBezTo>
                      <a:pt x="1870" y="11443"/>
                      <a:pt x="2570" y="12223"/>
                      <a:pt x="3417" y="12810"/>
                    </a:cubicBezTo>
                    <a:cubicBezTo>
                      <a:pt x="3524" y="12883"/>
                      <a:pt x="3631" y="12951"/>
                      <a:pt x="3738" y="13018"/>
                    </a:cubicBezTo>
                    <a:lnTo>
                      <a:pt x="3738" y="13018"/>
                    </a:lnTo>
                    <a:cubicBezTo>
                      <a:pt x="4318" y="13485"/>
                      <a:pt x="4959" y="13921"/>
                      <a:pt x="5659" y="14199"/>
                    </a:cubicBezTo>
                    <a:cubicBezTo>
                      <a:pt x="5672" y="14204"/>
                      <a:pt x="5685" y="14207"/>
                      <a:pt x="5697" y="14207"/>
                    </a:cubicBezTo>
                    <a:cubicBezTo>
                      <a:pt x="5769" y="14207"/>
                      <a:pt x="5834" y="14131"/>
                      <a:pt x="5834" y="14064"/>
                    </a:cubicBezTo>
                    <a:lnTo>
                      <a:pt x="5834" y="11822"/>
                    </a:lnTo>
                    <a:lnTo>
                      <a:pt x="5834" y="8258"/>
                    </a:lnTo>
                    <a:lnTo>
                      <a:pt x="5834" y="7579"/>
                    </a:lnTo>
                    <a:lnTo>
                      <a:pt x="5834" y="7579"/>
                    </a:lnTo>
                    <a:cubicBezTo>
                      <a:pt x="5835" y="7579"/>
                      <a:pt x="5836" y="7579"/>
                      <a:pt x="5837" y="7579"/>
                    </a:cubicBezTo>
                    <a:cubicBezTo>
                      <a:pt x="6730" y="7579"/>
                      <a:pt x="7638" y="7138"/>
                      <a:pt x="8201" y="6462"/>
                    </a:cubicBezTo>
                    <a:cubicBezTo>
                      <a:pt x="8827" y="5711"/>
                      <a:pt x="9048" y="4678"/>
                      <a:pt x="8731" y="3746"/>
                    </a:cubicBezTo>
                    <a:cubicBezTo>
                      <a:pt x="8602" y="3367"/>
                      <a:pt x="8394" y="3025"/>
                      <a:pt x="8129" y="2733"/>
                    </a:cubicBezTo>
                    <a:lnTo>
                      <a:pt x="8129" y="2733"/>
                    </a:lnTo>
                    <a:cubicBezTo>
                      <a:pt x="9635" y="3092"/>
                      <a:pt x="11188" y="3325"/>
                      <a:pt x="12740" y="3325"/>
                    </a:cubicBezTo>
                    <a:cubicBezTo>
                      <a:pt x="12835" y="3325"/>
                      <a:pt x="12929" y="3324"/>
                      <a:pt x="13023" y="3322"/>
                    </a:cubicBezTo>
                    <a:cubicBezTo>
                      <a:pt x="13938" y="3306"/>
                      <a:pt x="14881" y="3215"/>
                      <a:pt x="15762" y="2938"/>
                    </a:cubicBezTo>
                    <a:cubicBezTo>
                      <a:pt x="15904" y="2893"/>
                      <a:pt x="16050" y="2848"/>
                      <a:pt x="16186" y="2780"/>
                    </a:cubicBezTo>
                    <a:cubicBezTo>
                      <a:pt x="16194" y="2777"/>
                      <a:pt x="16201" y="2772"/>
                      <a:pt x="16208" y="2768"/>
                    </a:cubicBezTo>
                    <a:lnTo>
                      <a:pt x="16208" y="2768"/>
                    </a:lnTo>
                    <a:cubicBezTo>
                      <a:pt x="16248" y="2742"/>
                      <a:pt x="16272" y="2698"/>
                      <a:pt x="16255" y="2641"/>
                    </a:cubicBezTo>
                    <a:lnTo>
                      <a:pt x="16255" y="2641"/>
                    </a:lnTo>
                    <a:cubicBezTo>
                      <a:pt x="16252" y="2628"/>
                      <a:pt x="16247" y="2615"/>
                      <a:pt x="16240" y="2603"/>
                    </a:cubicBezTo>
                    <a:lnTo>
                      <a:pt x="16240" y="2603"/>
                    </a:lnTo>
                    <a:cubicBezTo>
                      <a:pt x="16129" y="2343"/>
                      <a:pt x="15944" y="2123"/>
                      <a:pt x="15742" y="1929"/>
                    </a:cubicBezTo>
                    <a:lnTo>
                      <a:pt x="15742" y="1929"/>
                    </a:lnTo>
                    <a:cubicBezTo>
                      <a:pt x="15736" y="1922"/>
                      <a:pt x="15730" y="1916"/>
                      <a:pt x="15723" y="1911"/>
                    </a:cubicBezTo>
                    <a:lnTo>
                      <a:pt x="15723" y="1911"/>
                    </a:lnTo>
                    <a:cubicBezTo>
                      <a:pt x="15723" y="1911"/>
                      <a:pt x="15723" y="1911"/>
                      <a:pt x="15723" y="1911"/>
                    </a:cubicBezTo>
                    <a:cubicBezTo>
                      <a:pt x="15565" y="1781"/>
                      <a:pt x="15412" y="1645"/>
                      <a:pt x="15243" y="1527"/>
                    </a:cubicBezTo>
                    <a:cubicBezTo>
                      <a:pt x="15090" y="1419"/>
                      <a:pt x="14932" y="1323"/>
                      <a:pt x="14768" y="1233"/>
                    </a:cubicBezTo>
                    <a:cubicBezTo>
                      <a:pt x="14435" y="1052"/>
                      <a:pt x="14091" y="900"/>
                      <a:pt x="13741" y="764"/>
                    </a:cubicBezTo>
                    <a:cubicBezTo>
                      <a:pt x="13023" y="488"/>
                      <a:pt x="12267" y="307"/>
                      <a:pt x="11510" y="188"/>
                    </a:cubicBezTo>
                    <a:cubicBezTo>
                      <a:pt x="10687" y="61"/>
                      <a:pt x="9854" y="0"/>
                      <a:pt x="902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00" name="Google Shape;1300;p44">
                <a:extLst>
                  <a:ext uri="{FF2B5EF4-FFF2-40B4-BE49-F238E27FC236}">
                    <a16:creationId xmlns:a16="http://schemas.microsoft.com/office/drawing/2014/main" id="{989EE825-6C2B-A1BD-183E-F9C1E89D56BD}"/>
                  </a:ext>
                </a:extLst>
              </p:cNvPr>
              <p:cNvSpPr/>
              <p:nvPr/>
            </p:nvSpPr>
            <p:spPr>
              <a:xfrm>
                <a:off x="3144650" y="1661975"/>
                <a:ext cx="80675" cy="37250"/>
              </a:xfrm>
              <a:custGeom>
                <a:avLst/>
                <a:gdLst/>
                <a:ahLst/>
                <a:cxnLst/>
                <a:rect l="l" t="t" r="r" b="b"/>
                <a:pathLst>
                  <a:path w="3227" h="1490" extrusionOk="0">
                    <a:moveTo>
                      <a:pt x="2922" y="287"/>
                    </a:moveTo>
                    <a:cubicBezTo>
                      <a:pt x="2887" y="597"/>
                      <a:pt x="2837" y="913"/>
                      <a:pt x="2737" y="1208"/>
                    </a:cubicBezTo>
                    <a:lnTo>
                      <a:pt x="298" y="1208"/>
                    </a:lnTo>
                    <a:cubicBezTo>
                      <a:pt x="334" y="918"/>
                      <a:pt x="480" y="643"/>
                      <a:pt x="718" y="468"/>
                    </a:cubicBezTo>
                    <a:cubicBezTo>
                      <a:pt x="904" y="332"/>
                      <a:pt x="1113" y="287"/>
                      <a:pt x="1339" y="287"/>
                    </a:cubicBezTo>
                    <a:close/>
                    <a:moveTo>
                      <a:pt x="1503" y="0"/>
                    </a:moveTo>
                    <a:cubicBezTo>
                      <a:pt x="1170" y="0"/>
                      <a:pt x="840" y="30"/>
                      <a:pt x="554" y="242"/>
                    </a:cubicBezTo>
                    <a:cubicBezTo>
                      <a:pt x="204" y="502"/>
                      <a:pt x="12" y="914"/>
                      <a:pt x="7" y="1349"/>
                    </a:cubicBezTo>
                    <a:cubicBezTo>
                      <a:pt x="1" y="1422"/>
                      <a:pt x="69" y="1490"/>
                      <a:pt x="148" y="1490"/>
                    </a:cubicBezTo>
                    <a:lnTo>
                      <a:pt x="2836" y="1490"/>
                    </a:lnTo>
                    <a:cubicBezTo>
                      <a:pt x="2904" y="1490"/>
                      <a:pt x="2954" y="1445"/>
                      <a:pt x="2971" y="1388"/>
                    </a:cubicBezTo>
                    <a:cubicBezTo>
                      <a:pt x="3118" y="993"/>
                      <a:pt x="3175" y="558"/>
                      <a:pt x="3220" y="146"/>
                    </a:cubicBezTo>
                    <a:cubicBezTo>
                      <a:pt x="3226" y="78"/>
                      <a:pt x="3190" y="35"/>
                      <a:pt x="3141" y="18"/>
                    </a:cubicBezTo>
                    <a:lnTo>
                      <a:pt x="3141" y="18"/>
                    </a:lnTo>
                    <a:cubicBezTo>
                      <a:pt x="3124" y="10"/>
                      <a:pt x="3103" y="5"/>
                      <a:pt x="3079" y="5"/>
                    </a:cubicBezTo>
                    <a:lnTo>
                      <a:pt x="1887" y="5"/>
                    </a:lnTo>
                    <a:cubicBezTo>
                      <a:pt x="1760" y="5"/>
                      <a:pt x="1631" y="0"/>
                      <a:pt x="150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01" name="Google Shape;1301;p44">
                <a:extLst>
                  <a:ext uri="{FF2B5EF4-FFF2-40B4-BE49-F238E27FC236}">
                    <a16:creationId xmlns:a16="http://schemas.microsoft.com/office/drawing/2014/main" id="{0691516F-48B6-B0D2-5C38-28122B5D34CA}"/>
                  </a:ext>
                </a:extLst>
              </p:cNvPr>
              <p:cNvSpPr/>
              <p:nvPr/>
            </p:nvSpPr>
            <p:spPr>
              <a:xfrm>
                <a:off x="2530500" y="1926450"/>
                <a:ext cx="999750" cy="706000"/>
              </a:xfrm>
              <a:custGeom>
                <a:avLst/>
                <a:gdLst/>
                <a:ahLst/>
                <a:cxnLst/>
                <a:rect l="l" t="t" r="r" b="b"/>
                <a:pathLst>
                  <a:path w="39990" h="28240" extrusionOk="0">
                    <a:moveTo>
                      <a:pt x="23761" y="285"/>
                    </a:moveTo>
                    <a:cubicBezTo>
                      <a:pt x="24471" y="879"/>
                      <a:pt x="25245" y="1409"/>
                      <a:pt x="26018" y="1906"/>
                    </a:cubicBezTo>
                    <a:cubicBezTo>
                      <a:pt x="26831" y="2431"/>
                      <a:pt x="27667" y="2911"/>
                      <a:pt x="28531" y="3341"/>
                    </a:cubicBezTo>
                    <a:cubicBezTo>
                      <a:pt x="29418" y="3781"/>
                      <a:pt x="30316" y="4188"/>
                      <a:pt x="31169" y="4696"/>
                    </a:cubicBezTo>
                    <a:cubicBezTo>
                      <a:pt x="33394" y="6023"/>
                      <a:pt x="35427" y="7836"/>
                      <a:pt x="36669" y="10134"/>
                    </a:cubicBezTo>
                    <a:cubicBezTo>
                      <a:pt x="36883" y="10523"/>
                      <a:pt x="37080" y="10912"/>
                      <a:pt x="37199" y="11334"/>
                    </a:cubicBezTo>
                    <a:lnTo>
                      <a:pt x="37199" y="11334"/>
                    </a:lnTo>
                    <a:cubicBezTo>
                      <a:pt x="37199" y="11335"/>
                      <a:pt x="37200" y="11336"/>
                      <a:pt x="37200" y="11337"/>
                    </a:cubicBezTo>
                    <a:cubicBezTo>
                      <a:pt x="37200" y="11337"/>
                      <a:pt x="37200" y="11337"/>
                      <a:pt x="37200" y="11337"/>
                    </a:cubicBezTo>
                    <a:lnTo>
                      <a:pt x="37200" y="11337"/>
                    </a:lnTo>
                    <a:cubicBezTo>
                      <a:pt x="37200" y="11338"/>
                      <a:pt x="37200" y="11339"/>
                      <a:pt x="37201" y="11339"/>
                    </a:cubicBezTo>
                    <a:lnTo>
                      <a:pt x="37201" y="11339"/>
                    </a:lnTo>
                    <a:cubicBezTo>
                      <a:pt x="37483" y="12288"/>
                      <a:pt x="37697" y="13258"/>
                      <a:pt x="37912" y="14229"/>
                    </a:cubicBezTo>
                    <a:cubicBezTo>
                      <a:pt x="38471" y="16815"/>
                      <a:pt x="38894" y="19430"/>
                      <a:pt x="39199" y="22056"/>
                    </a:cubicBezTo>
                    <a:cubicBezTo>
                      <a:pt x="39431" y="24019"/>
                      <a:pt x="39598" y="25983"/>
                      <a:pt x="39700" y="27957"/>
                    </a:cubicBezTo>
                    <a:lnTo>
                      <a:pt x="296" y="27957"/>
                    </a:lnTo>
                    <a:cubicBezTo>
                      <a:pt x="480" y="24413"/>
                      <a:pt x="867" y="20880"/>
                      <a:pt x="1469" y="17386"/>
                    </a:cubicBezTo>
                    <a:cubicBezTo>
                      <a:pt x="1797" y="15516"/>
                      <a:pt x="2175" y="13641"/>
                      <a:pt x="2661" y="11806"/>
                    </a:cubicBezTo>
                    <a:cubicBezTo>
                      <a:pt x="2836" y="11162"/>
                      <a:pt x="3067" y="10592"/>
                      <a:pt x="3395" y="10010"/>
                    </a:cubicBezTo>
                    <a:cubicBezTo>
                      <a:pt x="4570" y="7909"/>
                      <a:pt x="6399" y="6215"/>
                      <a:pt x="8421" y="4939"/>
                    </a:cubicBezTo>
                    <a:cubicBezTo>
                      <a:pt x="9189" y="4459"/>
                      <a:pt x="9985" y="4035"/>
                      <a:pt x="10799" y="3657"/>
                    </a:cubicBezTo>
                    <a:cubicBezTo>
                      <a:pt x="11663" y="3262"/>
                      <a:pt x="12499" y="2815"/>
                      <a:pt x="13306" y="2324"/>
                    </a:cubicBezTo>
                    <a:cubicBezTo>
                      <a:pt x="14294" y="1731"/>
                      <a:pt x="15249" y="1076"/>
                      <a:pt x="16147" y="353"/>
                    </a:cubicBezTo>
                    <a:cubicBezTo>
                      <a:pt x="16175" y="332"/>
                      <a:pt x="16203" y="308"/>
                      <a:pt x="16230" y="285"/>
                    </a:cubicBezTo>
                    <a:close/>
                    <a:moveTo>
                      <a:pt x="16542" y="1"/>
                    </a:moveTo>
                    <a:cubicBezTo>
                      <a:pt x="16440" y="1"/>
                      <a:pt x="16339" y="1"/>
                      <a:pt x="16237" y="3"/>
                    </a:cubicBezTo>
                    <a:cubicBezTo>
                      <a:pt x="16079" y="3"/>
                      <a:pt x="15977" y="127"/>
                      <a:pt x="15853" y="223"/>
                    </a:cubicBezTo>
                    <a:cubicBezTo>
                      <a:pt x="14938" y="957"/>
                      <a:pt x="13956" y="1613"/>
                      <a:pt x="12945" y="2211"/>
                    </a:cubicBezTo>
                    <a:cubicBezTo>
                      <a:pt x="11414" y="3115"/>
                      <a:pt x="9760" y="3764"/>
                      <a:pt x="8257" y="4713"/>
                    </a:cubicBezTo>
                    <a:cubicBezTo>
                      <a:pt x="6286" y="5955"/>
                      <a:pt x="4508" y="7587"/>
                      <a:pt x="3305" y="9598"/>
                    </a:cubicBezTo>
                    <a:cubicBezTo>
                      <a:pt x="2955" y="10180"/>
                      <a:pt x="2650" y="10801"/>
                      <a:pt x="2463" y="11456"/>
                    </a:cubicBezTo>
                    <a:cubicBezTo>
                      <a:pt x="2057" y="12935"/>
                      <a:pt x="1735" y="14438"/>
                      <a:pt x="1447" y="15945"/>
                    </a:cubicBezTo>
                    <a:cubicBezTo>
                      <a:pt x="859" y="19018"/>
                      <a:pt x="447" y="22124"/>
                      <a:pt x="193" y="25241"/>
                    </a:cubicBezTo>
                    <a:cubicBezTo>
                      <a:pt x="114" y="26190"/>
                      <a:pt x="52" y="27144"/>
                      <a:pt x="7" y="28098"/>
                    </a:cubicBezTo>
                    <a:cubicBezTo>
                      <a:pt x="1" y="28172"/>
                      <a:pt x="74" y="28240"/>
                      <a:pt x="148" y="28240"/>
                    </a:cubicBezTo>
                    <a:lnTo>
                      <a:pt x="39849" y="28240"/>
                    </a:lnTo>
                    <a:cubicBezTo>
                      <a:pt x="39922" y="28240"/>
                      <a:pt x="39990" y="28172"/>
                      <a:pt x="39990" y="28098"/>
                    </a:cubicBezTo>
                    <a:cubicBezTo>
                      <a:pt x="39820" y="24733"/>
                      <a:pt x="39465" y="21378"/>
                      <a:pt x="38922" y="18052"/>
                    </a:cubicBezTo>
                    <a:cubicBezTo>
                      <a:pt x="38601" y="16098"/>
                      <a:pt x="38217" y="14144"/>
                      <a:pt x="37731" y="12218"/>
                    </a:cubicBezTo>
                    <a:cubicBezTo>
                      <a:pt x="37652" y="11902"/>
                      <a:pt x="37567" y="11580"/>
                      <a:pt x="37471" y="11264"/>
                    </a:cubicBezTo>
                    <a:cubicBezTo>
                      <a:pt x="37398" y="10987"/>
                      <a:pt x="37273" y="10716"/>
                      <a:pt x="37155" y="10462"/>
                    </a:cubicBezTo>
                    <a:cubicBezTo>
                      <a:pt x="36833" y="9779"/>
                      <a:pt x="36426" y="9140"/>
                      <a:pt x="35980" y="8542"/>
                    </a:cubicBezTo>
                    <a:cubicBezTo>
                      <a:pt x="34309" y="6322"/>
                      <a:pt x="31993" y="4662"/>
                      <a:pt x="29497" y="3487"/>
                    </a:cubicBezTo>
                    <a:cubicBezTo>
                      <a:pt x="28012" y="2793"/>
                      <a:pt x="26589" y="1991"/>
                      <a:pt x="25239" y="1048"/>
                    </a:cubicBezTo>
                    <a:cubicBezTo>
                      <a:pt x="24866" y="782"/>
                      <a:pt x="24499" y="511"/>
                      <a:pt x="24138" y="223"/>
                    </a:cubicBezTo>
                    <a:cubicBezTo>
                      <a:pt x="24070" y="172"/>
                      <a:pt x="24002" y="110"/>
                      <a:pt x="23929" y="60"/>
                    </a:cubicBezTo>
                    <a:cubicBezTo>
                      <a:pt x="23863" y="9"/>
                      <a:pt x="23792" y="1"/>
                      <a:pt x="23716" y="1"/>
                    </a:cubicBezTo>
                    <a:cubicBezTo>
                      <a:pt x="23681" y="1"/>
                      <a:pt x="23644" y="3"/>
                      <a:pt x="23607" y="3"/>
                    </a:cubicBezTo>
                    <a:lnTo>
                      <a:pt x="17152" y="3"/>
                    </a:lnTo>
                    <a:cubicBezTo>
                      <a:pt x="16949" y="3"/>
                      <a:pt x="16745" y="1"/>
                      <a:pt x="1654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302" name="Google Shape;1302;p44">
              <a:extLst>
                <a:ext uri="{FF2B5EF4-FFF2-40B4-BE49-F238E27FC236}">
                  <a16:creationId xmlns:a16="http://schemas.microsoft.com/office/drawing/2014/main" id="{09C7F480-516D-618E-DA75-D6AFFC2C496F}"/>
                </a:ext>
              </a:extLst>
            </p:cNvPr>
            <p:cNvGrpSpPr/>
            <p:nvPr/>
          </p:nvGrpSpPr>
          <p:grpSpPr>
            <a:xfrm>
              <a:off x="7683773" y="2919174"/>
              <a:ext cx="1503024" cy="1913264"/>
              <a:chOff x="511450" y="3191125"/>
              <a:chExt cx="999750" cy="1272625"/>
            </a:xfrm>
          </p:grpSpPr>
          <p:sp>
            <p:nvSpPr>
              <p:cNvPr id="1303" name="Google Shape;1303;p44">
                <a:extLst>
                  <a:ext uri="{FF2B5EF4-FFF2-40B4-BE49-F238E27FC236}">
                    <a16:creationId xmlns:a16="http://schemas.microsoft.com/office/drawing/2014/main" id="{C4F1EE68-377C-F239-3191-37B8D044F877}"/>
                  </a:ext>
                </a:extLst>
              </p:cNvPr>
              <p:cNvSpPr/>
              <p:nvPr/>
            </p:nvSpPr>
            <p:spPr>
              <a:xfrm>
                <a:off x="511450" y="3757725"/>
                <a:ext cx="999750" cy="706025"/>
              </a:xfrm>
              <a:custGeom>
                <a:avLst/>
                <a:gdLst/>
                <a:ahLst/>
                <a:cxnLst/>
                <a:rect l="l" t="t" r="r" b="b"/>
                <a:pathLst>
                  <a:path w="39990" h="28241" extrusionOk="0">
                    <a:moveTo>
                      <a:pt x="23761" y="286"/>
                    </a:moveTo>
                    <a:cubicBezTo>
                      <a:pt x="24470" y="880"/>
                      <a:pt x="25239" y="1409"/>
                      <a:pt x="26018" y="1912"/>
                    </a:cubicBezTo>
                    <a:cubicBezTo>
                      <a:pt x="26831" y="2432"/>
                      <a:pt x="27667" y="2912"/>
                      <a:pt x="28531" y="3347"/>
                    </a:cubicBezTo>
                    <a:cubicBezTo>
                      <a:pt x="29417" y="3787"/>
                      <a:pt x="30315" y="4188"/>
                      <a:pt x="31168" y="4696"/>
                    </a:cubicBezTo>
                    <a:cubicBezTo>
                      <a:pt x="33393" y="6024"/>
                      <a:pt x="35426" y="7842"/>
                      <a:pt x="36668" y="10140"/>
                    </a:cubicBezTo>
                    <a:cubicBezTo>
                      <a:pt x="36877" y="10529"/>
                      <a:pt x="37080" y="10919"/>
                      <a:pt x="37199" y="11336"/>
                    </a:cubicBezTo>
                    <a:lnTo>
                      <a:pt x="37199" y="11336"/>
                    </a:lnTo>
                    <a:cubicBezTo>
                      <a:pt x="37199" y="11336"/>
                      <a:pt x="37199" y="11337"/>
                      <a:pt x="37199" y="11338"/>
                    </a:cubicBezTo>
                    <a:cubicBezTo>
                      <a:pt x="37199" y="11338"/>
                      <a:pt x="37199" y="11338"/>
                      <a:pt x="37199" y="11338"/>
                    </a:cubicBezTo>
                    <a:lnTo>
                      <a:pt x="37199" y="11338"/>
                    </a:lnTo>
                    <a:cubicBezTo>
                      <a:pt x="37199" y="11338"/>
                      <a:pt x="37200" y="11339"/>
                      <a:pt x="37200" y="11339"/>
                    </a:cubicBezTo>
                    <a:lnTo>
                      <a:pt x="37200" y="11339"/>
                    </a:lnTo>
                    <a:cubicBezTo>
                      <a:pt x="37482" y="12293"/>
                      <a:pt x="37696" y="13264"/>
                      <a:pt x="37905" y="14229"/>
                    </a:cubicBezTo>
                    <a:cubicBezTo>
                      <a:pt x="38470" y="16816"/>
                      <a:pt x="38888" y="19436"/>
                      <a:pt x="39198" y="22062"/>
                    </a:cubicBezTo>
                    <a:cubicBezTo>
                      <a:pt x="39430" y="24020"/>
                      <a:pt x="39597" y="25989"/>
                      <a:pt x="39694" y="27958"/>
                    </a:cubicBezTo>
                    <a:lnTo>
                      <a:pt x="295" y="27958"/>
                    </a:lnTo>
                    <a:cubicBezTo>
                      <a:pt x="479" y="24419"/>
                      <a:pt x="861" y="20886"/>
                      <a:pt x="1469" y="17392"/>
                    </a:cubicBezTo>
                    <a:cubicBezTo>
                      <a:pt x="1790" y="15517"/>
                      <a:pt x="2174" y="13647"/>
                      <a:pt x="2660" y="11806"/>
                    </a:cubicBezTo>
                    <a:cubicBezTo>
                      <a:pt x="2835" y="11163"/>
                      <a:pt x="3061" y="10598"/>
                      <a:pt x="3389" y="10011"/>
                    </a:cubicBezTo>
                    <a:cubicBezTo>
                      <a:pt x="4563" y="7910"/>
                      <a:pt x="6399" y="6216"/>
                      <a:pt x="8420" y="4945"/>
                    </a:cubicBezTo>
                    <a:cubicBezTo>
                      <a:pt x="9183" y="4465"/>
                      <a:pt x="9979" y="4041"/>
                      <a:pt x="10798" y="3663"/>
                    </a:cubicBezTo>
                    <a:cubicBezTo>
                      <a:pt x="11656" y="3262"/>
                      <a:pt x="12492" y="2816"/>
                      <a:pt x="13305" y="2330"/>
                    </a:cubicBezTo>
                    <a:cubicBezTo>
                      <a:pt x="14288" y="1732"/>
                      <a:pt x="15248" y="1082"/>
                      <a:pt x="16146" y="359"/>
                    </a:cubicBezTo>
                    <a:cubicBezTo>
                      <a:pt x="16172" y="333"/>
                      <a:pt x="16200" y="310"/>
                      <a:pt x="16229" y="286"/>
                    </a:cubicBezTo>
                    <a:close/>
                    <a:moveTo>
                      <a:pt x="16541" y="1"/>
                    </a:moveTo>
                    <a:cubicBezTo>
                      <a:pt x="16440" y="1"/>
                      <a:pt x="16338" y="2"/>
                      <a:pt x="16236" y="3"/>
                    </a:cubicBezTo>
                    <a:cubicBezTo>
                      <a:pt x="16078" y="9"/>
                      <a:pt x="15977" y="133"/>
                      <a:pt x="15852" y="229"/>
                    </a:cubicBezTo>
                    <a:cubicBezTo>
                      <a:pt x="14937" y="958"/>
                      <a:pt x="13955" y="1619"/>
                      <a:pt x="12944" y="2217"/>
                    </a:cubicBezTo>
                    <a:cubicBezTo>
                      <a:pt x="11414" y="3121"/>
                      <a:pt x="9753" y="3765"/>
                      <a:pt x="8251" y="4719"/>
                    </a:cubicBezTo>
                    <a:cubicBezTo>
                      <a:pt x="6286" y="5961"/>
                      <a:pt x="4501" y="7588"/>
                      <a:pt x="3304" y="9598"/>
                    </a:cubicBezTo>
                    <a:cubicBezTo>
                      <a:pt x="2954" y="10186"/>
                      <a:pt x="2643" y="10801"/>
                      <a:pt x="2463" y="11462"/>
                    </a:cubicBezTo>
                    <a:cubicBezTo>
                      <a:pt x="2056" y="12936"/>
                      <a:pt x="1734" y="14444"/>
                      <a:pt x="1446" y="15946"/>
                    </a:cubicBezTo>
                    <a:cubicBezTo>
                      <a:pt x="859" y="19018"/>
                      <a:pt x="446" y="22124"/>
                      <a:pt x="192" y="25241"/>
                    </a:cubicBezTo>
                    <a:cubicBezTo>
                      <a:pt x="113" y="26196"/>
                      <a:pt x="51" y="27145"/>
                      <a:pt x="6" y="28099"/>
                    </a:cubicBezTo>
                    <a:cubicBezTo>
                      <a:pt x="0" y="28178"/>
                      <a:pt x="74" y="28240"/>
                      <a:pt x="147" y="28240"/>
                    </a:cubicBezTo>
                    <a:lnTo>
                      <a:pt x="39842" y="28240"/>
                    </a:lnTo>
                    <a:cubicBezTo>
                      <a:pt x="39921" y="28240"/>
                      <a:pt x="39989" y="28178"/>
                      <a:pt x="39983" y="28099"/>
                    </a:cubicBezTo>
                    <a:cubicBezTo>
                      <a:pt x="39820" y="24739"/>
                      <a:pt x="39464" y="21384"/>
                      <a:pt x="38922" y="18058"/>
                    </a:cubicBezTo>
                    <a:cubicBezTo>
                      <a:pt x="38600" y="16098"/>
                      <a:pt x="38216" y="14150"/>
                      <a:pt x="37730" y="12224"/>
                    </a:cubicBezTo>
                    <a:cubicBezTo>
                      <a:pt x="37645" y="11902"/>
                      <a:pt x="37566" y="11580"/>
                      <a:pt x="37470" y="11264"/>
                    </a:cubicBezTo>
                    <a:cubicBezTo>
                      <a:pt x="37391" y="10988"/>
                      <a:pt x="37273" y="10722"/>
                      <a:pt x="37148" y="10462"/>
                    </a:cubicBezTo>
                    <a:cubicBezTo>
                      <a:pt x="36832" y="9785"/>
                      <a:pt x="36426" y="9146"/>
                      <a:pt x="35974" y="8542"/>
                    </a:cubicBezTo>
                    <a:cubicBezTo>
                      <a:pt x="34308" y="6323"/>
                      <a:pt x="31992" y="4663"/>
                      <a:pt x="29496" y="3494"/>
                    </a:cubicBezTo>
                    <a:cubicBezTo>
                      <a:pt x="28011" y="2793"/>
                      <a:pt x="26582" y="1991"/>
                      <a:pt x="25238" y="1048"/>
                    </a:cubicBezTo>
                    <a:cubicBezTo>
                      <a:pt x="24866" y="788"/>
                      <a:pt x="24493" y="517"/>
                      <a:pt x="24137" y="229"/>
                    </a:cubicBezTo>
                    <a:cubicBezTo>
                      <a:pt x="24069" y="173"/>
                      <a:pt x="24001" y="111"/>
                      <a:pt x="23928" y="60"/>
                    </a:cubicBezTo>
                    <a:cubicBezTo>
                      <a:pt x="23862" y="10"/>
                      <a:pt x="23791" y="2"/>
                      <a:pt x="23715" y="2"/>
                    </a:cubicBezTo>
                    <a:cubicBezTo>
                      <a:pt x="23680" y="2"/>
                      <a:pt x="23644" y="3"/>
                      <a:pt x="23606" y="3"/>
                    </a:cubicBezTo>
                    <a:lnTo>
                      <a:pt x="17151" y="3"/>
                    </a:lnTo>
                    <a:cubicBezTo>
                      <a:pt x="16948" y="3"/>
                      <a:pt x="16745" y="1"/>
                      <a:pt x="16541"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04" name="Google Shape;1304;p44">
                <a:extLst>
                  <a:ext uri="{FF2B5EF4-FFF2-40B4-BE49-F238E27FC236}">
                    <a16:creationId xmlns:a16="http://schemas.microsoft.com/office/drawing/2014/main" id="{19047306-E206-EEF9-C621-BA930DA70DFA}"/>
                  </a:ext>
                </a:extLst>
              </p:cNvPr>
              <p:cNvSpPr/>
              <p:nvPr/>
            </p:nvSpPr>
            <p:spPr>
              <a:xfrm>
                <a:off x="916775" y="3306225"/>
                <a:ext cx="335625" cy="458650"/>
              </a:xfrm>
              <a:custGeom>
                <a:avLst/>
                <a:gdLst/>
                <a:ahLst/>
                <a:cxnLst/>
                <a:rect l="l" t="t" r="r" b="b"/>
                <a:pathLst>
                  <a:path w="13425" h="18346" extrusionOk="0">
                    <a:moveTo>
                      <a:pt x="10560" y="355"/>
                    </a:moveTo>
                    <a:cubicBezTo>
                      <a:pt x="11145" y="1137"/>
                      <a:pt x="11448" y="2090"/>
                      <a:pt x="11448" y="3064"/>
                    </a:cubicBezTo>
                    <a:cubicBezTo>
                      <a:pt x="11448" y="3635"/>
                      <a:pt x="11448" y="4205"/>
                      <a:pt x="11448" y="4775"/>
                    </a:cubicBezTo>
                    <a:cubicBezTo>
                      <a:pt x="11448" y="4979"/>
                      <a:pt x="11437" y="5182"/>
                      <a:pt x="11448" y="5385"/>
                    </a:cubicBezTo>
                    <a:cubicBezTo>
                      <a:pt x="11454" y="5464"/>
                      <a:pt x="11487" y="5493"/>
                      <a:pt x="11544" y="5538"/>
                    </a:cubicBezTo>
                    <a:cubicBezTo>
                      <a:pt x="11634" y="5605"/>
                      <a:pt x="11725" y="5679"/>
                      <a:pt x="11809" y="5747"/>
                    </a:cubicBezTo>
                    <a:cubicBezTo>
                      <a:pt x="12075" y="5956"/>
                      <a:pt x="12335" y="6159"/>
                      <a:pt x="12594" y="6368"/>
                    </a:cubicBezTo>
                    <a:cubicBezTo>
                      <a:pt x="12758" y="6498"/>
                      <a:pt x="12984" y="6628"/>
                      <a:pt x="13046" y="6842"/>
                    </a:cubicBezTo>
                    <a:cubicBezTo>
                      <a:pt x="13097" y="7023"/>
                      <a:pt x="13024" y="7215"/>
                      <a:pt x="12888" y="7339"/>
                    </a:cubicBezTo>
                    <a:cubicBezTo>
                      <a:pt x="12764" y="7452"/>
                      <a:pt x="12600" y="7486"/>
                      <a:pt x="12436" y="7486"/>
                    </a:cubicBezTo>
                    <a:lnTo>
                      <a:pt x="11567" y="7486"/>
                    </a:lnTo>
                    <a:cubicBezTo>
                      <a:pt x="11487" y="7486"/>
                      <a:pt x="11431" y="7554"/>
                      <a:pt x="11425" y="7627"/>
                    </a:cubicBezTo>
                    <a:cubicBezTo>
                      <a:pt x="11267" y="9400"/>
                      <a:pt x="10302" y="11044"/>
                      <a:pt x="8833" y="12043"/>
                    </a:cubicBezTo>
                    <a:cubicBezTo>
                      <a:pt x="8421" y="12320"/>
                      <a:pt x="7975" y="12552"/>
                      <a:pt x="7506" y="12721"/>
                    </a:cubicBezTo>
                    <a:cubicBezTo>
                      <a:pt x="7450" y="12744"/>
                      <a:pt x="7404" y="12789"/>
                      <a:pt x="7404" y="12857"/>
                    </a:cubicBezTo>
                    <a:lnTo>
                      <a:pt x="7404" y="14664"/>
                    </a:lnTo>
                    <a:lnTo>
                      <a:pt x="7404" y="17550"/>
                    </a:lnTo>
                    <a:lnTo>
                      <a:pt x="7404" y="18063"/>
                    </a:lnTo>
                    <a:lnTo>
                      <a:pt x="283" y="18063"/>
                    </a:lnTo>
                    <a:lnTo>
                      <a:pt x="283" y="16522"/>
                    </a:lnTo>
                    <a:lnTo>
                      <a:pt x="283" y="13834"/>
                    </a:lnTo>
                    <a:lnTo>
                      <a:pt x="283" y="13218"/>
                    </a:lnTo>
                    <a:lnTo>
                      <a:pt x="283" y="11563"/>
                    </a:lnTo>
                    <a:lnTo>
                      <a:pt x="283" y="10643"/>
                    </a:lnTo>
                    <a:lnTo>
                      <a:pt x="283" y="8480"/>
                    </a:lnTo>
                    <a:lnTo>
                      <a:pt x="283" y="6221"/>
                    </a:lnTo>
                    <a:lnTo>
                      <a:pt x="283" y="5425"/>
                    </a:lnTo>
                    <a:cubicBezTo>
                      <a:pt x="283" y="5353"/>
                      <a:pt x="288" y="5278"/>
                      <a:pt x="290" y="5204"/>
                    </a:cubicBezTo>
                    <a:lnTo>
                      <a:pt x="290" y="5204"/>
                    </a:lnTo>
                    <a:cubicBezTo>
                      <a:pt x="583" y="5290"/>
                      <a:pt x="878" y="5370"/>
                      <a:pt x="1175" y="5430"/>
                    </a:cubicBezTo>
                    <a:cubicBezTo>
                      <a:pt x="1435" y="5487"/>
                      <a:pt x="1712" y="5543"/>
                      <a:pt x="1983" y="5543"/>
                    </a:cubicBezTo>
                    <a:cubicBezTo>
                      <a:pt x="2056" y="5543"/>
                      <a:pt x="2119" y="5476"/>
                      <a:pt x="2124" y="5402"/>
                    </a:cubicBezTo>
                    <a:cubicBezTo>
                      <a:pt x="2135" y="4933"/>
                      <a:pt x="2152" y="4465"/>
                      <a:pt x="2164" y="4002"/>
                    </a:cubicBezTo>
                    <a:cubicBezTo>
                      <a:pt x="2192" y="3262"/>
                      <a:pt x="2215" y="2516"/>
                      <a:pt x="2237" y="1777"/>
                    </a:cubicBezTo>
                    <a:cubicBezTo>
                      <a:pt x="2241" y="1658"/>
                      <a:pt x="2245" y="1536"/>
                      <a:pt x="2249" y="1416"/>
                    </a:cubicBezTo>
                    <a:lnTo>
                      <a:pt x="2249" y="1416"/>
                    </a:lnTo>
                    <a:cubicBezTo>
                      <a:pt x="3183" y="1496"/>
                      <a:pt x="4132" y="1554"/>
                      <a:pt x="5078" y="1554"/>
                    </a:cubicBezTo>
                    <a:cubicBezTo>
                      <a:pt x="6103" y="1554"/>
                      <a:pt x="7126" y="1486"/>
                      <a:pt x="8127" y="1302"/>
                    </a:cubicBezTo>
                    <a:cubicBezTo>
                      <a:pt x="8907" y="1161"/>
                      <a:pt x="9754" y="952"/>
                      <a:pt x="10403" y="478"/>
                    </a:cubicBezTo>
                    <a:cubicBezTo>
                      <a:pt x="10458" y="440"/>
                      <a:pt x="10509" y="399"/>
                      <a:pt x="10560" y="355"/>
                    </a:cubicBezTo>
                    <a:close/>
                    <a:moveTo>
                      <a:pt x="10570" y="1"/>
                    </a:moveTo>
                    <a:cubicBezTo>
                      <a:pt x="10532" y="1"/>
                      <a:pt x="10494" y="15"/>
                      <a:pt x="10471" y="43"/>
                    </a:cubicBezTo>
                    <a:cubicBezTo>
                      <a:pt x="10463" y="52"/>
                      <a:pt x="10457" y="59"/>
                      <a:pt x="10453" y="65"/>
                    </a:cubicBezTo>
                    <a:lnTo>
                      <a:pt x="10453" y="65"/>
                    </a:lnTo>
                    <a:cubicBezTo>
                      <a:pt x="10457" y="60"/>
                      <a:pt x="10460" y="55"/>
                      <a:pt x="10460" y="55"/>
                    </a:cubicBezTo>
                    <a:cubicBezTo>
                      <a:pt x="10459" y="55"/>
                      <a:pt x="10457" y="56"/>
                      <a:pt x="10454" y="60"/>
                    </a:cubicBezTo>
                    <a:cubicBezTo>
                      <a:pt x="10443" y="71"/>
                      <a:pt x="10431" y="82"/>
                      <a:pt x="10420" y="94"/>
                    </a:cubicBezTo>
                    <a:cubicBezTo>
                      <a:pt x="10381" y="138"/>
                      <a:pt x="10332" y="177"/>
                      <a:pt x="10287" y="216"/>
                    </a:cubicBezTo>
                    <a:lnTo>
                      <a:pt x="10287" y="216"/>
                    </a:lnTo>
                    <a:cubicBezTo>
                      <a:pt x="10276" y="224"/>
                      <a:pt x="10261" y="236"/>
                      <a:pt x="10256" y="241"/>
                    </a:cubicBezTo>
                    <a:cubicBezTo>
                      <a:pt x="10234" y="252"/>
                      <a:pt x="10217" y="263"/>
                      <a:pt x="10194" y="280"/>
                    </a:cubicBezTo>
                    <a:cubicBezTo>
                      <a:pt x="10149" y="314"/>
                      <a:pt x="10098" y="342"/>
                      <a:pt x="10047" y="376"/>
                    </a:cubicBezTo>
                    <a:cubicBezTo>
                      <a:pt x="9912" y="449"/>
                      <a:pt x="9771" y="517"/>
                      <a:pt x="9630" y="579"/>
                    </a:cubicBezTo>
                    <a:cubicBezTo>
                      <a:pt x="9596" y="596"/>
                      <a:pt x="9584" y="602"/>
                      <a:pt x="9528" y="625"/>
                    </a:cubicBezTo>
                    <a:cubicBezTo>
                      <a:pt x="9477" y="641"/>
                      <a:pt x="9426" y="664"/>
                      <a:pt x="9381" y="681"/>
                    </a:cubicBezTo>
                    <a:cubicBezTo>
                      <a:pt x="9274" y="721"/>
                      <a:pt x="9172" y="754"/>
                      <a:pt x="9065" y="788"/>
                    </a:cubicBezTo>
                    <a:cubicBezTo>
                      <a:pt x="8805" y="867"/>
                      <a:pt x="8540" y="930"/>
                      <a:pt x="8280" y="986"/>
                    </a:cubicBezTo>
                    <a:cubicBezTo>
                      <a:pt x="7534" y="1138"/>
                      <a:pt x="6772" y="1212"/>
                      <a:pt x="6015" y="1240"/>
                    </a:cubicBezTo>
                    <a:cubicBezTo>
                      <a:pt x="5681" y="1255"/>
                      <a:pt x="5347" y="1261"/>
                      <a:pt x="5012" y="1261"/>
                    </a:cubicBezTo>
                    <a:cubicBezTo>
                      <a:pt x="4044" y="1261"/>
                      <a:pt x="3074" y="1205"/>
                      <a:pt x="2113" y="1122"/>
                    </a:cubicBezTo>
                    <a:cubicBezTo>
                      <a:pt x="2108" y="1121"/>
                      <a:pt x="2103" y="1120"/>
                      <a:pt x="2098" y="1120"/>
                    </a:cubicBezTo>
                    <a:cubicBezTo>
                      <a:pt x="2026" y="1120"/>
                      <a:pt x="1972" y="1194"/>
                      <a:pt x="1972" y="1263"/>
                    </a:cubicBezTo>
                    <a:cubicBezTo>
                      <a:pt x="1955" y="1726"/>
                      <a:pt x="1943" y="2195"/>
                      <a:pt x="1927" y="2663"/>
                    </a:cubicBezTo>
                    <a:cubicBezTo>
                      <a:pt x="1904" y="3403"/>
                      <a:pt x="1881" y="4143"/>
                      <a:pt x="1859" y="4888"/>
                    </a:cubicBezTo>
                    <a:lnTo>
                      <a:pt x="1847" y="5256"/>
                    </a:lnTo>
                    <a:lnTo>
                      <a:pt x="1847" y="5256"/>
                    </a:lnTo>
                    <a:cubicBezTo>
                      <a:pt x="1632" y="5241"/>
                      <a:pt x="1419" y="5196"/>
                      <a:pt x="1209" y="5154"/>
                    </a:cubicBezTo>
                    <a:cubicBezTo>
                      <a:pt x="859" y="5075"/>
                      <a:pt x="520" y="4979"/>
                      <a:pt x="182" y="4871"/>
                    </a:cubicBezTo>
                    <a:cubicBezTo>
                      <a:pt x="169" y="4867"/>
                      <a:pt x="156" y="4866"/>
                      <a:pt x="144" y="4866"/>
                    </a:cubicBezTo>
                    <a:cubicBezTo>
                      <a:pt x="67" y="4866"/>
                      <a:pt x="1" y="4934"/>
                      <a:pt x="1" y="5007"/>
                    </a:cubicBezTo>
                    <a:lnTo>
                      <a:pt x="1" y="5995"/>
                    </a:lnTo>
                    <a:lnTo>
                      <a:pt x="1" y="8186"/>
                    </a:lnTo>
                    <a:lnTo>
                      <a:pt x="1" y="10423"/>
                    </a:lnTo>
                    <a:lnTo>
                      <a:pt x="1" y="11546"/>
                    </a:lnTo>
                    <a:lnTo>
                      <a:pt x="1" y="13150"/>
                    </a:lnTo>
                    <a:lnTo>
                      <a:pt x="1" y="13218"/>
                    </a:lnTo>
                    <a:lnTo>
                      <a:pt x="1" y="14907"/>
                    </a:lnTo>
                    <a:lnTo>
                      <a:pt x="1" y="17589"/>
                    </a:lnTo>
                    <a:lnTo>
                      <a:pt x="1" y="18205"/>
                    </a:lnTo>
                    <a:cubicBezTo>
                      <a:pt x="1" y="18284"/>
                      <a:pt x="63" y="18346"/>
                      <a:pt x="142" y="18346"/>
                    </a:cubicBezTo>
                    <a:lnTo>
                      <a:pt x="7546" y="18346"/>
                    </a:lnTo>
                    <a:cubicBezTo>
                      <a:pt x="7575" y="18346"/>
                      <a:pt x="7600" y="18338"/>
                      <a:pt x="7620" y="18326"/>
                    </a:cubicBezTo>
                    <a:lnTo>
                      <a:pt x="7620" y="18326"/>
                    </a:lnTo>
                    <a:cubicBezTo>
                      <a:pt x="7659" y="18304"/>
                      <a:pt x="7687" y="18264"/>
                      <a:pt x="7687" y="18205"/>
                    </a:cubicBezTo>
                    <a:lnTo>
                      <a:pt x="7687" y="16398"/>
                    </a:lnTo>
                    <a:lnTo>
                      <a:pt x="7687" y="13517"/>
                    </a:lnTo>
                    <a:lnTo>
                      <a:pt x="7687" y="12954"/>
                    </a:lnTo>
                    <a:lnTo>
                      <a:pt x="7687" y="12954"/>
                    </a:lnTo>
                    <a:cubicBezTo>
                      <a:pt x="9390" y="12299"/>
                      <a:pt x="10754" y="10919"/>
                      <a:pt x="11369" y="9197"/>
                    </a:cubicBezTo>
                    <a:cubicBezTo>
                      <a:pt x="11534" y="8734"/>
                      <a:pt x="11642" y="8256"/>
                      <a:pt x="11694" y="7768"/>
                    </a:cubicBezTo>
                    <a:lnTo>
                      <a:pt x="12402" y="7768"/>
                    </a:lnTo>
                    <a:cubicBezTo>
                      <a:pt x="12781" y="7768"/>
                      <a:pt x="13137" y="7616"/>
                      <a:pt x="13283" y="7249"/>
                    </a:cubicBezTo>
                    <a:cubicBezTo>
                      <a:pt x="13425" y="6916"/>
                      <a:pt x="13295" y="6566"/>
                      <a:pt x="13018" y="6345"/>
                    </a:cubicBezTo>
                    <a:cubicBezTo>
                      <a:pt x="12786" y="6165"/>
                      <a:pt x="12555" y="5984"/>
                      <a:pt x="12323" y="5797"/>
                    </a:cubicBezTo>
                    <a:cubicBezTo>
                      <a:pt x="12127" y="5639"/>
                      <a:pt x="11927" y="5485"/>
                      <a:pt x="11730" y="5327"/>
                    </a:cubicBezTo>
                    <a:lnTo>
                      <a:pt x="11730" y="5327"/>
                    </a:lnTo>
                    <a:lnTo>
                      <a:pt x="11730" y="3838"/>
                    </a:lnTo>
                    <a:cubicBezTo>
                      <a:pt x="11730" y="3143"/>
                      <a:pt x="11753" y="2460"/>
                      <a:pt x="11567" y="1777"/>
                    </a:cubicBezTo>
                    <a:cubicBezTo>
                      <a:pt x="11391" y="1144"/>
                      <a:pt x="11081" y="557"/>
                      <a:pt x="10669" y="43"/>
                    </a:cubicBezTo>
                    <a:cubicBezTo>
                      <a:pt x="10646" y="15"/>
                      <a:pt x="10608" y="1"/>
                      <a:pt x="10570"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05" name="Google Shape;1305;p44">
                <a:extLst>
                  <a:ext uri="{FF2B5EF4-FFF2-40B4-BE49-F238E27FC236}">
                    <a16:creationId xmlns:a16="http://schemas.microsoft.com/office/drawing/2014/main" id="{A30A3E2C-661A-F111-12B0-30F13814D4D0}"/>
                  </a:ext>
                </a:extLst>
              </p:cNvPr>
              <p:cNvSpPr/>
              <p:nvPr/>
            </p:nvSpPr>
            <p:spPr>
              <a:xfrm>
                <a:off x="748200" y="3191125"/>
                <a:ext cx="458600" cy="407500"/>
              </a:xfrm>
              <a:custGeom>
                <a:avLst/>
                <a:gdLst/>
                <a:ahLst/>
                <a:cxnLst/>
                <a:rect l="l" t="t" r="r" b="b"/>
                <a:pathLst>
                  <a:path w="18344" h="16300" extrusionOk="0">
                    <a:moveTo>
                      <a:pt x="17197" y="4664"/>
                    </a:moveTo>
                    <a:cubicBezTo>
                      <a:pt x="17188" y="4677"/>
                      <a:pt x="17183" y="4681"/>
                      <a:pt x="17183" y="4681"/>
                    </a:cubicBezTo>
                    <a:cubicBezTo>
                      <a:pt x="17182" y="4681"/>
                      <a:pt x="17188" y="4673"/>
                      <a:pt x="17197" y="4664"/>
                    </a:cubicBezTo>
                    <a:close/>
                    <a:moveTo>
                      <a:pt x="17035" y="4812"/>
                    </a:moveTo>
                    <a:cubicBezTo>
                      <a:pt x="17033" y="4813"/>
                      <a:pt x="17031" y="4814"/>
                      <a:pt x="17028" y="4816"/>
                    </a:cubicBezTo>
                    <a:cubicBezTo>
                      <a:pt x="17030" y="4815"/>
                      <a:pt x="17033" y="4814"/>
                      <a:pt x="17035" y="4812"/>
                    </a:cubicBezTo>
                    <a:close/>
                    <a:moveTo>
                      <a:pt x="8794" y="286"/>
                    </a:moveTo>
                    <a:cubicBezTo>
                      <a:pt x="8833" y="286"/>
                      <a:pt x="8873" y="287"/>
                      <a:pt x="8912" y="287"/>
                    </a:cubicBezTo>
                    <a:cubicBezTo>
                      <a:pt x="9720" y="293"/>
                      <a:pt x="10544" y="394"/>
                      <a:pt x="11307" y="660"/>
                    </a:cubicBezTo>
                    <a:cubicBezTo>
                      <a:pt x="11561" y="750"/>
                      <a:pt x="11815" y="858"/>
                      <a:pt x="12030" y="1021"/>
                    </a:cubicBezTo>
                    <a:cubicBezTo>
                      <a:pt x="12346" y="1258"/>
                      <a:pt x="12685" y="1456"/>
                      <a:pt x="13063" y="1580"/>
                    </a:cubicBezTo>
                    <a:cubicBezTo>
                      <a:pt x="13442" y="1705"/>
                      <a:pt x="13843" y="1750"/>
                      <a:pt x="14238" y="1784"/>
                    </a:cubicBezTo>
                    <a:cubicBezTo>
                      <a:pt x="14769" y="1829"/>
                      <a:pt x="15300" y="1846"/>
                      <a:pt x="15830" y="1885"/>
                    </a:cubicBezTo>
                    <a:cubicBezTo>
                      <a:pt x="16175" y="1908"/>
                      <a:pt x="16519" y="1936"/>
                      <a:pt x="16857" y="1970"/>
                    </a:cubicBezTo>
                    <a:lnTo>
                      <a:pt x="16857" y="1970"/>
                    </a:lnTo>
                    <a:cubicBezTo>
                      <a:pt x="16857" y="1970"/>
                      <a:pt x="16858" y="1970"/>
                      <a:pt x="16858" y="1970"/>
                    </a:cubicBezTo>
                    <a:cubicBezTo>
                      <a:pt x="17304" y="2015"/>
                      <a:pt x="17863" y="2162"/>
                      <a:pt x="17988" y="2636"/>
                    </a:cubicBezTo>
                    <a:cubicBezTo>
                      <a:pt x="18089" y="2992"/>
                      <a:pt x="17942" y="3404"/>
                      <a:pt x="17784" y="3738"/>
                    </a:cubicBezTo>
                    <a:cubicBezTo>
                      <a:pt x="17638" y="4037"/>
                      <a:pt x="17457" y="4319"/>
                      <a:pt x="17259" y="4590"/>
                    </a:cubicBezTo>
                    <a:cubicBezTo>
                      <a:pt x="17253" y="4596"/>
                      <a:pt x="17242" y="4607"/>
                      <a:pt x="17237" y="4613"/>
                    </a:cubicBezTo>
                    <a:cubicBezTo>
                      <a:pt x="17235" y="4616"/>
                      <a:pt x="17234" y="4617"/>
                      <a:pt x="17234" y="4617"/>
                    </a:cubicBezTo>
                    <a:cubicBezTo>
                      <a:pt x="17235" y="4617"/>
                      <a:pt x="17245" y="4603"/>
                      <a:pt x="17247" y="4603"/>
                    </a:cubicBezTo>
                    <a:cubicBezTo>
                      <a:pt x="17247" y="4603"/>
                      <a:pt x="17246" y="4606"/>
                      <a:pt x="17242" y="4613"/>
                    </a:cubicBezTo>
                    <a:cubicBezTo>
                      <a:pt x="17231" y="4624"/>
                      <a:pt x="17225" y="4636"/>
                      <a:pt x="17214" y="4641"/>
                    </a:cubicBezTo>
                    <a:cubicBezTo>
                      <a:pt x="17207" y="4650"/>
                      <a:pt x="17202" y="4658"/>
                      <a:pt x="17197" y="4664"/>
                    </a:cubicBezTo>
                    <a:lnTo>
                      <a:pt x="17197" y="4664"/>
                    </a:lnTo>
                    <a:cubicBezTo>
                      <a:pt x="17183" y="4679"/>
                      <a:pt x="17173" y="4693"/>
                      <a:pt x="17157" y="4703"/>
                    </a:cubicBezTo>
                    <a:cubicBezTo>
                      <a:pt x="17129" y="4737"/>
                      <a:pt x="17095" y="4765"/>
                      <a:pt x="17061" y="4794"/>
                    </a:cubicBezTo>
                    <a:cubicBezTo>
                      <a:pt x="17053" y="4798"/>
                      <a:pt x="17044" y="4806"/>
                      <a:pt x="17035" y="4812"/>
                    </a:cubicBezTo>
                    <a:lnTo>
                      <a:pt x="17035" y="4812"/>
                    </a:lnTo>
                    <a:cubicBezTo>
                      <a:pt x="17040" y="4809"/>
                      <a:pt x="17042" y="4808"/>
                      <a:pt x="17042" y="4808"/>
                    </a:cubicBezTo>
                    <a:cubicBezTo>
                      <a:pt x="17043" y="4808"/>
                      <a:pt x="17031" y="4817"/>
                      <a:pt x="17016" y="4828"/>
                    </a:cubicBezTo>
                    <a:cubicBezTo>
                      <a:pt x="16988" y="4850"/>
                      <a:pt x="16960" y="4873"/>
                      <a:pt x="16926" y="4890"/>
                    </a:cubicBezTo>
                    <a:cubicBezTo>
                      <a:pt x="16751" y="5008"/>
                      <a:pt x="16565" y="5104"/>
                      <a:pt x="16373" y="5183"/>
                    </a:cubicBezTo>
                    <a:cubicBezTo>
                      <a:pt x="16339" y="5200"/>
                      <a:pt x="16350" y="5195"/>
                      <a:pt x="16299" y="5217"/>
                    </a:cubicBezTo>
                    <a:cubicBezTo>
                      <a:pt x="16265" y="5229"/>
                      <a:pt x="16231" y="5245"/>
                      <a:pt x="16197" y="5257"/>
                    </a:cubicBezTo>
                    <a:cubicBezTo>
                      <a:pt x="16124" y="5285"/>
                      <a:pt x="16051" y="5313"/>
                      <a:pt x="15972" y="5336"/>
                    </a:cubicBezTo>
                    <a:cubicBezTo>
                      <a:pt x="15802" y="5392"/>
                      <a:pt x="15627" y="5443"/>
                      <a:pt x="15452" y="5488"/>
                    </a:cubicBezTo>
                    <a:cubicBezTo>
                      <a:pt x="15000" y="5607"/>
                      <a:pt x="14537" y="5686"/>
                      <a:pt x="14074" y="5742"/>
                    </a:cubicBezTo>
                    <a:cubicBezTo>
                      <a:pt x="13324" y="5834"/>
                      <a:pt x="12567" y="5870"/>
                      <a:pt x="11809" y="5870"/>
                    </a:cubicBezTo>
                    <a:cubicBezTo>
                      <a:pt x="11066" y="5870"/>
                      <a:pt x="10323" y="5835"/>
                      <a:pt x="9584" y="5782"/>
                    </a:cubicBezTo>
                    <a:cubicBezTo>
                      <a:pt x="9342" y="5765"/>
                      <a:pt x="9099" y="5748"/>
                      <a:pt x="8856" y="5726"/>
                    </a:cubicBezTo>
                    <a:cubicBezTo>
                      <a:pt x="8851" y="5725"/>
                      <a:pt x="8846" y="5724"/>
                      <a:pt x="8841" y="5724"/>
                    </a:cubicBezTo>
                    <a:cubicBezTo>
                      <a:pt x="8769" y="5724"/>
                      <a:pt x="8715" y="5798"/>
                      <a:pt x="8715" y="5867"/>
                    </a:cubicBezTo>
                    <a:cubicBezTo>
                      <a:pt x="8698" y="6330"/>
                      <a:pt x="8686" y="6799"/>
                      <a:pt x="8670" y="7267"/>
                    </a:cubicBezTo>
                    <a:cubicBezTo>
                      <a:pt x="8647" y="8007"/>
                      <a:pt x="8624" y="8747"/>
                      <a:pt x="8602" y="9492"/>
                    </a:cubicBezTo>
                    <a:lnTo>
                      <a:pt x="8590" y="9860"/>
                    </a:lnTo>
                    <a:lnTo>
                      <a:pt x="8590" y="9860"/>
                    </a:lnTo>
                    <a:cubicBezTo>
                      <a:pt x="8375" y="9845"/>
                      <a:pt x="8162" y="9800"/>
                      <a:pt x="7952" y="9758"/>
                    </a:cubicBezTo>
                    <a:cubicBezTo>
                      <a:pt x="7602" y="9679"/>
                      <a:pt x="7263" y="9583"/>
                      <a:pt x="6925" y="9475"/>
                    </a:cubicBezTo>
                    <a:cubicBezTo>
                      <a:pt x="6912" y="9471"/>
                      <a:pt x="6899" y="9470"/>
                      <a:pt x="6887" y="9470"/>
                    </a:cubicBezTo>
                    <a:cubicBezTo>
                      <a:pt x="6810" y="9470"/>
                      <a:pt x="6744" y="9538"/>
                      <a:pt x="6744" y="9611"/>
                    </a:cubicBezTo>
                    <a:lnTo>
                      <a:pt x="6744" y="11825"/>
                    </a:lnTo>
                    <a:lnTo>
                      <a:pt x="6744" y="15343"/>
                    </a:lnTo>
                    <a:lnTo>
                      <a:pt x="6744" y="15939"/>
                    </a:lnTo>
                    <a:lnTo>
                      <a:pt x="6744" y="15939"/>
                    </a:lnTo>
                    <a:cubicBezTo>
                      <a:pt x="6623" y="15884"/>
                      <a:pt x="6505" y="15824"/>
                      <a:pt x="6388" y="15761"/>
                    </a:cubicBezTo>
                    <a:cubicBezTo>
                      <a:pt x="5936" y="15512"/>
                      <a:pt x="5501" y="15219"/>
                      <a:pt x="5100" y="14891"/>
                    </a:cubicBezTo>
                    <a:cubicBezTo>
                      <a:pt x="5090" y="14883"/>
                      <a:pt x="5079" y="14876"/>
                      <a:pt x="5067" y="14871"/>
                    </a:cubicBezTo>
                    <a:lnTo>
                      <a:pt x="5067" y="14871"/>
                    </a:lnTo>
                    <a:cubicBezTo>
                      <a:pt x="5069" y="14870"/>
                      <a:pt x="5071" y="14869"/>
                      <a:pt x="5072" y="14869"/>
                    </a:cubicBezTo>
                    <a:cubicBezTo>
                      <a:pt x="4767" y="14682"/>
                      <a:pt x="4479" y="14473"/>
                      <a:pt x="4214" y="14242"/>
                    </a:cubicBezTo>
                    <a:cubicBezTo>
                      <a:pt x="4084" y="14129"/>
                      <a:pt x="3954" y="14004"/>
                      <a:pt x="3830" y="13880"/>
                    </a:cubicBezTo>
                    <a:cubicBezTo>
                      <a:pt x="3773" y="13824"/>
                      <a:pt x="3722" y="13756"/>
                      <a:pt x="3660" y="13705"/>
                    </a:cubicBezTo>
                    <a:cubicBezTo>
                      <a:pt x="3615" y="13660"/>
                      <a:pt x="3553" y="13632"/>
                      <a:pt x="3502" y="13598"/>
                    </a:cubicBezTo>
                    <a:cubicBezTo>
                      <a:pt x="3096" y="13344"/>
                      <a:pt x="2740" y="13011"/>
                      <a:pt x="2429" y="12649"/>
                    </a:cubicBezTo>
                    <a:cubicBezTo>
                      <a:pt x="1723" y="11836"/>
                      <a:pt x="1204" y="10853"/>
                      <a:pt x="854" y="9842"/>
                    </a:cubicBezTo>
                    <a:cubicBezTo>
                      <a:pt x="526" y="8894"/>
                      <a:pt x="317" y="7860"/>
                      <a:pt x="436" y="6861"/>
                    </a:cubicBezTo>
                    <a:cubicBezTo>
                      <a:pt x="492" y="6381"/>
                      <a:pt x="650" y="5912"/>
                      <a:pt x="893" y="5500"/>
                    </a:cubicBezTo>
                    <a:cubicBezTo>
                      <a:pt x="1108" y="5133"/>
                      <a:pt x="1407" y="4839"/>
                      <a:pt x="1752" y="4590"/>
                    </a:cubicBezTo>
                    <a:cubicBezTo>
                      <a:pt x="2113" y="4336"/>
                      <a:pt x="2497" y="4116"/>
                      <a:pt x="2853" y="3851"/>
                    </a:cubicBezTo>
                    <a:cubicBezTo>
                      <a:pt x="3327" y="3495"/>
                      <a:pt x="3745" y="3077"/>
                      <a:pt x="4101" y="2603"/>
                    </a:cubicBezTo>
                    <a:cubicBezTo>
                      <a:pt x="4287" y="2360"/>
                      <a:pt x="4434" y="2094"/>
                      <a:pt x="4626" y="1857"/>
                    </a:cubicBezTo>
                    <a:cubicBezTo>
                      <a:pt x="4762" y="1688"/>
                      <a:pt x="4914" y="1530"/>
                      <a:pt x="5083" y="1388"/>
                    </a:cubicBezTo>
                    <a:cubicBezTo>
                      <a:pt x="5411" y="1112"/>
                      <a:pt x="5795" y="897"/>
                      <a:pt x="6196" y="733"/>
                    </a:cubicBezTo>
                    <a:cubicBezTo>
                      <a:pt x="7018" y="409"/>
                      <a:pt x="7912" y="286"/>
                      <a:pt x="8794" y="286"/>
                    </a:cubicBezTo>
                    <a:close/>
                    <a:moveTo>
                      <a:pt x="8785" y="0"/>
                    </a:moveTo>
                    <a:cubicBezTo>
                      <a:pt x="8056" y="0"/>
                      <a:pt x="7319" y="87"/>
                      <a:pt x="6620" y="293"/>
                    </a:cubicBezTo>
                    <a:cubicBezTo>
                      <a:pt x="5739" y="553"/>
                      <a:pt x="4908" y="1016"/>
                      <a:pt x="4349" y="1755"/>
                    </a:cubicBezTo>
                    <a:cubicBezTo>
                      <a:pt x="4152" y="2015"/>
                      <a:pt x="3988" y="2303"/>
                      <a:pt x="3779" y="2557"/>
                    </a:cubicBezTo>
                    <a:cubicBezTo>
                      <a:pt x="3581" y="2806"/>
                      <a:pt x="3367" y="3037"/>
                      <a:pt x="3135" y="3252"/>
                    </a:cubicBezTo>
                    <a:cubicBezTo>
                      <a:pt x="2774" y="3585"/>
                      <a:pt x="2367" y="3851"/>
                      <a:pt x="1955" y="4116"/>
                    </a:cubicBezTo>
                    <a:cubicBezTo>
                      <a:pt x="1599" y="4348"/>
                      <a:pt x="1243" y="4590"/>
                      <a:pt x="967" y="4912"/>
                    </a:cubicBezTo>
                    <a:cubicBezTo>
                      <a:pt x="628" y="5302"/>
                      <a:pt x="402" y="5776"/>
                      <a:pt x="266" y="6268"/>
                    </a:cubicBezTo>
                    <a:cubicBezTo>
                      <a:pt x="1" y="7222"/>
                      <a:pt x="125" y="8267"/>
                      <a:pt x="368" y="9210"/>
                    </a:cubicBezTo>
                    <a:cubicBezTo>
                      <a:pt x="645" y="10283"/>
                      <a:pt x="1108" y="11316"/>
                      <a:pt x="1746" y="12226"/>
                    </a:cubicBezTo>
                    <a:cubicBezTo>
                      <a:pt x="2040" y="12649"/>
                      <a:pt x="2378" y="13056"/>
                      <a:pt x="2768" y="13400"/>
                    </a:cubicBezTo>
                    <a:cubicBezTo>
                      <a:pt x="2949" y="13558"/>
                      <a:pt x="3141" y="13705"/>
                      <a:pt x="3344" y="13835"/>
                    </a:cubicBezTo>
                    <a:cubicBezTo>
                      <a:pt x="3395" y="13869"/>
                      <a:pt x="3446" y="13897"/>
                      <a:pt x="3491" y="13931"/>
                    </a:cubicBezTo>
                    <a:cubicBezTo>
                      <a:pt x="3559" y="13993"/>
                      <a:pt x="3621" y="14072"/>
                      <a:pt x="3689" y="14134"/>
                    </a:cubicBezTo>
                    <a:cubicBezTo>
                      <a:pt x="3813" y="14259"/>
                      <a:pt x="3943" y="14383"/>
                      <a:pt x="4078" y="14496"/>
                    </a:cubicBezTo>
                    <a:cubicBezTo>
                      <a:pt x="4343" y="14721"/>
                      <a:pt x="4630" y="14930"/>
                      <a:pt x="4929" y="15110"/>
                    </a:cubicBezTo>
                    <a:lnTo>
                      <a:pt x="4929" y="15110"/>
                    </a:lnTo>
                    <a:cubicBezTo>
                      <a:pt x="5509" y="15582"/>
                      <a:pt x="6150" y="16019"/>
                      <a:pt x="6845" y="16292"/>
                    </a:cubicBezTo>
                    <a:cubicBezTo>
                      <a:pt x="6859" y="16297"/>
                      <a:pt x="6873" y="16299"/>
                      <a:pt x="6887" y="16299"/>
                    </a:cubicBezTo>
                    <a:cubicBezTo>
                      <a:pt x="6962" y="16299"/>
                      <a:pt x="7026" y="16228"/>
                      <a:pt x="7026" y="16156"/>
                    </a:cubicBezTo>
                    <a:lnTo>
                      <a:pt x="7026" y="13948"/>
                    </a:lnTo>
                    <a:lnTo>
                      <a:pt x="7026" y="10424"/>
                    </a:lnTo>
                    <a:lnTo>
                      <a:pt x="7026" y="9806"/>
                    </a:lnTo>
                    <a:lnTo>
                      <a:pt x="7026" y="9806"/>
                    </a:lnTo>
                    <a:cubicBezTo>
                      <a:pt x="7322" y="9893"/>
                      <a:pt x="7618" y="9973"/>
                      <a:pt x="7918" y="10034"/>
                    </a:cubicBezTo>
                    <a:cubicBezTo>
                      <a:pt x="8178" y="10091"/>
                      <a:pt x="8455" y="10147"/>
                      <a:pt x="8726" y="10147"/>
                    </a:cubicBezTo>
                    <a:cubicBezTo>
                      <a:pt x="8799" y="10147"/>
                      <a:pt x="8862" y="10080"/>
                      <a:pt x="8867" y="10006"/>
                    </a:cubicBezTo>
                    <a:cubicBezTo>
                      <a:pt x="8878" y="9537"/>
                      <a:pt x="8895" y="9069"/>
                      <a:pt x="8907" y="8606"/>
                    </a:cubicBezTo>
                    <a:cubicBezTo>
                      <a:pt x="8935" y="7866"/>
                      <a:pt x="8958" y="7120"/>
                      <a:pt x="8980" y="6381"/>
                    </a:cubicBezTo>
                    <a:cubicBezTo>
                      <a:pt x="8984" y="6262"/>
                      <a:pt x="8988" y="6140"/>
                      <a:pt x="8992" y="6020"/>
                    </a:cubicBezTo>
                    <a:lnTo>
                      <a:pt x="8992" y="6020"/>
                    </a:lnTo>
                    <a:cubicBezTo>
                      <a:pt x="9912" y="6100"/>
                      <a:pt x="10840" y="6154"/>
                      <a:pt x="11767" y="6154"/>
                    </a:cubicBezTo>
                    <a:cubicBezTo>
                      <a:pt x="12439" y="6154"/>
                      <a:pt x="13111" y="6126"/>
                      <a:pt x="13780" y="6059"/>
                    </a:cubicBezTo>
                    <a:cubicBezTo>
                      <a:pt x="14656" y="5968"/>
                      <a:pt x="15548" y="5822"/>
                      <a:pt x="16367" y="5494"/>
                    </a:cubicBezTo>
                    <a:cubicBezTo>
                      <a:pt x="16711" y="5353"/>
                      <a:pt x="17073" y="5183"/>
                      <a:pt x="17338" y="4924"/>
                    </a:cubicBezTo>
                    <a:cubicBezTo>
                      <a:pt x="17361" y="4907"/>
                      <a:pt x="17378" y="4884"/>
                      <a:pt x="17395" y="4867"/>
                    </a:cubicBezTo>
                    <a:cubicBezTo>
                      <a:pt x="17404" y="4857"/>
                      <a:pt x="17414" y="4844"/>
                      <a:pt x="17424" y="4833"/>
                    </a:cubicBezTo>
                    <a:lnTo>
                      <a:pt x="17424" y="4833"/>
                    </a:lnTo>
                    <a:cubicBezTo>
                      <a:pt x="17419" y="4838"/>
                      <a:pt x="17416" y="4842"/>
                      <a:pt x="17416" y="4842"/>
                    </a:cubicBezTo>
                    <a:lnTo>
                      <a:pt x="17416" y="4842"/>
                    </a:lnTo>
                    <a:cubicBezTo>
                      <a:pt x="17416" y="4842"/>
                      <a:pt x="17419" y="4838"/>
                      <a:pt x="17429" y="4828"/>
                    </a:cubicBezTo>
                    <a:lnTo>
                      <a:pt x="17429" y="4828"/>
                    </a:lnTo>
                    <a:cubicBezTo>
                      <a:pt x="17427" y="4829"/>
                      <a:pt x="17425" y="4831"/>
                      <a:pt x="17424" y="4833"/>
                    </a:cubicBezTo>
                    <a:lnTo>
                      <a:pt x="17424" y="4833"/>
                    </a:lnTo>
                    <a:cubicBezTo>
                      <a:pt x="17431" y="4823"/>
                      <a:pt x="17443" y="4807"/>
                      <a:pt x="17446" y="4799"/>
                    </a:cubicBezTo>
                    <a:cubicBezTo>
                      <a:pt x="17649" y="4545"/>
                      <a:pt x="17830" y="4269"/>
                      <a:pt x="17976" y="3980"/>
                    </a:cubicBezTo>
                    <a:cubicBezTo>
                      <a:pt x="18168" y="3608"/>
                      <a:pt x="18343" y="3167"/>
                      <a:pt x="18293" y="2738"/>
                    </a:cubicBezTo>
                    <a:cubicBezTo>
                      <a:pt x="18236" y="2224"/>
                      <a:pt x="17846" y="1914"/>
                      <a:pt x="17372" y="1778"/>
                    </a:cubicBezTo>
                    <a:cubicBezTo>
                      <a:pt x="17203" y="1733"/>
                      <a:pt x="17034" y="1705"/>
                      <a:pt x="16859" y="1688"/>
                    </a:cubicBezTo>
                    <a:lnTo>
                      <a:pt x="16859" y="1688"/>
                    </a:lnTo>
                    <a:cubicBezTo>
                      <a:pt x="16859" y="1688"/>
                      <a:pt x="16859" y="1688"/>
                      <a:pt x="16858" y="1688"/>
                    </a:cubicBezTo>
                    <a:cubicBezTo>
                      <a:pt x="16214" y="1626"/>
                      <a:pt x="15565" y="1586"/>
                      <a:pt x="14915" y="1546"/>
                    </a:cubicBezTo>
                    <a:cubicBezTo>
                      <a:pt x="14469" y="1524"/>
                      <a:pt x="14023" y="1501"/>
                      <a:pt x="13583" y="1417"/>
                    </a:cubicBezTo>
                    <a:cubicBezTo>
                      <a:pt x="13210" y="1349"/>
                      <a:pt x="12860" y="1225"/>
                      <a:pt x="12538" y="1027"/>
                    </a:cubicBezTo>
                    <a:cubicBezTo>
                      <a:pt x="12261" y="863"/>
                      <a:pt x="12030" y="654"/>
                      <a:pt x="11730" y="524"/>
                    </a:cubicBezTo>
                    <a:cubicBezTo>
                      <a:pt x="11008" y="208"/>
                      <a:pt x="10206" y="78"/>
                      <a:pt x="9421" y="22"/>
                    </a:cubicBezTo>
                    <a:cubicBezTo>
                      <a:pt x="9210" y="8"/>
                      <a:pt x="8998" y="0"/>
                      <a:pt x="8785"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306" name="Google Shape;1306;p44">
              <a:extLst>
                <a:ext uri="{FF2B5EF4-FFF2-40B4-BE49-F238E27FC236}">
                  <a16:creationId xmlns:a16="http://schemas.microsoft.com/office/drawing/2014/main" id="{5000D151-33B5-BFDB-4629-0D7C4E613B5C}"/>
                </a:ext>
              </a:extLst>
            </p:cNvPr>
            <p:cNvGrpSpPr/>
            <p:nvPr/>
          </p:nvGrpSpPr>
          <p:grpSpPr>
            <a:xfrm flipH="1">
              <a:off x="-58" y="3367312"/>
              <a:ext cx="1200250" cy="1464756"/>
              <a:chOff x="5687100" y="3067925"/>
              <a:chExt cx="999875" cy="1220325"/>
            </a:xfrm>
          </p:grpSpPr>
          <p:sp>
            <p:nvSpPr>
              <p:cNvPr id="1307" name="Google Shape;1307;p44">
                <a:extLst>
                  <a:ext uri="{FF2B5EF4-FFF2-40B4-BE49-F238E27FC236}">
                    <a16:creationId xmlns:a16="http://schemas.microsoft.com/office/drawing/2014/main" id="{729C05ED-7614-0D25-EE02-F3FC9ECD8D7D}"/>
                  </a:ext>
                </a:extLst>
              </p:cNvPr>
              <p:cNvSpPr/>
              <p:nvPr/>
            </p:nvSpPr>
            <p:spPr>
              <a:xfrm>
                <a:off x="6088625" y="3125875"/>
                <a:ext cx="335625" cy="463525"/>
              </a:xfrm>
              <a:custGeom>
                <a:avLst/>
                <a:gdLst/>
                <a:ahLst/>
                <a:cxnLst/>
                <a:rect l="l" t="t" r="r" b="b"/>
                <a:pathLst>
                  <a:path w="13425" h="18541" extrusionOk="0">
                    <a:moveTo>
                      <a:pt x="2576" y="413"/>
                    </a:moveTo>
                    <a:cubicBezTo>
                      <a:pt x="4087" y="770"/>
                      <a:pt x="5639" y="1008"/>
                      <a:pt x="7193" y="1008"/>
                    </a:cubicBezTo>
                    <a:cubicBezTo>
                      <a:pt x="7286" y="1008"/>
                      <a:pt x="7379" y="1007"/>
                      <a:pt x="7472" y="1005"/>
                    </a:cubicBezTo>
                    <a:cubicBezTo>
                      <a:pt x="8387" y="988"/>
                      <a:pt x="9330" y="898"/>
                      <a:pt x="10211" y="621"/>
                    </a:cubicBezTo>
                    <a:cubicBezTo>
                      <a:pt x="10317" y="587"/>
                      <a:pt x="10427" y="553"/>
                      <a:pt x="10533" y="509"/>
                    </a:cubicBezTo>
                    <a:lnTo>
                      <a:pt x="10533" y="509"/>
                    </a:lnTo>
                    <a:cubicBezTo>
                      <a:pt x="11133" y="1297"/>
                      <a:pt x="11448" y="2259"/>
                      <a:pt x="11453" y="3247"/>
                    </a:cubicBezTo>
                    <a:cubicBezTo>
                      <a:pt x="11453" y="3812"/>
                      <a:pt x="11453" y="4377"/>
                      <a:pt x="11453" y="4941"/>
                    </a:cubicBezTo>
                    <a:cubicBezTo>
                      <a:pt x="11453" y="5150"/>
                      <a:pt x="11442" y="5365"/>
                      <a:pt x="11453" y="5574"/>
                    </a:cubicBezTo>
                    <a:cubicBezTo>
                      <a:pt x="11453" y="5647"/>
                      <a:pt x="11487" y="5681"/>
                      <a:pt x="11538" y="5726"/>
                    </a:cubicBezTo>
                    <a:lnTo>
                      <a:pt x="11815" y="5941"/>
                    </a:lnTo>
                    <a:lnTo>
                      <a:pt x="12594" y="6557"/>
                    </a:lnTo>
                    <a:cubicBezTo>
                      <a:pt x="12752" y="6686"/>
                      <a:pt x="12978" y="6816"/>
                      <a:pt x="13040" y="7020"/>
                    </a:cubicBezTo>
                    <a:cubicBezTo>
                      <a:pt x="13097" y="7200"/>
                      <a:pt x="13034" y="7392"/>
                      <a:pt x="12899" y="7522"/>
                    </a:cubicBezTo>
                    <a:cubicBezTo>
                      <a:pt x="12775" y="7641"/>
                      <a:pt x="12611" y="7675"/>
                      <a:pt x="12441" y="7675"/>
                    </a:cubicBezTo>
                    <a:cubicBezTo>
                      <a:pt x="12344" y="7677"/>
                      <a:pt x="12246" y="7677"/>
                      <a:pt x="12149" y="7677"/>
                    </a:cubicBezTo>
                    <a:cubicBezTo>
                      <a:pt x="11955" y="7677"/>
                      <a:pt x="11762" y="7675"/>
                      <a:pt x="11566" y="7675"/>
                    </a:cubicBezTo>
                    <a:cubicBezTo>
                      <a:pt x="11487" y="7675"/>
                      <a:pt x="11436" y="7743"/>
                      <a:pt x="11425" y="7816"/>
                    </a:cubicBezTo>
                    <a:cubicBezTo>
                      <a:pt x="11272" y="9589"/>
                      <a:pt x="10307" y="11233"/>
                      <a:pt x="8833" y="12232"/>
                    </a:cubicBezTo>
                    <a:cubicBezTo>
                      <a:pt x="8421" y="12515"/>
                      <a:pt x="7974" y="12740"/>
                      <a:pt x="7511" y="12910"/>
                    </a:cubicBezTo>
                    <a:cubicBezTo>
                      <a:pt x="7449" y="12932"/>
                      <a:pt x="7404" y="12983"/>
                      <a:pt x="7404" y="13045"/>
                    </a:cubicBezTo>
                    <a:lnTo>
                      <a:pt x="7404" y="14858"/>
                    </a:lnTo>
                    <a:lnTo>
                      <a:pt x="7404" y="17738"/>
                    </a:lnTo>
                    <a:lnTo>
                      <a:pt x="7404" y="18258"/>
                    </a:lnTo>
                    <a:lnTo>
                      <a:pt x="283" y="18258"/>
                    </a:lnTo>
                    <a:lnTo>
                      <a:pt x="283" y="16710"/>
                    </a:lnTo>
                    <a:lnTo>
                      <a:pt x="283" y="14022"/>
                    </a:lnTo>
                    <a:lnTo>
                      <a:pt x="283" y="13407"/>
                    </a:lnTo>
                    <a:lnTo>
                      <a:pt x="283" y="11746"/>
                    </a:lnTo>
                    <a:lnTo>
                      <a:pt x="283" y="10809"/>
                    </a:lnTo>
                    <a:lnTo>
                      <a:pt x="283" y="8618"/>
                    </a:lnTo>
                    <a:lnTo>
                      <a:pt x="283" y="6348"/>
                    </a:lnTo>
                    <a:lnTo>
                      <a:pt x="283" y="5534"/>
                    </a:lnTo>
                    <a:cubicBezTo>
                      <a:pt x="283" y="5446"/>
                      <a:pt x="290" y="5353"/>
                      <a:pt x="290" y="5262"/>
                    </a:cubicBezTo>
                    <a:lnTo>
                      <a:pt x="290" y="5262"/>
                    </a:lnTo>
                    <a:cubicBezTo>
                      <a:pt x="1181" y="5260"/>
                      <a:pt x="2087" y="4819"/>
                      <a:pt x="2649" y="4145"/>
                    </a:cubicBezTo>
                    <a:cubicBezTo>
                      <a:pt x="3276" y="3394"/>
                      <a:pt x="3496" y="2361"/>
                      <a:pt x="3180" y="1429"/>
                    </a:cubicBezTo>
                    <a:cubicBezTo>
                      <a:pt x="3050" y="1048"/>
                      <a:pt x="2842" y="706"/>
                      <a:pt x="2576" y="413"/>
                    </a:cubicBezTo>
                    <a:close/>
                    <a:moveTo>
                      <a:pt x="2079" y="1"/>
                    </a:moveTo>
                    <a:cubicBezTo>
                      <a:pt x="1944" y="1"/>
                      <a:pt x="1897" y="183"/>
                      <a:pt x="2011" y="265"/>
                    </a:cubicBezTo>
                    <a:cubicBezTo>
                      <a:pt x="2762" y="847"/>
                      <a:pt x="3180" y="1807"/>
                      <a:pt x="3005" y="2750"/>
                    </a:cubicBezTo>
                    <a:cubicBezTo>
                      <a:pt x="2858" y="3575"/>
                      <a:pt x="2310" y="4269"/>
                      <a:pt x="1570" y="4648"/>
                    </a:cubicBezTo>
                    <a:cubicBezTo>
                      <a:pt x="1180" y="4853"/>
                      <a:pt x="720" y="4979"/>
                      <a:pt x="275" y="4979"/>
                    </a:cubicBezTo>
                    <a:cubicBezTo>
                      <a:pt x="230" y="4979"/>
                      <a:pt x="186" y="4978"/>
                      <a:pt x="142" y="4975"/>
                    </a:cubicBezTo>
                    <a:cubicBezTo>
                      <a:pt x="139" y="4975"/>
                      <a:pt x="136" y="4975"/>
                      <a:pt x="134" y="4975"/>
                    </a:cubicBezTo>
                    <a:cubicBezTo>
                      <a:pt x="63" y="4975"/>
                      <a:pt x="0" y="5046"/>
                      <a:pt x="0" y="5117"/>
                    </a:cubicBezTo>
                    <a:lnTo>
                      <a:pt x="0" y="6116"/>
                    </a:lnTo>
                    <a:lnTo>
                      <a:pt x="0" y="8324"/>
                    </a:lnTo>
                    <a:lnTo>
                      <a:pt x="0" y="10589"/>
                    </a:lnTo>
                    <a:lnTo>
                      <a:pt x="0" y="11735"/>
                    </a:lnTo>
                    <a:lnTo>
                      <a:pt x="0" y="13339"/>
                    </a:lnTo>
                    <a:lnTo>
                      <a:pt x="0" y="13407"/>
                    </a:lnTo>
                    <a:lnTo>
                      <a:pt x="0" y="15095"/>
                    </a:lnTo>
                    <a:lnTo>
                      <a:pt x="0" y="17783"/>
                    </a:lnTo>
                    <a:lnTo>
                      <a:pt x="0" y="18399"/>
                    </a:lnTo>
                    <a:cubicBezTo>
                      <a:pt x="0" y="18472"/>
                      <a:pt x="68" y="18540"/>
                      <a:pt x="142" y="18540"/>
                    </a:cubicBezTo>
                    <a:lnTo>
                      <a:pt x="7545" y="18540"/>
                    </a:lnTo>
                    <a:cubicBezTo>
                      <a:pt x="7591" y="18540"/>
                      <a:pt x="7626" y="18522"/>
                      <a:pt x="7649" y="18494"/>
                    </a:cubicBezTo>
                    <a:lnTo>
                      <a:pt x="7649" y="18494"/>
                    </a:lnTo>
                    <a:cubicBezTo>
                      <a:pt x="7672" y="18472"/>
                      <a:pt x="7686" y="18440"/>
                      <a:pt x="7686" y="18399"/>
                    </a:cubicBezTo>
                    <a:lnTo>
                      <a:pt x="7686" y="16586"/>
                    </a:lnTo>
                    <a:lnTo>
                      <a:pt x="7686" y="13706"/>
                    </a:lnTo>
                    <a:lnTo>
                      <a:pt x="7686" y="13143"/>
                    </a:lnTo>
                    <a:lnTo>
                      <a:pt x="7686" y="13143"/>
                    </a:lnTo>
                    <a:cubicBezTo>
                      <a:pt x="9390" y="12494"/>
                      <a:pt x="10754" y="11114"/>
                      <a:pt x="11374" y="9386"/>
                    </a:cubicBezTo>
                    <a:cubicBezTo>
                      <a:pt x="11534" y="8922"/>
                      <a:pt x="11642" y="8445"/>
                      <a:pt x="11694" y="7957"/>
                    </a:cubicBezTo>
                    <a:lnTo>
                      <a:pt x="12408" y="7957"/>
                    </a:lnTo>
                    <a:cubicBezTo>
                      <a:pt x="12780" y="7957"/>
                      <a:pt x="13136" y="7805"/>
                      <a:pt x="13289" y="7438"/>
                    </a:cubicBezTo>
                    <a:cubicBezTo>
                      <a:pt x="13424" y="7104"/>
                      <a:pt x="13294" y="6760"/>
                      <a:pt x="13023" y="6540"/>
                    </a:cubicBezTo>
                    <a:cubicBezTo>
                      <a:pt x="12792" y="6353"/>
                      <a:pt x="12560" y="6173"/>
                      <a:pt x="12328" y="5986"/>
                    </a:cubicBezTo>
                    <a:cubicBezTo>
                      <a:pt x="12129" y="5834"/>
                      <a:pt x="11934" y="5677"/>
                      <a:pt x="11736" y="5524"/>
                    </a:cubicBezTo>
                    <a:lnTo>
                      <a:pt x="11736" y="5524"/>
                    </a:lnTo>
                    <a:lnTo>
                      <a:pt x="11736" y="4010"/>
                    </a:lnTo>
                    <a:cubicBezTo>
                      <a:pt x="11736" y="3309"/>
                      <a:pt x="11752" y="2615"/>
                      <a:pt x="11555" y="1931"/>
                    </a:cubicBezTo>
                    <a:cubicBezTo>
                      <a:pt x="11380" y="1299"/>
                      <a:pt x="11063" y="712"/>
                      <a:pt x="10646" y="203"/>
                    </a:cubicBezTo>
                    <a:cubicBezTo>
                      <a:pt x="10618" y="168"/>
                      <a:pt x="10585" y="154"/>
                      <a:pt x="10554" y="154"/>
                    </a:cubicBezTo>
                    <a:cubicBezTo>
                      <a:pt x="10500" y="154"/>
                      <a:pt x="10448" y="196"/>
                      <a:pt x="10425" y="251"/>
                    </a:cubicBezTo>
                    <a:lnTo>
                      <a:pt x="10425" y="251"/>
                    </a:lnTo>
                    <a:cubicBezTo>
                      <a:pt x="10354" y="277"/>
                      <a:pt x="10282" y="302"/>
                      <a:pt x="10211" y="328"/>
                    </a:cubicBezTo>
                    <a:cubicBezTo>
                      <a:pt x="9906" y="429"/>
                      <a:pt x="9590" y="503"/>
                      <a:pt x="9273" y="559"/>
                    </a:cubicBezTo>
                    <a:cubicBezTo>
                      <a:pt x="8601" y="680"/>
                      <a:pt x="7916" y="730"/>
                      <a:pt x="7231" y="730"/>
                    </a:cubicBezTo>
                    <a:cubicBezTo>
                      <a:pt x="6638" y="730"/>
                      <a:pt x="6045" y="693"/>
                      <a:pt x="5461" y="633"/>
                    </a:cubicBezTo>
                    <a:cubicBezTo>
                      <a:pt x="4332" y="514"/>
                      <a:pt x="3214" y="294"/>
                      <a:pt x="2118" y="6"/>
                    </a:cubicBezTo>
                    <a:cubicBezTo>
                      <a:pt x="2104" y="2"/>
                      <a:pt x="2091" y="1"/>
                      <a:pt x="2079"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08" name="Google Shape;1308;p44">
                <a:extLst>
                  <a:ext uri="{FF2B5EF4-FFF2-40B4-BE49-F238E27FC236}">
                    <a16:creationId xmlns:a16="http://schemas.microsoft.com/office/drawing/2014/main" id="{580F7420-38A3-1994-8DB0-1038F29BD52D}"/>
                  </a:ext>
                </a:extLst>
              </p:cNvPr>
              <p:cNvSpPr/>
              <p:nvPr/>
            </p:nvSpPr>
            <p:spPr>
              <a:xfrm>
                <a:off x="6301250" y="3317650"/>
                <a:ext cx="80700" cy="37375"/>
              </a:xfrm>
              <a:custGeom>
                <a:avLst/>
                <a:gdLst/>
                <a:ahLst/>
                <a:cxnLst/>
                <a:rect l="l" t="t" r="r" b="b"/>
                <a:pathLst>
                  <a:path w="3228" h="1495" extrusionOk="0">
                    <a:moveTo>
                      <a:pt x="2922" y="286"/>
                    </a:moveTo>
                    <a:cubicBezTo>
                      <a:pt x="2887" y="600"/>
                      <a:pt x="2836" y="917"/>
                      <a:pt x="2736" y="1212"/>
                    </a:cubicBezTo>
                    <a:lnTo>
                      <a:pt x="297" y="1212"/>
                    </a:lnTo>
                    <a:cubicBezTo>
                      <a:pt x="333" y="920"/>
                      <a:pt x="479" y="648"/>
                      <a:pt x="717" y="473"/>
                    </a:cubicBezTo>
                    <a:cubicBezTo>
                      <a:pt x="904" y="337"/>
                      <a:pt x="1113" y="286"/>
                      <a:pt x="1339" y="286"/>
                    </a:cubicBezTo>
                    <a:close/>
                    <a:moveTo>
                      <a:pt x="1531" y="0"/>
                    </a:moveTo>
                    <a:cubicBezTo>
                      <a:pt x="1188" y="0"/>
                      <a:pt x="847" y="28"/>
                      <a:pt x="554" y="247"/>
                    </a:cubicBezTo>
                    <a:cubicBezTo>
                      <a:pt x="204" y="506"/>
                      <a:pt x="12" y="919"/>
                      <a:pt x="6" y="1353"/>
                    </a:cubicBezTo>
                    <a:cubicBezTo>
                      <a:pt x="0" y="1427"/>
                      <a:pt x="68" y="1495"/>
                      <a:pt x="147" y="1495"/>
                    </a:cubicBezTo>
                    <a:lnTo>
                      <a:pt x="2835" y="1495"/>
                    </a:lnTo>
                    <a:cubicBezTo>
                      <a:pt x="2903" y="1495"/>
                      <a:pt x="2954" y="1449"/>
                      <a:pt x="2976" y="1387"/>
                    </a:cubicBezTo>
                    <a:cubicBezTo>
                      <a:pt x="3118" y="998"/>
                      <a:pt x="3174" y="563"/>
                      <a:pt x="3219" y="145"/>
                    </a:cubicBezTo>
                    <a:cubicBezTo>
                      <a:pt x="3227" y="83"/>
                      <a:pt x="3197" y="43"/>
                      <a:pt x="3154" y="25"/>
                    </a:cubicBezTo>
                    <a:lnTo>
                      <a:pt x="3154" y="25"/>
                    </a:lnTo>
                    <a:cubicBezTo>
                      <a:pt x="3133" y="12"/>
                      <a:pt x="3108" y="4"/>
                      <a:pt x="3078" y="4"/>
                    </a:cubicBezTo>
                    <a:lnTo>
                      <a:pt x="1886" y="4"/>
                    </a:lnTo>
                    <a:cubicBezTo>
                      <a:pt x="1769" y="4"/>
                      <a:pt x="1650" y="0"/>
                      <a:pt x="1531"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09" name="Google Shape;1309;p44">
                <a:extLst>
                  <a:ext uri="{FF2B5EF4-FFF2-40B4-BE49-F238E27FC236}">
                    <a16:creationId xmlns:a16="http://schemas.microsoft.com/office/drawing/2014/main" id="{02EE5611-ED7D-131F-CE5E-98CCCB2F0F11}"/>
                  </a:ext>
                </a:extLst>
              </p:cNvPr>
              <p:cNvSpPr/>
              <p:nvPr/>
            </p:nvSpPr>
            <p:spPr>
              <a:xfrm>
                <a:off x="5687100" y="3582250"/>
                <a:ext cx="999875" cy="706000"/>
              </a:xfrm>
              <a:custGeom>
                <a:avLst/>
                <a:gdLst/>
                <a:ahLst/>
                <a:cxnLst/>
                <a:rect l="l" t="t" r="r" b="b"/>
                <a:pathLst>
                  <a:path w="39995" h="28240" extrusionOk="0">
                    <a:moveTo>
                      <a:pt x="23767" y="285"/>
                    </a:moveTo>
                    <a:cubicBezTo>
                      <a:pt x="24475" y="882"/>
                      <a:pt x="25246" y="1410"/>
                      <a:pt x="26018" y="1906"/>
                    </a:cubicBezTo>
                    <a:cubicBezTo>
                      <a:pt x="26831" y="2431"/>
                      <a:pt x="27667" y="2911"/>
                      <a:pt x="28531" y="3340"/>
                    </a:cubicBezTo>
                    <a:cubicBezTo>
                      <a:pt x="29417" y="3781"/>
                      <a:pt x="30315" y="4188"/>
                      <a:pt x="31168" y="4696"/>
                    </a:cubicBezTo>
                    <a:cubicBezTo>
                      <a:pt x="33393" y="6017"/>
                      <a:pt x="35426" y="7836"/>
                      <a:pt x="36674" y="10134"/>
                    </a:cubicBezTo>
                    <a:cubicBezTo>
                      <a:pt x="36883" y="10523"/>
                      <a:pt x="37080" y="10912"/>
                      <a:pt x="37199" y="11334"/>
                    </a:cubicBezTo>
                    <a:lnTo>
                      <a:pt x="37199" y="11334"/>
                    </a:lnTo>
                    <a:cubicBezTo>
                      <a:pt x="37199" y="11335"/>
                      <a:pt x="37199" y="11336"/>
                      <a:pt x="37199" y="11337"/>
                    </a:cubicBezTo>
                    <a:cubicBezTo>
                      <a:pt x="37199" y="11337"/>
                      <a:pt x="37199" y="11337"/>
                      <a:pt x="37199" y="11337"/>
                    </a:cubicBezTo>
                    <a:lnTo>
                      <a:pt x="37199" y="11337"/>
                    </a:lnTo>
                    <a:cubicBezTo>
                      <a:pt x="37200" y="11338"/>
                      <a:pt x="37200" y="11339"/>
                      <a:pt x="37200" y="11339"/>
                    </a:cubicBezTo>
                    <a:lnTo>
                      <a:pt x="37200" y="11339"/>
                    </a:lnTo>
                    <a:cubicBezTo>
                      <a:pt x="37482" y="12287"/>
                      <a:pt x="37702" y="13258"/>
                      <a:pt x="37911" y="14228"/>
                    </a:cubicBezTo>
                    <a:cubicBezTo>
                      <a:pt x="38470" y="16815"/>
                      <a:pt x="38894" y="19430"/>
                      <a:pt x="39199" y="22056"/>
                    </a:cubicBezTo>
                    <a:cubicBezTo>
                      <a:pt x="39430" y="24019"/>
                      <a:pt x="39597" y="25983"/>
                      <a:pt x="39700" y="27957"/>
                    </a:cubicBezTo>
                    <a:lnTo>
                      <a:pt x="296" y="27957"/>
                    </a:lnTo>
                    <a:cubicBezTo>
                      <a:pt x="479" y="24413"/>
                      <a:pt x="867" y="20880"/>
                      <a:pt x="1469" y="17385"/>
                    </a:cubicBezTo>
                    <a:cubicBezTo>
                      <a:pt x="1796" y="15510"/>
                      <a:pt x="2175" y="13641"/>
                      <a:pt x="2666" y="11806"/>
                    </a:cubicBezTo>
                    <a:cubicBezTo>
                      <a:pt x="2835" y="11162"/>
                      <a:pt x="3067" y="10592"/>
                      <a:pt x="3394" y="10010"/>
                    </a:cubicBezTo>
                    <a:cubicBezTo>
                      <a:pt x="4569" y="7903"/>
                      <a:pt x="6404" y="6215"/>
                      <a:pt x="8426" y="4939"/>
                    </a:cubicBezTo>
                    <a:cubicBezTo>
                      <a:pt x="9189" y="4459"/>
                      <a:pt x="9985" y="4035"/>
                      <a:pt x="10804" y="3657"/>
                    </a:cubicBezTo>
                    <a:cubicBezTo>
                      <a:pt x="11662" y="3261"/>
                      <a:pt x="12498" y="2815"/>
                      <a:pt x="13305" y="2324"/>
                    </a:cubicBezTo>
                    <a:cubicBezTo>
                      <a:pt x="14294" y="1731"/>
                      <a:pt x="15248" y="1076"/>
                      <a:pt x="16146" y="353"/>
                    </a:cubicBezTo>
                    <a:cubicBezTo>
                      <a:pt x="16173" y="329"/>
                      <a:pt x="16200" y="307"/>
                      <a:pt x="16228" y="285"/>
                    </a:cubicBezTo>
                    <a:close/>
                    <a:moveTo>
                      <a:pt x="16541" y="0"/>
                    </a:moveTo>
                    <a:cubicBezTo>
                      <a:pt x="16440" y="0"/>
                      <a:pt x="16338" y="1"/>
                      <a:pt x="16236" y="3"/>
                    </a:cubicBezTo>
                    <a:cubicBezTo>
                      <a:pt x="16078" y="3"/>
                      <a:pt x="15977" y="127"/>
                      <a:pt x="15858" y="223"/>
                    </a:cubicBezTo>
                    <a:cubicBezTo>
                      <a:pt x="14938" y="957"/>
                      <a:pt x="13955" y="1612"/>
                      <a:pt x="12944" y="2211"/>
                    </a:cubicBezTo>
                    <a:cubicBezTo>
                      <a:pt x="11419" y="3115"/>
                      <a:pt x="9759" y="3764"/>
                      <a:pt x="8257" y="4713"/>
                    </a:cubicBezTo>
                    <a:cubicBezTo>
                      <a:pt x="6286" y="5955"/>
                      <a:pt x="4507" y="7587"/>
                      <a:pt x="3304" y="9598"/>
                    </a:cubicBezTo>
                    <a:cubicBezTo>
                      <a:pt x="2954" y="10179"/>
                      <a:pt x="2649" y="10801"/>
                      <a:pt x="2463" y="11456"/>
                    </a:cubicBezTo>
                    <a:cubicBezTo>
                      <a:pt x="2056" y="12935"/>
                      <a:pt x="1734" y="14437"/>
                      <a:pt x="1446" y="15945"/>
                    </a:cubicBezTo>
                    <a:cubicBezTo>
                      <a:pt x="859" y="19017"/>
                      <a:pt x="446" y="22123"/>
                      <a:pt x="192" y="25241"/>
                    </a:cubicBezTo>
                    <a:cubicBezTo>
                      <a:pt x="113" y="26189"/>
                      <a:pt x="51" y="27144"/>
                      <a:pt x="6" y="28098"/>
                    </a:cubicBezTo>
                    <a:cubicBezTo>
                      <a:pt x="0" y="28172"/>
                      <a:pt x="74" y="28239"/>
                      <a:pt x="147" y="28239"/>
                    </a:cubicBezTo>
                    <a:lnTo>
                      <a:pt x="39848" y="28239"/>
                    </a:lnTo>
                    <a:cubicBezTo>
                      <a:pt x="39921" y="28239"/>
                      <a:pt x="39995" y="28172"/>
                      <a:pt x="39989" y="28098"/>
                    </a:cubicBezTo>
                    <a:cubicBezTo>
                      <a:pt x="39820" y="24732"/>
                      <a:pt x="39464" y="21378"/>
                      <a:pt x="38922" y="18052"/>
                    </a:cubicBezTo>
                    <a:cubicBezTo>
                      <a:pt x="38600" y="16098"/>
                      <a:pt x="38216" y="14144"/>
                      <a:pt x="37730" y="12218"/>
                    </a:cubicBezTo>
                    <a:cubicBezTo>
                      <a:pt x="37651" y="11896"/>
                      <a:pt x="37566" y="11580"/>
                      <a:pt x="37476" y="11258"/>
                    </a:cubicBezTo>
                    <a:cubicBezTo>
                      <a:pt x="37397" y="10987"/>
                      <a:pt x="37273" y="10716"/>
                      <a:pt x="37154" y="10462"/>
                    </a:cubicBezTo>
                    <a:cubicBezTo>
                      <a:pt x="36832" y="9778"/>
                      <a:pt x="36431" y="9140"/>
                      <a:pt x="35980" y="8542"/>
                    </a:cubicBezTo>
                    <a:cubicBezTo>
                      <a:pt x="34308" y="6322"/>
                      <a:pt x="31992" y="4662"/>
                      <a:pt x="29496" y="3487"/>
                    </a:cubicBezTo>
                    <a:cubicBezTo>
                      <a:pt x="28011" y="2793"/>
                      <a:pt x="26588" y="1991"/>
                      <a:pt x="25244" y="1048"/>
                    </a:cubicBezTo>
                    <a:cubicBezTo>
                      <a:pt x="24866" y="782"/>
                      <a:pt x="24498" y="511"/>
                      <a:pt x="24137" y="223"/>
                    </a:cubicBezTo>
                    <a:cubicBezTo>
                      <a:pt x="24069" y="172"/>
                      <a:pt x="24001" y="110"/>
                      <a:pt x="23934" y="59"/>
                    </a:cubicBezTo>
                    <a:cubicBezTo>
                      <a:pt x="23864" y="9"/>
                      <a:pt x="23795" y="1"/>
                      <a:pt x="23718" y="1"/>
                    </a:cubicBezTo>
                    <a:cubicBezTo>
                      <a:pt x="23682" y="1"/>
                      <a:pt x="23645" y="3"/>
                      <a:pt x="23606" y="3"/>
                    </a:cubicBezTo>
                    <a:lnTo>
                      <a:pt x="17151" y="3"/>
                    </a:lnTo>
                    <a:cubicBezTo>
                      <a:pt x="16948" y="3"/>
                      <a:pt x="16745" y="0"/>
                      <a:pt x="16541"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10" name="Google Shape;1310;p44">
                <a:extLst>
                  <a:ext uri="{FF2B5EF4-FFF2-40B4-BE49-F238E27FC236}">
                    <a16:creationId xmlns:a16="http://schemas.microsoft.com/office/drawing/2014/main" id="{A86C25B6-A437-4D4D-A3A1-8526A2333DB7}"/>
                  </a:ext>
                </a:extLst>
              </p:cNvPr>
              <p:cNvSpPr/>
              <p:nvPr/>
            </p:nvSpPr>
            <p:spPr>
              <a:xfrm>
                <a:off x="6258900" y="3189675"/>
                <a:ext cx="108150" cy="100700"/>
              </a:xfrm>
              <a:custGeom>
                <a:avLst/>
                <a:gdLst/>
                <a:ahLst/>
                <a:cxnLst/>
                <a:rect l="l" t="t" r="r" b="b"/>
                <a:pathLst>
                  <a:path w="4326" h="4028" extrusionOk="0">
                    <a:moveTo>
                      <a:pt x="2186" y="283"/>
                    </a:moveTo>
                    <a:cubicBezTo>
                      <a:pt x="2908" y="289"/>
                      <a:pt x="3575" y="746"/>
                      <a:pt x="3818" y="1429"/>
                    </a:cubicBezTo>
                    <a:cubicBezTo>
                      <a:pt x="4060" y="2113"/>
                      <a:pt x="3846" y="2886"/>
                      <a:pt x="3287" y="3355"/>
                    </a:cubicBezTo>
                    <a:cubicBezTo>
                      <a:pt x="2976" y="3615"/>
                      <a:pt x="2583" y="3747"/>
                      <a:pt x="2188" y="3747"/>
                    </a:cubicBezTo>
                    <a:cubicBezTo>
                      <a:pt x="1879" y="3747"/>
                      <a:pt x="1569" y="3666"/>
                      <a:pt x="1299" y="3502"/>
                    </a:cubicBezTo>
                    <a:cubicBezTo>
                      <a:pt x="683" y="3129"/>
                      <a:pt x="345" y="2389"/>
                      <a:pt x="486" y="1684"/>
                    </a:cubicBezTo>
                    <a:cubicBezTo>
                      <a:pt x="649" y="876"/>
                      <a:pt x="1367" y="294"/>
                      <a:pt x="2186" y="283"/>
                    </a:cubicBezTo>
                    <a:close/>
                    <a:moveTo>
                      <a:pt x="2186" y="1"/>
                    </a:moveTo>
                    <a:cubicBezTo>
                      <a:pt x="2184" y="1"/>
                      <a:pt x="2182" y="1"/>
                      <a:pt x="2180" y="1"/>
                    </a:cubicBezTo>
                    <a:lnTo>
                      <a:pt x="2180" y="1"/>
                    </a:lnTo>
                    <a:cubicBezTo>
                      <a:pt x="1347" y="14"/>
                      <a:pt x="592" y="539"/>
                      <a:pt x="299" y="1322"/>
                    </a:cubicBezTo>
                    <a:cubicBezTo>
                      <a:pt x="0" y="2107"/>
                      <a:pt x="254" y="3033"/>
                      <a:pt x="898" y="3564"/>
                    </a:cubicBezTo>
                    <a:cubicBezTo>
                      <a:pt x="1270" y="3869"/>
                      <a:pt x="1733" y="4028"/>
                      <a:pt x="2196" y="4028"/>
                    </a:cubicBezTo>
                    <a:cubicBezTo>
                      <a:pt x="2550" y="4028"/>
                      <a:pt x="2904" y="3935"/>
                      <a:pt x="3219" y="3745"/>
                    </a:cubicBezTo>
                    <a:cubicBezTo>
                      <a:pt x="3948" y="3310"/>
                      <a:pt x="4326" y="2452"/>
                      <a:pt x="4162" y="1627"/>
                    </a:cubicBezTo>
                    <a:cubicBezTo>
                      <a:pt x="3987" y="691"/>
                      <a:pt x="3137" y="14"/>
                      <a:pt x="2190" y="1"/>
                    </a:cubicBezTo>
                    <a:lnTo>
                      <a:pt x="2190" y="1"/>
                    </a:lnTo>
                    <a:cubicBezTo>
                      <a:pt x="2189" y="1"/>
                      <a:pt x="2187" y="1"/>
                      <a:pt x="2186"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11" name="Google Shape;1311;p44">
                <a:extLst>
                  <a:ext uri="{FF2B5EF4-FFF2-40B4-BE49-F238E27FC236}">
                    <a16:creationId xmlns:a16="http://schemas.microsoft.com/office/drawing/2014/main" id="{2CEE27DA-E9A8-7628-C9D5-0BB429D18DA0}"/>
                  </a:ext>
                </a:extLst>
              </p:cNvPr>
              <p:cNvSpPr/>
              <p:nvPr/>
            </p:nvSpPr>
            <p:spPr>
              <a:xfrm>
                <a:off x="6139025" y="3179100"/>
                <a:ext cx="243275" cy="122000"/>
              </a:xfrm>
              <a:custGeom>
                <a:avLst/>
                <a:gdLst/>
                <a:ahLst/>
                <a:cxnLst/>
                <a:rect l="l" t="t" r="r" b="b"/>
                <a:pathLst>
                  <a:path w="9731" h="4880" extrusionOk="0">
                    <a:moveTo>
                      <a:pt x="6978" y="278"/>
                    </a:moveTo>
                    <a:cubicBezTo>
                      <a:pt x="7697" y="278"/>
                      <a:pt x="8391" y="648"/>
                      <a:pt x="8788" y="1254"/>
                    </a:cubicBezTo>
                    <a:cubicBezTo>
                      <a:pt x="9047" y="1649"/>
                      <a:pt x="9166" y="2112"/>
                      <a:pt x="9138" y="2587"/>
                    </a:cubicBezTo>
                    <a:cubicBezTo>
                      <a:pt x="9134" y="2648"/>
                      <a:pt x="9164" y="2688"/>
                      <a:pt x="9206" y="2708"/>
                    </a:cubicBezTo>
                    <a:lnTo>
                      <a:pt x="9206" y="2708"/>
                    </a:lnTo>
                    <a:cubicBezTo>
                      <a:pt x="9225" y="2720"/>
                      <a:pt x="9250" y="2728"/>
                      <a:pt x="9279" y="2728"/>
                    </a:cubicBezTo>
                    <a:lnTo>
                      <a:pt x="9448" y="2728"/>
                    </a:lnTo>
                    <a:lnTo>
                      <a:pt x="9448" y="2875"/>
                    </a:lnTo>
                    <a:lnTo>
                      <a:pt x="9211" y="2875"/>
                    </a:lnTo>
                    <a:cubicBezTo>
                      <a:pt x="9149" y="2875"/>
                      <a:pt x="9087" y="2920"/>
                      <a:pt x="9076" y="2976"/>
                    </a:cubicBezTo>
                    <a:cubicBezTo>
                      <a:pt x="8850" y="3812"/>
                      <a:pt x="8155" y="4450"/>
                      <a:pt x="7302" y="4580"/>
                    </a:cubicBezTo>
                    <a:cubicBezTo>
                      <a:pt x="7199" y="4596"/>
                      <a:pt x="7096" y="4603"/>
                      <a:pt x="6992" y="4603"/>
                    </a:cubicBezTo>
                    <a:cubicBezTo>
                      <a:pt x="6272" y="4603"/>
                      <a:pt x="5574" y="4233"/>
                      <a:pt x="5179" y="3626"/>
                    </a:cubicBezTo>
                    <a:cubicBezTo>
                      <a:pt x="4908" y="3219"/>
                      <a:pt x="4795" y="2739"/>
                      <a:pt x="4829" y="2253"/>
                    </a:cubicBezTo>
                    <a:cubicBezTo>
                      <a:pt x="4835" y="2180"/>
                      <a:pt x="4761" y="2112"/>
                      <a:pt x="4688" y="2112"/>
                    </a:cubicBezTo>
                    <a:lnTo>
                      <a:pt x="546" y="2112"/>
                    </a:lnTo>
                    <a:cubicBezTo>
                      <a:pt x="588" y="2067"/>
                      <a:pt x="628" y="2020"/>
                      <a:pt x="666" y="1971"/>
                    </a:cubicBezTo>
                    <a:lnTo>
                      <a:pt x="4767" y="1971"/>
                    </a:lnTo>
                    <a:cubicBezTo>
                      <a:pt x="4829" y="1971"/>
                      <a:pt x="4885" y="1926"/>
                      <a:pt x="4902" y="1864"/>
                    </a:cubicBezTo>
                    <a:cubicBezTo>
                      <a:pt x="5134" y="1045"/>
                      <a:pt x="5834" y="418"/>
                      <a:pt x="6681" y="299"/>
                    </a:cubicBezTo>
                    <a:cubicBezTo>
                      <a:pt x="6780" y="285"/>
                      <a:pt x="6879" y="278"/>
                      <a:pt x="6978" y="278"/>
                    </a:cubicBezTo>
                    <a:close/>
                    <a:moveTo>
                      <a:pt x="6987" y="1"/>
                    </a:moveTo>
                    <a:cubicBezTo>
                      <a:pt x="6461" y="1"/>
                      <a:pt x="5936" y="167"/>
                      <a:pt x="5507" y="497"/>
                    </a:cubicBezTo>
                    <a:cubicBezTo>
                      <a:pt x="5111" y="798"/>
                      <a:pt x="4819" y="1216"/>
                      <a:pt x="4663" y="1689"/>
                    </a:cubicBezTo>
                    <a:lnTo>
                      <a:pt x="927" y="1689"/>
                    </a:lnTo>
                    <a:cubicBezTo>
                      <a:pt x="863" y="1689"/>
                      <a:pt x="799" y="1686"/>
                      <a:pt x="735" y="1686"/>
                    </a:cubicBezTo>
                    <a:cubicBezTo>
                      <a:pt x="703" y="1686"/>
                      <a:pt x="671" y="1687"/>
                      <a:pt x="639" y="1689"/>
                    </a:cubicBezTo>
                    <a:cubicBezTo>
                      <a:pt x="624" y="1689"/>
                      <a:pt x="606" y="1686"/>
                      <a:pt x="589" y="1686"/>
                    </a:cubicBezTo>
                    <a:cubicBezTo>
                      <a:pt x="581" y="1686"/>
                      <a:pt x="573" y="1687"/>
                      <a:pt x="565" y="1689"/>
                    </a:cubicBezTo>
                    <a:cubicBezTo>
                      <a:pt x="475" y="1717"/>
                      <a:pt x="401" y="1852"/>
                      <a:pt x="339" y="1920"/>
                    </a:cubicBezTo>
                    <a:cubicBezTo>
                      <a:pt x="260" y="2005"/>
                      <a:pt x="181" y="2084"/>
                      <a:pt x="96" y="2157"/>
                    </a:cubicBezTo>
                    <a:cubicBezTo>
                      <a:pt x="0" y="2236"/>
                      <a:pt x="79" y="2395"/>
                      <a:pt x="192" y="2395"/>
                    </a:cubicBezTo>
                    <a:lnTo>
                      <a:pt x="4541" y="2395"/>
                    </a:lnTo>
                    <a:cubicBezTo>
                      <a:pt x="4529" y="3293"/>
                      <a:pt x="5017" y="4151"/>
                      <a:pt x="5812" y="4586"/>
                    </a:cubicBezTo>
                    <a:cubicBezTo>
                      <a:pt x="6175" y="4783"/>
                      <a:pt x="6576" y="4880"/>
                      <a:pt x="6975" y="4880"/>
                    </a:cubicBezTo>
                    <a:cubicBezTo>
                      <a:pt x="7514" y="4880"/>
                      <a:pt x="8051" y="4704"/>
                      <a:pt x="8488" y="4360"/>
                    </a:cubicBezTo>
                    <a:cubicBezTo>
                      <a:pt x="8879" y="4054"/>
                      <a:pt x="9165" y="3630"/>
                      <a:pt x="9317" y="3157"/>
                    </a:cubicBezTo>
                    <a:lnTo>
                      <a:pt x="9590" y="3157"/>
                    </a:lnTo>
                    <a:cubicBezTo>
                      <a:pt x="9663" y="3157"/>
                      <a:pt x="9731" y="3095"/>
                      <a:pt x="9731" y="3016"/>
                    </a:cubicBezTo>
                    <a:lnTo>
                      <a:pt x="9731" y="2587"/>
                    </a:lnTo>
                    <a:cubicBezTo>
                      <a:pt x="9731" y="2513"/>
                      <a:pt x="9663" y="2445"/>
                      <a:pt x="9590" y="2445"/>
                    </a:cubicBezTo>
                    <a:lnTo>
                      <a:pt x="9425" y="2445"/>
                    </a:lnTo>
                    <a:cubicBezTo>
                      <a:pt x="9430" y="1563"/>
                      <a:pt x="8933" y="717"/>
                      <a:pt x="8155" y="294"/>
                    </a:cubicBezTo>
                    <a:cubicBezTo>
                      <a:pt x="7793" y="98"/>
                      <a:pt x="7390" y="1"/>
                      <a:pt x="6987"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12" name="Google Shape;1312;p44">
                <a:extLst>
                  <a:ext uri="{FF2B5EF4-FFF2-40B4-BE49-F238E27FC236}">
                    <a16:creationId xmlns:a16="http://schemas.microsoft.com/office/drawing/2014/main" id="{3FDAE2F8-37AA-BB24-9B28-2294925FABFB}"/>
                  </a:ext>
                </a:extLst>
              </p:cNvPr>
              <p:cNvSpPr/>
              <p:nvPr/>
            </p:nvSpPr>
            <p:spPr>
              <a:xfrm>
                <a:off x="6260150" y="3189800"/>
                <a:ext cx="108050" cy="100700"/>
              </a:xfrm>
              <a:custGeom>
                <a:avLst/>
                <a:gdLst/>
                <a:ahLst/>
                <a:cxnLst/>
                <a:rect l="l" t="t" r="r" b="b"/>
                <a:pathLst>
                  <a:path w="4322" h="4028" extrusionOk="0">
                    <a:moveTo>
                      <a:pt x="2139" y="282"/>
                    </a:moveTo>
                    <a:cubicBezTo>
                      <a:pt x="2448" y="282"/>
                      <a:pt x="2757" y="363"/>
                      <a:pt x="3028" y="526"/>
                    </a:cubicBezTo>
                    <a:cubicBezTo>
                      <a:pt x="3643" y="899"/>
                      <a:pt x="3982" y="1639"/>
                      <a:pt x="3841" y="2345"/>
                    </a:cubicBezTo>
                    <a:cubicBezTo>
                      <a:pt x="3677" y="3153"/>
                      <a:pt x="2960" y="3734"/>
                      <a:pt x="2136" y="3745"/>
                    </a:cubicBezTo>
                    <a:cubicBezTo>
                      <a:pt x="1418" y="3740"/>
                      <a:pt x="752" y="3282"/>
                      <a:pt x="509" y="2599"/>
                    </a:cubicBezTo>
                    <a:cubicBezTo>
                      <a:pt x="266" y="1916"/>
                      <a:pt x="475" y="1142"/>
                      <a:pt x="1040" y="673"/>
                    </a:cubicBezTo>
                    <a:cubicBezTo>
                      <a:pt x="1350" y="414"/>
                      <a:pt x="1744" y="282"/>
                      <a:pt x="2139" y="282"/>
                    </a:cubicBezTo>
                    <a:close/>
                    <a:moveTo>
                      <a:pt x="2126" y="1"/>
                    </a:moveTo>
                    <a:cubicBezTo>
                      <a:pt x="1772" y="1"/>
                      <a:pt x="1417" y="93"/>
                      <a:pt x="1102" y="284"/>
                    </a:cubicBezTo>
                    <a:cubicBezTo>
                      <a:pt x="379" y="719"/>
                      <a:pt x="1" y="1577"/>
                      <a:pt x="165" y="2401"/>
                    </a:cubicBezTo>
                    <a:cubicBezTo>
                      <a:pt x="339" y="3337"/>
                      <a:pt x="1190" y="4014"/>
                      <a:pt x="2131" y="4028"/>
                    </a:cubicBezTo>
                    <a:lnTo>
                      <a:pt x="2131" y="4028"/>
                    </a:lnTo>
                    <a:cubicBezTo>
                      <a:pt x="2133" y="4028"/>
                      <a:pt x="2134" y="4028"/>
                      <a:pt x="2136" y="4028"/>
                    </a:cubicBezTo>
                    <a:cubicBezTo>
                      <a:pt x="2137" y="4028"/>
                      <a:pt x="2139" y="4028"/>
                      <a:pt x="2141" y="4028"/>
                    </a:cubicBezTo>
                    <a:lnTo>
                      <a:pt x="2141" y="4028"/>
                    </a:lnTo>
                    <a:cubicBezTo>
                      <a:pt x="2980" y="4014"/>
                      <a:pt x="3734" y="3490"/>
                      <a:pt x="4027" y="2706"/>
                    </a:cubicBezTo>
                    <a:cubicBezTo>
                      <a:pt x="4321" y="1921"/>
                      <a:pt x="4073" y="995"/>
                      <a:pt x="3423" y="464"/>
                    </a:cubicBezTo>
                    <a:cubicBezTo>
                      <a:pt x="3055" y="160"/>
                      <a:pt x="2591" y="1"/>
                      <a:pt x="2126"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13" name="Google Shape;1313;p44">
                <a:extLst>
                  <a:ext uri="{FF2B5EF4-FFF2-40B4-BE49-F238E27FC236}">
                    <a16:creationId xmlns:a16="http://schemas.microsoft.com/office/drawing/2014/main" id="{BFBFA8B5-32ED-3299-32FA-4B394726D2EB}"/>
                  </a:ext>
                </a:extLst>
              </p:cNvPr>
              <p:cNvSpPr/>
              <p:nvPr/>
            </p:nvSpPr>
            <p:spPr>
              <a:xfrm>
                <a:off x="5949825" y="3067925"/>
                <a:ext cx="407000" cy="355200"/>
              </a:xfrm>
              <a:custGeom>
                <a:avLst/>
                <a:gdLst/>
                <a:ahLst/>
                <a:cxnLst/>
                <a:rect l="l" t="t" r="r" b="b"/>
                <a:pathLst>
                  <a:path w="16280" h="14208" extrusionOk="0">
                    <a:moveTo>
                      <a:pt x="9000" y="285"/>
                    </a:moveTo>
                    <a:cubicBezTo>
                      <a:pt x="10461" y="285"/>
                      <a:pt x="11941" y="446"/>
                      <a:pt x="13329" y="912"/>
                    </a:cubicBezTo>
                    <a:cubicBezTo>
                      <a:pt x="13713" y="1042"/>
                      <a:pt x="14091" y="1200"/>
                      <a:pt x="14447" y="1386"/>
                    </a:cubicBezTo>
                    <a:cubicBezTo>
                      <a:pt x="14628" y="1477"/>
                      <a:pt x="14808" y="1578"/>
                      <a:pt x="14978" y="1691"/>
                    </a:cubicBezTo>
                    <a:cubicBezTo>
                      <a:pt x="15175" y="1815"/>
                      <a:pt x="15345" y="1962"/>
                      <a:pt x="15526" y="2109"/>
                    </a:cubicBezTo>
                    <a:cubicBezTo>
                      <a:pt x="15667" y="2250"/>
                      <a:pt x="15824" y="2407"/>
                      <a:pt x="15924" y="2586"/>
                    </a:cubicBezTo>
                    <a:lnTo>
                      <a:pt x="15924" y="2586"/>
                    </a:lnTo>
                    <a:cubicBezTo>
                      <a:pt x="15870" y="2607"/>
                      <a:pt x="15817" y="2626"/>
                      <a:pt x="15763" y="2646"/>
                    </a:cubicBezTo>
                    <a:cubicBezTo>
                      <a:pt x="15458" y="2747"/>
                      <a:pt x="15142" y="2821"/>
                      <a:pt x="14825" y="2877"/>
                    </a:cubicBezTo>
                    <a:cubicBezTo>
                      <a:pt x="14153" y="2998"/>
                      <a:pt x="13468" y="3048"/>
                      <a:pt x="12783" y="3048"/>
                    </a:cubicBezTo>
                    <a:cubicBezTo>
                      <a:pt x="12190" y="3048"/>
                      <a:pt x="11597" y="3011"/>
                      <a:pt x="11013" y="2951"/>
                    </a:cubicBezTo>
                    <a:cubicBezTo>
                      <a:pt x="9884" y="2832"/>
                      <a:pt x="8766" y="2612"/>
                      <a:pt x="7670" y="2324"/>
                    </a:cubicBezTo>
                    <a:cubicBezTo>
                      <a:pt x="7656" y="2320"/>
                      <a:pt x="7643" y="2319"/>
                      <a:pt x="7631" y="2319"/>
                    </a:cubicBezTo>
                    <a:cubicBezTo>
                      <a:pt x="7496" y="2319"/>
                      <a:pt x="7449" y="2501"/>
                      <a:pt x="7563" y="2583"/>
                    </a:cubicBezTo>
                    <a:cubicBezTo>
                      <a:pt x="8235" y="3103"/>
                      <a:pt x="8636" y="3922"/>
                      <a:pt x="8591" y="4775"/>
                    </a:cubicBezTo>
                    <a:cubicBezTo>
                      <a:pt x="8545" y="5701"/>
                      <a:pt x="7958" y="6520"/>
                      <a:pt x="7151" y="6949"/>
                    </a:cubicBezTo>
                    <a:cubicBezTo>
                      <a:pt x="6754" y="7165"/>
                      <a:pt x="6282" y="7297"/>
                      <a:pt x="5825" y="7297"/>
                    </a:cubicBezTo>
                    <a:cubicBezTo>
                      <a:pt x="5781" y="7297"/>
                      <a:pt x="5737" y="7296"/>
                      <a:pt x="5694" y="7293"/>
                    </a:cubicBezTo>
                    <a:cubicBezTo>
                      <a:pt x="5691" y="7293"/>
                      <a:pt x="5688" y="7293"/>
                      <a:pt x="5686" y="7293"/>
                    </a:cubicBezTo>
                    <a:cubicBezTo>
                      <a:pt x="5615" y="7293"/>
                      <a:pt x="5552" y="7364"/>
                      <a:pt x="5552" y="7435"/>
                    </a:cubicBezTo>
                    <a:lnTo>
                      <a:pt x="5552" y="9671"/>
                    </a:lnTo>
                    <a:lnTo>
                      <a:pt x="5552" y="13240"/>
                    </a:lnTo>
                    <a:lnTo>
                      <a:pt x="5552" y="13845"/>
                    </a:lnTo>
                    <a:lnTo>
                      <a:pt x="5552" y="13845"/>
                    </a:lnTo>
                    <a:cubicBezTo>
                      <a:pt x="5431" y="13786"/>
                      <a:pt x="5315" y="13727"/>
                      <a:pt x="5202" y="13664"/>
                    </a:cubicBezTo>
                    <a:cubicBezTo>
                      <a:pt x="4745" y="13415"/>
                      <a:pt x="4316" y="13121"/>
                      <a:pt x="3909" y="12794"/>
                    </a:cubicBezTo>
                    <a:cubicBezTo>
                      <a:pt x="3899" y="12786"/>
                      <a:pt x="3888" y="12779"/>
                      <a:pt x="3876" y="12774"/>
                    </a:cubicBezTo>
                    <a:lnTo>
                      <a:pt x="3876" y="12774"/>
                    </a:lnTo>
                    <a:cubicBezTo>
                      <a:pt x="2190" y="11740"/>
                      <a:pt x="1074" y="9946"/>
                      <a:pt x="594" y="8056"/>
                    </a:cubicBezTo>
                    <a:cubicBezTo>
                      <a:pt x="165" y="6345"/>
                      <a:pt x="199" y="4306"/>
                      <a:pt x="1356" y="2877"/>
                    </a:cubicBezTo>
                    <a:cubicBezTo>
                      <a:pt x="2192" y="1849"/>
                      <a:pt x="3423" y="1239"/>
                      <a:pt x="4671" y="872"/>
                    </a:cubicBezTo>
                    <a:cubicBezTo>
                      <a:pt x="4683" y="868"/>
                      <a:pt x="4694" y="863"/>
                      <a:pt x="4704" y="857"/>
                    </a:cubicBezTo>
                    <a:lnTo>
                      <a:pt x="4704" y="857"/>
                    </a:lnTo>
                    <a:cubicBezTo>
                      <a:pt x="6072" y="463"/>
                      <a:pt x="7506" y="291"/>
                      <a:pt x="8924" y="285"/>
                    </a:cubicBezTo>
                    <a:cubicBezTo>
                      <a:pt x="8949" y="285"/>
                      <a:pt x="8975" y="285"/>
                      <a:pt x="9000" y="285"/>
                    </a:cubicBezTo>
                    <a:close/>
                    <a:moveTo>
                      <a:pt x="9024" y="1"/>
                    </a:moveTo>
                    <a:cubicBezTo>
                      <a:pt x="8411" y="1"/>
                      <a:pt x="7798" y="34"/>
                      <a:pt x="7190" y="99"/>
                    </a:cubicBezTo>
                    <a:cubicBezTo>
                      <a:pt x="6315" y="195"/>
                      <a:pt x="5439" y="353"/>
                      <a:pt x="4592" y="596"/>
                    </a:cubicBezTo>
                    <a:cubicBezTo>
                      <a:pt x="4584" y="598"/>
                      <a:pt x="4577" y="601"/>
                      <a:pt x="4570" y="604"/>
                    </a:cubicBezTo>
                    <a:lnTo>
                      <a:pt x="4570" y="604"/>
                    </a:lnTo>
                    <a:cubicBezTo>
                      <a:pt x="3428" y="949"/>
                      <a:pt x="2310" y="1478"/>
                      <a:pt x="1464" y="2329"/>
                    </a:cubicBezTo>
                    <a:cubicBezTo>
                      <a:pt x="769" y="3035"/>
                      <a:pt x="340" y="3922"/>
                      <a:pt x="170" y="4893"/>
                    </a:cubicBezTo>
                    <a:cubicBezTo>
                      <a:pt x="1" y="5831"/>
                      <a:pt x="46" y="6796"/>
                      <a:pt x="233" y="7728"/>
                    </a:cubicBezTo>
                    <a:cubicBezTo>
                      <a:pt x="430" y="8728"/>
                      <a:pt x="809" y="9693"/>
                      <a:pt x="1339" y="10569"/>
                    </a:cubicBezTo>
                    <a:cubicBezTo>
                      <a:pt x="1876" y="11444"/>
                      <a:pt x="2571" y="12223"/>
                      <a:pt x="3418" y="12811"/>
                    </a:cubicBezTo>
                    <a:cubicBezTo>
                      <a:pt x="3525" y="12884"/>
                      <a:pt x="3632" y="12952"/>
                      <a:pt x="3739" y="13019"/>
                    </a:cubicBezTo>
                    <a:lnTo>
                      <a:pt x="3739" y="13019"/>
                    </a:lnTo>
                    <a:cubicBezTo>
                      <a:pt x="4319" y="13485"/>
                      <a:pt x="4965" y="13922"/>
                      <a:pt x="5660" y="14200"/>
                    </a:cubicBezTo>
                    <a:cubicBezTo>
                      <a:pt x="5672" y="14205"/>
                      <a:pt x="5685" y="14207"/>
                      <a:pt x="5697" y="14207"/>
                    </a:cubicBezTo>
                    <a:cubicBezTo>
                      <a:pt x="5769" y="14207"/>
                      <a:pt x="5835" y="14131"/>
                      <a:pt x="5835" y="14059"/>
                    </a:cubicBezTo>
                    <a:lnTo>
                      <a:pt x="5835" y="11823"/>
                    </a:lnTo>
                    <a:lnTo>
                      <a:pt x="5835" y="8253"/>
                    </a:lnTo>
                    <a:lnTo>
                      <a:pt x="5835" y="7580"/>
                    </a:lnTo>
                    <a:lnTo>
                      <a:pt x="5835" y="7580"/>
                    </a:lnTo>
                    <a:cubicBezTo>
                      <a:pt x="5838" y="7580"/>
                      <a:pt x="5841" y="7580"/>
                      <a:pt x="5844" y="7580"/>
                    </a:cubicBezTo>
                    <a:cubicBezTo>
                      <a:pt x="6794" y="7580"/>
                      <a:pt x="7739" y="7079"/>
                      <a:pt x="8303" y="6328"/>
                    </a:cubicBezTo>
                    <a:cubicBezTo>
                      <a:pt x="8907" y="5537"/>
                      <a:pt x="9042" y="4464"/>
                      <a:pt x="8658" y="3549"/>
                    </a:cubicBezTo>
                    <a:cubicBezTo>
                      <a:pt x="8527" y="3245"/>
                      <a:pt x="8347" y="2971"/>
                      <a:pt x="8130" y="2732"/>
                    </a:cubicBezTo>
                    <a:lnTo>
                      <a:pt x="8130" y="2732"/>
                    </a:lnTo>
                    <a:cubicBezTo>
                      <a:pt x="9641" y="3089"/>
                      <a:pt x="11192" y="3326"/>
                      <a:pt x="12745" y="3326"/>
                    </a:cubicBezTo>
                    <a:cubicBezTo>
                      <a:pt x="12838" y="3326"/>
                      <a:pt x="12931" y="3325"/>
                      <a:pt x="13024" y="3323"/>
                    </a:cubicBezTo>
                    <a:cubicBezTo>
                      <a:pt x="13939" y="3306"/>
                      <a:pt x="14882" y="3216"/>
                      <a:pt x="15763" y="2939"/>
                    </a:cubicBezTo>
                    <a:cubicBezTo>
                      <a:pt x="15904" y="2894"/>
                      <a:pt x="16051" y="2849"/>
                      <a:pt x="16186" y="2781"/>
                    </a:cubicBezTo>
                    <a:cubicBezTo>
                      <a:pt x="16197" y="2776"/>
                      <a:pt x="16207" y="2770"/>
                      <a:pt x="16215" y="2763"/>
                    </a:cubicBezTo>
                    <a:lnTo>
                      <a:pt x="16215" y="2763"/>
                    </a:lnTo>
                    <a:cubicBezTo>
                      <a:pt x="16257" y="2735"/>
                      <a:pt x="16279" y="2686"/>
                      <a:pt x="16254" y="2623"/>
                    </a:cubicBezTo>
                    <a:cubicBezTo>
                      <a:pt x="16138" y="2352"/>
                      <a:pt x="15945" y="2124"/>
                      <a:pt x="15736" y="1923"/>
                    </a:cubicBezTo>
                    <a:lnTo>
                      <a:pt x="15736" y="1923"/>
                    </a:lnTo>
                    <a:cubicBezTo>
                      <a:pt x="15732" y="1919"/>
                      <a:pt x="15728" y="1915"/>
                      <a:pt x="15723" y="1911"/>
                    </a:cubicBezTo>
                    <a:lnTo>
                      <a:pt x="15723" y="1911"/>
                    </a:lnTo>
                    <a:cubicBezTo>
                      <a:pt x="15723" y="1911"/>
                      <a:pt x="15723" y="1911"/>
                      <a:pt x="15723" y="1911"/>
                    </a:cubicBezTo>
                    <a:cubicBezTo>
                      <a:pt x="15565" y="1782"/>
                      <a:pt x="15413" y="1646"/>
                      <a:pt x="15243" y="1527"/>
                    </a:cubicBezTo>
                    <a:cubicBezTo>
                      <a:pt x="15091" y="1420"/>
                      <a:pt x="14933" y="1324"/>
                      <a:pt x="14769" y="1234"/>
                    </a:cubicBezTo>
                    <a:cubicBezTo>
                      <a:pt x="14436" y="1053"/>
                      <a:pt x="14097" y="895"/>
                      <a:pt x="13741" y="765"/>
                    </a:cubicBezTo>
                    <a:cubicBezTo>
                      <a:pt x="13024" y="488"/>
                      <a:pt x="12267" y="308"/>
                      <a:pt x="11510" y="189"/>
                    </a:cubicBezTo>
                    <a:cubicBezTo>
                      <a:pt x="10690" y="62"/>
                      <a:pt x="9857" y="1"/>
                      <a:pt x="9024"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314" name="Google Shape;1314;p44">
              <a:extLst>
                <a:ext uri="{FF2B5EF4-FFF2-40B4-BE49-F238E27FC236}">
                  <a16:creationId xmlns:a16="http://schemas.microsoft.com/office/drawing/2014/main" id="{E7A7B739-4E2E-2732-31E7-7953FBB26555}"/>
                </a:ext>
              </a:extLst>
            </p:cNvPr>
            <p:cNvGrpSpPr/>
            <p:nvPr/>
          </p:nvGrpSpPr>
          <p:grpSpPr>
            <a:xfrm>
              <a:off x="2328951" y="2917164"/>
              <a:ext cx="1603799" cy="1915254"/>
              <a:chOff x="4245050" y="1417375"/>
              <a:chExt cx="999750" cy="1193900"/>
            </a:xfrm>
          </p:grpSpPr>
          <p:sp>
            <p:nvSpPr>
              <p:cNvPr id="1315" name="Google Shape;1315;p44">
                <a:extLst>
                  <a:ext uri="{FF2B5EF4-FFF2-40B4-BE49-F238E27FC236}">
                    <a16:creationId xmlns:a16="http://schemas.microsoft.com/office/drawing/2014/main" id="{78615E2B-2FC5-D4F0-0371-1A266EC95F3C}"/>
                  </a:ext>
                </a:extLst>
              </p:cNvPr>
              <p:cNvSpPr/>
              <p:nvPr/>
            </p:nvSpPr>
            <p:spPr>
              <a:xfrm>
                <a:off x="4339925" y="1417375"/>
                <a:ext cx="597075" cy="489400"/>
              </a:xfrm>
              <a:custGeom>
                <a:avLst/>
                <a:gdLst/>
                <a:ahLst/>
                <a:cxnLst/>
                <a:rect l="l" t="t" r="r" b="b"/>
                <a:pathLst>
                  <a:path w="23883" h="19576" extrusionOk="0">
                    <a:moveTo>
                      <a:pt x="19457" y="283"/>
                    </a:moveTo>
                    <a:cubicBezTo>
                      <a:pt x="20001" y="283"/>
                      <a:pt x="20540" y="344"/>
                      <a:pt x="21059" y="516"/>
                    </a:cubicBezTo>
                    <a:cubicBezTo>
                      <a:pt x="21330" y="606"/>
                      <a:pt x="21584" y="719"/>
                      <a:pt x="21833" y="855"/>
                    </a:cubicBezTo>
                    <a:cubicBezTo>
                      <a:pt x="22347" y="1148"/>
                      <a:pt x="22804" y="1544"/>
                      <a:pt x="23121" y="2052"/>
                    </a:cubicBezTo>
                    <a:cubicBezTo>
                      <a:pt x="23363" y="2453"/>
                      <a:pt x="23516" y="2905"/>
                      <a:pt x="23567" y="3373"/>
                    </a:cubicBezTo>
                    <a:cubicBezTo>
                      <a:pt x="23612" y="3780"/>
                      <a:pt x="23595" y="4198"/>
                      <a:pt x="23522" y="4604"/>
                    </a:cubicBezTo>
                    <a:cubicBezTo>
                      <a:pt x="23482" y="4842"/>
                      <a:pt x="23431" y="5073"/>
                      <a:pt x="23290" y="5276"/>
                    </a:cubicBezTo>
                    <a:cubicBezTo>
                      <a:pt x="23109" y="5525"/>
                      <a:pt x="22816" y="5689"/>
                      <a:pt x="22511" y="5723"/>
                    </a:cubicBezTo>
                    <a:cubicBezTo>
                      <a:pt x="21568" y="5830"/>
                      <a:pt x="20602" y="5847"/>
                      <a:pt x="19647" y="5886"/>
                    </a:cubicBezTo>
                    <a:cubicBezTo>
                      <a:pt x="18597" y="5926"/>
                      <a:pt x="17541" y="5960"/>
                      <a:pt x="16491" y="6005"/>
                    </a:cubicBezTo>
                    <a:cubicBezTo>
                      <a:pt x="16135" y="6022"/>
                      <a:pt x="15779" y="6039"/>
                      <a:pt x="15423" y="6073"/>
                    </a:cubicBezTo>
                    <a:cubicBezTo>
                      <a:pt x="15039" y="6107"/>
                      <a:pt x="14683" y="6197"/>
                      <a:pt x="14401" y="6479"/>
                    </a:cubicBezTo>
                    <a:cubicBezTo>
                      <a:pt x="13921" y="6959"/>
                      <a:pt x="13797" y="7727"/>
                      <a:pt x="13802" y="8388"/>
                    </a:cubicBezTo>
                    <a:cubicBezTo>
                      <a:pt x="13802" y="8416"/>
                      <a:pt x="13802" y="8450"/>
                      <a:pt x="13802" y="8484"/>
                    </a:cubicBezTo>
                    <a:cubicBezTo>
                      <a:pt x="13803" y="8485"/>
                      <a:pt x="13803" y="8486"/>
                      <a:pt x="13803" y="8487"/>
                    </a:cubicBezTo>
                    <a:lnTo>
                      <a:pt x="13803" y="8487"/>
                    </a:lnTo>
                    <a:cubicBezTo>
                      <a:pt x="13772" y="8539"/>
                      <a:pt x="13756" y="8623"/>
                      <a:pt x="13735" y="8682"/>
                    </a:cubicBezTo>
                    <a:lnTo>
                      <a:pt x="13368" y="9681"/>
                    </a:lnTo>
                    <a:cubicBezTo>
                      <a:pt x="13243" y="10031"/>
                      <a:pt x="13113" y="10382"/>
                      <a:pt x="12989" y="10732"/>
                    </a:cubicBezTo>
                    <a:cubicBezTo>
                      <a:pt x="12938" y="10856"/>
                      <a:pt x="12871" y="10980"/>
                      <a:pt x="12871" y="11116"/>
                    </a:cubicBezTo>
                    <a:lnTo>
                      <a:pt x="12871" y="13104"/>
                    </a:lnTo>
                    <a:lnTo>
                      <a:pt x="12871" y="14617"/>
                    </a:lnTo>
                    <a:lnTo>
                      <a:pt x="12871" y="14881"/>
                    </a:lnTo>
                    <a:lnTo>
                      <a:pt x="12871" y="14881"/>
                    </a:lnTo>
                    <a:cubicBezTo>
                      <a:pt x="11283" y="14606"/>
                      <a:pt x="9793" y="13925"/>
                      <a:pt x="8618" y="12804"/>
                    </a:cubicBezTo>
                    <a:cubicBezTo>
                      <a:pt x="7669" y="11901"/>
                      <a:pt x="6952" y="10766"/>
                      <a:pt x="6455" y="9557"/>
                    </a:cubicBezTo>
                    <a:cubicBezTo>
                      <a:pt x="6218" y="8975"/>
                      <a:pt x="6026" y="8371"/>
                      <a:pt x="5890" y="7756"/>
                    </a:cubicBezTo>
                    <a:cubicBezTo>
                      <a:pt x="5877" y="7687"/>
                      <a:pt x="5822" y="7656"/>
                      <a:pt x="5763" y="7656"/>
                    </a:cubicBezTo>
                    <a:cubicBezTo>
                      <a:pt x="5724" y="7656"/>
                      <a:pt x="5684" y="7669"/>
                      <a:pt x="5653" y="7693"/>
                    </a:cubicBezTo>
                    <a:cubicBezTo>
                      <a:pt x="5156" y="8106"/>
                      <a:pt x="5422" y="8851"/>
                      <a:pt x="5580" y="9365"/>
                    </a:cubicBezTo>
                    <a:cubicBezTo>
                      <a:pt x="5761" y="9947"/>
                      <a:pt x="5958" y="10523"/>
                      <a:pt x="6139" y="11099"/>
                    </a:cubicBezTo>
                    <a:cubicBezTo>
                      <a:pt x="6647" y="12686"/>
                      <a:pt x="7110" y="14295"/>
                      <a:pt x="7381" y="15939"/>
                    </a:cubicBezTo>
                    <a:cubicBezTo>
                      <a:pt x="7522" y="16791"/>
                      <a:pt x="7610" y="17663"/>
                      <a:pt x="7564" y="18532"/>
                    </a:cubicBezTo>
                    <a:lnTo>
                      <a:pt x="7564" y="18532"/>
                    </a:lnTo>
                    <a:cubicBezTo>
                      <a:pt x="6953" y="18616"/>
                      <a:pt x="6337" y="18695"/>
                      <a:pt x="5727" y="18779"/>
                    </a:cubicBezTo>
                    <a:cubicBezTo>
                      <a:pt x="4682" y="18915"/>
                      <a:pt x="3643" y="19056"/>
                      <a:pt x="2598" y="19191"/>
                    </a:cubicBezTo>
                    <a:cubicBezTo>
                      <a:pt x="2407" y="19218"/>
                      <a:pt x="2219" y="19245"/>
                      <a:pt x="2030" y="19271"/>
                    </a:cubicBezTo>
                    <a:lnTo>
                      <a:pt x="2030" y="19271"/>
                    </a:lnTo>
                    <a:cubicBezTo>
                      <a:pt x="2070" y="18715"/>
                      <a:pt x="2053" y="18155"/>
                      <a:pt x="2028" y="17599"/>
                    </a:cubicBezTo>
                    <a:cubicBezTo>
                      <a:pt x="1954" y="16136"/>
                      <a:pt x="1717" y="14674"/>
                      <a:pt x="1311" y="13267"/>
                    </a:cubicBezTo>
                    <a:cubicBezTo>
                      <a:pt x="1079" y="12482"/>
                      <a:pt x="785" y="11720"/>
                      <a:pt x="622" y="10918"/>
                    </a:cubicBezTo>
                    <a:cubicBezTo>
                      <a:pt x="497" y="10331"/>
                      <a:pt x="430" y="9732"/>
                      <a:pt x="475" y="9139"/>
                    </a:cubicBezTo>
                    <a:cubicBezTo>
                      <a:pt x="531" y="8332"/>
                      <a:pt x="847" y="7558"/>
                      <a:pt x="1503" y="7055"/>
                    </a:cubicBezTo>
                    <a:cubicBezTo>
                      <a:pt x="2118" y="6578"/>
                      <a:pt x="2869" y="6404"/>
                      <a:pt x="3631" y="6404"/>
                    </a:cubicBezTo>
                    <a:cubicBezTo>
                      <a:pt x="4114" y="6404"/>
                      <a:pt x="4601" y="6474"/>
                      <a:pt x="5060" y="6581"/>
                    </a:cubicBezTo>
                    <a:cubicBezTo>
                      <a:pt x="5224" y="6620"/>
                      <a:pt x="5382" y="6660"/>
                      <a:pt x="5546" y="6711"/>
                    </a:cubicBezTo>
                    <a:cubicBezTo>
                      <a:pt x="5557" y="6714"/>
                      <a:pt x="5569" y="6715"/>
                      <a:pt x="5580" y="6715"/>
                    </a:cubicBezTo>
                    <a:cubicBezTo>
                      <a:pt x="5656" y="6715"/>
                      <a:pt x="5732" y="6654"/>
                      <a:pt x="5727" y="6575"/>
                    </a:cubicBezTo>
                    <a:cubicBezTo>
                      <a:pt x="5670" y="5491"/>
                      <a:pt x="5845" y="4378"/>
                      <a:pt x="6337" y="3407"/>
                    </a:cubicBezTo>
                    <a:cubicBezTo>
                      <a:pt x="6698" y="2690"/>
                      <a:pt x="7223" y="2063"/>
                      <a:pt x="7867" y="1589"/>
                    </a:cubicBezTo>
                    <a:cubicBezTo>
                      <a:pt x="8601" y="1047"/>
                      <a:pt x="9460" y="691"/>
                      <a:pt x="10358" y="521"/>
                    </a:cubicBezTo>
                    <a:cubicBezTo>
                      <a:pt x="10815" y="442"/>
                      <a:pt x="11272" y="420"/>
                      <a:pt x="11735" y="408"/>
                    </a:cubicBezTo>
                    <a:cubicBezTo>
                      <a:pt x="12712" y="397"/>
                      <a:pt x="13684" y="380"/>
                      <a:pt x="14661" y="363"/>
                    </a:cubicBezTo>
                    <a:cubicBezTo>
                      <a:pt x="15858" y="341"/>
                      <a:pt x="17055" y="324"/>
                      <a:pt x="18253" y="301"/>
                    </a:cubicBezTo>
                    <a:cubicBezTo>
                      <a:pt x="18608" y="295"/>
                      <a:pt x="18964" y="290"/>
                      <a:pt x="19314" y="284"/>
                    </a:cubicBezTo>
                    <a:cubicBezTo>
                      <a:pt x="19362" y="283"/>
                      <a:pt x="19410" y="283"/>
                      <a:pt x="19457" y="283"/>
                    </a:cubicBezTo>
                    <a:close/>
                    <a:moveTo>
                      <a:pt x="19551" y="1"/>
                    </a:moveTo>
                    <a:cubicBezTo>
                      <a:pt x="19515" y="1"/>
                      <a:pt x="19480" y="1"/>
                      <a:pt x="19444" y="2"/>
                    </a:cubicBezTo>
                    <a:cubicBezTo>
                      <a:pt x="19162" y="7"/>
                      <a:pt x="18879" y="13"/>
                      <a:pt x="18597" y="13"/>
                    </a:cubicBezTo>
                    <a:cubicBezTo>
                      <a:pt x="17422" y="36"/>
                      <a:pt x="16248" y="53"/>
                      <a:pt x="15067" y="75"/>
                    </a:cubicBezTo>
                    <a:cubicBezTo>
                      <a:pt x="14011" y="92"/>
                      <a:pt x="12950" y="109"/>
                      <a:pt x="11888" y="126"/>
                    </a:cubicBezTo>
                    <a:cubicBezTo>
                      <a:pt x="11566" y="132"/>
                      <a:pt x="11239" y="132"/>
                      <a:pt x="10911" y="166"/>
                    </a:cubicBezTo>
                    <a:cubicBezTo>
                      <a:pt x="9900" y="262"/>
                      <a:pt x="8906" y="578"/>
                      <a:pt x="8048" y="1126"/>
                    </a:cubicBezTo>
                    <a:cubicBezTo>
                      <a:pt x="7376" y="1549"/>
                      <a:pt x="6800" y="2114"/>
                      <a:pt x="6371" y="2780"/>
                    </a:cubicBezTo>
                    <a:cubicBezTo>
                      <a:pt x="5823" y="3627"/>
                      <a:pt x="5535" y="4627"/>
                      <a:pt x="5450" y="5627"/>
                    </a:cubicBezTo>
                    <a:cubicBezTo>
                      <a:pt x="5432" y="5879"/>
                      <a:pt x="5428" y="6131"/>
                      <a:pt x="5436" y="6383"/>
                    </a:cubicBezTo>
                    <a:lnTo>
                      <a:pt x="5436" y="6383"/>
                    </a:lnTo>
                    <a:cubicBezTo>
                      <a:pt x="4858" y="6227"/>
                      <a:pt x="4237" y="6120"/>
                      <a:pt x="3624" y="6120"/>
                    </a:cubicBezTo>
                    <a:cubicBezTo>
                      <a:pt x="2921" y="6120"/>
                      <a:pt x="2228" y="6261"/>
                      <a:pt x="1621" y="6632"/>
                    </a:cubicBezTo>
                    <a:cubicBezTo>
                      <a:pt x="915" y="7067"/>
                      <a:pt x="441" y="7756"/>
                      <a:pt x="271" y="8563"/>
                    </a:cubicBezTo>
                    <a:cubicBezTo>
                      <a:pt x="0" y="9834"/>
                      <a:pt x="328" y="11189"/>
                      <a:pt x="729" y="12398"/>
                    </a:cubicBezTo>
                    <a:cubicBezTo>
                      <a:pt x="1006" y="13217"/>
                      <a:pt x="1243" y="14041"/>
                      <a:pt x="1412" y="14888"/>
                    </a:cubicBezTo>
                    <a:cubicBezTo>
                      <a:pt x="1553" y="15605"/>
                      <a:pt x="1655" y="16328"/>
                      <a:pt x="1711" y="17057"/>
                    </a:cubicBezTo>
                    <a:cubicBezTo>
                      <a:pt x="1774" y="17842"/>
                      <a:pt x="1768" y="18615"/>
                      <a:pt x="1740" y="19400"/>
                    </a:cubicBezTo>
                    <a:cubicBezTo>
                      <a:pt x="1740" y="19412"/>
                      <a:pt x="1734" y="19423"/>
                      <a:pt x="1734" y="19434"/>
                    </a:cubicBezTo>
                    <a:cubicBezTo>
                      <a:pt x="1729" y="19500"/>
                      <a:pt x="1802" y="19576"/>
                      <a:pt x="1868" y="19576"/>
                    </a:cubicBezTo>
                    <a:cubicBezTo>
                      <a:pt x="1871" y="19576"/>
                      <a:pt x="1873" y="19576"/>
                      <a:pt x="1875" y="19575"/>
                    </a:cubicBezTo>
                    <a:cubicBezTo>
                      <a:pt x="2536" y="19485"/>
                      <a:pt x="3191" y="19395"/>
                      <a:pt x="3846" y="19310"/>
                    </a:cubicBezTo>
                    <a:cubicBezTo>
                      <a:pt x="4891" y="19169"/>
                      <a:pt x="5936" y="19033"/>
                      <a:pt x="6975" y="18892"/>
                    </a:cubicBezTo>
                    <a:cubicBezTo>
                      <a:pt x="7218" y="18858"/>
                      <a:pt x="7455" y="18830"/>
                      <a:pt x="7698" y="18796"/>
                    </a:cubicBezTo>
                    <a:cubicBezTo>
                      <a:pt x="7777" y="18785"/>
                      <a:pt x="7833" y="18740"/>
                      <a:pt x="7839" y="18655"/>
                    </a:cubicBezTo>
                    <a:cubicBezTo>
                      <a:pt x="7895" y="17864"/>
                      <a:pt x="7828" y="17074"/>
                      <a:pt x="7720" y="16294"/>
                    </a:cubicBezTo>
                    <a:cubicBezTo>
                      <a:pt x="7602" y="15447"/>
                      <a:pt x="7421" y="14611"/>
                      <a:pt x="7212" y="13787"/>
                    </a:cubicBezTo>
                    <a:cubicBezTo>
                      <a:pt x="6856" y="12364"/>
                      <a:pt x="6399" y="10980"/>
                      <a:pt x="5947" y="9585"/>
                    </a:cubicBezTo>
                    <a:cubicBezTo>
                      <a:pt x="5874" y="9359"/>
                      <a:pt x="5800" y="9128"/>
                      <a:pt x="5738" y="8896"/>
                    </a:cubicBezTo>
                    <a:cubicBezTo>
                      <a:pt x="5673" y="8663"/>
                      <a:pt x="5607" y="8371"/>
                      <a:pt x="5690" y="8135"/>
                    </a:cubicBezTo>
                    <a:lnTo>
                      <a:pt x="5690" y="8135"/>
                    </a:lnTo>
                    <a:cubicBezTo>
                      <a:pt x="5953" y="9194"/>
                      <a:pt x="6379" y="10227"/>
                      <a:pt x="6947" y="11161"/>
                    </a:cubicBezTo>
                    <a:cubicBezTo>
                      <a:pt x="7720" y="12432"/>
                      <a:pt x="8788" y="13522"/>
                      <a:pt x="10103" y="14233"/>
                    </a:cubicBezTo>
                    <a:cubicBezTo>
                      <a:pt x="10996" y="14724"/>
                      <a:pt x="11973" y="15029"/>
                      <a:pt x="12978" y="15182"/>
                    </a:cubicBezTo>
                    <a:cubicBezTo>
                      <a:pt x="12989" y="15184"/>
                      <a:pt x="13001" y="15185"/>
                      <a:pt x="13012" y="15185"/>
                    </a:cubicBezTo>
                    <a:cubicBezTo>
                      <a:pt x="13088" y="15185"/>
                      <a:pt x="13153" y="15135"/>
                      <a:pt x="13153" y="15046"/>
                    </a:cubicBezTo>
                    <a:lnTo>
                      <a:pt x="13153" y="13651"/>
                    </a:lnTo>
                    <a:lnTo>
                      <a:pt x="13153" y="11376"/>
                    </a:lnTo>
                    <a:cubicBezTo>
                      <a:pt x="13153" y="11287"/>
                      <a:pt x="13158" y="11198"/>
                      <a:pt x="13153" y="11104"/>
                    </a:cubicBezTo>
                    <a:lnTo>
                      <a:pt x="13153" y="11104"/>
                    </a:lnTo>
                    <a:cubicBezTo>
                      <a:pt x="13153" y="11104"/>
                      <a:pt x="13153" y="11104"/>
                      <a:pt x="13153" y="11104"/>
                    </a:cubicBezTo>
                    <a:cubicBezTo>
                      <a:pt x="13153" y="11104"/>
                      <a:pt x="13153" y="11104"/>
                      <a:pt x="13153" y="11104"/>
                    </a:cubicBezTo>
                    <a:lnTo>
                      <a:pt x="13153" y="11104"/>
                    </a:lnTo>
                    <a:cubicBezTo>
                      <a:pt x="13153" y="11104"/>
                      <a:pt x="13153" y="11104"/>
                      <a:pt x="13153" y="11104"/>
                    </a:cubicBezTo>
                    <a:lnTo>
                      <a:pt x="13153" y="11104"/>
                    </a:lnTo>
                    <a:cubicBezTo>
                      <a:pt x="13158" y="11094"/>
                      <a:pt x="13160" y="11086"/>
                      <a:pt x="13160" y="11080"/>
                    </a:cubicBezTo>
                    <a:lnTo>
                      <a:pt x="13160" y="11080"/>
                    </a:lnTo>
                    <a:cubicBezTo>
                      <a:pt x="13158" y="11088"/>
                      <a:pt x="13156" y="11096"/>
                      <a:pt x="13153" y="11104"/>
                    </a:cubicBezTo>
                    <a:lnTo>
                      <a:pt x="13153" y="11104"/>
                    </a:lnTo>
                    <a:cubicBezTo>
                      <a:pt x="13153" y="11102"/>
                      <a:pt x="13153" y="11100"/>
                      <a:pt x="13153" y="11099"/>
                    </a:cubicBezTo>
                    <a:cubicBezTo>
                      <a:pt x="13153" y="11079"/>
                      <a:pt x="13156" y="11071"/>
                      <a:pt x="13158" y="11071"/>
                    </a:cubicBezTo>
                    <a:lnTo>
                      <a:pt x="13158" y="11071"/>
                    </a:lnTo>
                    <a:cubicBezTo>
                      <a:pt x="13160" y="11071"/>
                      <a:pt x="13161" y="11075"/>
                      <a:pt x="13160" y="11080"/>
                    </a:cubicBezTo>
                    <a:lnTo>
                      <a:pt x="13160" y="11080"/>
                    </a:lnTo>
                    <a:cubicBezTo>
                      <a:pt x="13164" y="11070"/>
                      <a:pt x="13167" y="11060"/>
                      <a:pt x="13170" y="11054"/>
                    </a:cubicBezTo>
                    <a:cubicBezTo>
                      <a:pt x="13272" y="10777"/>
                      <a:pt x="13368" y="10500"/>
                      <a:pt x="13469" y="10223"/>
                    </a:cubicBezTo>
                    <a:lnTo>
                      <a:pt x="13881" y="9094"/>
                    </a:lnTo>
                    <a:cubicBezTo>
                      <a:pt x="13932" y="8958"/>
                      <a:pt x="13983" y="8823"/>
                      <a:pt x="14028" y="8693"/>
                    </a:cubicBezTo>
                    <a:cubicBezTo>
                      <a:pt x="14051" y="8631"/>
                      <a:pt x="14085" y="8569"/>
                      <a:pt x="14090" y="8507"/>
                    </a:cubicBezTo>
                    <a:cubicBezTo>
                      <a:pt x="14102" y="8326"/>
                      <a:pt x="14085" y="8140"/>
                      <a:pt x="14102" y="7953"/>
                    </a:cubicBezTo>
                    <a:cubicBezTo>
                      <a:pt x="14136" y="7603"/>
                      <a:pt x="14220" y="7242"/>
                      <a:pt x="14401" y="6937"/>
                    </a:cubicBezTo>
                    <a:cubicBezTo>
                      <a:pt x="14599" y="6609"/>
                      <a:pt x="14909" y="6406"/>
                      <a:pt x="15288" y="6366"/>
                    </a:cubicBezTo>
                    <a:cubicBezTo>
                      <a:pt x="15615" y="6332"/>
                      <a:pt x="15948" y="6316"/>
                      <a:pt x="16276" y="6299"/>
                    </a:cubicBezTo>
                    <a:cubicBezTo>
                      <a:pt x="17309" y="6248"/>
                      <a:pt x="18349" y="6220"/>
                      <a:pt x="19382" y="6174"/>
                    </a:cubicBezTo>
                    <a:cubicBezTo>
                      <a:pt x="20376" y="6140"/>
                      <a:pt x="21370" y="6107"/>
                      <a:pt x="22364" y="6016"/>
                    </a:cubicBezTo>
                    <a:cubicBezTo>
                      <a:pt x="22646" y="5994"/>
                      <a:pt x="22917" y="5937"/>
                      <a:pt x="23160" y="5779"/>
                    </a:cubicBezTo>
                    <a:cubicBezTo>
                      <a:pt x="23414" y="5610"/>
                      <a:pt x="23606" y="5361"/>
                      <a:pt x="23708" y="5067"/>
                    </a:cubicBezTo>
                    <a:cubicBezTo>
                      <a:pt x="23832" y="4689"/>
                      <a:pt x="23872" y="4249"/>
                      <a:pt x="23872" y="3853"/>
                    </a:cubicBezTo>
                    <a:cubicBezTo>
                      <a:pt x="23883" y="2837"/>
                      <a:pt x="23505" y="1860"/>
                      <a:pt x="22748" y="1171"/>
                    </a:cubicBezTo>
                    <a:cubicBezTo>
                      <a:pt x="22511" y="956"/>
                      <a:pt x="22251" y="770"/>
                      <a:pt x="21974" y="612"/>
                    </a:cubicBezTo>
                    <a:cubicBezTo>
                      <a:pt x="21973" y="611"/>
                      <a:pt x="21973" y="611"/>
                      <a:pt x="21972" y="610"/>
                    </a:cubicBezTo>
                    <a:lnTo>
                      <a:pt x="21972" y="610"/>
                    </a:lnTo>
                    <a:cubicBezTo>
                      <a:pt x="21230" y="194"/>
                      <a:pt x="20395" y="1"/>
                      <a:pt x="19551"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16" name="Google Shape;1316;p44">
                <a:extLst>
                  <a:ext uri="{FF2B5EF4-FFF2-40B4-BE49-F238E27FC236}">
                    <a16:creationId xmlns:a16="http://schemas.microsoft.com/office/drawing/2014/main" id="{6BDCCBC5-F75D-9D76-CC64-48F3797B31CE}"/>
                  </a:ext>
                </a:extLst>
              </p:cNvPr>
              <p:cNvSpPr/>
              <p:nvPr/>
            </p:nvSpPr>
            <p:spPr>
              <a:xfrm>
                <a:off x="4661250" y="1558750"/>
                <a:ext cx="292000" cy="353675"/>
              </a:xfrm>
              <a:custGeom>
                <a:avLst/>
                <a:gdLst/>
                <a:ahLst/>
                <a:cxnLst/>
                <a:rect l="l" t="t" r="r" b="b"/>
                <a:pathLst>
                  <a:path w="11680" h="14147" extrusionOk="0">
                    <a:moveTo>
                      <a:pt x="9845" y="317"/>
                    </a:moveTo>
                    <a:lnTo>
                      <a:pt x="9845" y="317"/>
                    </a:lnTo>
                    <a:cubicBezTo>
                      <a:pt x="9934" y="775"/>
                      <a:pt x="9934" y="1238"/>
                      <a:pt x="9934" y="1705"/>
                    </a:cubicBezTo>
                    <a:lnTo>
                      <a:pt x="9934" y="2366"/>
                    </a:lnTo>
                    <a:cubicBezTo>
                      <a:pt x="9934" y="2468"/>
                      <a:pt x="9900" y="2643"/>
                      <a:pt x="9974" y="2722"/>
                    </a:cubicBezTo>
                    <a:cubicBezTo>
                      <a:pt x="10064" y="2818"/>
                      <a:pt x="10188" y="2891"/>
                      <a:pt x="10284" y="2970"/>
                    </a:cubicBezTo>
                    <a:cubicBezTo>
                      <a:pt x="10465" y="3111"/>
                      <a:pt x="10646" y="3258"/>
                      <a:pt x="10827" y="3399"/>
                    </a:cubicBezTo>
                    <a:cubicBezTo>
                      <a:pt x="10934" y="3484"/>
                      <a:pt x="11041" y="3569"/>
                      <a:pt x="11149" y="3654"/>
                    </a:cubicBezTo>
                    <a:cubicBezTo>
                      <a:pt x="11318" y="3795"/>
                      <a:pt x="11386" y="4015"/>
                      <a:pt x="11256" y="4207"/>
                    </a:cubicBezTo>
                    <a:cubicBezTo>
                      <a:pt x="11120" y="4410"/>
                      <a:pt x="10894" y="4416"/>
                      <a:pt x="10680" y="4416"/>
                    </a:cubicBezTo>
                    <a:lnTo>
                      <a:pt x="10076" y="4416"/>
                    </a:lnTo>
                    <a:cubicBezTo>
                      <a:pt x="9996" y="4416"/>
                      <a:pt x="9934" y="4478"/>
                      <a:pt x="9934" y="4557"/>
                    </a:cubicBezTo>
                    <a:lnTo>
                      <a:pt x="9934" y="5404"/>
                    </a:lnTo>
                    <a:cubicBezTo>
                      <a:pt x="9934" y="5715"/>
                      <a:pt x="9946" y="6031"/>
                      <a:pt x="9917" y="6342"/>
                    </a:cubicBezTo>
                    <a:cubicBezTo>
                      <a:pt x="9810" y="7398"/>
                      <a:pt x="9155" y="8358"/>
                      <a:pt x="8218" y="8866"/>
                    </a:cubicBezTo>
                    <a:cubicBezTo>
                      <a:pt x="7709" y="9143"/>
                      <a:pt x="7150" y="9250"/>
                      <a:pt x="6569" y="9250"/>
                    </a:cubicBezTo>
                    <a:cubicBezTo>
                      <a:pt x="6495" y="9250"/>
                      <a:pt x="6427" y="9318"/>
                      <a:pt x="6427" y="9391"/>
                    </a:cubicBezTo>
                    <a:lnTo>
                      <a:pt x="6427" y="10944"/>
                    </a:lnTo>
                    <a:lnTo>
                      <a:pt x="6427" y="13435"/>
                    </a:lnTo>
                    <a:lnTo>
                      <a:pt x="6427" y="13864"/>
                    </a:lnTo>
                    <a:lnTo>
                      <a:pt x="300" y="13864"/>
                    </a:lnTo>
                    <a:lnTo>
                      <a:pt x="300" y="12463"/>
                    </a:lnTo>
                    <a:lnTo>
                      <a:pt x="300" y="9979"/>
                    </a:lnTo>
                    <a:lnTo>
                      <a:pt x="300" y="8691"/>
                    </a:lnTo>
                    <a:lnTo>
                      <a:pt x="300" y="6748"/>
                    </a:lnTo>
                    <a:lnTo>
                      <a:pt x="300" y="5653"/>
                    </a:lnTo>
                    <a:cubicBezTo>
                      <a:pt x="300" y="5588"/>
                      <a:pt x="320" y="5494"/>
                      <a:pt x="303" y="5431"/>
                    </a:cubicBezTo>
                    <a:lnTo>
                      <a:pt x="303" y="5431"/>
                    </a:lnTo>
                    <a:cubicBezTo>
                      <a:pt x="304" y="5430"/>
                      <a:pt x="305" y="5428"/>
                      <a:pt x="306" y="5427"/>
                    </a:cubicBezTo>
                    <a:cubicBezTo>
                      <a:pt x="323" y="5399"/>
                      <a:pt x="328" y="5359"/>
                      <a:pt x="340" y="5325"/>
                    </a:cubicBezTo>
                    <a:cubicBezTo>
                      <a:pt x="599" y="4614"/>
                      <a:pt x="859" y="3902"/>
                      <a:pt x="1119" y="3191"/>
                    </a:cubicBezTo>
                    <a:cubicBezTo>
                      <a:pt x="1175" y="3049"/>
                      <a:pt x="1237" y="2925"/>
                      <a:pt x="1232" y="2773"/>
                    </a:cubicBezTo>
                    <a:cubicBezTo>
                      <a:pt x="1226" y="2479"/>
                      <a:pt x="1249" y="2185"/>
                      <a:pt x="1317" y="1897"/>
                    </a:cubicBezTo>
                    <a:cubicBezTo>
                      <a:pt x="1401" y="1525"/>
                      <a:pt x="1565" y="1135"/>
                      <a:pt x="1887" y="903"/>
                    </a:cubicBezTo>
                    <a:cubicBezTo>
                      <a:pt x="2181" y="700"/>
                      <a:pt x="2542" y="694"/>
                      <a:pt x="2881" y="677"/>
                    </a:cubicBezTo>
                    <a:cubicBezTo>
                      <a:pt x="3903" y="610"/>
                      <a:pt x="4925" y="581"/>
                      <a:pt x="5947" y="542"/>
                    </a:cubicBezTo>
                    <a:cubicBezTo>
                      <a:pt x="7049" y="502"/>
                      <a:pt x="8150" y="469"/>
                      <a:pt x="9245" y="384"/>
                    </a:cubicBezTo>
                    <a:cubicBezTo>
                      <a:pt x="9444" y="370"/>
                      <a:pt x="9649" y="360"/>
                      <a:pt x="9845" y="317"/>
                    </a:cubicBezTo>
                    <a:close/>
                    <a:moveTo>
                      <a:pt x="9952" y="0"/>
                    </a:moveTo>
                    <a:cubicBezTo>
                      <a:pt x="9940" y="0"/>
                      <a:pt x="9929" y="2"/>
                      <a:pt x="9917" y="5"/>
                    </a:cubicBezTo>
                    <a:cubicBezTo>
                      <a:pt x="9680" y="85"/>
                      <a:pt x="9420" y="90"/>
                      <a:pt x="9172" y="107"/>
                    </a:cubicBezTo>
                    <a:cubicBezTo>
                      <a:pt x="8929" y="124"/>
                      <a:pt x="8686" y="141"/>
                      <a:pt x="8443" y="152"/>
                    </a:cubicBezTo>
                    <a:cubicBezTo>
                      <a:pt x="7873" y="186"/>
                      <a:pt x="7303" y="209"/>
                      <a:pt x="6732" y="231"/>
                    </a:cubicBezTo>
                    <a:cubicBezTo>
                      <a:pt x="5620" y="277"/>
                      <a:pt x="4502" y="310"/>
                      <a:pt x="3389" y="361"/>
                    </a:cubicBezTo>
                    <a:cubicBezTo>
                      <a:pt x="3050" y="378"/>
                      <a:pt x="2711" y="395"/>
                      <a:pt x="2378" y="435"/>
                    </a:cubicBezTo>
                    <a:cubicBezTo>
                      <a:pt x="1909" y="491"/>
                      <a:pt x="1531" y="751"/>
                      <a:pt x="1294" y="1157"/>
                    </a:cubicBezTo>
                    <a:cubicBezTo>
                      <a:pt x="1096" y="1508"/>
                      <a:pt x="1006" y="1909"/>
                      <a:pt x="966" y="2310"/>
                    </a:cubicBezTo>
                    <a:cubicBezTo>
                      <a:pt x="955" y="2445"/>
                      <a:pt x="949" y="2581"/>
                      <a:pt x="949" y="2722"/>
                    </a:cubicBezTo>
                    <a:cubicBezTo>
                      <a:pt x="949" y="2756"/>
                      <a:pt x="944" y="2795"/>
                      <a:pt x="949" y="2829"/>
                    </a:cubicBezTo>
                    <a:cubicBezTo>
                      <a:pt x="949" y="2829"/>
                      <a:pt x="950" y="2830"/>
                      <a:pt x="950" y="2830"/>
                    </a:cubicBezTo>
                    <a:lnTo>
                      <a:pt x="950" y="2830"/>
                    </a:lnTo>
                    <a:cubicBezTo>
                      <a:pt x="908" y="2885"/>
                      <a:pt x="892" y="3001"/>
                      <a:pt x="865" y="3066"/>
                    </a:cubicBezTo>
                    <a:cubicBezTo>
                      <a:pt x="808" y="3236"/>
                      <a:pt x="746" y="3399"/>
                      <a:pt x="684" y="3569"/>
                    </a:cubicBezTo>
                    <a:cubicBezTo>
                      <a:pt x="537" y="3976"/>
                      <a:pt x="385" y="4382"/>
                      <a:pt x="238" y="4789"/>
                    </a:cubicBezTo>
                    <a:cubicBezTo>
                      <a:pt x="187" y="4936"/>
                      <a:pt x="131" y="5082"/>
                      <a:pt x="80" y="5229"/>
                    </a:cubicBezTo>
                    <a:cubicBezTo>
                      <a:pt x="57" y="5286"/>
                      <a:pt x="23" y="5348"/>
                      <a:pt x="18" y="5410"/>
                    </a:cubicBezTo>
                    <a:cubicBezTo>
                      <a:pt x="1" y="5625"/>
                      <a:pt x="18" y="5845"/>
                      <a:pt x="18" y="6059"/>
                    </a:cubicBezTo>
                    <a:lnTo>
                      <a:pt x="18" y="8459"/>
                    </a:lnTo>
                    <a:lnTo>
                      <a:pt x="18" y="9578"/>
                    </a:lnTo>
                    <a:lnTo>
                      <a:pt x="18" y="11780"/>
                    </a:lnTo>
                    <a:lnTo>
                      <a:pt x="18" y="13887"/>
                    </a:lnTo>
                    <a:lnTo>
                      <a:pt x="18" y="14005"/>
                    </a:lnTo>
                    <a:cubicBezTo>
                      <a:pt x="18" y="14079"/>
                      <a:pt x="85" y="14146"/>
                      <a:pt x="159" y="14146"/>
                    </a:cubicBezTo>
                    <a:lnTo>
                      <a:pt x="6569" y="14146"/>
                    </a:lnTo>
                    <a:cubicBezTo>
                      <a:pt x="6627" y="14146"/>
                      <a:pt x="6668" y="14118"/>
                      <a:pt x="6689" y="14079"/>
                    </a:cubicBezTo>
                    <a:lnTo>
                      <a:pt x="6689" y="14079"/>
                    </a:lnTo>
                    <a:cubicBezTo>
                      <a:pt x="6702" y="14060"/>
                      <a:pt x="6710" y="14035"/>
                      <a:pt x="6710" y="14005"/>
                    </a:cubicBezTo>
                    <a:lnTo>
                      <a:pt x="6710" y="12452"/>
                    </a:lnTo>
                    <a:lnTo>
                      <a:pt x="6710" y="9962"/>
                    </a:lnTo>
                    <a:lnTo>
                      <a:pt x="6710" y="9530"/>
                    </a:lnTo>
                    <a:lnTo>
                      <a:pt x="6710" y="9530"/>
                    </a:lnTo>
                    <a:cubicBezTo>
                      <a:pt x="7201" y="9516"/>
                      <a:pt x="7674" y="9423"/>
                      <a:pt x="8127" y="9222"/>
                    </a:cubicBezTo>
                    <a:cubicBezTo>
                      <a:pt x="8630" y="9002"/>
                      <a:pt x="9082" y="8651"/>
                      <a:pt x="9426" y="8222"/>
                    </a:cubicBezTo>
                    <a:cubicBezTo>
                      <a:pt x="9776" y="7782"/>
                      <a:pt x="10030" y="7262"/>
                      <a:pt x="10143" y="6709"/>
                    </a:cubicBezTo>
                    <a:cubicBezTo>
                      <a:pt x="10217" y="6342"/>
                      <a:pt x="10217" y="5975"/>
                      <a:pt x="10217" y="5602"/>
                    </a:cubicBezTo>
                    <a:lnTo>
                      <a:pt x="10217" y="4698"/>
                    </a:lnTo>
                    <a:lnTo>
                      <a:pt x="10787" y="4698"/>
                    </a:lnTo>
                    <a:cubicBezTo>
                      <a:pt x="11120" y="4698"/>
                      <a:pt x="11437" y="4552"/>
                      <a:pt x="11561" y="4224"/>
                    </a:cubicBezTo>
                    <a:cubicBezTo>
                      <a:pt x="11679" y="3925"/>
                      <a:pt x="11561" y="3625"/>
                      <a:pt x="11324" y="3433"/>
                    </a:cubicBezTo>
                    <a:cubicBezTo>
                      <a:pt x="11120" y="3275"/>
                      <a:pt x="10923" y="3117"/>
                      <a:pt x="10725" y="2959"/>
                    </a:cubicBezTo>
                    <a:cubicBezTo>
                      <a:pt x="10554" y="2824"/>
                      <a:pt x="10387" y="2694"/>
                      <a:pt x="10217" y="2560"/>
                    </a:cubicBezTo>
                    <a:lnTo>
                      <a:pt x="10217" y="2560"/>
                    </a:lnTo>
                    <a:cubicBezTo>
                      <a:pt x="10219" y="1748"/>
                      <a:pt x="10269" y="906"/>
                      <a:pt x="10092" y="101"/>
                    </a:cubicBezTo>
                    <a:cubicBezTo>
                      <a:pt x="10078" y="45"/>
                      <a:pt x="10013" y="0"/>
                      <a:pt x="9952"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17" name="Google Shape;1317;p44">
                <a:extLst>
                  <a:ext uri="{FF2B5EF4-FFF2-40B4-BE49-F238E27FC236}">
                    <a16:creationId xmlns:a16="http://schemas.microsoft.com/office/drawing/2014/main" id="{803B4029-3F24-52EF-8E7E-6896D650A52C}"/>
                  </a:ext>
                </a:extLst>
              </p:cNvPr>
              <p:cNvSpPr/>
              <p:nvPr/>
            </p:nvSpPr>
            <p:spPr>
              <a:xfrm>
                <a:off x="4245050" y="1905325"/>
                <a:ext cx="999750" cy="705950"/>
              </a:xfrm>
              <a:custGeom>
                <a:avLst/>
                <a:gdLst/>
                <a:ahLst/>
                <a:cxnLst/>
                <a:rect l="l" t="t" r="r" b="b"/>
                <a:pathLst>
                  <a:path w="39990" h="28238" extrusionOk="0">
                    <a:moveTo>
                      <a:pt x="16098" y="390"/>
                    </a:moveTo>
                    <a:cubicBezTo>
                      <a:pt x="16349" y="1643"/>
                      <a:pt x="16601" y="2900"/>
                      <a:pt x="16852" y="4152"/>
                    </a:cubicBezTo>
                    <a:cubicBezTo>
                      <a:pt x="16886" y="4344"/>
                      <a:pt x="16925" y="4530"/>
                      <a:pt x="16959" y="4716"/>
                    </a:cubicBezTo>
                    <a:cubicBezTo>
                      <a:pt x="16973" y="4783"/>
                      <a:pt x="17036" y="4820"/>
                      <a:pt x="17097" y="4820"/>
                    </a:cubicBezTo>
                    <a:cubicBezTo>
                      <a:pt x="17134" y="4820"/>
                      <a:pt x="17171" y="4806"/>
                      <a:pt x="17196" y="4779"/>
                    </a:cubicBezTo>
                    <a:cubicBezTo>
                      <a:pt x="18044" y="3932"/>
                      <a:pt x="18891" y="3090"/>
                      <a:pt x="19738" y="2243"/>
                    </a:cubicBezTo>
                    <a:cubicBezTo>
                      <a:pt x="19823" y="2157"/>
                      <a:pt x="19909" y="2072"/>
                      <a:pt x="19995" y="1986"/>
                    </a:cubicBezTo>
                    <a:lnTo>
                      <a:pt x="19995" y="1986"/>
                    </a:lnTo>
                    <a:lnTo>
                      <a:pt x="22437" y="4423"/>
                    </a:lnTo>
                    <a:cubicBezTo>
                      <a:pt x="22556" y="4541"/>
                      <a:pt x="22674" y="4660"/>
                      <a:pt x="22799" y="4779"/>
                    </a:cubicBezTo>
                    <a:cubicBezTo>
                      <a:pt x="22824" y="4806"/>
                      <a:pt x="22861" y="4820"/>
                      <a:pt x="22898" y="4820"/>
                    </a:cubicBezTo>
                    <a:cubicBezTo>
                      <a:pt x="22959" y="4820"/>
                      <a:pt x="23020" y="4783"/>
                      <a:pt x="23030" y="4716"/>
                    </a:cubicBezTo>
                    <a:cubicBezTo>
                      <a:pt x="23296" y="3389"/>
                      <a:pt x="23561" y="2068"/>
                      <a:pt x="23826" y="741"/>
                    </a:cubicBezTo>
                    <a:cubicBezTo>
                      <a:pt x="23848" y="625"/>
                      <a:pt x="23871" y="509"/>
                      <a:pt x="23893" y="393"/>
                    </a:cubicBezTo>
                    <a:lnTo>
                      <a:pt x="23893" y="393"/>
                    </a:lnTo>
                    <a:cubicBezTo>
                      <a:pt x="24567" y="943"/>
                      <a:pt x="25292" y="1438"/>
                      <a:pt x="26018" y="1904"/>
                    </a:cubicBezTo>
                    <a:cubicBezTo>
                      <a:pt x="26831" y="2429"/>
                      <a:pt x="27667" y="2909"/>
                      <a:pt x="28531" y="3339"/>
                    </a:cubicBezTo>
                    <a:cubicBezTo>
                      <a:pt x="29417" y="3779"/>
                      <a:pt x="30315" y="4186"/>
                      <a:pt x="31168" y="4694"/>
                    </a:cubicBezTo>
                    <a:cubicBezTo>
                      <a:pt x="33393" y="6021"/>
                      <a:pt x="35426" y="7834"/>
                      <a:pt x="36669" y="10132"/>
                    </a:cubicBezTo>
                    <a:cubicBezTo>
                      <a:pt x="36883" y="10521"/>
                      <a:pt x="37080" y="10910"/>
                      <a:pt x="37198" y="11332"/>
                    </a:cubicBezTo>
                    <a:lnTo>
                      <a:pt x="37198" y="11332"/>
                    </a:lnTo>
                    <a:cubicBezTo>
                      <a:pt x="37199" y="11333"/>
                      <a:pt x="37199" y="11334"/>
                      <a:pt x="37199" y="11335"/>
                    </a:cubicBezTo>
                    <a:cubicBezTo>
                      <a:pt x="37199" y="11335"/>
                      <a:pt x="37199" y="11335"/>
                      <a:pt x="37199" y="11335"/>
                    </a:cubicBezTo>
                    <a:lnTo>
                      <a:pt x="37199" y="11335"/>
                    </a:lnTo>
                    <a:cubicBezTo>
                      <a:pt x="37200" y="11336"/>
                      <a:pt x="37200" y="11337"/>
                      <a:pt x="37200" y="11337"/>
                    </a:cubicBezTo>
                    <a:lnTo>
                      <a:pt x="37200" y="11337"/>
                    </a:lnTo>
                    <a:cubicBezTo>
                      <a:pt x="37482" y="12285"/>
                      <a:pt x="37696" y="13256"/>
                      <a:pt x="37911" y="14227"/>
                    </a:cubicBezTo>
                    <a:cubicBezTo>
                      <a:pt x="38470" y="16813"/>
                      <a:pt x="38894" y="19428"/>
                      <a:pt x="39199" y="22054"/>
                    </a:cubicBezTo>
                    <a:cubicBezTo>
                      <a:pt x="39430" y="24017"/>
                      <a:pt x="39597" y="25981"/>
                      <a:pt x="39700" y="27955"/>
                    </a:cubicBezTo>
                    <a:lnTo>
                      <a:pt x="296" y="27955"/>
                    </a:lnTo>
                    <a:cubicBezTo>
                      <a:pt x="479" y="24411"/>
                      <a:pt x="867" y="20878"/>
                      <a:pt x="1469" y="17389"/>
                    </a:cubicBezTo>
                    <a:cubicBezTo>
                      <a:pt x="1796" y="15514"/>
                      <a:pt x="2175" y="13639"/>
                      <a:pt x="2660" y="11804"/>
                    </a:cubicBezTo>
                    <a:cubicBezTo>
                      <a:pt x="2835" y="11160"/>
                      <a:pt x="3067" y="10590"/>
                      <a:pt x="3394" y="10008"/>
                    </a:cubicBezTo>
                    <a:cubicBezTo>
                      <a:pt x="4569" y="7907"/>
                      <a:pt x="6399" y="6213"/>
                      <a:pt x="8420" y="4937"/>
                    </a:cubicBezTo>
                    <a:cubicBezTo>
                      <a:pt x="9189" y="4457"/>
                      <a:pt x="9985" y="4033"/>
                      <a:pt x="10804" y="3655"/>
                    </a:cubicBezTo>
                    <a:cubicBezTo>
                      <a:pt x="11662" y="3259"/>
                      <a:pt x="12498" y="2813"/>
                      <a:pt x="13305" y="2322"/>
                    </a:cubicBezTo>
                    <a:cubicBezTo>
                      <a:pt x="14276" y="1740"/>
                      <a:pt x="15214" y="1098"/>
                      <a:pt x="16098" y="390"/>
                    </a:cubicBezTo>
                    <a:close/>
                    <a:moveTo>
                      <a:pt x="16191" y="1"/>
                    </a:moveTo>
                    <a:cubicBezTo>
                      <a:pt x="16112" y="1"/>
                      <a:pt x="16050" y="63"/>
                      <a:pt x="15994" y="114"/>
                    </a:cubicBezTo>
                    <a:cubicBezTo>
                      <a:pt x="15881" y="204"/>
                      <a:pt x="15762" y="295"/>
                      <a:pt x="15649" y="385"/>
                    </a:cubicBezTo>
                    <a:cubicBezTo>
                      <a:pt x="15180" y="746"/>
                      <a:pt x="14695" y="1091"/>
                      <a:pt x="14203" y="1418"/>
                    </a:cubicBezTo>
                    <a:cubicBezTo>
                      <a:pt x="13497" y="1893"/>
                      <a:pt x="12763" y="2333"/>
                      <a:pt x="12012" y="2734"/>
                    </a:cubicBezTo>
                    <a:cubicBezTo>
                      <a:pt x="11159" y="3197"/>
                      <a:pt x="10267" y="3570"/>
                      <a:pt x="9420" y="4033"/>
                    </a:cubicBezTo>
                    <a:cubicBezTo>
                      <a:pt x="7076" y="5298"/>
                      <a:pt x="4925" y="7049"/>
                      <a:pt x="3479" y="9308"/>
                    </a:cubicBezTo>
                    <a:cubicBezTo>
                      <a:pt x="3061" y="9968"/>
                      <a:pt x="2683" y="10674"/>
                      <a:pt x="2468" y="11437"/>
                    </a:cubicBezTo>
                    <a:cubicBezTo>
                      <a:pt x="2022" y="13041"/>
                      <a:pt x="1683" y="14678"/>
                      <a:pt x="1378" y="16316"/>
                    </a:cubicBezTo>
                    <a:cubicBezTo>
                      <a:pt x="746" y="19704"/>
                      <a:pt x="322" y="23132"/>
                      <a:pt x="96" y="26566"/>
                    </a:cubicBezTo>
                    <a:cubicBezTo>
                      <a:pt x="62" y="27074"/>
                      <a:pt x="29" y="27588"/>
                      <a:pt x="6" y="28096"/>
                    </a:cubicBezTo>
                    <a:cubicBezTo>
                      <a:pt x="0" y="28170"/>
                      <a:pt x="74" y="28238"/>
                      <a:pt x="147" y="28238"/>
                    </a:cubicBezTo>
                    <a:lnTo>
                      <a:pt x="39848" y="28238"/>
                    </a:lnTo>
                    <a:cubicBezTo>
                      <a:pt x="39921" y="28238"/>
                      <a:pt x="39989" y="28170"/>
                      <a:pt x="39989" y="28096"/>
                    </a:cubicBezTo>
                    <a:cubicBezTo>
                      <a:pt x="39820" y="24731"/>
                      <a:pt x="39464" y="21376"/>
                      <a:pt x="38922" y="18050"/>
                    </a:cubicBezTo>
                    <a:cubicBezTo>
                      <a:pt x="38600" y="16096"/>
                      <a:pt x="38216" y="14142"/>
                      <a:pt x="37730" y="12216"/>
                    </a:cubicBezTo>
                    <a:cubicBezTo>
                      <a:pt x="37651" y="11900"/>
                      <a:pt x="37566" y="11578"/>
                      <a:pt x="37470" y="11262"/>
                    </a:cubicBezTo>
                    <a:cubicBezTo>
                      <a:pt x="37369" y="10900"/>
                      <a:pt x="37205" y="10550"/>
                      <a:pt x="37036" y="10223"/>
                    </a:cubicBezTo>
                    <a:cubicBezTo>
                      <a:pt x="36589" y="9347"/>
                      <a:pt x="36019" y="8540"/>
                      <a:pt x="35381" y="7800"/>
                    </a:cubicBezTo>
                    <a:cubicBezTo>
                      <a:pt x="34387" y="6654"/>
                      <a:pt x="33212" y="5671"/>
                      <a:pt x="31947" y="4841"/>
                    </a:cubicBezTo>
                    <a:cubicBezTo>
                      <a:pt x="31112" y="4299"/>
                      <a:pt x="30236" y="3830"/>
                      <a:pt x="29333" y="3412"/>
                    </a:cubicBezTo>
                    <a:cubicBezTo>
                      <a:pt x="28412" y="2983"/>
                      <a:pt x="27514" y="2497"/>
                      <a:pt x="26644" y="1966"/>
                    </a:cubicBezTo>
                    <a:cubicBezTo>
                      <a:pt x="25933" y="1531"/>
                      <a:pt x="25244" y="1063"/>
                      <a:pt x="24578" y="566"/>
                    </a:cubicBezTo>
                    <a:cubicBezTo>
                      <a:pt x="24402" y="430"/>
                      <a:pt x="24227" y="295"/>
                      <a:pt x="24052" y="159"/>
                    </a:cubicBezTo>
                    <a:cubicBezTo>
                      <a:pt x="23985" y="103"/>
                      <a:pt x="23894" y="1"/>
                      <a:pt x="23798" y="1"/>
                    </a:cubicBezTo>
                    <a:cubicBezTo>
                      <a:pt x="23742" y="1"/>
                      <a:pt x="23674" y="46"/>
                      <a:pt x="23663" y="103"/>
                    </a:cubicBezTo>
                    <a:cubicBezTo>
                      <a:pt x="23403" y="1430"/>
                      <a:pt x="23137" y="2757"/>
                      <a:pt x="22872" y="4078"/>
                    </a:cubicBezTo>
                    <a:cubicBezTo>
                      <a:pt x="22850" y="4182"/>
                      <a:pt x="22830" y="4288"/>
                      <a:pt x="22809" y="4394"/>
                    </a:cubicBezTo>
                    <a:lnTo>
                      <a:pt x="22809" y="4394"/>
                    </a:lnTo>
                    <a:cubicBezTo>
                      <a:pt x="22024" y="3610"/>
                      <a:pt x="21240" y="2830"/>
                      <a:pt x="20455" y="2045"/>
                    </a:cubicBezTo>
                    <a:cubicBezTo>
                      <a:pt x="20336" y="1927"/>
                      <a:pt x="20218" y="1808"/>
                      <a:pt x="20094" y="1690"/>
                    </a:cubicBezTo>
                    <a:cubicBezTo>
                      <a:pt x="20068" y="1661"/>
                      <a:pt x="20033" y="1647"/>
                      <a:pt x="19997" y="1647"/>
                    </a:cubicBezTo>
                    <a:cubicBezTo>
                      <a:pt x="19961" y="1647"/>
                      <a:pt x="19924" y="1661"/>
                      <a:pt x="19896" y="1690"/>
                    </a:cubicBezTo>
                    <a:cubicBezTo>
                      <a:pt x="19049" y="2531"/>
                      <a:pt x="18202" y="3378"/>
                      <a:pt x="17355" y="4225"/>
                    </a:cubicBezTo>
                    <a:cubicBezTo>
                      <a:pt x="17298" y="4281"/>
                      <a:pt x="17242" y="4338"/>
                      <a:pt x="17186" y="4394"/>
                    </a:cubicBezTo>
                    <a:lnTo>
                      <a:pt x="17186" y="4394"/>
                    </a:lnTo>
                    <a:lnTo>
                      <a:pt x="16440" y="667"/>
                    </a:lnTo>
                    <a:cubicBezTo>
                      <a:pt x="16406" y="481"/>
                      <a:pt x="16366" y="289"/>
                      <a:pt x="16327" y="103"/>
                    </a:cubicBezTo>
                    <a:cubicBezTo>
                      <a:pt x="16315" y="46"/>
                      <a:pt x="16253" y="1"/>
                      <a:pt x="16191"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18" name="Google Shape;1318;p44">
                <a:extLst>
                  <a:ext uri="{FF2B5EF4-FFF2-40B4-BE49-F238E27FC236}">
                    <a16:creationId xmlns:a16="http://schemas.microsoft.com/office/drawing/2014/main" id="{8934CDB0-0686-0689-D872-341575C7371E}"/>
                  </a:ext>
                </a:extLst>
              </p:cNvPr>
              <p:cNvSpPr/>
              <p:nvPr/>
            </p:nvSpPr>
            <p:spPr>
              <a:xfrm>
                <a:off x="4645925" y="1903625"/>
                <a:ext cx="198325" cy="122200"/>
              </a:xfrm>
              <a:custGeom>
                <a:avLst/>
                <a:gdLst/>
                <a:ahLst/>
                <a:cxnLst/>
                <a:rect l="l" t="t" r="r" b="b"/>
                <a:pathLst>
                  <a:path w="7933" h="4888" extrusionOk="0">
                    <a:moveTo>
                      <a:pt x="7609" y="284"/>
                    </a:moveTo>
                    <a:lnTo>
                      <a:pt x="7340" y="1639"/>
                    </a:lnTo>
                    <a:cubicBezTo>
                      <a:pt x="7170" y="2469"/>
                      <a:pt x="7006" y="3299"/>
                      <a:pt x="6843" y="4129"/>
                    </a:cubicBezTo>
                    <a:cubicBezTo>
                      <a:pt x="6820" y="4239"/>
                      <a:pt x="6797" y="4351"/>
                      <a:pt x="6775" y="4462"/>
                    </a:cubicBezTo>
                    <a:lnTo>
                      <a:pt x="6775" y="4462"/>
                    </a:lnTo>
                    <a:cubicBezTo>
                      <a:pt x="6509" y="4197"/>
                      <a:pt x="6244" y="3932"/>
                      <a:pt x="5979" y="3666"/>
                    </a:cubicBezTo>
                    <a:cubicBezTo>
                      <a:pt x="5459" y="3152"/>
                      <a:pt x="4940" y="2633"/>
                      <a:pt x="4420" y="2113"/>
                    </a:cubicBezTo>
                    <a:cubicBezTo>
                      <a:pt x="4301" y="1995"/>
                      <a:pt x="4183" y="1876"/>
                      <a:pt x="4059" y="1758"/>
                    </a:cubicBezTo>
                    <a:cubicBezTo>
                      <a:pt x="4033" y="1729"/>
                      <a:pt x="3998" y="1715"/>
                      <a:pt x="3962" y="1715"/>
                    </a:cubicBezTo>
                    <a:cubicBezTo>
                      <a:pt x="3926" y="1715"/>
                      <a:pt x="3889" y="1729"/>
                      <a:pt x="3861" y="1758"/>
                    </a:cubicBezTo>
                    <a:cubicBezTo>
                      <a:pt x="3533" y="2085"/>
                      <a:pt x="3206" y="2407"/>
                      <a:pt x="2878" y="2735"/>
                    </a:cubicBezTo>
                    <a:cubicBezTo>
                      <a:pt x="2359" y="3254"/>
                      <a:pt x="1839" y="3774"/>
                      <a:pt x="1325" y="4288"/>
                    </a:cubicBezTo>
                    <a:cubicBezTo>
                      <a:pt x="1266" y="4344"/>
                      <a:pt x="1208" y="4402"/>
                      <a:pt x="1150" y="4460"/>
                    </a:cubicBezTo>
                    <a:lnTo>
                      <a:pt x="1150" y="4460"/>
                    </a:lnTo>
                    <a:cubicBezTo>
                      <a:pt x="1061" y="4019"/>
                      <a:pt x="975" y="3577"/>
                      <a:pt x="885" y="3135"/>
                    </a:cubicBezTo>
                    <a:cubicBezTo>
                      <a:pt x="721" y="2317"/>
                      <a:pt x="557" y="1492"/>
                      <a:pt x="393" y="673"/>
                    </a:cubicBezTo>
                    <a:cubicBezTo>
                      <a:pt x="366" y="542"/>
                      <a:pt x="342" y="413"/>
                      <a:pt x="317" y="284"/>
                    </a:cubicBezTo>
                    <a:close/>
                    <a:moveTo>
                      <a:pt x="160" y="0"/>
                    </a:moveTo>
                    <a:cubicBezTo>
                      <a:pt x="154" y="0"/>
                      <a:pt x="148" y="1"/>
                      <a:pt x="143" y="1"/>
                    </a:cubicBezTo>
                    <a:lnTo>
                      <a:pt x="143" y="1"/>
                    </a:lnTo>
                    <a:cubicBezTo>
                      <a:pt x="84" y="2"/>
                      <a:pt x="44" y="33"/>
                      <a:pt x="24" y="74"/>
                    </a:cubicBezTo>
                    <a:lnTo>
                      <a:pt x="24" y="74"/>
                    </a:lnTo>
                    <a:cubicBezTo>
                      <a:pt x="8" y="102"/>
                      <a:pt x="0" y="137"/>
                      <a:pt x="9" y="176"/>
                    </a:cubicBezTo>
                    <a:cubicBezTo>
                      <a:pt x="111" y="690"/>
                      <a:pt x="213" y="1198"/>
                      <a:pt x="314" y="1712"/>
                    </a:cubicBezTo>
                    <a:lnTo>
                      <a:pt x="811" y="4203"/>
                    </a:lnTo>
                    <a:cubicBezTo>
                      <a:pt x="851" y="4400"/>
                      <a:pt x="890" y="4592"/>
                      <a:pt x="924" y="4784"/>
                    </a:cubicBezTo>
                    <a:cubicBezTo>
                      <a:pt x="938" y="4851"/>
                      <a:pt x="1001" y="4888"/>
                      <a:pt x="1062" y="4888"/>
                    </a:cubicBezTo>
                    <a:cubicBezTo>
                      <a:pt x="1099" y="4888"/>
                      <a:pt x="1136" y="4874"/>
                      <a:pt x="1161" y="4847"/>
                    </a:cubicBezTo>
                    <a:cubicBezTo>
                      <a:pt x="1489" y="4519"/>
                      <a:pt x="1817" y="4192"/>
                      <a:pt x="2144" y="3870"/>
                    </a:cubicBezTo>
                    <a:cubicBezTo>
                      <a:pt x="2664" y="3350"/>
                      <a:pt x="3183" y="2831"/>
                      <a:pt x="3703" y="2317"/>
                    </a:cubicBezTo>
                    <a:lnTo>
                      <a:pt x="3961" y="2055"/>
                    </a:lnTo>
                    <a:lnTo>
                      <a:pt x="3961" y="2055"/>
                    </a:lnTo>
                    <a:cubicBezTo>
                      <a:pt x="4255" y="2349"/>
                      <a:pt x="4549" y="2643"/>
                      <a:pt x="4844" y="2938"/>
                    </a:cubicBezTo>
                    <a:cubicBezTo>
                      <a:pt x="5363" y="3452"/>
                      <a:pt x="5883" y="3971"/>
                      <a:pt x="6402" y="4491"/>
                    </a:cubicBezTo>
                    <a:cubicBezTo>
                      <a:pt x="6521" y="4609"/>
                      <a:pt x="6639" y="4728"/>
                      <a:pt x="6764" y="4847"/>
                    </a:cubicBezTo>
                    <a:cubicBezTo>
                      <a:pt x="6789" y="4874"/>
                      <a:pt x="6826" y="4888"/>
                      <a:pt x="6863" y="4888"/>
                    </a:cubicBezTo>
                    <a:cubicBezTo>
                      <a:pt x="6924" y="4888"/>
                      <a:pt x="6985" y="4851"/>
                      <a:pt x="6995" y="4784"/>
                    </a:cubicBezTo>
                    <a:cubicBezTo>
                      <a:pt x="7102" y="4259"/>
                      <a:pt x="7204" y="3734"/>
                      <a:pt x="7311" y="3209"/>
                    </a:cubicBezTo>
                    <a:cubicBezTo>
                      <a:pt x="7475" y="2390"/>
                      <a:pt x="7639" y="1571"/>
                      <a:pt x="7803" y="747"/>
                    </a:cubicBezTo>
                    <a:cubicBezTo>
                      <a:pt x="7842" y="560"/>
                      <a:pt x="7876" y="368"/>
                      <a:pt x="7916" y="176"/>
                    </a:cubicBezTo>
                    <a:cubicBezTo>
                      <a:pt x="7933" y="86"/>
                      <a:pt x="7876" y="1"/>
                      <a:pt x="7780" y="1"/>
                    </a:cubicBezTo>
                    <a:lnTo>
                      <a:pt x="177" y="1"/>
                    </a:lnTo>
                    <a:cubicBezTo>
                      <a:pt x="171" y="1"/>
                      <a:pt x="166" y="0"/>
                      <a:pt x="160"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319" name="Google Shape;1319;p44">
              <a:extLst>
                <a:ext uri="{FF2B5EF4-FFF2-40B4-BE49-F238E27FC236}">
                  <a16:creationId xmlns:a16="http://schemas.microsoft.com/office/drawing/2014/main" id="{408AC249-083A-C3DA-C75F-B516765DC255}"/>
                </a:ext>
              </a:extLst>
            </p:cNvPr>
            <p:cNvGrpSpPr/>
            <p:nvPr/>
          </p:nvGrpSpPr>
          <p:grpSpPr>
            <a:xfrm>
              <a:off x="585552" y="2593746"/>
              <a:ext cx="1603799" cy="2238661"/>
              <a:chOff x="2034250" y="3068250"/>
              <a:chExt cx="999750" cy="1395500"/>
            </a:xfrm>
          </p:grpSpPr>
          <p:sp>
            <p:nvSpPr>
              <p:cNvPr id="1320" name="Google Shape;1320;p44">
                <a:extLst>
                  <a:ext uri="{FF2B5EF4-FFF2-40B4-BE49-F238E27FC236}">
                    <a16:creationId xmlns:a16="http://schemas.microsoft.com/office/drawing/2014/main" id="{A5A8D77E-B38B-F212-B289-77CDABEFE8E6}"/>
                  </a:ext>
                </a:extLst>
              </p:cNvPr>
              <p:cNvSpPr/>
              <p:nvPr/>
            </p:nvSpPr>
            <p:spPr>
              <a:xfrm>
                <a:off x="2439725" y="3414150"/>
                <a:ext cx="310600" cy="350175"/>
              </a:xfrm>
              <a:custGeom>
                <a:avLst/>
                <a:gdLst/>
                <a:ahLst/>
                <a:cxnLst/>
                <a:rect l="l" t="t" r="r" b="b"/>
                <a:pathLst>
                  <a:path w="12424" h="14007" extrusionOk="0">
                    <a:moveTo>
                      <a:pt x="1001" y="2863"/>
                    </a:moveTo>
                    <a:lnTo>
                      <a:pt x="1001" y="2863"/>
                    </a:lnTo>
                    <a:cubicBezTo>
                      <a:pt x="1002" y="2874"/>
                      <a:pt x="1002" y="2878"/>
                      <a:pt x="1002" y="2878"/>
                    </a:cubicBezTo>
                    <a:cubicBezTo>
                      <a:pt x="1001" y="2878"/>
                      <a:pt x="1000" y="2871"/>
                      <a:pt x="1001" y="2863"/>
                    </a:cubicBezTo>
                    <a:close/>
                    <a:moveTo>
                      <a:pt x="9480" y="289"/>
                    </a:moveTo>
                    <a:cubicBezTo>
                      <a:pt x="9699" y="674"/>
                      <a:pt x="9887" y="1078"/>
                      <a:pt x="10036" y="1497"/>
                    </a:cubicBezTo>
                    <a:cubicBezTo>
                      <a:pt x="10115" y="1723"/>
                      <a:pt x="10183" y="1955"/>
                      <a:pt x="10239" y="2186"/>
                    </a:cubicBezTo>
                    <a:cubicBezTo>
                      <a:pt x="10268" y="2299"/>
                      <a:pt x="10290" y="2424"/>
                      <a:pt x="10318" y="2537"/>
                    </a:cubicBezTo>
                    <a:cubicBezTo>
                      <a:pt x="10330" y="2576"/>
                      <a:pt x="10341" y="2604"/>
                      <a:pt x="10369" y="2627"/>
                    </a:cubicBezTo>
                    <a:cubicBezTo>
                      <a:pt x="10488" y="2740"/>
                      <a:pt x="10629" y="2836"/>
                      <a:pt x="10759" y="2938"/>
                    </a:cubicBezTo>
                    <a:cubicBezTo>
                      <a:pt x="10962" y="3096"/>
                      <a:pt x="11171" y="3259"/>
                      <a:pt x="11374" y="3423"/>
                    </a:cubicBezTo>
                    <a:cubicBezTo>
                      <a:pt x="11499" y="3525"/>
                      <a:pt x="11623" y="3621"/>
                      <a:pt x="11747" y="3722"/>
                    </a:cubicBezTo>
                    <a:cubicBezTo>
                      <a:pt x="11911" y="3852"/>
                      <a:pt x="11990" y="4050"/>
                      <a:pt x="11900" y="4248"/>
                    </a:cubicBezTo>
                    <a:cubicBezTo>
                      <a:pt x="11809" y="4434"/>
                      <a:pt x="11617" y="4530"/>
                      <a:pt x="11414" y="4536"/>
                    </a:cubicBezTo>
                    <a:lnTo>
                      <a:pt x="10573" y="4536"/>
                    </a:lnTo>
                    <a:cubicBezTo>
                      <a:pt x="10488" y="4536"/>
                      <a:pt x="10437" y="4598"/>
                      <a:pt x="10431" y="4677"/>
                    </a:cubicBezTo>
                    <a:cubicBezTo>
                      <a:pt x="10245" y="6258"/>
                      <a:pt x="9370" y="7726"/>
                      <a:pt x="8054" y="8636"/>
                    </a:cubicBezTo>
                    <a:cubicBezTo>
                      <a:pt x="7687" y="8890"/>
                      <a:pt x="7291" y="9099"/>
                      <a:pt x="6879" y="9257"/>
                    </a:cubicBezTo>
                    <a:cubicBezTo>
                      <a:pt x="6817" y="9279"/>
                      <a:pt x="6772" y="9330"/>
                      <a:pt x="6772" y="9398"/>
                    </a:cubicBezTo>
                    <a:lnTo>
                      <a:pt x="6772" y="10900"/>
                    </a:lnTo>
                    <a:lnTo>
                      <a:pt x="6772" y="13312"/>
                    </a:lnTo>
                    <a:lnTo>
                      <a:pt x="6772" y="13724"/>
                    </a:lnTo>
                    <a:lnTo>
                      <a:pt x="300" y="13724"/>
                    </a:lnTo>
                    <a:lnTo>
                      <a:pt x="300" y="12301"/>
                    </a:lnTo>
                    <a:lnTo>
                      <a:pt x="300" y="10047"/>
                    </a:lnTo>
                    <a:lnTo>
                      <a:pt x="300" y="9076"/>
                    </a:lnTo>
                    <a:lnTo>
                      <a:pt x="300" y="6648"/>
                    </a:lnTo>
                    <a:lnTo>
                      <a:pt x="300" y="5756"/>
                    </a:lnTo>
                    <a:cubicBezTo>
                      <a:pt x="300" y="5702"/>
                      <a:pt x="310" y="5644"/>
                      <a:pt x="302" y="5589"/>
                    </a:cubicBezTo>
                    <a:lnTo>
                      <a:pt x="302" y="5589"/>
                    </a:lnTo>
                    <a:cubicBezTo>
                      <a:pt x="317" y="5567"/>
                      <a:pt x="323" y="5529"/>
                      <a:pt x="334" y="5501"/>
                    </a:cubicBezTo>
                    <a:cubicBezTo>
                      <a:pt x="588" y="4807"/>
                      <a:pt x="842" y="4112"/>
                      <a:pt x="1096" y="3423"/>
                    </a:cubicBezTo>
                    <a:cubicBezTo>
                      <a:pt x="1141" y="3293"/>
                      <a:pt x="1187" y="3163"/>
                      <a:pt x="1237" y="3039"/>
                    </a:cubicBezTo>
                    <a:cubicBezTo>
                      <a:pt x="1254" y="2988"/>
                      <a:pt x="1277" y="2932"/>
                      <a:pt x="1283" y="2881"/>
                    </a:cubicBezTo>
                    <a:cubicBezTo>
                      <a:pt x="1294" y="2678"/>
                      <a:pt x="1283" y="2474"/>
                      <a:pt x="1300" y="2271"/>
                    </a:cubicBezTo>
                    <a:cubicBezTo>
                      <a:pt x="1379" y="1537"/>
                      <a:pt x="1701" y="712"/>
                      <a:pt x="2531" y="616"/>
                    </a:cubicBezTo>
                    <a:cubicBezTo>
                      <a:pt x="2886" y="577"/>
                      <a:pt x="3242" y="560"/>
                      <a:pt x="3598" y="543"/>
                    </a:cubicBezTo>
                    <a:cubicBezTo>
                      <a:pt x="4135" y="520"/>
                      <a:pt x="4665" y="498"/>
                      <a:pt x="5196" y="475"/>
                    </a:cubicBezTo>
                    <a:cubicBezTo>
                      <a:pt x="6399" y="430"/>
                      <a:pt x="7602" y="396"/>
                      <a:pt x="8805" y="328"/>
                    </a:cubicBezTo>
                    <a:cubicBezTo>
                      <a:pt x="9027" y="318"/>
                      <a:pt x="9253" y="304"/>
                      <a:pt x="9480" y="289"/>
                    </a:cubicBezTo>
                    <a:close/>
                    <a:moveTo>
                      <a:pt x="9572" y="0"/>
                    </a:moveTo>
                    <a:cubicBezTo>
                      <a:pt x="9568" y="0"/>
                      <a:pt x="9565" y="0"/>
                      <a:pt x="9562" y="1"/>
                    </a:cubicBezTo>
                    <a:cubicBezTo>
                      <a:pt x="8387" y="80"/>
                      <a:pt x="7212" y="119"/>
                      <a:pt x="6038" y="165"/>
                    </a:cubicBezTo>
                    <a:cubicBezTo>
                      <a:pt x="4999" y="204"/>
                      <a:pt x="3959" y="227"/>
                      <a:pt x="2920" y="300"/>
                    </a:cubicBezTo>
                    <a:cubicBezTo>
                      <a:pt x="2548" y="328"/>
                      <a:pt x="2169" y="351"/>
                      <a:pt x="1847" y="566"/>
                    </a:cubicBezTo>
                    <a:cubicBezTo>
                      <a:pt x="1497" y="803"/>
                      <a:pt x="1283" y="1176"/>
                      <a:pt x="1158" y="1571"/>
                    </a:cubicBezTo>
                    <a:cubicBezTo>
                      <a:pt x="1051" y="1898"/>
                      <a:pt x="1006" y="2249"/>
                      <a:pt x="1000" y="2599"/>
                    </a:cubicBezTo>
                    <a:cubicBezTo>
                      <a:pt x="995" y="2682"/>
                      <a:pt x="989" y="2771"/>
                      <a:pt x="1000" y="2855"/>
                    </a:cubicBezTo>
                    <a:lnTo>
                      <a:pt x="1000" y="2855"/>
                    </a:lnTo>
                    <a:cubicBezTo>
                      <a:pt x="987" y="2873"/>
                      <a:pt x="983" y="2900"/>
                      <a:pt x="978" y="2915"/>
                    </a:cubicBezTo>
                    <a:cubicBezTo>
                      <a:pt x="729" y="3604"/>
                      <a:pt x="475" y="4293"/>
                      <a:pt x="227" y="4982"/>
                    </a:cubicBezTo>
                    <a:cubicBezTo>
                      <a:pt x="176" y="5117"/>
                      <a:pt x="125" y="5253"/>
                      <a:pt x="74" y="5388"/>
                    </a:cubicBezTo>
                    <a:cubicBezTo>
                      <a:pt x="57" y="5451"/>
                      <a:pt x="23" y="5513"/>
                      <a:pt x="18" y="5575"/>
                    </a:cubicBezTo>
                    <a:cubicBezTo>
                      <a:pt x="1" y="5733"/>
                      <a:pt x="18" y="5897"/>
                      <a:pt x="18" y="6055"/>
                    </a:cubicBezTo>
                    <a:lnTo>
                      <a:pt x="18" y="8455"/>
                    </a:lnTo>
                    <a:lnTo>
                      <a:pt x="18" y="9799"/>
                    </a:lnTo>
                    <a:lnTo>
                      <a:pt x="18" y="11634"/>
                    </a:lnTo>
                    <a:lnTo>
                      <a:pt x="18" y="13741"/>
                    </a:lnTo>
                    <a:lnTo>
                      <a:pt x="18" y="13865"/>
                    </a:lnTo>
                    <a:cubicBezTo>
                      <a:pt x="18" y="13938"/>
                      <a:pt x="80" y="14006"/>
                      <a:pt x="159" y="14006"/>
                    </a:cubicBezTo>
                    <a:lnTo>
                      <a:pt x="6913" y="14006"/>
                    </a:lnTo>
                    <a:cubicBezTo>
                      <a:pt x="6992" y="14006"/>
                      <a:pt x="7054" y="13944"/>
                      <a:pt x="7054" y="13865"/>
                    </a:cubicBezTo>
                    <a:lnTo>
                      <a:pt x="7054" y="12357"/>
                    </a:lnTo>
                    <a:lnTo>
                      <a:pt x="7054" y="9946"/>
                    </a:lnTo>
                    <a:lnTo>
                      <a:pt x="7054" y="9493"/>
                    </a:lnTo>
                    <a:lnTo>
                      <a:pt x="7054" y="9493"/>
                    </a:lnTo>
                    <a:cubicBezTo>
                      <a:pt x="8582" y="8869"/>
                      <a:pt x="9800" y="7625"/>
                      <a:pt x="10381" y="6077"/>
                    </a:cubicBezTo>
                    <a:cubicBezTo>
                      <a:pt x="10533" y="5670"/>
                      <a:pt x="10635" y="5245"/>
                      <a:pt x="10695" y="4818"/>
                    </a:cubicBezTo>
                    <a:lnTo>
                      <a:pt x="11086" y="4818"/>
                    </a:lnTo>
                    <a:cubicBezTo>
                      <a:pt x="11150" y="4818"/>
                      <a:pt x="11216" y="4820"/>
                      <a:pt x="11283" y="4820"/>
                    </a:cubicBezTo>
                    <a:cubicBezTo>
                      <a:pt x="11399" y="4820"/>
                      <a:pt x="11517" y="4815"/>
                      <a:pt x="11629" y="4790"/>
                    </a:cubicBezTo>
                    <a:cubicBezTo>
                      <a:pt x="12208" y="4649"/>
                      <a:pt x="12424" y="3913"/>
                      <a:pt x="11955" y="3523"/>
                    </a:cubicBezTo>
                    <a:lnTo>
                      <a:pt x="11955" y="3523"/>
                    </a:lnTo>
                    <a:cubicBezTo>
                      <a:pt x="11953" y="3522"/>
                      <a:pt x="11952" y="3520"/>
                      <a:pt x="11950" y="3519"/>
                    </a:cubicBezTo>
                    <a:lnTo>
                      <a:pt x="11950" y="3519"/>
                    </a:lnTo>
                    <a:cubicBezTo>
                      <a:pt x="11950" y="3519"/>
                      <a:pt x="11950" y="3519"/>
                      <a:pt x="11950" y="3519"/>
                    </a:cubicBezTo>
                    <a:cubicBezTo>
                      <a:pt x="11949" y="3518"/>
                      <a:pt x="11948" y="3517"/>
                      <a:pt x="11947" y="3516"/>
                    </a:cubicBezTo>
                    <a:lnTo>
                      <a:pt x="11947" y="3516"/>
                    </a:lnTo>
                    <a:cubicBezTo>
                      <a:pt x="11643" y="3280"/>
                      <a:pt x="11345" y="3044"/>
                      <a:pt x="11047" y="2802"/>
                    </a:cubicBezTo>
                    <a:cubicBezTo>
                      <a:pt x="10894" y="2689"/>
                      <a:pt x="10748" y="2570"/>
                      <a:pt x="10595" y="2452"/>
                    </a:cubicBezTo>
                    <a:cubicBezTo>
                      <a:pt x="10590" y="2447"/>
                      <a:pt x="10584" y="2442"/>
                      <a:pt x="10579" y="2438"/>
                    </a:cubicBezTo>
                    <a:lnTo>
                      <a:pt x="10579" y="2438"/>
                    </a:lnTo>
                    <a:cubicBezTo>
                      <a:pt x="10581" y="2434"/>
                      <a:pt x="10581" y="2423"/>
                      <a:pt x="10578" y="2401"/>
                    </a:cubicBezTo>
                    <a:cubicBezTo>
                      <a:pt x="10578" y="2339"/>
                      <a:pt x="10550" y="2271"/>
                      <a:pt x="10539" y="2215"/>
                    </a:cubicBezTo>
                    <a:cubicBezTo>
                      <a:pt x="10482" y="1977"/>
                      <a:pt x="10414" y="1752"/>
                      <a:pt x="10341" y="1520"/>
                    </a:cubicBezTo>
                    <a:cubicBezTo>
                      <a:pt x="10172" y="1017"/>
                      <a:pt x="9946" y="532"/>
                      <a:pt x="9680" y="69"/>
                    </a:cubicBezTo>
                    <a:cubicBezTo>
                      <a:pt x="9659" y="32"/>
                      <a:pt x="9614" y="0"/>
                      <a:pt x="9572"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21" name="Google Shape;1321;p44">
                <a:extLst>
                  <a:ext uri="{FF2B5EF4-FFF2-40B4-BE49-F238E27FC236}">
                    <a16:creationId xmlns:a16="http://schemas.microsoft.com/office/drawing/2014/main" id="{124B3A34-3203-6EF0-FE97-FB52C332AA68}"/>
                  </a:ext>
                </a:extLst>
              </p:cNvPr>
              <p:cNvSpPr/>
              <p:nvPr/>
            </p:nvSpPr>
            <p:spPr>
              <a:xfrm>
                <a:off x="2238400" y="3068250"/>
                <a:ext cx="491350" cy="593850"/>
              </a:xfrm>
              <a:custGeom>
                <a:avLst/>
                <a:gdLst/>
                <a:ahLst/>
                <a:cxnLst/>
                <a:rect l="l" t="t" r="r" b="b"/>
                <a:pathLst>
                  <a:path w="19654" h="23754" extrusionOk="0">
                    <a:moveTo>
                      <a:pt x="9053" y="16696"/>
                    </a:moveTo>
                    <a:cubicBezTo>
                      <a:pt x="9052" y="16706"/>
                      <a:pt x="9051" y="16710"/>
                      <a:pt x="9050" y="16710"/>
                    </a:cubicBezTo>
                    <a:cubicBezTo>
                      <a:pt x="9049" y="16710"/>
                      <a:pt x="9049" y="16704"/>
                      <a:pt x="9053" y="16696"/>
                    </a:cubicBezTo>
                    <a:close/>
                    <a:moveTo>
                      <a:pt x="10377" y="281"/>
                    </a:moveTo>
                    <a:cubicBezTo>
                      <a:pt x="10954" y="281"/>
                      <a:pt x="11532" y="408"/>
                      <a:pt x="12063" y="667"/>
                    </a:cubicBezTo>
                    <a:cubicBezTo>
                      <a:pt x="13306" y="1272"/>
                      <a:pt x="14164" y="2525"/>
                      <a:pt x="14260" y="3909"/>
                    </a:cubicBezTo>
                    <a:cubicBezTo>
                      <a:pt x="14362" y="5388"/>
                      <a:pt x="13599" y="6829"/>
                      <a:pt x="12312" y="7574"/>
                    </a:cubicBezTo>
                    <a:cubicBezTo>
                      <a:pt x="12154" y="7664"/>
                      <a:pt x="11990" y="7743"/>
                      <a:pt x="11826" y="7811"/>
                    </a:cubicBezTo>
                    <a:cubicBezTo>
                      <a:pt x="11687" y="7867"/>
                      <a:pt x="11690" y="8088"/>
                      <a:pt x="11854" y="8088"/>
                    </a:cubicBezTo>
                    <a:cubicBezTo>
                      <a:pt x="11856" y="8088"/>
                      <a:pt x="11858" y="8088"/>
                      <a:pt x="11860" y="8088"/>
                    </a:cubicBezTo>
                    <a:lnTo>
                      <a:pt x="13492" y="8065"/>
                    </a:lnTo>
                    <a:cubicBezTo>
                      <a:pt x="13970" y="8056"/>
                      <a:pt x="14453" y="8034"/>
                      <a:pt x="14932" y="8034"/>
                    </a:cubicBezTo>
                    <a:cubicBezTo>
                      <a:pt x="15025" y="8034"/>
                      <a:pt x="15117" y="8035"/>
                      <a:pt x="15209" y="8037"/>
                    </a:cubicBezTo>
                    <a:cubicBezTo>
                      <a:pt x="16016" y="8054"/>
                      <a:pt x="16818" y="8252"/>
                      <a:pt x="17524" y="8647"/>
                    </a:cubicBezTo>
                    <a:cubicBezTo>
                      <a:pt x="18055" y="8958"/>
                      <a:pt x="18530" y="9364"/>
                      <a:pt x="18857" y="9889"/>
                    </a:cubicBezTo>
                    <a:cubicBezTo>
                      <a:pt x="19117" y="10302"/>
                      <a:pt x="19281" y="10770"/>
                      <a:pt x="19337" y="11256"/>
                    </a:cubicBezTo>
                    <a:cubicBezTo>
                      <a:pt x="19394" y="11680"/>
                      <a:pt x="19377" y="12109"/>
                      <a:pt x="19309" y="12532"/>
                    </a:cubicBezTo>
                    <a:cubicBezTo>
                      <a:pt x="19275" y="12753"/>
                      <a:pt x="19235" y="12984"/>
                      <a:pt x="19128" y="13176"/>
                    </a:cubicBezTo>
                    <a:cubicBezTo>
                      <a:pt x="18993" y="13436"/>
                      <a:pt x="18761" y="13639"/>
                      <a:pt x="18484" y="13730"/>
                    </a:cubicBezTo>
                    <a:cubicBezTo>
                      <a:pt x="18179" y="13831"/>
                      <a:pt x="17829" y="13820"/>
                      <a:pt x="17507" y="13843"/>
                    </a:cubicBezTo>
                    <a:cubicBezTo>
                      <a:pt x="17242" y="13859"/>
                      <a:pt x="16982" y="13876"/>
                      <a:pt x="16722" y="13888"/>
                    </a:cubicBezTo>
                    <a:cubicBezTo>
                      <a:pt x="16124" y="13922"/>
                      <a:pt x="15531" y="13944"/>
                      <a:pt x="14932" y="13967"/>
                    </a:cubicBezTo>
                    <a:cubicBezTo>
                      <a:pt x="13808" y="14012"/>
                      <a:pt x="12690" y="14046"/>
                      <a:pt x="11566" y="14102"/>
                    </a:cubicBezTo>
                    <a:cubicBezTo>
                      <a:pt x="11222" y="14119"/>
                      <a:pt x="10877" y="14136"/>
                      <a:pt x="10533" y="14176"/>
                    </a:cubicBezTo>
                    <a:cubicBezTo>
                      <a:pt x="10092" y="14232"/>
                      <a:pt x="9725" y="14464"/>
                      <a:pt x="9477" y="14831"/>
                    </a:cubicBezTo>
                    <a:cubicBezTo>
                      <a:pt x="9262" y="15153"/>
                      <a:pt x="9149" y="15542"/>
                      <a:pt x="9093" y="15921"/>
                    </a:cubicBezTo>
                    <a:cubicBezTo>
                      <a:pt x="9059" y="16169"/>
                      <a:pt x="9036" y="16429"/>
                      <a:pt x="9053" y="16677"/>
                    </a:cubicBezTo>
                    <a:cubicBezTo>
                      <a:pt x="9053" y="16683"/>
                      <a:pt x="9053" y="16688"/>
                      <a:pt x="9053" y="16692"/>
                    </a:cubicBezTo>
                    <a:lnTo>
                      <a:pt x="9053" y="16692"/>
                    </a:lnTo>
                    <a:cubicBezTo>
                      <a:pt x="9047" y="16704"/>
                      <a:pt x="9046" y="16721"/>
                      <a:pt x="9042" y="16734"/>
                    </a:cubicBezTo>
                    <a:cubicBezTo>
                      <a:pt x="9002" y="16836"/>
                      <a:pt x="8963" y="16937"/>
                      <a:pt x="8929" y="17039"/>
                    </a:cubicBezTo>
                    <a:lnTo>
                      <a:pt x="8522" y="18146"/>
                    </a:lnTo>
                    <a:cubicBezTo>
                      <a:pt x="8398" y="18485"/>
                      <a:pt x="8274" y="18823"/>
                      <a:pt x="8155" y="19162"/>
                    </a:cubicBezTo>
                    <a:cubicBezTo>
                      <a:pt x="8110" y="19281"/>
                      <a:pt x="8071" y="19371"/>
                      <a:pt x="8071" y="19496"/>
                    </a:cubicBezTo>
                    <a:lnTo>
                      <a:pt x="8071" y="21466"/>
                    </a:lnTo>
                    <a:lnTo>
                      <a:pt x="8071" y="23459"/>
                    </a:lnTo>
                    <a:lnTo>
                      <a:pt x="8071" y="23459"/>
                    </a:lnTo>
                    <a:cubicBezTo>
                      <a:pt x="7965" y="23442"/>
                      <a:pt x="7855" y="23412"/>
                      <a:pt x="7754" y="23392"/>
                    </a:cubicBezTo>
                    <a:cubicBezTo>
                      <a:pt x="7602" y="23364"/>
                      <a:pt x="7455" y="23336"/>
                      <a:pt x="7303" y="23302"/>
                    </a:cubicBezTo>
                    <a:cubicBezTo>
                      <a:pt x="7037" y="23245"/>
                      <a:pt x="6772" y="23178"/>
                      <a:pt x="6512" y="23099"/>
                    </a:cubicBezTo>
                    <a:cubicBezTo>
                      <a:pt x="6111" y="22974"/>
                      <a:pt x="5716" y="22822"/>
                      <a:pt x="5354" y="22602"/>
                    </a:cubicBezTo>
                    <a:cubicBezTo>
                      <a:pt x="4784" y="22251"/>
                      <a:pt x="4383" y="21749"/>
                      <a:pt x="4084" y="21156"/>
                    </a:cubicBezTo>
                    <a:cubicBezTo>
                      <a:pt x="3739" y="20461"/>
                      <a:pt x="3496" y="19727"/>
                      <a:pt x="3186" y="19021"/>
                    </a:cubicBezTo>
                    <a:cubicBezTo>
                      <a:pt x="2982" y="18558"/>
                      <a:pt x="2756" y="18106"/>
                      <a:pt x="2502" y="17666"/>
                    </a:cubicBezTo>
                    <a:cubicBezTo>
                      <a:pt x="2333" y="17366"/>
                      <a:pt x="2147" y="17078"/>
                      <a:pt x="1921" y="16819"/>
                    </a:cubicBezTo>
                    <a:cubicBezTo>
                      <a:pt x="1779" y="16649"/>
                      <a:pt x="1621" y="16502"/>
                      <a:pt x="1469" y="16344"/>
                    </a:cubicBezTo>
                    <a:cubicBezTo>
                      <a:pt x="899" y="15734"/>
                      <a:pt x="509" y="14972"/>
                      <a:pt x="362" y="14147"/>
                    </a:cubicBezTo>
                    <a:cubicBezTo>
                      <a:pt x="147" y="12928"/>
                      <a:pt x="498" y="11595"/>
                      <a:pt x="1153" y="10556"/>
                    </a:cubicBezTo>
                    <a:cubicBezTo>
                      <a:pt x="1667" y="9748"/>
                      <a:pt x="2418" y="9133"/>
                      <a:pt x="3282" y="8737"/>
                    </a:cubicBezTo>
                    <a:cubicBezTo>
                      <a:pt x="4021" y="8399"/>
                      <a:pt x="4835" y="8218"/>
                      <a:pt x="5642" y="8144"/>
                    </a:cubicBezTo>
                    <a:cubicBezTo>
                      <a:pt x="5930" y="8120"/>
                      <a:pt x="6218" y="8108"/>
                      <a:pt x="6506" y="8108"/>
                    </a:cubicBezTo>
                    <a:cubicBezTo>
                      <a:pt x="6760" y="8108"/>
                      <a:pt x="7015" y="8118"/>
                      <a:pt x="7269" y="8139"/>
                    </a:cubicBezTo>
                    <a:cubicBezTo>
                      <a:pt x="7453" y="8156"/>
                      <a:pt x="7638" y="8162"/>
                      <a:pt x="7824" y="8162"/>
                    </a:cubicBezTo>
                    <a:cubicBezTo>
                      <a:pt x="8118" y="8162"/>
                      <a:pt x="8413" y="8148"/>
                      <a:pt x="8703" y="8144"/>
                    </a:cubicBezTo>
                    <a:cubicBezTo>
                      <a:pt x="8799" y="8139"/>
                      <a:pt x="8890" y="8139"/>
                      <a:pt x="8980" y="8139"/>
                    </a:cubicBezTo>
                    <a:cubicBezTo>
                      <a:pt x="9149" y="8133"/>
                      <a:pt x="9166" y="7913"/>
                      <a:pt x="9019" y="7862"/>
                    </a:cubicBezTo>
                    <a:cubicBezTo>
                      <a:pt x="7653" y="7359"/>
                      <a:pt x="6636" y="6089"/>
                      <a:pt x="6478" y="4637"/>
                    </a:cubicBezTo>
                    <a:cubicBezTo>
                      <a:pt x="6320" y="3231"/>
                      <a:pt x="6941" y="1814"/>
                      <a:pt x="8099" y="1001"/>
                    </a:cubicBezTo>
                    <a:cubicBezTo>
                      <a:pt x="8770" y="527"/>
                      <a:pt x="9573" y="281"/>
                      <a:pt x="10377" y="281"/>
                    </a:cubicBezTo>
                    <a:close/>
                    <a:moveTo>
                      <a:pt x="10357" y="1"/>
                    </a:moveTo>
                    <a:cubicBezTo>
                      <a:pt x="9678" y="1"/>
                      <a:pt x="8998" y="162"/>
                      <a:pt x="8387" y="487"/>
                    </a:cubicBezTo>
                    <a:cubicBezTo>
                      <a:pt x="7065" y="1193"/>
                      <a:pt x="6207" y="2587"/>
                      <a:pt x="6167" y="4090"/>
                    </a:cubicBezTo>
                    <a:cubicBezTo>
                      <a:pt x="6134" y="5640"/>
                      <a:pt x="6987" y="7120"/>
                      <a:pt x="8349" y="7866"/>
                    </a:cubicBezTo>
                    <a:lnTo>
                      <a:pt x="8349" y="7866"/>
                    </a:lnTo>
                    <a:cubicBezTo>
                      <a:pt x="8259" y="7867"/>
                      <a:pt x="8168" y="7868"/>
                      <a:pt x="8076" y="7868"/>
                    </a:cubicBezTo>
                    <a:cubicBezTo>
                      <a:pt x="7931" y="7871"/>
                      <a:pt x="7783" y="7886"/>
                      <a:pt x="7636" y="7886"/>
                    </a:cubicBezTo>
                    <a:cubicBezTo>
                      <a:pt x="7566" y="7886"/>
                      <a:pt x="7496" y="7882"/>
                      <a:pt x="7427" y="7873"/>
                    </a:cubicBezTo>
                    <a:cubicBezTo>
                      <a:pt x="7121" y="7839"/>
                      <a:pt x="6810" y="7825"/>
                      <a:pt x="6501" y="7825"/>
                    </a:cubicBezTo>
                    <a:cubicBezTo>
                      <a:pt x="6353" y="7825"/>
                      <a:pt x="6206" y="7828"/>
                      <a:pt x="6060" y="7834"/>
                    </a:cubicBezTo>
                    <a:cubicBezTo>
                      <a:pt x="5253" y="7873"/>
                      <a:pt x="4445" y="8003"/>
                      <a:pt x="3683" y="8274"/>
                    </a:cubicBezTo>
                    <a:cubicBezTo>
                      <a:pt x="2790" y="8591"/>
                      <a:pt x="1960" y="9104"/>
                      <a:pt x="1339" y="9833"/>
                    </a:cubicBezTo>
                    <a:cubicBezTo>
                      <a:pt x="966" y="10268"/>
                      <a:pt x="684" y="10753"/>
                      <a:pt x="469" y="11279"/>
                    </a:cubicBezTo>
                    <a:cubicBezTo>
                      <a:pt x="204" y="11928"/>
                      <a:pt x="34" y="12623"/>
                      <a:pt x="18" y="13329"/>
                    </a:cubicBezTo>
                    <a:cubicBezTo>
                      <a:pt x="1" y="14323"/>
                      <a:pt x="311" y="15300"/>
                      <a:pt x="899" y="16096"/>
                    </a:cubicBezTo>
                    <a:cubicBezTo>
                      <a:pt x="1130" y="16412"/>
                      <a:pt x="1412" y="16661"/>
                      <a:pt x="1667" y="16954"/>
                    </a:cubicBezTo>
                    <a:cubicBezTo>
                      <a:pt x="2079" y="17417"/>
                      <a:pt x="2372" y="17982"/>
                      <a:pt x="2649" y="18535"/>
                    </a:cubicBezTo>
                    <a:cubicBezTo>
                      <a:pt x="3028" y="19304"/>
                      <a:pt x="3310" y="20105"/>
                      <a:pt x="3649" y="20890"/>
                    </a:cubicBezTo>
                    <a:cubicBezTo>
                      <a:pt x="3920" y="21512"/>
                      <a:pt x="4259" y="22110"/>
                      <a:pt x="4790" y="22545"/>
                    </a:cubicBezTo>
                    <a:cubicBezTo>
                      <a:pt x="5501" y="23127"/>
                      <a:pt x="6410" y="23403"/>
                      <a:pt x="7291" y="23590"/>
                    </a:cubicBezTo>
                    <a:cubicBezTo>
                      <a:pt x="7444" y="23624"/>
                      <a:pt x="7596" y="23652"/>
                      <a:pt x="7749" y="23680"/>
                    </a:cubicBezTo>
                    <a:cubicBezTo>
                      <a:pt x="7896" y="23703"/>
                      <a:pt x="8059" y="23754"/>
                      <a:pt x="8212" y="23754"/>
                    </a:cubicBezTo>
                    <a:cubicBezTo>
                      <a:pt x="8285" y="23754"/>
                      <a:pt x="8353" y="23686"/>
                      <a:pt x="8353" y="23612"/>
                    </a:cubicBezTo>
                    <a:lnTo>
                      <a:pt x="8353" y="22071"/>
                    </a:lnTo>
                    <a:lnTo>
                      <a:pt x="8353" y="19761"/>
                    </a:lnTo>
                    <a:lnTo>
                      <a:pt x="8353" y="19479"/>
                    </a:lnTo>
                    <a:cubicBezTo>
                      <a:pt x="8353" y="19465"/>
                      <a:pt x="8357" y="19448"/>
                      <a:pt x="8355" y="19430"/>
                    </a:cubicBezTo>
                    <a:lnTo>
                      <a:pt x="8355" y="19430"/>
                    </a:lnTo>
                    <a:cubicBezTo>
                      <a:pt x="8399" y="19357"/>
                      <a:pt x="8416" y="19257"/>
                      <a:pt x="8449" y="19179"/>
                    </a:cubicBezTo>
                    <a:cubicBezTo>
                      <a:pt x="8505" y="19021"/>
                      <a:pt x="8562" y="18857"/>
                      <a:pt x="8618" y="18699"/>
                    </a:cubicBezTo>
                    <a:cubicBezTo>
                      <a:pt x="8765" y="18304"/>
                      <a:pt x="8912" y="17909"/>
                      <a:pt x="9053" y="17513"/>
                    </a:cubicBezTo>
                    <a:cubicBezTo>
                      <a:pt x="9144" y="17270"/>
                      <a:pt x="9251" y="17022"/>
                      <a:pt x="9324" y="16774"/>
                    </a:cubicBezTo>
                    <a:cubicBezTo>
                      <a:pt x="9336" y="16734"/>
                      <a:pt x="9336" y="16694"/>
                      <a:pt x="9336" y="16655"/>
                    </a:cubicBezTo>
                    <a:cubicBezTo>
                      <a:pt x="9330" y="16548"/>
                      <a:pt x="9330" y="16446"/>
                      <a:pt x="9336" y="16339"/>
                    </a:cubicBezTo>
                    <a:cubicBezTo>
                      <a:pt x="9353" y="15994"/>
                      <a:pt x="9415" y="15644"/>
                      <a:pt x="9539" y="15322"/>
                    </a:cubicBezTo>
                    <a:cubicBezTo>
                      <a:pt x="9674" y="14972"/>
                      <a:pt x="9929" y="14644"/>
                      <a:pt x="10296" y="14520"/>
                    </a:cubicBezTo>
                    <a:cubicBezTo>
                      <a:pt x="10612" y="14407"/>
                      <a:pt x="10985" y="14419"/>
                      <a:pt x="11318" y="14396"/>
                    </a:cubicBezTo>
                    <a:cubicBezTo>
                      <a:pt x="12419" y="14334"/>
                      <a:pt x="13526" y="14306"/>
                      <a:pt x="14627" y="14260"/>
                    </a:cubicBezTo>
                    <a:cubicBezTo>
                      <a:pt x="15824" y="14215"/>
                      <a:pt x="17027" y="14187"/>
                      <a:pt x="18219" y="14068"/>
                    </a:cubicBezTo>
                    <a:cubicBezTo>
                      <a:pt x="18840" y="14006"/>
                      <a:pt x="19360" y="13583"/>
                      <a:pt x="19512" y="12967"/>
                    </a:cubicBezTo>
                    <a:cubicBezTo>
                      <a:pt x="19603" y="12566"/>
                      <a:pt x="19653" y="12154"/>
                      <a:pt x="19653" y="11742"/>
                    </a:cubicBezTo>
                    <a:cubicBezTo>
                      <a:pt x="19648" y="10691"/>
                      <a:pt x="19247" y="9686"/>
                      <a:pt x="18456" y="8975"/>
                    </a:cubicBezTo>
                    <a:cubicBezTo>
                      <a:pt x="18214" y="8760"/>
                      <a:pt x="17949" y="8569"/>
                      <a:pt x="17668" y="8405"/>
                    </a:cubicBezTo>
                    <a:lnTo>
                      <a:pt x="17668" y="8405"/>
                    </a:lnTo>
                    <a:cubicBezTo>
                      <a:pt x="17667" y="8405"/>
                      <a:pt x="17666" y="8405"/>
                      <a:pt x="17665" y="8404"/>
                    </a:cubicBezTo>
                    <a:lnTo>
                      <a:pt x="17665" y="8404"/>
                    </a:lnTo>
                    <a:cubicBezTo>
                      <a:pt x="17665" y="8404"/>
                      <a:pt x="17665" y="8404"/>
                      <a:pt x="17665" y="8404"/>
                    </a:cubicBezTo>
                    <a:cubicBezTo>
                      <a:pt x="17665" y="8404"/>
                      <a:pt x="17664" y="8403"/>
                      <a:pt x="17663" y="8403"/>
                    </a:cubicBezTo>
                    <a:lnTo>
                      <a:pt x="17663" y="8403"/>
                    </a:lnTo>
                    <a:cubicBezTo>
                      <a:pt x="17031" y="8048"/>
                      <a:pt x="16326" y="7845"/>
                      <a:pt x="15604" y="7777"/>
                    </a:cubicBezTo>
                    <a:cubicBezTo>
                      <a:pt x="15430" y="7761"/>
                      <a:pt x="15255" y="7756"/>
                      <a:pt x="15078" y="7756"/>
                    </a:cubicBezTo>
                    <a:cubicBezTo>
                      <a:pt x="14956" y="7756"/>
                      <a:pt x="14834" y="7758"/>
                      <a:pt x="14712" y="7760"/>
                    </a:cubicBezTo>
                    <a:cubicBezTo>
                      <a:pt x="13983" y="7772"/>
                      <a:pt x="13249" y="7783"/>
                      <a:pt x="12515" y="7794"/>
                    </a:cubicBezTo>
                    <a:cubicBezTo>
                      <a:pt x="12504" y="7795"/>
                      <a:pt x="12493" y="7795"/>
                      <a:pt x="12482" y="7795"/>
                    </a:cubicBezTo>
                    <a:lnTo>
                      <a:pt x="12482" y="7795"/>
                    </a:lnTo>
                    <a:cubicBezTo>
                      <a:pt x="13647" y="7105"/>
                      <a:pt x="14435" y="5881"/>
                      <a:pt x="14542" y="4502"/>
                    </a:cubicBezTo>
                    <a:cubicBezTo>
                      <a:pt x="14655" y="2994"/>
                      <a:pt x="13921" y="1514"/>
                      <a:pt x="12662" y="684"/>
                    </a:cubicBezTo>
                    <a:cubicBezTo>
                      <a:pt x="11974" y="230"/>
                      <a:pt x="11166" y="1"/>
                      <a:pt x="1035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22" name="Google Shape;1322;p44">
                <a:extLst>
                  <a:ext uri="{FF2B5EF4-FFF2-40B4-BE49-F238E27FC236}">
                    <a16:creationId xmlns:a16="http://schemas.microsoft.com/office/drawing/2014/main" id="{DF67A707-73F4-D386-66C9-989D2460C15D}"/>
                  </a:ext>
                </a:extLst>
              </p:cNvPr>
              <p:cNvSpPr/>
              <p:nvPr/>
            </p:nvSpPr>
            <p:spPr>
              <a:xfrm>
                <a:off x="2034250" y="3757575"/>
                <a:ext cx="999750" cy="706175"/>
              </a:xfrm>
              <a:custGeom>
                <a:avLst/>
                <a:gdLst/>
                <a:ahLst/>
                <a:cxnLst/>
                <a:rect l="l" t="t" r="r" b="b"/>
                <a:pathLst>
                  <a:path w="39990" h="28247" extrusionOk="0">
                    <a:moveTo>
                      <a:pt x="23761" y="292"/>
                    </a:moveTo>
                    <a:lnTo>
                      <a:pt x="23761" y="292"/>
                    </a:lnTo>
                    <a:cubicBezTo>
                      <a:pt x="24471" y="886"/>
                      <a:pt x="25244" y="1415"/>
                      <a:pt x="26018" y="1918"/>
                    </a:cubicBezTo>
                    <a:cubicBezTo>
                      <a:pt x="26831" y="2438"/>
                      <a:pt x="27667" y="2918"/>
                      <a:pt x="28531" y="3353"/>
                    </a:cubicBezTo>
                    <a:cubicBezTo>
                      <a:pt x="29418" y="3793"/>
                      <a:pt x="30315" y="4194"/>
                      <a:pt x="31168" y="4702"/>
                    </a:cubicBezTo>
                    <a:cubicBezTo>
                      <a:pt x="33393" y="6030"/>
                      <a:pt x="35426" y="7848"/>
                      <a:pt x="36674" y="10146"/>
                    </a:cubicBezTo>
                    <a:cubicBezTo>
                      <a:pt x="36883" y="10535"/>
                      <a:pt x="37080" y="10925"/>
                      <a:pt x="37199" y="11342"/>
                    </a:cubicBezTo>
                    <a:lnTo>
                      <a:pt x="37199" y="11342"/>
                    </a:lnTo>
                    <a:cubicBezTo>
                      <a:pt x="37199" y="11342"/>
                      <a:pt x="37199" y="11343"/>
                      <a:pt x="37200" y="11344"/>
                    </a:cubicBezTo>
                    <a:cubicBezTo>
                      <a:pt x="37200" y="11344"/>
                      <a:pt x="37200" y="11344"/>
                      <a:pt x="37200" y="11344"/>
                    </a:cubicBezTo>
                    <a:lnTo>
                      <a:pt x="37200" y="11344"/>
                    </a:lnTo>
                    <a:cubicBezTo>
                      <a:pt x="37200" y="11344"/>
                      <a:pt x="37200" y="11345"/>
                      <a:pt x="37200" y="11345"/>
                    </a:cubicBezTo>
                    <a:lnTo>
                      <a:pt x="37200" y="11345"/>
                    </a:lnTo>
                    <a:cubicBezTo>
                      <a:pt x="37482" y="12299"/>
                      <a:pt x="37697" y="13270"/>
                      <a:pt x="37911" y="14235"/>
                    </a:cubicBezTo>
                    <a:cubicBezTo>
                      <a:pt x="38470" y="16822"/>
                      <a:pt x="38894" y="19442"/>
                      <a:pt x="39199" y="22068"/>
                    </a:cubicBezTo>
                    <a:cubicBezTo>
                      <a:pt x="39430" y="24026"/>
                      <a:pt x="39597" y="25995"/>
                      <a:pt x="39700" y="27964"/>
                    </a:cubicBezTo>
                    <a:lnTo>
                      <a:pt x="296" y="27964"/>
                    </a:lnTo>
                    <a:cubicBezTo>
                      <a:pt x="480" y="24425"/>
                      <a:pt x="867" y="20892"/>
                      <a:pt x="1469" y="17398"/>
                    </a:cubicBezTo>
                    <a:cubicBezTo>
                      <a:pt x="1796" y="15523"/>
                      <a:pt x="2175" y="13653"/>
                      <a:pt x="2666" y="11812"/>
                    </a:cubicBezTo>
                    <a:cubicBezTo>
                      <a:pt x="2835" y="11169"/>
                      <a:pt x="3067" y="10604"/>
                      <a:pt x="3395" y="10017"/>
                    </a:cubicBezTo>
                    <a:cubicBezTo>
                      <a:pt x="4569" y="7916"/>
                      <a:pt x="6399" y="6222"/>
                      <a:pt x="8421" y="4951"/>
                    </a:cubicBezTo>
                    <a:cubicBezTo>
                      <a:pt x="9189" y="4471"/>
                      <a:pt x="9985" y="4047"/>
                      <a:pt x="10804" y="3669"/>
                    </a:cubicBezTo>
                    <a:cubicBezTo>
                      <a:pt x="11662" y="3268"/>
                      <a:pt x="12498" y="2822"/>
                      <a:pt x="13306" y="2336"/>
                    </a:cubicBezTo>
                    <a:cubicBezTo>
                      <a:pt x="14294" y="1738"/>
                      <a:pt x="15248" y="1088"/>
                      <a:pt x="16146" y="365"/>
                    </a:cubicBezTo>
                    <a:cubicBezTo>
                      <a:pt x="16176" y="339"/>
                      <a:pt x="16205" y="316"/>
                      <a:pt x="16233" y="292"/>
                    </a:cubicBezTo>
                    <a:lnTo>
                      <a:pt x="16254" y="292"/>
                    </a:lnTo>
                    <a:cubicBezTo>
                      <a:pt x="16316" y="684"/>
                      <a:pt x="16490" y="1065"/>
                      <a:pt x="16767" y="1348"/>
                    </a:cubicBezTo>
                    <a:cubicBezTo>
                      <a:pt x="17137" y="1727"/>
                      <a:pt x="17676" y="1907"/>
                      <a:pt x="18203" y="1907"/>
                    </a:cubicBezTo>
                    <a:cubicBezTo>
                      <a:pt x="18336" y="1907"/>
                      <a:pt x="18469" y="1896"/>
                      <a:pt x="18597" y="1873"/>
                    </a:cubicBezTo>
                    <a:cubicBezTo>
                      <a:pt x="19030" y="1802"/>
                      <a:pt x="19444" y="1611"/>
                      <a:pt x="19757" y="1306"/>
                    </a:cubicBezTo>
                    <a:lnTo>
                      <a:pt x="19757" y="1306"/>
                    </a:lnTo>
                    <a:cubicBezTo>
                      <a:pt x="20163" y="1705"/>
                      <a:pt x="20725" y="1905"/>
                      <a:pt x="21280" y="1905"/>
                    </a:cubicBezTo>
                    <a:cubicBezTo>
                      <a:pt x="22060" y="1905"/>
                      <a:pt x="22828" y="1511"/>
                      <a:pt x="23138" y="727"/>
                    </a:cubicBezTo>
                    <a:cubicBezTo>
                      <a:pt x="23194" y="585"/>
                      <a:pt x="23233" y="440"/>
                      <a:pt x="23256" y="292"/>
                    </a:cubicBezTo>
                    <a:close/>
                    <a:moveTo>
                      <a:pt x="23739" y="1"/>
                    </a:moveTo>
                    <a:cubicBezTo>
                      <a:pt x="23674" y="1"/>
                      <a:pt x="23606" y="9"/>
                      <a:pt x="23550" y="9"/>
                    </a:cubicBezTo>
                    <a:lnTo>
                      <a:pt x="23132" y="9"/>
                    </a:lnTo>
                    <a:cubicBezTo>
                      <a:pt x="23053" y="9"/>
                      <a:pt x="22997" y="77"/>
                      <a:pt x="22991" y="151"/>
                    </a:cubicBezTo>
                    <a:cubicBezTo>
                      <a:pt x="22951" y="642"/>
                      <a:pt x="22652" y="1173"/>
                      <a:pt x="22178" y="1421"/>
                    </a:cubicBezTo>
                    <a:cubicBezTo>
                      <a:pt x="21912" y="1562"/>
                      <a:pt x="21610" y="1630"/>
                      <a:pt x="21308" y="1630"/>
                    </a:cubicBezTo>
                    <a:cubicBezTo>
                      <a:pt x="20762" y="1630"/>
                      <a:pt x="20213" y="1410"/>
                      <a:pt x="19857" y="1003"/>
                    </a:cubicBezTo>
                    <a:cubicBezTo>
                      <a:pt x="19831" y="975"/>
                      <a:pt x="19793" y="961"/>
                      <a:pt x="19756" y="961"/>
                    </a:cubicBezTo>
                    <a:cubicBezTo>
                      <a:pt x="19718" y="961"/>
                      <a:pt x="19682" y="975"/>
                      <a:pt x="19659" y="1003"/>
                    </a:cubicBezTo>
                    <a:cubicBezTo>
                      <a:pt x="19299" y="1410"/>
                      <a:pt x="18751" y="1630"/>
                      <a:pt x="18206" y="1630"/>
                    </a:cubicBezTo>
                    <a:cubicBezTo>
                      <a:pt x="17904" y="1630"/>
                      <a:pt x="17604" y="1562"/>
                      <a:pt x="17338" y="1421"/>
                    </a:cubicBezTo>
                    <a:cubicBezTo>
                      <a:pt x="16863" y="1173"/>
                      <a:pt x="16559" y="642"/>
                      <a:pt x="16519" y="151"/>
                    </a:cubicBezTo>
                    <a:cubicBezTo>
                      <a:pt x="16513" y="77"/>
                      <a:pt x="16463" y="9"/>
                      <a:pt x="16378" y="9"/>
                    </a:cubicBezTo>
                    <a:cubicBezTo>
                      <a:pt x="16350" y="9"/>
                      <a:pt x="16324" y="9"/>
                      <a:pt x="16298" y="9"/>
                    </a:cubicBezTo>
                    <a:cubicBezTo>
                      <a:pt x="16208" y="9"/>
                      <a:pt x="16129" y="16"/>
                      <a:pt x="16050" y="77"/>
                    </a:cubicBezTo>
                    <a:cubicBezTo>
                      <a:pt x="15960" y="145"/>
                      <a:pt x="15875" y="224"/>
                      <a:pt x="15785" y="292"/>
                    </a:cubicBezTo>
                    <a:cubicBezTo>
                      <a:pt x="15373" y="619"/>
                      <a:pt x="14943" y="924"/>
                      <a:pt x="14509" y="1224"/>
                    </a:cubicBezTo>
                    <a:cubicBezTo>
                      <a:pt x="13820" y="1698"/>
                      <a:pt x="13102" y="2139"/>
                      <a:pt x="12374" y="2551"/>
                    </a:cubicBezTo>
                    <a:cubicBezTo>
                      <a:pt x="11527" y="3025"/>
                      <a:pt x="10640" y="3409"/>
                      <a:pt x="9776" y="3855"/>
                    </a:cubicBezTo>
                    <a:cubicBezTo>
                      <a:pt x="7336" y="5115"/>
                      <a:pt x="5083" y="6882"/>
                      <a:pt x="3558" y="9198"/>
                    </a:cubicBezTo>
                    <a:cubicBezTo>
                      <a:pt x="3112" y="9881"/>
                      <a:pt x="2700" y="10626"/>
                      <a:pt x="2474" y="11423"/>
                    </a:cubicBezTo>
                    <a:cubicBezTo>
                      <a:pt x="2034" y="13015"/>
                      <a:pt x="1695" y="14636"/>
                      <a:pt x="1390" y="16257"/>
                    </a:cubicBezTo>
                    <a:cubicBezTo>
                      <a:pt x="752" y="19657"/>
                      <a:pt x="328" y="23096"/>
                      <a:pt x="97" y="26541"/>
                    </a:cubicBezTo>
                    <a:cubicBezTo>
                      <a:pt x="63" y="27060"/>
                      <a:pt x="34" y="27585"/>
                      <a:pt x="6" y="28105"/>
                    </a:cubicBezTo>
                    <a:cubicBezTo>
                      <a:pt x="1" y="28184"/>
                      <a:pt x="74" y="28246"/>
                      <a:pt x="147" y="28246"/>
                    </a:cubicBezTo>
                    <a:lnTo>
                      <a:pt x="39848" y="28246"/>
                    </a:lnTo>
                    <a:cubicBezTo>
                      <a:pt x="39922" y="28246"/>
                      <a:pt x="39989" y="28184"/>
                      <a:pt x="39989" y="28105"/>
                    </a:cubicBezTo>
                    <a:cubicBezTo>
                      <a:pt x="39820" y="24745"/>
                      <a:pt x="39464" y="21390"/>
                      <a:pt x="38922" y="18064"/>
                    </a:cubicBezTo>
                    <a:cubicBezTo>
                      <a:pt x="38600" y="16104"/>
                      <a:pt x="38216" y="14156"/>
                      <a:pt x="37730" y="12230"/>
                    </a:cubicBezTo>
                    <a:cubicBezTo>
                      <a:pt x="37651" y="11908"/>
                      <a:pt x="37567" y="11586"/>
                      <a:pt x="37476" y="11270"/>
                    </a:cubicBezTo>
                    <a:cubicBezTo>
                      <a:pt x="37363" y="10881"/>
                      <a:pt x="37177" y="10502"/>
                      <a:pt x="36991" y="10146"/>
                    </a:cubicBezTo>
                    <a:cubicBezTo>
                      <a:pt x="36494" y="9192"/>
                      <a:pt x="35850" y="8311"/>
                      <a:pt x="35121" y="7520"/>
                    </a:cubicBezTo>
                    <a:cubicBezTo>
                      <a:pt x="33992" y="6284"/>
                      <a:pt x="32648" y="5245"/>
                      <a:pt x="31202" y="4397"/>
                    </a:cubicBezTo>
                    <a:cubicBezTo>
                      <a:pt x="30259" y="3844"/>
                      <a:pt x="29259" y="3415"/>
                      <a:pt x="28294" y="2912"/>
                    </a:cubicBezTo>
                    <a:cubicBezTo>
                      <a:pt x="27413" y="2455"/>
                      <a:pt x="26566" y="1947"/>
                      <a:pt x="25741" y="1399"/>
                    </a:cubicBezTo>
                    <a:cubicBezTo>
                      <a:pt x="25182" y="1026"/>
                      <a:pt x="24634" y="631"/>
                      <a:pt x="24103" y="207"/>
                    </a:cubicBezTo>
                    <a:cubicBezTo>
                      <a:pt x="24036" y="151"/>
                      <a:pt x="23945" y="49"/>
                      <a:pt x="23855" y="15"/>
                    </a:cubicBezTo>
                    <a:cubicBezTo>
                      <a:pt x="23820" y="4"/>
                      <a:pt x="23780" y="1"/>
                      <a:pt x="23739"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23" name="Google Shape;1323;p44">
                <a:extLst>
                  <a:ext uri="{FF2B5EF4-FFF2-40B4-BE49-F238E27FC236}">
                    <a16:creationId xmlns:a16="http://schemas.microsoft.com/office/drawing/2014/main" id="{38E342C4-9B7D-3EDC-AA38-2B0AA5E947CB}"/>
                  </a:ext>
                </a:extLst>
              </p:cNvPr>
              <p:cNvSpPr/>
              <p:nvPr/>
            </p:nvSpPr>
            <p:spPr>
              <a:xfrm>
                <a:off x="2440000" y="3757225"/>
                <a:ext cx="176225" cy="7650"/>
              </a:xfrm>
              <a:custGeom>
                <a:avLst/>
                <a:gdLst/>
                <a:ahLst/>
                <a:cxnLst/>
                <a:rect l="l" t="t" r="r" b="b"/>
                <a:pathLst>
                  <a:path w="7049" h="306" extrusionOk="0">
                    <a:moveTo>
                      <a:pt x="148" y="1"/>
                    </a:moveTo>
                    <a:cubicBezTo>
                      <a:pt x="74" y="1"/>
                      <a:pt x="1" y="63"/>
                      <a:pt x="7" y="142"/>
                    </a:cubicBezTo>
                    <a:cubicBezTo>
                      <a:pt x="7" y="148"/>
                      <a:pt x="7" y="159"/>
                      <a:pt x="7" y="165"/>
                    </a:cubicBezTo>
                    <a:cubicBezTo>
                      <a:pt x="12" y="244"/>
                      <a:pt x="69" y="306"/>
                      <a:pt x="148" y="306"/>
                    </a:cubicBezTo>
                    <a:lnTo>
                      <a:pt x="6902" y="306"/>
                    </a:lnTo>
                    <a:cubicBezTo>
                      <a:pt x="6962" y="306"/>
                      <a:pt x="7003" y="274"/>
                      <a:pt x="7023" y="232"/>
                    </a:cubicBezTo>
                    <a:lnTo>
                      <a:pt x="7023" y="232"/>
                    </a:lnTo>
                    <a:cubicBezTo>
                      <a:pt x="7034" y="214"/>
                      <a:pt x="7042" y="191"/>
                      <a:pt x="7043" y="165"/>
                    </a:cubicBezTo>
                    <a:cubicBezTo>
                      <a:pt x="7043" y="159"/>
                      <a:pt x="7043" y="148"/>
                      <a:pt x="7043" y="142"/>
                    </a:cubicBezTo>
                    <a:cubicBezTo>
                      <a:pt x="7049" y="63"/>
                      <a:pt x="6975" y="1"/>
                      <a:pt x="6902"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24" name="Google Shape;1324;p44">
                <a:extLst>
                  <a:ext uri="{FF2B5EF4-FFF2-40B4-BE49-F238E27FC236}">
                    <a16:creationId xmlns:a16="http://schemas.microsoft.com/office/drawing/2014/main" id="{9FFA8563-5F5B-876B-6F06-6CC7EC3CFEA8}"/>
                  </a:ext>
                </a:extLst>
              </p:cNvPr>
              <p:cNvSpPr/>
              <p:nvPr/>
            </p:nvSpPr>
            <p:spPr>
              <a:xfrm>
                <a:off x="2440000" y="3757800"/>
                <a:ext cx="176225" cy="47450"/>
              </a:xfrm>
              <a:custGeom>
                <a:avLst/>
                <a:gdLst/>
                <a:ahLst/>
                <a:cxnLst/>
                <a:rect l="l" t="t" r="r" b="b"/>
                <a:pathLst>
                  <a:path w="7049" h="1898" extrusionOk="0">
                    <a:moveTo>
                      <a:pt x="6741" y="283"/>
                    </a:moveTo>
                    <a:cubicBezTo>
                      <a:pt x="6725" y="362"/>
                      <a:pt x="6708" y="441"/>
                      <a:pt x="6682" y="520"/>
                    </a:cubicBezTo>
                    <a:cubicBezTo>
                      <a:pt x="6608" y="735"/>
                      <a:pt x="6495" y="944"/>
                      <a:pt x="6337" y="1113"/>
                    </a:cubicBezTo>
                    <a:cubicBezTo>
                      <a:pt x="6020" y="1454"/>
                      <a:pt x="5533" y="1618"/>
                      <a:pt x="5070" y="1618"/>
                    </a:cubicBezTo>
                    <a:cubicBezTo>
                      <a:pt x="4965" y="1618"/>
                      <a:pt x="4862" y="1610"/>
                      <a:pt x="4762" y="1593"/>
                    </a:cubicBezTo>
                    <a:cubicBezTo>
                      <a:pt x="4327" y="1520"/>
                      <a:pt x="3920" y="1328"/>
                      <a:pt x="3627" y="994"/>
                    </a:cubicBezTo>
                    <a:cubicBezTo>
                      <a:pt x="3601" y="966"/>
                      <a:pt x="3563" y="952"/>
                      <a:pt x="3526" y="952"/>
                    </a:cubicBezTo>
                    <a:cubicBezTo>
                      <a:pt x="3488" y="952"/>
                      <a:pt x="3452" y="966"/>
                      <a:pt x="3429" y="994"/>
                    </a:cubicBezTo>
                    <a:cubicBezTo>
                      <a:pt x="3096" y="1378"/>
                      <a:pt x="2559" y="1616"/>
                      <a:pt x="2051" y="1616"/>
                    </a:cubicBezTo>
                    <a:cubicBezTo>
                      <a:pt x="1582" y="1616"/>
                      <a:pt x="1102" y="1503"/>
                      <a:pt x="758" y="1158"/>
                    </a:cubicBezTo>
                    <a:cubicBezTo>
                      <a:pt x="543" y="944"/>
                      <a:pt x="402" y="673"/>
                      <a:pt x="334" y="384"/>
                    </a:cubicBezTo>
                    <a:cubicBezTo>
                      <a:pt x="324" y="349"/>
                      <a:pt x="317" y="316"/>
                      <a:pt x="312" y="283"/>
                    </a:cubicBezTo>
                    <a:close/>
                    <a:moveTo>
                      <a:pt x="148" y="0"/>
                    </a:moveTo>
                    <a:cubicBezTo>
                      <a:pt x="80" y="0"/>
                      <a:pt x="1" y="68"/>
                      <a:pt x="7" y="142"/>
                    </a:cubicBezTo>
                    <a:cubicBezTo>
                      <a:pt x="63" y="802"/>
                      <a:pt x="453" y="1429"/>
                      <a:pt x="1063" y="1706"/>
                    </a:cubicBezTo>
                    <a:cubicBezTo>
                      <a:pt x="1379" y="1847"/>
                      <a:pt x="1712" y="1898"/>
                      <a:pt x="2051" y="1898"/>
                    </a:cubicBezTo>
                    <a:cubicBezTo>
                      <a:pt x="2584" y="1898"/>
                      <a:pt x="3146" y="1670"/>
                      <a:pt x="3527" y="1298"/>
                    </a:cubicBezTo>
                    <a:lnTo>
                      <a:pt x="3527" y="1298"/>
                    </a:lnTo>
                    <a:cubicBezTo>
                      <a:pt x="3929" y="1698"/>
                      <a:pt x="4498" y="1894"/>
                      <a:pt x="5064" y="1894"/>
                    </a:cubicBezTo>
                    <a:cubicBezTo>
                      <a:pt x="5178" y="1894"/>
                      <a:pt x="5293" y="1886"/>
                      <a:pt x="5406" y="1870"/>
                    </a:cubicBezTo>
                    <a:cubicBezTo>
                      <a:pt x="6100" y="1774"/>
                      <a:pt x="6659" y="1356"/>
                      <a:pt x="6913" y="701"/>
                    </a:cubicBezTo>
                    <a:cubicBezTo>
                      <a:pt x="6987" y="520"/>
                      <a:pt x="7026" y="334"/>
                      <a:pt x="7043" y="142"/>
                    </a:cubicBezTo>
                    <a:cubicBezTo>
                      <a:pt x="7049" y="68"/>
                      <a:pt x="6975" y="0"/>
                      <a:pt x="6902"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325" name="Google Shape;1325;p44">
              <a:extLst>
                <a:ext uri="{FF2B5EF4-FFF2-40B4-BE49-F238E27FC236}">
                  <a16:creationId xmlns:a16="http://schemas.microsoft.com/office/drawing/2014/main" id="{986B968C-F147-B5B6-C2E0-C004B8813FE9}"/>
                </a:ext>
              </a:extLst>
            </p:cNvPr>
            <p:cNvGrpSpPr/>
            <p:nvPr/>
          </p:nvGrpSpPr>
          <p:grpSpPr>
            <a:xfrm>
              <a:off x="3143803" y="2768345"/>
              <a:ext cx="1691077" cy="2064137"/>
              <a:chOff x="2530500" y="1412150"/>
              <a:chExt cx="999750" cy="1220300"/>
            </a:xfrm>
          </p:grpSpPr>
          <p:sp>
            <p:nvSpPr>
              <p:cNvPr id="1326" name="Google Shape;1326;p44">
                <a:extLst>
                  <a:ext uri="{FF2B5EF4-FFF2-40B4-BE49-F238E27FC236}">
                    <a16:creationId xmlns:a16="http://schemas.microsoft.com/office/drawing/2014/main" id="{90267223-E3F0-FC81-4961-8FE711CD56B6}"/>
                  </a:ext>
                </a:extLst>
              </p:cNvPr>
              <p:cNvSpPr/>
              <p:nvPr/>
            </p:nvSpPr>
            <p:spPr>
              <a:xfrm>
                <a:off x="2932025" y="1470100"/>
                <a:ext cx="334350" cy="463500"/>
              </a:xfrm>
              <a:custGeom>
                <a:avLst/>
                <a:gdLst/>
                <a:ahLst/>
                <a:cxnLst/>
                <a:rect l="l" t="t" r="r" b="b"/>
                <a:pathLst>
                  <a:path w="13374" h="18540" extrusionOk="0">
                    <a:moveTo>
                      <a:pt x="2578" y="415"/>
                    </a:moveTo>
                    <a:lnTo>
                      <a:pt x="2578" y="415"/>
                    </a:lnTo>
                    <a:cubicBezTo>
                      <a:pt x="4084" y="774"/>
                      <a:pt x="5637" y="1007"/>
                      <a:pt x="7189" y="1007"/>
                    </a:cubicBezTo>
                    <a:cubicBezTo>
                      <a:pt x="7284" y="1007"/>
                      <a:pt x="7378" y="1006"/>
                      <a:pt x="7472" y="1004"/>
                    </a:cubicBezTo>
                    <a:cubicBezTo>
                      <a:pt x="8387" y="988"/>
                      <a:pt x="9330" y="897"/>
                      <a:pt x="10211" y="620"/>
                    </a:cubicBezTo>
                    <a:cubicBezTo>
                      <a:pt x="10318" y="586"/>
                      <a:pt x="10428" y="552"/>
                      <a:pt x="10534" y="508"/>
                    </a:cubicBezTo>
                    <a:lnTo>
                      <a:pt x="10534" y="508"/>
                    </a:lnTo>
                    <a:cubicBezTo>
                      <a:pt x="11027" y="1155"/>
                      <a:pt x="11345" y="1943"/>
                      <a:pt x="11426" y="2755"/>
                    </a:cubicBezTo>
                    <a:cubicBezTo>
                      <a:pt x="11465" y="3145"/>
                      <a:pt x="11454" y="3546"/>
                      <a:pt x="11454" y="3941"/>
                    </a:cubicBezTo>
                    <a:lnTo>
                      <a:pt x="11454" y="5359"/>
                    </a:lnTo>
                    <a:cubicBezTo>
                      <a:pt x="11454" y="5455"/>
                      <a:pt x="11426" y="5613"/>
                      <a:pt x="11493" y="5686"/>
                    </a:cubicBezTo>
                    <a:cubicBezTo>
                      <a:pt x="11584" y="5782"/>
                      <a:pt x="11714" y="5861"/>
                      <a:pt x="11815" y="5940"/>
                    </a:cubicBezTo>
                    <a:cubicBezTo>
                      <a:pt x="12160" y="6217"/>
                      <a:pt x="12504" y="6488"/>
                      <a:pt x="12854" y="6765"/>
                    </a:cubicBezTo>
                    <a:cubicBezTo>
                      <a:pt x="13029" y="6912"/>
                      <a:pt x="13120" y="7132"/>
                      <a:pt x="13018" y="7352"/>
                    </a:cubicBezTo>
                    <a:cubicBezTo>
                      <a:pt x="12922" y="7567"/>
                      <a:pt x="12702" y="7674"/>
                      <a:pt x="12476" y="7680"/>
                    </a:cubicBezTo>
                    <a:lnTo>
                      <a:pt x="11567" y="7680"/>
                    </a:lnTo>
                    <a:cubicBezTo>
                      <a:pt x="11488" y="7680"/>
                      <a:pt x="11431" y="7742"/>
                      <a:pt x="11426" y="7821"/>
                    </a:cubicBezTo>
                    <a:cubicBezTo>
                      <a:pt x="11267" y="9588"/>
                      <a:pt x="10307" y="11232"/>
                      <a:pt x="8833" y="12231"/>
                    </a:cubicBezTo>
                    <a:cubicBezTo>
                      <a:pt x="8421" y="12514"/>
                      <a:pt x="7975" y="12740"/>
                      <a:pt x="7512" y="12909"/>
                    </a:cubicBezTo>
                    <a:cubicBezTo>
                      <a:pt x="7450" y="12932"/>
                      <a:pt x="7405" y="12982"/>
                      <a:pt x="7405" y="13045"/>
                    </a:cubicBezTo>
                    <a:lnTo>
                      <a:pt x="7405" y="14857"/>
                    </a:lnTo>
                    <a:lnTo>
                      <a:pt x="7405" y="17738"/>
                    </a:lnTo>
                    <a:lnTo>
                      <a:pt x="7405" y="18257"/>
                    </a:lnTo>
                    <a:lnTo>
                      <a:pt x="283" y="18257"/>
                    </a:lnTo>
                    <a:lnTo>
                      <a:pt x="283" y="16710"/>
                    </a:lnTo>
                    <a:lnTo>
                      <a:pt x="283" y="14022"/>
                    </a:lnTo>
                    <a:lnTo>
                      <a:pt x="283" y="13406"/>
                    </a:lnTo>
                    <a:lnTo>
                      <a:pt x="283" y="11746"/>
                    </a:lnTo>
                    <a:lnTo>
                      <a:pt x="283" y="10808"/>
                    </a:lnTo>
                    <a:lnTo>
                      <a:pt x="283" y="8617"/>
                    </a:lnTo>
                    <a:lnTo>
                      <a:pt x="283" y="6347"/>
                    </a:lnTo>
                    <a:lnTo>
                      <a:pt x="283" y="5534"/>
                    </a:lnTo>
                    <a:cubicBezTo>
                      <a:pt x="283" y="5445"/>
                      <a:pt x="291" y="5351"/>
                      <a:pt x="291" y="5261"/>
                    </a:cubicBezTo>
                    <a:lnTo>
                      <a:pt x="291" y="5261"/>
                    </a:lnTo>
                    <a:cubicBezTo>
                      <a:pt x="1182" y="5259"/>
                      <a:pt x="2088" y="4818"/>
                      <a:pt x="2650" y="4144"/>
                    </a:cubicBezTo>
                    <a:cubicBezTo>
                      <a:pt x="3276" y="3393"/>
                      <a:pt x="3497" y="2360"/>
                      <a:pt x="3180" y="1428"/>
                    </a:cubicBezTo>
                    <a:cubicBezTo>
                      <a:pt x="3051" y="1049"/>
                      <a:pt x="2843" y="707"/>
                      <a:pt x="2578" y="415"/>
                    </a:cubicBezTo>
                    <a:close/>
                    <a:moveTo>
                      <a:pt x="2078" y="0"/>
                    </a:moveTo>
                    <a:cubicBezTo>
                      <a:pt x="1940" y="0"/>
                      <a:pt x="1898" y="182"/>
                      <a:pt x="2011" y="265"/>
                    </a:cubicBezTo>
                    <a:cubicBezTo>
                      <a:pt x="2763" y="846"/>
                      <a:pt x="3175" y="1806"/>
                      <a:pt x="3005" y="2750"/>
                    </a:cubicBezTo>
                    <a:cubicBezTo>
                      <a:pt x="2859" y="3574"/>
                      <a:pt x="2305" y="4269"/>
                      <a:pt x="1571" y="4653"/>
                    </a:cubicBezTo>
                    <a:cubicBezTo>
                      <a:pt x="1181" y="4853"/>
                      <a:pt x="721" y="4978"/>
                      <a:pt x="275" y="4978"/>
                    </a:cubicBezTo>
                    <a:cubicBezTo>
                      <a:pt x="231" y="4978"/>
                      <a:pt x="186" y="4977"/>
                      <a:pt x="142" y="4975"/>
                    </a:cubicBezTo>
                    <a:cubicBezTo>
                      <a:pt x="69" y="4975"/>
                      <a:pt x="1" y="5042"/>
                      <a:pt x="1" y="5116"/>
                    </a:cubicBezTo>
                    <a:lnTo>
                      <a:pt x="1" y="6115"/>
                    </a:lnTo>
                    <a:lnTo>
                      <a:pt x="1" y="8323"/>
                    </a:lnTo>
                    <a:lnTo>
                      <a:pt x="1" y="10588"/>
                    </a:lnTo>
                    <a:lnTo>
                      <a:pt x="1" y="11734"/>
                    </a:lnTo>
                    <a:lnTo>
                      <a:pt x="1" y="13338"/>
                    </a:lnTo>
                    <a:lnTo>
                      <a:pt x="1" y="13406"/>
                    </a:lnTo>
                    <a:lnTo>
                      <a:pt x="1" y="15095"/>
                    </a:lnTo>
                    <a:lnTo>
                      <a:pt x="1" y="17783"/>
                    </a:lnTo>
                    <a:lnTo>
                      <a:pt x="1" y="18398"/>
                    </a:lnTo>
                    <a:cubicBezTo>
                      <a:pt x="1" y="18472"/>
                      <a:pt x="69" y="18539"/>
                      <a:pt x="142" y="18539"/>
                    </a:cubicBezTo>
                    <a:lnTo>
                      <a:pt x="7546" y="18539"/>
                    </a:lnTo>
                    <a:cubicBezTo>
                      <a:pt x="7625" y="18539"/>
                      <a:pt x="7687" y="18472"/>
                      <a:pt x="7687" y="18398"/>
                    </a:cubicBezTo>
                    <a:lnTo>
                      <a:pt x="7687" y="16585"/>
                    </a:lnTo>
                    <a:lnTo>
                      <a:pt x="7687" y="13705"/>
                    </a:lnTo>
                    <a:lnTo>
                      <a:pt x="7687" y="13142"/>
                    </a:lnTo>
                    <a:lnTo>
                      <a:pt x="7687" y="13142"/>
                    </a:lnTo>
                    <a:cubicBezTo>
                      <a:pt x="9390" y="12493"/>
                      <a:pt x="10754" y="11113"/>
                      <a:pt x="11369" y="9385"/>
                    </a:cubicBezTo>
                    <a:cubicBezTo>
                      <a:pt x="11534" y="8927"/>
                      <a:pt x="11642" y="8446"/>
                      <a:pt x="11694" y="7962"/>
                    </a:cubicBezTo>
                    <a:lnTo>
                      <a:pt x="12448" y="7962"/>
                    </a:lnTo>
                    <a:cubicBezTo>
                      <a:pt x="12866" y="7956"/>
                      <a:pt x="13272" y="7702"/>
                      <a:pt x="13334" y="7262"/>
                    </a:cubicBezTo>
                    <a:cubicBezTo>
                      <a:pt x="13373" y="6994"/>
                      <a:pt x="13264" y="6742"/>
                      <a:pt x="13059" y="6568"/>
                    </a:cubicBezTo>
                    <a:lnTo>
                      <a:pt x="13059" y="6568"/>
                    </a:lnTo>
                    <a:cubicBezTo>
                      <a:pt x="13057" y="6566"/>
                      <a:pt x="13055" y="6563"/>
                      <a:pt x="13052" y="6561"/>
                    </a:cubicBezTo>
                    <a:lnTo>
                      <a:pt x="13052" y="6561"/>
                    </a:lnTo>
                    <a:cubicBezTo>
                      <a:pt x="13052" y="6561"/>
                      <a:pt x="13052" y="6561"/>
                      <a:pt x="13052" y="6561"/>
                    </a:cubicBezTo>
                    <a:cubicBezTo>
                      <a:pt x="13051" y="6561"/>
                      <a:pt x="13051" y="6560"/>
                      <a:pt x="13050" y="6560"/>
                    </a:cubicBezTo>
                    <a:lnTo>
                      <a:pt x="13050" y="6560"/>
                    </a:lnTo>
                    <a:cubicBezTo>
                      <a:pt x="12614" y="6216"/>
                      <a:pt x="12173" y="5868"/>
                      <a:pt x="11736" y="5524"/>
                    </a:cubicBezTo>
                    <a:lnTo>
                      <a:pt x="11736" y="5524"/>
                    </a:lnTo>
                    <a:lnTo>
                      <a:pt x="11736" y="4009"/>
                    </a:lnTo>
                    <a:cubicBezTo>
                      <a:pt x="11736" y="3309"/>
                      <a:pt x="11747" y="2614"/>
                      <a:pt x="11555" y="1931"/>
                    </a:cubicBezTo>
                    <a:cubicBezTo>
                      <a:pt x="11380" y="1298"/>
                      <a:pt x="11064" y="711"/>
                      <a:pt x="10646" y="203"/>
                    </a:cubicBezTo>
                    <a:cubicBezTo>
                      <a:pt x="10618" y="167"/>
                      <a:pt x="10586" y="153"/>
                      <a:pt x="10554" y="153"/>
                    </a:cubicBezTo>
                    <a:cubicBezTo>
                      <a:pt x="10501" y="153"/>
                      <a:pt x="10449" y="195"/>
                      <a:pt x="10426" y="250"/>
                    </a:cubicBezTo>
                    <a:lnTo>
                      <a:pt x="10426" y="250"/>
                    </a:lnTo>
                    <a:cubicBezTo>
                      <a:pt x="10354" y="276"/>
                      <a:pt x="10283" y="301"/>
                      <a:pt x="10211" y="327"/>
                    </a:cubicBezTo>
                    <a:cubicBezTo>
                      <a:pt x="9906" y="428"/>
                      <a:pt x="9590" y="502"/>
                      <a:pt x="9274" y="558"/>
                    </a:cubicBezTo>
                    <a:cubicBezTo>
                      <a:pt x="8602" y="679"/>
                      <a:pt x="7916" y="729"/>
                      <a:pt x="7230" y="729"/>
                    </a:cubicBezTo>
                    <a:cubicBezTo>
                      <a:pt x="6637" y="729"/>
                      <a:pt x="6043" y="692"/>
                      <a:pt x="5456" y="632"/>
                    </a:cubicBezTo>
                    <a:cubicBezTo>
                      <a:pt x="4333" y="513"/>
                      <a:pt x="3214" y="293"/>
                      <a:pt x="2119" y="5"/>
                    </a:cubicBezTo>
                    <a:cubicBezTo>
                      <a:pt x="2104" y="2"/>
                      <a:pt x="2091" y="0"/>
                      <a:pt x="2078"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27" name="Google Shape;1327;p44">
                <a:extLst>
                  <a:ext uri="{FF2B5EF4-FFF2-40B4-BE49-F238E27FC236}">
                    <a16:creationId xmlns:a16="http://schemas.microsoft.com/office/drawing/2014/main" id="{98DD188F-6900-8C35-A0AC-A0A418A4D718}"/>
                  </a:ext>
                </a:extLst>
              </p:cNvPr>
              <p:cNvSpPr/>
              <p:nvPr/>
            </p:nvSpPr>
            <p:spPr>
              <a:xfrm>
                <a:off x="2793250" y="1412150"/>
                <a:ext cx="406800" cy="355175"/>
              </a:xfrm>
              <a:custGeom>
                <a:avLst/>
                <a:gdLst/>
                <a:ahLst/>
                <a:cxnLst/>
                <a:rect l="l" t="t" r="r" b="b"/>
                <a:pathLst>
                  <a:path w="16272" h="14207" extrusionOk="0">
                    <a:moveTo>
                      <a:pt x="9000" y="284"/>
                    </a:moveTo>
                    <a:cubicBezTo>
                      <a:pt x="10460" y="284"/>
                      <a:pt x="11941" y="445"/>
                      <a:pt x="13328" y="917"/>
                    </a:cubicBezTo>
                    <a:cubicBezTo>
                      <a:pt x="13712" y="1041"/>
                      <a:pt x="14085" y="1199"/>
                      <a:pt x="14447" y="1385"/>
                    </a:cubicBezTo>
                    <a:cubicBezTo>
                      <a:pt x="14627" y="1476"/>
                      <a:pt x="14808" y="1577"/>
                      <a:pt x="14977" y="1690"/>
                    </a:cubicBezTo>
                    <a:cubicBezTo>
                      <a:pt x="15175" y="1815"/>
                      <a:pt x="15344" y="1961"/>
                      <a:pt x="15525" y="2108"/>
                    </a:cubicBezTo>
                    <a:cubicBezTo>
                      <a:pt x="15667" y="2250"/>
                      <a:pt x="15824" y="2407"/>
                      <a:pt x="15925" y="2587"/>
                    </a:cubicBezTo>
                    <a:lnTo>
                      <a:pt x="15925" y="2587"/>
                    </a:lnTo>
                    <a:cubicBezTo>
                      <a:pt x="15871" y="2606"/>
                      <a:pt x="15816" y="2625"/>
                      <a:pt x="15762" y="2645"/>
                    </a:cubicBezTo>
                    <a:cubicBezTo>
                      <a:pt x="15457" y="2746"/>
                      <a:pt x="15141" y="2820"/>
                      <a:pt x="14825" y="2876"/>
                    </a:cubicBezTo>
                    <a:cubicBezTo>
                      <a:pt x="14153" y="2997"/>
                      <a:pt x="13467" y="3047"/>
                      <a:pt x="12781" y="3047"/>
                    </a:cubicBezTo>
                    <a:cubicBezTo>
                      <a:pt x="12188" y="3047"/>
                      <a:pt x="11594" y="3010"/>
                      <a:pt x="11007" y="2950"/>
                    </a:cubicBezTo>
                    <a:cubicBezTo>
                      <a:pt x="9884" y="2831"/>
                      <a:pt x="8765" y="2611"/>
                      <a:pt x="7670" y="2323"/>
                    </a:cubicBezTo>
                    <a:cubicBezTo>
                      <a:pt x="7655" y="2320"/>
                      <a:pt x="7642" y="2318"/>
                      <a:pt x="7629" y="2318"/>
                    </a:cubicBezTo>
                    <a:cubicBezTo>
                      <a:pt x="7491" y="2318"/>
                      <a:pt x="7449" y="2500"/>
                      <a:pt x="7562" y="2583"/>
                    </a:cubicBezTo>
                    <a:cubicBezTo>
                      <a:pt x="8314" y="3164"/>
                      <a:pt x="8726" y="4124"/>
                      <a:pt x="8556" y="5068"/>
                    </a:cubicBezTo>
                    <a:cubicBezTo>
                      <a:pt x="8410" y="5892"/>
                      <a:pt x="7856" y="6587"/>
                      <a:pt x="7122" y="6971"/>
                    </a:cubicBezTo>
                    <a:cubicBezTo>
                      <a:pt x="6732" y="7171"/>
                      <a:pt x="6272" y="7296"/>
                      <a:pt x="5826" y="7296"/>
                    </a:cubicBezTo>
                    <a:cubicBezTo>
                      <a:pt x="5782" y="7296"/>
                      <a:pt x="5737" y="7295"/>
                      <a:pt x="5693" y="7293"/>
                    </a:cubicBezTo>
                    <a:cubicBezTo>
                      <a:pt x="5620" y="7293"/>
                      <a:pt x="5552" y="7360"/>
                      <a:pt x="5552" y="7434"/>
                    </a:cubicBezTo>
                    <a:lnTo>
                      <a:pt x="5552" y="9676"/>
                    </a:lnTo>
                    <a:lnTo>
                      <a:pt x="5552" y="13239"/>
                    </a:lnTo>
                    <a:lnTo>
                      <a:pt x="5552" y="13844"/>
                    </a:lnTo>
                    <a:lnTo>
                      <a:pt x="5552" y="13844"/>
                    </a:lnTo>
                    <a:cubicBezTo>
                      <a:pt x="5431" y="13786"/>
                      <a:pt x="5314" y="13726"/>
                      <a:pt x="5202" y="13663"/>
                    </a:cubicBezTo>
                    <a:cubicBezTo>
                      <a:pt x="4744" y="13414"/>
                      <a:pt x="4315" y="13121"/>
                      <a:pt x="3909" y="12793"/>
                    </a:cubicBezTo>
                    <a:cubicBezTo>
                      <a:pt x="3899" y="12785"/>
                      <a:pt x="3888" y="12779"/>
                      <a:pt x="3876" y="12773"/>
                    </a:cubicBezTo>
                    <a:lnTo>
                      <a:pt x="3876" y="12773"/>
                    </a:lnTo>
                    <a:cubicBezTo>
                      <a:pt x="2190" y="11740"/>
                      <a:pt x="1073" y="9951"/>
                      <a:pt x="594" y="8055"/>
                    </a:cubicBezTo>
                    <a:cubicBezTo>
                      <a:pt x="164" y="6344"/>
                      <a:pt x="198" y="4305"/>
                      <a:pt x="1356" y="2876"/>
                    </a:cubicBezTo>
                    <a:cubicBezTo>
                      <a:pt x="2192" y="1849"/>
                      <a:pt x="3423" y="1244"/>
                      <a:pt x="4671" y="872"/>
                    </a:cubicBezTo>
                    <a:cubicBezTo>
                      <a:pt x="6049" y="471"/>
                      <a:pt x="7489" y="296"/>
                      <a:pt x="8923" y="284"/>
                    </a:cubicBezTo>
                    <a:cubicBezTo>
                      <a:pt x="8949" y="284"/>
                      <a:pt x="8974" y="284"/>
                      <a:pt x="9000" y="284"/>
                    </a:cubicBezTo>
                    <a:close/>
                    <a:moveTo>
                      <a:pt x="9022" y="0"/>
                    </a:moveTo>
                    <a:cubicBezTo>
                      <a:pt x="8410" y="0"/>
                      <a:pt x="7798" y="33"/>
                      <a:pt x="7190" y="98"/>
                    </a:cubicBezTo>
                    <a:cubicBezTo>
                      <a:pt x="6314" y="194"/>
                      <a:pt x="5439" y="352"/>
                      <a:pt x="4592" y="595"/>
                    </a:cubicBezTo>
                    <a:cubicBezTo>
                      <a:pt x="4584" y="597"/>
                      <a:pt x="4577" y="600"/>
                      <a:pt x="4570" y="603"/>
                    </a:cubicBezTo>
                    <a:lnTo>
                      <a:pt x="4570" y="603"/>
                    </a:lnTo>
                    <a:cubicBezTo>
                      <a:pt x="3427" y="948"/>
                      <a:pt x="2309" y="1477"/>
                      <a:pt x="1463" y="2334"/>
                    </a:cubicBezTo>
                    <a:cubicBezTo>
                      <a:pt x="769" y="3034"/>
                      <a:pt x="339" y="3921"/>
                      <a:pt x="164" y="4892"/>
                    </a:cubicBezTo>
                    <a:cubicBezTo>
                      <a:pt x="1" y="5830"/>
                      <a:pt x="40" y="6796"/>
                      <a:pt x="232" y="7727"/>
                    </a:cubicBezTo>
                    <a:cubicBezTo>
                      <a:pt x="430" y="8727"/>
                      <a:pt x="808" y="9698"/>
                      <a:pt x="1339" y="10568"/>
                    </a:cubicBezTo>
                    <a:cubicBezTo>
                      <a:pt x="1870" y="11443"/>
                      <a:pt x="2570" y="12223"/>
                      <a:pt x="3417" y="12810"/>
                    </a:cubicBezTo>
                    <a:cubicBezTo>
                      <a:pt x="3524" y="12883"/>
                      <a:pt x="3631" y="12951"/>
                      <a:pt x="3738" y="13018"/>
                    </a:cubicBezTo>
                    <a:lnTo>
                      <a:pt x="3738" y="13018"/>
                    </a:lnTo>
                    <a:cubicBezTo>
                      <a:pt x="4318" y="13485"/>
                      <a:pt x="4959" y="13921"/>
                      <a:pt x="5659" y="14199"/>
                    </a:cubicBezTo>
                    <a:cubicBezTo>
                      <a:pt x="5672" y="14204"/>
                      <a:pt x="5685" y="14207"/>
                      <a:pt x="5697" y="14207"/>
                    </a:cubicBezTo>
                    <a:cubicBezTo>
                      <a:pt x="5769" y="14207"/>
                      <a:pt x="5834" y="14131"/>
                      <a:pt x="5834" y="14064"/>
                    </a:cubicBezTo>
                    <a:lnTo>
                      <a:pt x="5834" y="11822"/>
                    </a:lnTo>
                    <a:lnTo>
                      <a:pt x="5834" y="8258"/>
                    </a:lnTo>
                    <a:lnTo>
                      <a:pt x="5834" y="7579"/>
                    </a:lnTo>
                    <a:lnTo>
                      <a:pt x="5834" y="7579"/>
                    </a:lnTo>
                    <a:cubicBezTo>
                      <a:pt x="5835" y="7579"/>
                      <a:pt x="5836" y="7579"/>
                      <a:pt x="5837" y="7579"/>
                    </a:cubicBezTo>
                    <a:cubicBezTo>
                      <a:pt x="6730" y="7579"/>
                      <a:pt x="7638" y="7138"/>
                      <a:pt x="8201" y="6462"/>
                    </a:cubicBezTo>
                    <a:cubicBezTo>
                      <a:pt x="8827" y="5711"/>
                      <a:pt x="9048" y="4678"/>
                      <a:pt x="8731" y="3746"/>
                    </a:cubicBezTo>
                    <a:cubicBezTo>
                      <a:pt x="8602" y="3367"/>
                      <a:pt x="8394" y="3025"/>
                      <a:pt x="8129" y="2733"/>
                    </a:cubicBezTo>
                    <a:lnTo>
                      <a:pt x="8129" y="2733"/>
                    </a:lnTo>
                    <a:cubicBezTo>
                      <a:pt x="9635" y="3092"/>
                      <a:pt x="11188" y="3325"/>
                      <a:pt x="12740" y="3325"/>
                    </a:cubicBezTo>
                    <a:cubicBezTo>
                      <a:pt x="12835" y="3325"/>
                      <a:pt x="12929" y="3324"/>
                      <a:pt x="13023" y="3322"/>
                    </a:cubicBezTo>
                    <a:cubicBezTo>
                      <a:pt x="13938" y="3306"/>
                      <a:pt x="14881" y="3215"/>
                      <a:pt x="15762" y="2938"/>
                    </a:cubicBezTo>
                    <a:cubicBezTo>
                      <a:pt x="15904" y="2893"/>
                      <a:pt x="16050" y="2848"/>
                      <a:pt x="16186" y="2780"/>
                    </a:cubicBezTo>
                    <a:cubicBezTo>
                      <a:pt x="16194" y="2777"/>
                      <a:pt x="16201" y="2772"/>
                      <a:pt x="16208" y="2768"/>
                    </a:cubicBezTo>
                    <a:lnTo>
                      <a:pt x="16208" y="2768"/>
                    </a:lnTo>
                    <a:cubicBezTo>
                      <a:pt x="16248" y="2742"/>
                      <a:pt x="16272" y="2698"/>
                      <a:pt x="16255" y="2641"/>
                    </a:cubicBezTo>
                    <a:lnTo>
                      <a:pt x="16255" y="2641"/>
                    </a:lnTo>
                    <a:cubicBezTo>
                      <a:pt x="16252" y="2628"/>
                      <a:pt x="16247" y="2615"/>
                      <a:pt x="16240" y="2603"/>
                    </a:cubicBezTo>
                    <a:lnTo>
                      <a:pt x="16240" y="2603"/>
                    </a:lnTo>
                    <a:cubicBezTo>
                      <a:pt x="16129" y="2343"/>
                      <a:pt x="15944" y="2123"/>
                      <a:pt x="15742" y="1929"/>
                    </a:cubicBezTo>
                    <a:lnTo>
                      <a:pt x="15742" y="1929"/>
                    </a:lnTo>
                    <a:cubicBezTo>
                      <a:pt x="15736" y="1922"/>
                      <a:pt x="15730" y="1916"/>
                      <a:pt x="15723" y="1911"/>
                    </a:cubicBezTo>
                    <a:lnTo>
                      <a:pt x="15723" y="1911"/>
                    </a:lnTo>
                    <a:cubicBezTo>
                      <a:pt x="15723" y="1911"/>
                      <a:pt x="15723" y="1911"/>
                      <a:pt x="15723" y="1911"/>
                    </a:cubicBezTo>
                    <a:cubicBezTo>
                      <a:pt x="15565" y="1781"/>
                      <a:pt x="15412" y="1645"/>
                      <a:pt x="15243" y="1527"/>
                    </a:cubicBezTo>
                    <a:cubicBezTo>
                      <a:pt x="15090" y="1419"/>
                      <a:pt x="14932" y="1323"/>
                      <a:pt x="14768" y="1233"/>
                    </a:cubicBezTo>
                    <a:cubicBezTo>
                      <a:pt x="14435" y="1052"/>
                      <a:pt x="14091" y="900"/>
                      <a:pt x="13741" y="764"/>
                    </a:cubicBezTo>
                    <a:cubicBezTo>
                      <a:pt x="13023" y="488"/>
                      <a:pt x="12267" y="307"/>
                      <a:pt x="11510" y="188"/>
                    </a:cubicBezTo>
                    <a:cubicBezTo>
                      <a:pt x="10687" y="61"/>
                      <a:pt x="9854" y="0"/>
                      <a:pt x="9022"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28" name="Google Shape;1328;p44">
                <a:extLst>
                  <a:ext uri="{FF2B5EF4-FFF2-40B4-BE49-F238E27FC236}">
                    <a16:creationId xmlns:a16="http://schemas.microsoft.com/office/drawing/2014/main" id="{54015DDA-5F0A-5918-DEFD-03954ECEB078}"/>
                  </a:ext>
                </a:extLst>
              </p:cNvPr>
              <p:cNvSpPr/>
              <p:nvPr/>
            </p:nvSpPr>
            <p:spPr>
              <a:xfrm>
                <a:off x="3144650" y="1661975"/>
                <a:ext cx="80675" cy="37250"/>
              </a:xfrm>
              <a:custGeom>
                <a:avLst/>
                <a:gdLst/>
                <a:ahLst/>
                <a:cxnLst/>
                <a:rect l="l" t="t" r="r" b="b"/>
                <a:pathLst>
                  <a:path w="3227" h="1490" extrusionOk="0">
                    <a:moveTo>
                      <a:pt x="2922" y="287"/>
                    </a:moveTo>
                    <a:cubicBezTo>
                      <a:pt x="2887" y="597"/>
                      <a:pt x="2837" y="913"/>
                      <a:pt x="2737" y="1208"/>
                    </a:cubicBezTo>
                    <a:lnTo>
                      <a:pt x="298" y="1208"/>
                    </a:lnTo>
                    <a:cubicBezTo>
                      <a:pt x="334" y="918"/>
                      <a:pt x="480" y="643"/>
                      <a:pt x="718" y="468"/>
                    </a:cubicBezTo>
                    <a:cubicBezTo>
                      <a:pt x="904" y="332"/>
                      <a:pt x="1113" y="287"/>
                      <a:pt x="1339" y="287"/>
                    </a:cubicBezTo>
                    <a:close/>
                    <a:moveTo>
                      <a:pt x="1503" y="0"/>
                    </a:moveTo>
                    <a:cubicBezTo>
                      <a:pt x="1170" y="0"/>
                      <a:pt x="840" y="30"/>
                      <a:pt x="554" y="242"/>
                    </a:cubicBezTo>
                    <a:cubicBezTo>
                      <a:pt x="204" y="502"/>
                      <a:pt x="12" y="914"/>
                      <a:pt x="7" y="1349"/>
                    </a:cubicBezTo>
                    <a:cubicBezTo>
                      <a:pt x="1" y="1422"/>
                      <a:pt x="69" y="1490"/>
                      <a:pt x="148" y="1490"/>
                    </a:cubicBezTo>
                    <a:lnTo>
                      <a:pt x="2836" y="1490"/>
                    </a:lnTo>
                    <a:cubicBezTo>
                      <a:pt x="2904" y="1490"/>
                      <a:pt x="2954" y="1445"/>
                      <a:pt x="2971" y="1388"/>
                    </a:cubicBezTo>
                    <a:cubicBezTo>
                      <a:pt x="3118" y="993"/>
                      <a:pt x="3175" y="558"/>
                      <a:pt x="3220" y="146"/>
                    </a:cubicBezTo>
                    <a:cubicBezTo>
                      <a:pt x="3226" y="78"/>
                      <a:pt x="3190" y="35"/>
                      <a:pt x="3141" y="18"/>
                    </a:cubicBezTo>
                    <a:lnTo>
                      <a:pt x="3141" y="18"/>
                    </a:lnTo>
                    <a:cubicBezTo>
                      <a:pt x="3124" y="10"/>
                      <a:pt x="3103" y="5"/>
                      <a:pt x="3079" y="5"/>
                    </a:cubicBezTo>
                    <a:lnTo>
                      <a:pt x="1887" y="5"/>
                    </a:lnTo>
                    <a:cubicBezTo>
                      <a:pt x="1760" y="5"/>
                      <a:pt x="1631" y="0"/>
                      <a:pt x="1503"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29" name="Google Shape;1329;p44">
                <a:extLst>
                  <a:ext uri="{FF2B5EF4-FFF2-40B4-BE49-F238E27FC236}">
                    <a16:creationId xmlns:a16="http://schemas.microsoft.com/office/drawing/2014/main" id="{874D4673-20C2-1C4E-ED51-C2BF1E5B4DB2}"/>
                  </a:ext>
                </a:extLst>
              </p:cNvPr>
              <p:cNvSpPr/>
              <p:nvPr/>
            </p:nvSpPr>
            <p:spPr>
              <a:xfrm>
                <a:off x="2530500" y="1926450"/>
                <a:ext cx="999750" cy="706000"/>
              </a:xfrm>
              <a:custGeom>
                <a:avLst/>
                <a:gdLst/>
                <a:ahLst/>
                <a:cxnLst/>
                <a:rect l="l" t="t" r="r" b="b"/>
                <a:pathLst>
                  <a:path w="39990" h="28240" extrusionOk="0">
                    <a:moveTo>
                      <a:pt x="23761" y="285"/>
                    </a:moveTo>
                    <a:cubicBezTo>
                      <a:pt x="24471" y="879"/>
                      <a:pt x="25245" y="1409"/>
                      <a:pt x="26018" y="1906"/>
                    </a:cubicBezTo>
                    <a:cubicBezTo>
                      <a:pt x="26831" y="2431"/>
                      <a:pt x="27667" y="2911"/>
                      <a:pt x="28531" y="3341"/>
                    </a:cubicBezTo>
                    <a:cubicBezTo>
                      <a:pt x="29418" y="3781"/>
                      <a:pt x="30316" y="4188"/>
                      <a:pt x="31169" y="4696"/>
                    </a:cubicBezTo>
                    <a:cubicBezTo>
                      <a:pt x="33394" y="6023"/>
                      <a:pt x="35427" y="7836"/>
                      <a:pt x="36669" y="10134"/>
                    </a:cubicBezTo>
                    <a:cubicBezTo>
                      <a:pt x="36883" y="10523"/>
                      <a:pt x="37080" y="10912"/>
                      <a:pt x="37199" y="11334"/>
                    </a:cubicBezTo>
                    <a:lnTo>
                      <a:pt x="37199" y="11334"/>
                    </a:lnTo>
                    <a:cubicBezTo>
                      <a:pt x="37199" y="11335"/>
                      <a:pt x="37200" y="11336"/>
                      <a:pt x="37200" y="11337"/>
                    </a:cubicBezTo>
                    <a:cubicBezTo>
                      <a:pt x="37200" y="11337"/>
                      <a:pt x="37200" y="11337"/>
                      <a:pt x="37200" y="11337"/>
                    </a:cubicBezTo>
                    <a:lnTo>
                      <a:pt x="37200" y="11337"/>
                    </a:lnTo>
                    <a:cubicBezTo>
                      <a:pt x="37200" y="11338"/>
                      <a:pt x="37200" y="11339"/>
                      <a:pt x="37201" y="11339"/>
                    </a:cubicBezTo>
                    <a:lnTo>
                      <a:pt x="37201" y="11339"/>
                    </a:lnTo>
                    <a:cubicBezTo>
                      <a:pt x="37483" y="12288"/>
                      <a:pt x="37697" y="13258"/>
                      <a:pt x="37912" y="14229"/>
                    </a:cubicBezTo>
                    <a:cubicBezTo>
                      <a:pt x="38471" y="16815"/>
                      <a:pt x="38894" y="19430"/>
                      <a:pt x="39199" y="22056"/>
                    </a:cubicBezTo>
                    <a:cubicBezTo>
                      <a:pt x="39431" y="24019"/>
                      <a:pt x="39598" y="25983"/>
                      <a:pt x="39700" y="27957"/>
                    </a:cubicBezTo>
                    <a:lnTo>
                      <a:pt x="296" y="27957"/>
                    </a:lnTo>
                    <a:cubicBezTo>
                      <a:pt x="480" y="24413"/>
                      <a:pt x="867" y="20880"/>
                      <a:pt x="1469" y="17386"/>
                    </a:cubicBezTo>
                    <a:cubicBezTo>
                      <a:pt x="1797" y="15516"/>
                      <a:pt x="2175" y="13641"/>
                      <a:pt x="2661" y="11806"/>
                    </a:cubicBezTo>
                    <a:cubicBezTo>
                      <a:pt x="2836" y="11162"/>
                      <a:pt x="3067" y="10592"/>
                      <a:pt x="3395" y="10010"/>
                    </a:cubicBezTo>
                    <a:cubicBezTo>
                      <a:pt x="4570" y="7909"/>
                      <a:pt x="6399" y="6215"/>
                      <a:pt x="8421" y="4939"/>
                    </a:cubicBezTo>
                    <a:cubicBezTo>
                      <a:pt x="9189" y="4459"/>
                      <a:pt x="9985" y="4035"/>
                      <a:pt x="10799" y="3657"/>
                    </a:cubicBezTo>
                    <a:cubicBezTo>
                      <a:pt x="11663" y="3262"/>
                      <a:pt x="12499" y="2815"/>
                      <a:pt x="13306" y="2324"/>
                    </a:cubicBezTo>
                    <a:cubicBezTo>
                      <a:pt x="14294" y="1731"/>
                      <a:pt x="15249" y="1076"/>
                      <a:pt x="16147" y="353"/>
                    </a:cubicBezTo>
                    <a:cubicBezTo>
                      <a:pt x="16175" y="332"/>
                      <a:pt x="16203" y="308"/>
                      <a:pt x="16230" y="285"/>
                    </a:cubicBezTo>
                    <a:close/>
                    <a:moveTo>
                      <a:pt x="16542" y="1"/>
                    </a:moveTo>
                    <a:cubicBezTo>
                      <a:pt x="16440" y="1"/>
                      <a:pt x="16339" y="1"/>
                      <a:pt x="16237" y="3"/>
                    </a:cubicBezTo>
                    <a:cubicBezTo>
                      <a:pt x="16079" y="3"/>
                      <a:pt x="15977" y="127"/>
                      <a:pt x="15853" y="223"/>
                    </a:cubicBezTo>
                    <a:cubicBezTo>
                      <a:pt x="14938" y="957"/>
                      <a:pt x="13956" y="1613"/>
                      <a:pt x="12945" y="2211"/>
                    </a:cubicBezTo>
                    <a:cubicBezTo>
                      <a:pt x="11414" y="3115"/>
                      <a:pt x="9760" y="3764"/>
                      <a:pt x="8257" y="4713"/>
                    </a:cubicBezTo>
                    <a:cubicBezTo>
                      <a:pt x="6286" y="5955"/>
                      <a:pt x="4508" y="7587"/>
                      <a:pt x="3305" y="9598"/>
                    </a:cubicBezTo>
                    <a:cubicBezTo>
                      <a:pt x="2955" y="10180"/>
                      <a:pt x="2650" y="10801"/>
                      <a:pt x="2463" y="11456"/>
                    </a:cubicBezTo>
                    <a:cubicBezTo>
                      <a:pt x="2057" y="12935"/>
                      <a:pt x="1735" y="14438"/>
                      <a:pt x="1447" y="15945"/>
                    </a:cubicBezTo>
                    <a:cubicBezTo>
                      <a:pt x="859" y="19018"/>
                      <a:pt x="447" y="22124"/>
                      <a:pt x="193" y="25241"/>
                    </a:cubicBezTo>
                    <a:cubicBezTo>
                      <a:pt x="114" y="26190"/>
                      <a:pt x="52" y="27144"/>
                      <a:pt x="7" y="28098"/>
                    </a:cubicBezTo>
                    <a:cubicBezTo>
                      <a:pt x="1" y="28172"/>
                      <a:pt x="74" y="28240"/>
                      <a:pt x="148" y="28240"/>
                    </a:cubicBezTo>
                    <a:lnTo>
                      <a:pt x="39849" y="28240"/>
                    </a:lnTo>
                    <a:cubicBezTo>
                      <a:pt x="39922" y="28240"/>
                      <a:pt x="39990" y="28172"/>
                      <a:pt x="39990" y="28098"/>
                    </a:cubicBezTo>
                    <a:cubicBezTo>
                      <a:pt x="39820" y="24733"/>
                      <a:pt x="39465" y="21378"/>
                      <a:pt x="38922" y="18052"/>
                    </a:cubicBezTo>
                    <a:cubicBezTo>
                      <a:pt x="38601" y="16098"/>
                      <a:pt x="38217" y="14144"/>
                      <a:pt x="37731" y="12218"/>
                    </a:cubicBezTo>
                    <a:cubicBezTo>
                      <a:pt x="37652" y="11902"/>
                      <a:pt x="37567" y="11580"/>
                      <a:pt x="37471" y="11264"/>
                    </a:cubicBezTo>
                    <a:cubicBezTo>
                      <a:pt x="37398" y="10987"/>
                      <a:pt x="37273" y="10716"/>
                      <a:pt x="37155" y="10462"/>
                    </a:cubicBezTo>
                    <a:cubicBezTo>
                      <a:pt x="36833" y="9779"/>
                      <a:pt x="36426" y="9140"/>
                      <a:pt x="35980" y="8542"/>
                    </a:cubicBezTo>
                    <a:cubicBezTo>
                      <a:pt x="34309" y="6322"/>
                      <a:pt x="31993" y="4662"/>
                      <a:pt x="29497" y="3487"/>
                    </a:cubicBezTo>
                    <a:cubicBezTo>
                      <a:pt x="28012" y="2793"/>
                      <a:pt x="26589" y="1991"/>
                      <a:pt x="25239" y="1048"/>
                    </a:cubicBezTo>
                    <a:cubicBezTo>
                      <a:pt x="24866" y="782"/>
                      <a:pt x="24499" y="511"/>
                      <a:pt x="24138" y="223"/>
                    </a:cubicBezTo>
                    <a:cubicBezTo>
                      <a:pt x="24070" y="172"/>
                      <a:pt x="24002" y="110"/>
                      <a:pt x="23929" y="60"/>
                    </a:cubicBezTo>
                    <a:cubicBezTo>
                      <a:pt x="23863" y="9"/>
                      <a:pt x="23792" y="1"/>
                      <a:pt x="23716" y="1"/>
                    </a:cubicBezTo>
                    <a:cubicBezTo>
                      <a:pt x="23681" y="1"/>
                      <a:pt x="23644" y="3"/>
                      <a:pt x="23607" y="3"/>
                    </a:cubicBezTo>
                    <a:lnTo>
                      <a:pt x="17152" y="3"/>
                    </a:lnTo>
                    <a:cubicBezTo>
                      <a:pt x="16949" y="3"/>
                      <a:pt x="16745" y="1"/>
                      <a:pt x="16542"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330" name="Google Shape;1330;p44">
              <a:extLst>
                <a:ext uri="{FF2B5EF4-FFF2-40B4-BE49-F238E27FC236}">
                  <a16:creationId xmlns:a16="http://schemas.microsoft.com/office/drawing/2014/main" id="{C8B2A5E8-FFF2-0504-72DF-613496D81692}"/>
                </a:ext>
              </a:extLst>
            </p:cNvPr>
            <p:cNvGrpSpPr/>
            <p:nvPr/>
          </p:nvGrpSpPr>
          <p:grpSpPr>
            <a:xfrm flipH="1">
              <a:off x="1669773" y="3367903"/>
              <a:ext cx="1150712" cy="1464791"/>
              <a:chOff x="511450" y="3191125"/>
              <a:chExt cx="999750" cy="1272625"/>
            </a:xfrm>
          </p:grpSpPr>
          <p:sp>
            <p:nvSpPr>
              <p:cNvPr id="1331" name="Google Shape;1331;p44">
                <a:extLst>
                  <a:ext uri="{FF2B5EF4-FFF2-40B4-BE49-F238E27FC236}">
                    <a16:creationId xmlns:a16="http://schemas.microsoft.com/office/drawing/2014/main" id="{FFB375B8-9AEA-C402-BBE2-60B20B76398F}"/>
                  </a:ext>
                </a:extLst>
              </p:cNvPr>
              <p:cNvSpPr/>
              <p:nvPr/>
            </p:nvSpPr>
            <p:spPr>
              <a:xfrm>
                <a:off x="511450" y="3757725"/>
                <a:ext cx="999750" cy="706025"/>
              </a:xfrm>
              <a:custGeom>
                <a:avLst/>
                <a:gdLst/>
                <a:ahLst/>
                <a:cxnLst/>
                <a:rect l="l" t="t" r="r" b="b"/>
                <a:pathLst>
                  <a:path w="39990" h="28241" extrusionOk="0">
                    <a:moveTo>
                      <a:pt x="23761" y="286"/>
                    </a:moveTo>
                    <a:cubicBezTo>
                      <a:pt x="24470" y="880"/>
                      <a:pt x="25239" y="1409"/>
                      <a:pt x="26018" y="1912"/>
                    </a:cubicBezTo>
                    <a:cubicBezTo>
                      <a:pt x="26831" y="2432"/>
                      <a:pt x="27667" y="2912"/>
                      <a:pt x="28531" y="3347"/>
                    </a:cubicBezTo>
                    <a:cubicBezTo>
                      <a:pt x="29417" y="3787"/>
                      <a:pt x="30315" y="4188"/>
                      <a:pt x="31168" y="4696"/>
                    </a:cubicBezTo>
                    <a:cubicBezTo>
                      <a:pt x="33393" y="6024"/>
                      <a:pt x="35426" y="7842"/>
                      <a:pt x="36668" y="10140"/>
                    </a:cubicBezTo>
                    <a:cubicBezTo>
                      <a:pt x="36877" y="10529"/>
                      <a:pt x="37080" y="10919"/>
                      <a:pt x="37199" y="11336"/>
                    </a:cubicBezTo>
                    <a:lnTo>
                      <a:pt x="37199" y="11336"/>
                    </a:lnTo>
                    <a:cubicBezTo>
                      <a:pt x="37199" y="11336"/>
                      <a:pt x="37199" y="11337"/>
                      <a:pt x="37199" y="11338"/>
                    </a:cubicBezTo>
                    <a:cubicBezTo>
                      <a:pt x="37199" y="11338"/>
                      <a:pt x="37199" y="11338"/>
                      <a:pt x="37199" y="11338"/>
                    </a:cubicBezTo>
                    <a:lnTo>
                      <a:pt x="37199" y="11338"/>
                    </a:lnTo>
                    <a:cubicBezTo>
                      <a:pt x="37199" y="11338"/>
                      <a:pt x="37200" y="11339"/>
                      <a:pt x="37200" y="11339"/>
                    </a:cubicBezTo>
                    <a:lnTo>
                      <a:pt x="37200" y="11339"/>
                    </a:lnTo>
                    <a:cubicBezTo>
                      <a:pt x="37482" y="12293"/>
                      <a:pt x="37696" y="13264"/>
                      <a:pt x="37905" y="14229"/>
                    </a:cubicBezTo>
                    <a:cubicBezTo>
                      <a:pt x="38470" y="16816"/>
                      <a:pt x="38888" y="19436"/>
                      <a:pt x="39198" y="22062"/>
                    </a:cubicBezTo>
                    <a:cubicBezTo>
                      <a:pt x="39430" y="24020"/>
                      <a:pt x="39597" y="25989"/>
                      <a:pt x="39694" y="27958"/>
                    </a:cubicBezTo>
                    <a:lnTo>
                      <a:pt x="295" y="27958"/>
                    </a:lnTo>
                    <a:cubicBezTo>
                      <a:pt x="479" y="24419"/>
                      <a:pt x="861" y="20886"/>
                      <a:pt x="1469" y="17392"/>
                    </a:cubicBezTo>
                    <a:cubicBezTo>
                      <a:pt x="1790" y="15517"/>
                      <a:pt x="2174" y="13647"/>
                      <a:pt x="2660" y="11806"/>
                    </a:cubicBezTo>
                    <a:cubicBezTo>
                      <a:pt x="2835" y="11163"/>
                      <a:pt x="3061" y="10598"/>
                      <a:pt x="3389" y="10011"/>
                    </a:cubicBezTo>
                    <a:cubicBezTo>
                      <a:pt x="4563" y="7910"/>
                      <a:pt x="6399" y="6216"/>
                      <a:pt x="8420" y="4945"/>
                    </a:cubicBezTo>
                    <a:cubicBezTo>
                      <a:pt x="9183" y="4465"/>
                      <a:pt x="9979" y="4041"/>
                      <a:pt x="10798" y="3663"/>
                    </a:cubicBezTo>
                    <a:cubicBezTo>
                      <a:pt x="11656" y="3262"/>
                      <a:pt x="12492" y="2816"/>
                      <a:pt x="13305" y="2330"/>
                    </a:cubicBezTo>
                    <a:cubicBezTo>
                      <a:pt x="14288" y="1732"/>
                      <a:pt x="15248" y="1082"/>
                      <a:pt x="16146" y="359"/>
                    </a:cubicBezTo>
                    <a:cubicBezTo>
                      <a:pt x="16172" y="333"/>
                      <a:pt x="16200" y="310"/>
                      <a:pt x="16229" y="286"/>
                    </a:cubicBezTo>
                    <a:close/>
                    <a:moveTo>
                      <a:pt x="16541" y="1"/>
                    </a:moveTo>
                    <a:cubicBezTo>
                      <a:pt x="16440" y="1"/>
                      <a:pt x="16338" y="2"/>
                      <a:pt x="16236" y="3"/>
                    </a:cubicBezTo>
                    <a:cubicBezTo>
                      <a:pt x="16078" y="9"/>
                      <a:pt x="15977" y="133"/>
                      <a:pt x="15852" y="229"/>
                    </a:cubicBezTo>
                    <a:cubicBezTo>
                      <a:pt x="14937" y="958"/>
                      <a:pt x="13955" y="1619"/>
                      <a:pt x="12944" y="2217"/>
                    </a:cubicBezTo>
                    <a:cubicBezTo>
                      <a:pt x="11414" y="3121"/>
                      <a:pt x="9753" y="3765"/>
                      <a:pt x="8251" y="4719"/>
                    </a:cubicBezTo>
                    <a:cubicBezTo>
                      <a:pt x="6286" y="5961"/>
                      <a:pt x="4501" y="7588"/>
                      <a:pt x="3304" y="9598"/>
                    </a:cubicBezTo>
                    <a:cubicBezTo>
                      <a:pt x="2954" y="10186"/>
                      <a:pt x="2643" y="10801"/>
                      <a:pt x="2463" y="11462"/>
                    </a:cubicBezTo>
                    <a:cubicBezTo>
                      <a:pt x="2056" y="12936"/>
                      <a:pt x="1734" y="14444"/>
                      <a:pt x="1446" y="15946"/>
                    </a:cubicBezTo>
                    <a:cubicBezTo>
                      <a:pt x="859" y="19018"/>
                      <a:pt x="446" y="22124"/>
                      <a:pt x="192" y="25241"/>
                    </a:cubicBezTo>
                    <a:cubicBezTo>
                      <a:pt x="113" y="26196"/>
                      <a:pt x="51" y="27145"/>
                      <a:pt x="6" y="28099"/>
                    </a:cubicBezTo>
                    <a:cubicBezTo>
                      <a:pt x="0" y="28178"/>
                      <a:pt x="74" y="28240"/>
                      <a:pt x="147" y="28240"/>
                    </a:cubicBezTo>
                    <a:lnTo>
                      <a:pt x="39842" y="28240"/>
                    </a:lnTo>
                    <a:cubicBezTo>
                      <a:pt x="39921" y="28240"/>
                      <a:pt x="39989" y="28178"/>
                      <a:pt x="39983" y="28099"/>
                    </a:cubicBezTo>
                    <a:cubicBezTo>
                      <a:pt x="39820" y="24739"/>
                      <a:pt x="39464" y="21384"/>
                      <a:pt x="38922" y="18058"/>
                    </a:cubicBezTo>
                    <a:cubicBezTo>
                      <a:pt x="38600" y="16098"/>
                      <a:pt x="38216" y="14150"/>
                      <a:pt x="37730" y="12224"/>
                    </a:cubicBezTo>
                    <a:cubicBezTo>
                      <a:pt x="37645" y="11902"/>
                      <a:pt x="37566" y="11580"/>
                      <a:pt x="37470" y="11264"/>
                    </a:cubicBezTo>
                    <a:cubicBezTo>
                      <a:pt x="37391" y="10988"/>
                      <a:pt x="37273" y="10722"/>
                      <a:pt x="37148" y="10462"/>
                    </a:cubicBezTo>
                    <a:cubicBezTo>
                      <a:pt x="36832" y="9785"/>
                      <a:pt x="36426" y="9146"/>
                      <a:pt x="35974" y="8542"/>
                    </a:cubicBezTo>
                    <a:cubicBezTo>
                      <a:pt x="34308" y="6323"/>
                      <a:pt x="31992" y="4663"/>
                      <a:pt x="29496" y="3494"/>
                    </a:cubicBezTo>
                    <a:cubicBezTo>
                      <a:pt x="28011" y="2793"/>
                      <a:pt x="26582" y="1991"/>
                      <a:pt x="25238" y="1048"/>
                    </a:cubicBezTo>
                    <a:cubicBezTo>
                      <a:pt x="24866" y="788"/>
                      <a:pt x="24493" y="517"/>
                      <a:pt x="24137" y="229"/>
                    </a:cubicBezTo>
                    <a:cubicBezTo>
                      <a:pt x="24069" y="173"/>
                      <a:pt x="24001" y="111"/>
                      <a:pt x="23928" y="60"/>
                    </a:cubicBezTo>
                    <a:cubicBezTo>
                      <a:pt x="23862" y="10"/>
                      <a:pt x="23791" y="2"/>
                      <a:pt x="23715" y="2"/>
                    </a:cubicBezTo>
                    <a:cubicBezTo>
                      <a:pt x="23680" y="2"/>
                      <a:pt x="23644" y="3"/>
                      <a:pt x="23606" y="3"/>
                    </a:cubicBezTo>
                    <a:lnTo>
                      <a:pt x="17151" y="3"/>
                    </a:lnTo>
                    <a:cubicBezTo>
                      <a:pt x="16948" y="3"/>
                      <a:pt x="16745" y="1"/>
                      <a:pt x="16541"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32" name="Google Shape;1332;p44">
                <a:extLst>
                  <a:ext uri="{FF2B5EF4-FFF2-40B4-BE49-F238E27FC236}">
                    <a16:creationId xmlns:a16="http://schemas.microsoft.com/office/drawing/2014/main" id="{0B5A2AE8-7FC6-33DA-5B25-0E4C3F78D40B}"/>
                  </a:ext>
                </a:extLst>
              </p:cNvPr>
              <p:cNvSpPr/>
              <p:nvPr/>
            </p:nvSpPr>
            <p:spPr>
              <a:xfrm>
                <a:off x="916775" y="3306225"/>
                <a:ext cx="335625" cy="458650"/>
              </a:xfrm>
              <a:custGeom>
                <a:avLst/>
                <a:gdLst/>
                <a:ahLst/>
                <a:cxnLst/>
                <a:rect l="l" t="t" r="r" b="b"/>
                <a:pathLst>
                  <a:path w="13425" h="18346" extrusionOk="0">
                    <a:moveTo>
                      <a:pt x="10560" y="355"/>
                    </a:moveTo>
                    <a:cubicBezTo>
                      <a:pt x="11145" y="1137"/>
                      <a:pt x="11448" y="2090"/>
                      <a:pt x="11448" y="3064"/>
                    </a:cubicBezTo>
                    <a:cubicBezTo>
                      <a:pt x="11448" y="3635"/>
                      <a:pt x="11448" y="4205"/>
                      <a:pt x="11448" y="4775"/>
                    </a:cubicBezTo>
                    <a:cubicBezTo>
                      <a:pt x="11448" y="4979"/>
                      <a:pt x="11437" y="5182"/>
                      <a:pt x="11448" y="5385"/>
                    </a:cubicBezTo>
                    <a:cubicBezTo>
                      <a:pt x="11454" y="5464"/>
                      <a:pt x="11487" y="5493"/>
                      <a:pt x="11544" y="5538"/>
                    </a:cubicBezTo>
                    <a:cubicBezTo>
                      <a:pt x="11634" y="5605"/>
                      <a:pt x="11725" y="5679"/>
                      <a:pt x="11809" y="5747"/>
                    </a:cubicBezTo>
                    <a:cubicBezTo>
                      <a:pt x="12075" y="5956"/>
                      <a:pt x="12335" y="6159"/>
                      <a:pt x="12594" y="6368"/>
                    </a:cubicBezTo>
                    <a:cubicBezTo>
                      <a:pt x="12758" y="6498"/>
                      <a:pt x="12984" y="6628"/>
                      <a:pt x="13046" y="6842"/>
                    </a:cubicBezTo>
                    <a:cubicBezTo>
                      <a:pt x="13097" y="7023"/>
                      <a:pt x="13024" y="7215"/>
                      <a:pt x="12888" y="7339"/>
                    </a:cubicBezTo>
                    <a:cubicBezTo>
                      <a:pt x="12764" y="7452"/>
                      <a:pt x="12600" y="7486"/>
                      <a:pt x="12436" y="7486"/>
                    </a:cubicBezTo>
                    <a:lnTo>
                      <a:pt x="11567" y="7486"/>
                    </a:lnTo>
                    <a:cubicBezTo>
                      <a:pt x="11487" y="7486"/>
                      <a:pt x="11431" y="7554"/>
                      <a:pt x="11425" y="7627"/>
                    </a:cubicBezTo>
                    <a:cubicBezTo>
                      <a:pt x="11267" y="9400"/>
                      <a:pt x="10302" y="11044"/>
                      <a:pt x="8833" y="12043"/>
                    </a:cubicBezTo>
                    <a:cubicBezTo>
                      <a:pt x="8421" y="12320"/>
                      <a:pt x="7975" y="12552"/>
                      <a:pt x="7506" y="12721"/>
                    </a:cubicBezTo>
                    <a:cubicBezTo>
                      <a:pt x="7450" y="12744"/>
                      <a:pt x="7404" y="12789"/>
                      <a:pt x="7404" y="12857"/>
                    </a:cubicBezTo>
                    <a:lnTo>
                      <a:pt x="7404" y="14664"/>
                    </a:lnTo>
                    <a:lnTo>
                      <a:pt x="7404" y="17550"/>
                    </a:lnTo>
                    <a:lnTo>
                      <a:pt x="7404" y="18063"/>
                    </a:lnTo>
                    <a:lnTo>
                      <a:pt x="283" y="18063"/>
                    </a:lnTo>
                    <a:lnTo>
                      <a:pt x="283" y="16522"/>
                    </a:lnTo>
                    <a:lnTo>
                      <a:pt x="283" y="13834"/>
                    </a:lnTo>
                    <a:lnTo>
                      <a:pt x="283" y="13218"/>
                    </a:lnTo>
                    <a:lnTo>
                      <a:pt x="283" y="11563"/>
                    </a:lnTo>
                    <a:lnTo>
                      <a:pt x="283" y="10643"/>
                    </a:lnTo>
                    <a:lnTo>
                      <a:pt x="283" y="8480"/>
                    </a:lnTo>
                    <a:lnTo>
                      <a:pt x="283" y="6221"/>
                    </a:lnTo>
                    <a:lnTo>
                      <a:pt x="283" y="5425"/>
                    </a:lnTo>
                    <a:cubicBezTo>
                      <a:pt x="283" y="5353"/>
                      <a:pt x="288" y="5278"/>
                      <a:pt x="290" y="5204"/>
                    </a:cubicBezTo>
                    <a:lnTo>
                      <a:pt x="290" y="5204"/>
                    </a:lnTo>
                    <a:cubicBezTo>
                      <a:pt x="583" y="5290"/>
                      <a:pt x="878" y="5370"/>
                      <a:pt x="1175" y="5430"/>
                    </a:cubicBezTo>
                    <a:cubicBezTo>
                      <a:pt x="1435" y="5487"/>
                      <a:pt x="1712" y="5543"/>
                      <a:pt x="1983" y="5543"/>
                    </a:cubicBezTo>
                    <a:cubicBezTo>
                      <a:pt x="2056" y="5543"/>
                      <a:pt x="2119" y="5476"/>
                      <a:pt x="2124" y="5402"/>
                    </a:cubicBezTo>
                    <a:cubicBezTo>
                      <a:pt x="2135" y="4933"/>
                      <a:pt x="2152" y="4465"/>
                      <a:pt x="2164" y="4002"/>
                    </a:cubicBezTo>
                    <a:cubicBezTo>
                      <a:pt x="2192" y="3262"/>
                      <a:pt x="2215" y="2516"/>
                      <a:pt x="2237" y="1777"/>
                    </a:cubicBezTo>
                    <a:cubicBezTo>
                      <a:pt x="2241" y="1658"/>
                      <a:pt x="2245" y="1536"/>
                      <a:pt x="2249" y="1416"/>
                    </a:cubicBezTo>
                    <a:lnTo>
                      <a:pt x="2249" y="1416"/>
                    </a:lnTo>
                    <a:cubicBezTo>
                      <a:pt x="3183" y="1496"/>
                      <a:pt x="4132" y="1554"/>
                      <a:pt x="5078" y="1554"/>
                    </a:cubicBezTo>
                    <a:cubicBezTo>
                      <a:pt x="6103" y="1554"/>
                      <a:pt x="7126" y="1486"/>
                      <a:pt x="8127" y="1302"/>
                    </a:cubicBezTo>
                    <a:cubicBezTo>
                      <a:pt x="8907" y="1161"/>
                      <a:pt x="9754" y="952"/>
                      <a:pt x="10403" y="478"/>
                    </a:cubicBezTo>
                    <a:cubicBezTo>
                      <a:pt x="10458" y="440"/>
                      <a:pt x="10509" y="399"/>
                      <a:pt x="10560" y="355"/>
                    </a:cubicBezTo>
                    <a:close/>
                    <a:moveTo>
                      <a:pt x="10570" y="1"/>
                    </a:moveTo>
                    <a:cubicBezTo>
                      <a:pt x="10532" y="1"/>
                      <a:pt x="10494" y="15"/>
                      <a:pt x="10471" y="43"/>
                    </a:cubicBezTo>
                    <a:cubicBezTo>
                      <a:pt x="10463" y="52"/>
                      <a:pt x="10457" y="59"/>
                      <a:pt x="10453" y="65"/>
                    </a:cubicBezTo>
                    <a:lnTo>
                      <a:pt x="10453" y="65"/>
                    </a:lnTo>
                    <a:cubicBezTo>
                      <a:pt x="10457" y="60"/>
                      <a:pt x="10460" y="55"/>
                      <a:pt x="10460" y="55"/>
                    </a:cubicBezTo>
                    <a:cubicBezTo>
                      <a:pt x="10459" y="55"/>
                      <a:pt x="10457" y="56"/>
                      <a:pt x="10454" y="60"/>
                    </a:cubicBezTo>
                    <a:cubicBezTo>
                      <a:pt x="10443" y="71"/>
                      <a:pt x="10431" y="82"/>
                      <a:pt x="10420" y="94"/>
                    </a:cubicBezTo>
                    <a:cubicBezTo>
                      <a:pt x="10381" y="138"/>
                      <a:pt x="10332" y="177"/>
                      <a:pt x="10287" y="216"/>
                    </a:cubicBezTo>
                    <a:lnTo>
                      <a:pt x="10287" y="216"/>
                    </a:lnTo>
                    <a:cubicBezTo>
                      <a:pt x="10276" y="224"/>
                      <a:pt x="10261" y="236"/>
                      <a:pt x="10256" y="241"/>
                    </a:cubicBezTo>
                    <a:cubicBezTo>
                      <a:pt x="10234" y="252"/>
                      <a:pt x="10217" y="263"/>
                      <a:pt x="10194" y="280"/>
                    </a:cubicBezTo>
                    <a:cubicBezTo>
                      <a:pt x="10149" y="314"/>
                      <a:pt x="10098" y="342"/>
                      <a:pt x="10047" y="376"/>
                    </a:cubicBezTo>
                    <a:cubicBezTo>
                      <a:pt x="9912" y="449"/>
                      <a:pt x="9771" y="517"/>
                      <a:pt x="9630" y="579"/>
                    </a:cubicBezTo>
                    <a:cubicBezTo>
                      <a:pt x="9596" y="596"/>
                      <a:pt x="9584" y="602"/>
                      <a:pt x="9528" y="625"/>
                    </a:cubicBezTo>
                    <a:cubicBezTo>
                      <a:pt x="9477" y="641"/>
                      <a:pt x="9426" y="664"/>
                      <a:pt x="9381" y="681"/>
                    </a:cubicBezTo>
                    <a:cubicBezTo>
                      <a:pt x="9274" y="721"/>
                      <a:pt x="9172" y="754"/>
                      <a:pt x="9065" y="788"/>
                    </a:cubicBezTo>
                    <a:cubicBezTo>
                      <a:pt x="8805" y="867"/>
                      <a:pt x="8540" y="930"/>
                      <a:pt x="8280" y="986"/>
                    </a:cubicBezTo>
                    <a:cubicBezTo>
                      <a:pt x="7534" y="1138"/>
                      <a:pt x="6772" y="1212"/>
                      <a:pt x="6015" y="1240"/>
                    </a:cubicBezTo>
                    <a:cubicBezTo>
                      <a:pt x="5681" y="1255"/>
                      <a:pt x="5347" y="1261"/>
                      <a:pt x="5012" y="1261"/>
                    </a:cubicBezTo>
                    <a:cubicBezTo>
                      <a:pt x="4044" y="1261"/>
                      <a:pt x="3074" y="1205"/>
                      <a:pt x="2113" y="1122"/>
                    </a:cubicBezTo>
                    <a:cubicBezTo>
                      <a:pt x="2108" y="1121"/>
                      <a:pt x="2103" y="1120"/>
                      <a:pt x="2098" y="1120"/>
                    </a:cubicBezTo>
                    <a:cubicBezTo>
                      <a:pt x="2026" y="1120"/>
                      <a:pt x="1972" y="1194"/>
                      <a:pt x="1972" y="1263"/>
                    </a:cubicBezTo>
                    <a:cubicBezTo>
                      <a:pt x="1955" y="1726"/>
                      <a:pt x="1943" y="2195"/>
                      <a:pt x="1927" y="2663"/>
                    </a:cubicBezTo>
                    <a:cubicBezTo>
                      <a:pt x="1904" y="3403"/>
                      <a:pt x="1881" y="4143"/>
                      <a:pt x="1859" y="4888"/>
                    </a:cubicBezTo>
                    <a:lnTo>
                      <a:pt x="1847" y="5256"/>
                    </a:lnTo>
                    <a:lnTo>
                      <a:pt x="1847" y="5256"/>
                    </a:lnTo>
                    <a:cubicBezTo>
                      <a:pt x="1632" y="5241"/>
                      <a:pt x="1419" y="5196"/>
                      <a:pt x="1209" y="5154"/>
                    </a:cubicBezTo>
                    <a:cubicBezTo>
                      <a:pt x="859" y="5075"/>
                      <a:pt x="520" y="4979"/>
                      <a:pt x="182" y="4871"/>
                    </a:cubicBezTo>
                    <a:cubicBezTo>
                      <a:pt x="169" y="4867"/>
                      <a:pt x="156" y="4866"/>
                      <a:pt x="144" y="4866"/>
                    </a:cubicBezTo>
                    <a:cubicBezTo>
                      <a:pt x="67" y="4866"/>
                      <a:pt x="1" y="4934"/>
                      <a:pt x="1" y="5007"/>
                    </a:cubicBezTo>
                    <a:lnTo>
                      <a:pt x="1" y="5995"/>
                    </a:lnTo>
                    <a:lnTo>
                      <a:pt x="1" y="8186"/>
                    </a:lnTo>
                    <a:lnTo>
                      <a:pt x="1" y="10423"/>
                    </a:lnTo>
                    <a:lnTo>
                      <a:pt x="1" y="11546"/>
                    </a:lnTo>
                    <a:lnTo>
                      <a:pt x="1" y="13150"/>
                    </a:lnTo>
                    <a:lnTo>
                      <a:pt x="1" y="13218"/>
                    </a:lnTo>
                    <a:lnTo>
                      <a:pt x="1" y="14907"/>
                    </a:lnTo>
                    <a:lnTo>
                      <a:pt x="1" y="17589"/>
                    </a:lnTo>
                    <a:lnTo>
                      <a:pt x="1" y="18205"/>
                    </a:lnTo>
                    <a:cubicBezTo>
                      <a:pt x="1" y="18284"/>
                      <a:pt x="63" y="18346"/>
                      <a:pt x="142" y="18346"/>
                    </a:cubicBezTo>
                    <a:lnTo>
                      <a:pt x="7546" y="18346"/>
                    </a:lnTo>
                    <a:cubicBezTo>
                      <a:pt x="7575" y="18346"/>
                      <a:pt x="7600" y="18338"/>
                      <a:pt x="7620" y="18326"/>
                    </a:cubicBezTo>
                    <a:lnTo>
                      <a:pt x="7620" y="18326"/>
                    </a:lnTo>
                    <a:cubicBezTo>
                      <a:pt x="7659" y="18304"/>
                      <a:pt x="7687" y="18264"/>
                      <a:pt x="7687" y="18205"/>
                    </a:cubicBezTo>
                    <a:lnTo>
                      <a:pt x="7687" y="16398"/>
                    </a:lnTo>
                    <a:lnTo>
                      <a:pt x="7687" y="13517"/>
                    </a:lnTo>
                    <a:lnTo>
                      <a:pt x="7687" y="12954"/>
                    </a:lnTo>
                    <a:lnTo>
                      <a:pt x="7687" y="12954"/>
                    </a:lnTo>
                    <a:cubicBezTo>
                      <a:pt x="9390" y="12299"/>
                      <a:pt x="10754" y="10919"/>
                      <a:pt x="11369" y="9197"/>
                    </a:cubicBezTo>
                    <a:cubicBezTo>
                      <a:pt x="11534" y="8734"/>
                      <a:pt x="11642" y="8256"/>
                      <a:pt x="11694" y="7768"/>
                    </a:cubicBezTo>
                    <a:lnTo>
                      <a:pt x="12402" y="7768"/>
                    </a:lnTo>
                    <a:cubicBezTo>
                      <a:pt x="12781" y="7768"/>
                      <a:pt x="13137" y="7616"/>
                      <a:pt x="13283" y="7249"/>
                    </a:cubicBezTo>
                    <a:cubicBezTo>
                      <a:pt x="13425" y="6916"/>
                      <a:pt x="13295" y="6566"/>
                      <a:pt x="13018" y="6345"/>
                    </a:cubicBezTo>
                    <a:cubicBezTo>
                      <a:pt x="12786" y="6165"/>
                      <a:pt x="12555" y="5984"/>
                      <a:pt x="12323" y="5797"/>
                    </a:cubicBezTo>
                    <a:cubicBezTo>
                      <a:pt x="12127" y="5639"/>
                      <a:pt x="11927" y="5485"/>
                      <a:pt x="11730" y="5327"/>
                    </a:cubicBezTo>
                    <a:lnTo>
                      <a:pt x="11730" y="5327"/>
                    </a:lnTo>
                    <a:lnTo>
                      <a:pt x="11730" y="3838"/>
                    </a:lnTo>
                    <a:cubicBezTo>
                      <a:pt x="11730" y="3143"/>
                      <a:pt x="11753" y="2460"/>
                      <a:pt x="11567" y="1777"/>
                    </a:cubicBezTo>
                    <a:cubicBezTo>
                      <a:pt x="11391" y="1144"/>
                      <a:pt x="11081" y="557"/>
                      <a:pt x="10669" y="43"/>
                    </a:cubicBezTo>
                    <a:cubicBezTo>
                      <a:pt x="10646" y="15"/>
                      <a:pt x="10608" y="1"/>
                      <a:pt x="10570"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33" name="Google Shape;1333;p44">
                <a:extLst>
                  <a:ext uri="{FF2B5EF4-FFF2-40B4-BE49-F238E27FC236}">
                    <a16:creationId xmlns:a16="http://schemas.microsoft.com/office/drawing/2014/main" id="{E79CF29C-C73D-331A-6A8C-D571898B6563}"/>
                  </a:ext>
                </a:extLst>
              </p:cNvPr>
              <p:cNvSpPr/>
              <p:nvPr/>
            </p:nvSpPr>
            <p:spPr>
              <a:xfrm>
                <a:off x="748200" y="3191125"/>
                <a:ext cx="458600" cy="407500"/>
              </a:xfrm>
              <a:custGeom>
                <a:avLst/>
                <a:gdLst/>
                <a:ahLst/>
                <a:cxnLst/>
                <a:rect l="l" t="t" r="r" b="b"/>
                <a:pathLst>
                  <a:path w="18344" h="16300" extrusionOk="0">
                    <a:moveTo>
                      <a:pt x="17197" y="4664"/>
                    </a:moveTo>
                    <a:cubicBezTo>
                      <a:pt x="17188" y="4677"/>
                      <a:pt x="17183" y="4681"/>
                      <a:pt x="17183" y="4681"/>
                    </a:cubicBezTo>
                    <a:cubicBezTo>
                      <a:pt x="17182" y="4681"/>
                      <a:pt x="17188" y="4673"/>
                      <a:pt x="17197" y="4664"/>
                    </a:cubicBezTo>
                    <a:close/>
                    <a:moveTo>
                      <a:pt x="17035" y="4812"/>
                    </a:moveTo>
                    <a:cubicBezTo>
                      <a:pt x="17033" y="4813"/>
                      <a:pt x="17031" y="4814"/>
                      <a:pt x="17028" y="4816"/>
                    </a:cubicBezTo>
                    <a:cubicBezTo>
                      <a:pt x="17030" y="4815"/>
                      <a:pt x="17033" y="4814"/>
                      <a:pt x="17035" y="4812"/>
                    </a:cubicBezTo>
                    <a:close/>
                    <a:moveTo>
                      <a:pt x="8794" y="286"/>
                    </a:moveTo>
                    <a:cubicBezTo>
                      <a:pt x="8833" y="286"/>
                      <a:pt x="8873" y="287"/>
                      <a:pt x="8912" y="287"/>
                    </a:cubicBezTo>
                    <a:cubicBezTo>
                      <a:pt x="9720" y="293"/>
                      <a:pt x="10544" y="394"/>
                      <a:pt x="11307" y="660"/>
                    </a:cubicBezTo>
                    <a:cubicBezTo>
                      <a:pt x="11561" y="750"/>
                      <a:pt x="11815" y="858"/>
                      <a:pt x="12030" y="1021"/>
                    </a:cubicBezTo>
                    <a:cubicBezTo>
                      <a:pt x="12346" y="1258"/>
                      <a:pt x="12685" y="1456"/>
                      <a:pt x="13063" y="1580"/>
                    </a:cubicBezTo>
                    <a:cubicBezTo>
                      <a:pt x="13442" y="1705"/>
                      <a:pt x="13843" y="1750"/>
                      <a:pt x="14238" y="1784"/>
                    </a:cubicBezTo>
                    <a:cubicBezTo>
                      <a:pt x="14769" y="1829"/>
                      <a:pt x="15300" y="1846"/>
                      <a:pt x="15830" y="1885"/>
                    </a:cubicBezTo>
                    <a:cubicBezTo>
                      <a:pt x="16175" y="1908"/>
                      <a:pt x="16519" y="1936"/>
                      <a:pt x="16857" y="1970"/>
                    </a:cubicBezTo>
                    <a:lnTo>
                      <a:pt x="16857" y="1970"/>
                    </a:lnTo>
                    <a:cubicBezTo>
                      <a:pt x="16857" y="1970"/>
                      <a:pt x="16858" y="1970"/>
                      <a:pt x="16858" y="1970"/>
                    </a:cubicBezTo>
                    <a:cubicBezTo>
                      <a:pt x="17304" y="2015"/>
                      <a:pt x="17863" y="2162"/>
                      <a:pt x="17988" y="2636"/>
                    </a:cubicBezTo>
                    <a:cubicBezTo>
                      <a:pt x="18089" y="2992"/>
                      <a:pt x="17942" y="3404"/>
                      <a:pt x="17784" y="3738"/>
                    </a:cubicBezTo>
                    <a:cubicBezTo>
                      <a:pt x="17638" y="4037"/>
                      <a:pt x="17457" y="4319"/>
                      <a:pt x="17259" y="4590"/>
                    </a:cubicBezTo>
                    <a:cubicBezTo>
                      <a:pt x="17253" y="4596"/>
                      <a:pt x="17242" y="4607"/>
                      <a:pt x="17237" y="4613"/>
                    </a:cubicBezTo>
                    <a:cubicBezTo>
                      <a:pt x="17235" y="4616"/>
                      <a:pt x="17234" y="4617"/>
                      <a:pt x="17234" y="4617"/>
                    </a:cubicBezTo>
                    <a:cubicBezTo>
                      <a:pt x="17235" y="4617"/>
                      <a:pt x="17245" y="4603"/>
                      <a:pt x="17247" y="4603"/>
                    </a:cubicBezTo>
                    <a:cubicBezTo>
                      <a:pt x="17247" y="4603"/>
                      <a:pt x="17246" y="4606"/>
                      <a:pt x="17242" y="4613"/>
                    </a:cubicBezTo>
                    <a:cubicBezTo>
                      <a:pt x="17231" y="4624"/>
                      <a:pt x="17225" y="4636"/>
                      <a:pt x="17214" y="4641"/>
                    </a:cubicBezTo>
                    <a:cubicBezTo>
                      <a:pt x="17207" y="4650"/>
                      <a:pt x="17202" y="4658"/>
                      <a:pt x="17197" y="4664"/>
                    </a:cubicBezTo>
                    <a:lnTo>
                      <a:pt x="17197" y="4664"/>
                    </a:lnTo>
                    <a:cubicBezTo>
                      <a:pt x="17183" y="4679"/>
                      <a:pt x="17173" y="4693"/>
                      <a:pt x="17157" y="4703"/>
                    </a:cubicBezTo>
                    <a:cubicBezTo>
                      <a:pt x="17129" y="4737"/>
                      <a:pt x="17095" y="4765"/>
                      <a:pt x="17061" y="4794"/>
                    </a:cubicBezTo>
                    <a:cubicBezTo>
                      <a:pt x="17053" y="4798"/>
                      <a:pt x="17044" y="4806"/>
                      <a:pt x="17035" y="4812"/>
                    </a:cubicBezTo>
                    <a:lnTo>
                      <a:pt x="17035" y="4812"/>
                    </a:lnTo>
                    <a:cubicBezTo>
                      <a:pt x="17040" y="4809"/>
                      <a:pt x="17042" y="4808"/>
                      <a:pt x="17042" y="4808"/>
                    </a:cubicBezTo>
                    <a:cubicBezTo>
                      <a:pt x="17043" y="4808"/>
                      <a:pt x="17031" y="4817"/>
                      <a:pt x="17016" y="4828"/>
                    </a:cubicBezTo>
                    <a:cubicBezTo>
                      <a:pt x="16988" y="4850"/>
                      <a:pt x="16960" y="4873"/>
                      <a:pt x="16926" y="4890"/>
                    </a:cubicBezTo>
                    <a:cubicBezTo>
                      <a:pt x="16751" y="5008"/>
                      <a:pt x="16565" y="5104"/>
                      <a:pt x="16373" y="5183"/>
                    </a:cubicBezTo>
                    <a:cubicBezTo>
                      <a:pt x="16339" y="5200"/>
                      <a:pt x="16350" y="5195"/>
                      <a:pt x="16299" y="5217"/>
                    </a:cubicBezTo>
                    <a:cubicBezTo>
                      <a:pt x="16265" y="5229"/>
                      <a:pt x="16231" y="5245"/>
                      <a:pt x="16197" y="5257"/>
                    </a:cubicBezTo>
                    <a:cubicBezTo>
                      <a:pt x="16124" y="5285"/>
                      <a:pt x="16051" y="5313"/>
                      <a:pt x="15972" y="5336"/>
                    </a:cubicBezTo>
                    <a:cubicBezTo>
                      <a:pt x="15802" y="5392"/>
                      <a:pt x="15627" y="5443"/>
                      <a:pt x="15452" y="5488"/>
                    </a:cubicBezTo>
                    <a:cubicBezTo>
                      <a:pt x="15000" y="5607"/>
                      <a:pt x="14537" y="5686"/>
                      <a:pt x="14074" y="5742"/>
                    </a:cubicBezTo>
                    <a:cubicBezTo>
                      <a:pt x="13324" y="5834"/>
                      <a:pt x="12567" y="5870"/>
                      <a:pt x="11809" y="5870"/>
                    </a:cubicBezTo>
                    <a:cubicBezTo>
                      <a:pt x="11066" y="5870"/>
                      <a:pt x="10323" y="5835"/>
                      <a:pt x="9584" y="5782"/>
                    </a:cubicBezTo>
                    <a:cubicBezTo>
                      <a:pt x="9342" y="5765"/>
                      <a:pt x="9099" y="5748"/>
                      <a:pt x="8856" y="5726"/>
                    </a:cubicBezTo>
                    <a:cubicBezTo>
                      <a:pt x="8851" y="5725"/>
                      <a:pt x="8846" y="5724"/>
                      <a:pt x="8841" y="5724"/>
                    </a:cubicBezTo>
                    <a:cubicBezTo>
                      <a:pt x="8769" y="5724"/>
                      <a:pt x="8715" y="5798"/>
                      <a:pt x="8715" y="5867"/>
                    </a:cubicBezTo>
                    <a:cubicBezTo>
                      <a:pt x="8698" y="6330"/>
                      <a:pt x="8686" y="6799"/>
                      <a:pt x="8670" y="7267"/>
                    </a:cubicBezTo>
                    <a:cubicBezTo>
                      <a:pt x="8647" y="8007"/>
                      <a:pt x="8624" y="8747"/>
                      <a:pt x="8602" y="9492"/>
                    </a:cubicBezTo>
                    <a:lnTo>
                      <a:pt x="8590" y="9860"/>
                    </a:lnTo>
                    <a:lnTo>
                      <a:pt x="8590" y="9860"/>
                    </a:lnTo>
                    <a:cubicBezTo>
                      <a:pt x="8375" y="9845"/>
                      <a:pt x="8162" y="9800"/>
                      <a:pt x="7952" y="9758"/>
                    </a:cubicBezTo>
                    <a:cubicBezTo>
                      <a:pt x="7602" y="9679"/>
                      <a:pt x="7263" y="9583"/>
                      <a:pt x="6925" y="9475"/>
                    </a:cubicBezTo>
                    <a:cubicBezTo>
                      <a:pt x="6912" y="9471"/>
                      <a:pt x="6899" y="9470"/>
                      <a:pt x="6887" y="9470"/>
                    </a:cubicBezTo>
                    <a:cubicBezTo>
                      <a:pt x="6810" y="9470"/>
                      <a:pt x="6744" y="9538"/>
                      <a:pt x="6744" y="9611"/>
                    </a:cubicBezTo>
                    <a:lnTo>
                      <a:pt x="6744" y="11825"/>
                    </a:lnTo>
                    <a:lnTo>
                      <a:pt x="6744" y="15343"/>
                    </a:lnTo>
                    <a:lnTo>
                      <a:pt x="6744" y="15939"/>
                    </a:lnTo>
                    <a:lnTo>
                      <a:pt x="6744" y="15939"/>
                    </a:lnTo>
                    <a:cubicBezTo>
                      <a:pt x="6623" y="15884"/>
                      <a:pt x="6505" y="15824"/>
                      <a:pt x="6388" y="15761"/>
                    </a:cubicBezTo>
                    <a:cubicBezTo>
                      <a:pt x="5936" y="15512"/>
                      <a:pt x="5501" y="15219"/>
                      <a:pt x="5100" y="14891"/>
                    </a:cubicBezTo>
                    <a:cubicBezTo>
                      <a:pt x="5090" y="14883"/>
                      <a:pt x="5079" y="14876"/>
                      <a:pt x="5067" y="14871"/>
                    </a:cubicBezTo>
                    <a:lnTo>
                      <a:pt x="5067" y="14871"/>
                    </a:lnTo>
                    <a:cubicBezTo>
                      <a:pt x="5069" y="14870"/>
                      <a:pt x="5071" y="14869"/>
                      <a:pt x="5072" y="14869"/>
                    </a:cubicBezTo>
                    <a:cubicBezTo>
                      <a:pt x="4767" y="14682"/>
                      <a:pt x="4479" y="14473"/>
                      <a:pt x="4214" y="14242"/>
                    </a:cubicBezTo>
                    <a:cubicBezTo>
                      <a:pt x="4084" y="14129"/>
                      <a:pt x="3954" y="14004"/>
                      <a:pt x="3830" y="13880"/>
                    </a:cubicBezTo>
                    <a:cubicBezTo>
                      <a:pt x="3773" y="13824"/>
                      <a:pt x="3722" y="13756"/>
                      <a:pt x="3660" y="13705"/>
                    </a:cubicBezTo>
                    <a:cubicBezTo>
                      <a:pt x="3615" y="13660"/>
                      <a:pt x="3553" y="13632"/>
                      <a:pt x="3502" y="13598"/>
                    </a:cubicBezTo>
                    <a:cubicBezTo>
                      <a:pt x="3096" y="13344"/>
                      <a:pt x="2740" y="13011"/>
                      <a:pt x="2429" y="12649"/>
                    </a:cubicBezTo>
                    <a:cubicBezTo>
                      <a:pt x="1723" y="11836"/>
                      <a:pt x="1204" y="10853"/>
                      <a:pt x="854" y="9842"/>
                    </a:cubicBezTo>
                    <a:cubicBezTo>
                      <a:pt x="526" y="8894"/>
                      <a:pt x="317" y="7860"/>
                      <a:pt x="436" y="6861"/>
                    </a:cubicBezTo>
                    <a:cubicBezTo>
                      <a:pt x="492" y="6381"/>
                      <a:pt x="650" y="5912"/>
                      <a:pt x="893" y="5500"/>
                    </a:cubicBezTo>
                    <a:cubicBezTo>
                      <a:pt x="1108" y="5133"/>
                      <a:pt x="1407" y="4839"/>
                      <a:pt x="1752" y="4590"/>
                    </a:cubicBezTo>
                    <a:cubicBezTo>
                      <a:pt x="2113" y="4336"/>
                      <a:pt x="2497" y="4116"/>
                      <a:pt x="2853" y="3851"/>
                    </a:cubicBezTo>
                    <a:cubicBezTo>
                      <a:pt x="3327" y="3495"/>
                      <a:pt x="3745" y="3077"/>
                      <a:pt x="4101" y="2603"/>
                    </a:cubicBezTo>
                    <a:cubicBezTo>
                      <a:pt x="4287" y="2360"/>
                      <a:pt x="4434" y="2094"/>
                      <a:pt x="4626" y="1857"/>
                    </a:cubicBezTo>
                    <a:cubicBezTo>
                      <a:pt x="4762" y="1688"/>
                      <a:pt x="4914" y="1530"/>
                      <a:pt x="5083" y="1388"/>
                    </a:cubicBezTo>
                    <a:cubicBezTo>
                      <a:pt x="5411" y="1112"/>
                      <a:pt x="5795" y="897"/>
                      <a:pt x="6196" y="733"/>
                    </a:cubicBezTo>
                    <a:cubicBezTo>
                      <a:pt x="7018" y="409"/>
                      <a:pt x="7912" y="286"/>
                      <a:pt x="8794" y="286"/>
                    </a:cubicBezTo>
                    <a:close/>
                    <a:moveTo>
                      <a:pt x="8785" y="0"/>
                    </a:moveTo>
                    <a:cubicBezTo>
                      <a:pt x="8056" y="0"/>
                      <a:pt x="7319" y="87"/>
                      <a:pt x="6620" y="293"/>
                    </a:cubicBezTo>
                    <a:cubicBezTo>
                      <a:pt x="5739" y="553"/>
                      <a:pt x="4908" y="1016"/>
                      <a:pt x="4349" y="1755"/>
                    </a:cubicBezTo>
                    <a:cubicBezTo>
                      <a:pt x="4152" y="2015"/>
                      <a:pt x="3988" y="2303"/>
                      <a:pt x="3779" y="2557"/>
                    </a:cubicBezTo>
                    <a:cubicBezTo>
                      <a:pt x="3581" y="2806"/>
                      <a:pt x="3367" y="3037"/>
                      <a:pt x="3135" y="3252"/>
                    </a:cubicBezTo>
                    <a:cubicBezTo>
                      <a:pt x="2774" y="3585"/>
                      <a:pt x="2367" y="3851"/>
                      <a:pt x="1955" y="4116"/>
                    </a:cubicBezTo>
                    <a:cubicBezTo>
                      <a:pt x="1599" y="4348"/>
                      <a:pt x="1243" y="4590"/>
                      <a:pt x="967" y="4912"/>
                    </a:cubicBezTo>
                    <a:cubicBezTo>
                      <a:pt x="628" y="5302"/>
                      <a:pt x="402" y="5776"/>
                      <a:pt x="266" y="6268"/>
                    </a:cubicBezTo>
                    <a:cubicBezTo>
                      <a:pt x="1" y="7222"/>
                      <a:pt x="125" y="8267"/>
                      <a:pt x="368" y="9210"/>
                    </a:cubicBezTo>
                    <a:cubicBezTo>
                      <a:pt x="645" y="10283"/>
                      <a:pt x="1108" y="11316"/>
                      <a:pt x="1746" y="12226"/>
                    </a:cubicBezTo>
                    <a:cubicBezTo>
                      <a:pt x="2040" y="12649"/>
                      <a:pt x="2378" y="13056"/>
                      <a:pt x="2768" y="13400"/>
                    </a:cubicBezTo>
                    <a:cubicBezTo>
                      <a:pt x="2949" y="13558"/>
                      <a:pt x="3141" y="13705"/>
                      <a:pt x="3344" y="13835"/>
                    </a:cubicBezTo>
                    <a:cubicBezTo>
                      <a:pt x="3395" y="13869"/>
                      <a:pt x="3446" y="13897"/>
                      <a:pt x="3491" y="13931"/>
                    </a:cubicBezTo>
                    <a:cubicBezTo>
                      <a:pt x="3559" y="13993"/>
                      <a:pt x="3621" y="14072"/>
                      <a:pt x="3689" y="14134"/>
                    </a:cubicBezTo>
                    <a:cubicBezTo>
                      <a:pt x="3813" y="14259"/>
                      <a:pt x="3943" y="14383"/>
                      <a:pt x="4078" y="14496"/>
                    </a:cubicBezTo>
                    <a:cubicBezTo>
                      <a:pt x="4343" y="14721"/>
                      <a:pt x="4630" y="14930"/>
                      <a:pt x="4929" y="15110"/>
                    </a:cubicBezTo>
                    <a:lnTo>
                      <a:pt x="4929" y="15110"/>
                    </a:lnTo>
                    <a:cubicBezTo>
                      <a:pt x="5509" y="15582"/>
                      <a:pt x="6150" y="16019"/>
                      <a:pt x="6845" y="16292"/>
                    </a:cubicBezTo>
                    <a:cubicBezTo>
                      <a:pt x="6859" y="16297"/>
                      <a:pt x="6873" y="16299"/>
                      <a:pt x="6887" y="16299"/>
                    </a:cubicBezTo>
                    <a:cubicBezTo>
                      <a:pt x="6962" y="16299"/>
                      <a:pt x="7026" y="16228"/>
                      <a:pt x="7026" y="16156"/>
                    </a:cubicBezTo>
                    <a:lnTo>
                      <a:pt x="7026" y="13948"/>
                    </a:lnTo>
                    <a:lnTo>
                      <a:pt x="7026" y="10424"/>
                    </a:lnTo>
                    <a:lnTo>
                      <a:pt x="7026" y="9806"/>
                    </a:lnTo>
                    <a:lnTo>
                      <a:pt x="7026" y="9806"/>
                    </a:lnTo>
                    <a:cubicBezTo>
                      <a:pt x="7322" y="9893"/>
                      <a:pt x="7618" y="9973"/>
                      <a:pt x="7918" y="10034"/>
                    </a:cubicBezTo>
                    <a:cubicBezTo>
                      <a:pt x="8178" y="10091"/>
                      <a:pt x="8455" y="10147"/>
                      <a:pt x="8726" y="10147"/>
                    </a:cubicBezTo>
                    <a:cubicBezTo>
                      <a:pt x="8799" y="10147"/>
                      <a:pt x="8862" y="10080"/>
                      <a:pt x="8867" y="10006"/>
                    </a:cubicBezTo>
                    <a:cubicBezTo>
                      <a:pt x="8878" y="9537"/>
                      <a:pt x="8895" y="9069"/>
                      <a:pt x="8907" y="8606"/>
                    </a:cubicBezTo>
                    <a:cubicBezTo>
                      <a:pt x="8935" y="7866"/>
                      <a:pt x="8958" y="7120"/>
                      <a:pt x="8980" y="6381"/>
                    </a:cubicBezTo>
                    <a:cubicBezTo>
                      <a:pt x="8984" y="6262"/>
                      <a:pt x="8988" y="6140"/>
                      <a:pt x="8992" y="6020"/>
                    </a:cubicBezTo>
                    <a:lnTo>
                      <a:pt x="8992" y="6020"/>
                    </a:lnTo>
                    <a:cubicBezTo>
                      <a:pt x="9912" y="6100"/>
                      <a:pt x="10840" y="6154"/>
                      <a:pt x="11767" y="6154"/>
                    </a:cubicBezTo>
                    <a:cubicBezTo>
                      <a:pt x="12439" y="6154"/>
                      <a:pt x="13111" y="6126"/>
                      <a:pt x="13780" y="6059"/>
                    </a:cubicBezTo>
                    <a:cubicBezTo>
                      <a:pt x="14656" y="5968"/>
                      <a:pt x="15548" y="5822"/>
                      <a:pt x="16367" y="5494"/>
                    </a:cubicBezTo>
                    <a:cubicBezTo>
                      <a:pt x="16711" y="5353"/>
                      <a:pt x="17073" y="5183"/>
                      <a:pt x="17338" y="4924"/>
                    </a:cubicBezTo>
                    <a:cubicBezTo>
                      <a:pt x="17361" y="4907"/>
                      <a:pt x="17378" y="4884"/>
                      <a:pt x="17395" y="4867"/>
                    </a:cubicBezTo>
                    <a:cubicBezTo>
                      <a:pt x="17404" y="4857"/>
                      <a:pt x="17414" y="4844"/>
                      <a:pt x="17424" y="4833"/>
                    </a:cubicBezTo>
                    <a:lnTo>
                      <a:pt x="17424" y="4833"/>
                    </a:lnTo>
                    <a:cubicBezTo>
                      <a:pt x="17419" y="4838"/>
                      <a:pt x="17416" y="4842"/>
                      <a:pt x="17416" y="4842"/>
                    </a:cubicBezTo>
                    <a:lnTo>
                      <a:pt x="17416" y="4842"/>
                    </a:lnTo>
                    <a:cubicBezTo>
                      <a:pt x="17416" y="4842"/>
                      <a:pt x="17419" y="4838"/>
                      <a:pt x="17429" y="4828"/>
                    </a:cubicBezTo>
                    <a:lnTo>
                      <a:pt x="17429" y="4828"/>
                    </a:lnTo>
                    <a:cubicBezTo>
                      <a:pt x="17427" y="4829"/>
                      <a:pt x="17425" y="4831"/>
                      <a:pt x="17424" y="4833"/>
                    </a:cubicBezTo>
                    <a:lnTo>
                      <a:pt x="17424" y="4833"/>
                    </a:lnTo>
                    <a:cubicBezTo>
                      <a:pt x="17431" y="4823"/>
                      <a:pt x="17443" y="4807"/>
                      <a:pt x="17446" y="4799"/>
                    </a:cubicBezTo>
                    <a:cubicBezTo>
                      <a:pt x="17649" y="4545"/>
                      <a:pt x="17830" y="4269"/>
                      <a:pt x="17976" y="3980"/>
                    </a:cubicBezTo>
                    <a:cubicBezTo>
                      <a:pt x="18168" y="3608"/>
                      <a:pt x="18343" y="3167"/>
                      <a:pt x="18293" y="2738"/>
                    </a:cubicBezTo>
                    <a:cubicBezTo>
                      <a:pt x="18236" y="2224"/>
                      <a:pt x="17846" y="1914"/>
                      <a:pt x="17372" y="1778"/>
                    </a:cubicBezTo>
                    <a:cubicBezTo>
                      <a:pt x="17203" y="1733"/>
                      <a:pt x="17034" y="1705"/>
                      <a:pt x="16859" y="1688"/>
                    </a:cubicBezTo>
                    <a:lnTo>
                      <a:pt x="16859" y="1688"/>
                    </a:lnTo>
                    <a:cubicBezTo>
                      <a:pt x="16859" y="1688"/>
                      <a:pt x="16859" y="1688"/>
                      <a:pt x="16858" y="1688"/>
                    </a:cubicBezTo>
                    <a:cubicBezTo>
                      <a:pt x="16214" y="1626"/>
                      <a:pt x="15565" y="1586"/>
                      <a:pt x="14915" y="1546"/>
                    </a:cubicBezTo>
                    <a:cubicBezTo>
                      <a:pt x="14469" y="1524"/>
                      <a:pt x="14023" y="1501"/>
                      <a:pt x="13583" y="1417"/>
                    </a:cubicBezTo>
                    <a:cubicBezTo>
                      <a:pt x="13210" y="1349"/>
                      <a:pt x="12860" y="1225"/>
                      <a:pt x="12538" y="1027"/>
                    </a:cubicBezTo>
                    <a:cubicBezTo>
                      <a:pt x="12261" y="863"/>
                      <a:pt x="12030" y="654"/>
                      <a:pt x="11730" y="524"/>
                    </a:cubicBezTo>
                    <a:cubicBezTo>
                      <a:pt x="11008" y="208"/>
                      <a:pt x="10206" y="78"/>
                      <a:pt x="9421" y="22"/>
                    </a:cubicBezTo>
                    <a:cubicBezTo>
                      <a:pt x="9210" y="8"/>
                      <a:pt x="8998" y="0"/>
                      <a:pt x="8785"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Tree>
    <p:extLst>
      <p:ext uri="{BB962C8B-B14F-4D97-AF65-F5344CB8AC3E}">
        <p14:creationId xmlns:p14="http://schemas.microsoft.com/office/powerpoint/2010/main" val="229022843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787">
          <a:extLst>
            <a:ext uri="{FF2B5EF4-FFF2-40B4-BE49-F238E27FC236}">
              <a16:creationId xmlns:a16="http://schemas.microsoft.com/office/drawing/2014/main" id="{21B1C117-B183-66FA-3E23-49DED92ADF56}"/>
            </a:ext>
          </a:extLst>
        </p:cNvPr>
        <p:cNvGrpSpPr/>
        <p:nvPr/>
      </p:nvGrpSpPr>
      <p:grpSpPr>
        <a:xfrm>
          <a:off x="0" y="0"/>
          <a:ext cx="0" cy="0"/>
          <a:chOff x="0" y="0"/>
          <a:chExt cx="0" cy="0"/>
        </a:xfrm>
      </p:grpSpPr>
      <p:sp>
        <p:nvSpPr>
          <p:cNvPr id="1795" name="Google Shape;1795;p55">
            <a:extLst>
              <a:ext uri="{FF2B5EF4-FFF2-40B4-BE49-F238E27FC236}">
                <a16:creationId xmlns:a16="http://schemas.microsoft.com/office/drawing/2014/main" id="{2323FBFC-3DA5-D8F2-2C8E-7C7C56177C5D}"/>
              </a:ext>
            </a:extLst>
          </p:cNvPr>
          <p:cNvSpPr txBox="1">
            <a:spLocks noGrp="1"/>
          </p:cNvSpPr>
          <p:nvPr>
            <p:ph type="subTitle" idx="1"/>
          </p:nvPr>
        </p:nvSpPr>
        <p:spPr>
          <a:xfrm>
            <a:off x="1071154" y="386897"/>
            <a:ext cx="8255726" cy="4237355"/>
          </a:xfrm>
          <a:prstGeom prst="rect">
            <a:avLst/>
          </a:prstGeom>
        </p:spPr>
        <p:txBody>
          <a:bodyPr spcFirstLastPara="1" wrap="square" lIns="91425" tIns="91425" rIns="91425" bIns="91425" anchor="t" anchorCtr="0">
            <a:noAutofit/>
          </a:bodyPr>
          <a:lstStyle/>
          <a:p>
            <a:pPr marL="0" lvl="0" indent="0"/>
            <a:r>
              <a:rPr lang="fr-FR" sz="1600" b="1" dirty="0"/>
              <a:t>L’école:</a:t>
            </a:r>
          </a:p>
          <a:p>
            <a:pPr marL="0" lvl="0" indent="0"/>
            <a:r>
              <a:rPr lang="fr-FR" sz="1600" dirty="0"/>
              <a:t>• Depuis 1998 (loi n°686) : la scolarisation est obligatoire au niveau primaire.</a:t>
            </a:r>
          </a:p>
          <a:p>
            <a:pPr marL="0" lvl="0" indent="0"/>
            <a:r>
              <a:rPr lang="fr-FR" sz="1600" dirty="0"/>
              <a:t>• L’école joue un rôle essentiel de socialisation et d’égalité des chances.</a:t>
            </a:r>
          </a:p>
          <a:p>
            <a:pPr marL="0" lvl="0" indent="0"/>
            <a:r>
              <a:rPr lang="fr-FR" sz="1600" dirty="0"/>
              <a:t>• Dans les pays développés, l’enseignement est obligatoire jusqu’à 16 ans.</a:t>
            </a:r>
          </a:p>
          <a:p>
            <a:pPr marL="0" lvl="0" indent="0"/>
            <a:endParaRPr lang="fr-FR" sz="1600" dirty="0"/>
          </a:p>
          <a:p>
            <a:pPr marL="0" lvl="0" indent="0"/>
            <a:r>
              <a:rPr lang="fr-FR" sz="1600" b="1" dirty="0"/>
              <a:t>L’université:</a:t>
            </a:r>
          </a:p>
          <a:p>
            <a:pPr marL="0" lvl="0" indent="0"/>
            <a:r>
              <a:rPr lang="fr-FR" sz="1600" dirty="0"/>
              <a:t>• Lieu où le jeune renforce son intégration :</a:t>
            </a:r>
          </a:p>
          <a:p>
            <a:pPr marL="0" lvl="0" indent="0"/>
            <a:r>
              <a:rPr lang="fr-FR" sz="1600" dirty="0"/>
              <a:t>• Socialement : prépare les élites et développe le sens critique.</a:t>
            </a:r>
          </a:p>
          <a:p>
            <a:pPr marL="0" lvl="0" indent="0"/>
            <a:r>
              <a:rPr lang="fr-FR" sz="1600" dirty="0"/>
              <a:t>• Économiquement : forme une main-d’œuvre qualifiée.</a:t>
            </a:r>
          </a:p>
          <a:p>
            <a:pPr marL="0" lvl="0" indent="0"/>
            <a:r>
              <a:rPr lang="fr-FR" sz="1600" dirty="0"/>
              <a:t>• Culturellement : encourage la liberté d’expression et la participation culturelle.</a:t>
            </a:r>
          </a:p>
          <a:p>
            <a:pPr marL="0" lvl="0" indent="0"/>
            <a:endParaRPr lang="fr-FR" sz="1600" dirty="0"/>
          </a:p>
          <a:p>
            <a:pPr marL="0" lvl="0" indent="0"/>
            <a:r>
              <a:rPr lang="fr-FR" sz="1600" b="1" dirty="0"/>
              <a:t> Le travail:</a:t>
            </a:r>
          </a:p>
          <a:p>
            <a:pPr marL="0" lvl="0" indent="0"/>
            <a:r>
              <a:rPr lang="fr-FR" sz="1600" dirty="0"/>
              <a:t>• Activité physique et mentale rémunérée.</a:t>
            </a:r>
          </a:p>
          <a:p>
            <a:pPr marL="0" lvl="0" indent="0"/>
            <a:r>
              <a:rPr lang="fr-FR" sz="1600" dirty="0"/>
              <a:t>• Facteur d’insertion sociale car il permet l’autonomie.</a:t>
            </a:r>
          </a:p>
          <a:p>
            <a:pPr marL="0" lvl="0" indent="0"/>
            <a:r>
              <a:rPr lang="fr-FR" sz="1600" dirty="0"/>
              <a:t>• Le chômage est un obstacle à ment un emploi.</a:t>
            </a:r>
          </a:p>
        </p:txBody>
      </p:sp>
    </p:spTree>
    <p:extLst>
      <p:ext uri="{BB962C8B-B14F-4D97-AF65-F5344CB8AC3E}">
        <p14:creationId xmlns:p14="http://schemas.microsoft.com/office/powerpoint/2010/main" val="187158712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121">
          <a:extLst>
            <a:ext uri="{FF2B5EF4-FFF2-40B4-BE49-F238E27FC236}">
              <a16:creationId xmlns:a16="http://schemas.microsoft.com/office/drawing/2014/main" id="{70151D7C-DEFB-8631-5960-0480E29F203D}"/>
            </a:ext>
          </a:extLst>
        </p:cNvPr>
        <p:cNvGrpSpPr/>
        <p:nvPr/>
      </p:nvGrpSpPr>
      <p:grpSpPr>
        <a:xfrm>
          <a:off x="0" y="0"/>
          <a:ext cx="0" cy="0"/>
          <a:chOff x="0" y="0"/>
          <a:chExt cx="0" cy="0"/>
        </a:xfrm>
      </p:grpSpPr>
      <p:sp>
        <p:nvSpPr>
          <p:cNvPr id="1124" name="Google Shape;1124;p40">
            <a:extLst>
              <a:ext uri="{FF2B5EF4-FFF2-40B4-BE49-F238E27FC236}">
                <a16:creationId xmlns:a16="http://schemas.microsoft.com/office/drawing/2014/main" id="{6B8F842D-A1EB-5061-2FCA-07EDB374365C}"/>
              </a:ext>
            </a:extLst>
          </p:cNvPr>
          <p:cNvSpPr txBox="1">
            <a:spLocks noGrp="1"/>
          </p:cNvSpPr>
          <p:nvPr>
            <p:ph type="subTitle" idx="2"/>
          </p:nvPr>
        </p:nvSpPr>
        <p:spPr>
          <a:xfrm>
            <a:off x="1090548" y="464686"/>
            <a:ext cx="7244010" cy="4083972"/>
          </a:xfrm>
          <a:prstGeom prst="rect">
            <a:avLst/>
          </a:prstGeom>
        </p:spPr>
        <p:txBody>
          <a:bodyPr spcFirstLastPara="1" wrap="square" lIns="91425" tIns="91425" rIns="91425" bIns="91425" anchor="ctr" anchorCtr="0">
            <a:noAutofit/>
          </a:bodyPr>
          <a:lstStyle/>
          <a:p>
            <a:pPr marL="0" lvl="0" indent="0"/>
            <a:r>
              <a:rPr lang="fr-FR" dirty="0"/>
              <a:t> </a:t>
            </a:r>
            <a:r>
              <a:rPr lang="fr-FR" b="1" dirty="0"/>
              <a:t>Participation politique:</a:t>
            </a:r>
          </a:p>
          <a:p>
            <a:pPr marL="0" lvl="0" indent="0"/>
            <a:r>
              <a:rPr lang="fr-FR" dirty="0"/>
              <a:t>Selon la loi libanaise, à 18 ans, un jeune a le droit :</a:t>
            </a:r>
          </a:p>
          <a:p>
            <a:pPr marL="0" lvl="0" indent="0"/>
            <a:r>
              <a:rPr lang="fr-FR" dirty="0"/>
              <a:t>• D’obtenir son permis de conduire ;</a:t>
            </a:r>
          </a:p>
          <a:p>
            <a:pPr marL="0" lvl="0" indent="0"/>
            <a:r>
              <a:rPr lang="fr-FR" dirty="0"/>
              <a:t>• D’avoir un compte et carnet de chèques ;</a:t>
            </a:r>
          </a:p>
          <a:p>
            <a:pPr marL="0" lvl="0" indent="0"/>
            <a:r>
              <a:rPr lang="fr-FR" dirty="0"/>
              <a:t>• D’acheter et de vendre légalement.</a:t>
            </a:r>
          </a:p>
          <a:p>
            <a:pPr marL="0" lvl="0" indent="0"/>
            <a:r>
              <a:rPr lang="fr-FR" dirty="0"/>
              <a:t>À cet âge, il est majeur. La majorité électorale (le droit de voter) est fixée à 21 ans selon l’article 21 de la Constitution. Cela montre que l’entrée dans la vie politique est progressive. Les jeunes peuvent agir dans la société avant même de voter. Le système politique fixe des limites d’âge pour encourager une participation responsable.</a:t>
            </a:r>
          </a:p>
          <a:p>
            <a:pPr marL="0" lvl="0" indent="0"/>
            <a:endParaRPr lang="fr-FR" dirty="0"/>
          </a:p>
          <a:p>
            <a:pPr marL="0" lvl="0" indent="0"/>
            <a:r>
              <a:rPr lang="fr-FR" b="1" dirty="0"/>
              <a:t>Participation sociale:</a:t>
            </a:r>
          </a:p>
          <a:p>
            <a:pPr marL="0" lvl="0" indent="0"/>
            <a:r>
              <a:rPr lang="fr-FR" dirty="0"/>
              <a:t>Après la guerre du Liban, les jeunes sont devenus plus actifs socialement. Ils s’intègrent davantage dans la société à travers des formes de participation sociale :</a:t>
            </a:r>
          </a:p>
          <a:p>
            <a:pPr marL="0" lvl="0" indent="0"/>
            <a:r>
              <a:rPr lang="fr-FR" dirty="0"/>
              <a:t>• Activités culturelles, sportives et humanitaires. </a:t>
            </a:r>
          </a:p>
          <a:p>
            <a:pPr marL="0" lvl="0" indent="0"/>
            <a:r>
              <a:rPr lang="fr-FR" dirty="0"/>
              <a:t>• Engagement dans des organisations gouvernementales (comme les municipalités).</a:t>
            </a:r>
          </a:p>
          <a:p>
            <a:pPr marL="0" lvl="0" indent="0"/>
            <a:r>
              <a:rPr lang="fr-FR" dirty="0"/>
              <a:t>• Engagement dans des ONG</a:t>
            </a:r>
            <a:endParaRPr dirty="0"/>
          </a:p>
        </p:txBody>
      </p:sp>
      <p:grpSp>
        <p:nvGrpSpPr>
          <p:cNvPr id="1125" name="Google Shape;1125;p40">
            <a:extLst>
              <a:ext uri="{FF2B5EF4-FFF2-40B4-BE49-F238E27FC236}">
                <a16:creationId xmlns:a16="http://schemas.microsoft.com/office/drawing/2014/main" id="{EDBDB7B1-A732-D737-E060-E844AF2DBDC4}"/>
              </a:ext>
            </a:extLst>
          </p:cNvPr>
          <p:cNvGrpSpPr/>
          <p:nvPr/>
        </p:nvGrpSpPr>
        <p:grpSpPr>
          <a:xfrm>
            <a:off x="0" y="3341422"/>
            <a:ext cx="8808148" cy="1491155"/>
            <a:chOff x="0" y="3341422"/>
            <a:chExt cx="8808148" cy="1491155"/>
          </a:xfrm>
        </p:grpSpPr>
        <p:grpSp>
          <p:nvGrpSpPr>
            <p:cNvPr id="1126" name="Google Shape;1126;p40">
              <a:extLst>
                <a:ext uri="{FF2B5EF4-FFF2-40B4-BE49-F238E27FC236}">
                  <a16:creationId xmlns:a16="http://schemas.microsoft.com/office/drawing/2014/main" id="{DC8FEB24-0884-F899-C1D4-EA1E3C6CE7F1}"/>
                </a:ext>
              </a:extLst>
            </p:cNvPr>
            <p:cNvGrpSpPr/>
            <p:nvPr/>
          </p:nvGrpSpPr>
          <p:grpSpPr>
            <a:xfrm flipH="1">
              <a:off x="7560660" y="3341422"/>
              <a:ext cx="1247488" cy="1490960"/>
              <a:chOff x="4081975" y="3119725"/>
              <a:chExt cx="999750" cy="1194775"/>
            </a:xfrm>
          </p:grpSpPr>
          <p:sp>
            <p:nvSpPr>
              <p:cNvPr id="1127" name="Google Shape;1127;p40">
                <a:extLst>
                  <a:ext uri="{FF2B5EF4-FFF2-40B4-BE49-F238E27FC236}">
                    <a16:creationId xmlns:a16="http://schemas.microsoft.com/office/drawing/2014/main" id="{71D09113-5799-7553-5B15-588611EF88DE}"/>
                  </a:ext>
                </a:extLst>
              </p:cNvPr>
              <p:cNvSpPr/>
              <p:nvPr/>
            </p:nvSpPr>
            <p:spPr>
              <a:xfrm>
                <a:off x="4757400" y="3180675"/>
                <a:ext cx="8225" cy="9275"/>
              </a:xfrm>
              <a:custGeom>
                <a:avLst/>
                <a:gdLst/>
                <a:ahLst/>
                <a:cxnLst/>
                <a:rect l="l" t="t" r="r" b="b"/>
                <a:pathLst>
                  <a:path w="329" h="371" extrusionOk="0">
                    <a:moveTo>
                      <a:pt x="151" y="1"/>
                    </a:moveTo>
                    <a:cubicBezTo>
                      <a:pt x="142" y="1"/>
                      <a:pt x="133" y="2"/>
                      <a:pt x="125" y="5"/>
                    </a:cubicBezTo>
                    <a:cubicBezTo>
                      <a:pt x="108" y="5"/>
                      <a:pt x="85" y="11"/>
                      <a:pt x="74" y="22"/>
                    </a:cubicBezTo>
                    <a:lnTo>
                      <a:pt x="40" y="44"/>
                    </a:lnTo>
                    <a:cubicBezTo>
                      <a:pt x="23" y="61"/>
                      <a:pt x="12" y="84"/>
                      <a:pt x="6" y="107"/>
                    </a:cubicBezTo>
                    <a:cubicBezTo>
                      <a:pt x="6" y="118"/>
                      <a:pt x="1" y="129"/>
                      <a:pt x="1" y="146"/>
                    </a:cubicBezTo>
                    <a:cubicBezTo>
                      <a:pt x="1" y="169"/>
                      <a:pt x="6" y="191"/>
                      <a:pt x="23" y="214"/>
                    </a:cubicBezTo>
                    <a:cubicBezTo>
                      <a:pt x="34" y="242"/>
                      <a:pt x="51" y="270"/>
                      <a:pt x="68" y="299"/>
                    </a:cubicBezTo>
                    <a:cubicBezTo>
                      <a:pt x="74" y="315"/>
                      <a:pt x="91" y="327"/>
                      <a:pt x="102" y="338"/>
                    </a:cubicBezTo>
                    <a:cubicBezTo>
                      <a:pt x="119" y="349"/>
                      <a:pt x="130" y="361"/>
                      <a:pt x="153" y="366"/>
                    </a:cubicBezTo>
                    <a:cubicBezTo>
                      <a:pt x="161" y="369"/>
                      <a:pt x="170" y="371"/>
                      <a:pt x="179" y="371"/>
                    </a:cubicBezTo>
                    <a:cubicBezTo>
                      <a:pt x="188" y="371"/>
                      <a:pt x="198" y="369"/>
                      <a:pt x="209" y="366"/>
                    </a:cubicBezTo>
                    <a:cubicBezTo>
                      <a:pt x="226" y="366"/>
                      <a:pt x="243" y="361"/>
                      <a:pt x="260" y="349"/>
                    </a:cubicBezTo>
                    <a:lnTo>
                      <a:pt x="289" y="327"/>
                    </a:lnTo>
                    <a:cubicBezTo>
                      <a:pt x="305" y="310"/>
                      <a:pt x="317" y="287"/>
                      <a:pt x="322" y="265"/>
                    </a:cubicBezTo>
                    <a:lnTo>
                      <a:pt x="328" y="225"/>
                    </a:lnTo>
                    <a:cubicBezTo>
                      <a:pt x="328" y="203"/>
                      <a:pt x="322" y="180"/>
                      <a:pt x="311" y="157"/>
                    </a:cubicBezTo>
                    <a:cubicBezTo>
                      <a:pt x="294" y="129"/>
                      <a:pt x="283" y="101"/>
                      <a:pt x="266" y="73"/>
                    </a:cubicBezTo>
                    <a:cubicBezTo>
                      <a:pt x="255" y="56"/>
                      <a:pt x="243" y="44"/>
                      <a:pt x="226" y="33"/>
                    </a:cubicBezTo>
                    <a:cubicBezTo>
                      <a:pt x="215" y="22"/>
                      <a:pt x="198" y="11"/>
                      <a:pt x="181" y="5"/>
                    </a:cubicBezTo>
                    <a:cubicBezTo>
                      <a:pt x="170" y="2"/>
                      <a:pt x="160" y="1"/>
                      <a:pt x="151"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8" name="Google Shape;1128;p40">
                <a:extLst>
                  <a:ext uri="{FF2B5EF4-FFF2-40B4-BE49-F238E27FC236}">
                    <a16:creationId xmlns:a16="http://schemas.microsoft.com/office/drawing/2014/main" id="{92D7F67F-37B4-A0A7-C9A0-DE51B545345B}"/>
                  </a:ext>
                </a:extLst>
              </p:cNvPr>
              <p:cNvSpPr/>
              <p:nvPr/>
            </p:nvSpPr>
            <p:spPr>
              <a:xfrm>
                <a:off x="4765725" y="3198325"/>
                <a:ext cx="8925" cy="11375"/>
              </a:xfrm>
              <a:custGeom>
                <a:avLst/>
                <a:gdLst/>
                <a:ahLst/>
                <a:cxnLst/>
                <a:rect l="l" t="t" r="r" b="b"/>
                <a:pathLst>
                  <a:path w="357" h="455" extrusionOk="0">
                    <a:moveTo>
                      <a:pt x="136" y="1"/>
                    </a:moveTo>
                    <a:cubicBezTo>
                      <a:pt x="126" y="1"/>
                      <a:pt x="116" y="2"/>
                      <a:pt x="108" y="5"/>
                    </a:cubicBezTo>
                    <a:cubicBezTo>
                      <a:pt x="74" y="16"/>
                      <a:pt x="40" y="39"/>
                      <a:pt x="23" y="73"/>
                    </a:cubicBezTo>
                    <a:cubicBezTo>
                      <a:pt x="18" y="84"/>
                      <a:pt x="12" y="95"/>
                      <a:pt x="6" y="106"/>
                    </a:cubicBezTo>
                    <a:cubicBezTo>
                      <a:pt x="1" y="129"/>
                      <a:pt x="1" y="157"/>
                      <a:pt x="6" y="180"/>
                    </a:cubicBezTo>
                    <a:cubicBezTo>
                      <a:pt x="29" y="236"/>
                      <a:pt x="52" y="293"/>
                      <a:pt x="68" y="349"/>
                    </a:cubicBezTo>
                    <a:cubicBezTo>
                      <a:pt x="74" y="366"/>
                      <a:pt x="85" y="383"/>
                      <a:pt x="97" y="400"/>
                    </a:cubicBezTo>
                    <a:cubicBezTo>
                      <a:pt x="108" y="411"/>
                      <a:pt x="119" y="423"/>
                      <a:pt x="136" y="434"/>
                    </a:cubicBezTo>
                    <a:cubicBezTo>
                      <a:pt x="153" y="445"/>
                      <a:pt x="170" y="451"/>
                      <a:pt x="187" y="451"/>
                    </a:cubicBezTo>
                    <a:cubicBezTo>
                      <a:pt x="196" y="453"/>
                      <a:pt x="205" y="455"/>
                      <a:pt x="213" y="455"/>
                    </a:cubicBezTo>
                    <a:cubicBezTo>
                      <a:pt x="224" y="455"/>
                      <a:pt x="234" y="452"/>
                      <a:pt x="244" y="445"/>
                    </a:cubicBezTo>
                    <a:cubicBezTo>
                      <a:pt x="277" y="440"/>
                      <a:pt x="311" y="417"/>
                      <a:pt x="328" y="383"/>
                    </a:cubicBezTo>
                    <a:cubicBezTo>
                      <a:pt x="345" y="349"/>
                      <a:pt x="356" y="310"/>
                      <a:pt x="345" y="276"/>
                    </a:cubicBezTo>
                    <a:cubicBezTo>
                      <a:pt x="323" y="219"/>
                      <a:pt x="300" y="163"/>
                      <a:pt x="283" y="106"/>
                    </a:cubicBezTo>
                    <a:cubicBezTo>
                      <a:pt x="277" y="89"/>
                      <a:pt x="266" y="73"/>
                      <a:pt x="255" y="56"/>
                    </a:cubicBezTo>
                    <a:cubicBezTo>
                      <a:pt x="244" y="44"/>
                      <a:pt x="232" y="33"/>
                      <a:pt x="215" y="22"/>
                    </a:cubicBezTo>
                    <a:cubicBezTo>
                      <a:pt x="198" y="10"/>
                      <a:pt x="181" y="5"/>
                      <a:pt x="164" y="5"/>
                    </a:cubicBezTo>
                    <a:cubicBezTo>
                      <a:pt x="156" y="2"/>
                      <a:pt x="146" y="1"/>
                      <a:pt x="136"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9" name="Google Shape;1129;p40">
                <a:extLst>
                  <a:ext uri="{FF2B5EF4-FFF2-40B4-BE49-F238E27FC236}">
                    <a16:creationId xmlns:a16="http://schemas.microsoft.com/office/drawing/2014/main" id="{887CEFF5-028F-22BC-581F-5A7789AFDB07}"/>
                  </a:ext>
                </a:extLst>
              </p:cNvPr>
              <p:cNvSpPr/>
              <p:nvPr/>
            </p:nvSpPr>
            <p:spPr>
              <a:xfrm>
                <a:off x="4762900" y="3191400"/>
                <a:ext cx="8650" cy="10400"/>
              </a:xfrm>
              <a:custGeom>
                <a:avLst/>
                <a:gdLst/>
                <a:ahLst/>
                <a:cxnLst/>
                <a:rect l="l" t="t" r="r" b="b"/>
                <a:pathLst>
                  <a:path w="346" h="416" extrusionOk="0">
                    <a:moveTo>
                      <a:pt x="151" y="1"/>
                    </a:moveTo>
                    <a:cubicBezTo>
                      <a:pt x="142" y="1"/>
                      <a:pt x="133" y="2"/>
                      <a:pt x="125" y="5"/>
                    </a:cubicBezTo>
                    <a:cubicBezTo>
                      <a:pt x="102" y="5"/>
                      <a:pt x="85" y="11"/>
                      <a:pt x="69" y="22"/>
                    </a:cubicBezTo>
                    <a:lnTo>
                      <a:pt x="40" y="45"/>
                    </a:lnTo>
                    <a:cubicBezTo>
                      <a:pt x="23" y="62"/>
                      <a:pt x="12" y="78"/>
                      <a:pt x="6" y="107"/>
                    </a:cubicBezTo>
                    <a:lnTo>
                      <a:pt x="1" y="141"/>
                    </a:lnTo>
                    <a:cubicBezTo>
                      <a:pt x="1" y="169"/>
                      <a:pt x="6" y="191"/>
                      <a:pt x="18" y="214"/>
                    </a:cubicBezTo>
                    <a:cubicBezTo>
                      <a:pt x="18" y="214"/>
                      <a:pt x="18" y="214"/>
                      <a:pt x="18" y="214"/>
                    </a:cubicBezTo>
                    <a:lnTo>
                      <a:pt x="18" y="214"/>
                    </a:lnTo>
                    <a:cubicBezTo>
                      <a:pt x="34" y="243"/>
                      <a:pt x="48" y="275"/>
                      <a:pt x="63" y="306"/>
                    </a:cubicBezTo>
                    <a:lnTo>
                      <a:pt x="63" y="306"/>
                    </a:lnTo>
                    <a:cubicBezTo>
                      <a:pt x="63" y="308"/>
                      <a:pt x="63" y="310"/>
                      <a:pt x="63" y="310"/>
                    </a:cubicBezTo>
                    <a:cubicBezTo>
                      <a:pt x="66" y="321"/>
                      <a:pt x="72" y="332"/>
                      <a:pt x="79" y="342"/>
                    </a:cubicBezTo>
                    <a:lnTo>
                      <a:pt x="79" y="342"/>
                    </a:lnTo>
                    <a:cubicBezTo>
                      <a:pt x="79" y="343"/>
                      <a:pt x="80" y="343"/>
                      <a:pt x="80" y="344"/>
                    </a:cubicBezTo>
                    <a:cubicBezTo>
                      <a:pt x="80" y="344"/>
                      <a:pt x="80" y="343"/>
                      <a:pt x="80" y="343"/>
                    </a:cubicBezTo>
                    <a:lnTo>
                      <a:pt x="80" y="343"/>
                    </a:lnTo>
                    <a:cubicBezTo>
                      <a:pt x="83" y="349"/>
                      <a:pt x="87" y="355"/>
                      <a:pt x="91" y="361"/>
                    </a:cubicBezTo>
                    <a:cubicBezTo>
                      <a:pt x="102" y="372"/>
                      <a:pt x="114" y="383"/>
                      <a:pt x="131" y="395"/>
                    </a:cubicBezTo>
                    <a:cubicBezTo>
                      <a:pt x="148" y="406"/>
                      <a:pt x="165" y="412"/>
                      <a:pt x="181" y="412"/>
                    </a:cubicBezTo>
                    <a:cubicBezTo>
                      <a:pt x="191" y="414"/>
                      <a:pt x="199" y="415"/>
                      <a:pt x="207" y="415"/>
                    </a:cubicBezTo>
                    <a:cubicBezTo>
                      <a:pt x="218" y="415"/>
                      <a:pt x="228" y="413"/>
                      <a:pt x="238" y="406"/>
                    </a:cubicBezTo>
                    <a:cubicBezTo>
                      <a:pt x="249" y="406"/>
                      <a:pt x="261" y="400"/>
                      <a:pt x="272" y="395"/>
                    </a:cubicBezTo>
                    <a:cubicBezTo>
                      <a:pt x="294" y="383"/>
                      <a:pt x="311" y="366"/>
                      <a:pt x="323" y="344"/>
                    </a:cubicBezTo>
                    <a:cubicBezTo>
                      <a:pt x="328" y="333"/>
                      <a:pt x="334" y="321"/>
                      <a:pt x="340" y="310"/>
                    </a:cubicBezTo>
                    <a:cubicBezTo>
                      <a:pt x="345" y="287"/>
                      <a:pt x="345" y="259"/>
                      <a:pt x="340" y="237"/>
                    </a:cubicBezTo>
                    <a:cubicBezTo>
                      <a:pt x="317" y="180"/>
                      <a:pt x="289" y="124"/>
                      <a:pt x="266" y="73"/>
                    </a:cubicBezTo>
                    <a:cubicBezTo>
                      <a:pt x="255" y="56"/>
                      <a:pt x="244" y="39"/>
                      <a:pt x="227" y="33"/>
                    </a:cubicBezTo>
                    <a:cubicBezTo>
                      <a:pt x="215" y="16"/>
                      <a:pt x="198" y="11"/>
                      <a:pt x="181" y="5"/>
                    </a:cubicBezTo>
                    <a:cubicBezTo>
                      <a:pt x="170" y="2"/>
                      <a:pt x="160" y="1"/>
                      <a:pt x="151"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30" name="Google Shape;1130;p40">
                <a:extLst>
                  <a:ext uri="{FF2B5EF4-FFF2-40B4-BE49-F238E27FC236}">
                    <a16:creationId xmlns:a16="http://schemas.microsoft.com/office/drawing/2014/main" id="{20BAB4F0-47BD-5260-92CA-181DFC6A5F9A}"/>
                  </a:ext>
                </a:extLst>
              </p:cNvPr>
              <p:cNvSpPr/>
              <p:nvPr/>
            </p:nvSpPr>
            <p:spPr>
              <a:xfrm>
                <a:off x="4772075" y="3222725"/>
                <a:ext cx="7950" cy="12875"/>
              </a:xfrm>
              <a:custGeom>
                <a:avLst/>
                <a:gdLst/>
                <a:ahLst/>
                <a:cxnLst/>
                <a:rect l="l" t="t" r="r" b="b"/>
                <a:pathLst>
                  <a:path w="318" h="515" extrusionOk="0">
                    <a:moveTo>
                      <a:pt x="145" y="0"/>
                    </a:moveTo>
                    <a:cubicBezTo>
                      <a:pt x="132" y="0"/>
                      <a:pt x="119" y="2"/>
                      <a:pt x="108" y="6"/>
                    </a:cubicBezTo>
                    <a:cubicBezTo>
                      <a:pt x="74" y="17"/>
                      <a:pt x="40" y="40"/>
                      <a:pt x="23" y="74"/>
                    </a:cubicBezTo>
                    <a:cubicBezTo>
                      <a:pt x="18" y="85"/>
                      <a:pt x="12" y="96"/>
                      <a:pt x="12" y="102"/>
                    </a:cubicBezTo>
                    <a:cubicBezTo>
                      <a:pt x="1" y="130"/>
                      <a:pt x="1" y="153"/>
                      <a:pt x="12" y="181"/>
                    </a:cubicBezTo>
                    <a:cubicBezTo>
                      <a:pt x="12" y="183"/>
                      <a:pt x="12" y="185"/>
                      <a:pt x="12" y="187"/>
                    </a:cubicBezTo>
                    <a:lnTo>
                      <a:pt x="12" y="187"/>
                    </a:lnTo>
                    <a:lnTo>
                      <a:pt x="12" y="186"/>
                    </a:lnTo>
                    <a:lnTo>
                      <a:pt x="12" y="186"/>
                    </a:lnTo>
                    <a:cubicBezTo>
                      <a:pt x="12" y="186"/>
                      <a:pt x="12" y="186"/>
                      <a:pt x="12" y="186"/>
                    </a:cubicBezTo>
                    <a:lnTo>
                      <a:pt x="12" y="186"/>
                    </a:lnTo>
                    <a:cubicBezTo>
                      <a:pt x="12" y="195"/>
                      <a:pt x="12" y="204"/>
                      <a:pt x="15" y="215"/>
                    </a:cubicBezTo>
                    <a:lnTo>
                      <a:pt x="15" y="215"/>
                    </a:lnTo>
                    <a:cubicBezTo>
                      <a:pt x="20" y="268"/>
                      <a:pt x="24" y="320"/>
                      <a:pt x="29" y="373"/>
                    </a:cubicBezTo>
                    <a:cubicBezTo>
                      <a:pt x="29" y="390"/>
                      <a:pt x="35" y="407"/>
                      <a:pt x="46" y="424"/>
                    </a:cubicBezTo>
                    <a:cubicBezTo>
                      <a:pt x="52" y="441"/>
                      <a:pt x="57" y="458"/>
                      <a:pt x="74" y="469"/>
                    </a:cubicBezTo>
                    <a:cubicBezTo>
                      <a:pt x="97" y="497"/>
                      <a:pt x="136" y="514"/>
                      <a:pt x="170" y="514"/>
                    </a:cubicBezTo>
                    <a:cubicBezTo>
                      <a:pt x="210" y="508"/>
                      <a:pt x="249" y="497"/>
                      <a:pt x="272" y="469"/>
                    </a:cubicBezTo>
                    <a:cubicBezTo>
                      <a:pt x="295" y="446"/>
                      <a:pt x="317" y="407"/>
                      <a:pt x="311" y="373"/>
                    </a:cubicBezTo>
                    <a:cubicBezTo>
                      <a:pt x="306" y="282"/>
                      <a:pt x="295" y="192"/>
                      <a:pt x="283" y="102"/>
                    </a:cubicBezTo>
                    <a:cubicBezTo>
                      <a:pt x="278" y="85"/>
                      <a:pt x="272" y="68"/>
                      <a:pt x="255" y="57"/>
                    </a:cubicBezTo>
                    <a:cubicBezTo>
                      <a:pt x="249" y="40"/>
                      <a:pt x="232" y="28"/>
                      <a:pt x="215" y="23"/>
                    </a:cubicBezTo>
                    <a:cubicBezTo>
                      <a:pt x="197" y="8"/>
                      <a:pt x="170" y="0"/>
                      <a:pt x="145"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31" name="Google Shape;1131;p40">
                <a:extLst>
                  <a:ext uri="{FF2B5EF4-FFF2-40B4-BE49-F238E27FC236}">
                    <a16:creationId xmlns:a16="http://schemas.microsoft.com/office/drawing/2014/main" id="{0D75837B-B319-CAC6-8760-480B203B65D2}"/>
                  </a:ext>
                </a:extLst>
              </p:cNvPr>
              <p:cNvSpPr/>
              <p:nvPr/>
            </p:nvSpPr>
            <p:spPr>
              <a:xfrm>
                <a:off x="4753175" y="3174050"/>
                <a:ext cx="8350" cy="9025"/>
              </a:xfrm>
              <a:custGeom>
                <a:avLst/>
                <a:gdLst/>
                <a:ahLst/>
                <a:cxnLst/>
                <a:rect l="l" t="t" r="r" b="b"/>
                <a:pathLst>
                  <a:path w="334" h="361" extrusionOk="0">
                    <a:moveTo>
                      <a:pt x="150" y="0"/>
                    </a:moveTo>
                    <a:cubicBezTo>
                      <a:pt x="141" y="0"/>
                      <a:pt x="133" y="2"/>
                      <a:pt x="124" y="4"/>
                    </a:cubicBezTo>
                    <a:cubicBezTo>
                      <a:pt x="102" y="4"/>
                      <a:pt x="85" y="10"/>
                      <a:pt x="74" y="21"/>
                    </a:cubicBezTo>
                    <a:cubicBezTo>
                      <a:pt x="62" y="27"/>
                      <a:pt x="51" y="33"/>
                      <a:pt x="40" y="38"/>
                    </a:cubicBezTo>
                    <a:cubicBezTo>
                      <a:pt x="23" y="61"/>
                      <a:pt x="11" y="78"/>
                      <a:pt x="6" y="100"/>
                    </a:cubicBezTo>
                    <a:cubicBezTo>
                      <a:pt x="6" y="117"/>
                      <a:pt x="0" y="129"/>
                      <a:pt x="0" y="140"/>
                    </a:cubicBezTo>
                    <a:cubicBezTo>
                      <a:pt x="0" y="168"/>
                      <a:pt x="6" y="191"/>
                      <a:pt x="23" y="213"/>
                    </a:cubicBezTo>
                    <a:cubicBezTo>
                      <a:pt x="40" y="236"/>
                      <a:pt x="57" y="264"/>
                      <a:pt x="74" y="292"/>
                    </a:cubicBezTo>
                    <a:cubicBezTo>
                      <a:pt x="79" y="304"/>
                      <a:pt x="90" y="321"/>
                      <a:pt x="107" y="332"/>
                    </a:cubicBezTo>
                    <a:cubicBezTo>
                      <a:pt x="119" y="343"/>
                      <a:pt x="136" y="349"/>
                      <a:pt x="158" y="355"/>
                    </a:cubicBezTo>
                    <a:cubicBezTo>
                      <a:pt x="175" y="360"/>
                      <a:pt x="192" y="360"/>
                      <a:pt x="209" y="360"/>
                    </a:cubicBezTo>
                    <a:cubicBezTo>
                      <a:pt x="232" y="355"/>
                      <a:pt x="249" y="349"/>
                      <a:pt x="266" y="343"/>
                    </a:cubicBezTo>
                    <a:lnTo>
                      <a:pt x="294" y="321"/>
                    </a:lnTo>
                    <a:cubicBezTo>
                      <a:pt x="311" y="304"/>
                      <a:pt x="322" y="281"/>
                      <a:pt x="328" y="259"/>
                    </a:cubicBezTo>
                    <a:lnTo>
                      <a:pt x="333" y="219"/>
                    </a:lnTo>
                    <a:cubicBezTo>
                      <a:pt x="333" y="191"/>
                      <a:pt x="328" y="168"/>
                      <a:pt x="316" y="146"/>
                    </a:cubicBezTo>
                    <a:cubicBezTo>
                      <a:pt x="299" y="123"/>
                      <a:pt x="282" y="95"/>
                      <a:pt x="266" y="67"/>
                    </a:cubicBezTo>
                    <a:cubicBezTo>
                      <a:pt x="254" y="55"/>
                      <a:pt x="243" y="38"/>
                      <a:pt x="226" y="27"/>
                    </a:cubicBezTo>
                    <a:cubicBezTo>
                      <a:pt x="215" y="16"/>
                      <a:pt x="198" y="10"/>
                      <a:pt x="181" y="4"/>
                    </a:cubicBezTo>
                    <a:cubicBezTo>
                      <a:pt x="170" y="2"/>
                      <a:pt x="160" y="0"/>
                      <a:pt x="150"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32" name="Google Shape;1132;p40">
                <a:extLst>
                  <a:ext uri="{FF2B5EF4-FFF2-40B4-BE49-F238E27FC236}">
                    <a16:creationId xmlns:a16="http://schemas.microsoft.com/office/drawing/2014/main" id="{93C5E744-9ECC-1E3F-B598-5CE248D13B89}"/>
                  </a:ext>
                </a:extLst>
              </p:cNvPr>
              <p:cNvSpPr/>
              <p:nvPr/>
            </p:nvSpPr>
            <p:spPr>
              <a:xfrm>
                <a:off x="4773075" y="3231325"/>
                <a:ext cx="7500" cy="15850"/>
              </a:xfrm>
              <a:custGeom>
                <a:avLst/>
                <a:gdLst/>
                <a:ahLst/>
                <a:cxnLst/>
                <a:rect l="l" t="t" r="r" b="b"/>
                <a:pathLst>
                  <a:path w="300" h="634" extrusionOk="0">
                    <a:moveTo>
                      <a:pt x="147" y="1"/>
                    </a:moveTo>
                    <a:cubicBezTo>
                      <a:pt x="108" y="1"/>
                      <a:pt x="68" y="12"/>
                      <a:pt x="46" y="40"/>
                    </a:cubicBezTo>
                    <a:cubicBezTo>
                      <a:pt x="23" y="68"/>
                      <a:pt x="0" y="102"/>
                      <a:pt x="6" y="142"/>
                    </a:cubicBezTo>
                    <a:cubicBezTo>
                      <a:pt x="12" y="260"/>
                      <a:pt x="17" y="373"/>
                      <a:pt x="17" y="492"/>
                    </a:cubicBezTo>
                    <a:cubicBezTo>
                      <a:pt x="17" y="563"/>
                      <a:pt x="75" y="633"/>
                      <a:pt x="150" y="633"/>
                    </a:cubicBezTo>
                    <a:cubicBezTo>
                      <a:pt x="153" y="633"/>
                      <a:pt x="156" y="633"/>
                      <a:pt x="158" y="633"/>
                    </a:cubicBezTo>
                    <a:cubicBezTo>
                      <a:pt x="232" y="633"/>
                      <a:pt x="300" y="571"/>
                      <a:pt x="300" y="492"/>
                    </a:cubicBezTo>
                    <a:cubicBezTo>
                      <a:pt x="300" y="373"/>
                      <a:pt x="294" y="260"/>
                      <a:pt x="288" y="142"/>
                    </a:cubicBezTo>
                    <a:cubicBezTo>
                      <a:pt x="283" y="102"/>
                      <a:pt x="271" y="68"/>
                      <a:pt x="243" y="40"/>
                    </a:cubicBezTo>
                    <a:cubicBezTo>
                      <a:pt x="221" y="18"/>
                      <a:pt x="181" y="1"/>
                      <a:pt x="14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33" name="Google Shape;1133;p40">
                <a:extLst>
                  <a:ext uri="{FF2B5EF4-FFF2-40B4-BE49-F238E27FC236}">
                    <a16:creationId xmlns:a16="http://schemas.microsoft.com/office/drawing/2014/main" id="{D326469A-6AB5-91EE-555A-BE8E2056A4F7}"/>
                  </a:ext>
                </a:extLst>
              </p:cNvPr>
              <p:cNvSpPr/>
              <p:nvPr/>
            </p:nvSpPr>
            <p:spPr>
              <a:xfrm>
                <a:off x="4770525" y="3214325"/>
                <a:ext cx="8225" cy="12075"/>
              </a:xfrm>
              <a:custGeom>
                <a:avLst/>
                <a:gdLst/>
                <a:ahLst/>
                <a:cxnLst/>
                <a:rect l="l" t="t" r="r" b="b"/>
                <a:pathLst>
                  <a:path w="329" h="483" extrusionOk="0">
                    <a:moveTo>
                      <a:pt x="148" y="1"/>
                    </a:moveTo>
                    <a:cubicBezTo>
                      <a:pt x="135" y="1"/>
                      <a:pt x="120" y="5"/>
                      <a:pt x="108" y="9"/>
                    </a:cubicBezTo>
                    <a:cubicBezTo>
                      <a:pt x="74" y="20"/>
                      <a:pt x="40" y="37"/>
                      <a:pt x="23" y="71"/>
                    </a:cubicBezTo>
                    <a:cubicBezTo>
                      <a:pt x="6" y="105"/>
                      <a:pt x="1" y="144"/>
                      <a:pt x="6" y="178"/>
                    </a:cubicBezTo>
                    <a:cubicBezTo>
                      <a:pt x="23" y="246"/>
                      <a:pt x="35" y="314"/>
                      <a:pt x="52" y="381"/>
                    </a:cubicBezTo>
                    <a:cubicBezTo>
                      <a:pt x="52" y="398"/>
                      <a:pt x="63" y="415"/>
                      <a:pt x="74" y="426"/>
                    </a:cubicBezTo>
                    <a:cubicBezTo>
                      <a:pt x="85" y="443"/>
                      <a:pt x="97" y="455"/>
                      <a:pt x="114" y="466"/>
                    </a:cubicBezTo>
                    <a:cubicBezTo>
                      <a:pt x="131" y="477"/>
                      <a:pt x="148" y="483"/>
                      <a:pt x="164" y="483"/>
                    </a:cubicBezTo>
                    <a:cubicBezTo>
                      <a:pt x="187" y="483"/>
                      <a:pt x="204" y="483"/>
                      <a:pt x="221" y="477"/>
                    </a:cubicBezTo>
                    <a:cubicBezTo>
                      <a:pt x="255" y="466"/>
                      <a:pt x="289" y="449"/>
                      <a:pt x="306" y="415"/>
                    </a:cubicBezTo>
                    <a:lnTo>
                      <a:pt x="323" y="381"/>
                    </a:lnTo>
                    <a:cubicBezTo>
                      <a:pt x="328" y="353"/>
                      <a:pt x="328" y="330"/>
                      <a:pt x="323" y="308"/>
                    </a:cubicBezTo>
                    <a:cubicBezTo>
                      <a:pt x="311" y="240"/>
                      <a:pt x="294" y="172"/>
                      <a:pt x="283" y="105"/>
                    </a:cubicBezTo>
                    <a:cubicBezTo>
                      <a:pt x="277" y="88"/>
                      <a:pt x="266" y="71"/>
                      <a:pt x="255" y="59"/>
                    </a:cubicBezTo>
                    <a:cubicBezTo>
                      <a:pt x="244" y="42"/>
                      <a:pt x="232" y="31"/>
                      <a:pt x="215" y="20"/>
                    </a:cubicBezTo>
                    <a:cubicBezTo>
                      <a:pt x="198" y="9"/>
                      <a:pt x="181" y="3"/>
                      <a:pt x="164" y="3"/>
                    </a:cubicBezTo>
                    <a:cubicBezTo>
                      <a:pt x="160" y="1"/>
                      <a:pt x="154" y="1"/>
                      <a:pt x="148"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34" name="Google Shape;1134;p40">
                <a:extLst>
                  <a:ext uri="{FF2B5EF4-FFF2-40B4-BE49-F238E27FC236}">
                    <a16:creationId xmlns:a16="http://schemas.microsoft.com/office/drawing/2014/main" id="{2AA1A58E-4C4F-ABA4-F01D-88315B06D80E}"/>
                  </a:ext>
                </a:extLst>
              </p:cNvPr>
              <p:cNvSpPr/>
              <p:nvPr/>
            </p:nvSpPr>
            <p:spPr>
              <a:xfrm>
                <a:off x="4768275" y="3206225"/>
                <a:ext cx="8625" cy="11675"/>
              </a:xfrm>
              <a:custGeom>
                <a:avLst/>
                <a:gdLst/>
                <a:ahLst/>
                <a:cxnLst/>
                <a:rect l="l" t="t" r="r" b="b"/>
                <a:pathLst>
                  <a:path w="345" h="467" extrusionOk="0">
                    <a:moveTo>
                      <a:pt x="139" y="1"/>
                    </a:moveTo>
                    <a:cubicBezTo>
                      <a:pt x="130" y="1"/>
                      <a:pt x="122" y="2"/>
                      <a:pt x="113" y="5"/>
                    </a:cubicBezTo>
                    <a:cubicBezTo>
                      <a:pt x="79" y="16"/>
                      <a:pt x="46" y="39"/>
                      <a:pt x="29" y="73"/>
                    </a:cubicBezTo>
                    <a:cubicBezTo>
                      <a:pt x="12" y="101"/>
                      <a:pt x="0" y="141"/>
                      <a:pt x="12" y="180"/>
                    </a:cubicBezTo>
                    <a:cubicBezTo>
                      <a:pt x="34" y="242"/>
                      <a:pt x="51" y="299"/>
                      <a:pt x="62" y="361"/>
                    </a:cubicBezTo>
                    <a:cubicBezTo>
                      <a:pt x="74" y="395"/>
                      <a:pt x="102" y="429"/>
                      <a:pt x="130" y="446"/>
                    </a:cubicBezTo>
                    <a:cubicBezTo>
                      <a:pt x="147" y="457"/>
                      <a:pt x="164" y="462"/>
                      <a:pt x="181" y="462"/>
                    </a:cubicBezTo>
                    <a:cubicBezTo>
                      <a:pt x="192" y="465"/>
                      <a:pt x="202" y="467"/>
                      <a:pt x="211" y="467"/>
                    </a:cubicBezTo>
                    <a:cubicBezTo>
                      <a:pt x="221" y="467"/>
                      <a:pt x="229" y="465"/>
                      <a:pt x="238" y="462"/>
                    </a:cubicBezTo>
                    <a:cubicBezTo>
                      <a:pt x="271" y="451"/>
                      <a:pt x="305" y="429"/>
                      <a:pt x="322" y="395"/>
                    </a:cubicBezTo>
                    <a:cubicBezTo>
                      <a:pt x="339" y="361"/>
                      <a:pt x="345" y="327"/>
                      <a:pt x="339" y="287"/>
                    </a:cubicBezTo>
                    <a:cubicBezTo>
                      <a:pt x="322" y="225"/>
                      <a:pt x="305" y="163"/>
                      <a:pt x="288" y="101"/>
                    </a:cubicBezTo>
                    <a:cubicBezTo>
                      <a:pt x="277" y="67"/>
                      <a:pt x="254" y="39"/>
                      <a:pt x="221" y="22"/>
                    </a:cubicBezTo>
                    <a:cubicBezTo>
                      <a:pt x="204" y="11"/>
                      <a:pt x="187" y="5"/>
                      <a:pt x="170" y="5"/>
                    </a:cubicBezTo>
                    <a:cubicBezTo>
                      <a:pt x="158" y="2"/>
                      <a:pt x="149" y="1"/>
                      <a:pt x="139"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35" name="Google Shape;1135;p40">
                <a:extLst>
                  <a:ext uri="{FF2B5EF4-FFF2-40B4-BE49-F238E27FC236}">
                    <a16:creationId xmlns:a16="http://schemas.microsoft.com/office/drawing/2014/main" id="{282C9E93-7AF5-B4B5-A2B5-E6EDE3F35057}"/>
                  </a:ext>
                </a:extLst>
              </p:cNvPr>
              <p:cNvSpPr/>
              <p:nvPr/>
            </p:nvSpPr>
            <p:spPr>
              <a:xfrm>
                <a:off x="4744000" y="3162150"/>
                <a:ext cx="7775" cy="7925"/>
              </a:xfrm>
              <a:custGeom>
                <a:avLst/>
                <a:gdLst/>
                <a:ahLst/>
                <a:cxnLst/>
                <a:rect l="l" t="t" r="r" b="b"/>
                <a:pathLst>
                  <a:path w="311" h="317" extrusionOk="0">
                    <a:moveTo>
                      <a:pt x="141" y="0"/>
                    </a:moveTo>
                    <a:cubicBezTo>
                      <a:pt x="119" y="0"/>
                      <a:pt x="102" y="6"/>
                      <a:pt x="85" y="12"/>
                    </a:cubicBezTo>
                    <a:cubicBezTo>
                      <a:pt x="68" y="17"/>
                      <a:pt x="51" y="29"/>
                      <a:pt x="40" y="40"/>
                    </a:cubicBezTo>
                    <a:lnTo>
                      <a:pt x="17" y="68"/>
                    </a:lnTo>
                    <a:cubicBezTo>
                      <a:pt x="6" y="91"/>
                      <a:pt x="0" y="113"/>
                      <a:pt x="0" y="142"/>
                    </a:cubicBezTo>
                    <a:lnTo>
                      <a:pt x="6" y="181"/>
                    </a:lnTo>
                    <a:cubicBezTo>
                      <a:pt x="11" y="204"/>
                      <a:pt x="23" y="226"/>
                      <a:pt x="40" y="243"/>
                    </a:cubicBezTo>
                    <a:cubicBezTo>
                      <a:pt x="51" y="255"/>
                      <a:pt x="62" y="266"/>
                      <a:pt x="73" y="277"/>
                    </a:cubicBezTo>
                    <a:cubicBezTo>
                      <a:pt x="85" y="288"/>
                      <a:pt x="96" y="300"/>
                      <a:pt x="119" y="305"/>
                    </a:cubicBezTo>
                    <a:cubicBezTo>
                      <a:pt x="136" y="311"/>
                      <a:pt x="152" y="317"/>
                      <a:pt x="169" y="317"/>
                    </a:cubicBezTo>
                    <a:cubicBezTo>
                      <a:pt x="192" y="317"/>
                      <a:pt x="209" y="311"/>
                      <a:pt x="226" y="305"/>
                    </a:cubicBezTo>
                    <a:cubicBezTo>
                      <a:pt x="243" y="300"/>
                      <a:pt x="260" y="288"/>
                      <a:pt x="271" y="277"/>
                    </a:cubicBezTo>
                    <a:lnTo>
                      <a:pt x="294" y="249"/>
                    </a:lnTo>
                    <a:cubicBezTo>
                      <a:pt x="305" y="226"/>
                      <a:pt x="311" y="204"/>
                      <a:pt x="311" y="175"/>
                    </a:cubicBezTo>
                    <a:cubicBezTo>
                      <a:pt x="311" y="164"/>
                      <a:pt x="311" y="153"/>
                      <a:pt x="305" y="136"/>
                    </a:cubicBezTo>
                    <a:cubicBezTo>
                      <a:pt x="299" y="113"/>
                      <a:pt x="288" y="91"/>
                      <a:pt x="271" y="74"/>
                    </a:cubicBezTo>
                    <a:cubicBezTo>
                      <a:pt x="260" y="63"/>
                      <a:pt x="249" y="51"/>
                      <a:pt x="237" y="40"/>
                    </a:cubicBezTo>
                    <a:cubicBezTo>
                      <a:pt x="226" y="29"/>
                      <a:pt x="209" y="17"/>
                      <a:pt x="192" y="12"/>
                    </a:cubicBezTo>
                    <a:cubicBezTo>
                      <a:pt x="175" y="6"/>
                      <a:pt x="158" y="0"/>
                      <a:pt x="141"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36" name="Google Shape;1136;p40">
                <a:extLst>
                  <a:ext uri="{FF2B5EF4-FFF2-40B4-BE49-F238E27FC236}">
                    <a16:creationId xmlns:a16="http://schemas.microsoft.com/office/drawing/2014/main" id="{70A2ACD0-A0FE-5A61-8513-EC5BDF66EC6F}"/>
                  </a:ext>
                </a:extLst>
              </p:cNvPr>
              <p:cNvSpPr/>
              <p:nvPr/>
            </p:nvSpPr>
            <p:spPr>
              <a:xfrm>
                <a:off x="4748650" y="3167800"/>
                <a:ext cx="8200" cy="8600"/>
              </a:xfrm>
              <a:custGeom>
                <a:avLst/>
                <a:gdLst/>
                <a:ahLst/>
                <a:cxnLst/>
                <a:rect l="l" t="t" r="r" b="b"/>
                <a:pathLst>
                  <a:path w="328" h="344" extrusionOk="0">
                    <a:moveTo>
                      <a:pt x="142" y="0"/>
                    </a:moveTo>
                    <a:cubicBezTo>
                      <a:pt x="119" y="0"/>
                      <a:pt x="102" y="0"/>
                      <a:pt x="85" y="12"/>
                    </a:cubicBezTo>
                    <a:cubicBezTo>
                      <a:pt x="68" y="17"/>
                      <a:pt x="51" y="29"/>
                      <a:pt x="40" y="40"/>
                    </a:cubicBezTo>
                    <a:lnTo>
                      <a:pt x="17" y="68"/>
                    </a:lnTo>
                    <a:cubicBezTo>
                      <a:pt x="6" y="91"/>
                      <a:pt x="0" y="113"/>
                      <a:pt x="0" y="141"/>
                    </a:cubicBezTo>
                    <a:cubicBezTo>
                      <a:pt x="0" y="153"/>
                      <a:pt x="0" y="164"/>
                      <a:pt x="6" y="175"/>
                    </a:cubicBezTo>
                    <a:cubicBezTo>
                      <a:pt x="12" y="204"/>
                      <a:pt x="23" y="221"/>
                      <a:pt x="40" y="243"/>
                    </a:cubicBezTo>
                    <a:lnTo>
                      <a:pt x="41" y="245"/>
                    </a:lnTo>
                    <a:lnTo>
                      <a:pt x="41" y="245"/>
                    </a:lnTo>
                    <a:cubicBezTo>
                      <a:pt x="49" y="255"/>
                      <a:pt x="57" y="264"/>
                      <a:pt x="68" y="271"/>
                    </a:cubicBezTo>
                    <a:cubicBezTo>
                      <a:pt x="74" y="288"/>
                      <a:pt x="85" y="305"/>
                      <a:pt x="102" y="311"/>
                    </a:cubicBezTo>
                    <a:cubicBezTo>
                      <a:pt x="119" y="328"/>
                      <a:pt x="130" y="334"/>
                      <a:pt x="153" y="339"/>
                    </a:cubicBezTo>
                    <a:cubicBezTo>
                      <a:pt x="161" y="342"/>
                      <a:pt x="170" y="343"/>
                      <a:pt x="179" y="343"/>
                    </a:cubicBezTo>
                    <a:cubicBezTo>
                      <a:pt x="188" y="343"/>
                      <a:pt x="198" y="342"/>
                      <a:pt x="209" y="339"/>
                    </a:cubicBezTo>
                    <a:cubicBezTo>
                      <a:pt x="226" y="339"/>
                      <a:pt x="243" y="334"/>
                      <a:pt x="260" y="322"/>
                    </a:cubicBezTo>
                    <a:lnTo>
                      <a:pt x="288" y="305"/>
                    </a:lnTo>
                    <a:cubicBezTo>
                      <a:pt x="305" y="283"/>
                      <a:pt x="317" y="266"/>
                      <a:pt x="322" y="243"/>
                    </a:cubicBezTo>
                    <a:lnTo>
                      <a:pt x="328" y="204"/>
                    </a:lnTo>
                    <a:cubicBezTo>
                      <a:pt x="328" y="175"/>
                      <a:pt x="322" y="153"/>
                      <a:pt x="311" y="130"/>
                    </a:cubicBezTo>
                    <a:cubicBezTo>
                      <a:pt x="288" y="102"/>
                      <a:pt x="266" y="68"/>
                      <a:pt x="238" y="40"/>
                    </a:cubicBezTo>
                    <a:cubicBezTo>
                      <a:pt x="226" y="29"/>
                      <a:pt x="215" y="17"/>
                      <a:pt x="192" y="12"/>
                    </a:cubicBezTo>
                    <a:cubicBezTo>
                      <a:pt x="175" y="0"/>
                      <a:pt x="159" y="0"/>
                      <a:pt x="142"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37" name="Google Shape;1137;p40">
                <a:extLst>
                  <a:ext uri="{FF2B5EF4-FFF2-40B4-BE49-F238E27FC236}">
                    <a16:creationId xmlns:a16="http://schemas.microsoft.com/office/drawing/2014/main" id="{F8A14029-2CE0-B68D-03E5-A1A0B2711680}"/>
                  </a:ext>
                </a:extLst>
              </p:cNvPr>
              <p:cNvSpPr/>
              <p:nvPr/>
            </p:nvSpPr>
            <p:spPr>
              <a:xfrm>
                <a:off x="4484925" y="3138725"/>
                <a:ext cx="336850" cy="477075"/>
              </a:xfrm>
              <a:custGeom>
                <a:avLst/>
                <a:gdLst/>
                <a:ahLst/>
                <a:cxnLst/>
                <a:rect l="l" t="t" r="r" b="b"/>
                <a:pathLst>
                  <a:path w="13474" h="19083" extrusionOk="0">
                    <a:moveTo>
                      <a:pt x="9707" y="536"/>
                    </a:moveTo>
                    <a:lnTo>
                      <a:pt x="9707" y="536"/>
                    </a:lnTo>
                    <a:cubicBezTo>
                      <a:pt x="10371" y="1035"/>
                      <a:pt x="10918" y="1715"/>
                      <a:pt x="11216" y="2490"/>
                    </a:cubicBezTo>
                    <a:cubicBezTo>
                      <a:pt x="11396" y="2970"/>
                      <a:pt x="11509" y="3462"/>
                      <a:pt x="11538" y="3976"/>
                    </a:cubicBezTo>
                    <a:cubicBezTo>
                      <a:pt x="11549" y="4185"/>
                      <a:pt x="11543" y="4399"/>
                      <a:pt x="11543" y="4608"/>
                    </a:cubicBezTo>
                    <a:lnTo>
                      <a:pt x="11543" y="5755"/>
                    </a:lnTo>
                    <a:cubicBezTo>
                      <a:pt x="11543" y="5992"/>
                      <a:pt x="11532" y="6229"/>
                      <a:pt x="11543" y="6466"/>
                    </a:cubicBezTo>
                    <a:cubicBezTo>
                      <a:pt x="11549" y="6602"/>
                      <a:pt x="11713" y="6686"/>
                      <a:pt x="11814" y="6765"/>
                    </a:cubicBezTo>
                    <a:cubicBezTo>
                      <a:pt x="12193" y="7065"/>
                      <a:pt x="12577" y="7364"/>
                      <a:pt x="12955" y="7669"/>
                    </a:cubicBezTo>
                    <a:cubicBezTo>
                      <a:pt x="13136" y="7816"/>
                      <a:pt x="13221" y="8030"/>
                      <a:pt x="13130" y="8251"/>
                    </a:cubicBezTo>
                    <a:cubicBezTo>
                      <a:pt x="13034" y="8477"/>
                      <a:pt x="12808" y="8590"/>
                      <a:pt x="12577" y="8590"/>
                    </a:cubicBezTo>
                    <a:cubicBezTo>
                      <a:pt x="12477" y="8591"/>
                      <a:pt x="12378" y="8592"/>
                      <a:pt x="12279" y="8592"/>
                    </a:cubicBezTo>
                    <a:cubicBezTo>
                      <a:pt x="12081" y="8592"/>
                      <a:pt x="11884" y="8590"/>
                      <a:pt x="11684" y="8590"/>
                    </a:cubicBezTo>
                    <a:cubicBezTo>
                      <a:pt x="11605" y="8590"/>
                      <a:pt x="11543" y="8657"/>
                      <a:pt x="11543" y="8731"/>
                    </a:cubicBezTo>
                    <a:cubicBezTo>
                      <a:pt x="11543" y="9030"/>
                      <a:pt x="11549" y="9329"/>
                      <a:pt x="11538" y="9623"/>
                    </a:cubicBezTo>
                    <a:cubicBezTo>
                      <a:pt x="11515" y="10154"/>
                      <a:pt x="11408" y="10685"/>
                      <a:pt x="11210" y="11182"/>
                    </a:cubicBezTo>
                    <a:cubicBezTo>
                      <a:pt x="10832" y="12147"/>
                      <a:pt x="10126" y="12983"/>
                      <a:pt x="9239" y="13525"/>
                    </a:cubicBezTo>
                    <a:cubicBezTo>
                      <a:pt x="8748" y="13822"/>
                      <a:pt x="8210" y="14026"/>
                      <a:pt x="7645" y="14138"/>
                    </a:cubicBezTo>
                    <a:lnTo>
                      <a:pt x="7645" y="14138"/>
                    </a:lnTo>
                    <a:cubicBezTo>
                      <a:pt x="7652" y="14108"/>
                      <a:pt x="7659" y="14078"/>
                      <a:pt x="7664" y="14051"/>
                    </a:cubicBezTo>
                    <a:cubicBezTo>
                      <a:pt x="7703" y="13825"/>
                      <a:pt x="7720" y="13599"/>
                      <a:pt x="7709" y="13373"/>
                    </a:cubicBezTo>
                    <a:cubicBezTo>
                      <a:pt x="7675" y="12475"/>
                      <a:pt x="7285" y="11628"/>
                      <a:pt x="6783" y="10894"/>
                    </a:cubicBezTo>
                    <a:cubicBezTo>
                      <a:pt x="6382" y="10306"/>
                      <a:pt x="5896" y="9770"/>
                      <a:pt x="5371" y="9290"/>
                    </a:cubicBezTo>
                    <a:cubicBezTo>
                      <a:pt x="5128" y="9070"/>
                      <a:pt x="4874" y="8889"/>
                      <a:pt x="4687" y="8606"/>
                    </a:cubicBezTo>
                    <a:cubicBezTo>
                      <a:pt x="4416" y="8194"/>
                      <a:pt x="4320" y="7703"/>
                      <a:pt x="4462" y="7223"/>
                    </a:cubicBezTo>
                    <a:cubicBezTo>
                      <a:pt x="4563" y="6890"/>
                      <a:pt x="4795" y="6624"/>
                      <a:pt x="5134" y="6528"/>
                    </a:cubicBezTo>
                    <a:cubicBezTo>
                      <a:pt x="5184" y="6517"/>
                      <a:pt x="5235" y="6506"/>
                      <a:pt x="5286" y="6494"/>
                    </a:cubicBezTo>
                    <a:cubicBezTo>
                      <a:pt x="5294" y="6493"/>
                      <a:pt x="5298" y="6493"/>
                      <a:pt x="5299" y="6493"/>
                    </a:cubicBezTo>
                    <a:cubicBezTo>
                      <a:pt x="5301" y="6493"/>
                      <a:pt x="5282" y="6496"/>
                      <a:pt x="5282" y="6496"/>
                    </a:cubicBezTo>
                    <a:cubicBezTo>
                      <a:pt x="5282" y="6496"/>
                      <a:pt x="5285" y="6496"/>
                      <a:pt x="5292" y="6494"/>
                    </a:cubicBezTo>
                    <a:lnTo>
                      <a:pt x="5326" y="6494"/>
                    </a:lnTo>
                    <a:cubicBezTo>
                      <a:pt x="5354" y="6489"/>
                      <a:pt x="5382" y="6489"/>
                      <a:pt x="5410" y="6489"/>
                    </a:cubicBezTo>
                    <a:cubicBezTo>
                      <a:pt x="5414" y="6489"/>
                      <a:pt x="5417" y="6488"/>
                      <a:pt x="5420" y="6488"/>
                    </a:cubicBezTo>
                    <a:lnTo>
                      <a:pt x="5420" y="6488"/>
                    </a:lnTo>
                    <a:cubicBezTo>
                      <a:pt x="6703" y="6429"/>
                      <a:pt x="8006" y="6056"/>
                      <a:pt x="8912" y="5099"/>
                    </a:cubicBezTo>
                    <a:cubicBezTo>
                      <a:pt x="9392" y="4597"/>
                      <a:pt x="9759" y="3976"/>
                      <a:pt x="9939" y="3298"/>
                    </a:cubicBezTo>
                    <a:cubicBezTo>
                      <a:pt x="10086" y="2739"/>
                      <a:pt x="10098" y="2152"/>
                      <a:pt x="10007" y="1587"/>
                    </a:cubicBezTo>
                    <a:cubicBezTo>
                      <a:pt x="9946" y="1225"/>
                      <a:pt x="9842" y="873"/>
                      <a:pt x="9707" y="536"/>
                    </a:cubicBezTo>
                    <a:close/>
                    <a:moveTo>
                      <a:pt x="7466" y="14937"/>
                    </a:moveTo>
                    <a:lnTo>
                      <a:pt x="7466" y="15863"/>
                    </a:lnTo>
                    <a:lnTo>
                      <a:pt x="7466" y="18359"/>
                    </a:lnTo>
                    <a:lnTo>
                      <a:pt x="7466" y="18800"/>
                    </a:lnTo>
                    <a:lnTo>
                      <a:pt x="283" y="18800"/>
                    </a:lnTo>
                    <a:lnTo>
                      <a:pt x="283" y="17586"/>
                    </a:lnTo>
                    <a:lnTo>
                      <a:pt x="3383" y="17586"/>
                    </a:lnTo>
                    <a:cubicBezTo>
                      <a:pt x="4078" y="17586"/>
                      <a:pt x="4778" y="17518"/>
                      <a:pt x="5427" y="17253"/>
                    </a:cubicBezTo>
                    <a:cubicBezTo>
                      <a:pt x="6065" y="16987"/>
                      <a:pt x="6613" y="16552"/>
                      <a:pt x="6997" y="15976"/>
                    </a:cubicBezTo>
                    <a:cubicBezTo>
                      <a:pt x="7207" y="15657"/>
                      <a:pt x="7364" y="15302"/>
                      <a:pt x="7466" y="14937"/>
                    </a:cubicBezTo>
                    <a:close/>
                    <a:moveTo>
                      <a:pt x="9374" y="0"/>
                    </a:moveTo>
                    <a:cubicBezTo>
                      <a:pt x="9277" y="0"/>
                      <a:pt x="9206" y="115"/>
                      <a:pt x="9256" y="215"/>
                    </a:cubicBezTo>
                    <a:cubicBezTo>
                      <a:pt x="9680" y="1062"/>
                      <a:pt x="9906" y="2044"/>
                      <a:pt x="9719" y="2987"/>
                    </a:cubicBezTo>
                    <a:cubicBezTo>
                      <a:pt x="9476" y="4247"/>
                      <a:pt x="8562" y="5314"/>
                      <a:pt x="7387" y="5800"/>
                    </a:cubicBezTo>
                    <a:cubicBezTo>
                      <a:pt x="6760" y="6060"/>
                      <a:pt x="6082" y="6178"/>
                      <a:pt x="5405" y="6206"/>
                    </a:cubicBezTo>
                    <a:cubicBezTo>
                      <a:pt x="5403" y="6206"/>
                      <a:pt x="5402" y="6207"/>
                      <a:pt x="5400" y="6207"/>
                    </a:cubicBezTo>
                    <a:lnTo>
                      <a:pt x="5400" y="6207"/>
                    </a:lnTo>
                    <a:cubicBezTo>
                      <a:pt x="5138" y="6214"/>
                      <a:pt x="4882" y="6287"/>
                      <a:pt x="4676" y="6438"/>
                    </a:cubicBezTo>
                    <a:cubicBezTo>
                      <a:pt x="4292" y="6715"/>
                      <a:pt x="4128" y="7178"/>
                      <a:pt x="4111" y="7635"/>
                    </a:cubicBezTo>
                    <a:cubicBezTo>
                      <a:pt x="4094" y="8234"/>
                      <a:pt x="4394" y="8844"/>
                      <a:pt x="4857" y="9216"/>
                    </a:cubicBezTo>
                    <a:cubicBezTo>
                      <a:pt x="5241" y="9527"/>
                      <a:pt x="5591" y="9877"/>
                      <a:pt x="5919" y="10250"/>
                    </a:cubicBezTo>
                    <a:cubicBezTo>
                      <a:pt x="6478" y="10877"/>
                      <a:pt x="6975" y="11600"/>
                      <a:pt x="7246" y="12407"/>
                    </a:cubicBezTo>
                    <a:cubicBezTo>
                      <a:pt x="7381" y="12831"/>
                      <a:pt x="7455" y="13271"/>
                      <a:pt x="7421" y="13717"/>
                    </a:cubicBezTo>
                    <a:cubicBezTo>
                      <a:pt x="7404" y="13949"/>
                      <a:pt x="7336" y="14158"/>
                      <a:pt x="7291" y="14384"/>
                    </a:cubicBezTo>
                    <a:cubicBezTo>
                      <a:pt x="7285" y="14412"/>
                      <a:pt x="7285" y="14440"/>
                      <a:pt x="7280" y="14468"/>
                    </a:cubicBezTo>
                    <a:cubicBezTo>
                      <a:pt x="7281" y="14453"/>
                      <a:pt x="7282" y="14447"/>
                      <a:pt x="7282" y="14447"/>
                    </a:cubicBezTo>
                    <a:lnTo>
                      <a:pt x="7282" y="14447"/>
                    </a:lnTo>
                    <a:cubicBezTo>
                      <a:pt x="7282" y="14447"/>
                      <a:pt x="7278" y="14477"/>
                      <a:pt x="7274" y="14497"/>
                    </a:cubicBezTo>
                    <a:cubicBezTo>
                      <a:pt x="7274" y="14525"/>
                      <a:pt x="7268" y="14553"/>
                      <a:pt x="7263" y="14581"/>
                    </a:cubicBezTo>
                    <a:cubicBezTo>
                      <a:pt x="7246" y="14655"/>
                      <a:pt x="7229" y="14734"/>
                      <a:pt x="7212" y="14807"/>
                    </a:cubicBezTo>
                    <a:cubicBezTo>
                      <a:pt x="7155" y="15005"/>
                      <a:pt x="7088" y="15203"/>
                      <a:pt x="7008" y="15372"/>
                    </a:cubicBezTo>
                    <a:cubicBezTo>
                      <a:pt x="6754" y="15908"/>
                      <a:pt x="6370" y="16377"/>
                      <a:pt x="5873" y="16699"/>
                    </a:cubicBezTo>
                    <a:cubicBezTo>
                      <a:pt x="5184" y="17151"/>
                      <a:pt x="4354" y="17303"/>
                      <a:pt x="3547" y="17303"/>
                    </a:cubicBezTo>
                    <a:lnTo>
                      <a:pt x="141" y="17303"/>
                    </a:lnTo>
                    <a:cubicBezTo>
                      <a:pt x="62" y="17303"/>
                      <a:pt x="0" y="17365"/>
                      <a:pt x="0" y="17445"/>
                    </a:cubicBezTo>
                    <a:lnTo>
                      <a:pt x="0" y="18941"/>
                    </a:lnTo>
                    <a:cubicBezTo>
                      <a:pt x="0" y="19015"/>
                      <a:pt x="62" y="19082"/>
                      <a:pt x="141" y="19082"/>
                    </a:cubicBezTo>
                    <a:lnTo>
                      <a:pt x="7607" y="19082"/>
                    </a:lnTo>
                    <a:cubicBezTo>
                      <a:pt x="7681" y="19082"/>
                      <a:pt x="7748" y="19015"/>
                      <a:pt x="7748" y="18941"/>
                    </a:cubicBezTo>
                    <a:lnTo>
                      <a:pt x="7748" y="17365"/>
                    </a:lnTo>
                    <a:lnTo>
                      <a:pt x="7748" y="14869"/>
                    </a:lnTo>
                    <a:lnTo>
                      <a:pt x="7748" y="14403"/>
                    </a:lnTo>
                    <a:lnTo>
                      <a:pt x="7748" y="14403"/>
                    </a:lnTo>
                    <a:cubicBezTo>
                      <a:pt x="8791" y="14194"/>
                      <a:pt x="9755" y="13651"/>
                      <a:pt x="10476" y="12870"/>
                    </a:cubicBezTo>
                    <a:cubicBezTo>
                      <a:pt x="11233" y="12051"/>
                      <a:pt x="11701" y="10995"/>
                      <a:pt x="11803" y="9888"/>
                    </a:cubicBezTo>
                    <a:cubicBezTo>
                      <a:pt x="11833" y="9551"/>
                      <a:pt x="11828" y="9214"/>
                      <a:pt x="11826" y="8872"/>
                    </a:cubicBezTo>
                    <a:lnTo>
                      <a:pt x="11826" y="8872"/>
                    </a:lnTo>
                    <a:cubicBezTo>
                      <a:pt x="11971" y="8873"/>
                      <a:pt x="12116" y="8874"/>
                      <a:pt x="12261" y="8874"/>
                    </a:cubicBezTo>
                    <a:cubicBezTo>
                      <a:pt x="12357" y="8874"/>
                      <a:pt x="12453" y="8874"/>
                      <a:pt x="12549" y="8872"/>
                    </a:cubicBezTo>
                    <a:cubicBezTo>
                      <a:pt x="12983" y="8872"/>
                      <a:pt x="13384" y="8601"/>
                      <a:pt x="13441" y="8149"/>
                    </a:cubicBezTo>
                    <a:cubicBezTo>
                      <a:pt x="13474" y="7895"/>
                      <a:pt x="13361" y="7646"/>
                      <a:pt x="13166" y="7477"/>
                    </a:cubicBezTo>
                    <a:lnTo>
                      <a:pt x="13166" y="7477"/>
                    </a:lnTo>
                    <a:cubicBezTo>
                      <a:pt x="13162" y="7473"/>
                      <a:pt x="13157" y="7469"/>
                      <a:pt x="13153" y="7466"/>
                    </a:cubicBezTo>
                    <a:lnTo>
                      <a:pt x="13153" y="7466"/>
                    </a:lnTo>
                    <a:cubicBezTo>
                      <a:pt x="13153" y="7466"/>
                      <a:pt x="13153" y="7466"/>
                      <a:pt x="13153" y="7466"/>
                    </a:cubicBezTo>
                    <a:cubicBezTo>
                      <a:pt x="13151" y="7464"/>
                      <a:pt x="13149" y="7463"/>
                      <a:pt x="13148" y="7462"/>
                    </a:cubicBezTo>
                    <a:lnTo>
                      <a:pt x="13148" y="7462"/>
                    </a:lnTo>
                    <a:cubicBezTo>
                      <a:pt x="12711" y="7112"/>
                      <a:pt x="12268" y="6762"/>
                      <a:pt x="11826" y="6413"/>
                    </a:cubicBezTo>
                    <a:lnTo>
                      <a:pt x="11826" y="6413"/>
                    </a:lnTo>
                    <a:lnTo>
                      <a:pt x="11826" y="4840"/>
                    </a:lnTo>
                    <a:cubicBezTo>
                      <a:pt x="11826" y="4461"/>
                      <a:pt x="11837" y="4083"/>
                      <a:pt x="11797" y="3705"/>
                    </a:cubicBezTo>
                    <a:cubicBezTo>
                      <a:pt x="11724" y="2999"/>
                      <a:pt x="11504" y="2304"/>
                      <a:pt x="11131" y="1694"/>
                    </a:cubicBezTo>
                    <a:cubicBezTo>
                      <a:pt x="10708" y="1011"/>
                      <a:pt x="10137" y="435"/>
                      <a:pt x="9448" y="23"/>
                    </a:cubicBezTo>
                    <a:cubicBezTo>
                      <a:pt x="9423" y="7"/>
                      <a:pt x="9397" y="0"/>
                      <a:pt x="9374"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38" name="Google Shape;1138;p40">
                <a:extLst>
                  <a:ext uri="{FF2B5EF4-FFF2-40B4-BE49-F238E27FC236}">
                    <a16:creationId xmlns:a16="http://schemas.microsoft.com/office/drawing/2014/main" id="{FA901210-77F7-E0A5-1E94-F7619FD5358C}"/>
                  </a:ext>
                </a:extLst>
              </p:cNvPr>
              <p:cNvSpPr/>
              <p:nvPr/>
            </p:nvSpPr>
            <p:spPr>
              <a:xfrm>
                <a:off x="4214400" y="3119725"/>
                <a:ext cx="583975" cy="458800"/>
              </a:xfrm>
              <a:custGeom>
                <a:avLst/>
                <a:gdLst/>
                <a:ahLst/>
                <a:cxnLst/>
                <a:rect l="l" t="t" r="r" b="b"/>
                <a:pathLst>
                  <a:path w="23359" h="18352" extrusionOk="0">
                    <a:moveTo>
                      <a:pt x="10827" y="285"/>
                    </a:moveTo>
                    <a:cubicBezTo>
                      <a:pt x="10889" y="285"/>
                      <a:pt x="10951" y="286"/>
                      <a:pt x="11013" y="286"/>
                    </a:cubicBezTo>
                    <a:lnTo>
                      <a:pt x="17683" y="286"/>
                    </a:lnTo>
                    <a:cubicBezTo>
                      <a:pt x="18029" y="286"/>
                      <a:pt x="18378" y="293"/>
                      <a:pt x="18728" y="293"/>
                    </a:cubicBezTo>
                    <a:cubicBezTo>
                      <a:pt x="18902" y="293"/>
                      <a:pt x="19078" y="291"/>
                      <a:pt x="19253" y="286"/>
                    </a:cubicBezTo>
                    <a:lnTo>
                      <a:pt x="19275" y="286"/>
                    </a:lnTo>
                    <a:cubicBezTo>
                      <a:pt x="19279" y="286"/>
                      <a:pt x="19282" y="286"/>
                      <a:pt x="19286" y="286"/>
                    </a:cubicBezTo>
                    <a:cubicBezTo>
                      <a:pt x="19288" y="286"/>
                      <a:pt x="19291" y="286"/>
                      <a:pt x="19293" y="286"/>
                    </a:cubicBezTo>
                    <a:lnTo>
                      <a:pt x="19293" y="286"/>
                    </a:lnTo>
                    <a:cubicBezTo>
                      <a:pt x="19350" y="287"/>
                      <a:pt x="19412" y="292"/>
                      <a:pt x="19473" y="297"/>
                    </a:cubicBezTo>
                    <a:cubicBezTo>
                      <a:pt x="19535" y="303"/>
                      <a:pt x="19597" y="314"/>
                      <a:pt x="19659" y="319"/>
                    </a:cubicBezTo>
                    <a:cubicBezTo>
                      <a:pt x="19669" y="319"/>
                      <a:pt x="19674" y="319"/>
                      <a:pt x="19682" y="323"/>
                    </a:cubicBezTo>
                    <a:lnTo>
                      <a:pt x="19682" y="323"/>
                    </a:lnTo>
                    <a:cubicBezTo>
                      <a:pt x="19681" y="323"/>
                      <a:pt x="19680" y="323"/>
                      <a:pt x="19679" y="323"/>
                    </a:cubicBezTo>
                    <a:cubicBezTo>
                      <a:pt x="19676" y="323"/>
                      <a:pt x="19676" y="323"/>
                      <a:pt x="19687" y="325"/>
                    </a:cubicBezTo>
                    <a:cubicBezTo>
                      <a:pt x="19704" y="325"/>
                      <a:pt x="19721" y="331"/>
                      <a:pt x="19738" y="331"/>
                    </a:cubicBezTo>
                    <a:cubicBezTo>
                      <a:pt x="19783" y="336"/>
                      <a:pt x="19829" y="342"/>
                      <a:pt x="19868" y="353"/>
                    </a:cubicBezTo>
                    <a:cubicBezTo>
                      <a:pt x="20286" y="421"/>
                      <a:pt x="20732" y="545"/>
                      <a:pt x="21099" y="698"/>
                    </a:cubicBezTo>
                    <a:cubicBezTo>
                      <a:pt x="21579" y="901"/>
                      <a:pt x="22020" y="1178"/>
                      <a:pt x="22364" y="1568"/>
                    </a:cubicBezTo>
                    <a:cubicBezTo>
                      <a:pt x="22754" y="2002"/>
                      <a:pt x="22986" y="2567"/>
                      <a:pt x="23042" y="3160"/>
                    </a:cubicBezTo>
                    <a:cubicBezTo>
                      <a:pt x="23117" y="3968"/>
                      <a:pt x="22932" y="4783"/>
                      <a:pt x="22647" y="5546"/>
                    </a:cubicBezTo>
                    <a:lnTo>
                      <a:pt x="22647" y="5546"/>
                    </a:lnTo>
                    <a:cubicBezTo>
                      <a:pt x="22647" y="5352"/>
                      <a:pt x="22647" y="5157"/>
                      <a:pt x="22647" y="4962"/>
                    </a:cubicBezTo>
                    <a:cubicBezTo>
                      <a:pt x="22641" y="3906"/>
                      <a:pt x="22297" y="2866"/>
                      <a:pt x="21658" y="2025"/>
                    </a:cubicBezTo>
                    <a:cubicBezTo>
                      <a:pt x="21280" y="1528"/>
                      <a:pt x="20806" y="1104"/>
                      <a:pt x="20269" y="783"/>
                    </a:cubicBezTo>
                    <a:cubicBezTo>
                      <a:pt x="20244" y="767"/>
                      <a:pt x="20218" y="760"/>
                      <a:pt x="20195" y="760"/>
                    </a:cubicBezTo>
                    <a:cubicBezTo>
                      <a:pt x="20098" y="760"/>
                      <a:pt x="20027" y="875"/>
                      <a:pt x="20077" y="975"/>
                    </a:cubicBezTo>
                    <a:cubicBezTo>
                      <a:pt x="20501" y="1822"/>
                      <a:pt x="20727" y="2804"/>
                      <a:pt x="20540" y="3747"/>
                    </a:cubicBezTo>
                    <a:cubicBezTo>
                      <a:pt x="20297" y="5007"/>
                      <a:pt x="19383" y="6074"/>
                      <a:pt x="18208" y="6565"/>
                    </a:cubicBezTo>
                    <a:cubicBezTo>
                      <a:pt x="17581" y="6820"/>
                      <a:pt x="16903" y="6938"/>
                      <a:pt x="16231" y="6966"/>
                    </a:cubicBezTo>
                    <a:cubicBezTo>
                      <a:pt x="15796" y="6978"/>
                      <a:pt x="15390" y="7181"/>
                      <a:pt x="15164" y="7559"/>
                    </a:cubicBezTo>
                    <a:cubicBezTo>
                      <a:pt x="14797" y="8158"/>
                      <a:pt x="14887" y="8943"/>
                      <a:pt x="15266" y="9513"/>
                    </a:cubicBezTo>
                    <a:cubicBezTo>
                      <a:pt x="15395" y="9711"/>
                      <a:pt x="15554" y="9875"/>
                      <a:pt x="15740" y="10027"/>
                    </a:cubicBezTo>
                    <a:cubicBezTo>
                      <a:pt x="16011" y="10259"/>
                      <a:pt x="16271" y="10502"/>
                      <a:pt x="16514" y="10761"/>
                    </a:cubicBezTo>
                    <a:cubicBezTo>
                      <a:pt x="17316" y="11603"/>
                      <a:pt x="18067" y="12659"/>
                      <a:pt x="18225" y="13839"/>
                    </a:cubicBezTo>
                    <a:cubicBezTo>
                      <a:pt x="18264" y="14155"/>
                      <a:pt x="18264" y="14477"/>
                      <a:pt x="18202" y="14794"/>
                    </a:cubicBezTo>
                    <a:cubicBezTo>
                      <a:pt x="18174" y="14935"/>
                      <a:pt x="18118" y="15076"/>
                      <a:pt x="18101" y="15217"/>
                    </a:cubicBezTo>
                    <a:cubicBezTo>
                      <a:pt x="18101" y="15219"/>
                      <a:pt x="18101" y="15221"/>
                      <a:pt x="18101" y="15223"/>
                    </a:cubicBezTo>
                    <a:lnTo>
                      <a:pt x="18101" y="15223"/>
                    </a:lnTo>
                    <a:cubicBezTo>
                      <a:pt x="18101" y="15223"/>
                      <a:pt x="18101" y="15223"/>
                      <a:pt x="18101" y="15223"/>
                    </a:cubicBezTo>
                    <a:cubicBezTo>
                      <a:pt x="18101" y="15240"/>
                      <a:pt x="18095" y="15257"/>
                      <a:pt x="18095" y="15274"/>
                    </a:cubicBezTo>
                    <a:cubicBezTo>
                      <a:pt x="18089" y="15319"/>
                      <a:pt x="18078" y="15358"/>
                      <a:pt x="18067" y="15403"/>
                    </a:cubicBezTo>
                    <a:cubicBezTo>
                      <a:pt x="18044" y="15528"/>
                      <a:pt x="18010" y="15646"/>
                      <a:pt x="17971" y="15765"/>
                    </a:cubicBezTo>
                    <a:cubicBezTo>
                      <a:pt x="17728" y="16516"/>
                      <a:pt x="17208" y="17188"/>
                      <a:pt x="16497" y="17583"/>
                    </a:cubicBezTo>
                    <a:cubicBezTo>
                      <a:pt x="15949" y="17883"/>
                      <a:pt x="15328" y="18018"/>
                      <a:pt x="14712" y="18052"/>
                    </a:cubicBezTo>
                    <a:cubicBezTo>
                      <a:pt x="14529" y="18062"/>
                      <a:pt x="14346" y="18064"/>
                      <a:pt x="14164" y="18064"/>
                    </a:cubicBezTo>
                    <a:cubicBezTo>
                      <a:pt x="14043" y="18064"/>
                      <a:pt x="13923" y="18063"/>
                      <a:pt x="13803" y="18063"/>
                    </a:cubicBezTo>
                    <a:lnTo>
                      <a:pt x="4720" y="18063"/>
                    </a:lnTo>
                    <a:cubicBezTo>
                      <a:pt x="4700" y="18046"/>
                      <a:pt x="4676" y="18034"/>
                      <a:pt x="4647" y="18034"/>
                    </a:cubicBezTo>
                    <a:cubicBezTo>
                      <a:pt x="4642" y="18034"/>
                      <a:pt x="4637" y="18034"/>
                      <a:pt x="4632" y="18035"/>
                    </a:cubicBezTo>
                    <a:cubicBezTo>
                      <a:pt x="4493" y="18051"/>
                      <a:pt x="4355" y="18060"/>
                      <a:pt x="4217" y="18060"/>
                    </a:cubicBezTo>
                    <a:cubicBezTo>
                      <a:pt x="3639" y="18060"/>
                      <a:pt x="3069" y="17917"/>
                      <a:pt x="2553" y="17634"/>
                    </a:cubicBezTo>
                    <a:cubicBezTo>
                      <a:pt x="1960" y="17301"/>
                      <a:pt x="1469" y="16810"/>
                      <a:pt x="1119" y="16228"/>
                    </a:cubicBezTo>
                    <a:cubicBezTo>
                      <a:pt x="334" y="14918"/>
                      <a:pt x="278" y="13212"/>
                      <a:pt x="983" y="11857"/>
                    </a:cubicBezTo>
                    <a:cubicBezTo>
                      <a:pt x="1317" y="11208"/>
                      <a:pt x="1825" y="10643"/>
                      <a:pt x="2452" y="10264"/>
                    </a:cubicBezTo>
                    <a:cubicBezTo>
                      <a:pt x="2632" y="10157"/>
                      <a:pt x="2808" y="10061"/>
                      <a:pt x="2977" y="9937"/>
                    </a:cubicBezTo>
                    <a:cubicBezTo>
                      <a:pt x="3649" y="9440"/>
                      <a:pt x="4208" y="8807"/>
                      <a:pt x="4694" y="8135"/>
                    </a:cubicBezTo>
                    <a:cubicBezTo>
                      <a:pt x="5095" y="7576"/>
                      <a:pt x="5445" y="6989"/>
                      <a:pt x="5755" y="6379"/>
                    </a:cubicBezTo>
                    <a:cubicBezTo>
                      <a:pt x="5942" y="6012"/>
                      <a:pt x="6117" y="5639"/>
                      <a:pt x="6275" y="5261"/>
                    </a:cubicBezTo>
                    <a:cubicBezTo>
                      <a:pt x="6456" y="4826"/>
                      <a:pt x="6653" y="4386"/>
                      <a:pt x="6772" y="3934"/>
                    </a:cubicBezTo>
                    <a:cubicBezTo>
                      <a:pt x="6829" y="3715"/>
                      <a:pt x="6911" y="3510"/>
                      <a:pt x="6981" y="3302"/>
                    </a:cubicBezTo>
                    <a:lnTo>
                      <a:pt x="6981" y="3302"/>
                    </a:lnTo>
                    <a:cubicBezTo>
                      <a:pt x="6983" y="3298"/>
                      <a:pt x="6985" y="3294"/>
                      <a:pt x="6987" y="3290"/>
                    </a:cubicBezTo>
                    <a:cubicBezTo>
                      <a:pt x="7308" y="2545"/>
                      <a:pt x="7783" y="1867"/>
                      <a:pt x="8376" y="1319"/>
                    </a:cubicBezTo>
                    <a:cubicBezTo>
                      <a:pt x="8952" y="799"/>
                      <a:pt x="9669" y="382"/>
                      <a:pt x="10454" y="303"/>
                    </a:cubicBezTo>
                    <a:cubicBezTo>
                      <a:pt x="10578" y="287"/>
                      <a:pt x="10703" y="285"/>
                      <a:pt x="10827" y="285"/>
                    </a:cubicBezTo>
                    <a:close/>
                    <a:moveTo>
                      <a:pt x="19155" y="1"/>
                    </a:moveTo>
                    <a:cubicBezTo>
                      <a:pt x="19074" y="1"/>
                      <a:pt x="18993" y="3"/>
                      <a:pt x="18914" y="3"/>
                    </a:cubicBezTo>
                    <a:lnTo>
                      <a:pt x="10742" y="3"/>
                    </a:lnTo>
                    <a:cubicBezTo>
                      <a:pt x="9127" y="9"/>
                      <a:pt x="7760" y="1263"/>
                      <a:pt x="7009" y="2601"/>
                    </a:cubicBezTo>
                    <a:cubicBezTo>
                      <a:pt x="6916" y="2776"/>
                      <a:pt x="6829" y="2951"/>
                      <a:pt x="6751" y="3131"/>
                    </a:cubicBezTo>
                    <a:lnTo>
                      <a:pt x="6751" y="3131"/>
                    </a:lnTo>
                    <a:cubicBezTo>
                      <a:pt x="6741" y="3144"/>
                      <a:pt x="6733" y="3159"/>
                      <a:pt x="6727" y="3177"/>
                    </a:cubicBezTo>
                    <a:cubicBezTo>
                      <a:pt x="6653" y="3409"/>
                      <a:pt x="6557" y="3640"/>
                      <a:pt x="6495" y="3877"/>
                    </a:cubicBezTo>
                    <a:cubicBezTo>
                      <a:pt x="6428" y="4114"/>
                      <a:pt x="6332" y="4346"/>
                      <a:pt x="6247" y="4578"/>
                    </a:cubicBezTo>
                    <a:cubicBezTo>
                      <a:pt x="6083" y="4995"/>
                      <a:pt x="5908" y="5408"/>
                      <a:pt x="5722" y="5814"/>
                    </a:cubicBezTo>
                    <a:cubicBezTo>
                      <a:pt x="5405" y="6475"/>
                      <a:pt x="5050" y="7119"/>
                      <a:pt x="4637" y="7723"/>
                    </a:cubicBezTo>
                    <a:cubicBezTo>
                      <a:pt x="4338" y="8164"/>
                      <a:pt x="4010" y="8582"/>
                      <a:pt x="3643" y="8966"/>
                    </a:cubicBezTo>
                    <a:cubicBezTo>
                      <a:pt x="3508" y="9107"/>
                      <a:pt x="3367" y="9248"/>
                      <a:pt x="3220" y="9378"/>
                    </a:cubicBezTo>
                    <a:cubicBezTo>
                      <a:pt x="3158" y="9434"/>
                      <a:pt x="3096" y="9485"/>
                      <a:pt x="3028" y="9542"/>
                    </a:cubicBezTo>
                    <a:cubicBezTo>
                      <a:pt x="3000" y="9564"/>
                      <a:pt x="2971" y="9587"/>
                      <a:pt x="2943" y="9609"/>
                    </a:cubicBezTo>
                    <a:cubicBezTo>
                      <a:pt x="2904" y="9643"/>
                      <a:pt x="2921" y="9626"/>
                      <a:pt x="2881" y="9660"/>
                    </a:cubicBezTo>
                    <a:cubicBezTo>
                      <a:pt x="2728" y="9773"/>
                      <a:pt x="2576" y="9875"/>
                      <a:pt x="2412" y="9965"/>
                    </a:cubicBezTo>
                    <a:cubicBezTo>
                      <a:pt x="1752" y="10327"/>
                      <a:pt x="1209" y="10886"/>
                      <a:pt x="837" y="11535"/>
                    </a:cubicBezTo>
                    <a:cubicBezTo>
                      <a:pt x="46" y="12896"/>
                      <a:pt x="1" y="14635"/>
                      <a:pt x="701" y="16047"/>
                    </a:cubicBezTo>
                    <a:cubicBezTo>
                      <a:pt x="1322" y="17312"/>
                      <a:pt x="2553" y="18250"/>
                      <a:pt x="3982" y="18340"/>
                    </a:cubicBezTo>
                    <a:cubicBezTo>
                      <a:pt x="4041" y="18343"/>
                      <a:pt x="4100" y="18345"/>
                      <a:pt x="4158" y="18345"/>
                    </a:cubicBezTo>
                    <a:cubicBezTo>
                      <a:pt x="4295" y="18345"/>
                      <a:pt x="4429" y="18337"/>
                      <a:pt x="4564" y="18324"/>
                    </a:cubicBezTo>
                    <a:lnTo>
                      <a:pt x="4564" y="18324"/>
                    </a:lnTo>
                    <a:cubicBezTo>
                      <a:pt x="4584" y="18338"/>
                      <a:pt x="4608" y="18346"/>
                      <a:pt x="4637" y="18346"/>
                    </a:cubicBezTo>
                    <a:lnTo>
                      <a:pt x="13137" y="18346"/>
                    </a:lnTo>
                    <a:cubicBezTo>
                      <a:pt x="13428" y="18346"/>
                      <a:pt x="13723" y="18352"/>
                      <a:pt x="14018" y="18352"/>
                    </a:cubicBezTo>
                    <a:cubicBezTo>
                      <a:pt x="14609" y="18352"/>
                      <a:pt x="15200" y="18327"/>
                      <a:pt x="15768" y="18176"/>
                    </a:cubicBezTo>
                    <a:cubicBezTo>
                      <a:pt x="16717" y="17917"/>
                      <a:pt x="17530" y="17312"/>
                      <a:pt x="17993" y="16437"/>
                    </a:cubicBezTo>
                    <a:cubicBezTo>
                      <a:pt x="18140" y="16160"/>
                      <a:pt x="18247" y="15867"/>
                      <a:pt x="18321" y="15562"/>
                    </a:cubicBezTo>
                    <a:cubicBezTo>
                      <a:pt x="18343" y="15477"/>
                      <a:pt x="18360" y="15392"/>
                      <a:pt x="18372" y="15302"/>
                    </a:cubicBezTo>
                    <a:cubicBezTo>
                      <a:pt x="18383" y="15228"/>
                      <a:pt x="18394" y="15183"/>
                      <a:pt x="18411" y="15132"/>
                    </a:cubicBezTo>
                    <a:cubicBezTo>
                      <a:pt x="18778" y="13867"/>
                      <a:pt x="18259" y="12569"/>
                      <a:pt x="17525" y="11546"/>
                    </a:cubicBezTo>
                    <a:cubicBezTo>
                      <a:pt x="17056" y="10880"/>
                      <a:pt x="16491" y="10287"/>
                      <a:pt x="15864" y="9767"/>
                    </a:cubicBezTo>
                    <a:cubicBezTo>
                      <a:pt x="15604" y="9553"/>
                      <a:pt x="15395" y="9254"/>
                      <a:pt x="15294" y="8932"/>
                    </a:cubicBezTo>
                    <a:cubicBezTo>
                      <a:pt x="15113" y="8378"/>
                      <a:pt x="15232" y="7605"/>
                      <a:pt x="15813" y="7339"/>
                    </a:cubicBezTo>
                    <a:cubicBezTo>
                      <a:pt x="15887" y="7305"/>
                      <a:pt x="15966" y="7283"/>
                      <a:pt x="16045" y="7266"/>
                    </a:cubicBezTo>
                    <a:cubicBezTo>
                      <a:pt x="16062" y="7260"/>
                      <a:pt x="16084" y="7260"/>
                      <a:pt x="16101" y="7254"/>
                    </a:cubicBezTo>
                    <a:cubicBezTo>
                      <a:pt x="16109" y="7253"/>
                      <a:pt x="16112" y="7253"/>
                      <a:pt x="16113" y="7253"/>
                    </a:cubicBezTo>
                    <a:cubicBezTo>
                      <a:pt x="16116" y="7253"/>
                      <a:pt x="16103" y="7256"/>
                      <a:pt x="16107" y="7256"/>
                    </a:cubicBezTo>
                    <a:cubicBezTo>
                      <a:pt x="16108" y="7256"/>
                      <a:pt x="16111" y="7256"/>
                      <a:pt x="16118" y="7254"/>
                    </a:cubicBezTo>
                    <a:cubicBezTo>
                      <a:pt x="16158" y="7249"/>
                      <a:pt x="16192" y="7249"/>
                      <a:pt x="16231" y="7249"/>
                    </a:cubicBezTo>
                    <a:cubicBezTo>
                      <a:pt x="16232" y="7249"/>
                      <a:pt x="16232" y="7249"/>
                      <a:pt x="16233" y="7249"/>
                    </a:cubicBezTo>
                    <a:lnTo>
                      <a:pt x="16233" y="7249"/>
                    </a:lnTo>
                    <a:cubicBezTo>
                      <a:pt x="17514" y="7192"/>
                      <a:pt x="18824" y="6819"/>
                      <a:pt x="19733" y="5859"/>
                    </a:cubicBezTo>
                    <a:cubicBezTo>
                      <a:pt x="20213" y="5357"/>
                      <a:pt x="20580" y="4736"/>
                      <a:pt x="20760" y="4058"/>
                    </a:cubicBezTo>
                    <a:cubicBezTo>
                      <a:pt x="20907" y="3499"/>
                      <a:pt x="20919" y="2917"/>
                      <a:pt x="20828" y="2347"/>
                    </a:cubicBezTo>
                    <a:cubicBezTo>
                      <a:pt x="20767" y="1986"/>
                      <a:pt x="20663" y="1635"/>
                      <a:pt x="20529" y="1298"/>
                    </a:cubicBezTo>
                    <a:lnTo>
                      <a:pt x="20529" y="1298"/>
                    </a:lnTo>
                    <a:cubicBezTo>
                      <a:pt x="21237" y="1835"/>
                      <a:pt x="21783" y="2567"/>
                      <a:pt x="22093" y="3409"/>
                    </a:cubicBezTo>
                    <a:cubicBezTo>
                      <a:pt x="22274" y="3900"/>
                      <a:pt x="22364" y="4431"/>
                      <a:pt x="22364" y="4956"/>
                    </a:cubicBezTo>
                    <a:cubicBezTo>
                      <a:pt x="22364" y="5159"/>
                      <a:pt x="22364" y="5363"/>
                      <a:pt x="22364" y="5560"/>
                    </a:cubicBezTo>
                    <a:lnTo>
                      <a:pt x="22364" y="6260"/>
                    </a:lnTo>
                    <a:cubicBezTo>
                      <a:pt x="22364" y="6342"/>
                      <a:pt x="22445" y="6402"/>
                      <a:pt x="22521" y="6402"/>
                    </a:cubicBezTo>
                    <a:cubicBezTo>
                      <a:pt x="22565" y="6402"/>
                      <a:pt x="22607" y="6382"/>
                      <a:pt x="22630" y="6334"/>
                    </a:cubicBezTo>
                    <a:cubicBezTo>
                      <a:pt x="23031" y="5425"/>
                      <a:pt x="23358" y="4442"/>
                      <a:pt x="23341" y="3442"/>
                    </a:cubicBezTo>
                    <a:cubicBezTo>
                      <a:pt x="23324" y="2782"/>
                      <a:pt x="23144" y="2121"/>
                      <a:pt x="22743" y="1584"/>
                    </a:cubicBezTo>
                    <a:cubicBezTo>
                      <a:pt x="22404" y="1138"/>
                      <a:pt x="21952" y="794"/>
                      <a:pt x="21449" y="545"/>
                    </a:cubicBezTo>
                    <a:cubicBezTo>
                      <a:pt x="21020" y="342"/>
                      <a:pt x="20563" y="195"/>
                      <a:pt x="20094" y="105"/>
                    </a:cubicBezTo>
                    <a:cubicBezTo>
                      <a:pt x="19840" y="54"/>
                      <a:pt x="19563" y="9"/>
                      <a:pt x="19298" y="3"/>
                    </a:cubicBezTo>
                    <a:lnTo>
                      <a:pt x="19275" y="3"/>
                    </a:lnTo>
                    <a:cubicBezTo>
                      <a:pt x="19236" y="1"/>
                      <a:pt x="19196" y="1"/>
                      <a:pt x="19155"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39" name="Google Shape;1139;p40">
                <a:extLst>
                  <a:ext uri="{FF2B5EF4-FFF2-40B4-BE49-F238E27FC236}">
                    <a16:creationId xmlns:a16="http://schemas.microsoft.com/office/drawing/2014/main" id="{7D3B422C-8338-3924-05BA-7B60152FB682}"/>
                  </a:ext>
                </a:extLst>
              </p:cNvPr>
              <p:cNvSpPr/>
              <p:nvPr/>
            </p:nvSpPr>
            <p:spPr>
              <a:xfrm>
                <a:off x="4769675" y="3210750"/>
                <a:ext cx="8075" cy="10675"/>
              </a:xfrm>
              <a:custGeom>
                <a:avLst/>
                <a:gdLst/>
                <a:ahLst/>
                <a:cxnLst/>
                <a:rect l="l" t="t" r="r" b="b"/>
                <a:pathLst>
                  <a:path w="323" h="427" extrusionOk="0">
                    <a:moveTo>
                      <a:pt x="136" y="1"/>
                    </a:moveTo>
                    <a:cubicBezTo>
                      <a:pt x="126" y="1"/>
                      <a:pt x="117" y="2"/>
                      <a:pt x="108" y="5"/>
                    </a:cubicBezTo>
                    <a:cubicBezTo>
                      <a:pt x="97" y="10"/>
                      <a:pt x="86" y="16"/>
                      <a:pt x="74" y="22"/>
                    </a:cubicBezTo>
                    <a:cubicBezTo>
                      <a:pt x="52" y="33"/>
                      <a:pt x="35" y="50"/>
                      <a:pt x="23" y="73"/>
                    </a:cubicBezTo>
                    <a:lnTo>
                      <a:pt x="6" y="106"/>
                    </a:lnTo>
                    <a:cubicBezTo>
                      <a:pt x="1" y="129"/>
                      <a:pt x="1" y="157"/>
                      <a:pt x="6" y="180"/>
                    </a:cubicBezTo>
                    <a:cubicBezTo>
                      <a:pt x="23" y="231"/>
                      <a:pt x="35" y="276"/>
                      <a:pt x="40" y="321"/>
                    </a:cubicBezTo>
                    <a:cubicBezTo>
                      <a:pt x="46" y="344"/>
                      <a:pt x="57" y="361"/>
                      <a:pt x="69" y="372"/>
                    </a:cubicBezTo>
                    <a:cubicBezTo>
                      <a:pt x="80" y="389"/>
                      <a:pt x="91" y="400"/>
                      <a:pt x="108" y="406"/>
                    </a:cubicBezTo>
                    <a:cubicBezTo>
                      <a:pt x="125" y="417"/>
                      <a:pt x="142" y="423"/>
                      <a:pt x="159" y="423"/>
                    </a:cubicBezTo>
                    <a:cubicBezTo>
                      <a:pt x="170" y="425"/>
                      <a:pt x="180" y="427"/>
                      <a:pt x="189" y="427"/>
                    </a:cubicBezTo>
                    <a:cubicBezTo>
                      <a:pt x="198" y="427"/>
                      <a:pt x="207" y="425"/>
                      <a:pt x="215" y="423"/>
                    </a:cubicBezTo>
                    <a:cubicBezTo>
                      <a:pt x="227" y="417"/>
                      <a:pt x="238" y="411"/>
                      <a:pt x="249" y="406"/>
                    </a:cubicBezTo>
                    <a:cubicBezTo>
                      <a:pt x="272" y="394"/>
                      <a:pt x="289" y="377"/>
                      <a:pt x="300" y="355"/>
                    </a:cubicBezTo>
                    <a:lnTo>
                      <a:pt x="317" y="321"/>
                    </a:lnTo>
                    <a:cubicBezTo>
                      <a:pt x="323" y="298"/>
                      <a:pt x="323" y="276"/>
                      <a:pt x="317" y="248"/>
                    </a:cubicBezTo>
                    <a:cubicBezTo>
                      <a:pt x="306" y="202"/>
                      <a:pt x="294" y="152"/>
                      <a:pt x="283" y="106"/>
                    </a:cubicBezTo>
                    <a:cubicBezTo>
                      <a:pt x="278" y="89"/>
                      <a:pt x="266" y="73"/>
                      <a:pt x="255" y="56"/>
                    </a:cubicBezTo>
                    <a:cubicBezTo>
                      <a:pt x="244" y="44"/>
                      <a:pt x="232" y="33"/>
                      <a:pt x="215" y="22"/>
                    </a:cubicBezTo>
                    <a:cubicBezTo>
                      <a:pt x="198" y="10"/>
                      <a:pt x="182" y="5"/>
                      <a:pt x="165" y="5"/>
                    </a:cubicBezTo>
                    <a:cubicBezTo>
                      <a:pt x="156" y="2"/>
                      <a:pt x="146" y="1"/>
                      <a:pt x="136"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0" name="Google Shape;1140;p40">
                <a:extLst>
                  <a:ext uri="{FF2B5EF4-FFF2-40B4-BE49-F238E27FC236}">
                    <a16:creationId xmlns:a16="http://schemas.microsoft.com/office/drawing/2014/main" id="{932F78E7-F9B0-2215-B51B-0A2EFB4B8259}"/>
                  </a:ext>
                </a:extLst>
              </p:cNvPr>
              <p:cNvSpPr/>
              <p:nvPr/>
            </p:nvSpPr>
            <p:spPr>
              <a:xfrm>
                <a:off x="4772800" y="3228450"/>
                <a:ext cx="7500" cy="9950"/>
              </a:xfrm>
              <a:custGeom>
                <a:avLst/>
                <a:gdLst/>
                <a:ahLst/>
                <a:cxnLst/>
                <a:rect l="l" t="t" r="r" b="b"/>
                <a:pathLst>
                  <a:path w="300" h="398" extrusionOk="0">
                    <a:moveTo>
                      <a:pt x="158" y="0"/>
                    </a:moveTo>
                    <a:cubicBezTo>
                      <a:pt x="153" y="0"/>
                      <a:pt x="147" y="1"/>
                      <a:pt x="141" y="3"/>
                    </a:cubicBezTo>
                    <a:lnTo>
                      <a:pt x="107" y="3"/>
                    </a:lnTo>
                    <a:cubicBezTo>
                      <a:pt x="85" y="14"/>
                      <a:pt x="62" y="25"/>
                      <a:pt x="45" y="42"/>
                    </a:cubicBezTo>
                    <a:cubicBezTo>
                      <a:pt x="34" y="53"/>
                      <a:pt x="28" y="59"/>
                      <a:pt x="23" y="70"/>
                    </a:cubicBezTo>
                    <a:cubicBezTo>
                      <a:pt x="11" y="93"/>
                      <a:pt x="0" y="116"/>
                      <a:pt x="0" y="144"/>
                    </a:cubicBezTo>
                    <a:cubicBezTo>
                      <a:pt x="6" y="178"/>
                      <a:pt x="11" y="217"/>
                      <a:pt x="17" y="257"/>
                    </a:cubicBezTo>
                    <a:cubicBezTo>
                      <a:pt x="11" y="274"/>
                      <a:pt x="17" y="296"/>
                      <a:pt x="28" y="313"/>
                    </a:cubicBezTo>
                    <a:cubicBezTo>
                      <a:pt x="34" y="330"/>
                      <a:pt x="40" y="342"/>
                      <a:pt x="57" y="358"/>
                    </a:cubicBezTo>
                    <a:cubicBezTo>
                      <a:pt x="68" y="370"/>
                      <a:pt x="85" y="381"/>
                      <a:pt x="102" y="387"/>
                    </a:cubicBezTo>
                    <a:cubicBezTo>
                      <a:pt x="119" y="392"/>
                      <a:pt x="136" y="398"/>
                      <a:pt x="158" y="398"/>
                    </a:cubicBezTo>
                    <a:lnTo>
                      <a:pt x="192" y="392"/>
                    </a:lnTo>
                    <a:cubicBezTo>
                      <a:pt x="215" y="387"/>
                      <a:pt x="237" y="375"/>
                      <a:pt x="254" y="358"/>
                    </a:cubicBezTo>
                    <a:cubicBezTo>
                      <a:pt x="266" y="347"/>
                      <a:pt x="271" y="336"/>
                      <a:pt x="277" y="330"/>
                    </a:cubicBezTo>
                    <a:cubicBezTo>
                      <a:pt x="288" y="308"/>
                      <a:pt x="299" y="285"/>
                      <a:pt x="299" y="257"/>
                    </a:cubicBezTo>
                    <a:cubicBezTo>
                      <a:pt x="294" y="217"/>
                      <a:pt x="288" y="178"/>
                      <a:pt x="282" y="144"/>
                    </a:cubicBezTo>
                    <a:cubicBezTo>
                      <a:pt x="288" y="121"/>
                      <a:pt x="282" y="104"/>
                      <a:pt x="271" y="87"/>
                    </a:cubicBezTo>
                    <a:cubicBezTo>
                      <a:pt x="266" y="70"/>
                      <a:pt x="260" y="53"/>
                      <a:pt x="243" y="42"/>
                    </a:cubicBezTo>
                    <a:cubicBezTo>
                      <a:pt x="232" y="25"/>
                      <a:pt x="215" y="20"/>
                      <a:pt x="198" y="14"/>
                    </a:cubicBezTo>
                    <a:cubicBezTo>
                      <a:pt x="185" y="6"/>
                      <a:pt x="173" y="0"/>
                      <a:pt x="158"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1" name="Google Shape;1141;p40">
                <a:extLst>
                  <a:ext uri="{FF2B5EF4-FFF2-40B4-BE49-F238E27FC236}">
                    <a16:creationId xmlns:a16="http://schemas.microsoft.com/office/drawing/2014/main" id="{73111E4A-3F51-D075-A953-96DB2B16B85A}"/>
                  </a:ext>
                </a:extLst>
              </p:cNvPr>
              <p:cNvSpPr/>
              <p:nvPr/>
            </p:nvSpPr>
            <p:spPr>
              <a:xfrm>
                <a:off x="4771525" y="3219375"/>
                <a:ext cx="7775" cy="10425"/>
              </a:xfrm>
              <a:custGeom>
                <a:avLst/>
                <a:gdLst/>
                <a:ahLst/>
                <a:cxnLst/>
                <a:rect l="l" t="t" r="r" b="b"/>
                <a:pathLst>
                  <a:path w="311" h="417" extrusionOk="0">
                    <a:moveTo>
                      <a:pt x="136" y="0"/>
                    </a:moveTo>
                    <a:cubicBezTo>
                      <a:pt x="126" y="0"/>
                      <a:pt x="116" y="1"/>
                      <a:pt x="108" y="4"/>
                    </a:cubicBezTo>
                    <a:cubicBezTo>
                      <a:pt x="96" y="10"/>
                      <a:pt x="85" y="16"/>
                      <a:pt x="74" y="21"/>
                    </a:cubicBezTo>
                    <a:cubicBezTo>
                      <a:pt x="51" y="32"/>
                      <a:pt x="34" y="49"/>
                      <a:pt x="23" y="72"/>
                    </a:cubicBezTo>
                    <a:lnTo>
                      <a:pt x="12" y="106"/>
                    </a:lnTo>
                    <a:cubicBezTo>
                      <a:pt x="0" y="128"/>
                      <a:pt x="0" y="151"/>
                      <a:pt x="12" y="179"/>
                    </a:cubicBezTo>
                    <a:cubicBezTo>
                      <a:pt x="17" y="224"/>
                      <a:pt x="23" y="270"/>
                      <a:pt x="34" y="315"/>
                    </a:cubicBezTo>
                    <a:cubicBezTo>
                      <a:pt x="34" y="332"/>
                      <a:pt x="45" y="349"/>
                      <a:pt x="57" y="360"/>
                    </a:cubicBezTo>
                    <a:cubicBezTo>
                      <a:pt x="68" y="377"/>
                      <a:pt x="79" y="388"/>
                      <a:pt x="96" y="400"/>
                    </a:cubicBezTo>
                    <a:cubicBezTo>
                      <a:pt x="113" y="411"/>
                      <a:pt x="130" y="416"/>
                      <a:pt x="147" y="416"/>
                    </a:cubicBezTo>
                    <a:cubicBezTo>
                      <a:pt x="170" y="416"/>
                      <a:pt x="187" y="416"/>
                      <a:pt x="204" y="411"/>
                    </a:cubicBezTo>
                    <a:cubicBezTo>
                      <a:pt x="215" y="405"/>
                      <a:pt x="226" y="405"/>
                      <a:pt x="237" y="400"/>
                    </a:cubicBezTo>
                    <a:cubicBezTo>
                      <a:pt x="260" y="388"/>
                      <a:pt x="277" y="371"/>
                      <a:pt x="288" y="349"/>
                    </a:cubicBezTo>
                    <a:lnTo>
                      <a:pt x="305" y="315"/>
                    </a:lnTo>
                    <a:cubicBezTo>
                      <a:pt x="311" y="287"/>
                      <a:pt x="311" y="264"/>
                      <a:pt x="305" y="236"/>
                    </a:cubicBezTo>
                    <a:cubicBezTo>
                      <a:pt x="300" y="191"/>
                      <a:pt x="288" y="145"/>
                      <a:pt x="283" y="106"/>
                    </a:cubicBezTo>
                    <a:cubicBezTo>
                      <a:pt x="277" y="83"/>
                      <a:pt x="266" y="66"/>
                      <a:pt x="254" y="55"/>
                    </a:cubicBezTo>
                    <a:cubicBezTo>
                      <a:pt x="243" y="38"/>
                      <a:pt x="232" y="27"/>
                      <a:pt x="215" y="21"/>
                    </a:cubicBezTo>
                    <a:cubicBezTo>
                      <a:pt x="198" y="10"/>
                      <a:pt x="181" y="4"/>
                      <a:pt x="164" y="4"/>
                    </a:cubicBezTo>
                    <a:cubicBezTo>
                      <a:pt x="156" y="1"/>
                      <a:pt x="146" y="0"/>
                      <a:pt x="136"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2" name="Google Shape;1142;p40">
                <a:extLst>
                  <a:ext uri="{FF2B5EF4-FFF2-40B4-BE49-F238E27FC236}">
                    <a16:creationId xmlns:a16="http://schemas.microsoft.com/office/drawing/2014/main" id="{96148945-F6C2-0316-EABE-A39A1A9F6A08}"/>
                  </a:ext>
                </a:extLst>
              </p:cNvPr>
              <p:cNvSpPr/>
              <p:nvPr/>
            </p:nvSpPr>
            <p:spPr>
              <a:xfrm>
                <a:off x="4754425" y="3175975"/>
                <a:ext cx="10200" cy="11850"/>
              </a:xfrm>
              <a:custGeom>
                <a:avLst/>
                <a:gdLst/>
                <a:ahLst/>
                <a:cxnLst/>
                <a:rect l="l" t="t" r="r" b="b"/>
                <a:pathLst>
                  <a:path w="408" h="474" extrusionOk="0">
                    <a:moveTo>
                      <a:pt x="125" y="1"/>
                    </a:moveTo>
                    <a:cubicBezTo>
                      <a:pt x="108" y="7"/>
                      <a:pt x="86" y="12"/>
                      <a:pt x="74" y="18"/>
                    </a:cubicBezTo>
                    <a:cubicBezTo>
                      <a:pt x="40" y="40"/>
                      <a:pt x="18" y="69"/>
                      <a:pt x="7" y="103"/>
                    </a:cubicBezTo>
                    <a:cubicBezTo>
                      <a:pt x="1" y="142"/>
                      <a:pt x="1" y="182"/>
                      <a:pt x="24" y="215"/>
                    </a:cubicBezTo>
                    <a:cubicBezTo>
                      <a:pt x="63" y="278"/>
                      <a:pt x="103" y="340"/>
                      <a:pt x="142" y="402"/>
                    </a:cubicBezTo>
                    <a:cubicBezTo>
                      <a:pt x="159" y="436"/>
                      <a:pt x="187" y="458"/>
                      <a:pt x="227" y="470"/>
                    </a:cubicBezTo>
                    <a:cubicBezTo>
                      <a:pt x="235" y="472"/>
                      <a:pt x="244" y="474"/>
                      <a:pt x="252" y="474"/>
                    </a:cubicBezTo>
                    <a:cubicBezTo>
                      <a:pt x="261" y="474"/>
                      <a:pt x="269" y="472"/>
                      <a:pt x="278" y="470"/>
                    </a:cubicBezTo>
                    <a:cubicBezTo>
                      <a:pt x="300" y="470"/>
                      <a:pt x="317" y="464"/>
                      <a:pt x="334" y="453"/>
                    </a:cubicBezTo>
                    <a:cubicBezTo>
                      <a:pt x="362" y="436"/>
                      <a:pt x="391" y="407"/>
                      <a:pt x="396" y="368"/>
                    </a:cubicBezTo>
                    <a:cubicBezTo>
                      <a:pt x="408" y="334"/>
                      <a:pt x="402" y="295"/>
                      <a:pt x="385" y="261"/>
                    </a:cubicBezTo>
                    <a:cubicBezTo>
                      <a:pt x="345" y="199"/>
                      <a:pt x="306" y="131"/>
                      <a:pt x="266" y="69"/>
                    </a:cubicBezTo>
                    <a:cubicBezTo>
                      <a:pt x="244" y="40"/>
                      <a:pt x="216" y="18"/>
                      <a:pt x="182" y="7"/>
                    </a:cubicBezTo>
                    <a:cubicBezTo>
                      <a:pt x="159" y="1"/>
                      <a:pt x="142" y="1"/>
                      <a:pt x="125"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3" name="Google Shape;1143;p40">
                <a:extLst>
                  <a:ext uri="{FF2B5EF4-FFF2-40B4-BE49-F238E27FC236}">
                    <a16:creationId xmlns:a16="http://schemas.microsoft.com/office/drawing/2014/main" id="{684CC0D7-8D62-8991-7A51-3BC37FC87C5F}"/>
                  </a:ext>
                </a:extLst>
              </p:cNvPr>
              <p:cNvSpPr/>
              <p:nvPr/>
            </p:nvSpPr>
            <p:spPr>
              <a:xfrm>
                <a:off x="4758100" y="3182850"/>
                <a:ext cx="11900" cy="15625"/>
              </a:xfrm>
              <a:custGeom>
                <a:avLst/>
                <a:gdLst/>
                <a:ahLst/>
                <a:cxnLst/>
                <a:rect l="l" t="t" r="r" b="b"/>
                <a:pathLst>
                  <a:path w="476" h="625" extrusionOk="0">
                    <a:moveTo>
                      <a:pt x="161" y="0"/>
                    </a:moveTo>
                    <a:cubicBezTo>
                      <a:pt x="136" y="0"/>
                      <a:pt x="112" y="6"/>
                      <a:pt x="91" y="20"/>
                    </a:cubicBezTo>
                    <a:cubicBezTo>
                      <a:pt x="23" y="59"/>
                      <a:pt x="1" y="144"/>
                      <a:pt x="40" y="212"/>
                    </a:cubicBezTo>
                    <a:cubicBezTo>
                      <a:pt x="102" y="324"/>
                      <a:pt x="159" y="437"/>
                      <a:pt x="210" y="556"/>
                    </a:cubicBezTo>
                    <a:cubicBezTo>
                      <a:pt x="227" y="584"/>
                      <a:pt x="266" y="612"/>
                      <a:pt x="294" y="618"/>
                    </a:cubicBezTo>
                    <a:cubicBezTo>
                      <a:pt x="306" y="622"/>
                      <a:pt x="320" y="624"/>
                      <a:pt x="334" y="624"/>
                    </a:cubicBezTo>
                    <a:cubicBezTo>
                      <a:pt x="359" y="624"/>
                      <a:pt x="385" y="618"/>
                      <a:pt x="407" y="607"/>
                    </a:cubicBezTo>
                    <a:cubicBezTo>
                      <a:pt x="436" y="584"/>
                      <a:pt x="464" y="556"/>
                      <a:pt x="469" y="522"/>
                    </a:cubicBezTo>
                    <a:lnTo>
                      <a:pt x="475" y="483"/>
                    </a:lnTo>
                    <a:cubicBezTo>
                      <a:pt x="475" y="460"/>
                      <a:pt x="469" y="437"/>
                      <a:pt x="458" y="415"/>
                    </a:cubicBezTo>
                    <a:cubicBezTo>
                      <a:pt x="402" y="296"/>
                      <a:pt x="345" y="183"/>
                      <a:pt x="283" y="70"/>
                    </a:cubicBezTo>
                    <a:cubicBezTo>
                      <a:pt x="261" y="25"/>
                      <a:pt x="210" y="0"/>
                      <a:pt x="161"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4" name="Google Shape;1144;p40">
                <a:extLst>
                  <a:ext uri="{FF2B5EF4-FFF2-40B4-BE49-F238E27FC236}">
                    <a16:creationId xmlns:a16="http://schemas.microsoft.com/office/drawing/2014/main" id="{A973E26E-F9E5-14CF-B643-E66CB6F73469}"/>
                  </a:ext>
                </a:extLst>
              </p:cNvPr>
              <p:cNvSpPr/>
              <p:nvPr/>
            </p:nvSpPr>
            <p:spPr>
              <a:xfrm>
                <a:off x="4749775" y="3169350"/>
                <a:ext cx="10625" cy="11750"/>
              </a:xfrm>
              <a:custGeom>
                <a:avLst/>
                <a:gdLst/>
                <a:ahLst/>
                <a:cxnLst/>
                <a:rect l="l" t="t" r="r" b="b"/>
                <a:pathLst>
                  <a:path w="425" h="470" extrusionOk="0">
                    <a:moveTo>
                      <a:pt x="125" y="0"/>
                    </a:moveTo>
                    <a:cubicBezTo>
                      <a:pt x="108" y="0"/>
                      <a:pt x="91" y="6"/>
                      <a:pt x="74" y="17"/>
                    </a:cubicBezTo>
                    <a:cubicBezTo>
                      <a:pt x="40" y="40"/>
                      <a:pt x="18" y="68"/>
                      <a:pt x="6" y="102"/>
                    </a:cubicBezTo>
                    <a:cubicBezTo>
                      <a:pt x="6" y="113"/>
                      <a:pt x="6" y="130"/>
                      <a:pt x="1" y="142"/>
                    </a:cubicBezTo>
                    <a:cubicBezTo>
                      <a:pt x="1" y="164"/>
                      <a:pt x="6" y="192"/>
                      <a:pt x="23" y="209"/>
                    </a:cubicBezTo>
                    <a:cubicBezTo>
                      <a:pt x="68" y="272"/>
                      <a:pt x="114" y="334"/>
                      <a:pt x="159" y="401"/>
                    </a:cubicBezTo>
                    <a:cubicBezTo>
                      <a:pt x="164" y="418"/>
                      <a:pt x="176" y="430"/>
                      <a:pt x="193" y="441"/>
                    </a:cubicBezTo>
                    <a:cubicBezTo>
                      <a:pt x="204" y="452"/>
                      <a:pt x="221" y="458"/>
                      <a:pt x="238" y="464"/>
                    </a:cubicBezTo>
                    <a:cubicBezTo>
                      <a:pt x="260" y="469"/>
                      <a:pt x="277" y="469"/>
                      <a:pt x="294" y="469"/>
                    </a:cubicBezTo>
                    <a:cubicBezTo>
                      <a:pt x="317" y="464"/>
                      <a:pt x="334" y="464"/>
                      <a:pt x="351" y="452"/>
                    </a:cubicBezTo>
                    <a:cubicBezTo>
                      <a:pt x="379" y="430"/>
                      <a:pt x="407" y="401"/>
                      <a:pt x="413" y="368"/>
                    </a:cubicBezTo>
                    <a:cubicBezTo>
                      <a:pt x="424" y="328"/>
                      <a:pt x="418" y="288"/>
                      <a:pt x="402" y="255"/>
                    </a:cubicBezTo>
                    <a:cubicBezTo>
                      <a:pt x="356" y="192"/>
                      <a:pt x="311" y="130"/>
                      <a:pt x="266" y="68"/>
                    </a:cubicBezTo>
                    <a:cubicBezTo>
                      <a:pt x="255" y="51"/>
                      <a:pt x="243" y="40"/>
                      <a:pt x="226" y="29"/>
                    </a:cubicBezTo>
                    <a:cubicBezTo>
                      <a:pt x="215" y="17"/>
                      <a:pt x="198" y="12"/>
                      <a:pt x="181" y="6"/>
                    </a:cubicBezTo>
                    <a:cubicBezTo>
                      <a:pt x="164" y="0"/>
                      <a:pt x="142" y="0"/>
                      <a:pt x="125"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5" name="Google Shape;1145;p40">
                <a:extLst>
                  <a:ext uri="{FF2B5EF4-FFF2-40B4-BE49-F238E27FC236}">
                    <a16:creationId xmlns:a16="http://schemas.microsoft.com/office/drawing/2014/main" id="{E3A7FA59-40CD-7C0E-D77E-59CCBCE6F49A}"/>
                  </a:ext>
                </a:extLst>
              </p:cNvPr>
              <p:cNvSpPr/>
              <p:nvPr/>
            </p:nvSpPr>
            <p:spPr>
              <a:xfrm>
                <a:off x="4744700" y="3163000"/>
                <a:ext cx="11025" cy="11875"/>
              </a:xfrm>
              <a:custGeom>
                <a:avLst/>
                <a:gdLst/>
                <a:ahLst/>
                <a:cxnLst/>
                <a:rect l="l" t="t" r="r" b="b"/>
                <a:pathLst>
                  <a:path w="441" h="475" extrusionOk="0">
                    <a:moveTo>
                      <a:pt x="141" y="0"/>
                    </a:moveTo>
                    <a:cubicBezTo>
                      <a:pt x="124" y="0"/>
                      <a:pt x="108" y="6"/>
                      <a:pt x="91" y="12"/>
                    </a:cubicBezTo>
                    <a:cubicBezTo>
                      <a:pt x="68" y="17"/>
                      <a:pt x="57" y="29"/>
                      <a:pt x="45" y="40"/>
                    </a:cubicBezTo>
                    <a:cubicBezTo>
                      <a:pt x="17" y="68"/>
                      <a:pt x="0" y="102"/>
                      <a:pt x="0" y="141"/>
                    </a:cubicBezTo>
                    <a:cubicBezTo>
                      <a:pt x="0" y="153"/>
                      <a:pt x="6" y="164"/>
                      <a:pt x="6" y="181"/>
                    </a:cubicBezTo>
                    <a:cubicBezTo>
                      <a:pt x="12" y="204"/>
                      <a:pt x="23" y="226"/>
                      <a:pt x="45" y="243"/>
                    </a:cubicBezTo>
                    <a:cubicBezTo>
                      <a:pt x="96" y="305"/>
                      <a:pt x="147" y="367"/>
                      <a:pt x="198" y="430"/>
                    </a:cubicBezTo>
                    <a:cubicBezTo>
                      <a:pt x="209" y="446"/>
                      <a:pt x="226" y="458"/>
                      <a:pt x="243" y="463"/>
                    </a:cubicBezTo>
                    <a:cubicBezTo>
                      <a:pt x="260" y="469"/>
                      <a:pt x="277" y="475"/>
                      <a:pt x="300" y="475"/>
                    </a:cubicBezTo>
                    <a:cubicBezTo>
                      <a:pt x="317" y="475"/>
                      <a:pt x="333" y="469"/>
                      <a:pt x="350" y="463"/>
                    </a:cubicBezTo>
                    <a:cubicBezTo>
                      <a:pt x="373" y="458"/>
                      <a:pt x="384" y="446"/>
                      <a:pt x="401" y="430"/>
                    </a:cubicBezTo>
                    <a:cubicBezTo>
                      <a:pt x="424" y="407"/>
                      <a:pt x="441" y="367"/>
                      <a:pt x="441" y="333"/>
                    </a:cubicBezTo>
                    <a:cubicBezTo>
                      <a:pt x="441" y="322"/>
                      <a:pt x="435" y="305"/>
                      <a:pt x="435" y="294"/>
                    </a:cubicBezTo>
                    <a:cubicBezTo>
                      <a:pt x="429" y="271"/>
                      <a:pt x="418" y="249"/>
                      <a:pt x="401" y="232"/>
                    </a:cubicBezTo>
                    <a:cubicBezTo>
                      <a:pt x="350" y="170"/>
                      <a:pt x="294" y="102"/>
                      <a:pt x="243" y="40"/>
                    </a:cubicBezTo>
                    <a:cubicBezTo>
                      <a:pt x="232" y="29"/>
                      <a:pt x="215" y="17"/>
                      <a:pt x="198" y="12"/>
                    </a:cubicBezTo>
                    <a:cubicBezTo>
                      <a:pt x="181" y="6"/>
                      <a:pt x="164" y="0"/>
                      <a:pt x="141"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6" name="Google Shape;1146;p40">
                <a:extLst>
                  <a:ext uri="{FF2B5EF4-FFF2-40B4-BE49-F238E27FC236}">
                    <a16:creationId xmlns:a16="http://schemas.microsoft.com/office/drawing/2014/main" id="{DEEB4C19-D10D-C6DE-0C26-28F85D2F9336}"/>
                  </a:ext>
                </a:extLst>
              </p:cNvPr>
              <p:cNvSpPr/>
              <p:nvPr/>
            </p:nvSpPr>
            <p:spPr>
              <a:xfrm>
                <a:off x="4767150" y="3202550"/>
                <a:ext cx="8625" cy="10725"/>
              </a:xfrm>
              <a:custGeom>
                <a:avLst/>
                <a:gdLst/>
                <a:ahLst/>
                <a:cxnLst/>
                <a:rect l="l" t="t" r="r" b="b"/>
                <a:pathLst>
                  <a:path w="345" h="429" extrusionOk="0">
                    <a:moveTo>
                      <a:pt x="139" y="1"/>
                    </a:moveTo>
                    <a:cubicBezTo>
                      <a:pt x="130" y="1"/>
                      <a:pt x="122" y="2"/>
                      <a:pt x="113" y="5"/>
                    </a:cubicBezTo>
                    <a:cubicBezTo>
                      <a:pt x="102" y="11"/>
                      <a:pt x="91" y="16"/>
                      <a:pt x="79" y="22"/>
                    </a:cubicBezTo>
                    <a:cubicBezTo>
                      <a:pt x="57" y="33"/>
                      <a:pt x="40" y="50"/>
                      <a:pt x="28" y="73"/>
                    </a:cubicBezTo>
                    <a:cubicBezTo>
                      <a:pt x="11" y="107"/>
                      <a:pt x="0" y="146"/>
                      <a:pt x="11" y="180"/>
                    </a:cubicBezTo>
                    <a:cubicBezTo>
                      <a:pt x="28" y="231"/>
                      <a:pt x="45" y="276"/>
                      <a:pt x="57" y="327"/>
                    </a:cubicBezTo>
                    <a:cubicBezTo>
                      <a:pt x="62" y="344"/>
                      <a:pt x="74" y="361"/>
                      <a:pt x="85" y="372"/>
                    </a:cubicBezTo>
                    <a:cubicBezTo>
                      <a:pt x="96" y="389"/>
                      <a:pt x="107" y="401"/>
                      <a:pt x="124" y="412"/>
                    </a:cubicBezTo>
                    <a:cubicBezTo>
                      <a:pt x="141" y="423"/>
                      <a:pt x="158" y="429"/>
                      <a:pt x="175" y="429"/>
                    </a:cubicBezTo>
                    <a:cubicBezTo>
                      <a:pt x="192" y="429"/>
                      <a:pt x="215" y="429"/>
                      <a:pt x="232" y="423"/>
                    </a:cubicBezTo>
                    <a:cubicBezTo>
                      <a:pt x="243" y="417"/>
                      <a:pt x="254" y="417"/>
                      <a:pt x="266" y="412"/>
                    </a:cubicBezTo>
                    <a:cubicBezTo>
                      <a:pt x="288" y="401"/>
                      <a:pt x="305" y="384"/>
                      <a:pt x="316" y="361"/>
                    </a:cubicBezTo>
                    <a:cubicBezTo>
                      <a:pt x="333" y="327"/>
                      <a:pt x="345" y="288"/>
                      <a:pt x="333" y="248"/>
                    </a:cubicBezTo>
                    <a:cubicBezTo>
                      <a:pt x="316" y="203"/>
                      <a:pt x="299" y="152"/>
                      <a:pt x="288" y="107"/>
                    </a:cubicBezTo>
                    <a:cubicBezTo>
                      <a:pt x="283" y="84"/>
                      <a:pt x="271" y="73"/>
                      <a:pt x="260" y="56"/>
                    </a:cubicBezTo>
                    <a:cubicBezTo>
                      <a:pt x="249" y="39"/>
                      <a:pt x="237" y="28"/>
                      <a:pt x="220" y="22"/>
                    </a:cubicBezTo>
                    <a:cubicBezTo>
                      <a:pt x="203" y="11"/>
                      <a:pt x="187" y="5"/>
                      <a:pt x="170" y="5"/>
                    </a:cubicBezTo>
                    <a:cubicBezTo>
                      <a:pt x="158" y="2"/>
                      <a:pt x="148" y="1"/>
                      <a:pt x="139"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7" name="Google Shape;1147;p40">
                <a:extLst>
                  <a:ext uri="{FF2B5EF4-FFF2-40B4-BE49-F238E27FC236}">
                    <a16:creationId xmlns:a16="http://schemas.microsoft.com/office/drawing/2014/main" id="{AF1BF318-8618-603F-C29F-4BBC33055417}"/>
                  </a:ext>
                </a:extLst>
              </p:cNvPr>
              <p:cNvSpPr/>
              <p:nvPr/>
            </p:nvSpPr>
            <p:spPr>
              <a:xfrm>
                <a:off x="4764325" y="3194650"/>
                <a:ext cx="8625" cy="10825"/>
              </a:xfrm>
              <a:custGeom>
                <a:avLst/>
                <a:gdLst/>
                <a:ahLst/>
                <a:cxnLst/>
                <a:rect l="l" t="t" r="r" b="b"/>
                <a:pathLst>
                  <a:path w="345" h="433" extrusionOk="0">
                    <a:moveTo>
                      <a:pt x="136" y="1"/>
                    </a:moveTo>
                    <a:cubicBezTo>
                      <a:pt x="126" y="1"/>
                      <a:pt x="116" y="2"/>
                      <a:pt x="108" y="5"/>
                    </a:cubicBezTo>
                    <a:cubicBezTo>
                      <a:pt x="96" y="11"/>
                      <a:pt x="85" y="16"/>
                      <a:pt x="74" y="22"/>
                    </a:cubicBezTo>
                    <a:cubicBezTo>
                      <a:pt x="51" y="33"/>
                      <a:pt x="34" y="50"/>
                      <a:pt x="23" y="73"/>
                    </a:cubicBezTo>
                    <a:lnTo>
                      <a:pt x="6" y="107"/>
                    </a:lnTo>
                    <a:cubicBezTo>
                      <a:pt x="0" y="129"/>
                      <a:pt x="0" y="157"/>
                      <a:pt x="6" y="180"/>
                    </a:cubicBezTo>
                    <a:cubicBezTo>
                      <a:pt x="28" y="231"/>
                      <a:pt x="45" y="276"/>
                      <a:pt x="62" y="327"/>
                    </a:cubicBezTo>
                    <a:cubicBezTo>
                      <a:pt x="68" y="344"/>
                      <a:pt x="79" y="361"/>
                      <a:pt x="91" y="378"/>
                    </a:cubicBezTo>
                    <a:cubicBezTo>
                      <a:pt x="102" y="389"/>
                      <a:pt x="113" y="406"/>
                      <a:pt x="130" y="412"/>
                    </a:cubicBezTo>
                    <a:cubicBezTo>
                      <a:pt x="147" y="423"/>
                      <a:pt x="164" y="429"/>
                      <a:pt x="181" y="429"/>
                    </a:cubicBezTo>
                    <a:cubicBezTo>
                      <a:pt x="192" y="431"/>
                      <a:pt x="202" y="433"/>
                      <a:pt x="211" y="433"/>
                    </a:cubicBezTo>
                    <a:cubicBezTo>
                      <a:pt x="220" y="433"/>
                      <a:pt x="229" y="431"/>
                      <a:pt x="237" y="429"/>
                    </a:cubicBezTo>
                    <a:cubicBezTo>
                      <a:pt x="249" y="423"/>
                      <a:pt x="260" y="417"/>
                      <a:pt x="271" y="412"/>
                    </a:cubicBezTo>
                    <a:cubicBezTo>
                      <a:pt x="294" y="400"/>
                      <a:pt x="311" y="383"/>
                      <a:pt x="322" y="361"/>
                    </a:cubicBezTo>
                    <a:lnTo>
                      <a:pt x="339" y="327"/>
                    </a:lnTo>
                    <a:cubicBezTo>
                      <a:pt x="345" y="304"/>
                      <a:pt x="345" y="276"/>
                      <a:pt x="339" y="253"/>
                    </a:cubicBezTo>
                    <a:cubicBezTo>
                      <a:pt x="316" y="203"/>
                      <a:pt x="300" y="152"/>
                      <a:pt x="283" y="107"/>
                    </a:cubicBezTo>
                    <a:cubicBezTo>
                      <a:pt x="277" y="84"/>
                      <a:pt x="266" y="73"/>
                      <a:pt x="254" y="56"/>
                    </a:cubicBezTo>
                    <a:cubicBezTo>
                      <a:pt x="243" y="44"/>
                      <a:pt x="232" y="28"/>
                      <a:pt x="215" y="22"/>
                    </a:cubicBezTo>
                    <a:cubicBezTo>
                      <a:pt x="198" y="11"/>
                      <a:pt x="181" y="5"/>
                      <a:pt x="164" y="5"/>
                    </a:cubicBezTo>
                    <a:cubicBezTo>
                      <a:pt x="156" y="2"/>
                      <a:pt x="146" y="1"/>
                      <a:pt x="136"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8" name="Google Shape;1148;p40">
                <a:extLst>
                  <a:ext uri="{FF2B5EF4-FFF2-40B4-BE49-F238E27FC236}">
                    <a16:creationId xmlns:a16="http://schemas.microsoft.com/office/drawing/2014/main" id="{BD38C0DC-FBD9-9B53-29A4-CCD2145CA620}"/>
                  </a:ext>
                </a:extLst>
              </p:cNvPr>
              <p:cNvSpPr/>
              <p:nvPr/>
            </p:nvSpPr>
            <p:spPr>
              <a:xfrm>
                <a:off x="4081975" y="3608550"/>
                <a:ext cx="999750" cy="705950"/>
              </a:xfrm>
              <a:custGeom>
                <a:avLst/>
                <a:gdLst/>
                <a:ahLst/>
                <a:cxnLst/>
                <a:rect l="l" t="t" r="r" b="b"/>
                <a:pathLst>
                  <a:path w="39990" h="28238" extrusionOk="0">
                    <a:moveTo>
                      <a:pt x="23780" y="300"/>
                    </a:moveTo>
                    <a:cubicBezTo>
                      <a:pt x="24485" y="893"/>
                      <a:pt x="25251" y="1417"/>
                      <a:pt x="26018" y="1910"/>
                    </a:cubicBezTo>
                    <a:cubicBezTo>
                      <a:pt x="26831" y="2430"/>
                      <a:pt x="27667" y="2915"/>
                      <a:pt x="28531" y="3344"/>
                    </a:cubicBezTo>
                    <a:cubicBezTo>
                      <a:pt x="29418" y="3785"/>
                      <a:pt x="30316" y="4186"/>
                      <a:pt x="31168" y="4694"/>
                    </a:cubicBezTo>
                    <a:cubicBezTo>
                      <a:pt x="33393" y="6021"/>
                      <a:pt x="35426" y="7840"/>
                      <a:pt x="36669" y="10138"/>
                    </a:cubicBezTo>
                    <a:cubicBezTo>
                      <a:pt x="36883" y="10527"/>
                      <a:pt x="37080" y="10916"/>
                      <a:pt x="37199" y="11338"/>
                    </a:cubicBezTo>
                    <a:lnTo>
                      <a:pt x="37199" y="11338"/>
                    </a:lnTo>
                    <a:cubicBezTo>
                      <a:pt x="37199" y="11339"/>
                      <a:pt x="37199" y="11340"/>
                      <a:pt x="37200" y="11341"/>
                    </a:cubicBezTo>
                    <a:cubicBezTo>
                      <a:pt x="37482" y="12290"/>
                      <a:pt x="37697" y="13261"/>
                      <a:pt x="37911" y="14227"/>
                    </a:cubicBezTo>
                    <a:cubicBezTo>
                      <a:pt x="38470" y="16813"/>
                      <a:pt x="38894" y="19434"/>
                      <a:pt x="39199" y="22060"/>
                    </a:cubicBezTo>
                    <a:cubicBezTo>
                      <a:pt x="39430" y="24018"/>
                      <a:pt x="39598" y="25986"/>
                      <a:pt x="39700" y="27955"/>
                    </a:cubicBezTo>
                    <a:lnTo>
                      <a:pt x="296" y="27955"/>
                    </a:lnTo>
                    <a:cubicBezTo>
                      <a:pt x="480" y="24417"/>
                      <a:pt x="867" y="20884"/>
                      <a:pt x="1469" y="17389"/>
                    </a:cubicBezTo>
                    <a:cubicBezTo>
                      <a:pt x="1796" y="15514"/>
                      <a:pt x="2175" y="13645"/>
                      <a:pt x="2661" y="11804"/>
                    </a:cubicBezTo>
                    <a:cubicBezTo>
                      <a:pt x="2836" y="11166"/>
                      <a:pt x="3067" y="10596"/>
                      <a:pt x="3395" y="10008"/>
                    </a:cubicBezTo>
                    <a:cubicBezTo>
                      <a:pt x="4569" y="7908"/>
                      <a:pt x="6399" y="6213"/>
                      <a:pt x="8421" y="4943"/>
                    </a:cubicBezTo>
                    <a:cubicBezTo>
                      <a:pt x="9189" y="4463"/>
                      <a:pt x="9985" y="4039"/>
                      <a:pt x="10804" y="3661"/>
                    </a:cubicBezTo>
                    <a:cubicBezTo>
                      <a:pt x="11662" y="3260"/>
                      <a:pt x="12498" y="2814"/>
                      <a:pt x="13306" y="2328"/>
                    </a:cubicBezTo>
                    <a:cubicBezTo>
                      <a:pt x="14294" y="1729"/>
                      <a:pt x="15248" y="1080"/>
                      <a:pt x="16146" y="357"/>
                    </a:cubicBezTo>
                    <a:cubicBezTo>
                      <a:pt x="16164" y="341"/>
                      <a:pt x="16182" y="327"/>
                      <a:pt x="16199" y="312"/>
                    </a:cubicBezTo>
                    <a:lnTo>
                      <a:pt x="16199" y="312"/>
                    </a:lnTo>
                    <a:cubicBezTo>
                      <a:pt x="16766" y="1161"/>
                      <a:pt x="17337" y="2004"/>
                      <a:pt x="17903" y="2853"/>
                    </a:cubicBezTo>
                    <a:cubicBezTo>
                      <a:pt x="17933" y="2900"/>
                      <a:pt x="17975" y="2921"/>
                      <a:pt x="18018" y="2921"/>
                    </a:cubicBezTo>
                    <a:cubicBezTo>
                      <a:pt x="18064" y="2921"/>
                      <a:pt x="18111" y="2897"/>
                      <a:pt x="18146" y="2853"/>
                    </a:cubicBezTo>
                    <a:lnTo>
                      <a:pt x="19981" y="437"/>
                    </a:lnTo>
                    <a:lnTo>
                      <a:pt x="19981" y="437"/>
                    </a:lnTo>
                    <a:cubicBezTo>
                      <a:pt x="20520" y="1244"/>
                      <a:pt x="21058" y="2046"/>
                      <a:pt x="21596" y="2853"/>
                    </a:cubicBezTo>
                    <a:cubicBezTo>
                      <a:pt x="21626" y="2900"/>
                      <a:pt x="21670" y="2921"/>
                      <a:pt x="21713" y="2921"/>
                    </a:cubicBezTo>
                    <a:cubicBezTo>
                      <a:pt x="21760" y="2921"/>
                      <a:pt x="21807" y="2897"/>
                      <a:pt x="21839" y="2853"/>
                    </a:cubicBezTo>
                    <a:cubicBezTo>
                      <a:pt x="22484" y="2000"/>
                      <a:pt x="23134" y="1153"/>
                      <a:pt x="23780" y="300"/>
                    </a:cubicBezTo>
                    <a:close/>
                    <a:moveTo>
                      <a:pt x="23761" y="0"/>
                    </a:moveTo>
                    <a:cubicBezTo>
                      <a:pt x="23742" y="0"/>
                      <a:pt x="23723" y="3"/>
                      <a:pt x="23703" y="7"/>
                    </a:cubicBezTo>
                    <a:cubicBezTo>
                      <a:pt x="23573" y="35"/>
                      <a:pt x="23460" y="255"/>
                      <a:pt x="23386" y="357"/>
                    </a:cubicBezTo>
                    <a:lnTo>
                      <a:pt x="22810" y="1114"/>
                    </a:lnTo>
                    <a:lnTo>
                      <a:pt x="21726" y="2542"/>
                    </a:lnTo>
                    <a:lnTo>
                      <a:pt x="21726" y="2542"/>
                    </a:lnTo>
                    <a:cubicBezTo>
                      <a:pt x="21187" y="1735"/>
                      <a:pt x="20649" y="928"/>
                      <a:pt x="20111" y="125"/>
                    </a:cubicBezTo>
                    <a:cubicBezTo>
                      <a:pt x="20081" y="79"/>
                      <a:pt x="20037" y="58"/>
                      <a:pt x="19994" y="58"/>
                    </a:cubicBezTo>
                    <a:cubicBezTo>
                      <a:pt x="19947" y="58"/>
                      <a:pt x="19900" y="82"/>
                      <a:pt x="19868" y="125"/>
                    </a:cubicBezTo>
                    <a:lnTo>
                      <a:pt x="18031" y="2543"/>
                    </a:lnTo>
                    <a:lnTo>
                      <a:pt x="18031" y="2543"/>
                    </a:lnTo>
                    <a:cubicBezTo>
                      <a:pt x="17545" y="1819"/>
                      <a:pt x="17063" y="1091"/>
                      <a:pt x="16581" y="368"/>
                    </a:cubicBezTo>
                    <a:cubicBezTo>
                      <a:pt x="16479" y="219"/>
                      <a:pt x="16373" y="5"/>
                      <a:pt x="16212" y="5"/>
                    </a:cubicBezTo>
                    <a:cubicBezTo>
                      <a:pt x="16161" y="5"/>
                      <a:pt x="16104" y="27"/>
                      <a:pt x="16039" y="80"/>
                    </a:cubicBezTo>
                    <a:cubicBezTo>
                      <a:pt x="15695" y="363"/>
                      <a:pt x="15339" y="628"/>
                      <a:pt x="14977" y="888"/>
                    </a:cubicBezTo>
                    <a:cubicBezTo>
                      <a:pt x="14266" y="1396"/>
                      <a:pt x="13532" y="1871"/>
                      <a:pt x="12775" y="2311"/>
                    </a:cubicBezTo>
                    <a:cubicBezTo>
                      <a:pt x="11821" y="2870"/>
                      <a:pt x="10821" y="3311"/>
                      <a:pt x="9838" y="3813"/>
                    </a:cubicBezTo>
                    <a:cubicBezTo>
                      <a:pt x="8223" y="4638"/>
                      <a:pt x="6704" y="5677"/>
                      <a:pt x="5411" y="6953"/>
                    </a:cubicBezTo>
                    <a:cubicBezTo>
                      <a:pt x="4558" y="7789"/>
                      <a:pt x="3796" y="8732"/>
                      <a:pt x="3203" y="9771"/>
                    </a:cubicBezTo>
                    <a:cubicBezTo>
                      <a:pt x="2937" y="10234"/>
                      <a:pt x="2689" y="10720"/>
                      <a:pt x="2531" y="11228"/>
                    </a:cubicBezTo>
                    <a:cubicBezTo>
                      <a:pt x="2135" y="12482"/>
                      <a:pt x="1876" y="13798"/>
                      <a:pt x="1616" y="15085"/>
                    </a:cubicBezTo>
                    <a:cubicBezTo>
                      <a:pt x="865" y="18801"/>
                      <a:pt x="373" y="22568"/>
                      <a:pt x="108" y="26346"/>
                    </a:cubicBezTo>
                    <a:cubicBezTo>
                      <a:pt x="68" y="26928"/>
                      <a:pt x="35" y="27515"/>
                      <a:pt x="6" y="28097"/>
                    </a:cubicBezTo>
                    <a:cubicBezTo>
                      <a:pt x="1" y="28176"/>
                      <a:pt x="74" y="28238"/>
                      <a:pt x="147" y="28238"/>
                    </a:cubicBezTo>
                    <a:lnTo>
                      <a:pt x="39848" y="28238"/>
                    </a:lnTo>
                    <a:cubicBezTo>
                      <a:pt x="39922" y="28238"/>
                      <a:pt x="39989" y="28176"/>
                      <a:pt x="39989" y="28097"/>
                    </a:cubicBezTo>
                    <a:cubicBezTo>
                      <a:pt x="39820" y="24737"/>
                      <a:pt x="39464" y="21382"/>
                      <a:pt x="38922" y="18056"/>
                    </a:cubicBezTo>
                    <a:cubicBezTo>
                      <a:pt x="38600" y="16096"/>
                      <a:pt x="38216" y="14148"/>
                      <a:pt x="37731" y="12222"/>
                    </a:cubicBezTo>
                    <a:cubicBezTo>
                      <a:pt x="37651" y="11900"/>
                      <a:pt x="37567" y="11578"/>
                      <a:pt x="37471" y="11262"/>
                    </a:cubicBezTo>
                    <a:cubicBezTo>
                      <a:pt x="37313" y="10697"/>
                      <a:pt x="37019" y="10149"/>
                      <a:pt x="36720" y="9647"/>
                    </a:cubicBezTo>
                    <a:cubicBezTo>
                      <a:pt x="35918" y="8292"/>
                      <a:pt x="34845" y="7106"/>
                      <a:pt x="33636" y="6095"/>
                    </a:cubicBezTo>
                    <a:cubicBezTo>
                      <a:pt x="32778" y="5378"/>
                      <a:pt x="31846" y="4745"/>
                      <a:pt x="30863" y="4192"/>
                    </a:cubicBezTo>
                    <a:cubicBezTo>
                      <a:pt x="29700" y="3542"/>
                      <a:pt x="28463" y="3028"/>
                      <a:pt x="27300" y="2362"/>
                    </a:cubicBezTo>
                    <a:cubicBezTo>
                      <a:pt x="26408" y="1848"/>
                      <a:pt x="25544" y="1283"/>
                      <a:pt x="24713" y="668"/>
                    </a:cubicBezTo>
                    <a:cubicBezTo>
                      <a:pt x="24493" y="504"/>
                      <a:pt x="24273" y="340"/>
                      <a:pt x="24064" y="165"/>
                    </a:cubicBezTo>
                    <a:cubicBezTo>
                      <a:pt x="23966" y="91"/>
                      <a:pt x="23884" y="0"/>
                      <a:pt x="23761"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9" name="Google Shape;1149;p40">
                <a:extLst>
                  <a:ext uri="{FF2B5EF4-FFF2-40B4-BE49-F238E27FC236}">
                    <a16:creationId xmlns:a16="http://schemas.microsoft.com/office/drawing/2014/main" id="{CF5A9586-11DA-F476-E554-278DFE587D92}"/>
                  </a:ext>
                </a:extLst>
              </p:cNvPr>
              <p:cNvSpPr/>
              <p:nvPr/>
            </p:nvSpPr>
            <p:spPr>
              <a:xfrm>
                <a:off x="4577950" y="3608700"/>
                <a:ext cx="101825" cy="72875"/>
              </a:xfrm>
              <a:custGeom>
                <a:avLst/>
                <a:gdLst/>
                <a:ahLst/>
                <a:cxnLst/>
                <a:rect l="l" t="t" r="r" b="b"/>
                <a:pathLst>
                  <a:path w="4073" h="2915" extrusionOk="0">
                    <a:moveTo>
                      <a:pt x="3599" y="283"/>
                    </a:moveTo>
                    <a:lnTo>
                      <a:pt x="2011" y="2373"/>
                    </a:lnTo>
                    <a:lnTo>
                      <a:pt x="1887" y="2536"/>
                    </a:lnTo>
                    <a:lnTo>
                      <a:pt x="1887" y="2536"/>
                    </a:lnTo>
                    <a:cubicBezTo>
                      <a:pt x="1421" y="1837"/>
                      <a:pt x="951" y="1141"/>
                      <a:pt x="486" y="441"/>
                    </a:cubicBezTo>
                    <a:lnTo>
                      <a:pt x="381" y="283"/>
                    </a:lnTo>
                    <a:close/>
                    <a:moveTo>
                      <a:pt x="187" y="1"/>
                    </a:moveTo>
                    <a:cubicBezTo>
                      <a:pt x="141" y="1"/>
                      <a:pt x="107" y="19"/>
                      <a:pt x="84" y="46"/>
                    </a:cubicBezTo>
                    <a:lnTo>
                      <a:pt x="84" y="46"/>
                    </a:lnTo>
                    <a:cubicBezTo>
                      <a:pt x="77" y="53"/>
                      <a:pt x="70" y="60"/>
                      <a:pt x="63" y="69"/>
                    </a:cubicBezTo>
                    <a:cubicBezTo>
                      <a:pt x="52" y="86"/>
                      <a:pt x="40" y="103"/>
                      <a:pt x="29" y="119"/>
                    </a:cubicBezTo>
                    <a:cubicBezTo>
                      <a:pt x="1" y="153"/>
                      <a:pt x="1" y="221"/>
                      <a:pt x="29" y="261"/>
                    </a:cubicBezTo>
                    <a:cubicBezTo>
                      <a:pt x="532" y="1017"/>
                      <a:pt x="1034" y="1769"/>
                      <a:pt x="1542" y="2525"/>
                    </a:cubicBezTo>
                    <a:cubicBezTo>
                      <a:pt x="1610" y="2633"/>
                      <a:pt x="1684" y="2740"/>
                      <a:pt x="1757" y="2847"/>
                    </a:cubicBezTo>
                    <a:cubicBezTo>
                      <a:pt x="1787" y="2894"/>
                      <a:pt x="1831" y="2915"/>
                      <a:pt x="1874" y="2915"/>
                    </a:cubicBezTo>
                    <a:cubicBezTo>
                      <a:pt x="1921" y="2915"/>
                      <a:pt x="1968" y="2891"/>
                      <a:pt x="2000" y="2847"/>
                    </a:cubicBezTo>
                    <a:lnTo>
                      <a:pt x="3751" y="543"/>
                    </a:lnTo>
                    <a:cubicBezTo>
                      <a:pt x="3835" y="430"/>
                      <a:pt x="3920" y="323"/>
                      <a:pt x="4005" y="210"/>
                    </a:cubicBezTo>
                    <a:cubicBezTo>
                      <a:pt x="4072" y="119"/>
                      <a:pt x="3976" y="1"/>
                      <a:pt x="3880"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50" name="Google Shape;1150;p40">
                <a:extLst>
                  <a:ext uri="{FF2B5EF4-FFF2-40B4-BE49-F238E27FC236}">
                    <a16:creationId xmlns:a16="http://schemas.microsoft.com/office/drawing/2014/main" id="{25737040-3EEA-D4D8-6BCB-FBBAEB4ED09C}"/>
                  </a:ext>
                </a:extLst>
              </p:cNvPr>
              <p:cNvSpPr/>
              <p:nvPr/>
            </p:nvSpPr>
            <p:spPr>
              <a:xfrm>
                <a:off x="4484175" y="3608700"/>
                <a:ext cx="101300" cy="72875"/>
              </a:xfrm>
              <a:custGeom>
                <a:avLst/>
                <a:gdLst/>
                <a:ahLst/>
                <a:cxnLst/>
                <a:rect l="l" t="t" r="r" b="b"/>
                <a:pathLst>
                  <a:path w="4052" h="2915" extrusionOk="0">
                    <a:moveTo>
                      <a:pt x="3655" y="283"/>
                    </a:moveTo>
                    <a:cubicBezTo>
                      <a:pt x="3121" y="981"/>
                      <a:pt x="2592" y="1682"/>
                      <a:pt x="2058" y="2378"/>
                    </a:cubicBezTo>
                    <a:cubicBezTo>
                      <a:pt x="2020" y="2432"/>
                      <a:pt x="1982" y="2484"/>
                      <a:pt x="1943" y="2535"/>
                    </a:cubicBezTo>
                    <a:lnTo>
                      <a:pt x="1943" y="2535"/>
                    </a:lnTo>
                    <a:cubicBezTo>
                      <a:pt x="1467" y="1824"/>
                      <a:pt x="992" y="1113"/>
                      <a:pt x="516" y="402"/>
                    </a:cubicBezTo>
                    <a:cubicBezTo>
                      <a:pt x="490" y="362"/>
                      <a:pt x="464" y="323"/>
                      <a:pt x="439" y="283"/>
                    </a:cubicBezTo>
                    <a:close/>
                    <a:moveTo>
                      <a:pt x="171" y="1"/>
                    </a:moveTo>
                    <a:cubicBezTo>
                      <a:pt x="132" y="1"/>
                      <a:pt x="101" y="14"/>
                      <a:pt x="79" y="36"/>
                    </a:cubicBezTo>
                    <a:lnTo>
                      <a:pt x="79" y="36"/>
                    </a:lnTo>
                    <a:cubicBezTo>
                      <a:pt x="27" y="74"/>
                      <a:pt x="1" y="141"/>
                      <a:pt x="47" y="210"/>
                    </a:cubicBezTo>
                    <a:lnTo>
                      <a:pt x="1589" y="2514"/>
                    </a:lnTo>
                    <a:cubicBezTo>
                      <a:pt x="1668" y="2627"/>
                      <a:pt x="1741" y="2734"/>
                      <a:pt x="1815" y="2847"/>
                    </a:cubicBezTo>
                    <a:cubicBezTo>
                      <a:pt x="1845" y="2894"/>
                      <a:pt x="1887" y="2915"/>
                      <a:pt x="1930" y="2915"/>
                    </a:cubicBezTo>
                    <a:cubicBezTo>
                      <a:pt x="1976" y="2915"/>
                      <a:pt x="2023" y="2891"/>
                      <a:pt x="2058" y="2847"/>
                    </a:cubicBezTo>
                    <a:cubicBezTo>
                      <a:pt x="2628" y="2090"/>
                      <a:pt x="3204" y="1339"/>
                      <a:pt x="3774" y="583"/>
                    </a:cubicBezTo>
                    <a:cubicBezTo>
                      <a:pt x="3859" y="475"/>
                      <a:pt x="3938" y="368"/>
                      <a:pt x="4023" y="261"/>
                    </a:cubicBezTo>
                    <a:cubicBezTo>
                      <a:pt x="4051" y="221"/>
                      <a:pt x="4045" y="153"/>
                      <a:pt x="4023" y="119"/>
                    </a:cubicBezTo>
                    <a:cubicBezTo>
                      <a:pt x="3966" y="35"/>
                      <a:pt x="3910" y="1"/>
                      <a:pt x="3820"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51" name="Google Shape;1151;p40">
                <a:extLst>
                  <a:ext uri="{FF2B5EF4-FFF2-40B4-BE49-F238E27FC236}">
                    <a16:creationId xmlns:a16="http://schemas.microsoft.com/office/drawing/2014/main" id="{753B3876-835D-BCD7-46C8-1B2CEB8749A5}"/>
                  </a:ext>
                </a:extLst>
              </p:cNvPr>
              <p:cNvSpPr/>
              <p:nvPr/>
            </p:nvSpPr>
            <p:spPr>
              <a:xfrm>
                <a:off x="4577250" y="3608600"/>
                <a:ext cx="8925" cy="8325"/>
              </a:xfrm>
              <a:custGeom>
                <a:avLst/>
                <a:gdLst/>
                <a:ahLst/>
                <a:cxnLst/>
                <a:rect l="l" t="t" r="r" b="b"/>
                <a:pathLst>
                  <a:path w="357" h="333" extrusionOk="0">
                    <a:moveTo>
                      <a:pt x="215" y="1"/>
                    </a:moveTo>
                    <a:cubicBezTo>
                      <a:pt x="202" y="1"/>
                      <a:pt x="190" y="2"/>
                      <a:pt x="176" y="5"/>
                    </a:cubicBezTo>
                    <a:lnTo>
                      <a:pt x="142" y="5"/>
                    </a:lnTo>
                    <a:cubicBezTo>
                      <a:pt x="91" y="5"/>
                      <a:pt x="46" y="27"/>
                      <a:pt x="23" y="73"/>
                    </a:cubicBezTo>
                    <a:cubicBezTo>
                      <a:pt x="6" y="95"/>
                      <a:pt x="1" y="118"/>
                      <a:pt x="1" y="146"/>
                    </a:cubicBezTo>
                    <a:cubicBezTo>
                      <a:pt x="1" y="169"/>
                      <a:pt x="6" y="191"/>
                      <a:pt x="23" y="214"/>
                    </a:cubicBezTo>
                    <a:cubicBezTo>
                      <a:pt x="34" y="231"/>
                      <a:pt x="46" y="248"/>
                      <a:pt x="57" y="265"/>
                    </a:cubicBezTo>
                    <a:cubicBezTo>
                      <a:pt x="68" y="287"/>
                      <a:pt x="85" y="304"/>
                      <a:pt x="108" y="316"/>
                    </a:cubicBezTo>
                    <a:cubicBezTo>
                      <a:pt x="125" y="327"/>
                      <a:pt x="153" y="332"/>
                      <a:pt x="176" y="332"/>
                    </a:cubicBezTo>
                    <a:cubicBezTo>
                      <a:pt x="204" y="332"/>
                      <a:pt x="226" y="327"/>
                      <a:pt x="249" y="316"/>
                    </a:cubicBezTo>
                    <a:cubicBezTo>
                      <a:pt x="272" y="304"/>
                      <a:pt x="289" y="287"/>
                      <a:pt x="300" y="265"/>
                    </a:cubicBezTo>
                    <a:cubicBezTo>
                      <a:pt x="305" y="256"/>
                      <a:pt x="311" y="249"/>
                      <a:pt x="317" y="242"/>
                    </a:cubicBezTo>
                    <a:lnTo>
                      <a:pt x="317" y="242"/>
                    </a:lnTo>
                    <a:cubicBezTo>
                      <a:pt x="317" y="242"/>
                      <a:pt x="317" y="242"/>
                      <a:pt x="317" y="242"/>
                    </a:cubicBezTo>
                    <a:cubicBezTo>
                      <a:pt x="323" y="236"/>
                      <a:pt x="330" y="227"/>
                      <a:pt x="335" y="218"/>
                    </a:cubicBezTo>
                    <a:lnTo>
                      <a:pt x="335" y="218"/>
                    </a:lnTo>
                    <a:cubicBezTo>
                      <a:pt x="336" y="217"/>
                      <a:pt x="337" y="216"/>
                      <a:pt x="339" y="214"/>
                    </a:cubicBezTo>
                    <a:cubicBezTo>
                      <a:pt x="345" y="197"/>
                      <a:pt x="351" y="180"/>
                      <a:pt x="356" y="163"/>
                    </a:cubicBezTo>
                    <a:cubicBezTo>
                      <a:pt x="356" y="159"/>
                      <a:pt x="356" y="154"/>
                      <a:pt x="356" y="150"/>
                    </a:cubicBezTo>
                    <a:lnTo>
                      <a:pt x="356" y="150"/>
                    </a:lnTo>
                    <a:cubicBezTo>
                      <a:pt x="356" y="148"/>
                      <a:pt x="356" y="147"/>
                      <a:pt x="356" y="146"/>
                    </a:cubicBezTo>
                    <a:lnTo>
                      <a:pt x="356" y="145"/>
                    </a:lnTo>
                    <a:lnTo>
                      <a:pt x="356" y="145"/>
                    </a:lnTo>
                    <a:cubicBezTo>
                      <a:pt x="356" y="132"/>
                      <a:pt x="354" y="118"/>
                      <a:pt x="351" y="107"/>
                    </a:cubicBezTo>
                    <a:cubicBezTo>
                      <a:pt x="348" y="96"/>
                      <a:pt x="344" y="85"/>
                      <a:pt x="339" y="75"/>
                    </a:cubicBezTo>
                    <a:lnTo>
                      <a:pt x="339" y="75"/>
                    </a:lnTo>
                    <a:cubicBezTo>
                      <a:pt x="336" y="68"/>
                      <a:pt x="332" y="62"/>
                      <a:pt x="328" y="56"/>
                    </a:cubicBezTo>
                    <a:cubicBezTo>
                      <a:pt x="317" y="44"/>
                      <a:pt x="305" y="27"/>
                      <a:pt x="289" y="22"/>
                    </a:cubicBezTo>
                    <a:cubicBezTo>
                      <a:pt x="277" y="16"/>
                      <a:pt x="266" y="11"/>
                      <a:pt x="255" y="5"/>
                    </a:cubicBezTo>
                    <a:cubicBezTo>
                      <a:pt x="241" y="2"/>
                      <a:pt x="228" y="1"/>
                      <a:pt x="215"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152" name="Google Shape;1152;p40">
              <a:extLst>
                <a:ext uri="{FF2B5EF4-FFF2-40B4-BE49-F238E27FC236}">
                  <a16:creationId xmlns:a16="http://schemas.microsoft.com/office/drawing/2014/main" id="{99CEA078-98B2-A751-B5DA-212023B3DB7A}"/>
                </a:ext>
              </a:extLst>
            </p:cNvPr>
            <p:cNvGrpSpPr/>
            <p:nvPr/>
          </p:nvGrpSpPr>
          <p:grpSpPr>
            <a:xfrm>
              <a:off x="0" y="3341584"/>
              <a:ext cx="1221647" cy="1490993"/>
              <a:chOff x="5687100" y="3067925"/>
              <a:chExt cx="999875" cy="1220325"/>
            </a:xfrm>
          </p:grpSpPr>
          <p:sp>
            <p:nvSpPr>
              <p:cNvPr id="1153" name="Google Shape;1153;p40">
                <a:extLst>
                  <a:ext uri="{FF2B5EF4-FFF2-40B4-BE49-F238E27FC236}">
                    <a16:creationId xmlns:a16="http://schemas.microsoft.com/office/drawing/2014/main" id="{6A4E36C7-B7CC-C213-7EDF-8D17C8441CA5}"/>
                  </a:ext>
                </a:extLst>
              </p:cNvPr>
              <p:cNvSpPr/>
              <p:nvPr/>
            </p:nvSpPr>
            <p:spPr>
              <a:xfrm>
                <a:off x="6088625" y="3125875"/>
                <a:ext cx="335625" cy="463525"/>
              </a:xfrm>
              <a:custGeom>
                <a:avLst/>
                <a:gdLst/>
                <a:ahLst/>
                <a:cxnLst/>
                <a:rect l="l" t="t" r="r" b="b"/>
                <a:pathLst>
                  <a:path w="13425" h="18541" extrusionOk="0">
                    <a:moveTo>
                      <a:pt x="2576" y="413"/>
                    </a:moveTo>
                    <a:cubicBezTo>
                      <a:pt x="4087" y="770"/>
                      <a:pt x="5639" y="1008"/>
                      <a:pt x="7193" y="1008"/>
                    </a:cubicBezTo>
                    <a:cubicBezTo>
                      <a:pt x="7286" y="1008"/>
                      <a:pt x="7379" y="1007"/>
                      <a:pt x="7472" y="1005"/>
                    </a:cubicBezTo>
                    <a:cubicBezTo>
                      <a:pt x="8387" y="988"/>
                      <a:pt x="9330" y="898"/>
                      <a:pt x="10211" y="621"/>
                    </a:cubicBezTo>
                    <a:cubicBezTo>
                      <a:pt x="10317" y="587"/>
                      <a:pt x="10427" y="553"/>
                      <a:pt x="10533" y="509"/>
                    </a:cubicBezTo>
                    <a:lnTo>
                      <a:pt x="10533" y="509"/>
                    </a:lnTo>
                    <a:cubicBezTo>
                      <a:pt x="11133" y="1297"/>
                      <a:pt x="11448" y="2259"/>
                      <a:pt x="11453" y="3247"/>
                    </a:cubicBezTo>
                    <a:cubicBezTo>
                      <a:pt x="11453" y="3812"/>
                      <a:pt x="11453" y="4377"/>
                      <a:pt x="11453" y="4941"/>
                    </a:cubicBezTo>
                    <a:cubicBezTo>
                      <a:pt x="11453" y="5150"/>
                      <a:pt x="11442" y="5365"/>
                      <a:pt x="11453" y="5574"/>
                    </a:cubicBezTo>
                    <a:cubicBezTo>
                      <a:pt x="11453" y="5647"/>
                      <a:pt x="11487" y="5681"/>
                      <a:pt x="11538" y="5726"/>
                    </a:cubicBezTo>
                    <a:lnTo>
                      <a:pt x="11815" y="5941"/>
                    </a:lnTo>
                    <a:lnTo>
                      <a:pt x="12594" y="6557"/>
                    </a:lnTo>
                    <a:cubicBezTo>
                      <a:pt x="12752" y="6686"/>
                      <a:pt x="12978" y="6816"/>
                      <a:pt x="13040" y="7020"/>
                    </a:cubicBezTo>
                    <a:cubicBezTo>
                      <a:pt x="13097" y="7200"/>
                      <a:pt x="13034" y="7392"/>
                      <a:pt x="12899" y="7522"/>
                    </a:cubicBezTo>
                    <a:cubicBezTo>
                      <a:pt x="12775" y="7641"/>
                      <a:pt x="12611" y="7675"/>
                      <a:pt x="12441" y="7675"/>
                    </a:cubicBezTo>
                    <a:cubicBezTo>
                      <a:pt x="12344" y="7677"/>
                      <a:pt x="12246" y="7677"/>
                      <a:pt x="12149" y="7677"/>
                    </a:cubicBezTo>
                    <a:cubicBezTo>
                      <a:pt x="11955" y="7677"/>
                      <a:pt x="11762" y="7675"/>
                      <a:pt x="11566" y="7675"/>
                    </a:cubicBezTo>
                    <a:cubicBezTo>
                      <a:pt x="11487" y="7675"/>
                      <a:pt x="11436" y="7743"/>
                      <a:pt x="11425" y="7816"/>
                    </a:cubicBezTo>
                    <a:cubicBezTo>
                      <a:pt x="11272" y="9589"/>
                      <a:pt x="10307" y="11233"/>
                      <a:pt x="8833" y="12232"/>
                    </a:cubicBezTo>
                    <a:cubicBezTo>
                      <a:pt x="8421" y="12515"/>
                      <a:pt x="7974" y="12740"/>
                      <a:pt x="7511" y="12910"/>
                    </a:cubicBezTo>
                    <a:cubicBezTo>
                      <a:pt x="7449" y="12932"/>
                      <a:pt x="7404" y="12983"/>
                      <a:pt x="7404" y="13045"/>
                    </a:cubicBezTo>
                    <a:lnTo>
                      <a:pt x="7404" y="14858"/>
                    </a:lnTo>
                    <a:lnTo>
                      <a:pt x="7404" y="17738"/>
                    </a:lnTo>
                    <a:lnTo>
                      <a:pt x="7404" y="18258"/>
                    </a:lnTo>
                    <a:lnTo>
                      <a:pt x="283" y="18258"/>
                    </a:lnTo>
                    <a:lnTo>
                      <a:pt x="283" y="16710"/>
                    </a:lnTo>
                    <a:lnTo>
                      <a:pt x="283" y="14022"/>
                    </a:lnTo>
                    <a:lnTo>
                      <a:pt x="283" y="13407"/>
                    </a:lnTo>
                    <a:lnTo>
                      <a:pt x="283" y="11746"/>
                    </a:lnTo>
                    <a:lnTo>
                      <a:pt x="283" y="10809"/>
                    </a:lnTo>
                    <a:lnTo>
                      <a:pt x="283" y="8618"/>
                    </a:lnTo>
                    <a:lnTo>
                      <a:pt x="283" y="6348"/>
                    </a:lnTo>
                    <a:lnTo>
                      <a:pt x="283" y="5534"/>
                    </a:lnTo>
                    <a:cubicBezTo>
                      <a:pt x="283" y="5446"/>
                      <a:pt x="290" y="5353"/>
                      <a:pt x="290" y="5262"/>
                    </a:cubicBezTo>
                    <a:lnTo>
                      <a:pt x="290" y="5262"/>
                    </a:lnTo>
                    <a:cubicBezTo>
                      <a:pt x="1181" y="5260"/>
                      <a:pt x="2087" y="4819"/>
                      <a:pt x="2649" y="4145"/>
                    </a:cubicBezTo>
                    <a:cubicBezTo>
                      <a:pt x="3276" y="3394"/>
                      <a:pt x="3496" y="2361"/>
                      <a:pt x="3180" y="1429"/>
                    </a:cubicBezTo>
                    <a:cubicBezTo>
                      <a:pt x="3050" y="1048"/>
                      <a:pt x="2842" y="706"/>
                      <a:pt x="2576" y="413"/>
                    </a:cubicBezTo>
                    <a:close/>
                    <a:moveTo>
                      <a:pt x="2079" y="1"/>
                    </a:moveTo>
                    <a:cubicBezTo>
                      <a:pt x="1944" y="1"/>
                      <a:pt x="1897" y="183"/>
                      <a:pt x="2011" y="265"/>
                    </a:cubicBezTo>
                    <a:cubicBezTo>
                      <a:pt x="2762" y="847"/>
                      <a:pt x="3180" y="1807"/>
                      <a:pt x="3005" y="2750"/>
                    </a:cubicBezTo>
                    <a:cubicBezTo>
                      <a:pt x="2858" y="3575"/>
                      <a:pt x="2310" y="4269"/>
                      <a:pt x="1570" y="4648"/>
                    </a:cubicBezTo>
                    <a:cubicBezTo>
                      <a:pt x="1180" y="4853"/>
                      <a:pt x="720" y="4979"/>
                      <a:pt x="275" y="4979"/>
                    </a:cubicBezTo>
                    <a:cubicBezTo>
                      <a:pt x="230" y="4979"/>
                      <a:pt x="186" y="4978"/>
                      <a:pt x="142" y="4975"/>
                    </a:cubicBezTo>
                    <a:cubicBezTo>
                      <a:pt x="139" y="4975"/>
                      <a:pt x="136" y="4975"/>
                      <a:pt x="134" y="4975"/>
                    </a:cubicBezTo>
                    <a:cubicBezTo>
                      <a:pt x="63" y="4975"/>
                      <a:pt x="0" y="5046"/>
                      <a:pt x="0" y="5117"/>
                    </a:cubicBezTo>
                    <a:lnTo>
                      <a:pt x="0" y="6116"/>
                    </a:lnTo>
                    <a:lnTo>
                      <a:pt x="0" y="8324"/>
                    </a:lnTo>
                    <a:lnTo>
                      <a:pt x="0" y="10589"/>
                    </a:lnTo>
                    <a:lnTo>
                      <a:pt x="0" y="11735"/>
                    </a:lnTo>
                    <a:lnTo>
                      <a:pt x="0" y="13339"/>
                    </a:lnTo>
                    <a:lnTo>
                      <a:pt x="0" y="13407"/>
                    </a:lnTo>
                    <a:lnTo>
                      <a:pt x="0" y="15095"/>
                    </a:lnTo>
                    <a:lnTo>
                      <a:pt x="0" y="17783"/>
                    </a:lnTo>
                    <a:lnTo>
                      <a:pt x="0" y="18399"/>
                    </a:lnTo>
                    <a:cubicBezTo>
                      <a:pt x="0" y="18472"/>
                      <a:pt x="68" y="18540"/>
                      <a:pt x="142" y="18540"/>
                    </a:cubicBezTo>
                    <a:lnTo>
                      <a:pt x="7545" y="18540"/>
                    </a:lnTo>
                    <a:cubicBezTo>
                      <a:pt x="7591" y="18540"/>
                      <a:pt x="7626" y="18522"/>
                      <a:pt x="7649" y="18494"/>
                    </a:cubicBezTo>
                    <a:lnTo>
                      <a:pt x="7649" y="18494"/>
                    </a:lnTo>
                    <a:cubicBezTo>
                      <a:pt x="7672" y="18472"/>
                      <a:pt x="7686" y="18440"/>
                      <a:pt x="7686" y="18399"/>
                    </a:cubicBezTo>
                    <a:lnTo>
                      <a:pt x="7686" y="16586"/>
                    </a:lnTo>
                    <a:lnTo>
                      <a:pt x="7686" y="13706"/>
                    </a:lnTo>
                    <a:lnTo>
                      <a:pt x="7686" y="13143"/>
                    </a:lnTo>
                    <a:lnTo>
                      <a:pt x="7686" y="13143"/>
                    </a:lnTo>
                    <a:cubicBezTo>
                      <a:pt x="9390" y="12494"/>
                      <a:pt x="10754" y="11114"/>
                      <a:pt x="11374" y="9386"/>
                    </a:cubicBezTo>
                    <a:cubicBezTo>
                      <a:pt x="11534" y="8922"/>
                      <a:pt x="11642" y="8445"/>
                      <a:pt x="11694" y="7957"/>
                    </a:cubicBezTo>
                    <a:lnTo>
                      <a:pt x="12408" y="7957"/>
                    </a:lnTo>
                    <a:cubicBezTo>
                      <a:pt x="12780" y="7957"/>
                      <a:pt x="13136" y="7805"/>
                      <a:pt x="13289" y="7438"/>
                    </a:cubicBezTo>
                    <a:cubicBezTo>
                      <a:pt x="13424" y="7104"/>
                      <a:pt x="13294" y="6760"/>
                      <a:pt x="13023" y="6540"/>
                    </a:cubicBezTo>
                    <a:cubicBezTo>
                      <a:pt x="12792" y="6353"/>
                      <a:pt x="12560" y="6173"/>
                      <a:pt x="12328" y="5986"/>
                    </a:cubicBezTo>
                    <a:cubicBezTo>
                      <a:pt x="12129" y="5834"/>
                      <a:pt x="11934" y="5677"/>
                      <a:pt x="11736" y="5524"/>
                    </a:cubicBezTo>
                    <a:lnTo>
                      <a:pt x="11736" y="5524"/>
                    </a:lnTo>
                    <a:lnTo>
                      <a:pt x="11736" y="4010"/>
                    </a:lnTo>
                    <a:cubicBezTo>
                      <a:pt x="11736" y="3309"/>
                      <a:pt x="11752" y="2615"/>
                      <a:pt x="11555" y="1931"/>
                    </a:cubicBezTo>
                    <a:cubicBezTo>
                      <a:pt x="11380" y="1299"/>
                      <a:pt x="11063" y="712"/>
                      <a:pt x="10646" y="203"/>
                    </a:cubicBezTo>
                    <a:cubicBezTo>
                      <a:pt x="10618" y="168"/>
                      <a:pt x="10585" y="154"/>
                      <a:pt x="10554" y="154"/>
                    </a:cubicBezTo>
                    <a:cubicBezTo>
                      <a:pt x="10500" y="154"/>
                      <a:pt x="10448" y="196"/>
                      <a:pt x="10425" y="251"/>
                    </a:cubicBezTo>
                    <a:lnTo>
                      <a:pt x="10425" y="251"/>
                    </a:lnTo>
                    <a:cubicBezTo>
                      <a:pt x="10354" y="277"/>
                      <a:pt x="10282" y="302"/>
                      <a:pt x="10211" y="328"/>
                    </a:cubicBezTo>
                    <a:cubicBezTo>
                      <a:pt x="9906" y="429"/>
                      <a:pt x="9590" y="503"/>
                      <a:pt x="9273" y="559"/>
                    </a:cubicBezTo>
                    <a:cubicBezTo>
                      <a:pt x="8601" y="680"/>
                      <a:pt x="7916" y="730"/>
                      <a:pt x="7231" y="730"/>
                    </a:cubicBezTo>
                    <a:cubicBezTo>
                      <a:pt x="6638" y="730"/>
                      <a:pt x="6045" y="693"/>
                      <a:pt x="5461" y="633"/>
                    </a:cubicBezTo>
                    <a:cubicBezTo>
                      <a:pt x="4332" y="514"/>
                      <a:pt x="3214" y="294"/>
                      <a:pt x="2118" y="6"/>
                    </a:cubicBezTo>
                    <a:cubicBezTo>
                      <a:pt x="2104" y="2"/>
                      <a:pt x="2091" y="1"/>
                      <a:pt x="2079"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54" name="Google Shape;1154;p40">
                <a:extLst>
                  <a:ext uri="{FF2B5EF4-FFF2-40B4-BE49-F238E27FC236}">
                    <a16:creationId xmlns:a16="http://schemas.microsoft.com/office/drawing/2014/main" id="{1D3BDCAF-93EC-2B8E-AC51-EE24A3E8555D}"/>
                  </a:ext>
                </a:extLst>
              </p:cNvPr>
              <p:cNvSpPr/>
              <p:nvPr/>
            </p:nvSpPr>
            <p:spPr>
              <a:xfrm>
                <a:off x="6301250" y="3317650"/>
                <a:ext cx="80700" cy="37375"/>
              </a:xfrm>
              <a:custGeom>
                <a:avLst/>
                <a:gdLst/>
                <a:ahLst/>
                <a:cxnLst/>
                <a:rect l="l" t="t" r="r" b="b"/>
                <a:pathLst>
                  <a:path w="3228" h="1495" extrusionOk="0">
                    <a:moveTo>
                      <a:pt x="2922" y="286"/>
                    </a:moveTo>
                    <a:cubicBezTo>
                      <a:pt x="2887" y="600"/>
                      <a:pt x="2836" y="917"/>
                      <a:pt x="2736" y="1212"/>
                    </a:cubicBezTo>
                    <a:lnTo>
                      <a:pt x="297" y="1212"/>
                    </a:lnTo>
                    <a:cubicBezTo>
                      <a:pt x="333" y="920"/>
                      <a:pt x="479" y="648"/>
                      <a:pt x="717" y="473"/>
                    </a:cubicBezTo>
                    <a:cubicBezTo>
                      <a:pt x="904" y="337"/>
                      <a:pt x="1113" y="286"/>
                      <a:pt x="1339" y="286"/>
                    </a:cubicBezTo>
                    <a:close/>
                    <a:moveTo>
                      <a:pt x="1531" y="0"/>
                    </a:moveTo>
                    <a:cubicBezTo>
                      <a:pt x="1188" y="0"/>
                      <a:pt x="847" y="28"/>
                      <a:pt x="554" y="247"/>
                    </a:cubicBezTo>
                    <a:cubicBezTo>
                      <a:pt x="204" y="506"/>
                      <a:pt x="12" y="919"/>
                      <a:pt x="6" y="1353"/>
                    </a:cubicBezTo>
                    <a:cubicBezTo>
                      <a:pt x="0" y="1427"/>
                      <a:pt x="68" y="1495"/>
                      <a:pt x="147" y="1495"/>
                    </a:cubicBezTo>
                    <a:lnTo>
                      <a:pt x="2835" y="1495"/>
                    </a:lnTo>
                    <a:cubicBezTo>
                      <a:pt x="2903" y="1495"/>
                      <a:pt x="2954" y="1449"/>
                      <a:pt x="2976" y="1387"/>
                    </a:cubicBezTo>
                    <a:cubicBezTo>
                      <a:pt x="3118" y="998"/>
                      <a:pt x="3174" y="563"/>
                      <a:pt x="3219" y="145"/>
                    </a:cubicBezTo>
                    <a:cubicBezTo>
                      <a:pt x="3227" y="83"/>
                      <a:pt x="3197" y="43"/>
                      <a:pt x="3154" y="25"/>
                    </a:cubicBezTo>
                    <a:lnTo>
                      <a:pt x="3154" y="25"/>
                    </a:lnTo>
                    <a:cubicBezTo>
                      <a:pt x="3133" y="12"/>
                      <a:pt x="3108" y="4"/>
                      <a:pt x="3078" y="4"/>
                    </a:cubicBezTo>
                    <a:lnTo>
                      <a:pt x="1886" y="4"/>
                    </a:lnTo>
                    <a:cubicBezTo>
                      <a:pt x="1769" y="4"/>
                      <a:pt x="1650" y="0"/>
                      <a:pt x="1531"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55" name="Google Shape;1155;p40">
                <a:extLst>
                  <a:ext uri="{FF2B5EF4-FFF2-40B4-BE49-F238E27FC236}">
                    <a16:creationId xmlns:a16="http://schemas.microsoft.com/office/drawing/2014/main" id="{49D820EE-7C38-7A15-C4DC-23A752695943}"/>
                  </a:ext>
                </a:extLst>
              </p:cNvPr>
              <p:cNvSpPr/>
              <p:nvPr/>
            </p:nvSpPr>
            <p:spPr>
              <a:xfrm>
                <a:off x="5687100" y="3582250"/>
                <a:ext cx="999875" cy="706000"/>
              </a:xfrm>
              <a:custGeom>
                <a:avLst/>
                <a:gdLst/>
                <a:ahLst/>
                <a:cxnLst/>
                <a:rect l="l" t="t" r="r" b="b"/>
                <a:pathLst>
                  <a:path w="39995" h="28240" extrusionOk="0">
                    <a:moveTo>
                      <a:pt x="23767" y="285"/>
                    </a:moveTo>
                    <a:cubicBezTo>
                      <a:pt x="24475" y="882"/>
                      <a:pt x="25246" y="1410"/>
                      <a:pt x="26018" y="1906"/>
                    </a:cubicBezTo>
                    <a:cubicBezTo>
                      <a:pt x="26831" y="2431"/>
                      <a:pt x="27667" y="2911"/>
                      <a:pt x="28531" y="3340"/>
                    </a:cubicBezTo>
                    <a:cubicBezTo>
                      <a:pt x="29417" y="3781"/>
                      <a:pt x="30315" y="4188"/>
                      <a:pt x="31168" y="4696"/>
                    </a:cubicBezTo>
                    <a:cubicBezTo>
                      <a:pt x="33393" y="6017"/>
                      <a:pt x="35426" y="7836"/>
                      <a:pt x="36674" y="10134"/>
                    </a:cubicBezTo>
                    <a:cubicBezTo>
                      <a:pt x="36883" y="10523"/>
                      <a:pt x="37080" y="10912"/>
                      <a:pt x="37199" y="11334"/>
                    </a:cubicBezTo>
                    <a:lnTo>
                      <a:pt x="37199" y="11334"/>
                    </a:lnTo>
                    <a:cubicBezTo>
                      <a:pt x="37199" y="11335"/>
                      <a:pt x="37199" y="11336"/>
                      <a:pt x="37199" y="11337"/>
                    </a:cubicBezTo>
                    <a:cubicBezTo>
                      <a:pt x="37199" y="11337"/>
                      <a:pt x="37199" y="11337"/>
                      <a:pt x="37199" y="11337"/>
                    </a:cubicBezTo>
                    <a:lnTo>
                      <a:pt x="37199" y="11337"/>
                    </a:lnTo>
                    <a:cubicBezTo>
                      <a:pt x="37200" y="11338"/>
                      <a:pt x="37200" y="11339"/>
                      <a:pt x="37200" y="11339"/>
                    </a:cubicBezTo>
                    <a:lnTo>
                      <a:pt x="37200" y="11339"/>
                    </a:lnTo>
                    <a:cubicBezTo>
                      <a:pt x="37482" y="12287"/>
                      <a:pt x="37702" y="13258"/>
                      <a:pt x="37911" y="14228"/>
                    </a:cubicBezTo>
                    <a:cubicBezTo>
                      <a:pt x="38470" y="16815"/>
                      <a:pt x="38894" y="19430"/>
                      <a:pt x="39199" y="22056"/>
                    </a:cubicBezTo>
                    <a:cubicBezTo>
                      <a:pt x="39430" y="24019"/>
                      <a:pt x="39597" y="25983"/>
                      <a:pt x="39700" y="27957"/>
                    </a:cubicBezTo>
                    <a:lnTo>
                      <a:pt x="296" y="27957"/>
                    </a:lnTo>
                    <a:cubicBezTo>
                      <a:pt x="479" y="24413"/>
                      <a:pt x="867" y="20880"/>
                      <a:pt x="1469" y="17385"/>
                    </a:cubicBezTo>
                    <a:cubicBezTo>
                      <a:pt x="1796" y="15510"/>
                      <a:pt x="2175" y="13641"/>
                      <a:pt x="2666" y="11806"/>
                    </a:cubicBezTo>
                    <a:cubicBezTo>
                      <a:pt x="2835" y="11162"/>
                      <a:pt x="3067" y="10592"/>
                      <a:pt x="3394" y="10010"/>
                    </a:cubicBezTo>
                    <a:cubicBezTo>
                      <a:pt x="4569" y="7903"/>
                      <a:pt x="6404" y="6215"/>
                      <a:pt x="8426" y="4939"/>
                    </a:cubicBezTo>
                    <a:cubicBezTo>
                      <a:pt x="9189" y="4459"/>
                      <a:pt x="9985" y="4035"/>
                      <a:pt x="10804" y="3657"/>
                    </a:cubicBezTo>
                    <a:cubicBezTo>
                      <a:pt x="11662" y="3261"/>
                      <a:pt x="12498" y="2815"/>
                      <a:pt x="13305" y="2324"/>
                    </a:cubicBezTo>
                    <a:cubicBezTo>
                      <a:pt x="14294" y="1731"/>
                      <a:pt x="15248" y="1076"/>
                      <a:pt x="16146" y="353"/>
                    </a:cubicBezTo>
                    <a:cubicBezTo>
                      <a:pt x="16173" y="329"/>
                      <a:pt x="16200" y="307"/>
                      <a:pt x="16228" y="285"/>
                    </a:cubicBezTo>
                    <a:close/>
                    <a:moveTo>
                      <a:pt x="16541" y="0"/>
                    </a:moveTo>
                    <a:cubicBezTo>
                      <a:pt x="16440" y="0"/>
                      <a:pt x="16338" y="1"/>
                      <a:pt x="16236" y="3"/>
                    </a:cubicBezTo>
                    <a:cubicBezTo>
                      <a:pt x="16078" y="3"/>
                      <a:pt x="15977" y="127"/>
                      <a:pt x="15858" y="223"/>
                    </a:cubicBezTo>
                    <a:cubicBezTo>
                      <a:pt x="14938" y="957"/>
                      <a:pt x="13955" y="1612"/>
                      <a:pt x="12944" y="2211"/>
                    </a:cubicBezTo>
                    <a:cubicBezTo>
                      <a:pt x="11419" y="3115"/>
                      <a:pt x="9759" y="3764"/>
                      <a:pt x="8257" y="4713"/>
                    </a:cubicBezTo>
                    <a:cubicBezTo>
                      <a:pt x="6286" y="5955"/>
                      <a:pt x="4507" y="7587"/>
                      <a:pt x="3304" y="9598"/>
                    </a:cubicBezTo>
                    <a:cubicBezTo>
                      <a:pt x="2954" y="10179"/>
                      <a:pt x="2649" y="10801"/>
                      <a:pt x="2463" y="11456"/>
                    </a:cubicBezTo>
                    <a:cubicBezTo>
                      <a:pt x="2056" y="12935"/>
                      <a:pt x="1734" y="14437"/>
                      <a:pt x="1446" y="15945"/>
                    </a:cubicBezTo>
                    <a:cubicBezTo>
                      <a:pt x="859" y="19017"/>
                      <a:pt x="446" y="22123"/>
                      <a:pt x="192" y="25241"/>
                    </a:cubicBezTo>
                    <a:cubicBezTo>
                      <a:pt x="113" y="26189"/>
                      <a:pt x="51" y="27144"/>
                      <a:pt x="6" y="28098"/>
                    </a:cubicBezTo>
                    <a:cubicBezTo>
                      <a:pt x="0" y="28172"/>
                      <a:pt x="74" y="28239"/>
                      <a:pt x="147" y="28239"/>
                    </a:cubicBezTo>
                    <a:lnTo>
                      <a:pt x="39848" y="28239"/>
                    </a:lnTo>
                    <a:cubicBezTo>
                      <a:pt x="39921" y="28239"/>
                      <a:pt x="39995" y="28172"/>
                      <a:pt x="39989" y="28098"/>
                    </a:cubicBezTo>
                    <a:cubicBezTo>
                      <a:pt x="39820" y="24732"/>
                      <a:pt x="39464" y="21378"/>
                      <a:pt x="38922" y="18052"/>
                    </a:cubicBezTo>
                    <a:cubicBezTo>
                      <a:pt x="38600" y="16098"/>
                      <a:pt x="38216" y="14144"/>
                      <a:pt x="37730" y="12218"/>
                    </a:cubicBezTo>
                    <a:cubicBezTo>
                      <a:pt x="37651" y="11896"/>
                      <a:pt x="37566" y="11580"/>
                      <a:pt x="37476" y="11258"/>
                    </a:cubicBezTo>
                    <a:cubicBezTo>
                      <a:pt x="37397" y="10987"/>
                      <a:pt x="37273" y="10716"/>
                      <a:pt x="37154" y="10462"/>
                    </a:cubicBezTo>
                    <a:cubicBezTo>
                      <a:pt x="36832" y="9778"/>
                      <a:pt x="36431" y="9140"/>
                      <a:pt x="35980" y="8542"/>
                    </a:cubicBezTo>
                    <a:cubicBezTo>
                      <a:pt x="34308" y="6322"/>
                      <a:pt x="31992" y="4662"/>
                      <a:pt x="29496" y="3487"/>
                    </a:cubicBezTo>
                    <a:cubicBezTo>
                      <a:pt x="28011" y="2793"/>
                      <a:pt x="26588" y="1991"/>
                      <a:pt x="25244" y="1048"/>
                    </a:cubicBezTo>
                    <a:cubicBezTo>
                      <a:pt x="24866" y="782"/>
                      <a:pt x="24498" y="511"/>
                      <a:pt x="24137" y="223"/>
                    </a:cubicBezTo>
                    <a:cubicBezTo>
                      <a:pt x="24069" y="172"/>
                      <a:pt x="24001" y="110"/>
                      <a:pt x="23934" y="59"/>
                    </a:cubicBezTo>
                    <a:cubicBezTo>
                      <a:pt x="23864" y="9"/>
                      <a:pt x="23795" y="1"/>
                      <a:pt x="23718" y="1"/>
                    </a:cubicBezTo>
                    <a:cubicBezTo>
                      <a:pt x="23682" y="1"/>
                      <a:pt x="23645" y="3"/>
                      <a:pt x="23606" y="3"/>
                    </a:cubicBezTo>
                    <a:lnTo>
                      <a:pt x="17151" y="3"/>
                    </a:lnTo>
                    <a:cubicBezTo>
                      <a:pt x="16948" y="3"/>
                      <a:pt x="16745" y="0"/>
                      <a:pt x="16541"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56" name="Google Shape;1156;p40">
                <a:extLst>
                  <a:ext uri="{FF2B5EF4-FFF2-40B4-BE49-F238E27FC236}">
                    <a16:creationId xmlns:a16="http://schemas.microsoft.com/office/drawing/2014/main" id="{BBD0C2F1-DBDE-D635-CE03-1C536FBF0739}"/>
                  </a:ext>
                </a:extLst>
              </p:cNvPr>
              <p:cNvSpPr/>
              <p:nvPr/>
            </p:nvSpPr>
            <p:spPr>
              <a:xfrm>
                <a:off x="6258900" y="3189675"/>
                <a:ext cx="108150" cy="100700"/>
              </a:xfrm>
              <a:custGeom>
                <a:avLst/>
                <a:gdLst/>
                <a:ahLst/>
                <a:cxnLst/>
                <a:rect l="l" t="t" r="r" b="b"/>
                <a:pathLst>
                  <a:path w="4326" h="4028" extrusionOk="0">
                    <a:moveTo>
                      <a:pt x="2186" y="283"/>
                    </a:moveTo>
                    <a:cubicBezTo>
                      <a:pt x="2908" y="289"/>
                      <a:pt x="3575" y="746"/>
                      <a:pt x="3818" y="1429"/>
                    </a:cubicBezTo>
                    <a:cubicBezTo>
                      <a:pt x="4060" y="2113"/>
                      <a:pt x="3846" y="2886"/>
                      <a:pt x="3287" y="3355"/>
                    </a:cubicBezTo>
                    <a:cubicBezTo>
                      <a:pt x="2976" y="3615"/>
                      <a:pt x="2583" y="3747"/>
                      <a:pt x="2188" y="3747"/>
                    </a:cubicBezTo>
                    <a:cubicBezTo>
                      <a:pt x="1879" y="3747"/>
                      <a:pt x="1569" y="3666"/>
                      <a:pt x="1299" y="3502"/>
                    </a:cubicBezTo>
                    <a:cubicBezTo>
                      <a:pt x="683" y="3129"/>
                      <a:pt x="345" y="2389"/>
                      <a:pt x="486" y="1684"/>
                    </a:cubicBezTo>
                    <a:cubicBezTo>
                      <a:pt x="649" y="876"/>
                      <a:pt x="1367" y="294"/>
                      <a:pt x="2186" y="283"/>
                    </a:cubicBezTo>
                    <a:close/>
                    <a:moveTo>
                      <a:pt x="2186" y="1"/>
                    </a:moveTo>
                    <a:cubicBezTo>
                      <a:pt x="2184" y="1"/>
                      <a:pt x="2182" y="1"/>
                      <a:pt x="2180" y="1"/>
                    </a:cubicBezTo>
                    <a:lnTo>
                      <a:pt x="2180" y="1"/>
                    </a:lnTo>
                    <a:cubicBezTo>
                      <a:pt x="1347" y="14"/>
                      <a:pt x="592" y="539"/>
                      <a:pt x="299" y="1322"/>
                    </a:cubicBezTo>
                    <a:cubicBezTo>
                      <a:pt x="0" y="2107"/>
                      <a:pt x="254" y="3033"/>
                      <a:pt x="898" y="3564"/>
                    </a:cubicBezTo>
                    <a:cubicBezTo>
                      <a:pt x="1270" y="3869"/>
                      <a:pt x="1733" y="4028"/>
                      <a:pt x="2196" y="4028"/>
                    </a:cubicBezTo>
                    <a:cubicBezTo>
                      <a:pt x="2550" y="4028"/>
                      <a:pt x="2904" y="3935"/>
                      <a:pt x="3219" y="3745"/>
                    </a:cubicBezTo>
                    <a:cubicBezTo>
                      <a:pt x="3948" y="3310"/>
                      <a:pt x="4326" y="2452"/>
                      <a:pt x="4162" y="1627"/>
                    </a:cubicBezTo>
                    <a:cubicBezTo>
                      <a:pt x="3987" y="691"/>
                      <a:pt x="3137" y="14"/>
                      <a:pt x="2190" y="1"/>
                    </a:cubicBezTo>
                    <a:lnTo>
                      <a:pt x="2190" y="1"/>
                    </a:lnTo>
                    <a:cubicBezTo>
                      <a:pt x="2189" y="1"/>
                      <a:pt x="2187" y="1"/>
                      <a:pt x="2186"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57" name="Google Shape;1157;p40">
                <a:extLst>
                  <a:ext uri="{FF2B5EF4-FFF2-40B4-BE49-F238E27FC236}">
                    <a16:creationId xmlns:a16="http://schemas.microsoft.com/office/drawing/2014/main" id="{7F3659AC-3D75-630B-3480-806BE5B494C9}"/>
                  </a:ext>
                </a:extLst>
              </p:cNvPr>
              <p:cNvSpPr/>
              <p:nvPr/>
            </p:nvSpPr>
            <p:spPr>
              <a:xfrm>
                <a:off x="6139025" y="3179100"/>
                <a:ext cx="243275" cy="122000"/>
              </a:xfrm>
              <a:custGeom>
                <a:avLst/>
                <a:gdLst/>
                <a:ahLst/>
                <a:cxnLst/>
                <a:rect l="l" t="t" r="r" b="b"/>
                <a:pathLst>
                  <a:path w="9731" h="4880" extrusionOk="0">
                    <a:moveTo>
                      <a:pt x="6978" y="278"/>
                    </a:moveTo>
                    <a:cubicBezTo>
                      <a:pt x="7697" y="278"/>
                      <a:pt x="8391" y="648"/>
                      <a:pt x="8788" y="1254"/>
                    </a:cubicBezTo>
                    <a:cubicBezTo>
                      <a:pt x="9047" y="1649"/>
                      <a:pt x="9166" y="2112"/>
                      <a:pt x="9138" y="2587"/>
                    </a:cubicBezTo>
                    <a:cubicBezTo>
                      <a:pt x="9134" y="2648"/>
                      <a:pt x="9164" y="2688"/>
                      <a:pt x="9206" y="2708"/>
                    </a:cubicBezTo>
                    <a:lnTo>
                      <a:pt x="9206" y="2708"/>
                    </a:lnTo>
                    <a:cubicBezTo>
                      <a:pt x="9225" y="2720"/>
                      <a:pt x="9250" y="2728"/>
                      <a:pt x="9279" y="2728"/>
                    </a:cubicBezTo>
                    <a:lnTo>
                      <a:pt x="9448" y="2728"/>
                    </a:lnTo>
                    <a:lnTo>
                      <a:pt x="9448" y="2875"/>
                    </a:lnTo>
                    <a:lnTo>
                      <a:pt x="9211" y="2875"/>
                    </a:lnTo>
                    <a:cubicBezTo>
                      <a:pt x="9149" y="2875"/>
                      <a:pt x="9087" y="2920"/>
                      <a:pt x="9076" y="2976"/>
                    </a:cubicBezTo>
                    <a:cubicBezTo>
                      <a:pt x="8850" y="3812"/>
                      <a:pt x="8155" y="4450"/>
                      <a:pt x="7302" y="4580"/>
                    </a:cubicBezTo>
                    <a:cubicBezTo>
                      <a:pt x="7199" y="4596"/>
                      <a:pt x="7096" y="4603"/>
                      <a:pt x="6992" y="4603"/>
                    </a:cubicBezTo>
                    <a:cubicBezTo>
                      <a:pt x="6272" y="4603"/>
                      <a:pt x="5574" y="4233"/>
                      <a:pt x="5179" y="3626"/>
                    </a:cubicBezTo>
                    <a:cubicBezTo>
                      <a:pt x="4908" y="3219"/>
                      <a:pt x="4795" y="2739"/>
                      <a:pt x="4829" y="2253"/>
                    </a:cubicBezTo>
                    <a:cubicBezTo>
                      <a:pt x="4835" y="2180"/>
                      <a:pt x="4761" y="2112"/>
                      <a:pt x="4688" y="2112"/>
                    </a:cubicBezTo>
                    <a:lnTo>
                      <a:pt x="546" y="2112"/>
                    </a:lnTo>
                    <a:cubicBezTo>
                      <a:pt x="588" y="2067"/>
                      <a:pt x="628" y="2020"/>
                      <a:pt x="666" y="1971"/>
                    </a:cubicBezTo>
                    <a:lnTo>
                      <a:pt x="4767" y="1971"/>
                    </a:lnTo>
                    <a:cubicBezTo>
                      <a:pt x="4829" y="1971"/>
                      <a:pt x="4885" y="1926"/>
                      <a:pt x="4902" y="1864"/>
                    </a:cubicBezTo>
                    <a:cubicBezTo>
                      <a:pt x="5134" y="1045"/>
                      <a:pt x="5834" y="418"/>
                      <a:pt x="6681" y="299"/>
                    </a:cubicBezTo>
                    <a:cubicBezTo>
                      <a:pt x="6780" y="285"/>
                      <a:pt x="6879" y="278"/>
                      <a:pt x="6978" y="278"/>
                    </a:cubicBezTo>
                    <a:close/>
                    <a:moveTo>
                      <a:pt x="6987" y="1"/>
                    </a:moveTo>
                    <a:cubicBezTo>
                      <a:pt x="6461" y="1"/>
                      <a:pt x="5936" y="167"/>
                      <a:pt x="5507" y="497"/>
                    </a:cubicBezTo>
                    <a:cubicBezTo>
                      <a:pt x="5111" y="798"/>
                      <a:pt x="4819" y="1216"/>
                      <a:pt x="4663" y="1689"/>
                    </a:cubicBezTo>
                    <a:lnTo>
                      <a:pt x="927" y="1689"/>
                    </a:lnTo>
                    <a:cubicBezTo>
                      <a:pt x="863" y="1689"/>
                      <a:pt x="799" y="1686"/>
                      <a:pt x="735" y="1686"/>
                    </a:cubicBezTo>
                    <a:cubicBezTo>
                      <a:pt x="703" y="1686"/>
                      <a:pt x="671" y="1687"/>
                      <a:pt x="639" y="1689"/>
                    </a:cubicBezTo>
                    <a:cubicBezTo>
                      <a:pt x="624" y="1689"/>
                      <a:pt x="606" y="1686"/>
                      <a:pt x="589" y="1686"/>
                    </a:cubicBezTo>
                    <a:cubicBezTo>
                      <a:pt x="581" y="1686"/>
                      <a:pt x="573" y="1687"/>
                      <a:pt x="565" y="1689"/>
                    </a:cubicBezTo>
                    <a:cubicBezTo>
                      <a:pt x="475" y="1717"/>
                      <a:pt x="401" y="1852"/>
                      <a:pt x="339" y="1920"/>
                    </a:cubicBezTo>
                    <a:cubicBezTo>
                      <a:pt x="260" y="2005"/>
                      <a:pt x="181" y="2084"/>
                      <a:pt x="96" y="2157"/>
                    </a:cubicBezTo>
                    <a:cubicBezTo>
                      <a:pt x="0" y="2236"/>
                      <a:pt x="79" y="2395"/>
                      <a:pt x="192" y="2395"/>
                    </a:cubicBezTo>
                    <a:lnTo>
                      <a:pt x="4541" y="2395"/>
                    </a:lnTo>
                    <a:cubicBezTo>
                      <a:pt x="4529" y="3293"/>
                      <a:pt x="5017" y="4151"/>
                      <a:pt x="5812" y="4586"/>
                    </a:cubicBezTo>
                    <a:cubicBezTo>
                      <a:pt x="6175" y="4783"/>
                      <a:pt x="6576" y="4880"/>
                      <a:pt x="6975" y="4880"/>
                    </a:cubicBezTo>
                    <a:cubicBezTo>
                      <a:pt x="7514" y="4880"/>
                      <a:pt x="8051" y="4704"/>
                      <a:pt x="8488" y="4360"/>
                    </a:cubicBezTo>
                    <a:cubicBezTo>
                      <a:pt x="8879" y="4054"/>
                      <a:pt x="9165" y="3630"/>
                      <a:pt x="9317" y="3157"/>
                    </a:cubicBezTo>
                    <a:lnTo>
                      <a:pt x="9590" y="3157"/>
                    </a:lnTo>
                    <a:cubicBezTo>
                      <a:pt x="9663" y="3157"/>
                      <a:pt x="9731" y="3095"/>
                      <a:pt x="9731" y="3016"/>
                    </a:cubicBezTo>
                    <a:lnTo>
                      <a:pt x="9731" y="2587"/>
                    </a:lnTo>
                    <a:cubicBezTo>
                      <a:pt x="9731" y="2513"/>
                      <a:pt x="9663" y="2445"/>
                      <a:pt x="9590" y="2445"/>
                    </a:cubicBezTo>
                    <a:lnTo>
                      <a:pt x="9425" y="2445"/>
                    </a:lnTo>
                    <a:cubicBezTo>
                      <a:pt x="9430" y="1563"/>
                      <a:pt x="8933" y="717"/>
                      <a:pt x="8155" y="294"/>
                    </a:cubicBezTo>
                    <a:cubicBezTo>
                      <a:pt x="7793" y="98"/>
                      <a:pt x="7390" y="1"/>
                      <a:pt x="6987"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58" name="Google Shape;1158;p40">
                <a:extLst>
                  <a:ext uri="{FF2B5EF4-FFF2-40B4-BE49-F238E27FC236}">
                    <a16:creationId xmlns:a16="http://schemas.microsoft.com/office/drawing/2014/main" id="{6C564B2A-3E54-40C2-C90E-95D8136424F0}"/>
                  </a:ext>
                </a:extLst>
              </p:cNvPr>
              <p:cNvSpPr/>
              <p:nvPr/>
            </p:nvSpPr>
            <p:spPr>
              <a:xfrm>
                <a:off x="6260150" y="3189800"/>
                <a:ext cx="108050" cy="100700"/>
              </a:xfrm>
              <a:custGeom>
                <a:avLst/>
                <a:gdLst/>
                <a:ahLst/>
                <a:cxnLst/>
                <a:rect l="l" t="t" r="r" b="b"/>
                <a:pathLst>
                  <a:path w="4322" h="4028" extrusionOk="0">
                    <a:moveTo>
                      <a:pt x="2139" y="282"/>
                    </a:moveTo>
                    <a:cubicBezTo>
                      <a:pt x="2448" y="282"/>
                      <a:pt x="2757" y="363"/>
                      <a:pt x="3028" y="526"/>
                    </a:cubicBezTo>
                    <a:cubicBezTo>
                      <a:pt x="3643" y="899"/>
                      <a:pt x="3982" y="1639"/>
                      <a:pt x="3841" y="2345"/>
                    </a:cubicBezTo>
                    <a:cubicBezTo>
                      <a:pt x="3677" y="3153"/>
                      <a:pt x="2960" y="3734"/>
                      <a:pt x="2136" y="3745"/>
                    </a:cubicBezTo>
                    <a:cubicBezTo>
                      <a:pt x="1418" y="3740"/>
                      <a:pt x="752" y="3282"/>
                      <a:pt x="509" y="2599"/>
                    </a:cubicBezTo>
                    <a:cubicBezTo>
                      <a:pt x="266" y="1916"/>
                      <a:pt x="475" y="1142"/>
                      <a:pt x="1040" y="673"/>
                    </a:cubicBezTo>
                    <a:cubicBezTo>
                      <a:pt x="1350" y="414"/>
                      <a:pt x="1744" y="282"/>
                      <a:pt x="2139" y="282"/>
                    </a:cubicBezTo>
                    <a:close/>
                    <a:moveTo>
                      <a:pt x="2126" y="1"/>
                    </a:moveTo>
                    <a:cubicBezTo>
                      <a:pt x="1772" y="1"/>
                      <a:pt x="1417" y="93"/>
                      <a:pt x="1102" y="284"/>
                    </a:cubicBezTo>
                    <a:cubicBezTo>
                      <a:pt x="379" y="719"/>
                      <a:pt x="1" y="1577"/>
                      <a:pt x="165" y="2401"/>
                    </a:cubicBezTo>
                    <a:cubicBezTo>
                      <a:pt x="339" y="3337"/>
                      <a:pt x="1190" y="4014"/>
                      <a:pt x="2131" y="4028"/>
                    </a:cubicBezTo>
                    <a:lnTo>
                      <a:pt x="2131" y="4028"/>
                    </a:lnTo>
                    <a:cubicBezTo>
                      <a:pt x="2133" y="4028"/>
                      <a:pt x="2134" y="4028"/>
                      <a:pt x="2136" y="4028"/>
                    </a:cubicBezTo>
                    <a:cubicBezTo>
                      <a:pt x="2137" y="4028"/>
                      <a:pt x="2139" y="4028"/>
                      <a:pt x="2141" y="4028"/>
                    </a:cubicBezTo>
                    <a:lnTo>
                      <a:pt x="2141" y="4028"/>
                    </a:lnTo>
                    <a:cubicBezTo>
                      <a:pt x="2980" y="4014"/>
                      <a:pt x="3734" y="3490"/>
                      <a:pt x="4027" y="2706"/>
                    </a:cubicBezTo>
                    <a:cubicBezTo>
                      <a:pt x="4321" y="1921"/>
                      <a:pt x="4073" y="995"/>
                      <a:pt x="3423" y="464"/>
                    </a:cubicBezTo>
                    <a:cubicBezTo>
                      <a:pt x="3055" y="160"/>
                      <a:pt x="2591" y="1"/>
                      <a:pt x="2126"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59" name="Google Shape;1159;p40">
                <a:extLst>
                  <a:ext uri="{FF2B5EF4-FFF2-40B4-BE49-F238E27FC236}">
                    <a16:creationId xmlns:a16="http://schemas.microsoft.com/office/drawing/2014/main" id="{497E03A3-4B20-D99F-BD29-9022E8FBF524}"/>
                  </a:ext>
                </a:extLst>
              </p:cNvPr>
              <p:cNvSpPr/>
              <p:nvPr/>
            </p:nvSpPr>
            <p:spPr>
              <a:xfrm>
                <a:off x="5949825" y="3067925"/>
                <a:ext cx="407000" cy="355200"/>
              </a:xfrm>
              <a:custGeom>
                <a:avLst/>
                <a:gdLst/>
                <a:ahLst/>
                <a:cxnLst/>
                <a:rect l="l" t="t" r="r" b="b"/>
                <a:pathLst>
                  <a:path w="16280" h="14208" extrusionOk="0">
                    <a:moveTo>
                      <a:pt x="9000" y="285"/>
                    </a:moveTo>
                    <a:cubicBezTo>
                      <a:pt x="10461" y="285"/>
                      <a:pt x="11941" y="446"/>
                      <a:pt x="13329" y="912"/>
                    </a:cubicBezTo>
                    <a:cubicBezTo>
                      <a:pt x="13713" y="1042"/>
                      <a:pt x="14091" y="1200"/>
                      <a:pt x="14447" y="1386"/>
                    </a:cubicBezTo>
                    <a:cubicBezTo>
                      <a:pt x="14628" y="1477"/>
                      <a:pt x="14808" y="1578"/>
                      <a:pt x="14978" y="1691"/>
                    </a:cubicBezTo>
                    <a:cubicBezTo>
                      <a:pt x="15175" y="1815"/>
                      <a:pt x="15345" y="1962"/>
                      <a:pt x="15526" y="2109"/>
                    </a:cubicBezTo>
                    <a:cubicBezTo>
                      <a:pt x="15667" y="2250"/>
                      <a:pt x="15824" y="2407"/>
                      <a:pt x="15924" y="2586"/>
                    </a:cubicBezTo>
                    <a:lnTo>
                      <a:pt x="15924" y="2586"/>
                    </a:lnTo>
                    <a:cubicBezTo>
                      <a:pt x="15870" y="2607"/>
                      <a:pt x="15817" y="2626"/>
                      <a:pt x="15763" y="2646"/>
                    </a:cubicBezTo>
                    <a:cubicBezTo>
                      <a:pt x="15458" y="2747"/>
                      <a:pt x="15142" y="2821"/>
                      <a:pt x="14825" y="2877"/>
                    </a:cubicBezTo>
                    <a:cubicBezTo>
                      <a:pt x="14153" y="2998"/>
                      <a:pt x="13468" y="3048"/>
                      <a:pt x="12783" y="3048"/>
                    </a:cubicBezTo>
                    <a:cubicBezTo>
                      <a:pt x="12190" y="3048"/>
                      <a:pt x="11597" y="3011"/>
                      <a:pt x="11013" y="2951"/>
                    </a:cubicBezTo>
                    <a:cubicBezTo>
                      <a:pt x="9884" y="2832"/>
                      <a:pt x="8766" y="2612"/>
                      <a:pt x="7670" y="2324"/>
                    </a:cubicBezTo>
                    <a:cubicBezTo>
                      <a:pt x="7656" y="2320"/>
                      <a:pt x="7643" y="2319"/>
                      <a:pt x="7631" y="2319"/>
                    </a:cubicBezTo>
                    <a:cubicBezTo>
                      <a:pt x="7496" y="2319"/>
                      <a:pt x="7449" y="2501"/>
                      <a:pt x="7563" y="2583"/>
                    </a:cubicBezTo>
                    <a:cubicBezTo>
                      <a:pt x="8235" y="3103"/>
                      <a:pt x="8636" y="3922"/>
                      <a:pt x="8591" y="4775"/>
                    </a:cubicBezTo>
                    <a:cubicBezTo>
                      <a:pt x="8545" y="5701"/>
                      <a:pt x="7958" y="6520"/>
                      <a:pt x="7151" y="6949"/>
                    </a:cubicBezTo>
                    <a:cubicBezTo>
                      <a:pt x="6754" y="7165"/>
                      <a:pt x="6282" y="7297"/>
                      <a:pt x="5825" y="7297"/>
                    </a:cubicBezTo>
                    <a:cubicBezTo>
                      <a:pt x="5781" y="7297"/>
                      <a:pt x="5737" y="7296"/>
                      <a:pt x="5694" y="7293"/>
                    </a:cubicBezTo>
                    <a:cubicBezTo>
                      <a:pt x="5691" y="7293"/>
                      <a:pt x="5688" y="7293"/>
                      <a:pt x="5686" y="7293"/>
                    </a:cubicBezTo>
                    <a:cubicBezTo>
                      <a:pt x="5615" y="7293"/>
                      <a:pt x="5552" y="7364"/>
                      <a:pt x="5552" y="7435"/>
                    </a:cubicBezTo>
                    <a:lnTo>
                      <a:pt x="5552" y="9671"/>
                    </a:lnTo>
                    <a:lnTo>
                      <a:pt x="5552" y="13240"/>
                    </a:lnTo>
                    <a:lnTo>
                      <a:pt x="5552" y="13845"/>
                    </a:lnTo>
                    <a:lnTo>
                      <a:pt x="5552" y="13845"/>
                    </a:lnTo>
                    <a:cubicBezTo>
                      <a:pt x="5431" y="13786"/>
                      <a:pt x="5315" y="13727"/>
                      <a:pt x="5202" y="13664"/>
                    </a:cubicBezTo>
                    <a:cubicBezTo>
                      <a:pt x="4745" y="13415"/>
                      <a:pt x="4316" y="13121"/>
                      <a:pt x="3909" y="12794"/>
                    </a:cubicBezTo>
                    <a:cubicBezTo>
                      <a:pt x="3899" y="12786"/>
                      <a:pt x="3888" y="12779"/>
                      <a:pt x="3876" y="12774"/>
                    </a:cubicBezTo>
                    <a:lnTo>
                      <a:pt x="3876" y="12774"/>
                    </a:lnTo>
                    <a:cubicBezTo>
                      <a:pt x="2190" y="11740"/>
                      <a:pt x="1074" y="9946"/>
                      <a:pt x="594" y="8056"/>
                    </a:cubicBezTo>
                    <a:cubicBezTo>
                      <a:pt x="165" y="6345"/>
                      <a:pt x="199" y="4306"/>
                      <a:pt x="1356" y="2877"/>
                    </a:cubicBezTo>
                    <a:cubicBezTo>
                      <a:pt x="2192" y="1849"/>
                      <a:pt x="3423" y="1239"/>
                      <a:pt x="4671" y="872"/>
                    </a:cubicBezTo>
                    <a:cubicBezTo>
                      <a:pt x="4683" y="868"/>
                      <a:pt x="4694" y="863"/>
                      <a:pt x="4704" y="857"/>
                    </a:cubicBezTo>
                    <a:lnTo>
                      <a:pt x="4704" y="857"/>
                    </a:lnTo>
                    <a:cubicBezTo>
                      <a:pt x="6072" y="463"/>
                      <a:pt x="7506" y="291"/>
                      <a:pt x="8924" y="285"/>
                    </a:cubicBezTo>
                    <a:cubicBezTo>
                      <a:pt x="8949" y="285"/>
                      <a:pt x="8975" y="285"/>
                      <a:pt x="9000" y="285"/>
                    </a:cubicBezTo>
                    <a:close/>
                    <a:moveTo>
                      <a:pt x="9024" y="1"/>
                    </a:moveTo>
                    <a:cubicBezTo>
                      <a:pt x="8411" y="1"/>
                      <a:pt x="7798" y="34"/>
                      <a:pt x="7190" y="99"/>
                    </a:cubicBezTo>
                    <a:cubicBezTo>
                      <a:pt x="6315" y="195"/>
                      <a:pt x="5439" y="353"/>
                      <a:pt x="4592" y="596"/>
                    </a:cubicBezTo>
                    <a:cubicBezTo>
                      <a:pt x="4584" y="598"/>
                      <a:pt x="4577" y="601"/>
                      <a:pt x="4570" y="604"/>
                    </a:cubicBezTo>
                    <a:lnTo>
                      <a:pt x="4570" y="604"/>
                    </a:lnTo>
                    <a:cubicBezTo>
                      <a:pt x="3428" y="949"/>
                      <a:pt x="2310" y="1478"/>
                      <a:pt x="1464" y="2329"/>
                    </a:cubicBezTo>
                    <a:cubicBezTo>
                      <a:pt x="769" y="3035"/>
                      <a:pt x="340" y="3922"/>
                      <a:pt x="170" y="4893"/>
                    </a:cubicBezTo>
                    <a:cubicBezTo>
                      <a:pt x="1" y="5831"/>
                      <a:pt x="46" y="6796"/>
                      <a:pt x="233" y="7728"/>
                    </a:cubicBezTo>
                    <a:cubicBezTo>
                      <a:pt x="430" y="8728"/>
                      <a:pt x="809" y="9693"/>
                      <a:pt x="1339" y="10569"/>
                    </a:cubicBezTo>
                    <a:cubicBezTo>
                      <a:pt x="1876" y="11444"/>
                      <a:pt x="2571" y="12223"/>
                      <a:pt x="3418" y="12811"/>
                    </a:cubicBezTo>
                    <a:cubicBezTo>
                      <a:pt x="3525" y="12884"/>
                      <a:pt x="3632" y="12952"/>
                      <a:pt x="3739" y="13019"/>
                    </a:cubicBezTo>
                    <a:lnTo>
                      <a:pt x="3739" y="13019"/>
                    </a:lnTo>
                    <a:cubicBezTo>
                      <a:pt x="4319" y="13485"/>
                      <a:pt x="4965" y="13922"/>
                      <a:pt x="5660" y="14200"/>
                    </a:cubicBezTo>
                    <a:cubicBezTo>
                      <a:pt x="5672" y="14205"/>
                      <a:pt x="5685" y="14207"/>
                      <a:pt x="5697" y="14207"/>
                    </a:cubicBezTo>
                    <a:cubicBezTo>
                      <a:pt x="5769" y="14207"/>
                      <a:pt x="5835" y="14131"/>
                      <a:pt x="5835" y="14059"/>
                    </a:cubicBezTo>
                    <a:lnTo>
                      <a:pt x="5835" y="11823"/>
                    </a:lnTo>
                    <a:lnTo>
                      <a:pt x="5835" y="8253"/>
                    </a:lnTo>
                    <a:lnTo>
                      <a:pt x="5835" y="7580"/>
                    </a:lnTo>
                    <a:lnTo>
                      <a:pt x="5835" y="7580"/>
                    </a:lnTo>
                    <a:cubicBezTo>
                      <a:pt x="5838" y="7580"/>
                      <a:pt x="5841" y="7580"/>
                      <a:pt x="5844" y="7580"/>
                    </a:cubicBezTo>
                    <a:cubicBezTo>
                      <a:pt x="6794" y="7580"/>
                      <a:pt x="7739" y="7079"/>
                      <a:pt x="8303" y="6328"/>
                    </a:cubicBezTo>
                    <a:cubicBezTo>
                      <a:pt x="8907" y="5537"/>
                      <a:pt x="9042" y="4464"/>
                      <a:pt x="8658" y="3549"/>
                    </a:cubicBezTo>
                    <a:cubicBezTo>
                      <a:pt x="8527" y="3245"/>
                      <a:pt x="8347" y="2971"/>
                      <a:pt x="8130" y="2732"/>
                    </a:cubicBezTo>
                    <a:lnTo>
                      <a:pt x="8130" y="2732"/>
                    </a:lnTo>
                    <a:cubicBezTo>
                      <a:pt x="9641" y="3089"/>
                      <a:pt x="11192" y="3326"/>
                      <a:pt x="12745" y="3326"/>
                    </a:cubicBezTo>
                    <a:cubicBezTo>
                      <a:pt x="12838" y="3326"/>
                      <a:pt x="12931" y="3325"/>
                      <a:pt x="13024" y="3323"/>
                    </a:cubicBezTo>
                    <a:cubicBezTo>
                      <a:pt x="13939" y="3306"/>
                      <a:pt x="14882" y="3216"/>
                      <a:pt x="15763" y="2939"/>
                    </a:cubicBezTo>
                    <a:cubicBezTo>
                      <a:pt x="15904" y="2894"/>
                      <a:pt x="16051" y="2849"/>
                      <a:pt x="16186" y="2781"/>
                    </a:cubicBezTo>
                    <a:cubicBezTo>
                      <a:pt x="16197" y="2776"/>
                      <a:pt x="16207" y="2770"/>
                      <a:pt x="16215" y="2763"/>
                    </a:cubicBezTo>
                    <a:lnTo>
                      <a:pt x="16215" y="2763"/>
                    </a:lnTo>
                    <a:cubicBezTo>
                      <a:pt x="16257" y="2735"/>
                      <a:pt x="16279" y="2686"/>
                      <a:pt x="16254" y="2623"/>
                    </a:cubicBezTo>
                    <a:cubicBezTo>
                      <a:pt x="16138" y="2352"/>
                      <a:pt x="15945" y="2124"/>
                      <a:pt x="15736" y="1923"/>
                    </a:cubicBezTo>
                    <a:lnTo>
                      <a:pt x="15736" y="1923"/>
                    </a:lnTo>
                    <a:cubicBezTo>
                      <a:pt x="15732" y="1919"/>
                      <a:pt x="15728" y="1915"/>
                      <a:pt x="15723" y="1911"/>
                    </a:cubicBezTo>
                    <a:lnTo>
                      <a:pt x="15723" y="1911"/>
                    </a:lnTo>
                    <a:cubicBezTo>
                      <a:pt x="15723" y="1911"/>
                      <a:pt x="15723" y="1911"/>
                      <a:pt x="15723" y="1911"/>
                    </a:cubicBezTo>
                    <a:cubicBezTo>
                      <a:pt x="15565" y="1782"/>
                      <a:pt x="15413" y="1646"/>
                      <a:pt x="15243" y="1527"/>
                    </a:cubicBezTo>
                    <a:cubicBezTo>
                      <a:pt x="15091" y="1420"/>
                      <a:pt x="14933" y="1324"/>
                      <a:pt x="14769" y="1234"/>
                    </a:cubicBezTo>
                    <a:cubicBezTo>
                      <a:pt x="14436" y="1053"/>
                      <a:pt x="14097" y="895"/>
                      <a:pt x="13741" y="765"/>
                    </a:cubicBezTo>
                    <a:cubicBezTo>
                      <a:pt x="13024" y="488"/>
                      <a:pt x="12267" y="308"/>
                      <a:pt x="11510" y="189"/>
                    </a:cubicBezTo>
                    <a:cubicBezTo>
                      <a:pt x="10690" y="62"/>
                      <a:pt x="9857" y="1"/>
                      <a:pt x="9024"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Tree>
    <p:extLst>
      <p:ext uri="{BB962C8B-B14F-4D97-AF65-F5344CB8AC3E}">
        <p14:creationId xmlns:p14="http://schemas.microsoft.com/office/powerpoint/2010/main" val="341578834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2048"/>
        <p:cNvGrpSpPr/>
        <p:nvPr/>
      </p:nvGrpSpPr>
      <p:grpSpPr>
        <a:xfrm>
          <a:off x="0" y="0"/>
          <a:ext cx="0" cy="0"/>
          <a:chOff x="0" y="0"/>
          <a:chExt cx="0" cy="0"/>
        </a:xfrm>
      </p:grpSpPr>
      <p:pic>
        <p:nvPicPr>
          <p:cNvPr id="10" name="Picture 9">
            <a:extLst>
              <a:ext uri="{FF2B5EF4-FFF2-40B4-BE49-F238E27FC236}">
                <a16:creationId xmlns:a16="http://schemas.microsoft.com/office/drawing/2014/main" id="{012FA01D-6271-F6B1-DE2E-F22FE8990286}"/>
              </a:ext>
            </a:extLst>
          </p:cNvPr>
          <p:cNvPicPr>
            <a:picLocks noChangeAspect="1"/>
          </p:cNvPicPr>
          <p:nvPr/>
        </p:nvPicPr>
        <p:blipFill>
          <a:blip r:embed="rId3"/>
          <a:stretch>
            <a:fillRect/>
          </a:stretch>
        </p:blipFill>
        <p:spPr>
          <a:xfrm>
            <a:off x="3319163" y="2285213"/>
            <a:ext cx="2505673" cy="573074"/>
          </a:xfrm>
          <a:prstGeom prst="rect">
            <a:avLst/>
          </a:prstGeom>
        </p:spPr>
      </p:pic>
      <p:pic>
        <p:nvPicPr>
          <p:cNvPr id="13" name="Picture 12">
            <a:extLst>
              <a:ext uri="{FF2B5EF4-FFF2-40B4-BE49-F238E27FC236}">
                <a16:creationId xmlns:a16="http://schemas.microsoft.com/office/drawing/2014/main" id="{F1DF2AF8-71D1-0A96-D50A-FCA13D0F0806}"/>
              </a:ext>
            </a:extLst>
          </p:cNvPr>
          <p:cNvPicPr>
            <a:picLocks noChangeAspect="1"/>
          </p:cNvPicPr>
          <p:nvPr/>
        </p:nvPicPr>
        <p:blipFill>
          <a:blip r:embed="rId4"/>
          <a:stretch>
            <a:fillRect/>
          </a:stretch>
        </p:blipFill>
        <p:spPr>
          <a:xfrm>
            <a:off x="1584495" y="676335"/>
            <a:ext cx="6160626" cy="3217756"/>
          </a:xfrm>
          <a:prstGeom prst="rect">
            <a:avLst/>
          </a:prstGeom>
          <a:ln>
            <a:noFill/>
          </a:ln>
          <a:effectLst>
            <a:outerShdw blurRad="190500" algn="tl" rotWithShape="0">
              <a:srgbClr val="000000">
                <a:alpha val="70000"/>
              </a:srgbClr>
            </a:outerShdw>
          </a:effectLst>
        </p:spPr>
      </p:pic>
      <p:sp>
        <p:nvSpPr>
          <p:cNvPr id="14" name="TextBox 13">
            <a:extLst>
              <a:ext uri="{FF2B5EF4-FFF2-40B4-BE49-F238E27FC236}">
                <a16:creationId xmlns:a16="http://schemas.microsoft.com/office/drawing/2014/main" id="{5E4C4639-3EFC-BC19-04E3-F9985A8F0055}"/>
              </a:ext>
            </a:extLst>
          </p:cNvPr>
          <p:cNvSpPr txBox="1"/>
          <p:nvPr/>
        </p:nvSpPr>
        <p:spPr>
          <a:xfrm>
            <a:off x="1520798" y="3894091"/>
            <a:ext cx="3241701" cy="307777"/>
          </a:xfrm>
          <a:prstGeom prst="rect">
            <a:avLst/>
          </a:prstGeom>
          <a:noFill/>
        </p:spPr>
        <p:txBody>
          <a:bodyPr wrap="square" rtlCol="0">
            <a:spAutoFit/>
          </a:bodyPr>
          <a:lstStyle/>
          <a:p>
            <a:r>
              <a:rPr lang="en-US" dirty="0"/>
              <a:t>Lebanese Ibad Al-Rahman Scouts</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2048">
          <a:extLst>
            <a:ext uri="{FF2B5EF4-FFF2-40B4-BE49-F238E27FC236}">
              <a16:creationId xmlns:a16="http://schemas.microsoft.com/office/drawing/2014/main" id="{AD229B3C-1C0F-FF6D-4B76-34511B36F35E}"/>
            </a:ext>
          </a:extLst>
        </p:cNvPr>
        <p:cNvGrpSpPr/>
        <p:nvPr/>
      </p:nvGrpSpPr>
      <p:grpSpPr>
        <a:xfrm>
          <a:off x="0" y="0"/>
          <a:ext cx="0" cy="0"/>
          <a:chOff x="0" y="0"/>
          <a:chExt cx="0" cy="0"/>
        </a:xfrm>
      </p:grpSpPr>
      <p:pic>
        <p:nvPicPr>
          <p:cNvPr id="10" name="Picture 9">
            <a:extLst>
              <a:ext uri="{FF2B5EF4-FFF2-40B4-BE49-F238E27FC236}">
                <a16:creationId xmlns:a16="http://schemas.microsoft.com/office/drawing/2014/main" id="{79B93AD0-0775-DB3E-2DD8-FFD840B71DB6}"/>
              </a:ext>
            </a:extLst>
          </p:cNvPr>
          <p:cNvPicPr>
            <a:picLocks noChangeAspect="1"/>
          </p:cNvPicPr>
          <p:nvPr/>
        </p:nvPicPr>
        <p:blipFill>
          <a:blip r:embed="rId3"/>
          <a:stretch>
            <a:fillRect/>
          </a:stretch>
        </p:blipFill>
        <p:spPr>
          <a:xfrm>
            <a:off x="3319163" y="2285213"/>
            <a:ext cx="2505673" cy="573074"/>
          </a:xfrm>
          <a:prstGeom prst="rect">
            <a:avLst/>
          </a:prstGeom>
        </p:spPr>
      </p:pic>
      <p:pic>
        <p:nvPicPr>
          <p:cNvPr id="3" name="Picture 2">
            <a:extLst>
              <a:ext uri="{FF2B5EF4-FFF2-40B4-BE49-F238E27FC236}">
                <a16:creationId xmlns:a16="http://schemas.microsoft.com/office/drawing/2014/main" id="{04938822-65B5-6DED-5468-0258EB05AB14}"/>
              </a:ext>
            </a:extLst>
          </p:cNvPr>
          <p:cNvPicPr>
            <a:picLocks noChangeAspect="1"/>
          </p:cNvPicPr>
          <p:nvPr/>
        </p:nvPicPr>
        <p:blipFill>
          <a:blip r:embed="rId4"/>
          <a:stretch>
            <a:fillRect/>
          </a:stretch>
        </p:blipFill>
        <p:spPr>
          <a:xfrm>
            <a:off x="5265828" y="736284"/>
            <a:ext cx="3581249" cy="2012662"/>
          </a:xfrm>
          <a:prstGeom prst="rect">
            <a:avLst/>
          </a:prstGeom>
          <a:ln>
            <a:noFill/>
          </a:ln>
          <a:effectLst>
            <a:outerShdw blurRad="292100" dist="139700" dir="2700000" algn="tl" rotWithShape="0">
              <a:srgbClr val="333333">
                <a:alpha val="65000"/>
              </a:srgbClr>
            </a:outerShdw>
          </a:effectLst>
        </p:spPr>
      </p:pic>
      <p:pic>
        <p:nvPicPr>
          <p:cNvPr id="5" name="Picture 4">
            <a:extLst>
              <a:ext uri="{FF2B5EF4-FFF2-40B4-BE49-F238E27FC236}">
                <a16:creationId xmlns:a16="http://schemas.microsoft.com/office/drawing/2014/main" id="{38746163-545E-4C18-823B-F4B343DDB799}"/>
              </a:ext>
            </a:extLst>
          </p:cNvPr>
          <p:cNvPicPr>
            <a:picLocks noChangeAspect="1"/>
          </p:cNvPicPr>
          <p:nvPr/>
        </p:nvPicPr>
        <p:blipFill>
          <a:blip r:embed="rId5"/>
          <a:stretch>
            <a:fillRect/>
          </a:stretch>
        </p:blipFill>
        <p:spPr>
          <a:xfrm>
            <a:off x="1270387" y="2432753"/>
            <a:ext cx="3737290" cy="2242374"/>
          </a:xfrm>
          <a:prstGeom prst="rect">
            <a:avLst/>
          </a:prstGeom>
          <a:ln>
            <a:noFill/>
          </a:ln>
          <a:effectLst>
            <a:outerShdw blurRad="292100" dist="139700" dir="2700000" algn="tl" rotWithShape="0">
              <a:srgbClr val="333333">
                <a:alpha val="65000"/>
              </a:srgbClr>
            </a:outerShdw>
          </a:effectLst>
        </p:spPr>
      </p:pic>
      <p:sp>
        <p:nvSpPr>
          <p:cNvPr id="6" name="TextBox 5">
            <a:extLst>
              <a:ext uri="{FF2B5EF4-FFF2-40B4-BE49-F238E27FC236}">
                <a16:creationId xmlns:a16="http://schemas.microsoft.com/office/drawing/2014/main" id="{85CCD33B-4EFF-FB02-4323-262F324142DF}"/>
              </a:ext>
            </a:extLst>
          </p:cNvPr>
          <p:cNvSpPr txBox="1"/>
          <p:nvPr/>
        </p:nvSpPr>
        <p:spPr>
          <a:xfrm>
            <a:off x="5219851" y="428507"/>
            <a:ext cx="3737289" cy="307777"/>
          </a:xfrm>
          <a:prstGeom prst="rect">
            <a:avLst/>
          </a:prstGeom>
          <a:noFill/>
        </p:spPr>
        <p:txBody>
          <a:bodyPr wrap="square" rtlCol="0">
            <a:spAutoFit/>
          </a:bodyPr>
          <a:lstStyle/>
          <a:p>
            <a:r>
              <a:rPr lang="fr-FR" dirty="0"/>
              <a:t>Un Libanais vote aux élections municipales</a:t>
            </a:r>
            <a:endParaRPr lang="en-US" dirty="0"/>
          </a:p>
        </p:txBody>
      </p:sp>
      <p:sp>
        <p:nvSpPr>
          <p:cNvPr id="7" name="TextBox 6">
            <a:extLst>
              <a:ext uri="{FF2B5EF4-FFF2-40B4-BE49-F238E27FC236}">
                <a16:creationId xmlns:a16="http://schemas.microsoft.com/office/drawing/2014/main" id="{A2B9626E-FA88-F9D8-56A8-CCAC0CA53804}"/>
              </a:ext>
            </a:extLst>
          </p:cNvPr>
          <p:cNvSpPr txBox="1"/>
          <p:nvPr/>
        </p:nvSpPr>
        <p:spPr>
          <a:xfrm>
            <a:off x="1224410" y="2131324"/>
            <a:ext cx="3995441" cy="307777"/>
          </a:xfrm>
          <a:prstGeom prst="rect">
            <a:avLst/>
          </a:prstGeom>
          <a:noFill/>
        </p:spPr>
        <p:txBody>
          <a:bodyPr wrap="square" rtlCol="0">
            <a:spAutoFit/>
          </a:bodyPr>
          <a:lstStyle/>
          <a:p>
            <a:r>
              <a:rPr lang="fr-FR" dirty="0"/>
              <a:t>Un Libanais vote aux élections parlementaires</a:t>
            </a:r>
            <a:endParaRPr lang="en-US" dirty="0"/>
          </a:p>
        </p:txBody>
      </p:sp>
    </p:spTree>
    <p:extLst>
      <p:ext uri="{BB962C8B-B14F-4D97-AF65-F5344CB8AC3E}">
        <p14:creationId xmlns:p14="http://schemas.microsoft.com/office/powerpoint/2010/main" val="201222143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2059"/>
        <p:cNvGrpSpPr/>
        <p:nvPr/>
      </p:nvGrpSpPr>
      <p:grpSpPr>
        <a:xfrm>
          <a:off x="0" y="0"/>
          <a:ext cx="0" cy="0"/>
          <a:chOff x="0" y="0"/>
          <a:chExt cx="0" cy="0"/>
        </a:xfrm>
      </p:grpSpPr>
      <p:sp>
        <p:nvSpPr>
          <p:cNvPr id="2060" name="Google Shape;2060;p68"/>
          <p:cNvSpPr txBox="1">
            <a:spLocks noGrp="1"/>
          </p:cNvSpPr>
          <p:nvPr>
            <p:ph type="title"/>
          </p:nvPr>
        </p:nvSpPr>
        <p:spPr>
          <a:xfrm>
            <a:off x="746195" y="1235498"/>
            <a:ext cx="7704000" cy="572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sz="6000" dirty="0"/>
              <a:t>Merci Pour Votre Attention.</a:t>
            </a:r>
            <a:endParaRPr sz="6000" dirty="0"/>
          </a:p>
        </p:txBody>
      </p:sp>
      <p:grpSp>
        <p:nvGrpSpPr>
          <p:cNvPr id="2062" name="Google Shape;2062;p68"/>
          <p:cNvGrpSpPr/>
          <p:nvPr/>
        </p:nvGrpSpPr>
        <p:grpSpPr>
          <a:xfrm>
            <a:off x="5995985" y="2144638"/>
            <a:ext cx="4019528" cy="2687938"/>
            <a:chOff x="5995985" y="2144638"/>
            <a:chExt cx="4019528" cy="2687938"/>
          </a:xfrm>
        </p:grpSpPr>
        <p:grpSp>
          <p:nvGrpSpPr>
            <p:cNvPr id="2063" name="Google Shape;2063;p68"/>
            <p:cNvGrpSpPr/>
            <p:nvPr/>
          </p:nvGrpSpPr>
          <p:grpSpPr>
            <a:xfrm flipH="1">
              <a:off x="7814064" y="2144638"/>
              <a:ext cx="2201449" cy="2687101"/>
              <a:chOff x="2530500" y="1412150"/>
              <a:chExt cx="999750" cy="1220300"/>
            </a:xfrm>
          </p:grpSpPr>
          <p:sp>
            <p:nvSpPr>
              <p:cNvPr id="2064" name="Google Shape;2064;p68"/>
              <p:cNvSpPr/>
              <p:nvPr/>
            </p:nvSpPr>
            <p:spPr>
              <a:xfrm>
                <a:off x="2932025" y="1470100"/>
                <a:ext cx="334350" cy="463500"/>
              </a:xfrm>
              <a:custGeom>
                <a:avLst/>
                <a:gdLst/>
                <a:ahLst/>
                <a:cxnLst/>
                <a:rect l="l" t="t" r="r" b="b"/>
                <a:pathLst>
                  <a:path w="13374" h="18540" extrusionOk="0">
                    <a:moveTo>
                      <a:pt x="2578" y="415"/>
                    </a:moveTo>
                    <a:lnTo>
                      <a:pt x="2578" y="415"/>
                    </a:lnTo>
                    <a:cubicBezTo>
                      <a:pt x="4084" y="774"/>
                      <a:pt x="5637" y="1007"/>
                      <a:pt x="7189" y="1007"/>
                    </a:cubicBezTo>
                    <a:cubicBezTo>
                      <a:pt x="7284" y="1007"/>
                      <a:pt x="7378" y="1006"/>
                      <a:pt x="7472" y="1004"/>
                    </a:cubicBezTo>
                    <a:cubicBezTo>
                      <a:pt x="8387" y="988"/>
                      <a:pt x="9330" y="897"/>
                      <a:pt x="10211" y="620"/>
                    </a:cubicBezTo>
                    <a:cubicBezTo>
                      <a:pt x="10318" y="586"/>
                      <a:pt x="10428" y="552"/>
                      <a:pt x="10534" y="508"/>
                    </a:cubicBezTo>
                    <a:lnTo>
                      <a:pt x="10534" y="508"/>
                    </a:lnTo>
                    <a:cubicBezTo>
                      <a:pt x="11027" y="1155"/>
                      <a:pt x="11345" y="1943"/>
                      <a:pt x="11426" y="2755"/>
                    </a:cubicBezTo>
                    <a:cubicBezTo>
                      <a:pt x="11465" y="3145"/>
                      <a:pt x="11454" y="3546"/>
                      <a:pt x="11454" y="3941"/>
                    </a:cubicBezTo>
                    <a:lnTo>
                      <a:pt x="11454" y="5359"/>
                    </a:lnTo>
                    <a:cubicBezTo>
                      <a:pt x="11454" y="5455"/>
                      <a:pt x="11426" y="5613"/>
                      <a:pt x="11493" y="5686"/>
                    </a:cubicBezTo>
                    <a:cubicBezTo>
                      <a:pt x="11584" y="5782"/>
                      <a:pt x="11714" y="5861"/>
                      <a:pt x="11815" y="5940"/>
                    </a:cubicBezTo>
                    <a:cubicBezTo>
                      <a:pt x="12160" y="6217"/>
                      <a:pt x="12504" y="6488"/>
                      <a:pt x="12854" y="6765"/>
                    </a:cubicBezTo>
                    <a:cubicBezTo>
                      <a:pt x="13029" y="6912"/>
                      <a:pt x="13120" y="7132"/>
                      <a:pt x="13018" y="7352"/>
                    </a:cubicBezTo>
                    <a:cubicBezTo>
                      <a:pt x="12922" y="7567"/>
                      <a:pt x="12702" y="7674"/>
                      <a:pt x="12476" y="7680"/>
                    </a:cubicBezTo>
                    <a:lnTo>
                      <a:pt x="11567" y="7680"/>
                    </a:lnTo>
                    <a:cubicBezTo>
                      <a:pt x="11488" y="7680"/>
                      <a:pt x="11431" y="7742"/>
                      <a:pt x="11426" y="7821"/>
                    </a:cubicBezTo>
                    <a:cubicBezTo>
                      <a:pt x="11267" y="9588"/>
                      <a:pt x="10307" y="11232"/>
                      <a:pt x="8833" y="12231"/>
                    </a:cubicBezTo>
                    <a:cubicBezTo>
                      <a:pt x="8421" y="12514"/>
                      <a:pt x="7975" y="12740"/>
                      <a:pt x="7512" y="12909"/>
                    </a:cubicBezTo>
                    <a:cubicBezTo>
                      <a:pt x="7450" y="12932"/>
                      <a:pt x="7405" y="12982"/>
                      <a:pt x="7405" y="13045"/>
                    </a:cubicBezTo>
                    <a:lnTo>
                      <a:pt x="7405" y="14857"/>
                    </a:lnTo>
                    <a:lnTo>
                      <a:pt x="7405" y="17738"/>
                    </a:lnTo>
                    <a:lnTo>
                      <a:pt x="7405" y="18257"/>
                    </a:lnTo>
                    <a:lnTo>
                      <a:pt x="283" y="18257"/>
                    </a:lnTo>
                    <a:lnTo>
                      <a:pt x="283" y="16710"/>
                    </a:lnTo>
                    <a:lnTo>
                      <a:pt x="283" y="14022"/>
                    </a:lnTo>
                    <a:lnTo>
                      <a:pt x="283" y="13406"/>
                    </a:lnTo>
                    <a:lnTo>
                      <a:pt x="283" y="11746"/>
                    </a:lnTo>
                    <a:lnTo>
                      <a:pt x="283" y="10808"/>
                    </a:lnTo>
                    <a:lnTo>
                      <a:pt x="283" y="8617"/>
                    </a:lnTo>
                    <a:lnTo>
                      <a:pt x="283" y="6347"/>
                    </a:lnTo>
                    <a:lnTo>
                      <a:pt x="283" y="5534"/>
                    </a:lnTo>
                    <a:cubicBezTo>
                      <a:pt x="283" y="5445"/>
                      <a:pt x="291" y="5351"/>
                      <a:pt x="291" y="5261"/>
                    </a:cubicBezTo>
                    <a:lnTo>
                      <a:pt x="291" y="5261"/>
                    </a:lnTo>
                    <a:cubicBezTo>
                      <a:pt x="1182" y="5259"/>
                      <a:pt x="2088" y="4818"/>
                      <a:pt x="2650" y="4144"/>
                    </a:cubicBezTo>
                    <a:cubicBezTo>
                      <a:pt x="3276" y="3393"/>
                      <a:pt x="3497" y="2360"/>
                      <a:pt x="3180" y="1428"/>
                    </a:cubicBezTo>
                    <a:cubicBezTo>
                      <a:pt x="3051" y="1049"/>
                      <a:pt x="2843" y="707"/>
                      <a:pt x="2578" y="415"/>
                    </a:cubicBezTo>
                    <a:close/>
                    <a:moveTo>
                      <a:pt x="2078" y="0"/>
                    </a:moveTo>
                    <a:cubicBezTo>
                      <a:pt x="1940" y="0"/>
                      <a:pt x="1898" y="182"/>
                      <a:pt x="2011" y="265"/>
                    </a:cubicBezTo>
                    <a:cubicBezTo>
                      <a:pt x="2763" y="846"/>
                      <a:pt x="3175" y="1806"/>
                      <a:pt x="3005" y="2750"/>
                    </a:cubicBezTo>
                    <a:cubicBezTo>
                      <a:pt x="2859" y="3574"/>
                      <a:pt x="2305" y="4269"/>
                      <a:pt x="1571" y="4653"/>
                    </a:cubicBezTo>
                    <a:cubicBezTo>
                      <a:pt x="1181" y="4853"/>
                      <a:pt x="721" y="4978"/>
                      <a:pt x="275" y="4978"/>
                    </a:cubicBezTo>
                    <a:cubicBezTo>
                      <a:pt x="231" y="4978"/>
                      <a:pt x="186" y="4977"/>
                      <a:pt x="142" y="4975"/>
                    </a:cubicBezTo>
                    <a:cubicBezTo>
                      <a:pt x="69" y="4975"/>
                      <a:pt x="1" y="5042"/>
                      <a:pt x="1" y="5116"/>
                    </a:cubicBezTo>
                    <a:lnTo>
                      <a:pt x="1" y="6115"/>
                    </a:lnTo>
                    <a:lnTo>
                      <a:pt x="1" y="8323"/>
                    </a:lnTo>
                    <a:lnTo>
                      <a:pt x="1" y="10588"/>
                    </a:lnTo>
                    <a:lnTo>
                      <a:pt x="1" y="11734"/>
                    </a:lnTo>
                    <a:lnTo>
                      <a:pt x="1" y="13338"/>
                    </a:lnTo>
                    <a:lnTo>
                      <a:pt x="1" y="13406"/>
                    </a:lnTo>
                    <a:lnTo>
                      <a:pt x="1" y="15095"/>
                    </a:lnTo>
                    <a:lnTo>
                      <a:pt x="1" y="17783"/>
                    </a:lnTo>
                    <a:lnTo>
                      <a:pt x="1" y="18398"/>
                    </a:lnTo>
                    <a:cubicBezTo>
                      <a:pt x="1" y="18472"/>
                      <a:pt x="69" y="18539"/>
                      <a:pt x="142" y="18539"/>
                    </a:cubicBezTo>
                    <a:lnTo>
                      <a:pt x="7546" y="18539"/>
                    </a:lnTo>
                    <a:cubicBezTo>
                      <a:pt x="7625" y="18539"/>
                      <a:pt x="7687" y="18472"/>
                      <a:pt x="7687" y="18398"/>
                    </a:cubicBezTo>
                    <a:lnTo>
                      <a:pt x="7687" y="16585"/>
                    </a:lnTo>
                    <a:lnTo>
                      <a:pt x="7687" y="13705"/>
                    </a:lnTo>
                    <a:lnTo>
                      <a:pt x="7687" y="13142"/>
                    </a:lnTo>
                    <a:lnTo>
                      <a:pt x="7687" y="13142"/>
                    </a:lnTo>
                    <a:cubicBezTo>
                      <a:pt x="9390" y="12493"/>
                      <a:pt x="10754" y="11113"/>
                      <a:pt x="11369" y="9385"/>
                    </a:cubicBezTo>
                    <a:cubicBezTo>
                      <a:pt x="11534" y="8927"/>
                      <a:pt x="11642" y="8446"/>
                      <a:pt x="11694" y="7962"/>
                    </a:cubicBezTo>
                    <a:lnTo>
                      <a:pt x="12448" y="7962"/>
                    </a:lnTo>
                    <a:cubicBezTo>
                      <a:pt x="12866" y="7956"/>
                      <a:pt x="13272" y="7702"/>
                      <a:pt x="13334" y="7262"/>
                    </a:cubicBezTo>
                    <a:cubicBezTo>
                      <a:pt x="13373" y="6994"/>
                      <a:pt x="13264" y="6742"/>
                      <a:pt x="13059" y="6568"/>
                    </a:cubicBezTo>
                    <a:lnTo>
                      <a:pt x="13059" y="6568"/>
                    </a:lnTo>
                    <a:cubicBezTo>
                      <a:pt x="13057" y="6566"/>
                      <a:pt x="13055" y="6563"/>
                      <a:pt x="13052" y="6561"/>
                    </a:cubicBezTo>
                    <a:lnTo>
                      <a:pt x="13052" y="6561"/>
                    </a:lnTo>
                    <a:cubicBezTo>
                      <a:pt x="13052" y="6561"/>
                      <a:pt x="13052" y="6561"/>
                      <a:pt x="13052" y="6561"/>
                    </a:cubicBezTo>
                    <a:cubicBezTo>
                      <a:pt x="13051" y="6561"/>
                      <a:pt x="13051" y="6560"/>
                      <a:pt x="13050" y="6560"/>
                    </a:cubicBezTo>
                    <a:lnTo>
                      <a:pt x="13050" y="6560"/>
                    </a:lnTo>
                    <a:cubicBezTo>
                      <a:pt x="12614" y="6216"/>
                      <a:pt x="12173" y="5868"/>
                      <a:pt x="11736" y="5524"/>
                    </a:cubicBezTo>
                    <a:lnTo>
                      <a:pt x="11736" y="5524"/>
                    </a:lnTo>
                    <a:lnTo>
                      <a:pt x="11736" y="4009"/>
                    </a:lnTo>
                    <a:cubicBezTo>
                      <a:pt x="11736" y="3309"/>
                      <a:pt x="11747" y="2614"/>
                      <a:pt x="11555" y="1931"/>
                    </a:cubicBezTo>
                    <a:cubicBezTo>
                      <a:pt x="11380" y="1298"/>
                      <a:pt x="11064" y="711"/>
                      <a:pt x="10646" y="203"/>
                    </a:cubicBezTo>
                    <a:cubicBezTo>
                      <a:pt x="10618" y="167"/>
                      <a:pt x="10586" y="153"/>
                      <a:pt x="10554" y="153"/>
                    </a:cubicBezTo>
                    <a:cubicBezTo>
                      <a:pt x="10501" y="153"/>
                      <a:pt x="10449" y="195"/>
                      <a:pt x="10426" y="250"/>
                    </a:cubicBezTo>
                    <a:lnTo>
                      <a:pt x="10426" y="250"/>
                    </a:lnTo>
                    <a:cubicBezTo>
                      <a:pt x="10354" y="276"/>
                      <a:pt x="10283" y="301"/>
                      <a:pt x="10211" y="327"/>
                    </a:cubicBezTo>
                    <a:cubicBezTo>
                      <a:pt x="9906" y="428"/>
                      <a:pt x="9590" y="502"/>
                      <a:pt x="9274" y="558"/>
                    </a:cubicBezTo>
                    <a:cubicBezTo>
                      <a:pt x="8602" y="679"/>
                      <a:pt x="7916" y="729"/>
                      <a:pt x="7230" y="729"/>
                    </a:cubicBezTo>
                    <a:cubicBezTo>
                      <a:pt x="6637" y="729"/>
                      <a:pt x="6043" y="692"/>
                      <a:pt x="5456" y="632"/>
                    </a:cubicBezTo>
                    <a:cubicBezTo>
                      <a:pt x="4333" y="513"/>
                      <a:pt x="3214" y="293"/>
                      <a:pt x="2119" y="5"/>
                    </a:cubicBezTo>
                    <a:cubicBezTo>
                      <a:pt x="2104" y="2"/>
                      <a:pt x="2091" y="0"/>
                      <a:pt x="2078"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65" name="Google Shape;2065;p68"/>
              <p:cNvSpPr/>
              <p:nvPr/>
            </p:nvSpPr>
            <p:spPr>
              <a:xfrm>
                <a:off x="2793250" y="1412150"/>
                <a:ext cx="406800" cy="355175"/>
              </a:xfrm>
              <a:custGeom>
                <a:avLst/>
                <a:gdLst/>
                <a:ahLst/>
                <a:cxnLst/>
                <a:rect l="l" t="t" r="r" b="b"/>
                <a:pathLst>
                  <a:path w="16272" h="14207" extrusionOk="0">
                    <a:moveTo>
                      <a:pt x="9000" y="284"/>
                    </a:moveTo>
                    <a:cubicBezTo>
                      <a:pt x="10460" y="284"/>
                      <a:pt x="11941" y="445"/>
                      <a:pt x="13328" y="917"/>
                    </a:cubicBezTo>
                    <a:cubicBezTo>
                      <a:pt x="13712" y="1041"/>
                      <a:pt x="14085" y="1199"/>
                      <a:pt x="14447" y="1385"/>
                    </a:cubicBezTo>
                    <a:cubicBezTo>
                      <a:pt x="14627" y="1476"/>
                      <a:pt x="14808" y="1577"/>
                      <a:pt x="14977" y="1690"/>
                    </a:cubicBezTo>
                    <a:cubicBezTo>
                      <a:pt x="15175" y="1815"/>
                      <a:pt x="15344" y="1961"/>
                      <a:pt x="15525" y="2108"/>
                    </a:cubicBezTo>
                    <a:cubicBezTo>
                      <a:pt x="15667" y="2250"/>
                      <a:pt x="15824" y="2407"/>
                      <a:pt x="15925" y="2587"/>
                    </a:cubicBezTo>
                    <a:lnTo>
                      <a:pt x="15925" y="2587"/>
                    </a:lnTo>
                    <a:cubicBezTo>
                      <a:pt x="15871" y="2606"/>
                      <a:pt x="15816" y="2625"/>
                      <a:pt x="15762" y="2645"/>
                    </a:cubicBezTo>
                    <a:cubicBezTo>
                      <a:pt x="15457" y="2746"/>
                      <a:pt x="15141" y="2820"/>
                      <a:pt x="14825" y="2876"/>
                    </a:cubicBezTo>
                    <a:cubicBezTo>
                      <a:pt x="14153" y="2997"/>
                      <a:pt x="13467" y="3047"/>
                      <a:pt x="12781" y="3047"/>
                    </a:cubicBezTo>
                    <a:cubicBezTo>
                      <a:pt x="12188" y="3047"/>
                      <a:pt x="11594" y="3010"/>
                      <a:pt x="11007" y="2950"/>
                    </a:cubicBezTo>
                    <a:cubicBezTo>
                      <a:pt x="9884" y="2831"/>
                      <a:pt x="8765" y="2611"/>
                      <a:pt x="7670" y="2323"/>
                    </a:cubicBezTo>
                    <a:cubicBezTo>
                      <a:pt x="7655" y="2320"/>
                      <a:pt x="7642" y="2318"/>
                      <a:pt x="7629" y="2318"/>
                    </a:cubicBezTo>
                    <a:cubicBezTo>
                      <a:pt x="7491" y="2318"/>
                      <a:pt x="7449" y="2500"/>
                      <a:pt x="7562" y="2583"/>
                    </a:cubicBezTo>
                    <a:cubicBezTo>
                      <a:pt x="8314" y="3164"/>
                      <a:pt x="8726" y="4124"/>
                      <a:pt x="8556" y="5068"/>
                    </a:cubicBezTo>
                    <a:cubicBezTo>
                      <a:pt x="8410" y="5892"/>
                      <a:pt x="7856" y="6587"/>
                      <a:pt x="7122" y="6971"/>
                    </a:cubicBezTo>
                    <a:cubicBezTo>
                      <a:pt x="6732" y="7171"/>
                      <a:pt x="6272" y="7296"/>
                      <a:pt x="5826" y="7296"/>
                    </a:cubicBezTo>
                    <a:cubicBezTo>
                      <a:pt x="5782" y="7296"/>
                      <a:pt x="5737" y="7295"/>
                      <a:pt x="5693" y="7293"/>
                    </a:cubicBezTo>
                    <a:cubicBezTo>
                      <a:pt x="5620" y="7293"/>
                      <a:pt x="5552" y="7360"/>
                      <a:pt x="5552" y="7434"/>
                    </a:cubicBezTo>
                    <a:lnTo>
                      <a:pt x="5552" y="9676"/>
                    </a:lnTo>
                    <a:lnTo>
                      <a:pt x="5552" y="13239"/>
                    </a:lnTo>
                    <a:lnTo>
                      <a:pt x="5552" y="13844"/>
                    </a:lnTo>
                    <a:lnTo>
                      <a:pt x="5552" y="13844"/>
                    </a:lnTo>
                    <a:cubicBezTo>
                      <a:pt x="5431" y="13786"/>
                      <a:pt x="5314" y="13726"/>
                      <a:pt x="5202" y="13663"/>
                    </a:cubicBezTo>
                    <a:cubicBezTo>
                      <a:pt x="4744" y="13414"/>
                      <a:pt x="4315" y="13121"/>
                      <a:pt x="3909" y="12793"/>
                    </a:cubicBezTo>
                    <a:cubicBezTo>
                      <a:pt x="3899" y="12785"/>
                      <a:pt x="3888" y="12779"/>
                      <a:pt x="3876" y="12773"/>
                    </a:cubicBezTo>
                    <a:lnTo>
                      <a:pt x="3876" y="12773"/>
                    </a:lnTo>
                    <a:cubicBezTo>
                      <a:pt x="2190" y="11740"/>
                      <a:pt x="1073" y="9951"/>
                      <a:pt x="594" y="8055"/>
                    </a:cubicBezTo>
                    <a:cubicBezTo>
                      <a:pt x="164" y="6344"/>
                      <a:pt x="198" y="4305"/>
                      <a:pt x="1356" y="2876"/>
                    </a:cubicBezTo>
                    <a:cubicBezTo>
                      <a:pt x="2192" y="1849"/>
                      <a:pt x="3423" y="1244"/>
                      <a:pt x="4671" y="872"/>
                    </a:cubicBezTo>
                    <a:cubicBezTo>
                      <a:pt x="6049" y="471"/>
                      <a:pt x="7489" y="296"/>
                      <a:pt x="8923" y="284"/>
                    </a:cubicBezTo>
                    <a:cubicBezTo>
                      <a:pt x="8949" y="284"/>
                      <a:pt x="8974" y="284"/>
                      <a:pt x="9000" y="284"/>
                    </a:cubicBezTo>
                    <a:close/>
                    <a:moveTo>
                      <a:pt x="9022" y="0"/>
                    </a:moveTo>
                    <a:cubicBezTo>
                      <a:pt x="8410" y="0"/>
                      <a:pt x="7798" y="33"/>
                      <a:pt x="7190" y="98"/>
                    </a:cubicBezTo>
                    <a:cubicBezTo>
                      <a:pt x="6314" y="194"/>
                      <a:pt x="5439" y="352"/>
                      <a:pt x="4592" y="595"/>
                    </a:cubicBezTo>
                    <a:cubicBezTo>
                      <a:pt x="4584" y="597"/>
                      <a:pt x="4577" y="600"/>
                      <a:pt x="4570" y="603"/>
                    </a:cubicBezTo>
                    <a:lnTo>
                      <a:pt x="4570" y="603"/>
                    </a:lnTo>
                    <a:cubicBezTo>
                      <a:pt x="3427" y="948"/>
                      <a:pt x="2309" y="1477"/>
                      <a:pt x="1463" y="2334"/>
                    </a:cubicBezTo>
                    <a:cubicBezTo>
                      <a:pt x="769" y="3034"/>
                      <a:pt x="339" y="3921"/>
                      <a:pt x="164" y="4892"/>
                    </a:cubicBezTo>
                    <a:cubicBezTo>
                      <a:pt x="1" y="5830"/>
                      <a:pt x="40" y="6796"/>
                      <a:pt x="232" y="7727"/>
                    </a:cubicBezTo>
                    <a:cubicBezTo>
                      <a:pt x="430" y="8727"/>
                      <a:pt x="808" y="9698"/>
                      <a:pt x="1339" y="10568"/>
                    </a:cubicBezTo>
                    <a:cubicBezTo>
                      <a:pt x="1870" y="11443"/>
                      <a:pt x="2570" y="12223"/>
                      <a:pt x="3417" y="12810"/>
                    </a:cubicBezTo>
                    <a:cubicBezTo>
                      <a:pt x="3524" y="12883"/>
                      <a:pt x="3631" y="12951"/>
                      <a:pt x="3738" y="13018"/>
                    </a:cubicBezTo>
                    <a:lnTo>
                      <a:pt x="3738" y="13018"/>
                    </a:lnTo>
                    <a:cubicBezTo>
                      <a:pt x="4318" y="13485"/>
                      <a:pt x="4959" y="13921"/>
                      <a:pt x="5659" y="14199"/>
                    </a:cubicBezTo>
                    <a:cubicBezTo>
                      <a:pt x="5672" y="14204"/>
                      <a:pt x="5685" y="14207"/>
                      <a:pt x="5697" y="14207"/>
                    </a:cubicBezTo>
                    <a:cubicBezTo>
                      <a:pt x="5769" y="14207"/>
                      <a:pt x="5834" y="14131"/>
                      <a:pt x="5834" y="14064"/>
                    </a:cubicBezTo>
                    <a:lnTo>
                      <a:pt x="5834" y="11822"/>
                    </a:lnTo>
                    <a:lnTo>
                      <a:pt x="5834" y="8258"/>
                    </a:lnTo>
                    <a:lnTo>
                      <a:pt x="5834" y="7579"/>
                    </a:lnTo>
                    <a:lnTo>
                      <a:pt x="5834" y="7579"/>
                    </a:lnTo>
                    <a:cubicBezTo>
                      <a:pt x="5835" y="7579"/>
                      <a:pt x="5836" y="7579"/>
                      <a:pt x="5837" y="7579"/>
                    </a:cubicBezTo>
                    <a:cubicBezTo>
                      <a:pt x="6730" y="7579"/>
                      <a:pt x="7638" y="7138"/>
                      <a:pt x="8201" y="6462"/>
                    </a:cubicBezTo>
                    <a:cubicBezTo>
                      <a:pt x="8827" y="5711"/>
                      <a:pt x="9048" y="4678"/>
                      <a:pt x="8731" y="3746"/>
                    </a:cubicBezTo>
                    <a:cubicBezTo>
                      <a:pt x="8602" y="3367"/>
                      <a:pt x="8394" y="3025"/>
                      <a:pt x="8129" y="2733"/>
                    </a:cubicBezTo>
                    <a:lnTo>
                      <a:pt x="8129" y="2733"/>
                    </a:lnTo>
                    <a:cubicBezTo>
                      <a:pt x="9635" y="3092"/>
                      <a:pt x="11188" y="3325"/>
                      <a:pt x="12740" y="3325"/>
                    </a:cubicBezTo>
                    <a:cubicBezTo>
                      <a:pt x="12835" y="3325"/>
                      <a:pt x="12929" y="3324"/>
                      <a:pt x="13023" y="3322"/>
                    </a:cubicBezTo>
                    <a:cubicBezTo>
                      <a:pt x="13938" y="3306"/>
                      <a:pt x="14881" y="3215"/>
                      <a:pt x="15762" y="2938"/>
                    </a:cubicBezTo>
                    <a:cubicBezTo>
                      <a:pt x="15904" y="2893"/>
                      <a:pt x="16050" y="2848"/>
                      <a:pt x="16186" y="2780"/>
                    </a:cubicBezTo>
                    <a:cubicBezTo>
                      <a:pt x="16194" y="2777"/>
                      <a:pt x="16201" y="2772"/>
                      <a:pt x="16208" y="2768"/>
                    </a:cubicBezTo>
                    <a:lnTo>
                      <a:pt x="16208" y="2768"/>
                    </a:lnTo>
                    <a:cubicBezTo>
                      <a:pt x="16248" y="2742"/>
                      <a:pt x="16272" y="2698"/>
                      <a:pt x="16255" y="2641"/>
                    </a:cubicBezTo>
                    <a:lnTo>
                      <a:pt x="16255" y="2641"/>
                    </a:lnTo>
                    <a:cubicBezTo>
                      <a:pt x="16252" y="2628"/>
                      <a:pt x="16247" y="2615"/>
                      <a:pt x="16240" y="2603"/>
                    </a:cubicBezTo>
                    <a:lnTo>
                      <a:pt x="16240" y="2603"/>
                    </a:lnTo>
                    <a:cubicBezTo>
                      <a:pt x="16129" y="2343"/>
                      <a:pt x="15944" y="2123"/>
                      <a:pt x="15742" y="1929"/>
                    </a:cubicBezTo>
                    <a:lnTo>
                      <a:pt x="15742" y="1929"/>
                    </a:lnTo>
                    <a:cubicBezTo>
                      <a:pt x="15736" y="1922"/>
                      <a:pt x="15730" y="1916"/>
                      <a:pt x="15723" y="1911"/>
                    </a:cubicBezTo>
                    <a:lnTo>
                      <a:pt x="15723" y="1911"/>
                    </a:lnTo>
                    <a:cubicBezTo>
                      <a:pt x="15723" y="1911"/>
                      <a:pt x="15723" y="1911"/>
                      <a:pt x="15723" y="1911"/>
                    </a:cubicBezTo>
                    <a:cubicBezTo>
                      <a:pt x="15565" y="1781"/>
                      <a:pt x="15412" y="1645"/>
                      <a:pt x="15243" y="1527"/>
                    </a:cubicBezTo>
                    <a:cubicBezTo>
                      <a:pt x="15090" y="1419"/>
                      <a:pt x="14932" y="1323"/>
                      <a:pt x="14768" y="1233"/>
                    </a:cubicBezTo>
                    <a:cubicBezTo>
                      <a:pt x="14435" y="1052"/>
                      <a:pt x="14091" y="900"/>
                      <a:pt x="13741" y="764"/>
                    </a:cubicBezTo>
                    <a:cubicBezTo>
                      <a:pt x="13023" y="488"/>
                      <a:pt x="12267" y="307"/>
                      <a:pt x="11510" y="188"/>
                    </a:cubicBezTo>
                    <a:cubicBezTo>
                      <a:pt x="10687" y="61"/>
                      <a:pt x="9854" y="0"/>
                      <a:pt x="9022"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66" name="Google Shape;2066;p68"/>
              <p:cNvSpPr/>
              <p:nvPr/>
            </p:nvSpPr>
            <p:spPr>
              <a:xfrm>
                <a:off x="3144650" y="1661975"/>
                <a:ext cx="80675" cy="37250"/>
              </a:xfrm>
              <a:custGeom>
                <a:avLst/>
                <a:gdLst/>
                <a:ahLst/>
                <a:cxnLst/>
                <a:rect l="l" t="t" r="r" b="b"/>
                <a:pathLst>
                  <a:path w="3227" h="1490" extrusionOk="0">
                    <a:moveTo>
                      <a:pt x="2922" y="287"/>
                    </a:moveTo>
                    <a:cubicBezTo>
                      <a:pt x="2887" y="597"/>
                      <a:pt x="2837" y="913"/>
                      <a:pt x="2737" y="1208"/>
                    </a:cubicBezTo>
                    <a:lnTo>
                      <a:pt x="298" y="1208"/>
                    </a:lnTo>
                    <a:cubicBezTo>
                      <a:pt x="334" y="918"/>
                      <a:pt x="480" y="643"/>
                      <a:pt x="718" y="468"/>
                    </a:cubicBezTo>
                    <a:cubicBezTo>
                      <a:pt x="904" y="332"/>
                      <a:pt x="1113" y="287"/>
                      <a:pt x="1339" y="287"/>
                    </a:cubicBezTo>
                    <a:close/>
                    <a:moveTo>
                      <a:pt x="1503" y="0"/>
                    </a:moveTo>
                    <a:cubicBezTo>
                      <a:pt x="1170" y="0"/>
                      <a:pt x="840" y="30"/>
                      <a:pt x="554" y="242"/>
                    </a:cubicBezTo>
                    <a:cubicBezTo>
                      <a:pt x="204" y="502"/>
                      <a:pt x="12" y="914"/>
                      <a:pt x="7" y="1349"/>
                    </a:cubicBezTo>
                    <a:cubicBezTo>
                      <a:pt x="1" y="1422"/>
                      <a:pt x="69" y="1490"/>
                      <a:pt x="148" y="1490"/>
                    </a:cubicBezTo>
                    <a:lnTo>
                      <a:pt x="2836" y="1490"/>
                    </a:lnTo>
                    <a:cubicBezTo>
                      <a:pt x="2904" y="1490"/>
                      <a:pt x="2954" y="1445"/>
                      <a:pt x="2971" y="1388"/>
                    </a:cubicBezTo>
                    <a:cubicBezTo>
                      <a:pt x="3118" y="993"/>
                      <a:pt x="3175" y="558"/>
                      <a:pt x="3220" y="146"/>
                    </a:cubicBezTo>
                    <a:cubicBezTo>
                      <a:pt x="3226" y="78"/>
                      <a:pt x="3190" y="35"/>
                      <a:pt x="3141" y="18"/>
                    </a:cubicBezTo>
                    <a:lnTo>
                      <a:pt x="3141" y="18"/>
                    </a:lnTo>
                    <a:cubicBezTo>
                      <a:pt x="3124" y="10"/>
                      <a:pt x="3103" y="5"/>
                      <a:pt x="3079" y="5"/>
                    </a:cubicBezTo>
                    <a:lnTo>
                      <a:pt x="1887" y="5"/>
                    </a:lnTo>
                    <a:cubicBezTo>
                      <a:pt x="1760" y="5"/>
                      <a:pt x="1631" y="0"/>
                      <a:pt x="1503"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67" name="Google Shape;2067;p68"/>
              <p:cNvSpPr/>
              <p:nvPr/>
            </p:nvSpPr>
            <p:spPr>
              <a:xfrm>
                <a:off x="2530500" y="1926450"/>
                <a:ext cx="999750" cy="706000"/>
              </a:xfrm>
              <a:custGeom>
                <a:avLst/>
                <a:gdLst/>
                <a:ahLst/>
                <a:cxnLst/>
                <a:rect l="l" t="t" r="r" b="b"/>
                <a:pathLst>
                  <a:path w="39990" h="28240" extrusionOk="0">
                    <a:moveTo>
                      <a:pt x="23761" y="285"/>
                    </a:moveTo>
                    <a:cubicBezTo>
                      <a:pt x="24471" y="879"/>
                      <a:pt x="25245" y="1409"/>
                      <a:pt x="26018" y="1906"/>
                    </a:cubicBezTo>
                    <a:cubicBezTo>
                      <a:pt x="26831" y="2431"/>
                      <a:pt x="27667" y="2911"/>
                      <a:pt x="28531" y="3341"/>
                    </a:cubicBezTo>
                    <a:cubicBezTo>
                      <a:pt x="29418" y="3781"/>
                      <a:pt x="30316" y="4188"/>
                      <a:pt x="31169" y="4696"/>
                    </a:cubicBezTo>
                    <a:cubicBezTo>
                      <a:pt x="33394" y="6023"/>
                      <a:pt x="35427" y="7836"/>
                      <a:pt x="36669" y="10134"/>
                    </a:cubicBezTo>
                    <a:cubicBezTo>
                      <a:pt x="36883" y="10523"/>
                      <a:pt x="37080" y="10912"/>
                      <a:pt x="37199" y="11334"/>
                    </a:cubicBezTo>
                    <a:lnTo>
                      <a:pt x="37199" y="11334"/>
                    </a:lnTo>
                    <a:cubicBezTo>
                      <a:pt x="37199" y="11335"/>
                      <a:pt x="37200" y="11336"/>
                      <a:pt x="37200" y="11337"/>
                    </a:cubicBezTo>
                    <a:cubicBezTo>
                      <a:pt x="37200" y="11337"/>
                      <a:pt x="37200" y="11337"/>
                      <a:pt x="37200" y="11337"/>
                    </a:cubicBezTo>
                    <a:lnTo>
                      <a:pt x="37200" y="11337"/>
                    </a:lnTo>
                    <a:cubicBezTo>
                      <a:pt x="37200" y="11338"/>
                      <a:pt x="37200" y="11339"/>
                      <a:pt x="37201" y="11339"/>
                    </a:cubicBezTo>
                    <a:lnTo>
                      <a:pt x="37201" y="11339"/>
                    </a:lnTo>
                    <a:cubicBezTo>
                      <a:pt x="37483" y="12288"/>
                      <a:pt x="37697" y="13258"/>
                      <a:pt x="37912" y="14229"/>
                    </a:cubicBezTo>
                    <a:cubicBezTo>
                      <a:pt x="38471" y="16815"/>
                      <a:pt x="38894" y="19430"/>
                      <a:pt x="39199" y="22056"/>
                    </a:cubicBezTo>
                    <a:cubicBezTo>
                      <a:pt x="39431" y="24019"/>
                      <a:pt x="39598" y="25983"/>
                      <a:pt x="39700" y="27957"/>
                    </a:cubicBezTo>
                    <a:lnTo>
                      <a:pt x="296" y="27957"/>
                    </a:lnTo>
                    <a:cubicBezTo>
                      <a:pt x="480" y="24413"/>
                      <a:pt x="867" y="20880"/>
                      <a:pt x="1469" y="17386"/>
                    </a:cubicBezTo>
                    <a:cubicBezTo>
                      <a:pt x="1797" y="15516"/>
                      <a:pt x="2175" y="13641"/>
                      <a:pt x="2661" y="11806"/>
                    </a:cubicBezTo>
                    <a:cubicBezTo>
                      <a:pt x="2836" y="11162"/>
                      <a:pt x="3067" y="10592"/>
                      <a:pt x="3395" y="10010"/>
                    </a:cubicBezTo>
                    <a:cubicBezTo>
                      <a:pt x="4570" y="7909"/>
                      <a:pt x="6399" y="6215"/>
                      <a:pt x="8421" y="4939"/>
                    </a:cubicBezTo>
                    <a:cubicBezTo>
                      <a:pt x="9189" y="4459"/>
                      <a:pt x="9985" y="4035"/>
                      <a:pt x="10799" y="3657"/>
                    </a:cubicBezTo>
                    <a:cubicBezTo>
                      <a:pt x="11663" y="3262"/>
                      <a:pt x="12499" y="2815"/>
                      <a:pt x="13306" y="2324"/>
                    </a:cubicBezTo>
                    <a:cubicBezTo>
                      <a:pt x="14294" y="1731"/>
                      <a:pt x="15249" y="1076"/>
                      <a:pt x="16147" y="353"/>
                    </a:cubicBezTo>
                    <a:cubicBezTo>
                      <a:pt x="16175" y="332"/>
                      <a:pt x="16203" y="308"/>
                      <a:pt x="16230" y="285"/>
                    </a:cubicBezTo>
                    <a:close/>
                    <a:moveTo>
                      <a:pt x="16542" y="1"/>
                    </a:moveTo>
                    <a:cubicBezTo>
                      <a:pt x="16440" y="1"/>
                      <a:pt x="16339" y="1"/>
                      <a:pt x="16237" y="3"/>
                    </a:cubicBezTo>
                    <a:cubicBezTo>
                      <a:pt x="16079" y="3"/>
                      <a:pt x="15977" y="127"/>
                      <a:pt x="15853" y="223"/>
                    </a:cubicBezTo>
                    <a:cubicBezTo>
                      <a:pt x="14938" y="957"/>
                      <a:pt x="13956" y="1613"/>
                      <a:pt x="12945" y="2211"/>
                    </a:cubicBezTo>
                    <a:cubicBezTo>
                      <a:pt x="11414" y="3115"/>
                      <a:pt x="9760" y="3764"/>
                      <a:pt x="8257" y="4713"/>
                    </a:cubicBezTo>
                    <a:cubicBezTo>
                      <a:pt x="6286" y="5955"/>
                      <a:pt x="4508" y="7587"/>
                      <a:pt x="3305" y="9598"/>
                    </a:cubicBezTo>
                    <a:cubicBezTo>
                      <a:pt x="2955" y="10180"/>
                      <a:pt x="2650" y="10801"/>
                      <a:pt x="2463" y="11456"/>
                    </a:cubicBezTo>
                    <a:cubicBezTo>
                      <a:pt x="2057" y="12935"/>
                      <a:pt x="1735" y="14438"/>
                      <a:pt x="1447" y="15945"/>
                    </a:cubicBezTo>
                    <a:cubicBezTo>
                      <a:pt x="859" y="19018"/>
                      <a:pt x="447" y="22124"/>
                      <a:pt x="193" y="25241"/>
                    </a:cubicBezTo>
                    <a:cubicBezTo>
                      <a:pt x="114" y="26190"/>
                      <a:pt x="52" y="27144"/>
                      <a:pt x="7" y="28098"/>
                    </a:cubicBezTo>
                    <a:cubicBezTo>
                      <a:pt x="1" y="28172"/>
                      <a:pt x="74" y="28240"/>
                      <a:pt x="148" y="28240"/>
                    </a:cubicBezTo>
                    <a:lnTo>
                      <a:pt x="39849" y="28240"/>
                    </a:lnTo>
                    <a:cubicBezTo>
                      <a:pt x="39922" y="28240"/>
                      <a:pt x="39990" y="28172"/>
                      <a:pt x="39990" y="28098"/>
                    </a:cubicBezTo>
                    <a:cubicBezTo>
                      <a:pt x="39820" y="24733"/>
                      <a:pt x="39465" y="21378"/>
                      <a:pt x="38922" y="18052"/>
                    </a:cubicBezTo>
                    <a:cubicBezTo>
                      <a:pt x="38601" y="16098"/>
                      <a:pt x="38217" y="14144"/>
                      <a:pt x="37731" y="12218"/>
                    </a:cubicBezTo>
                    <a:cubicBezTo>
                      <a:pt x="37652" y="11902"/>
                      <a:pt x="37567" y="11580"/>
                      <a:pt x="37471" y="11264"/>
                    </a:cubicBezTo>
                    <a:cubicBezTo>
                      <a:pt x="37398" y="10987"/>
                      <a:pt x="37273" y="10716"/>
                      <a:pt x="37155" y="10462"/>
                    </a:cubicBezTo>
                    <a:cubicBezTo>
                      <a:pt x="36833" y="9779"/>
                      <a:pt x="36426" y="9140"/>
                      <a:pt x="35980" y="8542"/>
                    </a:cubicBezTo>
                    <a:cubicBezTo>
                      <a:pt x="34309" y="6322"/>
                      <a:pt x="31993" y="4662"/>
                      <a:pt x="29497" y="3487"/>
                    </a:cubicBezTo>
                    <a:cubicBezTo>
                      <a:pt x="28012" y="2793"/>
                      <a:pt x="26589" y="1991"/>
                      <a:pt x="25239" y="1048"/>
                    </a:cubicBezTo>
                    <a:cubicBezTo>
                      <a:pt x="24866" y="782"/>
                      <a:pt x="24499" y="511"/>
                      <a:pt x="24138" y="223"/>
                    </a:cubicBezTo>
                    <a:cubicBezTo>
                      <a:pt x="24070" y="172"/>
                      <a:pt x="24002" y="110"/>
                      <a:pt x="23929" y="60"/>
                    </a:cubicBezTo>
                    <a:cubicBezTo>
                      <a:pt x="23863" y="9"/>
                      <a:pt x="23792" y="1"/>
                      <a:pt x="23716" y="1"/>
                    </a:cubicBezTo>
                    <a:cubicBezTo>
                      <a:pt x="23681" y="1"/>
                      <a:pt x="23644" y="3"/>
                      <a:pt x="23607" y="3"/>
                    </a:cubicBezTo>
                    <a:lnTo>
                      <a:pt x="17152" y="3"/>
                    </a:lnTo>
                    <a:cubicBezTo>
                      <a:pt x="16949" y="3"/>
                      <a:pt x="16745" y="1"/>
                      <a:pt x="16542"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068" name="Google Shape;2068;p68"/>
            <p:cNvGrpSpPr/>
            <p:nvPr/>
          </p:nvGrpSpPr>
          <p:grpSpPr>
            <a:xfrm>
              <a:off x="7567683" y="2904329"/>
              <a:ext cx="1613297" cy="1928247"/>
              <a:chOff x="4081975" y="3119725"/>
              <a:chExt cx="999750" cy="1194775"/>
            </a:xfrm>
          </p:grpSpPr>
          <p:sp>
            <p:nvSpPr>
              <p:cNvPr id="2069" name="Google Shape;2069;p68"/>
              <p:cNvSpPr/>
              <p:nvPr/>
            </p:nvSpPr>
            <p:spPr>
              <a:xfrm>
                <a:off x="4757400" y="3180675"/>
                <a:ext cx="8225" cy="9275"/>
              </a:xfrm>
              <a:custGeom>
                <a:avLst/>
                <a:gdLst/>
                <a:ahLst/>
                <a:cxnLst/>
                <a:rect l="l" t="t" r="r" b="b"/>
                <a:pathLst>
                  <a:path w="329" h="371" extrusionOk="0">
                    <a:moveTo>
                      <a:pt x="151" y="1"/>
                    </a:moveTo>
                    <a:cubicBezTo>
                      <a:pt x="142" y="1"/>
                      <a:pt x="133" y="2"/>
                      <a:pt x="125" y="5"/>
                    </a:cubicBezTo>
                    <a:cubicBezTo>
                      <a:pt x="108" y="5"/>
                      <a:pt x="85" y="11"/>
                      <a:pt x="74" y="22"/>
                    </a:cubicBezTo>
                    <a:lnTo>
                      <a:pt x="40" y="44"/>
                    </a:lnTo>
                    <a:cubicBezTo>
                      <a:pt x="23" y="61"/>
                      <a:pt x="12" y="84"/>
                      <a:pt x="6" y="107"/>
                    </a:cubicBezTo>
                    <a:cubicBezTo>
                      <a:pt x="6" y="118"/>
                      <a:pt x="1" y="129"/>
                      <a:pt x="1" y="146"/>
                    </a:cubicBezTo>
                    <a:cubicBezTo>
                      <a:pt x="1" y="169"/>
                      <a:pt x="6" y="191"/>
                      <a:pt x="23" y="214"/>
                    </a:cubicBezTo>
                    <a:cubicBezTo>
                      <a:pt x="34" y="242"/>
                      <a:pt x="51" y="270"/>
                      <a:pt x="68" y="299"/>
                    </a:cubicBezTo>
                    <a:cubicBezTo>
                      <a:pt x="74" y="315"/>
                      <a:pt x="91" y="327"/>
                      <a:pt x="102" y="338"/>
                    </a:cubicBezTo>
                    <a:cubicBezTo>
                      <a:pt x="119" y="349"/>
                      <a:pt x="130" y="361"/>
                      <a:pt x="153" y="366"/>
                    </a:cubicBezTo>
                    <a:cubicBezTo>
                      <a:pt x="161" y="369"/>
                      <a:pt x="170" y="371"/>
                      <a:pt x="179" y="371"/>
                    </a:cubicBezTo>
                    <a:cubicBezTo>
                      <a:pt x="188" y="371"/>
                      <a:pt x="198" y="369"/>
                      <a:pt x="209" y="366"/>
                    </a:cubicBezTo>
                    <a:cubicBezTo>
                      <a:pt x="226" y="366"/>
                      <a:pt x="243" y="361"/>
                      <a:pt x="260" y="349"/>
                    </a:cubicBezTo>
                    <a:lnTo>
                      <a:pt x="289" y="327"/>
                    </a:lnTo>
                    <a:cubicBezTo>
                      <a:pt x="305" y="310"/>
                      <a:pt x="317" y="287"/>
                      <a:pt x="322" y="265"/>
                    </a:cubicBezTo>
                    <a:lnTo>
                      <a:pt x="328" y="225"/>
                    </a:lnTo>
                    <a:cubicBezTo>
                      <a:pt x="328" y="203"/>
                      <a:pt x="322" y="180"/>
                      <a:pt x="311" y="157"/>
                    </a:cubicBezTo>
                    <a:cubicBezTo>
                      <a:pt x="294" y="129"/>
                      <a:pt x="283" y="101"/>
                      <a:pt x="266" y="73"/>
                    </a:cubicBezTo>
                    <a:cubicBezTo>
                      <a:pt x="255" y="56"/>
                      <a:pt x="243" y="44"/>
                      <a:pt x="226" y="33"/>
                    </a:cubicBezTo>
                    <a:cubicBezTo>
                      <a:pt x="215" y="22"/>
                      <a:pt x="198" y="11"/>
                      <a:pt x="181" y="5"/>
                    </a:cubicBezTo>
                    <a:cubicBezTo>
                      <a:pt x="170" y="2"/>
                      <a:pt x="160" y="1"/>
                      <a:pt x="151"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70" name="Google Shape;2070;p68"/>
              <p:cNvSpPr/>
              <p:nvPr/>
            </p:nvSpPr>
            <p:spPr>
              <a:xfrm>
                <a:off x="4765725" y="3198325"/>
                <a:ext cx="8925" cy="11375"/>
              </a:xfrm>
              <a:custGeom>
                <a:avLst/>
                <a:gdLst/>
                <a:ahLst/>
                <a:cxnLst/>
                <a:rect l="l" t="t" r="r" b="b"/>
                <a:pathLst>
                  <a:path w="357" h="455" extrusionOk="0">
                    <a:moveTo>
                      <a:pt x="136" y="1"/>
                    </a:moveTo>
                    <a:cubicBezTo>
                      <a:pt x="126" y="1"/>
                      <a:pt x="116" y="2"/>
                      <a:pt x="108" y="5"/>
                    </a:cubicBezTo>
                    <a:cubicBezTo>
                      <a:pt x="74" y="16"/>
                      <a:pt x="40" y="39"/>
                      <a:pt x="23" y="73"/>
                    </a:cubicBezTo>
                    <a:cubicBezTo>
                      <a:pt x="18" y="84"/>
                      <a:pt x="12" y="95"/>
                      <a:pt x="6" y="106"/>
                    </a:cubicBezTo>
                    <a:cubicBezTo>
                      <a:pt x="1" y="129"/>
                      <a:pt x="1" y="157"/>
                      <a:pt x="6" y="180"/>
                    </a:cubicBezTo>
                    <a:cubicBezTo>
                      <a:pt x="29" y="236"/>
                      <a:pt x="52" y="293"/>
                      <a:pt x="68" y="349"/>
                    </a:cubicBezTo>
                    <a:cubicBezTo>
                      <a:pt x="74" y="366"/>
                      <a:pt x="85" y="383"/>
                      <a:pt x="97" y="400"/>
                    </a:cubicBezTo>
                    <a:cubicBezTo>
                      <a:pt x="108" y="411"/>
                      <a:pt x="119" y="423"/>
                      <a:pt x="136" y="434"/>
                    </a:cubicBezTo>
                    <a:cubicBezTo>
                      <a:pt x="153" y="445"/>
                      <a:pt x="170" y="451"/>
                      <a:pt x="187" y="451"/>
                    </a:cubicBezTo>
                    <a:cubicBezTo>
                      <a:pt x="196" y="453"/>
                      <a:pt x="205" y="455"/>
                      <a:pt x="213" y="455"/>
                    </a:cubicBezTo>
                    <a:cubicBezTo>
                      <a:pt x="224" y="455"/>
                      <a:pt x="234" y="452"/>
                      <a:pt x="244" y="445"/>
                    </a:cubicBezTo>
                    <a:cubicBezTo>
                      <a:pt x="277" y="440"/>
                      <a:pt x="311" y="417"/>
                      <a:pt x="328" y="383"/>
                    </a:cubicBezTo>
                    <a:cubicBezTo>
                      <a:pt x="345" y="349"/>
                      <a:pt x="356" y="310"/>
                      <a:pt x="345" y="276"/>
                    </a:cubicBezTo>
                    <a:cubicBezTo>
                      <a:pt x="323" y="219"/>
                      <a:pt x="300" y="163"/>
                      <a:pt x="283" y="106"/>
                    </a:cubicBezTo>
                    <a:cubicBezTo>
                      <a:pt x="277" y="89"/>
                      <a:pt x="266" y="73"/>
                      <a:pt x="255" y="56"/>
                    </a:cubicBezTo>
                    <a:cubicBezTo>
                      <a:pt x="244" y="44"/>
                      <a:pt x="232" y="33"/>
                      <a:pt x="215" y="22"/>
                    </a:cubicBezTo>
                    <a:cubicBezTo>
                      <a:pt x="198" y="10"/>
                      <a:pt x="181" y="5"/>
                      <a:pt x="164" y="5"/>
                    </a:cubicBezTo>
                    <a:cubicBezTo>
                      <a:pt x="156" y="2"/>
                      <a:pt x="146" y="1"/>
                      <a:pt x="136"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71" name="Google Shape;2071;p68"/>
              <p:cNvSpPr/>
              <p:nvPr/>
            </p:nvSpPr>
            <p:spPr>
              <a:xfrm>
                <a:off x="4762900" y="3191400"/>
                <a:ext cx="8650" cy="10400"/>
              </a:xfrm>
              <a:custGeom>
                <a:avLst/>
                <a:gdLst/>
                <a:ahLst/>
                <a:cxnLst/>
                <a:rect l="l" t="t" r="r" b="b"/>
                <a:pathLst>
                  <a:path w="346" h="416" extrusionOk="0">
                    <a:moveTo>
                      <a:pt x="151" y="1"/>
                    </a:moveTo>
                    <a:cubicBezTo>
                      <a:pt x="142" y="1"/>
                      <a:pt x="133" y="2"/>
                      <a:pt x="125" y="5"/>
                    </a:cubicBezTo>
                    <a:cubicBezTo>
                      <a:pt x="102" y="5"/>
                      <a:pt x="85" y="11"/>
                      <a:pt x="69" y="22"/>
                    </a:cubicBezTo>
                    <a:lnTo>
                      <a:pt x="40" y="45"/>
                    </a:lnTo>
                    <a:cubicBezTo>
                      <a:pt x="23" y="62"/>
                      <a:pt x="12" y="78"/>
                      <a:pt x="6" y="107"/>
                    </a:cubicBezTo>
                    <a:lnTo>
                      <a:pt x="1" y="141"/>
                    </a:lnTo>
                    <a:cubicBezTo>
                      <a:pt x="1" y="169"/>
                      <a:pt x="6" y="191"/>
                      <a:pt x="18" y="214"/>
                    </a:cubicBezTo>
                    <a:cubicBezTo>
                      <a:pt x="18" y="214"/>
                      <a:pt x="18" y="214"/>
                      <a:pt x="18" y="214"/>
                    </a:cubicBezTo>
                    <a:lnTo>
                      <a:pt x="18" y="214"/>
                    </a:lnTo>
                    <a:cubicBezTo>
                      <a:pt x="34" y="243"/>
                      <a:pt x="48" y="275"/>
                      <a:pt x="63" y="306"/>
                    </a:cubicBezTo>
                    <a:lnTo>
                      <a:pt x="63" y="306"/>
                    </a:lnTo>
                    <a:cubicBezTo>
                      <a:pt x="63" y="308"/>
                      <a:pt x="63" y="310"/>
                      <a:pt x="63" y="310"/>
                    </a:cubicBezTo>
                    <a:cubicBezTo>
                      <a:pt x="66" y="321"/>
                      <a:pt x="72" y="332"/>
                      <a:pt x="79" y="342"/>
                    </a:cubicBezTo>
                    <a:lnTo>
                      <a:pt x="79" y="342"/>
                    </a:lnTo>
                    <a:cubicBezTo>
                      <a:pt x="79" y="343"/>
                      <a:pt x="80" y="343"/>
                      <a:pt x="80" y="344"/>
                    </a:cubicBezTo>
                    <a:cubicBezTo>
                      <a:pt x="80" y="344"/>
                      <a:pt x="80" y="343"/>
                      <a:pt x="80" y="343"/>
                    </a:cubicBezTo>
                    <a:lnTo>
                      <a:pt x="80" y="343"/>
                    </a:lnTo>
                    <a:cubicBezTo>
                      <a:pt x="83" y="349"/>
                      <a:pt x="87" y="355"/>
                      <a:pt x="91" y="361"/>
                    </a:cubicBezTo>
                    <a:cubicBezTo>
                      <a:pt x="102" y="372"/>
                      <a:pt x="114" y="383"/>
                      <a:pt x="131" y="395"/>
                    </a:cubicBezTo>
                    <a:cubicBezTo>
                      <a:pt x="148" y="406"/>
                      <a:pt x="165" y="412"/>
                      <a:pt x="181" y="412"/>
                    </a:cubicBezTo>
                    <a:cubicBezTo>
                      <a:pt x="191" y="414"/>
                      <a:pt x="199" y="415"/>
                      <a:pt x="207" y="415"/>
                    </a:cubicBezTo>
                    <a:cubicBezTo>
                      <a:pt x="218" y="415"/>
                      <a:pt x="228" y="413"/>
                      <a:pt x="238" y="406"/>
                    </a:cubicBezTo>
                    <a:cubicBezTo>
                      <a:pt x="249" y="406"/>
                      <a:pt x="261" y="400"/>
                      <a:pt x="272" y="395"/>
                    </a:cubicBezTo>
                    <a:cubicBezTo>
                      <a:pt x="294" y="383"/>
                      <a:pt x="311" y="366"/>
                      <a:pt x="323" y="344"/>
                    </a:cubicBezTo>
                    <a:cubicBezTo>
                      <a:pt x="328" y="333"/>
                      <a:pt x="334" y="321"/>
                      <a:pt x="340" y="310"/>
                    </a:cubicBezTo>
                    <a:cubicBezTo>
                      <a:pt x="345" y="287"/>
                      <a:pt x="345" y="259"/>
                      <a:pt x="340" y="237"/>
                    </a:cubicBezTo>
                    <a:cubicBezTo>
                      <a:pt x="317" y="180"/>
                      <a:pt x="289" y="124"/>
                      <a:pt x="266" y="73"/>
                    </a:cubicBezTo>
                    <a:cubicBezTo>
                      <a:pt x="255" y="56"/>
                      <a:pt x="244" y="39"/>
                      <a:pt x="227" y="33"/>
                    </a:cubicBezTo>
                    <a:cubicBezTo>
                      <a:pt x="215" y="16"/>
                      <a:pt x="198" y="11"/>
                      <a:pt x="181" y="5"/>
                    </a:cubicBezTo>
                    <a:cubicBezTo>
                      <a:pt x="170" y="2"/>
                      <a:pt x="160" y="1"/>
                      <a:pt x="151"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72" name="Google Shape;2072;p68"/>
              <p:cNvSpPr/>
              <p:nvPr/>
            </p:nvSpPr>
            <p:spPr>
              <a:xfrm>
                <a:off x="4772075" y="3222725"/>
                <a:ext cx="7950" cy="12875"/>
              </a:xfrm>
              <a:custGeom>
                <a:avLst/>
                <a:gdLst/>
                <a:ahLst/>
                <a:cxnLst/>
                <a:rect l="l" t="t" r="r" b="b"/>
                <a:pathLst>
                  <a:path w="318" h="515" extrusionOk="0">
                    <a:moveTo>
                      <a:pt x="145" y="0"/>
                    </a:moveTo>
                    <a:cubicBezTo>
                      <a:pt x="132" y="0"/>
                      <a:pt x="119" y="2"/>
                      <a:pt x="108" y="6"/>
                    </a:cubicBezTo>
                    <a:cubicBezTo>
                      <a:pt x="74" y="17"/>
                      <a:pt x="40" y="40"/>
                      <a:pt x="23" y="74"/>
                    </a:cubicBezTo>
                    <a:cubicBezTo>
                      <a:pt x="18" y="85"/>
                      <a:pt x="12" y="96"/>
                      <a:pt x="12" y="102"/>
                    </a:cubicBezTo>
                    <a:cubicBezTo>
                      <a:pt x="1" y="130"/>
                      <a:pt x="1" y="153"/>
                      <a:pt x="12" y="181"/>
                    </a:cubicBezTo>
                    <a:cubicBezTo>
                      <a:pt x="12" y="183"/>
                      <a:pt x="12" y="185"/>
                      <a:pt x="12" y="187"/>
                    </a:cubicBezTo>
                    <a:lnTo>
                      <a:pt x="12" y="187"/>
                    </a:lnTo>
                    <a:lnTo>
                      <a:pt x="12" y="186"/>
                    </a:lnTo>
                    <a:lnTo>
                      <a:pt x="12" y="186"/>
                    </a:lnTo>
                    <a:cubicBezTo>
                      <a:pt x="12" y="186"/>
                      <a:pt x="12" y="186"/>
                      <a:pt x="12" y="186"/>
                    </a:cubicBezTo>
                    <a:lnTo>
                      <a:pt x="12" y="186"/>
                    </a:lnTo>
                    <a:cubicBezTo>
                      <a:pt x="12" y="195"/>
                      <a:pt x="12" y="204"/>
                      <a:pt x="15" y="215"/>
                    </a:cubicBezTo>
                    <a:lnTo>
                      <a:pt x="15" y="215"/>
                    </a:lnTo>
                    <a:cubicBezTo>
                      <a:pt x="20" y="268"/>
                      <a:pt x="24" y="320"/>
                      <a:pt x="29" y="373"/>
                    </a:cubicBezTo>
                    <a:cubicBezTo>
                      <a:pt x="29" y="390"/>
                      <a:pt x="35" y="407"/>
                      <a:pt x="46" y="424"/>
                    </a:cubicBezTo>
                    <a:cubicBezTo>
                      <a:pt x="52" y="441"/>
                      <a:pt x="57" y="458"/>
                      <a:pt x="74" y="469"/>
                    </a:cubicBezTo>
                    <a:cubicBezTo>
                      <a:pt x="97" y="497"/>
                      <a:pt x="136" y="514"/>
                      <a:pt x="170" y="514"/>
                    </a:cubicBezTo>
                    <a:cubicBezTo>
                      <a:pt x="210" y="508"/>
                      <a:pt x="249" y="497"/>
                      <a:pt x="272" y="469"/>
                    </a:cubicBezTo>
                    <a:cubicBezTo>
                      <a:pt x="295" y="446"/>
                      <a:pt x="317" y="407"/>
                      <a:pt x="311" y="373"/>
                    </a:cubicBezTo>
                    <a:cubicBezTo>
                      <a:pt x="306" y="282"/>
                      <a:pt x="295" y="192"/>
                      <a:pt x="283" y="102"/>
                    </a:cubicBezTo>
                    <a:cubicBezTo>
                      <a:pt x="278" y="85"/>
                      <a:pt x="272" y="68"/>
                      <a:pt x="255" y="57"/>
                    </a:cubicBezTo>
                    <a:cubicBezTo>
                      <a:pt x="249" y="40"/>
                      <a:pt x="232" y="28"/>
                      <a:pt x="215" y="23"/>
                    </a:cubicBezTo>
                    <a:cubicBezTo>
                      <a:pt x="197" y="8"/>
                      <a:pt x="170" y="0"/>
                      <a:pt x="145"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73" name="Google Shape;2073;p68"/>
              <p:cNvSpPr/>
              <p:nvPr/>
            </p:nvSpPr>
            <p:spPr>
              <a:xfrm>
                <a:off x="4753175" y="3174050"/>
                <a:ext cx="8350" cy="9025"/>
              </a:xfrm>
              <a:custGeom>
                <a:avLst/>
                <a:gdLst/>
                <a:ahLst/>
                <a:cxnLst/>
                <a:rect l="l" t="t" r="r" b="b"/>
                <a:pathLst>
                  <a:path w="334" h="361" extrusionOk="0">
                    <a:moveTo>
                      <a:pt x="150" y="0"/>
                    </a:moveTo>
                    <a:cubicBezTo>
                      <a:pt x="141" y="0"/>
                      <a:pt x="133" y="2"/>
                      <a:pt x="124" y="4"/>
                    </a:cubicBezTo>
                    <a:cubicBezTo>
                      <a:pt x="102" y="4"/>
                      <a:pt x="85" y="10"/>
                      <a:pt x="74" y="21"/>
                    </a:cubicBezTo>
                    <a:cubicBezTo>
                      <a:pt x="62" y="27"/>
                      <a:pt x="51" y="33"/>
                      <a:pt x="40" y="38"/>
                    </a:cubicBezTo>
                    <a:cubicBezTo>
                      <a:pt x="23" y="61"/>
                      <a:pt x="11" y="78"/>
                      <a:pt x="6" y="100"/>
                    </a:cubicBezTo>
                    <a:cubicBezTo>
                      <a:pt x="6" y="117"/>
                      <a:pt x="0" y="129"/>
                      <a:pt x="0" y="140"/>
                    </a:cubicBezTo>
                    <a:cubicBezTo>
                      <a:pt x="0" y="168"/>
                      <a:pt x="6" y="191"/>
                      <a:pt x="23" y="213"/>
                    </a:cubicBezTo>
                    <a:cubicBezTo>
                      <a:pt x="40" y="236"/>
                      <a:pt x="57" y="264"/>
                      <a:pt x="74" y="292"/>
                    </a:cubicBezTo>
                    <a:cubicBezTo>
                      <a:pt x="79" y="304"/>
                      <a:pt x="90" y="321"/>
                      <a:pt x="107" y="332"/>
                    </a:cubicBezTo>
                    <a:cubicBezTo>
                      <a:pt x="119" y="343"/>
                      <a:pt x="136" y="349"/>
                      <a:pt x="158" y="355"/>
                    </a:cubicBezTo>
                    <a:cubicBezTo>
                      <a:pt x="175" y="360"/>
                      <a:pt x="192" y="360"/>
                      <a:pt x="209" y="360"/>
                    </a:cubicBezTo>
                    <a:cubicBezTo>
                      <a:pt x="232" y="355"/>
                      <a:pt x="249" y="349"/>
                      <a:pt x="266" y="343"/>
                    </a:cubicBezTo>
                    <a:lnTo>
                      <a:pt x="294" y="321"/>
                    </a:lnTo>
                    <a:cubicBezTo>
                      <a:pt x="311" y="304"/>
                      <a:pt x="322" y="281"/>
                      <a:pt x="328" y="259"/>
                    </a:cubicBezTo>
                    <a:lnTo>
                      <a:pt x="333" y="219"/>
                    </a:lnTo>
                    <a:cubicBezTo>
                      <a:pt x="333" y="191"/>
                      <a:pt x="328" y="168"/>
                      <a:pt x="316" y="146"/>
                    </a:cubicBezTo>
                    <a:cubicBezTo>
                      <a:pt x="299" y="123"/>
                      <a:pt x="282" y="95"/>
                      <a:pt x="266" y="67"/>
                    </a:cubicBezTo>
                    <a:cubicBezTo>
                      <a:pt x="254" y="55"/>
                      <a:pt x="243" y="38"/>
                      <a:pt x="226" y="27"/>
                    </a:cubicBezTo>
                    <a:cubicBezTo>
                      <a:pt x="215" y="16"/>
                      <a:pt x="198" y="10"/>
                      <a:pt x="181" y="4"/>
                    </a:cubicBezTo>
                    <a:cubicBezTo>
                      <a:pt x="170" y="2"/>
                      <a:pt x="160" y="0"/>
                      <a:pt x="150"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74" name="Google Shape;2074;p68"/>
              <p:cNvSpPr/>
              <p:nvPr/>
            </p:nvSpPr>
            <p:spPr>
              <a:xfrm>
                <a:off x="4773075" y="3231325"/>
                <a:ext cx="7500" cy="15850"/>
              </a:xfrm>
              <a:custGeom>
                <a:avLst/>
                <a:gdLst/>
                <a:ahLst/>
                <a:cxnLst/>
                <a:rect l="l" t="t" r="r" b="b"/>
                <a:pathLst>
                  <a:path w="300" h="634" extrusionOk="0">
                    <a:moveTo>
                      <a:pt x="147" y="1"/>
                    </a:moveTo>
                    <a:cubicBezTo>
                      <a:pt x="108" y="1"/>
                      <a:pt x="68" y="12"/>
                      <a:pt x="46" y="40"/>
                    </a:cubicBezTo>
                    <a:cubicBezTo>
                      <a:pt x="23" y="68"/>
                      <a:pt x="0" y="102"/>
                      <a:pt x="6" y="142"/>
                    </a:cubicBezTo>
                    <a:cubicBezTo>
                      <a:pt x="12" y="260"/>
                      <a:pt x="17" y="373"/>
                      <a:pt x="17" y="492"/>
                    </a:cubicBezTo>
                    <a:cubicBezTo>
                      <a:pt x="17" y="563"/>
                      <a:pt x="75" y="633"/>
                      <a:pt x="150" y="633"/>
                    </a:cubicBezTo>
                    <a:cubicBezTo>
                      <a:pt x="153" y="633"/>
                      <a:pt x="156" y="633"/>
                      <a:pt x="158" y="633"/>
                    </a:cubicBezTo>
                    <a:cubicBezTo>
                      <a:pt x="232" y="633"/>
                      <a:pt x="300" y="571"/>
                      <a:pt x="300" y="492"/>
                    </a:cubicBezTo>
                    <a:cubicBezTo>
                      <a:pt x="300" y="373"/>
                      <a:pt x="294" y="260"/>
                      <a:pt x="288" y="142"/>
                    </a:cubicBezTo>
                    <a:cubicBezTo>
                      <a:pt x="283" y="102"/>
                      <a:pt x="271" y="68"/>
                      <a:pt x="243" y="40"/>
                    </a:cubicBezTo>
                    <a:cubicBezTo>
                      <a:pt x="221" y="18"/>
                      <a:pt x="181" y="1"/>
                      <a:pt x="14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75" name="Google Shape;2075;p68"/>
              <p:cNvSpPr/>
              <p:nvPr/>
            </p:nvSpPr>
            <p:spPr>
              <a:xfrm>
                <a:off x="4770525" y="3214325"/>
                <a:ext cx="8225" cy="12075"/>
              </a:xfrm>
              <a:custGeom>
                <a:avLst/>
                <a:gdLst/>
                <a:ahLst/>
                <a:cxnLst/>
                <a:rect l="l" t="t" r="r" b="b"/>
                <a:pathLst>
                  <a:path w="329" h="483" extrusionOk="0">
                    <a:moveTo>
                      <a:pt x="148" y="1"/>
                    </a:moveTo>
                    <a:cubicBezTo>
                      <a:pt x="135" y="1"/>
                      <a:pt x="120" y="5"/>
                      <a:pt x="108" y="9"/>
                    </a:cubicBezTo>
                    <a:cubicBezTo>
                      <a:pt x="74" y="20"/>
                      <a:pt x="40" y="37"/>
                      <a:pt x="23" y="71"/>
                    </a:cubicBezTo>
                    <a:cubicBezTo>
                      <a:pt x="6" y="105"/>
                      <a:pt x="1" y="144"/>
                      <a:pt x="6" y="178"/>
                    </a:cubicBezTo>
                    <a:cubicBezTo>
                      <a:pt x="23" y="246"/>
                      <a:pt x="35" y="314"/>
                      <a:pt x="52" y="381"/>
                    </a:cubicBezTo>
                    <a:cubicBezTo>
                      <a:pt x="52" y="398"/>
                      <a:pt x="63" y="415"/>
                      <a:pt x="74" y="426"/>
                    </a:cubicBezTo>
                    <a:cubicBezTo>
                      <a:pt x="85" y="443"/>
                      <a:pt x="97" y="455"/>
                      <a:pt x="114" y="466"/>
                    </a:cubicBezTo>
                    <a:cubicBezTo>
                      <a:pt x="131" y="477"/>
                      <a:pt x="148" y="483"/>
                      <a:pt x="164" y="483"/>
                    </a:cubicBezTo>
                    <a:cubicBezTo>
                      <a:pt x="187" y="483"/>
                      <a:pt x="204" y="483"/>
                      <a:pt x="221" y="477"/>
                    </a:cubicBezTo>
                    <a:cubicBezTo>
                      <a:pt x="255" y="466"/>
                      <a:pt x="289" y="449"/>
                      <a:pt x="306" y="415"/>
                    </a:cubicBezTo>
                    <a:lnTo>
                      <a:pt x="323" y="381"/>
                    </a:lnTo>
                    <a:cubicBezTo>
                      <a:pt x="328" y="353"/>
                      <a:pt x="328" y="330"/>
                      <a:pt x="323" y="308"/>
                    </a:cubicBezTo>
                    <a:cubicBezTo>
                      <a:pt x="311" y="240"/>
                      <a:pt x="294" y="172"/>
                      <a:pt x="283" y="105"/>
                    </a:cubicBezTo>
                    <a:cubicBezTo>
                      <a:pt x="277" y="88"/>
                      <a:pt x="266" y="71"/>
                      <a:pt x="255" y="59"/>
                    </a:cubicBezTo>
                    <a:cubicBezTo>
                      <a:pt x="244" y="42"/>
                      <a:pt x="232" y="31"/>
                      <a:pt x="215" y="20"/>
                    </a:cubicBezTo>
                    <a:cubicBezTo>
                      <a:pt x="198" y="9"/>
                      <a:pt x="181" y="3"/>
                      <a:pt x="164" y="3"/>
                    </a:cubicBezTo>
                    <a:cubicBezTo>
                      <a:pt x="160" y="1"/>
                      <a:pt x="154" y="1"/>
                      <a:pt x="148"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76" name="Google Shape;2076;p68"/>
              <p:cNvSpPr/>
              <p:nvPr/>
            </p:nvSpPr>
            <p:spPr>
              <a:xfrm>
                <a:off x="4768275" y="3206225"/>
                <a:ext cx="8625" cy="11675"/>
              </a:xfrm>
              <a:custGeom>
                <a:avLst/>
                <a:gdLst/>
                <a:ahLst/>
                <a:cxnLst/>
                <a:rect l="l" t="t" r="r" b="b"/>
                <a:pathLst>
                  <a:path w="345" h="467" extrusionOk="0">
                    <a:moveTo>
                      <a:pt x="139" y="1"/>
                    </a:moveTo>
                    <a:cubicBezTo>
                      <a:pt x="130" y="1"/>
                      <a:pt x="122" y="2"/>
                      <a:pt x="113" y="5"/>
                    </a:cubicBezTo>
                    <a:cubicBezTo>
                      <a:pt x="79" y="16"/>
                      <a:pt x="46" y="39"/>
                      <a:pt x="29" y="73"/>
                    </a:cubicBezTo>
                    <a:cubicBezTo>
                      <a:pt x="12" y="101"/>
                      <a:pt x="0" y="141"/>
                      <a:pt x="12" y="180"/>
                    </a:cubicBezTo>
                    <a:cubicBezTo>
                      <a:pt x="34" y="242"/>
                      <a:pt x="51" y="299"/>
                      <a:pt x="62" y="361"/>
                    </a:cubicBezTo>
                    <a:cubicBezTo>
                      <a:pt x="74" y="395"/>
                      <a:pt x="102" y="429"/>
                      <a:pt x="130" y="446"/>
                    </a:cubicBezTo>
                    <a:cubicBezTo>
                      <a:pt x="147" y="457"/>
                      <a:pt x="164" y="462"/>
                      <a:pt x="181" y="462"/>
                    </a:cubicBezTo>
                    <a:cubicBezTo>
                      <a:pt x="192" y="465"/>
                      <a:pt x="202" y="467"/>
                      <a:pt x="211" y="467"/>
                    </a:cubicBezTo>
                    <a:cubicBezTo>
                      <a:pt x="221" y="467"/>
                      <a:pt x="229" y="465"/>
                      <a:pt x="238" y="462"/>
                    </a:cubicBezTo>
                    <a:cubicBezTo>
                      <a:pt x="271" y="451"/>
                      <a:pt x="305" y="429"/>
                      <a:pt x="322" y="395"/>
                    </a:cubicBezTo>
                    <a:cubicBezTo>
                      <a:pt x="339" y="361"/>
                      <a:pt x="345" y="327"/>
                      <a:pt x="339" y="287"/>
                    </a:cubicBezTo>
                    <a:cubicBezTo>
                      <a:pt x="322" y="225"/>
                      <a:pt x="305" y="163"/>
                      <a:pt x="288" y="101"/>
                    </a:cubicBezTo>
                    <a:cubicBezTo>
                      <a:pt x="277" y="67"/>
                      <a:pt x="254" y="39"/>
                      <a:pt x="221" y="22"/>
                    </a:cubicBezTo>
                    <a:cubicBezTo>
                      <a:pt x="204" y="11"/>
                      <a:pt x="187" y="5"/>
                      <a:pt x="170" y="5"/>
                    </a:cubicBezTo>
                    <a:cubicBezTo>
                      <a:pt x="158" y="2"/>
                      <a:pt x="149" y="1"/>
                      <a:pt x="139"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77" name="Google Shape;2077;p68"/>
              <p:cNvSpPr/>
              <p:nvPr/>
            </p:nvSpPr>
            <p:spPr>
              <a:xfrm>
                <a:off x="4744000" y="3162150"/>
                <a:ext cx="7775" cy="7925"/>
              </a:xfrm>
              <a:custGeom>
                <a:avLst/>
                <a:gdLst/>
                <a:ahLst/>
                <a:cxnLst/>
                <a:rect l="l" t="t" r="r" b="b"/>
                <a:pathLst>
                  <a:path w="311" h="317" extrusionOk="0">
                    <a:moveTo>
                      <a:pt x="141" y="0"/>
                    </a:moveTo>
                    <a:cubicBezTo>
                      <a:pt x="119" y="0"/>
                      <a:pt x="102" y="6"/>
                      <a:pt x="85" y="12"/>
                    </a:cubicBezTo>
                    <a:cubicBezTo>
                      <a:pt x="68" y="17"/>
                      <a:pt x="51" y="29"/>
                      <a:pt x="40" y="40"/>
                    </a:cubicBezTo>
                    <a:lnTo>
                      <a:pt x="17" y="68"/>
                    </a:lnTo>
                    <a:cubicBezTo>
                      <a:pt x="6" y="91"/>
                      <a:pt x="0" y="113"/>
                      <a:pt x="0" y="142"/>
                    </a:cubicBezTo>
                    <a:lnTo>
                      <a:pt x="6" y="181"/>
                    </a:lnTo>
                    <a:cubicBezTo>
                      <a:pt x="11" y="204"/>
                      <a:pt x="23" y="226"/>
                      <a:pt x="40" y="243"/>
                    </a:cubicBezTo>
                    <a:cubicBezTo>
                      <a:pt x="51" y="255"/>
                      <a:pt x="62" y="266"/>
                      <a:pt x="73" y="277"/>
                    </a:cubicBezTo>
                    <a:cubicBezTo>
                      <a:pt x="85" y="288"/>
                      <a:pt x="96" y="300"/>
                      <a:pt x="119" y="305"/>
                    </a:cubicBezTo>
                    <a:cubicBezTo>
                      <a:pt x="136" y="311"/>
                      <a:pt x="152" y="317"/>
                      <a:pt x="169" y="317"/>
                    </a:cubicBezTo>
                    <a:cubicBezTo>
                      <a:pt x="192" y="317"/>
                      <a:pt x="209" y="311"/>
                      <a:pt x="226" y="305"/>
                    </a:cubicBezTo>
                    <a:cubicBezTo>
                      <a:pt x="243" y="300"/>
                      <a:pt x="260" y="288"/>
                      <a:pt x="271" y="277"/>
                    </a:cubicBezTo>
                    <a:lnTo>
                      <a:pt x="294" y="249"/>
                    </a:lnTo>
                    <a:cubicBezTo>
                      <a:pt x="305" y="226"/>
                      <a:pt x="311" y="204"/>
                      <a:pt x="311" y="175"/>
                    </a:cubicBezTo>
                    <a:cubicBezTo>
                      <a:pt x="311" y="164"/>
                      <a:pt x="311" y="153"/>
                      <a:pt x="305" y="136"/>
                    </a:cubicBezTo>
                    <a:cubicBezTo>
                      <a:pt x="299" y="113"/>
                      <a:pt x="288" y="91"/>
                      <a:pt x="271" y="74"/>
                    </a:cubicBezTo>
                    <a:cubicBezTo>
                      <a:pt x="260" y="63"/>
                      <a:pt x="249" y="51"/>
                      <a:pt x="237" y="40"/>
                    </a:cubicBezTo>
                    <a:cubicBezTo>
                      <a:pt x="226" y="29"/>
                      <a:pt x="209" y="17"/>
                      <a:pt x="192" y="12"/>
                    </a:cubicBezTo>
                    <a:cubicBezTo>
                      <a:pt x="175" y="6"/>
                      <a:pt x="158" y="0"/>
                      <a:pt x="141"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78" name="Google Shape;2078;p68"/>
              <p:cNvSpPr/>
              <p:nvPr/>
            </p:nvSpPr>
            <p:spPr>
              <a:xfrm>
                <a:off x="4748650" y="3167800"/>
                <a:ext cx="8200" cy="8600"/>
              </a:xfrm>
              <a:custGeom>
                <a:avLst/>
                <a:gdLst/>
                <a:ahLst/>
                <a:cxnLst/>
                <a:rect l="l" t="t" r="r" b="b"/>
                <a:pathLst>
                  <a:path w="328" h="344" extrusionOk="0">
                    <a:moveTo>
                      <a:pt x="142" y="0"/>
                    </a:moveTo>
                    <a:cubicBezTo>
                      <a:pt x="119" y="0"/>
                      <a:pt x="102" y="0"/>
                      <a:pt x="85" y="12"/>
                    </a:cubicBezTo>
                    <a:cubicBezTo>
                      <a:pt x="68" y="17"/>
                      <a:pt x="51" y="29"/>
                      <a:pt x="40" y="40"/>
                    </a:cubicBezTo>
                    <a:lnTo>
                      <a:pt x="17" y="68"/>
                    </a:lnTo>
                    <a:cubicBezTo>
                      <a:pt x="6" y="91"/>
                      <a:pt x="0" y="113"/>
                      <a:pt x="0" y="141"/>
                    </a:cubicBezTo>
                    <a:cubicBezTo>
                      <a:pt x="0" y="153"/>
                      <a:pt x="0" y="164"/>
                      <a:pt x="6" y="175"/>
                    </a:cubicBezTo>
                    <a:cubicBezTo>
                      <a:pt x="12" y="204"/>
                      <a:pt x="23" y="221"/>
                      <a:pt x="40" y="243"/>
                    </a:cubicBezTo>
                    <a:lnTo>
                      <a:pt x="41" y="245"/>
                    </a:lnTo>
                    <a:lnTo>
                      <a:pt x="41" y="245"/>
                    </a:lnTo>
                    <a:cubicBezTo>
                      <a:pt x="49" y="255"/>
                      <a:pt x="57" y="264"/>
                      <a:pt x="68" y="271"/>
                    </a:cubicBezTo>
                    <a:cubicBezTo>
                      <a:pt x="74" y="288"/>
                      <a:pt x="85" y="305"/>
                      <a:pt x="102" y="311"/>
                    </a:cubicBezTo>
                    <a:cubicBezTo>
                      <a:pt x="119" y="328"/>
                      <a:pt x="130" y="334"/>
                      <a:pt x="153" y="339"/>
                    </a:cubicBezTo>
                    <a:cubicBezTo>
                      <a:pt x="161" y="342"/>
                      <a:pt x="170" y="343"/>
                      <a:pt x="179" y="343"/>
                    </a:cubicBezTo>
                    <a:cubicBezTo>
                      <a:pt x="188" y="343"/>
                      <a:pt x="198" y="342"/>
                      <a:pt x="209" y="339"/>
                    </a:cubicBezTo>
                    <a:cubicBezTo>
                      <a:pt x="226" y="339"/>
                      <a:pt x="243" y="334"/>
                      <a:pt x="260" y="322"/>
                    </a:cubicBezTo>
                    <a:lnTo>
                      <a:pt x="288" y="305"/>
                    </a:lnTo>
                    <a:cubicBezTo>
                      <a:pt x="305" y="283"/>
                      <a:pt x="317" y="266"/>
                      <a:pt x="322" y="243"/>
                    </a:cubicBezTo>
                    <a:lnTo>
                      <a:pt x="328" y="204"/>
                    </a:lnTo>
                    <a:cubicBezTo>
                      <a:pt x="328" y="175"/>
                      <a:pt x="322" y="153"/>
                      <a:pt x="311" y="130"/>
                    </a:cubicBezTo>
                    <a:cubicBezTo>
                      <a:pt x="288" y="102"/>
                      <a:pt x="266" y="68"/>
                      <a:pt x="238" y="40"/>
                    </a:cubicBezTo>
                    <a:cubicBezTo>
                      <a:pt x="226" y="29"/>
                      <a:pt x="215" y="17"/>
                      <a:pt x="192" y="12"/>
                    </a:cubicBezTo>
                    <a:cubicBezTo>
                      <a:pt x="175" y="0"/>
                      <a:pt x="159" y="0"/>
                      <a:pt x="142"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79" name="Google Shape;2079;p68"/>
              <p:cNvSpPr/>
              <p:nvPr/>
            </p:nvSpPr>
            <p:spPr>
              <a:xfrm>
                <a:off x="4484925" y="3138725"/>
                <a:ext cx="336850" cy="477075"/>
              </a:xfrm>
              <a:custGeom>
                <a:avLst/>
                <a:gdLst/>
                <a:ahLst/>
                <a:cxnLst/>
                <a:rect l="l" t="t" r="r" b="b"/>
                <a:pathLst>
                  <a:path w="13474" h="19083" extrusionOk="0">
                    <a:moveTo>
                      <a:pt x="9707" y="536"/>
                    </a:moveTo>
                    <a:lnTo>
                      <a:pt x="9707" y="536"/>
                    </a:lnTo>
                    <a:cubicBezTo>
                      <a:pt x="10371" y="1035"/>
                      <a:pt x="10918" y="1715"/>
                      <a:pt x="11216" y="2490"/>
                    </a:cubicBezTo>
                    <a:cubicBezTo>
                      <a:pt x="11396" y="2970"/>
                      <a:pt x="11509" y="3462"/>
                      <a:pt x="11538" y="3976"/>
                    </a:cubicBezTo>
                    <a:cubicBezTo>
                      <a:pt x="11549" y="4185"/>
                      <a:pt x="11543" y="4399"/>
                      <a:pt x="11543" y="4608"/>
                    </a:cubicBezTo>
                    <a:lnTo>
                      <a:pt x="11543" y="5755"/>
                    </a:lnTo>
                    <a:cubicBezTo>
                      <a:pt x="11543" y="5992"/>
                      <a:pt x="11532" y="6229"/>
                      <a:pt x="11543" y="6466"/>
                    </a:cubicBezTo>
                    <a:cubicBezTo>
                      <a:pt x="11549" y="6602"/>
                      <a:pt x="11713" y="6686"/>
                      <a:pt x="11814" y="6765"/>
                    </a:cubicBezTo>
                    <a:cubicBezTo>
                      <a:pt x="12193" y="7065"/>
                      <a:pt x="12577" y="7364"/>
                      <a:pt x="12955" y="7669"/>
                    </a:cubicBezTo>
                    <a:cubicBezTo>
                      <a:pt x="13136" y="7816"/>
                      <a:pt x="13221" y="8030"/>
                      <a:pt x="13130" y="8251"/>
                    </a:cubicBezTo>
                    <a:cubicBezTo>
                      <a:pt x="13034" y="8477"/>
                      <a:pt x="12808" y="8590"/>
                      <a:pt x="12577" y="8590"/>
                    </a:cubicBezTo>
                    <a:cubicBezTo>
                      <a:pt x="12477" y="8591"/>
                      <a:pt x="12378" y="8592"/>
                      <a:pt x="12279" y="8592"/>
                    </a:cubicBezTo>
                    <a:cubicBezTo>
                      <a:pt x="12081" y="8592"/>
                      <a:pt x="11884" y="8590"/>
                      <a:pt x="11684" y="8590"/>
                    </a:cubicBezTo>
                    <a:cubicBezTo>
                      <a:pt x="11605" y="8590"/>
                      <a:pt x="11543" y="8657"/>
                      <a:pt x="11543" y="8731"/>
                    </a:cubicBezTo>
                    <a:cubicBezTo>
                      <a:pt x="11543" y="9030"/>
                      <a:pt x="11549" y="9329"/>
                      <a:pt x="11538" y="9623"/>
                    </a:cubicBezTo>
                    <a:cubicBezTo>
                      <a:pt x="11515" y="10154"/>
                      <a:pt x="11408" y="10685"/>
                      <a:pt x="11210" y="11182"/>
                    </a:cubicBezTo>
                    <a:cubicBezTo>
                      <a:pt x="10832" y="12147"/>
                      <a:pt x="10126" y="12983"/>
                      <a:pt x="9239" y="13525"/>
                    </a:cubicBezTo>
                    <a:cubicBezTo>
                      <a:pt x="8748" y="13822"/>
                      <a:pt x="8210" y="14026"/>
                      <a:pt x="7645" y="14138"/>
                    </a:cubicBezTo>
                    <a:lnTo>
                      <a:pt x="7645" y="14138"/>
                    </a:lnTo>
                    <a:cubicBezTo>
                      <a:pt x="7652" y="14108"/>
                      <a:pt x="7659" y="14078"/>
                      <a:pt x="7664" y="14051"/>
                    </a:cubicBezTo>
                    <a:cubicBezTo>
                      <a:pt x="7703" y="13825"/>
                      <a:pt x="7720" y="13599"/>
                      <a:pt x="7709" y="13373"/>
                    </a:cubicBezTo>
                    <a:cubicBezTo>
                      <a:pt x="7675" y="12475"/>
                      <a:pt x="7285" y="11628"/>
                      <a:pt x="6783" y="10894"/>
                    </a:cubicBezTo>
                    <a:cubicBezTo>
                      <a:pt x="6382" y="10306"/>
                      <a:pt x="5896" y="9770"/>
                      <a:pt x="5371" y="9290"/>
                    </a:cubicBezTo>
                    <a:cubicBezTo>
                      <a:pt x="5128" y="9070"/>
                      <a:pt x="4874" y="8889"/>
                      <a:pt x="4687" y="8606"/>
                    </a:cubicBezTo>
                    <a:cubicBezTo>
                      <a:pt x="4416" y="8194"/>
                      <a:pt x="4320" y="7703"/>
                      <a:pt x="4462" y="7223"/>
                    </a:cubicBezTo>
                    <a:cubicBezTo>
                      <a:pt x="4563" y="6890"/>
                      <a:pt x="4795" y="6624"/>
                      <a:pt x="5134" y="6528"/>
                    </a:cubicBezTo>
                    <a:cubicBezTo>
                      <a:pt x="5184" y="6517"/>
                      <a:pt x="5235" y="6506"/>
                      <a:pt x="5286" y="6494"/>
                    </a:cubicBezTo>
                    <a:cubicBezTo>
                      <a:pt x="5294" y="6493"/>
                      <a:pt x="5298" y="6493"/>
                      <a:pt x="5299" y="6493"/>
                    </a:cubicBezTo>
                    <a:cubicBezTo>
                      <a:pt x="5301" y="6493"/>
                      <a:pt x="5282" y="6496"/>
                      <a:pt x="5282" y="6496"/>
                    </a:cubicBezTo>
                    <a:cubicBezTo>
                      <a:pt x="5282" y="6496"/>
                      <a:pt x="5285" y="6496"/>
                      <a:pt x="5292" y="6494"/>
                    </a:cubicBezTo>
                    <a:lnTo>
                      <a:pt x="5326" y="6494"/>
                    </a:lnTo>
                    <a:cubicBezTo>
                      <a:pt x="5354" y="6489"/>
                      <a:pt x="5382" y="6489"/>
                      <a:pt x="5410" y="6489"/>
                    </a:cubicBezTo>
                    <a:cubicBezTo>
                      <a:pt x="5414" y="6489"/>
                      <a:pt x="5417" y="6488"/>
                      <a:pt x="5420" y="6488"/>
                    </a:cubicBezTo>
                    <a:lnTo>
                      <a:pt x="5420" y="6488"/>
                    </a:lnTo>
                    <a:cubicBezTo>
                      <a:pt x="6703" y="6429"/>
                      <a:pt x="8006" y="6056"/>
                      <a:pt x="8912" y="5099"/>
                    </a:cubicBezTo>
                    <a:cubicBezTo>
                      <a:pt x="9392" y="4597"/>
                      <a:pt x="9759" y="3976"/>
                      <a:pt x="9939" y="3298"/>
                    </a:cubicBezTo>
                    <a:cubicBezTo>
                      <a:pt x="10086" y="2739"/>
                      <a:pt x="10098" y="2152"/>
                      <a:pt x="10007" y="1587"/>
                    </a:cubicBezTo>
                    <a:cubicBezTo>
                      <a:pt x="9946" y="1225"/>
                      <a:pt x="9842" y="873"/>
                      <a:pt x="9707" y="536"/>
                    </a:cubicBezTo>
                    <a:close/>
                    <a:moveTo>
                      <a:pt x="7466" y="14937"/>
                    </a:moveTo>
                    <a:lnTo>
                      <a:pt x="7466" y="15863"/>
                    </a:lnTo>
                    <a:lnTo>
                      <a:pt x="7466" y="18359"/>
                    </a:lnTo>
                    <a:lnTo>
                      <a:pt x="7466" y="18800"/>
                    </a:lnTo>
                    <a:lnTo>
                      <a:pt x="283" y="18800"/>
                    </a:lnTo>
                    <a:lnTo>
                      <a:pt x="283" y="17586"/>
                    </a:lnTo>
                    <a:lnTo>
                      <a:pt x="3383" y="17586"/>
                    </a:lnTo>
                    <a:cubicBezTo>
                      <a:pt x="4078" y="17586"/>
                      <a:pt x="4778" y="17518"/>
                      <a:pt x="5427" y="17253"/>
                    </a:cubicBezTo>
                    <a:cubicBezTo>
                      <a:pt x="6065" y="16987"/>
                      <a:pt x="6613" y="16552"/>
                      <a:pt x="6997" y="15976"/>
                    </a:cubicBezTo>
                    <a:cubicBezTo>
                      <a:pt x="7207" y="15657"/>
                      <a:pt x="7364" y="15302"/>
                      <a:pt x="7466" y="14937"/>
                    </a:cubicBezTo>
                    <a:close/>
                    <a:moveTo>
                      <a:pt x="9374" y="0"/>
                    </a:moveTo>
                    <a:cubicBezTo>
                      <a:pt x="9277" y="0"/>
                      <a:pt x="9206" y="115"/>
                      <a:pt x="9256" y="215"/>
                    </a:cubicBezTo>
                    <a:cubicBezTo>
                      <a:pt x="9680" y="1062"/>
                      <a:pt x="9906" y="2044"/>
                      <a:pt x="9719" y="2987"/>
                    </a:cubicBezTo>
                    <a:cubicBezTo>
                      <a:pt x="9476" y="4247"/>
                      <a:pt x="8562" y="5314"/>
                      <a:pt x="7387" y="5800"/>
                    </a:cubicBezTo>
                    <a:cubicBezTo>
                      <a:pt x="6760" y="6060"/>
                      <a:pt x="6082" y="6178"/>
                      <a:pt x="5405" y="6206"/>
                    </a:cubicBezTo>
                    <a:cubicBezTo>
                      <a:pt x="5403" y="6206"/>
                      <a:pt x="5402" y="6207"/>
                      <a:pt x="5400" y="6207"/>
                    </a:cubicBezTo>
                    <a:lnTo>
                      <a:pt x="5400" y="6207"/>
                    </a:lnTo>
                    <a:cubicBezTo>
                      <a:pt x="5138" y="6214"/>
                      <a:pt x="4882" y="6287"/>
                      <a:pt x="4676" y="6438"/>
                    </a:cubicBezTo>
                    <a:cubicBezTo>
                      <a:pt x="4292" y="6715"/>
                      <a:pt x="4128" y="7178"/>
                      <a:pt x="4111" y="7635"/>
                    </a:cubicBezTo>
                    <a:cubicBezTo>
                      <a:pt x="4094" y="8234"/>
                      <a:pt x="4394" y="8844"/>
                      <a:pt x="4857" y="9216"/>
                    </a:cubicBezTo>
                    <a:cubicBezTo>
                      <a:pt x="5241" y="9527"/>
                      <a:pt x="5591" y="9877"/>
                      <a:pt x="5919" y="10250"/>
                    </a:cubicBezTo>
                    <a:cubicBezTo>
                      <a:pt x="6478" y="10877"/>
                      <a:pt x="6975" y="11600"/>
                      <a:pt x="7246" y="12407"/>
                    </a:cubicBezTo>
                    <a:cubicBezTo>
                      <a:pt x="7381" y="12831"/>
                      <a:pt x="7455" y="13271"/>
                      <a:pt x="7421" y="13717"/>
                    </a:cubicBezTo>
                    <a:cubicBezTo>
                      <a:pt x="7404" y="13949"/>
                      <a:pt x="7336" y="14158"/>
                      <a:pt x="7291" y="14384"/>
                    </a:cubicBezTo>
                    <a:cubicBezTo>
                      <a:pt x="7285" y="14412"/>
                      <a:pt x="7285" y="14440"/>
                      <a:pt x="7280" y="14468"/>
                    </a:cubicBezTo>
                    <a:cubicBezTo>
                      <a:pt x="7281" y="14453"/>
                      <a:pt x="7282" y="14447"/>
                      <a:pt x="7282" y="14447"/>
                    </a:cubicBezTo>
                    <a:lnTo>
                      <a:pt x="7282" y="14447"/>
                    </a:lnTo>
                    <a:cubicBezTo>
                      <a:pt x="7282" y="14447"/>
                      <a:pt x="7278" y="14477"/>
                      <a:pt x="7274" y="14497"/>
                    </a:cubicBezTo>
                    <a:cubicBezTo>
                      <a:pt x="7274" y="14525"/>
                      <a:pt x="7268" y="14553"/>
                      <a:pt x="7263" y="14581"/>
                    </a:cubicBezTo>
                    <a:cubicBezTo>
                      <a:pt x="7246" y="14655"/>
                      <a:pt x="7229" y="14734"/>
                      <a:pt x="7212" y="14807"/>
                    </a:cubicBezTo>
                    <a:cubicBezTo>
                      <a:pt x="7155" y="15005"/>
                      <a:pt x="7088" y="15203"/>
                      <a:pt x="7008" y="15372"/>
                    </a:cubicBezTo>
                    <a:cubicBezTo>
                      <a:pt x="6754" y="15908"/>
                      <a:pt x="6370" y="16377"/>
                      <a:pt x="5873" y="16699"/>
                    </a:cubicBezTo>
                    <a:cubicBezTo>
                      <a:pt x="5184" y="17151"/>
                      <a:pt x="4354" y="17303"/>
                      <a:pt x="3547" y="17303"/>
                    </a:cubicBezTo>
                    <a:lnTo>
                      <a:pt x="141" y="17303"/>
                    </a:lnTo>
                    <a:cubicBezTo>
                      <a:pt x="62" y="17303"/>
                      <a:pt x="0" y="17365"/>
                      <a:pt x="0" y="17445"/>
                    </a:cubicBezTo>
                    <a:lnTo>
                      <a:pt x="0" y="18941"/>
                    </a:lnTo>
                    <a:cubicBezTo>
                      <a:pt x="0" y="19015"/>
                      <a:pt x="62" y="19082"/>
                      <a:pt x="141" y="19082"/>
                    </a:cubicBezTo>
                    <a:lnTo>
                      <a:pt x="7607" y="19082"/>
                    </a:lnTo>
                    <a:cubicBezTo>
                      <a:pt x="7681" y="19082"/>
                      <a:pt x="7748" y="19015"/>
                      <a:pt x="7748" y="18941"/>
                    </a:cubicBezTo>
                    <a:lnTo>
                      <a:pt x="7748" y="17365"/>
                    </a:lnTo>
                    <a:lnTo>
                      <a:pt x="7748" y="14869"/>
                    </a:lnTo>
                    <a:lnTo>
                      <a:pt x="7748" y="14403"/>
                    </a:lnTo>
                    <a:lnTo>
                      <a:pt x="7748" y="14403"/>
                    </a:lnTo>
                    <a:cubicBezTo>
                      <a:pt x="8791" y="14194"/>
                      <a:pt x="9755" y="13651"/>
                      <a:pt x="10476" y="12870"/>
                    </a:cubicBezTo>
                    <a:cubicBezTo>
                      <a:pt x="11233" y="12051"/>
                      <a:pt x="11701" y="10995"/>
                      <a:pt x="11803" y="9888"/>
                    </a:cubicBezTo>
                    <a:cubicBezTo>
                      <a:pt x="11833" y="9551"/>
                      <a:pt x="11828" y="9214"/>
                      <a:pt x="11826" y="8872"/>
                    </a:cubicBezTo>
                    <a:lnTo>
                      <a:pt x="11826" y="8872"/>
                    </a:lnTo>
                    <a:cubicBezTo>
                      <a:pt x="11971" y="8873"/>
                      <a:pt x="12116" y="8874"/>
                      <a:pt x="12261" y="8874"/>
                    </a:cubicBezTo>
                    <a:cubicBezTo>
                      <a:pt x="12357" y="8874"/>
                      <a:pt x="12453" y="8874"/>
                      <a:pt x="12549" y="8872"/>
                    </a:cubicBezTo>
                    <a:cubicBezTo>
                      <a:pt x="12983" y="8872"/>
                      <a:pt x="13384" y="8601"/>
                      <a:pt x="13441" y="8149"/>
                    </a:cubicBezTo>
                    <a:cubicBezTo>
                      <a:pt x="13474" y="7895"/>
                      <a:pt x="13361" y="7646"/>
                      <a:pt x="13166" y="7477"/>
                    </a:cubicBezTo>
                    <a:lnTo>
                      <a:pt x="13166" y="7477"/>
                    </a:lnTo>
                    <a:cubicBezTo>
                      <a:pt x="13162" y="7473"/>
                      <a:pt x="13157" y="7469"/>
                      <a:pt x="13153" y="7466"/>
                    </a:cubicBezTo>
                    <a:lnTo>
                      <a:pt x="13153" y="7466"/>
                    </a:lnTo>
                    <a:cubicBezTo>
                      <a:pt x="13153" y="7466"/>
                      <a:pt x="13153" y="7466"/>
                      <a:pt x="13153" y="7466"/>
                    </a:cubicBezTo>
                    <a:cubicBezTo>
                      <a:pt x="13151" y="7464"/>
                      <a:pt x="13149" y="7463"/>
                      <a:pt x="13148" y="7462"/>
                    </a:cubicBezTo>
                    <a:lnTo>
                      <a:pt x="13148" y="7462"/>
                    </a:lnTo>
                    <a:cubicBezTo>
                      <a:pt x="12711" y="7112"/>
                      <a:pt x="12268" y="6762"/>
                      <a:pt x="11826" y="6413"/>
                    </a:cubicBezTo>
                    <a:lnTo>
                      <a:pt x="11826" y="6413"/>
                    </a:lnTo>
                    <a:lnTo>
                      <a:pt x="11826" y="4840"/>
                    </a:lnTo>
                    <a:cubicBezTo>
                      <a:pt x="11826" y="4461"/>
                      <a:pt x="11837" y="4083"/>
                      <a:pt x="11797" y="3705"/>
                    </a:cubicBezTo>
                    <a:cubicBezTo>
                      <a:pt x="11724" y="2999"/>
                      <a:pt x="11504" y="2304"/>
                      <a:pt x="11131" y="1694"/>
                    </a:cubicBezTo>
                    <a:cubicBezTo>
                      <a:pt x="10708" y="1011"/>
                      <a:pt x="10137" y="435"/>
                      <a:pt x="9448" y="23"/>
                    </a:cubicBezTo>
                    <a:cubicBezTo>
                      <a:pt x="9423" y="7"/>
                      <a:pt x="9397" y="0"/>
                      <a:pt x="9374"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80" name="Google Shape;2080;p68"/>
              <p:cNvSpPr/>
              <p:nvPr/>
            </p:nvSpPr>
            <p:spPr>
              <a:xfrm>
                <a:off x="4214400" y="3119725"/>
                <a:ext cx="583975" cy="458800"/>
              </a:xfrm>
              <a:custGeom>
                <a:avLst/>
                <a:gdLst/>
                <a:ahLst/>
                <a:cxnLst/>
                <a:rect l="l" t="t" r="r" b="b"/>
                <a:pathLst>
                  <a:path w="23359" h="18352" extrusionOk="0">
                    <a:moveTo>
                      <a:pt x="10827" y="285"/>
                    </a:moveTo>
                    <a:cubicBezTo>
                      <a:pt x="10889" y="285"/>
                      <a:pt x="10951" y="286"/>
                      <a:pt x="11013" y="286"/>
                    </a:cubicBezTo>
                    <a:lnTo>
                      <a:pt x="17683" y="286"/>
                    </a:lnTo>
                    <a:cubicBezTo>
                      <a:pt x="18029" y="286"/>
                      <a:pt x="18378" y="293"/>
                      <a:pt x="18728" y="293"/>
                    </a:cubicBezTo>
                    <a:cubicBezTo>
                      <a:pt x="18902" y="293"/>
                      <a:pt x="19078" y="291"/>
                      <a:pt x="19253" y="286"/>
                    </a:cubicBezTo>
                    <a:lnTo>
                      <a:pt x="19275" y="286"/>
                    </a:lnTo>
                    <a:cubicBezTo>
                      <a:pt x="19279" y="286"/>
                      <a:pt x="19282" y="286"/>
                      <a:pt x="19286" y="286"/>
                    </a:cubicBezTo>
                    <a:cubicBezTo>
                      <a:pt x="19288" y="286"/>
                      <a:pt x="19291" y="286"/>
                      <a:pt x="19293" y="286"/>
                    </a:cubicBezTo>
                    <a:lnTo>
                      <a:pt x="19293" y="286"/>
                    </a:lnTo>
                    <a:cubicBezTo>
                      <a:pt x="19350" y="287"/>
                      <a:pt x="19412" y="292"/>
                      <a:pt x="19473" y="297"/>
                    </a:cubicBezTo>
                    <a:cubicBezTo>
                      <a:pt x="19535" y="303"/>
                      <a:pt x="19597" y="314"/>
                      <a:pt x="19659" y="319"/>
                    </a:cubicBezTo>
                    <a:cubicBezTo>
                      <a:pt x="19669" y="319"/>
                      <a:pt x="19674" y="319"/>
                      <a:pt x="19682" y="323"/>
                    </a:cubicBezTo>
                    <a:lnTo>
                      <a:pt x="19682" y="323"/>
                    </a:lnTo>
                    <a:cubicBezTo>
                      <a:pt x="19681" y="323"/>
                      <a:pt x="19680" y="323"/>
                      <a:pt x="19679" y="323"/>
                    </a:cubicBezTo>
                    <a:cubicBezTo>
                      <a:pt x="19676" y="323"/>
                      <a:pt x="19676" y="323"/>
                      <a:pt x="19687" y="325"/>
                    </a:cubicBezTo>
                    <a:cubicBezTo>
                      <a:pt x="19704" y="325"/>
                      <a:pt x="19721" y="331"/>
                      <a:pt x="19738" y="331"/>
                    </a:cubicBezTo>
                    <a:cubicBezTo>
                      <a:pt x="19783" y="336"/>
                      <a:pt x="19829" y="342"/>
                      <a:pt x="19868" y="353"/>
                    </a:cubicBezTo>
                    <a:cubicBezTo>
                      <a:pt x="20286" y="421"/>
                      <a:pt x="20732" y="545"/>
                      <a:pt x="21099" y="698"/>
                    </a:cubicBezTo>
                    <a:cubicBezTo>
                      <a:pt x="21579" y="901"/>
                      <a:pt x="22020" y="1178"/>
                      <a:pt x="22364" y="1568"/>
                    </a:cubicBezTo>
                    <a:cubicBezTo>
                      <a:pt x="22754" y="2002"/>
                      <a:pt x="22986" y="2567"/>
                      <a:pt x="23042" y="3160"/>
                    </a:cubicBezTo>
                    <a:cubicBezTo>
                      <a:pt x="23117" y="3968"/>
                      <a:pt x="22932" y="4783"/>
                      <a:pt x="22647" y="5546"/>
                    </a:cubicBezTo>
                    <a:lnTo>
                      <a:pt x="22647" y="5546"/>
                    </a:lnTo>
                    <a:cubicBezTo>
                      <a:pt x="22647" y="5352"/>
                      <a:pt x="22647" y="5157"/>
                      <a:pt x="22647" y="4962"/>
                    </a:cubicBezTo>
                    <a:cubicBezTo>
                      <a:pt x="22641" y="3906"/>
                      <a:pt x="22297" y="2866"/>
                      <a:pt x="21658" y="2025"/>
                    </a:cubicBezTo>
                    <a:cubicBezTo>
                      <a:pt x="21280" y="1528"/>
                      <a:pt x="20806" y="1104"/>
                      <a:pt x="20269" y="783"/>
                    </a:cubicBezTo>
                    <a:cubicBezTo>
                      <a:pt x="20244" y="767"/>
                      <a:pt x="20218" y="760"/>
                      <a:pt x="20195" y="760"/>
                    </a:cubicBezTo>
                    <a:cubicBezTo>
                      <a:pt x="20098" y="760"/>
                      <a:pt x="20027" y="875"/>
                      <a:pt x="20077" y="975"/>
                    </a:cubicBezTo>
                    <a:cubicBezTo>
                      <a:pt x="20501" y="1822"/>
                      <a:pt x="20727" y="2804"/>
                      <a:pt x="20540" y="3747"/>
                    </a:cubicBezTo>
                    <a:cubicBezTo>
                      <a:pt x="20297" y="5007"/>
                      <a:pt x="19383" y="6074"/>
                      <a:pt x="18208" y="6565"/>
                    </a:cubicBezTo>
                    <a:cubicBezTo>
                      <a:pt x="17581" y="6820"/>
                      <a:pt x="16903" y="6938"/>
                      <a:pt x="16231" y="6966"/>
                    </a:cubicBezTo>
                    <a:cubicBezTo>
                      <a:pt x="15796" y="6978"/>
                      <a:pt x="15390" y="7181"/>
                      <a:pt x="15164" y="7559"/>
                    </a:cubicBezTo>
                    <a:cubicBezTo>
                      <a:pt x="14797" y="8158"/>
                      <a:pt x="14887" y="8943"/>
                      <a:pt x="15266" y="9513"/>
                    </a:cubicBezTo>
                    <a:cubicBezTo>
                      <a:pt x="15395" y="9711"/>
                      <a:pt x="15554" y="9875"/>
                      <a:pt x="15740" y="10027"/>
                    </a:cubicBezTo>
                    <a:cubicBezTo>
                      <a:pt x="16011" y="10259"/>
                      <a:pt x="16271" y="10502"/>
                      <a:pt x="16514" y="10761"/>
                    </a:cubicBezTo>
                    <a:cubicBezTo>
                      <a:pt x="17316" y="11603"/>
                      <a:pt x="18067" y="12659"/>
                      <a:pt x="18225" y="13839"/>
                    </a:cubicBezTo>
                    <a:cubicBezTo>
                      <a:pt x="18264" y="14155"/>
                      <a:pt x="18264" y="14477"/>
                      <a:pt x="18202" y="14794"/>
                    </a:cubicBezTo>
                    <a:cubicBezTo>
                      <a:pt x="18174" y="14935"/>
                      <a:pt x="18118" y="15076"/>
                      <a:pt x="18101" y="15217"/>
                    </a:cubicBezTo>
                    <a:cubicBezTo>
                      <a:pt x="18101" y="15219"/>
                      <a:pt x="18101" y="15221"/>
                      <a:pt x="18101" y="15223"/>
                    </a:cubicBezTo>
                    <a:lnTo>
                      <a:pt x="18101" y="15223"/>
                    </a:lnTo>
                    <a:cubicBezTo>
                      <a:pt x="18101" y="15223"/>
                      <a:pt x="18101" y="15223"/>
                      <a:pt x="18101" y="15223"/>
                    </a:cubicBezTo>
                    <a:cubicBezTo>
                      <a:pt x="18101" y="15240"/>
                      <a:pt x="18095" y="15257"/>
                      <a:pt x="18095" y="15274"/>
                    </a:cubicBezTo>
                    <a:cubicBezTo>
                      <a:pt x="18089" y="15319"/>
                      <a:pt x="18078" y="15358"/>
                      <a:pt x="18067" y="15403"/>
                    </a:cubicBezTo>
                    <a:cubicBezTo>
                      <a:pt x="18044" y="15528"/>
                      <a:pt x="18010" y="15646"/>
                      <a:pt x="17971" y="15765"/>
                    </a:cubicBezTo>
                    <a:cubicBezTo>
                      <a:pt x="17728" y="16516"/>
                      <a:pt x="17208" y="17188"/>
                      <a:pt x="16497" y="17583"/>
                    </a:cubicBezTo>
                    <a:cubicBezTo>
                      <a:pt x="15949" y="17883"/>
                      <a:pt x="15328" y="18018"/>
                      <a:pt x="14712" y="18052"/>
                    </a:cubicBezTo>
                    <a:cubicBezTo>
                      <a:pt x="14529" y="18062"/>
                      <a:pt x="14346" y="18064"/>
                      <a:pt x="14164" y="18064"/>
                    </a:cubicBezTo>
                    <a:cubicBezTo>
                      <a:pt x="14043" y="18064"/>
                      <a:pt x="13923" y="18063"/>
                      <a:pt x="13803" y="18063"/>
                    </a:cubicBezTo>
                    <a:lnTo>
                      <a:pt x="4720" y="18063"/>
                    </a:lnTo>
                    <a:cubicBezTo>
                      <a:pt x="4700" y="18046"/>
                      <a:pt x="4676" y="18034"/>
                      <a:pt x="4647" y="18034"/>
                    </a:cubicBezTo>
                    <a:cubicBezTo>
                      <a:pt x="4642" y="18034"/>
                      <a:pt x="4637" y="18034"/>
                      <a:pt x="4632" y="18035"/>
                    </a:cubicBezTo>
                    <a:cubicBezTo>
                      <a:pt x="4493" y="18051"/>
                      <a:pt x="4355" y="18060"/>
                      <a:pt x="4217" y="18060"/>
                    </a:cubicBezTo>
                    <a:cubicBezTo>
                      <a:pt x="3639" y="18060"/>
                      <a:pt x="3069" y="17917"/>
                      <a:pt x="2553" y="17634"/>
                    </a:cubicBezTo>
                    <a:cubicBezTo>
                      <a:pt x="1960" y="17301"/>
                      <a:pt x="1469" y="16810"/>
                      <a:pt x="1119" y="16228"/>
                    </a:cubicBezTo>
                    <a:cubicBezTo>
                      <a:pt x="334" y="14918"/>
                      <a:pt x="278" y="13212"/>
                      <a:pt x="983" y="11857"/>
                    </a:cubicBezTo>
                    <a:cubicBezTo>
                      <a:pt x="1317" y="11208"/>
                      <a:pt x="1825" y="10643"/>
                      <a:pt x="2452" y="10264"/>
                    </a:cubicBezTo>
                    <a:cubicBezTo>
                      <a:pt x="2632" y="10157"/>
                      <a:pt x="2808" y="10061"/>
                      <a:pt x="2977" y="9937"/>
                    </a:cubicBezTo>
                    <a:cubicBezTo>
                      <a:pt x="3649" y="9440"/>
                      <a:pt x="4208" y="8807"/>
                      <a:pt x="4694" y="8135"/>
                    </a:cubicBezTo>
                    <a:cubicBezTo>
                      <a:pt x="5095" y="7576"/>
                      <a:pt x="5445" y="6989"/>
                      <a:pt x="5755" y="6379"/>
                    </a:cubicBezTo>
                    <a:cubicBezTo>
                      <a:pt x="5942" y="6012"/>
                      <a:pt x="6117" y="5639"/>
                      <a:pt x="6275" y="5261"/>
                    </a:cubicBezTo>
                    <a:cubicBezTo>
                      <a:pt x="6456" y="4826"/>
                      <a:pt x="6653" y="4386"/>
                      <a:pt x="6772" y="3934"/>
                    </a:cubicBezTo>
                    <a:cubicBezTo>
                      <a:pt x="6829" y="3715"/>
                      <a:pt x="6911" y="3510"/>
                      <a:pt x="6981" y="3302"/>
                    </a:cubicBezTo>
                    <a:lnTo>
                      <a:pt x="6981" y="3302"/>
                    </a:lnTo>
                    <a:cubicBezTo>
                      <a:pt x="6983" y="3298"/>
                      <a:pt x="6985" y="3294"/>
                      <a:pt x="6987" y="3290"/>
                    </a:cubicBezTo>
                    <a:cubicBezTo>
                      <a:pt x="7308" y="2545"/>
                      <a:pt x="7783" y="1867"/>
                      <a:pt x="8376" y="1319"/>
                    </a:cubicBezTo>
                    <a:cubicBezTo>
                      <a:pt x="8952" y="799"/>
                      <a:pt x="9669" y="382"/>
                      <a:pt x="10454" y="303"/>
                    </a:cubicBezTo>
                    <a:cubicBezTo>
                      <a:pt x="10578" y="287"/>
                      <a:pt x="10703" y="285"/>
                      <a:pt x="10827" y="285"/>
                    </a:cubicBezTo>
                    <a:close/>
                    <a:moveTo>
                      <a:pt x="19155" y="1"/>
                    </a:moveTo>
                    <a:cubicBezTo>
                      <a:pt x="19074" y="1"/>
                      <a:pt x="18993" y="3"/>
                      <a:pt x="18914" y="3"/>
                    </a:cubicBezTo>
                    <a:lnTo>
                      <a:pt x="10742" y="3"/>
                    </a:lnTo>
                    <a:cubicBezTo>
                      <a:pt x="9127" y="9"/>
                      <a:pt x="7760" y="1263"/>
                      <a:pt x="7009" y="2601"/>
                    </a:cubicBezTo>
                    <a:cubicBezTo>
                      <a:pt x="6916" y="2776"/>
                      <a:pt x="6829" y="2951"/>
                      <a:pt x="6751" y="3131"/>
                    </a:cubicBezTo>
                    <a:lnTo>
                      <a:pt x="6751" y="3131"/>
                    </a:lnTo>
                    <a:cubicBezTo>
                      <a:pt x="6741" y="3144"/>
                      <a:pt x="6733" y="3159"/>
                      <a:pt x="6727" y="3177"/>
                    </a:cubicBezTo>
                    <a:cubicBezTo>
                      <a:pt x="6653" y="3409"/>
                      <a:pt x="6557" y="3640"/>
                      <a:pt x="6495" y="3877"/>
                    </a:cubicBezTo>
                    <a:cubicBezTo>
                      <a:pt x="6428" y="4114"/>
                      <a:pt x="6332" y="4346"/>
                      <a:pt x="6247" y="4578"/>
                    </a:cubicBezTo>
                    <a:cubicBezTo>
                      <a:pt x="6083" y="4995"/>
                      <a:pt x="5908" y="5408"/>
                      <a:pt x="5722" y="5814"/>
                    </a:cubicBezTo>
                    <a:cubicBezTo>
                      <a:pt x="5405" y="6475"/>
                      <a:pt x="5050" y="7119"/>
                      <a:pt x="4637" y="7723"/>
                    </a:cubicBezTo>
                    <a:cubicBezTo>
                      <a:pt x="4338" y="8164"/>
                      <a:pt x="4010" y="8582"/>
                      <a:pt x="3643" y="8966"/>
                    </a:cubicBezTo>
                    <a:cubicBezTo>
                      <a:pt x="3508" y="9107"/>
                      <a:pt x="3367" y="9248"/>
                      <a:pt x="3220" y="9378"/>
                    </a:cubicBezTo>
                    <a:cubicBezTo>
                      <a:pt x="3158" y="9434"/>
                      <a:pt x="3096" y="9485"/>
                      <a:pt x="3028" y="9542"/>
                    </a:cubicBezTo>
                    <a:cubicBezTo>
                      <a:pt x="3000" y="9564"/>
                      <a:pt x="2971" y="9587"/>
                      <a:pt x="2943" y="9609"/>
                    </a:cubicBezTo>
                    <a:cubicBezTo>
                      <a:pt x="2904" y="9643"/>
                      <a:pt x="2921" y="9626"/>
                      <a:pt x="2881" y="9660"/>
                    </a:cubicBezTo>
                    <a:cubicBezTo>
                      <a:pt x="2728" y="9773"/>
                      <a:pt x="2576" y="9875"/>
                      <a:pt x="2412" y="9965"/>
                    </a:cubicBezTo>
                    <a:cubicBezTo>
                      <a:pt x="1752" y="10327"/>
                      <a:pt x="1209" y="10886"/>
                      <a:pt x="837" y="11535"/>
                    </a:cubicBezTo>
                    <a:cubicBezTo>
                      <a:pt x="46" y="12896"/>
                      <a:pt x="1" y="14635"/>
                      <a:pt x="701" y="16047"/>
                    </a:cubicBezTo>
                    <a:cubicBezTo>
                      <a:pt x="1322" y="17312"/>
                      <a:pt x="2553" y="18250"/>
                      <a:pt x="3982" y="18340"/>
                    </a:cubicBezTo>
                    <a:cubicBezTo>
                      <a:pt x="4041" y="18343"/>
                      <a:pt x="4100" y="18345"/>
                      <a:pt x="4158" y="18345"/>
                    </a:cubicBezTo>
                    <a:cubicBezTo>
                      <a:pt x="4295" y="18345"/>
                      <a:pt x="4429" y="18337"/>
                      <a:pt x="4564" y="18324"/>
                    </a:cubicBezTo>
                    <a:lnTo>
                      <a:pt x="4564" y="18324"/>
                    </a:lnTo>
                    <a:cubicBezTo>
                      <a:pt x="4584" y="18338"/>
                      <a:pt x="4608" y="18346"/>
                      <a:pt x="4637" y="18346"/>
                    </a:cubicBezTo>
                    <a:lnTo>
                      <a:pt x="13137" y="18346"/>
                    </a:lnTo>
                    <a:cubicBezTo>
                      <a:pt x="13428" y="18346"/>
                      <a:pt x="13723" y="18352"/>
                      <a:pt x="14018" y="18352"/>
                    </a:cubicBezTo>
                    <a:cubicBezTo>
                      <a:pt x="14609" y="18352"/>
                      <a:pt x="15200" y="18327"/>
                      <a:pt x="15768" y="18176"/>
                    </a:cubicBezTo>
                    <a:cubicBezTo>
                      <a:pt x="16717" y="17917"/>
                      <a:pt x="17530" y="17312"/>
                      <a:pt x="17993" y="16437"/>
                    </a:cubicBezTo>
                    <a:cubicBezTo>
                      <a:pt x="18140" y="16160"/>
                      <a:pt x="18247" y="15867"/>
                      <a:pt x="18321" y="15562"/>
                    </a:cubicBezTo>
                    <a:cubicBezTo>
                      <a:pt x="18343" y="15477"/>
                      <a:pt x="18360" y="15392"/>
                      <a:pt x="18372" y="15302"/>
                    </a:cubicBezTo>
                    <a:cubicBezTo>
                      <a:pt x="18383" y="15228"/>
                      <a:pt x="18394" y="15183"/>
                      <a:pt x="18411" y="15132"/>
                    </a:cubicBezTo>
                    <a:cubicBezTo>
                      <a:pt x="18778" y="13867"/>
                      <a:pt x="18259" y="12569"/>
                      <a:pt x="17525" y="11546"/>
                    </a:cubicBezTo>
                    <a:cubicBezTo>
                      <a:pt x="17056" y="10880"/>
                      <a:pt x="16491" y="10287"/>
                      <a:pt x="15864" y="9767"/>
                    </a:cubicBezTo>
                    <a:cubicBezTo>
                      <a:pt x="15604" y="9553"/>
                      <a:pt x="15395" y="9254"/>
                      <a:pt x="15294" y="8932"/>
                    </a:cubicBezTo>
                    <a:cubicBezTo>
                      <a:pt x="15113" y="8378"/>
                      <a:pt x="15232" y="7605"/>
                      <a:pt x="15813" y="7339"/>
                    </a:cubicBezTo>
                    <a:cubicBezTo>
                      <a:pt x="15887" y="7305"/>
                      <a:pt x="15966" y="7283"/>
                      <a:pt x="16045" y="7266"/>
                    </a:cubicBezTo>
                    <a:cubicBezTo>
                      <a:pt x="16062" y="7260"/>
                      <a:pt x="16084" y="7260"/>
                      <a:pt x="16101" y="7254"/>
                    </a:cubicBezTo>
                    <a:cubicBezTo>
                      <a:pt x="16109" y="7253"/>
                      <a:pt x="16112" y="7253"/>
                      <a:pt x="16113" y="7253"/>
                    </a:cubicBezTo>
                    <a:cubicBezTo>
                      <a:pt x="16116" y="7253"/>
                      <a:pt x="16103" y="7256"/>
                      <a:pt x="16107" y="7256"/>
                    </a:cubicBezTo>
                    <a:cubicBezTo>
                      <a:pt x="16108" y="7256"/>
                      <a:pt x="16111" y="7256"/>
                      <a:pt x="16118" y="7254"/>
                    </a:cubicBezTo>
                    <a:cubicBezTo>
                      <a:pt x="16158" y="7249"/>
                      <a:pt x="16192" y="7249"/>
                      <a:pt x="16231" y="7249"/>
                    </a:cubicBezTo>
                    <a:cubicBezTo>
                      <a:pt x="16232" y="7249"/>
                      <a:pt x="16232" y="7249"/>
                      <a:pt x="16233" y="7249"/>
                    </a:cubicBezTo>
                    <a:lnTo>
                      <a:pt x="16233" y="7249"/>
                    </a:lnTo>
                    <a:cubicBezTo>
                      <a:pt x="17514" y="7192"/>
                      <a:pt x="18824" y="6819"/>
                      <a:pt x="19733" y="5859"/>
                    </a:cubicBezTo>
                    <a:cubicBezTo>
                      <a:pt x="20213" y="5357"/>
                      <a:pt x="20580" y="4736"/>
                      <a:pt x="20760" y="4058"/>
                    </a:cubicBezTo>
                    <a:cubicBezTo>
                      <a:pt x="20907" y="3499"/>
                      <a:pt x="20919" y="2917"/>
                      <a:pt x="20828" y="2347"/>
                    </a:cubicBezTo>
                    <a:cubicBezTo>
                      <a:pt x="20767" y="1986"/>
                      <a:pt x="20663" y="1635"/>
                      <a:pt x="20529" y="1298"/>
                    </a:cubicBezTo>
                    <a:lnTo>
                      <a:pt x="20529" y="1298"/>
                    </a:lnTo>
                    <a:cubicBezTo>
                      <a:pt x="21237" y="1835"/>
                      <a:pt x="21783" y="2567"/>
                      <a:pt x="22093" y="3409"/>
                    </a:cubicBezTo>
                    <a:cubicBezTo>
                      <a:pt x="22274" y="3900"/>
                      <a:pt x="22364" y="4431"/>
                      <a:pt x="22364" y="4956"/>
                    </a:cubicBezTo>
                    <a:cubicBezTo>
                      <a:pt x="22364" y="5159"/>
                      <a:pt x="22364" y="5363"/>
                      <a:pt x="22364" y="5560"/>
                    </a:cubicBezTo>
                    <a:lnTo>
                      <a:pt x="22364" y="6260"/>
                    </a:lnTo>
                    <a:cubicBezTo>
                      <a:pt x="22364" y="6342"/>
                      <a:pt x="22445" y="6402"/>
                      <a:pt x="22521" y="6402"/>
                    </a:cubicBezTo>
                    <a:cubicBezTo>
                      <a:pt x="22565" y="6402"/>
                      <a:pt x="22607" y="6382"/>
                      <a:pt x="22630" y="6334"/>
                    </a:cubicBezTo>
                    <a:cubicBezTo>
                      <a:pt x="23031" y="5425"/>
                      <a:pt x="23358" y="4442"/>
                      <a:pt x="23341" y="3442"/>
                    </a:cubicBezTo>
                    <a:cubicBezTo>
                      <a:pt x="23324" y="2782"/>
                      <a:pt x="23144" y="2121"/>
                      <a:pt x="22743" y="1584"/>
                    </a:cubicBezTo>
                    <a:cubicBezTo>
                      <a:pt x="22404" y="1138"/>
                      <a:pt x="21952" y="794"/>
                      <a:pt x="21449" y="545"/>
                    </a:cubicBezTo>
                    <a:cubicBezTo>
                      <a:pt x="21020" y="342"/>
                      <a:pt x="20563" y="195"/>
                      <a:pt x="20094" y="105"/>
                    </a:cubicBezTo>
                    <a:cubicBezTo>
                      <a:pt x="19840" y="54"/>
                      <a:pt x="19563" y="9"/>
                      <a:pt x="19298" y="3"/>
                    </a:cubicBezTo>
                    <a:lnTo>
                      <a:pt x="19275" y="3"/>
                    </a:lnTo>
                    <a:cubicBezTo>
                      <a:pt x="19236" y="1"/>
                      <a:pt x="19196" y="1"/>
                      <a:pt x="19155"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81" name="Google Shape;2081;p68"/>
              <p:cNvSpPr/>
              <p:nvPr/>
            </p:nvSpPr>
            <p:spPr>
              <a:xfrm>
                <a:off x="4769675" y="3210750"/>
                <a:ext cx="8075" cy="10675"/>
              </a:xfrm>
              <a:custGeom>
                <a:avLst/>
                <a:gdLst/>
                <a:ahLst/>
                <a:cxnLst/>
                <a:rect l="l" t="t" r="r" b="b"/>
                <a:pathLst>
                  <a:path w="323" h="427" extrusionOk="0">
                    <a:moveTo>
                      <a:pt x="136" y="1"/>
                    </a:moveTo>
                    <a:cubicBezTo>
                      <a:pt x="126" y="1"/>
                      <a:pt x="117" y="2"/>
                      <a:pt x="108" y="5"/>
                    </a:cubicBezTo>
                    <a:cubicBezTo>
                      <a:pt x="97" y="10"/>
                      <a:pt x="86" y="16"/>
                      <a:pt x="74" y="22"/>
                    </a:cubicBezTo>
                    <a:cubicBezTo>
                      <a:pt x="52" y="33"/>
                      <a:pt x="35" y="50"/>
                      <a:pt x="23" y="73"/>
                    </a:cubicBezTo>
                    <a:lnTo>
                      <a:pt x="6" y="106"/>
                    </a:lnTo>
                    <a:cubicBezTo>
                      <a:pt x="1" y="129"/>
                      <a:pt x="1" y="157"/>
                      <a:pt x="6" y="180"/>
                    </a:cubicBezTo>
                    <a:cubicBezTo>
                      <a:pt x="23" y="231"/>
                      <a:pt x="35" y="276"/>
                      <a:pt x="40" y="321"/>
                    </a:cubicBezTo>
                    <a:cubicBezTo>
                      <a:pt x="46" y="344"/>
                      <a:pt x="57" y="361"/>
                      <a:pt x="69" y="372"/>
                    </a:cubicBezTo>
                    <a:cubicBezTo>
                      <a:pt x="80" y="389"/>
                      <a:pt x="91" y="400"/>
                      <a:pt x="108" y="406"/>
                    </a:cubicBezTo>
                    <a:cubicBezTo>
                      <a:pt x="125" y="417"/>
                      <a:pt x="142" y="423"/>
                      <a:pt x="159" y="423"/>
                    </a:cubicBezTo>
                    <a:cubicBezTo>
                      <a:pt x="170" y="425"/>
                      <a:pt x="180" y="427"/>
                      <a:pt x="189" y="427"/>
                    </a:cubicBezTo>
                    <a:cubicBezTo>
                      <a:pt x="198" y="427"/>
                      <a:pt x="207" y="425"/>
                      <a:pt x="215" y="423"/>
                    </a:cubicBezTo>
                    <a:cubicBezTo>
                      <a:pt x="227" y="417"/>
                      <a:pt x="238" y="411"/>
                      <a:pt x="249" y="406"/>
                    </a:cubicBezTo>
                    <a:cubicBezTo>
                      <a:pt x="272" y="394"/>
                      <a:pt x="289" y="377"/>
                      <a:pt x="300" y="355"/>
                    </a:cubicBezTo>
                    <a:lnTo>
                      <a:pt x="317" y="321"/>
                    </a:lnTo>
                    <a:cubicBezTo>
                      <a:pt x="323" y="298"/>
                      <a:pt x="323" y="276"/>
                      <a:pt x="317" y="248"/>
                    </a:cubicBezTo>
                    <a:cubicBezTo>
                      <a:pt x="306" y="202"/>
                      <a:pt x="294" y="152"/>
                      <a:pt x="283" y="106"/>
                    </a:cubicBezTo>
                    <a:cubicBezTo>
                      <a:pt x="278" y="89"/>
                      <a:pt x="266" y="73"/>
                      <a:pt x="255" y="56"/>
                    </a:cubicBezTo>
                    <a:cubicBezTo>
                      <a:pt x="244" y="44"/>
                      <a:pt x="232" y="33"/>
                      <a:pt x="215" y="22"/>
                    </a:cubicBezTo>
                    <a:cubicBezTo>
                      <a:pt x="198" y="10"/>
                      <a:pt x="182" y="5"/>
                      <a:pt x="165" y="5"/>
                    </a:cubicBezTo>
                    <a:cubicBezTo>
                      <a:pt x="156" y="2"/>
                      <a:pt x="146" y="1"/>
                      <a:pt x="136"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82" name="Google Shape;2082;p68"/>
              <p:cNvSpPr/>
              <p:nvPr/>
            </p:nvSpPr>
            <p:spPr>
              <a:xfrm>
                <a:off x="4772800" y="3228450"/>
                <a:ext cx="7500" cy="9950"/>
              </a:xfrm>
              <a:custGeom>
                <a:avLst/>
                <a:gdLst/>
                <a:ahLst/>
                <a:cxnLst/>
                <a:rect l="l" t="t" r="r" b="b"/>
                <a:pathLst>
                  <a:path w="300" h="398" extrusionOk="0">
                    <a:moveTo>
                      <a:pt x="158" y="0"/>
                    </a:moveTo>
                    <a:cubicBezTo>
                      <a:pt x="153" y="0"/>
                      <a:pt x="147" y="1"/>
                      <a:pt x="141" y="3"/>
                    </a:cubicBezTo>
                    <a:lnTo>
                      <a:pt x="107" y="3"/>
                    </a:lnTo>
                    <a:cubicBezTo>
                      <a:pt x="85" y="14"/>
                      <a:pt x="62" y="25"/>
                      <a:pt x="45" y="42"/>
                    </a:cubicBezTo>
                    <a:cubicBezTo>
                      <a:pt x="34" y="53"/>
                      <a:pt x="28" y="59"/>
                      <a:pt x="23" y="70"/>
                    </a:cubicBezTo>
                    <a:cubicBezTo>
                      <a:pt x="11" y="93"/>
                      <a:pt x="0" y="116"/>
                      <a:pt x="0" y="144"/>
                    </a:cubicBezTo>
                    <a:cubicBezTo>
                      <a:pt x="6" y="178"/>
                      <a:pt x="11" y="217"/>
                      <a:pt x="17" y="257"/>
                    </a:cubicBezTo>
                    <a:cubicBezTo>
                      <a:pt x="11" y="274"/>
                      <a:pt x="17" y="296"/>
                      <a:pt x="28" y="313"/>
                    </a:cubicBezTo>
                    <a:cubicBezTo>
                      <a:pt x="34" y="330"/>
                      <a:pt x="40" y="342"/>
                      <a:pt x="57" y="358"/>
                    </a:cubicBezTo>
                    <a:cubicBezTo>
                      <a:pt x="68" y="370"/>
                      <a:pt x="85" y="381"/>
                      <a:pt x="102" y="387"/>
                    </a:cubicBezTo>
                    <a:cubicBezTo>
                      <a:pt x="119" y="392"/>
                      <a:pt x="136" y="398"/>
                      <a:pt x="158" y="398"/>
                    </a:cubicBezTo>
                    <a:lnTo>
                      <a:pt x="192" y="392"/>
                    </a:lnTo>
                    <a:cubicBezTo>
                      <a:pt x="215" y="387"/>
                      <a:pt x="237" y="375"/>
                      <a:pt x="254" y="358"/>
                    </a:cubicBezTo>
                    <a:cubicBezTo>
                      <a:pt x="266" y="347"/>
                      <a:pt x="271" y="336"/>
                      <a:pt x="277" y="330"/>
                    </a:cubicBezTo>
                    <a:cubicBezTo>
                      <a:pt x="288" y="308"/>
                      <a:pt x="299" y="285"/>
                      <a:pt x="299" y="257"/>
                    </a:cubicBezTo>
                    <a:cubicBezTo>
                      <a:pt x="294" y="217"/>
                      <a:pt x="288" y="178"/>
                      <a:pt x="282" y="144"/>
                    </a:cubicBezTo>
                    <a:cubicBezTo>
                      <a:pt x="288" y="121"/>
                      <a:pt x="282" y="104"/>
                      <a:pt x="271" y="87"/>
                    </a:cubicBezTo>
                    <a:cubicBezTo>
                      <a:pt x="266" y="70"/>
                      <a:pt x="260" y="53"/>
                      <a:pt x="243" y="42"/>
                    </a:cubicBezTo>
                    <a:cubicBezTo>
                      <a:pt x="232" y="25"/>
                      <a:pt x="215" y="20"/>
                      <a:pt x="198" y="14"/>
                    </a:cubicBezTo>
                    <a:cubicBezTo>
                      <a:pt x="185" y="6"/>
                      <a:pt x="173" y="0"/>
                      <a:pt x="158"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83" name="Google Shape;2083;p68"/>
              <p:cNvSpPr/>
              <p:nvPr/>
            </p:nvSpPr>
            <p:spPr>
              <a:xfrm>
                <a:off x="4771525" y="3219375"/>
                <a:ext cx="7775" cy="10425"/>
              </a:xfrm>
              <a:custGeom>
                <a:avLst/>
                <a:gdLst/>
                <a:ahLst/>
                <a:cxnLst/>
                <a:rect l="l" t="t" r="r" b="b"/>
                <a:pathLst>
                  <a:path w="311" h="417" extrusionOk="0">
                    <a:moveTo>
                      <a:pt x="136" y="0"/>
                    </a:moveTo>
                    <a:cubicBezTo>
                      <a:pt x="126" y="0"/>
                      <a:pt x="116" y="1"/>
                      <a:pt x="108" y="4"/>
                    </a:cubicBezTo>
                    <a:cubicBezTo>
                      <a:pt x="96" y="10"/>
                      <a:pt x="85" y="16"/>
                      <a:pt x="74" y="21"/>
                    </a:cubicBezTo>
                    <a:cubicBezTo>
                      <a:pt x="51" y="32"/>
                      <a:pt x="34" y="49"/>
                      <a:pt x="23" y="72"/>
                    </a:cubicBezTo>
                    <a:lnTo>
                      <a:pt x="12" y="106"/>
                    </a:lnTo>
                    <a:cubicBezTo>
                      <a:pt x="0" y="128"/>
                      <a:pt x="0" y="151"/>
                      <a:pt x="12" y="179"/>
                    </a:cubicBezTo>
                    <a:cubicBezTo>
                      <a:pt x="17" y="224"/>
                      <a:pt x="23" y="270"/>
                      <a:pt x="34" y="315"/>
                    </a:cubicBezTo>
                    <a:cubicBezTo>
                      <a:pt x="34" y="332"/>
                      <a:pt x="45" y="349"/>
                      <a:pt x="57" y="360"/>
                    </a:cubicBezTo>
                    <a:cubicBezTo>
                      <a:pt x="68" y="377"/>
                      <a:pt x="79" y="388"/>
                      <a:pt x="96" y="400"/>
                    </a:cubicBezTo>
                    <a:cubicBezTo>
                      <a:pt x="113" y="411"/>
                      <a:pt x="130" y="416"/>
                      <a:pt x="147" y="416"/>
                    </a:cubicBezTo>
                    <a:cubicBezTo>
                      <a:pt x="170" y="416"/>
                      <a:pt x="187" y="416"/>
                      <a:pt x="204" y="411"/>
                    </a:cubicBezTo>
                    <a:cubicBezTo>
                      <a:pt x="215" y="405"/>
                      <a:pt x="226" y="405"/>
                      <a:pt x="237" y="400"/>
                    </a:cubicBezTo>
                    <a:cubicBezTo>
                      <a:pt x="260" y="388"/>
                      <a:pt x="277" y="371"/>
                      <a:pt x="288" y="349"/>
                    </a:cubicBezTo>
                    <a:lnTo>
                      <a:pt x="305" y="315"/>
                    </a:lnTo>
                    <a:cubicBezTo>
                      <a:pt x="311" y="287"/>
                      <a:pt x="311" y="264"/>
                      <a:pt x="305" y="236"/>
                    </a:cubicBezTo>
                    <a:cubicBezTo>
                      <a:pt x="300" y="191"/>
                      <a:pt x="288" y="145"/>
                      <a:pt x="283" y="106"/>
                    </a:cubicBezTo>
                    <a:cubicBezTo>
                      <a:pt x="277" y="83"/>
                      <a:pt x="266" y="66"/>
                      <a:pt x="254" y="55"/>
                    </a:cubicBezTo>
                    <a:cubicBezTo>
                      <a:pt x="243" y="38"/>
                      <a:pt x="232" y="27"/>
                      <a:pt x="215" y="21"/>
                    </a:cubicBezTo>
                    <a:cubicBezTo>
                      <a:pt x="198" y="10"/>
                      <a:pt x="181" y="4"/>
                      <a:pt x="164" y="4"/>
                    </a:cubicBezTo>
                    <a:cubicBezTo>
                      <a:pt x="156" y="1"/>
                      <a:pt x="146" y="0"/>
                      <a:pt x="136"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84" name="Google Shape;2084;p68"/>
              <p:cNvSpPr/>
              <p:nvPr/>
            </p:nvSpPr>
            <p:spPr>
              <a:xfrm>
                <a:off x="4754425" y="3175975"/>
                <a:ext cx="10200" cy="11850"/>
              </a:xfrm>
              <a:custGeom>
                <a:avLst/>
                <a:gdLst/>
                <a:ahLst/>
                <a:cxnLst/>
                <a:rect l="l" t="t" r="r" b="b"/>
                <a:pathLst>
                  <a:path w="408" h="474" extrusionOk="0">
                    <a:moveTo>
                      <a:pt x="125" y="1"/>
                    </a:moveTo>
                    <a:cubicBezTo>
                      <a:pt x="108" y="7"/>
                      <a:pt x="86" y="12"/>
                      <a:pt x="74" y="18"/>
                    </a:cubicBezTo>
                    <a:cubicBezTo>
                      <a:pt x="40" y="40"/>
                      <a:pt x="18" y="69"/>
                      <a:pt x="7" y="103"/>
                    </a:cubicBezTo>
                    <a:cubicBezTo>
                      <a:pt x="1" y="142"/>
                      <a:pt x="1" y="182"/>
                      <a:pt x="24" y="215"/>
                    </a:cubicBezTo>
                    <a:cubicBezTo>
                      <a:pt x="63" y="278"/>
                      <a:pt x="103" y="340"/>
                      <a:pt x="142" y="402"/>
                    </a:cubicBezTo>
                    <a:cubicBezTo>
                      <a:pt x="159" y="436"/>
                      <a:pt x="187" y="458"/>
                      <a:pt x="227" y="470"/>
                    </a:cubicBezTo>
                    <a:cubicBezTo>
                      <a:pt x="235" y="472"/>
                      <a:pt x="244" y="474"/>
                      <a:pt x="252" y="474"/>
                    </a:cubicBezTo>
                    <a:cubicBezTo>
                      <a:pt x="261" y="474"/>
                      <a:pt x="269" y="472"/>
                      <a:pt x="278" y="470"/>
                    </a:cubicBezTo>
                    <a:cubicBezTo>
                      <a:pt x="300" y="470"/>
                      <a:pt x="317" y="464"/>
                      <a:pt x="334" y="453"/>
                    </a:cubicBezTo>
                    <a:cubicBezTo>
                      <a:pt x="362" y="436"/>
                      <a:pt x="391" y="407"/>
                      <a:pt x="396" y="368"/>
                    </a:cubicBezTo>
                    <a:cubicBezTo>
                      <a:pt x="408" y="334"/>
                      <a:pt x="402" y="295"/>
                      <a:pt x="385" y="261"/>
                    </a:cubicBezTo>
                    <a:cubicBezTo>
                      <a:pt x="345" y="199"/>
                      <a:pt x="306" y="131"/>
                      <a:pt x="266" y="69"/>
                    </a:cubicBezTo>
                    <a:cubicBezTo>
                      <a:pt x="244" y="40"/>
                      <a:pt x="216" y="18"/>
                      <a:pt x="182" y="7"/>
                    </a:cubicBezTo>
                    <a:cubicBezTo>
                      <a:pt x="159" y="1"/>
                      <a:pt x="142" y="1"/>
                      <a:pt x="125"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85" name="Google Shape;2085;p68"/>
              <p:cNvSpPr/>
              <p:nvPr/>
            </p:nvSpPr>
            <p:spPr>
              <a:xfrm>
                <a:off x="4758100" y="3182850"/>
                <a:ext cx="11900" cy="15625"/>
              </a:xfrm>
              <a:custGeom>
                <a:avLst/>
                <a:gdLst/>
                <a:ahLst/>
                <a:cxnLst/>
                <a:rect l="l" t="t" r="r" b="b"/>
                <a:pathLst>
                  <a:path w="476" h="625" extrusionOk="0">
                    <a:moveTo>
                      <a:pt x="161" y="0"/>
                    </a:moveTo>
                    <a:cubicBezTo>
                      <a:pt x="136" y="0"/>
                      <a:pt x="112" y="6"/>
                      <a:pt x="91" y="20"/>
                    </a:cubicBezTo>
                    <a:cubicBezTo>
                      <a:pt x="23" y="59"/>
                      <a:pt x="1" y="144"/>
                      <a:pt x="40" y="212"/>
                    </a:cubicBezTo>
                    <a:cubicBezTo>
                      <a:pt x="102" y="324"/>
                      <a:pt x="159" y="437"/>
                      <a:pt x="210" y="556"/>
                    </a:cubicBezTo>
                    <a:cubicBezTo>
                      <a:pt x="227" y="584"/>
                      <a:pt x="266" y="612"/>
                      <a:pt x="294" y="618"/>
                    </a:cubicBezTo>
                    <a:cubicBezTo>
                      <a:pt x="306" y="622"/>
                      <a:pt x="320" y="624"/>
                      <a:pt x="334" y="624"/>
                    </a:cubicBezTo>
                    <a:cubicBezTo>
                      <a:pt x="359" y="624"/>
                      <a:pt x="385" y="618"/>
                      <a:pt x="407" y="607"/>
                    </a:cubicBezTo>
                    <a:cubicBezTo>
                      <a:pt x="436" y="584"/>
                      <a:pt x="464" y="556"/>
                      <a:pt x="469" y="522"/>
                    </a:cubicBezTo>
                    <a:lnTo>
                      <a:pt x="475" y="483"/>
                    </a:lnTo>
                    <a:cubicBezTo>
                      <a:pt x="475" y="460"/>
                      <a:pt x="469" y="437"/>
                      <a:pt x="458" y="415"/>
                    </a:cubicBezTo>
                    <a:cubicBezTo>
                      <a:pt x="402" y="296"/>
                      <a:pt x="345" y="183"/>
                      <a:pt x="283" y="70"/>
                    </a:cubicBezTo>
                    <a:cubicBezTo>
                      <a:pt x="261" y="25"/>
                      <a:pt x="210" y="0"/>
                      <a:pt x="161"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86" name="Google Shape;2086;p68"/>
              <p:cNvSpPr/>
              <p:nvPr/>
            </p:nvSpPr>
            <p:spPr>
              <a:xfrm>
                <a:off x="4749775" y="3169350"/>
                <a:ext cx="10625" cy="11750"/>
              </a:xfrm>
              <a:custGeom>
                <a:avLst/>
                <a:gdLst/>
                <a:ahLst/>
                <a:cxnLst/>
                <a:rect l="l" t="t" r="r" b="b"/>
                <a:pathLst>
                  <a:path w="425" h="470" extrusionOk="0">
                    <a:moveTo>
                      <a:pt x="125" y="0"/>
                    </a:moveTo>
                    <a:cubicBezTo>
                      <a:pt x="108" y="0"/>
                      <a:pt x="91" y="6"/>
                      <a:pt x="74" y="17"/>
                    </a:cubicBezTo>
                    <a:cubicBezTo>
                      <a:pt x="40" y="40"/>
                      <a:pt x="18" y="68"/>
                      <a:pt x="6" y="102"/>
                    </a:cubicBezTo>
                    <a:cubicBezTo>
                      <a:pt x="6" y="113"/>
                      <a:pt x="6" y="130"/>
                      <a:pt x="1" y="142"/>
                    </a:cubicBezTo>
                    <a:cubicBezTo>
                      <a:pt x="1" y="164"/>
                      <a:pt x="6" y="192"/>
                      <a:pt x="23" y="209"/>
                    </a:cubicBezTo>
                    <a:cubicBezTo>
                      <a:pt x="68" y="272"/>
                      <a:pt x="114" y="334"/>
                      <a:pt x="159" y="401"/>
                    </a:cubicBezTo>
                    <a:cubicBezTo>
                      <a:pt x="164" y="418"/>
                      <a:pt x="176" y="430"/>
                      <a:pt x="193" y="441"/>
                    </a:cubicBezTo>
                    <a:cubicBezTo>
                      <a:pt x="204" y="452"/>
                      <a:pt x="221" y="458"/>
                      <a:pt x="238" y="464"/>
                    </a:cubicBezTo>
                    <a:cubicBezTo>
                      <a:pt x="260" y="469"/>
                      <a:pt x="277" y="469"/>
                      <a:pt x="294" y="469"/>
                    </a:cubicBezTo>
                    <a:cubicBezTo>
                      <a:pt x="317" y="464"/>
                      <a:pt x="334" y="464"/>
                      <a:pt x="351" y="452"/>
                    </a:cubicBezTo>
                    <a:cubicBezTo>
                      <a:pt x="379" y="430"/>
                      <a:pt x="407" y="401"/>
                      <a:pt x="413" y="368"/>
                    </a:cubicBezTo>
                    <a:cubicBezTo>
                      <a:pt x="424" y="328"/>
                      <a:pt x="418" y="288"/>
                      <a:pt x="402" y="255"/>
                    </a:cubicBezTo>
                    <a:cubicBezTo>
                      <a:pt x="356" y="192"/>
                      <a:pt x="311" y="130"/>
                      <a:pt x="266" y="68"/>
                    </a:cubicBezTo>
                    <a:cubicBezTo>
                      <a:pt x="255" y="51"/>
                      <a:pt x="243" y="40"/>
                      <a:pt x="226" y="29"/>
                    </a:cubicBezTo>
                    <a:cubicBezTo>
                      <a:pt x="215" y="17"/>
                      <a:pt x="198" y="12"/>
                      <a:pt x="181" y="6"/>
                    </a:cubicBezTo>
                    <a:cubicBezTo>
                      <a:pt x="164" y="0"/>
                      <a:pt x="142" y="0"/>
                      <a:pt x="125"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87" name="Google Shape;2087;p68"/>
              <p:cNvSpPr/>
              <p:nvPr/>
            </p:nvSpPr>
            <p:spPr>
              <a:xfrm>
                <a:off x="4744700" y="3163000"/>
                <a:ext cx="11025" cy="11875"/>
              </a:xfrm>
              <a:custGeom>
                <a:avLst/>
                <a:gdLst/>
                <a:ahLst/>
                <a:cxnLst/>
                <a:rect l="l" t="t" r="r" b="b"/>
                <a:pathLst>
                  <a:path w="441" h="475" extrusionOk="0">
                    <a:moveTo>
                      <a:pt x="141" y="0"/>
                    </a:moveTo>
                    <a:cubicBezTo>
                      <a:pt x="124" y="0"/>
                      <a:pt x="108" y="6"/>
                      <a:pt x="91" y="12"/>
                    </a:cubicBezTo>
                    <a:cubicBezTo>
                      <a:pt x="68" y="17"/>
                      <a:pt x="57" y="29"/>
                      <a:pt x="45" y="40"/>
                    </a:cubicBezTo>
                    <a:cubicBezTo>
                      <a:pt x="17" y="68"/>
                      <a:pt x="0" y="102"/>
                      <a:pt x="0" y="141"/>
                    </a:cubicBezTo>
                    <a:cubicBezTo>
                      <a:pt x="0" y="153"/>
                      <a:pt x="6" y="164"/>
                      <a:pt x="6" y="181"/>
                    </a:cubicBezTo>
                    <a:cubicBezTo>
                      <a:pt x="12" y="204"/>
                      <a:pt x="23" y="226"/>
                      <a:pt x="45" y="243"/>
                    </a:cubicBezTo>
                    <a:cubicBezTo>
                      <a:pt x="96" y="305"/>
                      <a:pt x="147" y="367"/>
                      <a:pt x="198" y="430"/>
                    </a:cubicBezTo>
                    <a:cubicBezTo>
                      <a:pt x="209" y="446"/>
                      <a:pt x="226" y="458"/>
                      <a:pt x="243" y="463"/>
                    </a:cubicBezTo>
                    <a:cubicBezTo>
                      <a:pt x="260" y="469"/>
                      <a:pt x="277" y="475"/>
                      <a:pt x="300" y="475"/>
                    </a:cubicBezTo>
                    <a:cubicBezTo>
                      <a:pt x="317" y="475"/>
                      <a:pt x="333" y="469"/>
                      <a:pt x="350" y="463"/>
                    </a:cubicBezTo>
                    <a:cubicBezTo>
                      <a:pt x="373" y="458"/>
                      <a:pt x="384" y="446"/>
                      <a:pt x="401" y="430"/>
                    </a:cubicBezTo>
                    <a:cubicBezTo>
                      <a:pt x="424" y="407"/>
                      <a:pt x="441" y="367"/>
                      <a:pt x="441" y="333"/>
                    </a:cubicBezTo>
                    <a:cubicBezTo>
                      <a:pt x="441" y="322"/>
                      <a:pt x="435" y="305"/>
                      <a:pt x="435" y="294"/>
                    </a:cubicBezTo>
                    <a:cubicBezTo>
                      <a:pt x="429" y="271"/>
                      <a:pt x="418" y="249"/>
                      <a:pt x="401" y="232"/>
                    </a:cubicBezTo>
                    <a:cubicBezTo>
                      <a:pt x="350" y="170"/>
                      <a:pt x="294" y="102"/>
                      <a:pt x="243" y="40"/>
                    </a:cubicBezTo>
                    <a:cubicBezTo>
                      <a:pt x="232" y="29"/>
                      <a:pt x="215" y="17"/>
                      <a:pt x="198" y="12"/>
                    </a:cubicBezTo>
                    <a:cubicBezTo>
                      <a:pt x="181" y="6"/>
                      <a:pt x="164" y="0"/>
                      <a:pt x="141"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88" name="Google Shape;2088;p68"/>
              <p:cNvSpPr/>
              <p:nvPr/>
            </p:nvSpPr>
            <p:spPr>
              <a:xfrm>
                <a:off x="4767150" y="3202550"/>
                <a:ext cx="8625" cy="10725"/>
              </a:xfrm>
              <a:custGeom>
                <a:avLst/>
                <a:gdLst/>
                <a:ahLst/>
                <a:cxnLst/>
                <a:rect l="l" t="t" r="r" b="b"/>
                <a:pathLst>
                  <a:path w="345" h="429" extrusionOk="0">
                    <a:moveTo>
                      <a:pt x="139" y="1"/>
                    </a:moveTo>
                    <a:cubicBezTo>
                      <a:pt x="130" y="1"/>
                      <a:pt x="122" y="2"/>
                      <a:pt x="113" y="5"/>
                    </a:cubicBezTo>
                    <a:cubicBezTo>
                      <a:pt x="102" y="11"/>
                      <a:pt x="91" y="16"/>
                      <a:pt x="79" y="22"/>
                    </a:cubicBezTo>
                    <a:cubicBezTo>
                      <a:pt x="57" y="33"/>
                      <a:pt x="40" y="50"/>
                      <a:pt x="28" y="73"/>
                    </a:cubicBezTo>
                    <a:cubicBezTo>
                      <a:pt x="11" y="107"/>
                      <a:pt x="0" y="146"/>
                      <a:pt x="11" y="180"/>
                    </a:cubicBezTo>
                    <a:cubicBezTo>
                      <a:pt x="28" y="231"/>
                      <a:pt x="45" y="276"/>
                      <a:pt x="57" y="327"/>
                    </a:cubicBezTo>
                    <a:cubicBezTo>
                      <a:pt x="62" y="344"/>
                      <a:pt x="74" y="361"/>
                      <a:pt x="85" y="372"/>
                    </a:cubicBezTo>
                    <a:cubicBezTo>
                      <a:pt x="96" y="389"/>
                      <a:pt x="107" y="401"/>
                      <a:pt x="124" y="412"/>
                    </a:cubicBezTo>
                    <a:cubicBezTo>
                      <a:pt x="141" y="423"/>
                      <a:pt x="158" y="429"/>
                      <a:pt x="175" y="429"/>
                    </a:cubicBezTo>
                    <a:cubicBezTo>
                      <a:pt x="192" y="429"/>
                      <a:pt x="215" y="429"/>
                      <a:pt x="232" y="423"/>
                    </a:cubicBezTo>
                    <a:cubicBezTo>
                      <a:pt x="243" y="417"/>
                      <a:pt x="254" y="417"/>
                      <a:pt x="266" y="412"/>
                    </a:cubicBezTo>
                    <a:cubicBezTo>
                      <a:pt x="288" y="401"/>
                      <a:pt x="305" y="384"/>
                      <a:pt x="316" y="361"/>
                    </a:cubicBezTo>
                    <a:cubicBezTo>
                      <a:pt x="333" y="327"/>
                      <a:pt x="345" y="288"/>
                      <a:pt x="333" y="248"/>
                    </a:cubicBezTo>
                    <a:cubicBezTo>
                      <a:pt x="316" y="203"/>
                      <a:pt x="299" y="152"/>
                      <a:pt x="288" y="107"/>
                    </a:cubicBezTo>
                    <a:cubicBezTo>
                      <a:pt x="283" y="84"/>
                      <a:pt x="271" y="73"/>
                      <a:pt x="260" y="56"/>
                    </a:cubicBezTo>
                    <a:cubicBezTo>
                      <a:pt x="249" y="39"/>
                      <a:pt x="237" y="28"/>
                      <a:pt x="220" y="22"/>
                    </a:cubicBezTo>
                    <a:cubicBezTo>
                      <a:pt x="203" y="11"/>
                      <a:pt x="187" y="5"/>
                      <a:pt x="170" y="5"/>
                    </a:cubicBezTo>
                    <a:cubicBezTo>
                      <a:pt x="158" y="2"/>
                      <a:pt x="148" y="1"/>
                      <a:pt x="139"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89" name="Google Shape;2089;p68"/>
              <p:cNvSpPr/>
              <p:nvPr/>
            </p:nvSpPr>
            <p:spPr>
              <a:xfrm>
                <a:off x="4764325" y="3194650"/>
                <a:ext cx="8625" cy="10825"/>
              </a:xfrm>
              <a:custGeom>
                <a:avLst/>
                <a:gdLst/>
                <a:ahLst/>
                <a:cxnLst/>
                <a:rect l="l" t="t" r="r" b="b"/>
                <a:pathLst>
                  <a:path w="345" h="433" extrusionOk="0">
                    <a:moveTo>
                      <a:pt x="136" y="1"/>
                    </a:moveTo>
                    <a:cubicBezTo>
                      <a:pt x="126" y="1"/>
                      <a:pt x="116" y="2"/>
                      <a:pt x="108" y="5"/>
                    </a:cubicBezTo>
                    <a:cubicBezTo>
                      <a:pt x="96" y="11"/>
                      <a:pt x="85" y="16"/>
                      <a:pt x="74" y="22"/>
                    </a:cubicBezTo>
                    <a:cubicBezTo>
                      <a:pt x="51" y="33"/>
                      <a:pt x="34" y="50"/>
                      <a:pt x="23" y="73"/>
                    </a:cubicBezTo>
                    <a:lnTo>
                      <a:pt x="6" y="107"/>
                    </a:lnTo>
                    <a:cubicBezTo>
                      <a:pt x="0" y="129"/>
                      <a:pt x="0" y="157"/>
                      <a:pt x="6" y="180"/>
                    </a:cubicBezTo>
                    <a:cubicBezTo>
                      <a:pt x="28" y="231"/>
                      <a:pt x="45" y="276"/>
                      <a:pt x="62" y="327"/>
                    </a:cubicBezTo>
                    <a:cubicBezTo>
                      <a:pt x="68" y="344"/>
                      <a:pt x="79" y="361"/>
                      <a:pt x="91" y="378"/>
                    </a:cubicBezTo>
                    <a:cubicBezTo>
                      <a:pt x="102" y="389"/>
                      <a:pt x="113" y="406"/>
                      <a:pt x="130" y="412"/>
                    </a:cubicBezTo>
                    <a:cubicBezTo>
                      <a:pt x="147" y="423"/>
                      <a:pt x="164" y="429"/>
                      <a:pt x="181" y="429"/>
                    </a:cubicBezTo>
                    <a:cubicBezTo>
                      <a:pt x="192" y="431"/>
                      <a:pt x="202" y="433"/>
                      <a:pt x="211" y="433"/>
                    </a:cubicBezTo>
                    <a:cubicBezTo>
                      <a:pt x="220" y="433"/>
                      <a:pt x="229" y="431"/>
                      <a:pt x="237" y="429"/>
                    </a:cubicBezTo>
                    <a:cubicBezTo>
                      <a:pt x="249" y="423"/>
                      <a:pt x="260" y="417"/>
                      <a:pt x="271" y="412"/>
                    </a:cubicBezTo>
                    <a:cubicBezTo>
                      <a:pt x="294" y="400"/>
                      <a:pt x="311" y="383"/>
                      <a:pt x="322" y="361"/>
                    </a:cubicBezTo>
                    <a:lnTo>
                      <a:pt x="339" y="327"/>
                    </a:lnTo>
                    <a:cubicBezTo>
                      <a:pt x="345" y="304"/>
                      <a:pt x="345" y="276"/>
                      <a:pt x="339" y="253"/>
                    </a:cubicBezTo>
                    <a:cubicBezTo>
                      <a:pt x="316" y="203"/>
                      <a:pt x="300" y="152"/>
                      <a:pt x="283" y="107"/>
                    </a:cubicBezTo>
                    <a:cubicBezTo>
                      <a:pt x="277" y="84"/>
                      <a:pt x="266" y="73"/>
                      <a:pt x="254" y="56"/>
                    </a:cubicBezTo>
                    <a:cubicBezTo>
                      <a:pt x="243" y="44"/>
                      <a:pt x="232" y="28"/>
                      <a:pt x="215" y="22"/>
                    </a:cubicBezTo>
                    <a:cubicBezTo>
                      <a:pt x="198" y="11"/>
                      <a:pt x="181" y="5"/>
                      <a:pt x="164" y="5"/>
                    </a:cubicBezTo>
                    <a:cubicBezTo>
                      <a:pt x="156" y="2"/>
                      <a:pt x="146" y="1"/>
                      <a:pt x="136"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90" name="Google Shape;2090;p68"/>
              <p:cNvSpPr/>
              <p:nvPr/>
            </p:nvSpPr>
            <p:spPr>
              <a:xfrm>
                <a:off x="4081975" y="3608550"/>
                <a:ext cx="999750" cy="705950"/>
              </a:xfrm>
              <a:custGeom>
                <a:avLst/>
                <a:gdLst/>
                <a:ahLst/>
                <a:cxnLst/>
                <a:rect l="l" t="t" r="r" b="b"/>
                <a:pathLst>
                  <a:path w="39990" h="28238" extrusionOk="0">
                    <a:moveTo>
                      <a:pt x="23780" y="300"/>
                    </a:moveTo>
                    <a:cubicBezTo>
                      <a:pt x="24485" y="893"/>
                      <a:pt x="25251" y="1417"/>
                      <a:pt x="26018" y="1910"/>
                    </a:cubicBezTo>
                    <a:cubicBezTo>
                      <a:pt x="26831" y="2430"/>
                      <a:pt x="27667" y="2915"/>
                      <a:pt x="28531" y="3344"/>
                    </a:cubicBezTo>
                    <a:cubicBezTo>
                      <a:pt x="29418" y="3785"/>
                      <a:pt x="30316" y="4186"/>
                      <a:pt x="31168" y="4694"/>
                    </a:cubicBezTo>
                    <a:cubicBezTo>
                      <a:pt x="33393" y="6021"/>
                      <a:pt x="35426" y="7840"/>
                      <a:pt x="36669" y="10138"/>
                    </a:cubicBezTo>
                    <a:cubicBezTo>
                      <a:pt x="36883" y="10527"/>
                      <a:pt x="37080" y="10916"/>
                      <a:pt x="37199" y="11338"/>
                    </a:cubicBezTo>
                    <a:lnTo>
                      <a:pt x="37199" y="11338"/>
                    </a:lnTo>
                    <a:cubicBezTo>
                      <a:pt x="37199" y="11339"/>
                      <a:pt x="37199" y="11340"/>
                      <a:pt x="37200" y="11341"/>
                    </a:cubicBezTo>
                    <a:cubicBezTo>
                      <a:pt x="37482" y="12290"/>
                      <a:pt x="37697" y="13261"/>
                      <a:pt x="37911" y="14227"/>
                    </a:cubicBezTo>
                    <a:cubicBezTo>
                      <a:pt x="38470" y="16813"/>
                      <a:pt x="38894" y="19434"/>
                      <a:pt x="39199" y="22060"/>
                    </a:cubicBezTo>
                    <a:cubicBezTo>
                      <a:pt x="39430" y="24018"/>
                      <a:pt x="39598" y="25986"/>
                      <a:pt x="39700" y="27955"/>
                    </a:cubicBezTo>
                    <a:lnTo>
                      <a:pt x="296" y="27955"/>
                    </a:lnTo>
                    <a:cubicBezTo>
                      <a:pt x="480" y="24417"/>
                      <a:pt x="867" y="20884"/>
                      <a:pt x="1469" y="17389"/>
                    </a:cubicBezTo>
                    <a:cubicBezTo>
                      <a:pt x="1796" y="15514"/>
                      <a:pt x="2175" y="13645"/>
                      <a:pt x="2661" y="11804"/>
                    </a:cubicBezTo>
                    <a:cubicBezTo>
                      <a:pt x="2836" y="11166"/>
                      <a:pt x="3067" y="10596"/>
                      <a:pt x="3395" y="10008"/>
                    </a:cubicBezTo>
                    <a:cubicBezTo>
                      <a:pt x="4569" y="7908"/>
                      <a:pt x="6399" y="6213"/>
                      <a:pt x="8421" y="4943"/>
                    </a:cubicBezTo>
                    <a:cubicBezTo>
                      <a:pt x="9189" y="4463"/>
                      <a:pt x="9985" y="4039"/>
                      <a:pt x="10804" y="3661"/>
                    </a:cubicBezTo>
                    <a:cubicBezTo>
                      <a:pt x="11662" y="3260"/>
                      <a:pt x="12498" y="2814"/>
                      <a:pt x="13306" y="2328"/>
                    </a:cubicBezTo>
                    <a:cubicBezTo>
                      <a:pt x="14294" y="1729"/>
                      <a:pt x="15248" y="1080"/>
                      <a:pt x="16146" y="357"/>
                    </a:cubicBezTo>
                    <a:cubicBezTo>
                      <a:pt x="16164" y="341"/>
                      <a:pt x="16182" y="327"/>
                      <a:pt x="16199" y="312"/>
                    </a:cubicBezTo>
                    <a:lnTo>
                      <a:pt x="16199" y="312"/>
                    </a:lnTo>
                    <a:cubicBezTo>
                      <a:pt x="16766" y="1161"/>
                      <a:pt x="17337" y="2004"/>
                      <a:pt x="17903" y="2853"/>
                    </a:cubicBezTo>
                    <a:cubicBezTo>
                      <a:pt x="17933" y="2900"/>
                      <a:pt x="17975" y="2921"/>
                      <a:pt x="18018" y="2921"/>
                    </a:cubicBezTo>
                    <a:cubicBezTo>
                      <a:pt x="18064" y="2921"/>
                      <a:pt x="18111" y="2897"/>
                      <a:pt x="18146" y="2853"/>
                    </a:cubicBezTo>
                    <a:lnTo>
                      <a:pt x="19981" y="437"/>
                    </a:lnTo>
                    <a:lnTo>
                      <a:pt x="19981" y="437"/>
                    </a:lnTo>
                    <a:cubicBezTo>
                      <a:pt x="20520" y="1244"/>
                      <a:pt x="21058" y="2046"/>
                      <a:pt x="21596" y="2853"/>
                    </a:cubicBezTo>
                    <a:cubicBezTo>
                      <a:pt x="21626" y="2900"/>
                      <a:pt x="21670" y="2921"/>
                      <a:pt x="21713" y="2921"/>
                    </a:cubicBezTo>
                    <a:cubicBezTo>
                      <a:pt x="21760" y="2921"/>
                      <a:pt x="21807" y="2897"/>
                      <a:pt x="21839" y="2853"/>
                    </a:cubicBezTo>
                    <a:cubicBezTo>
                      <a:pt x="22484" y="2000"/>
                      <a:pt x="23134" y="1153"/>
                      <a:pt x="23780" y="300"/>
                    </a:cubicBezTo>
                    <a:close/>
                    <a:moveTo>
                      <a:pt x="23761" y="0"/>
                    </a:moveTo>
                    <a:cubicBezTo>
                      <a:pt x="23742" y="0"/>
                      <a:pt x="23723" y="3"/>
                      <a:pt x="23703" y="7"/>
                    </a:cubicBezTo>
                    <a:cubicBezTo>
                      <a:pt x="23573" y="35"/>
                      <a:pt x="23460" y="255"/>
                      <a:pt x="23386" y="357"/>
                    </a:cubicBezTo>
                    <a:lnTo>
                      <a:pt x="22810" y="1114"/>
                    </a:lnTo>
                    <a:lnTo>
                      <a:pt x="21726" y="2542"/>
                    </a:lnTo>
                    <a:lnTo>
                      <a:pt x="21726" y="2542"/>
                    </a:lnTo>
                    <a:cubicBezTo>
                      <a:pt x="21187" y="1735"/>
                      <a:pt x="20649" y="928"/>
                      <a:pt x="20111" y="125"/>
                    </a:cubicBezTo>
                    <a:cubicBezTo>
                      <a:pt x="20081" y="79"/>
                      <a:pt x="20037" y="58"/>
                      <a:pt x="19994" y="58"/>
                    </a:cubicBezTo>
                    <a:cubicBezTo>
                      <a:pt x="19947" y="58"/>
                      <a:pt x="19900" y="82"/>
                      <a:pt x="19868" y="125"/>
                    </a:cubicBezTo>
                    <a:lnTo>
                      <a:pt x="18031" y="2543"/>
                    </a:lnTo>
                    <a:lnTo>
                      <a:pt x="18031" y="2543"/>
                    </a:lnTo>
                    <a:cubicBezTo>
                      <a:pt x="17545" y="1819"/>
                      <a:pt x="17063" y="1091"/>
                      <a:pt x="16581" y="368"/>
                    </a:cubicBezTo>
                    <a:cubicBezTo>
                      <a:pt x="16479" y="219"/>
                      <a:pt x="16373" y="5"/>
                      <a:pt x="16212" y="5"/>
                    </a:cubicBezTo>
                    <a:cubicBezTo>
                      <a:pt x="16161" y="5"/>
                      <a:pt x="16104" y="27"/>
                      <a:pt x="16039" y="80"/>
                    </a:cubicBezTo>
                    <a:cubicBezTo>
                      <a:pt x="15695" y="363"/>
                      <a:pt x="15339" y="628"/>
                      <a:pt x="14977" y="888"/>
                    </a:cubicBezTo>
                    <a:cubicBezTo>
                      <a:pt x="14266" y="1396"/>
                      <a:pt x="13532" y="1871"/>
                      <a:pt x="12775" y="2311"/>
                    </a:cubicBezTo>
                    <a:cubicBezTo>
                      <a:pt x="11821" y="2870"/>
                      <a:pt x="10821" y="3311"/>
                      <a:pt x="9838" y="3813"/>
                    </a:cubicBezTo>
                    <a:cubicBezTo>
                      <a:pt x="8223" y="4638"/>
                      <a:pt x="6704" y="5677"/>
                      <a:pt x="5411" y="6953"/>
                    </a:cubicBezTo>
                    <a:cubicBezTo>
                      <a:pt x="4558" y="7789"/>
                      <a:pt x="3796" y="8732"/>
                      <a:pt x="3203" y="9771"/>
                    </a:cubicBezTo>
                    <a:cubicBezTo>
                      <a:pt x="2937" y="10234"/>
                      <a:pt x="2689" y="10720"/>
                      <a:pt x="2531" y="11228"/>
                    </a:cubicBezTo>
                    <a:cubicBezTo>
                      <a:pt x="2135" y="12482"/>
                      <a:pt x="1876" y="13798"/>
                      <a:pt x="1616" y="15085"/>
                    </a:cubicBezTo>
                    <a:cubicBezTo>
                      <a:pt x="865" y="18801"/>
                      <a:pt x="373" y="22568"/>
                      <a:pt x="108" y="26346"/>
                    </a:cubicBezTo>
                    <a:cubicBezTo>
                      <a:pt x="68" y="26928"/>
                      <a:pt x="35" y="27515"/>
                      <a:pt x="6" y="28097"/>
                    </a:cubicBezTo>
                    <a:cubicBezTo>
                      <a:pt x="1" y="28176"/>
                      <a:pt x="74" y="28238"/>
                      <a:pt x="147" y="28238"/>
                    </a:cubicBezTo>
                    <a:lnTo>
                      <a:pt x="39848" y="28238"/>
                    </a:lnTo>
                    <a:cubicBezTo>
                      <a:pt x="39922" y="28238"/>
                      <a:pt x="39989" y="28176"/>
                      <a:pt x="39989" y="28097"/>
                    </a:cubicBezTo>
                    <a:cubicBezTo>
                      <a:pt x="39820" y="24737"/>
                      <a:pt x="39464" y="21382"/>
                      <a:pt x="38922" y="18056"/>
                    </a:cubicBezTo>
                    <a:cubicBezTo>
                      <a:pt x="38600" y="16096"/>
                      <a:pt x="38216" y="14148"/>
                      <a:pt x="37731" y="12222"/>
                    </a:cubicBezTo>
                    <a:cubicBezTo>
                      <a:pt x="37651" y="11900"/>
                      <a:pt x="37567" y="11578"/>
                      <a:pt x="37471" y="11262"/>
                    </a:cubicBezTo>
                    <a:cubicBezTo>
                      <a:pt x="37313" y="10697"/>
                      <a:pt x="37019" y="10149"/>
                      <a:pt x="36720" y="9647"/>
                    </a:cubicBezTo>
                    <a:cubicBezTo>
                      <a:pt x="35918" y="8292"/>
                      <a:pt x="34845" y="7106"/>
                      <a:pt x="33636" y="6095"/>
                    </a:cubicBezTo>
                    <a:cubicBezTo>
                      <a:pt x="32778" y="5378"/>
                      <a:pt x="31846" y="4745"/>
                      <a:pt x="30863" y="4192"/>
                    </a:cubicBezTo>
                    <a:cubicBezTo>
                      <a:pt x="29700" y="3542"/>
                      <a:pt x="28463" y="3028"/>
                      <a:pt x="27300" y="2362"/>
                    </a:cubicBezTo>
                    <a:cubicBezTo>
                      <a:pt x="26408" y="1848"/>
                      <a:pt x="25544" y="1283"/>
                      <a:pt x="24713" y="668"/>
                    </a:cubicBezTo>
                    <a:cubicBezTo>
                      <a:pt x="24493" y="504"/>
                      <a:pt x="24273" y="340"/>
                      <a:pt x="24064" y="165"/>
                    </a:cubicBezTo>
                    <a:cubicBezTo>
                      <a:pt x="23966" y="91"/>
                      <a:pt x="23884" y="0"/>
                      <a:pt x="23761"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91" name="Google Shape;2091;p68"/>
              <p:cNvSpPr/>
              <p:nvPr/>
            </p:nvSpPr>
            <p:spPr>
              <a:xfrm>
                <a:off x="4577950" y="3608700"/>
                <a:ext cx="101825" cy="72875"/>
              </a:xfrm>
              <a:custGeom>
                <a:avLst/>
                <a:gdLst/>
                <a:ahLst/>
                <a:cxnLst/>
                <a:rect l="l" t="t" r="r" b="b"/>
                <a:pathLst>
                  <a:path w="4073" h="2915" extrusionOk="0">
                    <a:moveTo>
                      <a:pt x="3599" y="283"/>
                    </a:moveTo>
                    <a:lnTo>
                      <a:pt x="2011" y="2373"/>
                    </a:lnTo>
                    <a:lnTo>
                      <a:pt x="1887" y="2536"/>
                    </a:lnTo>
                    <a:lnTo>
                      <a:pt x="1887" y="2536"/>
                    </a:lnTo>
                    <a:cubicBezTo>
                      <a:pt x="1421" y="1837"/>
                      <a:pt x="951" y="1141"/>
                      <a:pt x="486" y="441"/>
                    </a:cubicBezTo>
                    <a:lnTo>
                      <a:pt x="381" y="283"/>
                    </a:lnTo>
                    <a:close/>
                    <a:moveTo>
                      <a:pt x="187" y="1"/>
                    </a:moveTo>
                    <a:cubicBezTo>
                      <a:pt x="141" y="1"/>
                      <a:pt x="107" y="19"/>
                      <a:pt x="84" y="46"/>
                    </a:cubicBezTo>
                    <a:lnTo>
                      <a:pt x="84" y="46"/>
                    </a:lnTo>
                    <a:cubicBezTo>
                      <a:pt x="77" y="53"/>
                      <a:pt x="70" y="60"/>
                      <a:pt x="63" y="69"/>
                    </a:cubicBezTo>
                    <a:cubicBezTo>
                      <a:pt x="52" y="86"/>
                      <a:pt x="40" y="103"/>
                      <a:pt x="29" y="119"/>
                    </a:cubicBezTo>
                    <a:cubicBezTo>
                      <a:pt x="1" y="153"/>
                      <a:pt x="1" y="221"/>
                      <a:pt x="29" y="261"/>
                    </a:cubicBezTo>
                    <a:cubicBezTo>
                      <a:pt x="532" y="1017"/>
                      <a:pt x="1034" y="1769"/>
                      <a:pt x="1542" y="2525"/>
                    </a:cubicBezTo>
                    <a:cubicBezTo>
                      <a:pt x="1610" y="2633"/>
                      <a:pt x="1684" y="2740"/>
                      <a:pt x="1757" y="2847"/>
                    </a:cubicBezTo>
                    <a:cubicBezTo>
                      <a:pt x="1787" y="2894"/>
                      <a:pt x="1831" y="2915"/>
                      <a:pt x="1874" y="2915"/>
                    </a:cubicBezTo>
                    <a:cubicBezTo>
                      <a:pt x="1921" y="2915"/>
                      <a:pt x="1968" y="2891"/>
                      <a:pt x="2000" y="2847"/>
                    </a:cubicBezTo>
                    <a:lnTo>
                      <a:pt x="3751" y="543"/>
                    </a:lnTo>
                    <a:cubicBezTo>
                      <a:pt x="3835" y="430"/>
                      <a:pt x="3920" y="323"/>
                      <a:pt x="4005" y="210"/>
                    </a:cubicBezTo>
                    <a:cubicBezTo>
                      <a:pt x="4072" y="119"/>
                      <a:pt x="3976" y="1"/>
                      <a:pt x="3880"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92" name="Google Shape;2092;p68"/>
              <p:cNvSpPr/>
              <p:nvPr/>
            </p:nvSpPr>
            <p:spPr>
              <a:xfrm>
                <a:off x="4484175" y="3608700"/>
                <a:ext cx="101300" cy="72875"/>
              </a:xfrm>
              <a:custGeom>
                <a:avLst/>
                <a:gdLst/>
                <a:ahLst/>
                <a:cxnLst/>
                <a:rect l="l" t="t" r="r" b="b"/>
                <a:pathLst>
                  <a:path w="4052" h="2915" extrusionOk="0">
                    <a:moveTo>
                      <a:pt x="3655" y="283"/>
                    </a:moveTo>
                    <a:cubicBezTo>
                      <a:pt x="3121" y="981"/>
                      <a:pt x="2592" y="1682"/>
                      <a:pt x="2058" y="2378"/>
                    </a:cubicBezTo>
                    <a:cubicBezTo>
                      <a:pt x="2020" y="2432"/>
                      <a:pt x="1982" y="2484"/>
                      <a:pt x="1943" y="2535"/>
                    </a:cubicBezTo>
                    <a:lnTo>
                      <a:pt x="1943" y="2535"/>
                    </a:lnTo>
                    <a:cubicBezTo>
                      <a:pt x="1467" y="1824"/>
                      <a:pt x="992" y="1113"/>
                      <a:pt x="516" y="402"/>
                    </a:cubicBezTo>
                    <a:cubicBezTo>
                      <a:pt x="490" y="362"/>
                      <a:pt x="464" y="323"/>
                      <a:pt x="439" y="283"/>
                    </a:cubicBezTo>
                    <a:close/>
                    <a:moveTo>
                      <a:pt x="171" y="1"/>
                    </a:moveTo>
                    <a:cubicBezTo>
                      <a:pt x="132" y="1"/>
                      <a:pt x="101" y="14"/>
                      <a:pt x="79" y="36"/>
                    </a:cubicBezTo>
                    <a:lnTo>
                      <a:pt x="79" y="36"/>
                    </a:lnTo>
                    <a:cubicBezTo>
                      <a:pt x="27" y="74"/>
                      <a:pt x="1" y="141"/>
                      <a:pt x="47" y="210"/>
                    </a:cubicBezTo>
                    <a:lnTo>
                      <a:pt x="1589" y="2514"/>
                    </a:lnTo>
                    <a:cubicBezTo>
                      <a:pt x="1668" y="2627"/>
                      <a:pt x="1741" y="2734"/>
                      <a:pt x="1815" y="2847"/>
                    </a:cubicBezTo>
                    <a:cubicBezTo>
                      <a:pt x="1845" y="2894"/>
                      <a:pt x="1887" y="2915"/>
                      <a:pt x="1930" y="2915"/>
                    </a:cubicBezTo>
                    <a:cubicBezTo>
                      <a:pt x="1976" y="2915"/>
                      <a:pt x="2023" y="2891"/>
                      <a:pt x="2058" y="2847"/>
                    </a:cubicBezTo>
                    <a:cubicBezTo>
                      <a:pt x="2628" y="2090"/>
                      <a:pt x="3204" y="1339"/>
                      <a:pt x="3774" y="583"/>
                    </a:cubicBezTo>
                    <a:cubicBezTo>
                      <a:pt x="3859" y="475"/>
                      <a:pt x="3938" y="368"/>
                      <a:pt x="4023" y="261"/>
                    </a:cubicBezTo>
                    <a:cubicBezTo>
                      <a:pt x="4051" y="221"/>
                      <a:pt x="4045" y="153"/>
                      <a:pt x="4023" y="119"/>
                    </a:cubicBezTo>
                    <a:cubicBezTo>
                      <a:pt x="3966" y="35"/>
                      <a:pt x="3910" y="1"/>
                      <a:pt x="3820"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93" name="Google Shape;2093;p68"/>
              <p:cNvSpPr/>
              <p:nvPr/>
            </p:nvSpPr>
            <p:spPr>
              <a:xfrm>
                <a:off x="4577250" y="3608600"/>
                <a:ext cx="8925" cy="8325"/>
              </a:xfrm>
              <a:custGeom>
                <a:avLst/>
                <a:gdLst/>
                <a:ahLst/>
                <a:cxnLst/>
                <a:rect l="l" t="t" r="r" b="b"/>
                <a:pathLst>
                  <a:path w="357" h="333" extrusionOk="0">
                    <a:moveTo>
                      <a:pt x="215" y="1"/>
                    </a:moveTo>
                    <a:cubicBezTo>
                      <a:pt x="202" y="1"/>
                      <a:pt x="190" y="2"/>
                      <a:pt x="176" y="5"/>
                    </a:cubicBezTo>
                    <a:lnTo>
                      <a:pt x="142" y="5"/>
                    </a:lnTo>
                    <a:cubicBezTo>
                      <a:pt x="91" y="5"/>
                      <a:pt x="46" y="27"/>
                      <a:pt x="23" y="73"/>
                    </a:cubicBezTo>
                    <a:cubicBezTo>
                      <a:pt x="6" y="95"/>
                      <a:pt x="1" y="118"/>
                      <a:pt x="1" y="146"/>
                    </a:cubicBezTo>
                    <a:cubicBezTo>
                      <a:pt x="1" y="169"/>
                      <a:pt x="6" y="191"/>
                      <a:pt x="23" y="214"/>
                    </a:cubicBezTo>
                    <a:cubicBezTo>
                      <a:pt x="34" y="231"/>
                      <a:pt x="46" y="248"/>
                      <a:pt x="57" y="265"/>
                    </a:cubicBezTo>
                    <a:cubicBezTo>
                      <a:pt x="68" y="287"/>
                      <a:pt x="85" y="304"/>
                      <a:pt x="108" y="316"/>
                    </a:cubicBezTo>
                    <a:cubicBezTo>
                      <a:pt x="125" y="327"/>
                      <a:pt x="153" y="332"/>
                      <a:pt x="176" y="332"/>
                    </a:cubicBezTo>
                    <a:cubicBezTo>
                      <a:pt x="204" y="332"/>
                      <a:pt x="226" y="327"/>
                      <a:pt x="249" y="316"/>
                    </a:cubicBezTo>
                    <a:cubicBezTo>
                      <a:pt x="272" y="304"/>
                      <a:pt x="289" y="287"/>
                      <a:pt x="300" y="265"/>
                    </a:cubicBezTo>
                    <a:cubicBezTo>
                      <a:pt x="305" y="256"/>
                      <a:pt x="311" y="249"/>
                      <a:pt x="317" y="242"/>
                    </a:cubicBezTo>
                    <a:lnTo>
                      <a:pt x="317" y="242"/>
                    </a:lnTo>
                    <a:cubicBezTo>
                      <a:pt x="317" y="242"/>
                      <a:pt x="317" y="242"/>
                      <a:pt x="317" y="242"/>
                    </a:cubicBezTo>
                    <a:cubicBezTo>
                      <a:pt x="323" y="236"/>
                      <a:pt x="330" y="227"/>
                      <a:pt x="335" y="218"/>
                    </a:cubicBezTo>
                    <a:lnTo>
                      <a:pt x="335" y="218"/>
                    </a:lnTo>
                    <a:cubicBezTo>
                      <a:pt x="336" y="217"/>
                      <a:pt x="337" y="216"/>
                      <a:pt x="339" y="214"/>
                    </a:cubicBezTo>
                    <a:cubicBezTo>
                      <a:pt x="345" y="197"/>
                      <a:pt x="351" y="180"/>
                      <a:pt x="356" y="163"/>
                    </a:cubicBezTo>
                    <a:cubicBezTo>
                      <a:pt x="356" y="159"/>
                      <a:pt x="356" y="154"/>
                      <a:pt x="356" y="150"/>
                    </a:cubicBezTo>
                    <a:lnTo>
                      <a:pt x="356" y="150"/>
                    </a:lnTo>
                    <a:cubicBezTo>
                      <a:pt x="356" y="148"/>
                      <a:pt x="356" y="147"/>
                      <a:pt x="356" y="146"/>
                    </a:cubicBezTo>
                    <a:lnTo>
                      <a:pt x="356" y="145"/>
                    </a:lnTo>
                    <a:lnTo>
                      <a:pt x="356" y="145"/>
                    </a:lnTo>
                    <a:cubicBezTo>
                      <a:pt x="356" y="132"/>
                      <a:pt x="354" y="118"/>
                      <a:pt x="351" y="107"/>
                    </a:cubicBezTo>
                    <a:cubicBezTo>
                      <a:pt x="348" y="96"/>
                      <a:pt x="344" y="85"/>
                      <a:pt x="339" y="75"/>
                    </a:cubicBezTo>
                    <a:lnTo>
                      <a:pt x="339" y="75"/>
                    </a:lnTo>
                    <a:cubicBezTo>
                      <a:pt x="336" y="68"/>
                      <a:pt x="332" y="62"/>
                      <a:pt x="328" y="56"/>
                    </a:cubicBezTo>
                    <a:cubicBezTo>
                      <a:pt x="317" y="44"/>
                      <a:pt x="305" y="27"/>
                      <a:pt x="289" y="22"/>
                    </a:cubicBezTo>
                    <a:cubicBezTo>
                      <a:pt x="277" y="16"/>
                      <a:pt x="266" y="11"/>
                      <a:pt x="255" y="5"/>
                    </a:cubicBezTo>
                    <a:cubicBezTo>
                      <a:pt x="241" y="2"/>
                      <a:pt x="228" y="1"/>
                      <a:pt x="215"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094" name="Google Shape;2094;p68"/>
            <p:cNvGrpSpPr/>
            <p:nvPr/>
          </p:nvGrpSpPr>
          <p:grpSpPr>
            <a:xfrm flipH="1">
              <a:off x="6364423" y="2467312"/>
              <a:ext cx="1980505" cy="2365116"/>
              <a:chOff x="4245050" y="1417375"/>
              <a:chExt cx="999750" cy="1193900"/>
            </a:xfrm>
          </p:grpSpPr>
          <p:sp>
            <p:nvSpPr>
              <p:cNvPr id="2095" name="Google Shape;2095;p68"/>
              <p:cNvSpPr/>
              <p:nvPr/>
            </p:nvSpPr>
            <p:spPr>
              <a:xfrm>
                <a:off x="4339925" y="1417375"/>
                <a:ext cx="597075" cy="489400"/>
              </a:xfrm>
              <a:custGeom>
                <a:avLst/>
                <a:gdLst/>
                <a:ahLst/>
                <a:cxnLst/>
                <a:rect l="l" t="t" r="r" b="b"/>
                <a:pathLst>
                  <a:path w="23883" h="19576" extrusionOk="0">
                    <a:moveTo>
                      <a:pt x="19457" y="283"/>
                    </a:moveTo>
                    <a:cubicBezTo>
                      <a:pt x="20001" y="283"/>
                      <a:pt x="20540" y="344"/>
                      <a:pt x="21059" y="516"/>
                    </a:cubicBezTo>
                    <a:cubicBezTo>
                      <a:pt x="21330" y="606"/>
                      <a:pt x="21584" y="719"/>
                      <a:pt x="21833" y="855"/>
                    </a:cubicBezTo>
                    <a:cubicBezTo>
                      <a:pt x="22347" y="1148"/>
                      <a:pt x="22804" y="1544"/>
                      <a:pt x="23121" y="2052"/>
                    </a:cubicBezTo>
                    <a:cubicBezTo>
                      <a:pt x="23363" y="2453"/>
                      <a:pt x="23516" y="2905"/>
                      <a:pt x="23567" y="3373"/>
                    </a:cubicBezTo>
                    <a:cubicBezTo>
                      <a:pt x="23612" y="3780"/>
                      <a:pt x="23595" y="4198"/>
                      <a:pt x="23522" y="4604"/>
                    </a:cubicBezTo>
                    <a:cubicBezTo>
                      <a:pt x="23482" y="4842"/>
                      <a:pt x="23431" y="5073"/>
                      <a:pt x="23290" y="5276"/>
                    </a:cubicBezTo>
                    <a:cubicBezTo>
                      <a:pt x="23109" y="5525"/>
                      <a:pt x="22816" y="5689"/>
                      <a:pt x="22511" y="5723"/>
                    </a:cubicBezTo>
                    <a:cubicBezTo>
                      <a:pt x="21568" y="5830"/>
                      <a:pt x="20602" y="5847"/>
                      <a:pt x="19647" y="5886"/>
                    </a:cubicBezTo>
                    <a:cubicBezTo>
                      <a:pt x="18597" y="5926"/>
                      <a:pt x="17541" y="5960"/>
                      <a:pt x="16491" y="6005"/>
                    </a:cubicBezTo>
                    <a:cubicBezTo>
                      <a:pt x="16135" y="6022"/>
                      <a:pt x="15779" y="6039"/>
                      <a:pt x="15423" y="6073"/>
                    </a:cubicBezTo>
                    <a:cubicBezTo>
                      <a:pt x="15039" y="6107"/>
                      <a:pt x="14683" y="6197"/>
                      <a:pt x="14401" y="6479"/>
                    </a:cubicBezTo>
                    <a:cubicBezTo>
                      <a:pt x="13921" y="6959"/>
                      <a:pt x="13797" y="7727"/>
                      <a:pt x="13802" y="8388"/>
                    </a:cubicBezTo>
                    <a:cubicBezTo>
                      <a:pt x="13802" y="8416"/>
                      <a:pt x="13802" y="8450"/>
                      <a:pt x="13802" y="8484"/>
                    </a:cubicBezTo>
                    <a:cubicBezTo>
                      <a:pt x="13803" y="8485"/>
                      <a:pt x="13803" y="8486"/>
                      <a:pt x="13803" y="8487"/>
                    </a:cubicBezTo>
                    <a:lnTo>
                      <a:pt x="13803" y="8487"/>
                    </a:lnTo>
                    <a:cubicBezTo>
                      <a:pt x="13772" y="8539"/>
                      <a:pt x="13756" y="8623"/>
                      <a:pt x="13735" y="8682"/>
                    </a:cubicBezTo>
                    <a:lnTo>
                      <a:pt x="13368" y="9681"/>
                    </a:lnTo>
                    <a:cubicBezTo>
                      <a:pt x="13243" y="10031"/>
                      <a:pt x="13113" y="10382"/>
                      <a:pt x="12989" y="10732"/>
                    </a:cubicBezTo>
                    <a:cubicBezTo>
                      <a:pt x="12938" y="10856"/>
                      <a:pt x="12871" y="10980"/>
                      <a:pt x="12871" y="11116"/>
                    </a:cubicBezTo>
                    <a:lnTo>
                      <a:pt x="12871" y="13104"/>
                    </a:lnTo>
                    <a:lnTo>
                      <a:pt x="12871" y="14617"/>
                    </a:lnTo>
                    <a:lnTo>
                      <a:pt x="12871" y="14881"/>
                    </a:lnTo>
                    <a:lnTo>
                      <a:pt x="12871" y="14881"/>
                    </a:lnTo>
                    <a:cubicBezTo>
                      <a:pt x="11283" y="14606"/>
                      <a:pt x="9793" y="13925"/>
                      <a:pt x="8618" y="12804"/>
                    </a:cubicBezTo>
                    <a:cubicBezTo>
                      <a:pt x="7669" y="11901"/>
                      <a:pt x="6952" y="10766"/>
                      <a:pt x="6455" y="9557"/>
                    </a:cubicBezTo>
                    <a:cubicBezTo>
                      <a:pt x="6218" y="8975"/>
                      <a:pt x="6026" y="8371"/>
                      <a:pt x="5890" y="7756"/>
                    </a:cubicBezTo>
                    <a:cubicBezTo>
                      <a:pt x="5877" y="7687"/>
                      <a:pt x="5822" y="7656"/>
                      <a:pt x="5763" y="7656"/>
                    </a:cubicBezTo>
                    <a:cubicBezTo>
                      <a:pt x="5724" y="7656"/>
                      <a:pt x="5684" y="7669"/>
                      <a:pt x="5653" y="7693"/>
                    </a:cubicBezTo>
                    <a:cubicBezTo>
                      <a:pt x="5156" y="8106"/>
                      <a:pt x="5422" y="8851"/>
                      <a:pt x="5580" y="9365"/>
                    </a:cubicBezTo>
                    <a:cubicBezTo>
                      <a:pt x="5761" y="9947"/>
                      <a:pt x="5958" y="10523"/>
                      <a:pt x="6139" y="11099"/>
                    </a:cubicBezTo>
                    <a:cubicBezTo>
                      <a:pt x="6647" y="12686"/>
                      <a:pt x="7110" y="14295"/>
                      <a:pt x="7381" y="15939"/>
                    </a:cubicBezTo>
                    <a:cubicBezTo>
                      <a:pt x="7522" y="16791"/>
                      <a:pt x="7610" y="17663"/>
                      <a:pt x="7564" y="18532"/>
                    </a:cubicBezTo>
                    <a:lnTo>
                      <a:pt x="7564" y="18532"/>
                    </a:lnTo>
                    <a:cubicBezTo>
                      <a:pt x="6953" y="18616"/>
                      <a:pt x="6337" y="18695"/>
                      <a:pt x="5727" y="18779"/>
                    </a:cubicBezTo>
                    <a:cubicBezTo>
                      <a:pt x="4682" y="18915"/>
                      <a:pt x="3643" y="19056"/>
                      <a:pt x="2598" y="19191"/>
                    </a:cubicBezTo>
                    <a:cubicBezTo>
                      <a:pt x="2407" y="19218"/>
                      <a:pt x="2219" y="19245"/>
                      <a:pt x="2030" y="19271"/>
                    </a:cubicBezTo>
                    <a:lnTo>
                      <a:pt x="2030" y="19271"/>
                    </a:lnTo>
                    <a:cubicBezTo>
                      <a:pt x="2070" y="18715"/>
                      <a:pt x="2053" y="18155"/>
                      <a:pt x="2028" y="17599"/>
                    </a:cubicBezTo>
                    <a:cubicBezTo>
                      <a:pt x="1954" y="16136"/>
                      <a:pt x="1717" y="14674"/>
                      <a:pt x="1311" y="13267"/>
                    </a:cubicBezTo>
                    <a:cubicBezTo>
                      <a:pt x="1079" y="12482"/>
                      <a:pt x="785" y="11720"/>
                      <a:pt x="622" y="10918"/>
                    </a:cubicBezTo>
                    <a:cubicBezTo>
                      <a:pt x="497" y="10331"/>
                      <a:pt x="430" y="9732"/>
                      <a:pt x="475" y="9139"/>
                    </a:cubicBezTo>
                    <a:cubicBezTo>
                      <a:pt x="531" y="8332"/>
                      <a:pt x="847" y="7558"/>
                      <a:pt x="1503" y="7055"/>
                    </a:cubicBezTo>
                    <a:cubicBezTo>
                      <a:pt x="2118" y="6578"/>
                      <a:pt x="2869" y="6404"/>
                      <a:pt x="3631" y="6404"/>
                    </a:cubicBezTo>
                    <a:cubicBezTo>
                      <a:pt x="4114" y="6404"/>
                      <a:pt x="4601" y="6474"/>
                      <a:pt x="5060" y="6581"/>
                    </a:cubicBezTo>
                    <a:cubicBezTo>
                      <a:pt x="5224" y="6620"/>
                      <a:pt x="5382" y="6660"/>
                      <a:pt x="5546" y="6711"/>
                    </a:cubicBezTo>
                    <a:cubicBezTo>
                      <a:pt x="5557" y="6714"/>
                      <a:pt x="5569" y="6715"/>
                      <a:pt x="5580" y="6715"/>
                    </a:cubicBezTo>
                    <a:cubicBezTo>
                      <a:pt x="5656" y="6715"/>
                      <a:pt x="5732" y="6654"/>
                      <a:pt x="5727" y="6575"/>
                    </a:cubicBezTo>
                    <a:cubicBezTo>
                      <a:pt x="5670" y="5491"/>
                      <a:pt x="5845" y="4378"/>
                      <a:pt x="6337" y="3407"/>
                    </a:cubicBezTo>
                    <a:cubicBezTo>
                      <a:pt x="6698" y="2690"/>
                      <a:pt x="7223" y="2063"/>
                      <a:pt x="7867" y="1589"/>
                    </a:cubicBezTo>
                    <a:cubicBezTo>
                      <a:pt x="8601" y="1047"/>
                      <a:pt x="9460" y="691"/>
                      <a:pt x="10358" y="521"/>
                    </a:cubicBezTo>
                    <a:cubicBezTo>
                      <a:pt x="10815" y="442"/>
                      <a:pt x="11272" y="420"/>
                      <a:pt x="11735" y="408"/>
                    </a:cubicBezTo>
                    <a:cubicBezTo>
                      <a:pt x="12712" y="397"/>
                      <a:pt x="13684" y="380"/>
                      <a:pt x="14661" y="363"/>
                    </a:cubicBezTo>
                    <a:cubicBezTo>
                      <a:pt x="15858" y="341"/>
                      <a:pt x="17055" y="324"/>
                      <a:pt x="18253" y="301"/>
                    </a:cubicBezTo>
                    <a:cubicBezTo>
                      <a:pt x="18608" y="295"/>
                      <a:pt x="18964" y="290"/>
                      <a:pt x="19314" y="284"/>
                    </a:cubicBezTo>
                    <a:cubicBezTo>
                      <a:pt x="19362" y="283"/>
                      <a:pt x="19410" y="283"/>
                      <a:pt x="19457" y="283"/>
                    </a:cubicBezTo>
                    <a:close/>
                    <a:moveTo>
                      <a:pt x="19551" y="1"/>
                    </a:moveTo>
                    <a:cubicBezTo>
                      <a:pt x="19515" y="1"/>
                      <a:pt x="19480" y="1"/>
                      <a:pt x="19444" y="2"/>
                    </a:cubicBezTo>
                    <a:cubicBezTo>
                      <a:pt x="19162" y="7"/>
                      <a:pt x="18879" y="13"/>
                      <a:pt x="18597" y="13"/>
                    </a:cubicBezTo>
                    <a:cubicBezTo>
                      <a:pt x="17422" y="36"/>
                      <a:pt x="16248" y="53"/>
                      <a:pt x="15067" y="75"/>
                    </a:cubicBezTo>
                    <a:cubicBezTo>
                      <a:pt x="14011" y="92"/>
                      <a:pt x="12950" y="109"/>
                      <a:pt x="11888" y="126"/>
                    </a:cubicBezTo>
                    <a:cubicBezTo>
                      <a:pt x="11566" y="132"/>
                      <a:pt x="11239" y="132"/>
                      <a:pt x="10911" y="166"/>
                    </a:cubicBezTo>
                    <a:cubicBezTo>
                      <a:pt x="9900" y="262"/>
                      <a:pt x="8906" y="578"/>
                      <a:pt x="8048" y="1126"/>
                    </a:cubicBezTo>
                    <a:cubicBezTo>
                      <a:pt x="7376" y="1549"/>
                      <a:pt x="6800" y="2114"/>
                      <a:pt x="6371" y="2780"/>
                    </a:cubicBezTo>
                    <a:cubicBezTo>
                      <a:pt x="5823" y="3627"/>
                      <a:pt x="5535" y="4627"/>
                      <a:pt x="5450" y="5627"/>
                    </a:cubicBezTo>
                    <a:cubicBezTo>
                      <a:pt x="5432" y="5879"/>
                      <a:pt x="5428" y="6131"/>
                      <a:pt x="5436" y="6383"/>
                    </a:cubicBezTo>
                    <a:lnTo>
                      <a:pt x="5436" y="6383"/>
                    </a:lnTo>
                    <a:cubicBezTo>
                      <a:pt x="4858" y="6227"/>
                      <a:pt x="4237" y="6120"/>
                      <a:pt x="3624" y="6120"/>
                    </a:cubicBezTo>
                    <a:cubicBezTo>
                      <a:pt x="2921" y="6120"/>
                      <a:pt x="2228" y="6261"/>
                      <a:pt x="1621" y="6632"/>
                    </a:cubicBezTo>
                    <a:cubicBezTo>
                      <a:pt x="915" y="7067"/>
                      <a:pt x="441" y="7756"/>
                      <a:pt x="271" y="8563"/>
                    </a:cubicBezTo>
                    <a:cubicBezTo>
                      <a:pt x="0" y="9834"/>
                      <a:pt x="328" y="11189"/>
                      <a:pt x="729" y="12398"/>
                    </a:cubicBezTo>
                    <a:cubicBezTo>
                      <a:pt x="1006" y="13217"/>
                      <a:pt x="1243" y="14041"/>
                      <a:pt x="1412" y="14888"/>
                    </a:cubicBezTo>
                    <a:cubicBezTo>
                      <a:pt x="1553" y="15605"/>
                      <a:pt x="1655" y="16328"/>
                      <a:pt x="1711" y="17057"/>
                    </a:cubicBezTo>
                    <a:cubicBezTo>
                      <a:pt x="1774" y="17842"/>
                      <a:pt x="1768" y="18615"/>
                      <a:pt x="1740" y="19400"/>
                    </a:cubicBezTo>
                    <a:cubicBezTo>
                      <a:pt x="1740" y="19412"/>
                      <a:pt x="1734" y="19423"/>
                      <a:pt x="1734" y="19434"/>
                    </a:cubicBezTo>
                    <a:cubicBezTo>
                      <a:pt x="1729" y="19500"/>
                      <a:pt x="1802" y="19576"/>
                      <a:pt x="1868" y="19576"/>
                    </a:cubicBezTo>
                    <a:cubicBezTo>
                      <a:pt x="1871" y="19576"/>
                      <a:pt x="1873" y="19576"/>
                      <a:pt x="1875" y="19575"/>
                    </a:cubicBezTo>
                    <a:cubicBezTo>
                      <a:pt x="2536" y="19485"/>
                      <a:pt x="3191" y="19395"/>
                      <a:pt x="3846" y="19310"/>
                    </a:cubicBezTo>
                    <a:cubicBezTo>
                      <a:pt x="4891" y="19169"/>
                      <a:pt x="5936" y="19033"/>
                      <a:pt x="6975" y="18892"/>
                    </a:cubicBezTo>
                    <a:cubicBezTo>
                      <a:pt x="7218" y="18858"/>
                      <a:pt x="7455" y="18830"/>
                      <a:pt x="7698" y="18796"/>
                    </a:cubicBezTo>
                    <a:cubicBezTo>
                      <a:pt x="7777" y="18785"/>
                      <a:pt x="7833" y="18740"/>
                      <a:pt x="7839" y="18655"/>
                    </a:cubicBezTo>
                    <a:cubicBezTo>
                      <a:pt x="7895" y="17864"/>
                      <a:pt x="7828" y="17074"/>
                      <a:pt x="7720" y="16294"/>
                    </a:cubicBezTo>
                    <a:cubicBezTo>
                      <a:pt x="7602" y="15447"/>
                      <a:pt x="7421" y="14611"/>
                      <a:pt x="7212" y="13787"/>
                    </a:cubicBezTo>
                    <a:cubicBezTo>
                      <a:pt x="6856" y="12364"/>
                      <a:pt x="6399" y="10980"/>
                      <a:pt x="5947" y="9585"/>
                    </a:cubicBezTo>
                    <a:cubicBezTo>
                      <a:pt x="5874" y="9359"/>
                      <a:pt x="5800" y="9128"/>
                      <a:pt x="5738" y="8896"/>
                    </a:cubicBezTo>
                    <a:cubicBezTo>
                      <a:pt x="5673" y="8663"/>
                      <a:pt x="5607" y="8371"/>
                      <a:pt x="5690" y="8135"/>
                    </a:cubicBezTo>
                    <a:lnTo>
                      <a:pt x="5690" y="8135"/>
                    </a:lnTo>
                    <a:cubicBezTo>
                      <a:pt x="5953" y="9194"/>
                      <a:pt x="6379" y="10227"/>
                      <a:pt x="6947" y="11161"/>
                    </a:cubicBezTo>
                    <a:cubicBezTo>
                      <a:pt x="7720" y="12432"/>
                      <a:pt x="8788" y="13522"/>
                      <a:pt x="10103" y="14233"/>
                    </a:cubicBezTo>
                    <a:cubicBezTo>
                      <a:pt x="10996" y="14724"/>
                      <a:pt x="11973" y="15029"/>
                      <a:pt x="12978" y="15182"/>
                    </a:cubicBezTo>
                    <a:cubicBezTo>
                      <a:pt x="12989" y="15184"/>
                      <a:pt x="13001" y="15185"/>
                      <a:pt x="13012" y="15185"/>
                    </a:cubicBezTo>
                    <a:cubicBezTo>
                      <a:pt x="13088" y="15185"/>
                      <a:pt x="13153" y="15135"/>
                      <a:pt x="13153" y="15046"/>
                    </a:cubicBezTo>
                    <a:lnTo>
                      <a:pt x="13153" y="13651"/>
                    </a:lnTo>
                    <a:lnTo>
                      <a:pt x="13153" y="11376"/>
                    </a:lnTo>
                    <a:cubicBezTo>
                      <a:pt x="13153" y="11287"/>
                      <a:pt x="13158" y="11198"/>
                      <a:pt x="13153" y="11104"/>
                    </a:cubicBezTo>
                    <a:lnTo>
                      <a:pt x="13153" y="11104"/>
                    </a:lnTo>
                    <a:cubicBezTo>
                      <a:pt x="13153" y="11104"/>
                      <a:pt x="13153" y="11104"/>
                      <a:pt x="13153" y="11104"/>
                    </a:cubicBezTo>
                    <a:cubicBezTo>
                      <a:pt x="13153" y="11104"/>
                      <a:pt x="13153" y="11104"/>
                      <a:pt x="13153" y="11104"/>
                    </a:cubicBezTo>
                    <a:lnTo>
                      <a:pt x="13153" y="11104"/>
                    </a:lnTo>
                    <a:cubicBezTo>
                      <a:pt x="13153" y="11104"/>
                      <a:pt x="13153" y="11104"/>
                      <a:pt x="13153" y="11104"/>
                    </a:cubicBezTo>
                    <a:lnTo>
                      <a:pt x="13153" y="11104"/>
                    </a:lnTo>
                    <a:cubicBezTo>
                      <a:pt x="13158" y="11094"/>
                      <a:pt x="13160" y="11086"/>
                      <a:pt x="13160" y="11080"/>
                    </a:cubicBezTo>
                    <a:lnTo>
                      <a:pt x="13160" y="11080"/>
                    </a:lnTo>
                    <a:cubicBezTo>
                      <a:pt x="13158" y="11088"/>
                      <a:pt x="13156" y="11096"/>
                      <a:pt x="13153" y="11104"/>
                    </a:cubicBezTo>
                    <a:lnTo>
                      <a:pt x="13153" y="11104"/>
                    </a:lnTo>
                    <a:cubicBezTo>
                      <a:pt x="13153" y="11102"/>
                      <a:pt x="13153" y="11100"/>
                      <a:pt x="13153" y="11099"/>
                    </a:cubicBezTo>
                    <a:cubicBezTo>
                      <a:pt x="13153" y="11079"/>
                      <a:pt x="13156" y="11071"/>
                      <a:pt x="13158" y="11071"/>
                    </a:cubicBezTo>
                    <a:lnTo>
                      <a:pt x="13158" y="11071"/>
                    </a:lnTo>
                    <a:cubicBezTo>
                      <a:pt x="13160" y="11071"/>
                      <a:pt x="13161" y="11075"/>
                      <a:pt x="13160" y="11080"/>
                    </a:cubicBezTo>
                    <a:lnTo>
                      <a:pt x="13160" y="11080"/>
                    </a:lnTo>
                    <a:cubicBezTo>
                      <a:pt x="13164" y="11070"/>
                      <a:pt x="13167" y="11060"/>
                      <a:pt x="13170" y="11054"/>
                    </a:cubicBezTo>
                    <a:cubicBezTo>
                      <a:pt x="13272" y="10777"/>
                      <a:pt x="13368" y="10500"/>
                      <a:pt x="13469" y="10223"/>
                    </a:cubicBezTo>
                    <a:lnTo>
                      <a:pt x="13881" y="9094"/>
                    </a:lnTo>
                    <a:cubicBezTo>
                      <a:pt x="13932" y="8958"/>
                      <a:pt x="13983" y="8823"/>
                      <a:pt x="14028" y="8693"/>
                    </a:cubicBezTo>
                    <a:cubicBezTo>
                      <a:pt x="14051" y="8631"/>
                      <a:pt x="14085" y="8569"/>
                      <a:pt x="14090" y="8507"/>
                    </a:cubicBezTo>
                    <a:cubicBezTo>
                      <a:pt x="14102" y="8326"/>
                      <a:pt x="14085" y="8140"/>
                      <a:pt x="14102" y="7953"/>
                    </a:cubicBezTo>
                    <a:cubicBezTo>
                      <a:pt x="14136" y="7603"/>
                      <a:pt x="14220" y="7242"/>
                      <a:pt x="14401" y="6937"/>
                    </a:cubicBezTo>
                    <a:cubicBezTo>
                      <a:pt x="14599" y="6609"/>
                      <a:pt x="14909" y="6406"/>
                      <a:pt x="15288" y="6366"/>
                    </a:cubicBezTo>
                    <a:cubicBezTo>
                      <a:pt x="15615" y="6332"/>
                      <a:pt x="15948" y="6316"/>
                      <a:pt x="16276" y="6299"/>
                    </a:cubicBezTo>
                    <a:cubicBezTo>
                      <a:pt x="17309" y="6248"/>
                      <a:pt x="18349" y="6220"/>
                      <a:pt x="19382" y="6174"/>
                    </a:cubicBezTo>
                    <a:cubicBezTo>
                      <a:pt x="20376" y="6140"/>
                      <a:pt x="21370" y="6107"/>
                      <a:pt x="22364" y="6016"/>
                    </a:cubicBezTo>
                    <a:cubicBezTo>
                      <a:pt x="22646" y="5994"/>
                      <a:pt x="22917" y="5937"/>
                      <a:pt x="23160" y="5779"/>
                    </a:cubicBezTo>
                    <a:cubicBezTo>
                      <a:pt x="23414" y="5610"/>
                      <a:pt x="23606" y="5361"/>
                      <a:pt x="23708" y="5067"/>
                    </a:cubicBezTo>
                    <a:cubicBezTo>
                      <a:pt x="23832" y="4689"/>
                      <a:pt x="23872" y="4249"/>
                      <a:pt x="23872" y="3853"/>
                    </a:cubicBezTo>
                    <a:cubicBezTo>
                      <a:pt x="23883" y="2837"/>
                      <a:pt x="23505" y="1860"/>
                      <a:pt x="22748" y="1171"/>
                    </a:cubicBezTo>
                    <a:cubicBezTo>
                      <a:pt x="22511" y="956"/>
                      <a:pt x="22251" y="770"/>
                      <a:pt x="21974" y="612"/>
                    </a:cubicBezTo>
                    <a:cubicBezTo>
                      <a:pt x="21973" y="611"/>
                      <a:pt x="21973" y="611"/>
                      <a:pt x="21972" y="610"/>
                    </a:cubicBezTo>
                    <a:lnTo>
                      <a:pt x="21972" y="610"/>
                    </a:lnTo>
                    <a:cubicBezTo>
                      <a:pt x="21230" y="194"/>
                      <a:pt x="20395" y="1"/>
                      <a:pt x="19551"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96" name="Google Shape;2096;p68"/>
              <p:cNvSpPr/>
              <p:nvPr/>
            </p:nvSpPr>
            <p:spPr>
              <a:xfrm>
                <a:off x="4661250" y="1558750"/>
                <a:ext cx="292000" cy="353675"/>
              </a:xfrm>
              <a:custGeom>
                <a:avLst/>
                <a:gdLst/>
                <a:ahLst/>
                <a:cxnLst/>
                <a:rect l="l" t="t" r="r" b="b"/>
                <a:pathLst>
                  <a:path w="11680" h="14147" extrusionOk="0">
                    <a:moveTo>
                      <a:pt x="9845" y="317"/>
                    </a:moveTo>
                    <a:lnTo>
                      <a:pt x="9845" y="317"/>
                    </a:lnTo>
                    <a:cubicBezTo>
                      <a:pt x="9934" y="775"/>
                      <a:pt x="9934" y="1238"/>
                      <a:pt x="9934" y="1705"/>
                    </a:cubicBezTo>
                    <a:lnTo>
                      <a:pt x="9934" y="2366"/>
                    </a:lnTo>
                    <a:cubicBezTo>
                      <a:pt x="9934" y="2468"/>
                      <a:pt x="9900" y="2643"/>
                      <a:pt x="9974" y="2722"/>
                    </a:cubicBezTo>
                    <a:cubicBezTo>
                      <a:pt x="10064" y="2818"/>
                      <a:pt x="10188" y="2891"/>
                      <a:pt x="10284" y="2970"/>
                    </a:cubicBezTo>
                    <a:cubicBezTo>
                      <a:pt x="10465" y="3111"/>
                      <a:pt x="10646" y="3258"/>
                      <a:pt x="10827" y="3399"/>
                    </a:cubicBezTo>
                    <a:cubicBezTo>
                      <a:pt x="10934" y="3484"/>
                      <a:pt x="11041" y="3569"/>
                      <a:pt x="11149" y="3654"/>
                    </a:cubicBezTo>
                    <a:cubicBezTo>
                      <a:pt x="11318" y="3795"/>
                      <a:pt x="11386" y="4015"/>
                      <a:pt x="11256" y="4207"/>
                    </a:cubicBezTo>
                    <a:cubicBezTo>
                      <a:pt x="11120" y="4410"/>
                      <a:pt x="10894" y="4416"/>
                      <a:pt x="10680" y="4416"/>
                    </a:cubicBezTo>
                    <a:lnTo>
                      <a:pt x="10076" y="4416"/>
                    </a:lnTo>
                    <a:cubicBezTo>
                      <a:pt x="9996" y="4416"/>
                      <a:pt x="9934" y="4478"/>
                      <a:pt x="9934" y="4557"/>
                    </a:cubicBezTo>
                    <a:lnTo>
                      <a:pt x="9934" y="5404"/>
                    </a:lnTo>
                    <a:cubicBezTo>
                      <a:pt x="9934" y="5715"/>
                      <a:pt x="9946" y="6031"/>
                      <a:pt x="9917" y="6342"/>
                    </a:cubicBezTo>
                    <a:cubicBezTo>
                      <a:pt x="9810" y="7398"/>
                      <a:pt x="9155" y="8358"/>
                      <a:pt x="8218" y="8866"/>
                    </a:cubicBezTo>
                    <a:cubicBezTo>
                      <a:pt x="7709" y="9143"/>
                      <a:pt x="7150" y="9250"/>
                      <a:pt x="6569" y="9250"/>
                    </a:cubicBezTo>
                    <a:cubicBezTo>
                      <a:pt x="6495" y="9250"/>
                      <a:pt x="6427" y="9318"/>
                      <a:pt x="6427" y="9391"/>
                    </a:cubicBezTo>
                    <a:lnTo>
                      <a:pt x="6427" y="10944"/>
                    </a:lnTo>
                    <a:lnTo>
                      <a:pt x="6427" y="13435"/>
                    </a:lnTo>
                    <a:lnTo>
                      <a:pt x="6427" y="13864"/>
                    </a:lnTo>
                    <a:lnTo>
                      <a:pt x="300" y="13864"/>
                    </a:lnTo>
                    <a:lnTo>
                      <a:pt x="300" y="12463"/>
                    </a:lnTo>
                    <a:lnTo>
                      <a:pt x="300" y="9979"/>
                    </a:lnTo>
                    <a:lnTo>
                      <a:pt x="300" y="8691"/>
                    </a:lnTo>
                    <a:lnTo>
                      <a:pt x="300" y="6748"/>
                    </a:lnTo>
                    <a:lnTo>
                      <a:pt x="300" y="5653"/>
                    </a:lnTo>
                    <a:cubicBezTo>
                      <a:pt x="300" y="5588"/>
                      <a:pt x="320" y="5494"/>
                      <a:pt x="303" y="5431"/>
                    </a:cubicBezTo>
                    <a:lnTo>
                      <a:pt x="303" y="5431"/>
                    </a:lnTo>
                    <a:cubicBezTo>
                      <a:pt x="304" y="5430"/>
                      <a:pt x="305" y="5428"/>
                      <a:pt x="306" y="5427"/>
                    </a:cubicBezTo>
                    <a:cubicBezTo>
                      <a:pt x="323" y="5399"/>
                      <a:pt x="328" y="5359"/>
                      <a:pt x="340" y="5325"/>
                    </a:cubicBezTo>
                    <a:cubicBezTo>
                      <a:pt x="599" y="4614"/>
                      <a:pt x="859" y="3902"/>
                      <a:pt x="1119" y="3191"/>
                    </a:cubicBezTo>
                    <a:cubicBezTo>
                      <a:pt x="1175" y="3049"/>
                      <a:pt x="1237" y="2925"/>
                      <a:pt x="1232" y="2773"/>
                    </a:cubicBezTo>
                    <a:cubicBezTo>
                      <a:pt x="1226" y="2479"/>
                      <a:pt x="1249" y="2185"/>
                      <a:pt x="1317" y="1897"/>
                    </a:cubicBezTo>
                    <a:cubicBezTo>
                      <a:pt x="1401" y="1525"/>
                      <a:pt x="1565" y="1135"/>
                      <a:pt x="1887" y="903"/>
                    </a:cubicBezTo>
                    <a:cubicBezTo>
                      <a:pt x="2181" y="700"/>
                      <a:pt x="2542" y="694"/>
                      <a:pt x="2881" y="677"/>
                    </a:cubicBezTo>
                    <a:cubicBezTo>
                      <a:pt x="3903" y="610"/>
                      <a:pt x="4925" y="581"/>
                      <a:pt x="5947" y="542"/>
                    </a:cubicBezTo>
                    <a:cubicBezTo>
                      <a:pt x="7049" y="502"/>
                      <a:pt x="8150" y="469"/>
                      <a:pt x="9245" y="384"/>
                    </a:cubicBezTo>
                    <a:cubicBezTo>
                      <a:pt x="9444" y="370"/>
                      <a:pt x="9649" y="360"/>
                      <a:pt x="9845" y="317"/>
                    </a:cubicBezTo>
                    <a:close/>
                    <a:moveTo>
                      <a:pt x="9952" y="0"/>
                    </a:moveTo>
                    <a:cubicBezTo>
                      <a:pt x="9940" y="0"/>
                      <a:pt x="9929" y="2"/>
                      <a:pt x="9917" y="5"/>
                    </a:cubicBezTo>
                    <a:cubicBezTo>
                      <a:pt x="9680" y="85"/>
                      <a:pt x="9420" y="90"/>
                      <a:pt x="9172" y="107"/>
                    </a:cubicBezTo>
                    <a:cubicBezTo>
                      <a:pt x="8929" y="124"/>
                      <a:pt x="8686" y="141"/>
                      <a:pt x="8443" y="152"/>
                    </a:cubicBezTo>
                    <a:cubicBezTo>
                      <a:pt x="7873" y="186"/>
                      <a:pt x="7303" y="209"/>
                      <a:pt x="6732" y="231"/>
                    </a:cubicBezTo>
                    <a:cubicBezTo>
                      <a:pt x="5620" y="277"/>
                      <a:pt x="4502" y="310"/>
                      <a:pt x="3389" y="361"/>
                    </a:cubicBezTo>
                    <a:cubicBezTo>
                      <a:pt x="3050" y="378"/>
                      <a:pt x="2711" y="395"/>
                      <a:pt x="2378" y="435"/>
                    </a:cubicBezTo>
                    <a:cubicBezTo>
                      <a:pt x="1909" y="491"/>
                      <a:pt x="1531" y="751"/>
                      <a:pt x="1294" y="1157"/>
                    </a:cubicBezTo>
                    <a:cubicBezTo>
                      <a:pt x="1096" y="1508"/>
                      <a:pt x="1006" y="1909"/>
                      <a:pt x="966" y="2310"/>
                    </a:cubicBezTo>
                    <a:cubicBezTo>
                      <a:pt x="955" y="2445"/>
                      <a:pt x="949" y="2581"/>
                      <a:pt x="949" y="2722"/>
                    </a:cubicBezTo>
                    <a:cubicBezTo>
                      <a:pt x="949" y="2756"/>
                      <a:pt x="944" y="2795"/>
                      <a:pt x="949" y="2829"/>
                    </a:cubicBezTo>
                    <a:cubicBezTo>
                      <a:pt x="949" y="2829"/>
                      <a:pt x="950" y="2830"/>
                      <a:pt x="950" y="2830"/>
                    </a:cubicBezTo>
                    <a:lnTo>
                      <a:pt x="950" y="2830"/>
                    </a:lnTo>
                    <a:cubicBezTo>
                      <a:pt x="908" y="2885"/>
                      <a:pt x="892" y="3001"/>
                      <a:pt x="865" y="3066"/>
                    </a:cubicBezTo>
                    <a:cubicBezTo>
                      <a:pt x="808" y="3236"/>
                      <a:pt x="746" y="3399"/>
                      <a:pt x="684" y="3569"/>
                    </a:cubicBezTo>
                    <a:cubicBezTo>
                      <a:pt x="537" y="3976"/>
                      <a:pt x="385" y="4382"/>
                      <a:pt x="238" y="4789"/>
                    </a:cubicBezTo>
                    <a:cubicBezTo>
                      <a:pt x="187" y="4936"/>
                      <a:pt x="131" y="5082"/>
                      <a:pt x="80" y="5229"/>
                    </a:cubicBezTo>
                    <a:cubicBezTo>
                      <a:pt x="57" y="5286"/>
                      <a:pt x="23" y="5348"/>
                      <a:pt x="18" y="5410"/>
                    </a:cubicBezTo>
                    <a:cubicBezTo>
                      <a:pt x="1" y="5625"/>
                      <a:pt x="18" y="5845"/>
                      <a:pt x="18" y="6059"/>
                    </a:cubicBezTo>
                    <a:lnTo>
                      <a:pt x="18" y="8459"/>
                    </a:lnTo>
                    <a:lnTo>
                      <a:pt x="18" y="9578"/>
                    </a:lnTo>
                    <a:lnTo>
                      <a:pt x="18" y="11780"/>
                    </a:lnTo>
                    <a:lnTo>
                      <a:pt x="18" y="13887"/>
                    </a:lnTo>
                    <a:lnTo>
                      <a:pt x="18" y="14005"/>
                    </a:lnTo>
                    <a:cubicBezTo>
                      <a:pt x="18" y="14079"/>
                      <a:pt x="85" y="14146"/>
                      <a:pt x="159" y="14146"/>
                    </a:cubicBezTo>
                    <a:lnTo>
                      <a:pt x="6569" y="14146"/>
                    </a:lnTo>
                    <a:cubicBezTo>
                      <a:pt x="6627" y="14146"/>
                      <a:pt x="6668" y="14118"/>
                      <a:pt x="6689" y="14079"/>
                    </a:cubicBezTo>
                    <a:lnTo>
                      <a:pt x="6689" y="14079"/>
                    </a:lnTo>
                    <a:cubicBezTo>
                      <a:pt x="6702" y="14060"/>
                      <a:pt x="6710" y="14035"/>
                      <a:pt x="6710" y="14005"/>
                    </a:cubicBezTo>
                    <a:lnTo>
                      <a:pt x="6710" y="12452"/>
                    </a:lnTo>
                    <a:lnTo>
                      <a:pt x="6710" y="9962"/>
                    </a:lnTo>
                    <a:lnTo>
                      <a:pt x="6710" y="9530"/>
                    </a:lnTo>
                    <a:lnTo>
                      <a:pt x="6710" y="9530"/>
                    </a:lnTo>
                    <a:cubicBezTo>
                      <a:pt x="7201" y="9516"/>
                      <a:pt x="7674" y="9423"/>
                      <a:pt x="8127" y="9222"/>
                    </a:cubicBezTo>
                    <a:cubicBezTo>
                      <a:pt x="8630" y="9002"/>
                      <a:pt x="9082" y="8651"/>
                      <a:pt x="9426" y="8222"/>
                    </a:cubicBezTo>
                    <a:cubicBezTo>
                      <a:pt x="9776" y="7782"/>
                      <a:pt x="10030" y="7262"/>
                      <a:pt x="10143" y="6709"/>
                    </a:cubicBezTo>
                    <a:cubicBezTo>
                      <a:pt x="10217" y="6342"/>
                      <a:pt x="10217" y="5975"/>
                      <a:pt x="10217" y="5602"/>
                    </a:cubicBezTo>
                    <a:lnTo>
                      <a:pt x="10217" y="4698"/>
                    </a:lnTo>
                    <a:lnTo>
                      <a:pt x="10787" y="4698"/>
                    </a:lnTo>
                    <a:cubicBezTo>
                      <a:pt x="11120" y="4698"/>
                      <a:pt x="11437" y="4552"/>
                      <a:pt x="11561" y="4224"/>
                    </a:cubicBezTo>
                    <a:cubicBezTo>
                      <a:pt x="11679" y="3925"/>
                      <a:pt x="11561" y="3625"/>
                      <a:pt x="11324" y="3433"/>
                    </a:cubicBezTo>
                    <a:cubicBezTo>
                      <a:pt x="11120" y="3275"/>
                      <a:pt x="10923" y="3117"/>
                      <a:pt x="10725" y="2959"/>
                    </a:cubicBezTo>
                    <a:cubicBezTo>
                      <a:pt x="10554" y="2824"/>
                      <a:pt x="10387" y="2694"/>
                      <a:pt x="10217" y="2560"/>
                    </a:cubicBezTo>
                    <a:lnTo>
                      <a:pt x="10217" y="2560"/>
                    </a:lnTo>
                    <a:cubicBezTo>
                      <a:pt x="10219" y="1748"/>
                      <a:pt x="10269" y="906"/>
                      <a:pt x="10092" y="101"/>
                    </a:cubicBezTo>
                    <a:cubicBezTo>
                      <a:pt x="10078" y="45"/>
                      <a:pt x="10013" y="0"/>
                      <a:pt x="995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97" name="Google Shape;2097;p68"/>
              <p:cNvSpPr/>
              <p:nvPr/>
            </p:nvSpPr>
            <p:spPr>
              <a:xfrm>
                <a:off x="4245050" y="1905325"/>
                <a:ext cx="999750" cy="705950"/>
              </a:xfrm>
              <a:custGeom>
                <a:avLst/>
                <a:gdLst/>
                <a:ahLst/>
                <a:cxnLst/>
                <a:rect l="l" t="t" r="r" b="b"/>
                <a:pathLst>
                  <a:path w="39990" h="28238" extrusionOk="0">
                    <a:moveTo>
                      <a:pt x="16098" y="390"/>
                    </a:moveTo>
                    <a:cubicBezTo>
                      <a:pt x="16349" y="1643"/>
                      <a:pt x="16601" y="2900"/>
                      <a:pt x="16852" y="4152"/>
                    </a:cubicBezTo>
                    <a:cubicBezTo>
                      <a:pt x="16886" y="4344"/>
                      <a:pt x="16925" y="4530"/>
                      <a:pt x="16959" y="4716"/>
                    </a:cubicBezTo>
                    <a:cubicBezTo>
                      <a:pt x="16973" y="4783"/>
                      <a:pt x="17036" y="4820"/>
                      <a:pt x="17097" y="4820"/>
                    </a:cubicBezTo>
                    <a:cubicBezTo>
                      <a:pt x="17134" y="4820"/>
                      <a:pt x="17171" y="4806"/>
                      <a:pt x="17196" y="4779"/>
                    </a:cubicBezTo>
                    <a:cubicBezTo>
                      <a:pt x="18044" y="3932"/>
                      <a:pt x="18891" y="3090"/>
                      <a:pt x="19738" y="2243"/>
                    </a:cubicBezTo>
                    <a:cubicBezTo>
                      <a:pt x="19823" y="2157"/>
                      <a:pt x="19909" y="2072"/>
                      <a:pt x="19995" y="1986"/>
                    </a:cubicBezTo>
                    <a:lnTo>
                      <a:pt x="19995" y="1986"/>
                    </a:lnTo>
                    <a:lnTo>
                      <a:pt x="22437" y="4423"/>
                    </a:lnTo>
                    <a:cubicBezTo>
                      <a:pt x="22556" y="4541"/>
                      <a:pt x="22674" y="4660"/>
                      <a:pt x="22799" y="4779"/>
                    </a:cubicBezTo>
                    <a:cubicBezTo>
                      <a:pt x="22824" y="4806"/>
                      <a:pt x="22861" y="4820"/>
                      <a:pt x="22898" y="4820"/>
                    </a:cubicBezTo>
                    <a:cubicBezTo>
                      <a:pt x="22959" y="4820"/>
                      <a:pt x="23020" y="4783"/>
                      <a:pt x="23030" y="4716"/>
                    </a:cubicBezTo>
                    <a:cubicBezTo>
                      <a:pt x="23296" y="3389"/>
                      <a:pt x="23561" y="2068"/>
                      <a:pt x="23826" y="741"/>
                    </a:cubicBezTo>
                    <a:cubicBezTo>
                      <a:pt x="23848" y="625"/>
                      <a:pt x="23871" y="509"/>
                      <a:pt x="23893" y="393"/>
                    </a:cubicBezTo>
                    <a:lnTo>
                      <a:pt x="23893" y="393"/>
                    </a:lnTo>
                    <a:cubicBezTo>
                      <a:pt x="24567" y="943"/>
                      <a:pt x="25292" y="1438"/>
                      <a:pt x="26018" y="1904"/>
                    </a:cubicBezTo>
                    <a:cubicBezTo>
                      <a:pt x="26831" y="2429"/>
                      <a:pt x="27667" y="2909"/>
                      <a:pt x="28531" y="3339"/>
                    </a:cubicBezTo>
                    <a:cubicBezTo>
                      <a:pt x="29417" y="3779"/>
                      <a:pt x="30315" y="4186"/>
                      <a:pt x="31168" y="4694"/>
                    </a:cubicBezTo>
                    <a:cubicBezTo>
                      <a:pt x="33393" y="6021"/>
                      <a:pt x="35426" y="7834"/>
                      <a:pt x="36669" y="10132"/>
                    </a:cubicBezTo>
                    <a:cubicBezTo>
                      <a:pt x="36883" y="10521"/>
                      <a:pt x="37080" y="10910"/>
                      <a:pt x="37198" y="11332"/>
                    </a:cubicBezTo>
                    <a:lnTo>
                      <a:pt x="37198" y="11332"/>
                    </a:lnTo>
                    <a:cubicBezTo>
                      <a:pt x="37199" y="11333"/>
                      <a:pt x="37199" y="11334"/>
                      <a:pt x="37199" y="11335"/>
                    </a:cubicBezTo>
                    <a:cubicBezTo>
                      <a:pt x="37199" y="11335"/>
                      <a:pt x="37199" y="11335"/>
                      <a:pt x="37199" y="11335"/>
                    </a:cubicBezTo>
                    <a:lnTo>
                      <a:pt x="37199" y="11335"/>
                    </a:lnTo>
                    <a:cubicBezTo>
                      <a:pt x="37200" y="11336"/>
                      <a:pt x="37200" y="11337"/>
                      <a:pt x="37200" y="11337"/>
                    </a:cubicBezTo>
                    <a:lnTo>
                      <a:pt x="37200" y="11337"/>
                    </a:lnTo>
                    <a:cubicBezTo>
                      <a:pt x="37482" y="12285"/>
                      <a:pt x="37696" y="13256"/>
                      <a:pt x="37911" y="14227"/>
                    </a:cubicBezTo>
                    <a:cubicBezTo>
                      <a:pt x="38470" y="16813"/>
                      <a:pt x="38894" y="19428"/>
                      <a:pt x="39199" y="22054"/>
                    </a:cubicBezTo>
                    <a:cubicBezTo>
                      <a:pt x="39430" y="24017"/>
                      <a:pt x="39597" y="25981"/>
                      <a:pt x="39700" y="27955"/>
                    </a:cubicBezTo>
                    <a:lnTo>
                      <a:pt x="296" y="27955"/>
                    </a:lnTo>
                    <a:cubicBezTo>
                      <a:pt x="479" y="24411"/>
                      <a:pt x="867" y="20878"/>
                      <a:pt x="1469" y="17389"/>
                    </a:cubicBezTo>
                    <a:cubicBezTo>
                      <a:pt x="1796" y="15514"/>
                      <a:pt x="2175" y="13639"/>
                      <a:pt x="2660" y="11804"/>
                    </a:cubicBezTo>
                    <a:cubicBezTo>
                      <a:pt x="2835" y="11160"/>
                      <a:pt x="3067" y="10590"/>
                      <a:pt x="3394" y="10008"/>
                    </a:cubicBezTo>
                    <a:cubicBezTo>
                      <a:pt x="4569" y="7907"/>
                      <a:pt x="6399" y="6213"/>
                      <a:pt x="8420" y="4937"/>
                    </a:cubicBezTo>
                    <a:cubicBezTo>
                      <a:pt x="9189" y="4457"/>
                      <a:pt x="9985" y="4033"/>
                      <a:pt x="10804" y="3655"/>
                    </a:cubicBezTo>
                    <a:cubicBezTo>
                      <a:pt x="11662" y="3259"/>
                      <a:pt x="12498" y="2813"/>
                      <a:pt x="13305" y="2322"/>
                    </a:cubicBezTo>
                    <a:cubicBezTo>
                      <a:pt x="14276" y="1740"/>
                      <a:pt x="15214" y="1098"/>
                      <a:pt x="16098" y="390"/>
                    </a:cubicBezTo>
                    <a:close/>
                    <a:moveTo>
                      <a:pt x="16191" y="1"/>
                    </a:moveTo>
                    <a:cubicBezTo>
                      <a:pt x="16112" y="1"/>
                      <a:pt x="16050" y="63"/>
                      <a:pt x="15994" y="114"/>
                    </a:cubicBezTo>
                    <a:cubicBezTo>
                      <a:pt x="15881" y="204"/>
                      <a:pt x="15762" y="295"/>
                      <a:pt x="15649" y="385"/>
                    </a:cubicBezTo>
                    <a:cubicBezTo>
                      <a:pt x="15180" y="746"/>
                      <a:pt x="14695" y="1091"/>
                      <a:pt x="14203" y="1418"/>
                    </a:cubicBezTo>
                    <a:cubicBezTo>
                      <a:pt x="13497" y="1893"/>
                      <a:pt x="12763" y="2333"/>
                      <a:pt x="12012" y="2734"/>
                    </a:cubicBezTo>
                    <a:cubicBezTo>
                      <a:pt x="11159" y="3197"/>
                      <a:pt x="10267" y="3570"/>
                      <a:pt x="9420" y="4033"/>
                    </a:cubicBezTo>
                    <a:cubicBezTo>
                      <a:pt x="7076" y="5298"/>
                      <a:pt x="4925" y="7049"/>
                      <a:pt x="3479" y="9308"/>
                    </a:cubicBezTo>
                    <a:cubicBezTo>
                      <a:pt x="3061" y="9968"/>
                      <a:pt x="2683" y="10674"/>
                      <a:pt x="2468" y="11437"/>
                    </a:cubicBezTo>
                    <a:cubicBezTo>
                      <a:pt x="2022" y="13041"/>
                      <a:pt x="1683" y="14678"/>
                      <a:pt x="1378" y="16316"/>
                    </a:cubicBezTo>
                    <a:cubicBezTo>
                      <a:pt x="746" y="19704"/>
                      <a:pt x="322" y="23132"/>
                      <a:pt x="96" y="26566"/>
                    </a:cubicBezTo>
                    <a:cubicBezTo>
                      <a:pt x="62" y="27074"/>
                      <a:pt x="29" y="27588"/>
                      <a:pt x="6" y="28096"/>
                    </a:cubicBezTo>
                    <a:cubicBezTo>
                      <a:pt x="0" y="28170"/>
                      <a:pt x="74" y="28238"/>
                      <a:pt x="147" y="28238"/>
                    </a:cubicBezTo>
                    <a:lnTo>
                      <a:pt x="39848" y="28238"/>
                    </a:lnTo>
                    <a:cubicBezTo>
                      <a:pt x="39921" y="28238"/>
                      <a:pt x="39989" y="28170"/>
                      <a:pt x="39989" y="28096"/>
                    </a:cubicBezTo>
                    <a:cubicBezTo>
                      <a:pt x="39820" y="24731"/>
                      <a:pt x="39464" y="21376"/>
                      <a:pt x="38922" y="18050"/>
                    </a:cubicBezTo>
                    <a:cubicBezTo>
                      <a:pt x="38600" y="16096"/>
                      <a:pt x="38216" y="14142"/>
                      <a:pt x="37730" y="12216"/>
                    </a:cubicBezTo>
                    <a:cubicBezTo>
                      <a:pt x="37651" y="11900"/>
                      <a:pt x="37566" y="11578"/>
                      <a:pt x="37470" y="11262"/>
                    </a:cubicBezTo>
                    <a:cubicBezTo>
                      <a:pt x="37369" y="10900"/>
                      <a:pt x="37205" y="10550"/>
                      <a:pt x="37036" y="10223"/>
                    </a:cubicBezTo>
                    <a:cubicBezTo>
                      <a:pt x="36589" y="9347"/>
                      <a:pt x="36019" y="8540"/>
                      <a:pt x="35381" y="7800"/>
                    </a:cubicBezTo>
                    <a:cubicBezTo>
                      <a:pt x="34387" y="6654"/>
                      <a:pt x="33212" y="5671"/>
                      <a:pt x="31947" y="4841"/>
                    </a:cubicBezTo>
                    <a:cubicBezTo>
                      <a:pt x="31112" y="4299"/>
                      <a:pt x="30236" y="3830"/>
                      <a:pt x="29333" y="3412"/>
                    </a:cubicBezTo>
                    <a:cubicBezTo>
                      <a:pt x="28412" y="2983"/>
                      <a:pt x="27514" y="2497"/>
                      <a:pt x="26644" y="1966"/>
                    </a:cubicBezTo>
                    <a:cubicBezTo>
                      <a:pt x="25933" y="1531"/>
                      <a:pt x="25244" y="1063"/>
                      <a:pt x="24578" y="566"/>
                    </a:cubicBezTo>
                    <a:cubicBezTo>
                      <a:pt x="24402" y="430"/>
                      <a:pt x="24227" y="295"/>
                      <a:pt x="24052" y="159"/>
                    </a:cubicBezTo>
                    <a:cubicBezTo>
                      <a:pt x="23985" y="103"/>
                      <a:pt x="23894" y="1"/>
                      <a:pt x="23798" y="1"/>
                    </a:cubicBezTo>
                    <a:cubicBezTo>
                      <a:pt x="23742" y="1"/>
                      <a:pt x="23674" y="46"/>
                      <a:pt x="23663" y="103"/>
                    </a:cubicBezTo>
                    <a:cubicBezTo>
                      <a:pt x="23403" y="1430"/>
                      <a:pt x="23137" y="2757"/>
                      <a:pt x="22872" y="4078"/>
                    </a:cubicBezTo>
                    <a:cubicBezTo>
                      <a:pt x="22850" y="4182"/>
                      <a:pt x="22830" y="4288"/>
                      <a:pt x="22809" y="4394"/>
                    </a:cubicBezTo>
                    <a:lnTo>
                      <a:pt x="22809" y="4394"/>
                    </a:lnTo>
                    <a:cubicBezTo>
                      <a:pt x="22024" y="3610"/>
                      <a:pt x="21240" y="2830"/>
                      <a:pt x="20455" y="2045"/>
                    </a:cubicBezTo>
                    <a:cubicBezTo>
                      <a:pt x="20336" y="1927"/>
                      <a:pt x="20218" y="1808"/>
                      <a:pt x="20094" y="1690"/>
                    </a:cubicBezTo>
                    <a:cubicBezTo>
                      <a:pt x="20068" y="1661"/>
                      <a:pt x="20033" y="1647"/>
                      <a:pt x="19997" y="1647"/>
                    </a:cubicBezTo>
                    <a:cubicBezTo>
                      <a:pt x="19961" y="1647"/>
                      <a:pt x="19924" y="1661"/>
                      <a:pt x="19896" y="1690"/>
                    </a:cubicBezTo>
                    <a:cubicBezTo>
                      <a:pt x="19049" y="2531"/>
                      <a:pt x="18202" y="3378"/>
                      <a:pt x="17355" y="4225"/>
                    </a:cubicBezTo>
                    <a:cubicBezTo>
                      <a:pt x="17298" y="4281"/>
                      <a:pt x="17242" y="4338"/>
                      <a:pt x="17186" y="4394"/>
                    </a:cubicBezTo>
                    <a:lnTo>
                      <a:pt x="17186" y="4394"/>
                    </a:lnTo>
                    <a:lnTo>
                      <a:pt x="16440" y="667"/>
                    </a:lnTo>
                    <a:cubicBezTo>
                      <a:pt x="16406" y="481"/>
                      <a:pt x="16366" y="289"/>
                      <a:pt x="16327" y="103"/>
                    </a:cubicBezTo>
                    <a:cubicBezTo>
                      <a:pt x="16315" y="46"/>
                      <a:pt x="16253" y="1"/>
                      <a:pt x="16191"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98" name="Google Shape;2098;p68"/>
              <p:cNvSpPr/>
              <p:nvPr/>
            </p:nvSpPr>
            <p:spPr>
              <a:xfrm>
                <a:off x="4645925" y="1903625"/>
                <a:ext cx="198325" cy="122200"/>
              </a:xfrm>
              <a:custGeom>
                <a:avLst/>
                <a:gdLst/>
                <a:ahLst/>
                <a:cxnLst/>
                <a:rect l="l" t="t" r="r" b="b"/>
                <a:pathLst>
                  <a:path w="7933" h="4888" extrusionOk="0">
                    <a:moveTo>
                      <a:pt x="7609" y="284"/>
                    </a:moveTo>
                    <a:lnTo>
                      <a:pt x="7340" y="1639"/>
                    </a:lnTo>
                    <a:cubicBezTo>
                      <a:pt x="7170" y="2469"/>
                      <a:pt x="7006" y="3299"/>
                      <a:pt x="6843" y="4129"/>
                    </a:cubicBezTo>
                    <a:cubicBezTo>
                      <a:pt x="6820" y="4239"/>
                      <a:pt x="6797" y="4351"/>
                      <a:pt x="6775" y="4462"/>
                    </a:cubicBezTo>
                    <a:lnTo>
                      <a:pt x="6775" y="4462"/>
                    </a:lnTo>
                    <a:cubicBezTo>
                      <a:pt x="6509" y="4197"/>
                      <a:pt x="6244" y="3932"/>
                      <a:pt x="5979" y="3666"/>
                    </a:cubicBezTo>
                    <a:cubicBezTo>
                      <a:pt x="5459" y="3152"/>
                      <a:pt x="4940" y="2633"/>
                      <a:pt x="4420" y="2113"/>
                    </a:cubicBezTo>
                    <a:cubicBezTo>
                      <a:pt x="4301" y="1995"/>
                      <a:pt x="4183" y="1876"/>
                      <a:pt x="4059" y="1758"/>
                    </a:cubicBezTo>
                    <a:cubicBezTo>
                      <a:pt x="4033" y="1729"/>
                      <a:pt x="3998" y="1715"/>
                      <a:pt x="3962" y="1715"/>
                    </a:cubicBezTo>
                    <a:cubicBezTo>
                      <a:pt x="3926" y="1715"/>
                      <a:pt x="3889" y="1729"/>
                      <a:pt x="3861" y="1758"/>
                    </a:cubicBezTo>
                    <a:cubicBezTo>
                      <a:pt x="3533" y="2085"/>
                      <a:pt x="3206" y="2407"/>
                      <a:pt x="2878" y="2735"/>
                    </a:cubicBezTo>
                    <a:cubicBezTo>
                      <a:pt x="2359" y="3254"/>
                      <a:pt x="1839" y="3774"/>
                      <a:pt x="1325" y="4288"/>
                    </a:cubicBezTo>
                    <a:cubicBezTo>
                      <a:pt x="1266" y="4344"/>
                      <a:pt x="1208" y="4402"/>
                      <a:pt x="1150" y="4460"/>
                    </a:cubicBezTo>
                    <a:lnTo>
                      <a:pt x="1150" y="4460"/>
                    </a:lnTo>
                    <a:cubicBezTo>
                      <a:pt x="1061" y="4019"/>
                      <a:pt x="975" y="3577"/>
                      <a:pt x="885" y="3135"/>
                    </a:cubicBezTo>
                    <a:cubicBezTo>
                      <a:pt x="721" y="2317"/>
                      <a:pt x="557" y="1492"/>
                      <a:pt x="393" y="673"/>
                    </a:cubicBezTo>
                    <a:cubicBezTo>
                      <a:pt x="366" y="542"/>
                      <a:pt x="342" y="413"/>
                      <a:pt x="317" y="284"/>
                    </a:cubicBezTo>
                    <a:close/>
                    <a:moveTo>
                      <a:pt x="160" y="0"/>
                    </a:moveTo>
                    <a:cubicBezTo>
                      <a:pt x="154" y="0"/>
                      <a:pt x="148" y="1"/>
                      <a:pt x="143" y="1"/>
                    </a:cubicBezTo>
                    <a:lnTo>
                      <a:pt x="143" y="1"/>
                    </a:lnTo>
                    <a:cubicBezTo>
                      <a:pt x="84" y="2"/>
                      <a:pt x="44" y="33"/>
                      <a:pt x="24" y="74"/>
                    </a:cubicBezTo>
                    <a:lnTo>
                      <a:pt x="24" y="74"/>
                    </a:lnTo>
                    <a:cubicBezTo>
                      <a:pt x="8" y="102"/>
                      <a:pt x="0" y="137"/>
                      <a:pt x="9" y="176"/>
                    </a:cubicBezTo>
                    <a:cubicBezTo>
                      <a:pt x="111" y="690"/>
                      <a:pt x="213" y="1198"/>
                      <a:pt x="314" y="1712"/>
                    </a:cubicBezTo>
                    <a:lnTo>
                      <a:pt x="811" y="4203"/>
                    </a:lnTo>
                    <a:cubicBezTo>
                      <a:pt x="851" y="4400"/>
                      <a:pt x="890" y="4592"/>
                      <a:pt x="924" y="4784"/>
                    </a:cubicBezTo>
                    <a:cubicBezTo>
                      <a:pt x="938" y="4851"/>
                      <a:pt x="1001" y="4888"/>
                      <a:pt x="1062" y="4888"/>
                    </a:cubicBezTo>
                    <a:cubicBezTo>
                      <a:pt x="1099" y="4888"/>
                      <a:pt x="1136" y="4874"/>
                      <a:pt x="1161" y="4847"/>
                    </a:cubicBezTo>
                    <a:cubicBezTo>
                      <a:pt x="1489" y="4519"/>
                      <a:pt x="1817" y="4192"/>
                      <a:pt x="2144" y="3870"/>
                    </a:cubicBezTo>
                    <a:cubicBezTo>
                      <a:pt x="2664" y="3350"/>
                      <a:pt x="3183" y="2831"/>
                      <a:pt x="3703" y="2317"/>
                    </a:cubicBezTo>
                    <a:lnTo>
                      <a:pt x="3961" y="2055"/>
                    </a:lnTo>
                    <a:lnTo>
                      <a:pt x="3961" y="2055"/>
                    </a:lnTo>
                    <a:cubicBezTo>
                      <a:pt x="4255" y="2349"/>
                      <a:pt x="4549" y="2643"/>
                      <a:pt x="4844" y="2938"/>
                    </a:cubicBezTo>
                    <a:cubicBezTo>
                      <a:pt x="5363" y="3452"/>
                      <a:pt x="5883" y="3971"/>
                      <a:pt x="6402" y="4491"/>
                    </a:cubicBezTo>
                    <a:cubicBezTo>
                      <a:pt x="6521" y="4609"/>
                      <a:pt x="6639" y="4728"/>
                      <a:pt x="6764" y="4847"/>
                    </a:cubicBezTo>
                    <a:cubicBezTo>
                      <a:pt x="6789" y="4874"/>
                      <a:pt x="6826" y="4888"/>
                      <a:pt x="6863" y="4888"/>
                    </a:cubicBezTo>
                    <a:cubicBezTo>
                      <a:pt x="6924" y="4888"/>
                      <a:pt x="6985" y="4851"/>
                      <a:pt x="6995" y="4784"/>
                    </a:cubicBezTo>
                    <a:cubicBezTo>
                      <a:pt x="7102" y="4259"/>
                      <a:pt x="7204" y="3734"/>
                      <a:pt x="7311" y="3209"/>
                    </a:cubicBezTo>
                    <a:cubicBezTo>
                      <a:pt x="7475" y="2390"/>
                      <a:pt x="7639" y="1571"/>
                      <a:pt x="7803" y="747"/>
                    </a:cubicBezTo>
                    <a:cubicBezTo>
                      <a:pt x="7842" y="560"/>
                      <a:pt x="7876" y="368"/>
                      <a:pt x="7916" y="176"/>
                    </a:cubicBezTo>
                    <a:cubicBezTo>
                      <a:pt x="7933" y="86"/>
                      <a:pt x="7876" y="1"/>
                      <a:pt x="7780" y="1"/>
                    </a:cubicBezTo>
                    <a:lnTo>
                      <a:pt x="177" y="1"/>
                    </a:lnTo>
                    <a:cubicBezTo>
                      <a:pt x="171" y="1"/>
                      <a:pt x="166" y="0"/>
                      <a:pt x="160"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099" name="Google Shape;2099;p68"/>
            <p:cNvGrpSpPr/>
            <p:nvPr/>
          </p:nvGrpSpPr>
          <p:grpSpPr>
            <a:xfrm>
              <a:off x="5995985" y="3111173"/>
              <a:ext cx="1410324" cy="1721268"/>
              <a:chOff x="5687100" y="3067925"/>
              <a:chExt cx="999875" cy="1220325"/>
            </a:xfrm>
          </p:grpSpPr>
          <p:sp>
            <p:nvSpPr>
              <p:cNvPr id="2100" name="Google Shape;2100;p68"/>
              <p:cNvSpPr/>
              <p:nvPr/>
            </p:nvSpPr>
            <p:spPr>
              <a:xfrm>
                <a:off x="6088625" y="3125875"/>
                <a:ext cx="335625" cy="463525"/>
              </a:xfrm>
              <a:custGeom>
                <a:avLst/>
                <a:gdLst/>
                <a:ahLst/>
                <a:cxnLst/>
                <a:rect l="l" t="t" r="r" b="b"/>
                <a:pathLst>
                  <a:path w="13425" h="18541" extrusionOk="0">
                    <a:moveTo>
                      <a:pt x="2576" y="413"/>
                    </a:moveTo>
                    <a:cubicBezTo>
                      <a:pt x="4087" y="770"/>
                      <a:pt x="5639" y="1008"/>
                      <a:pt x="7193" y="1008"/>
                    </a:cubicBezTo>
                    <a:cubicBezTo>
                      <a:pt x="7286" y="1008"/>
                      <a:pt x="7379" y="1007"/>
                      <a:pt x="7472" y="1005"/>
                    </a:cubicBezTo>
                    <a:cubicBezTo>
                      <a:pt x="8387" y="988"/>
                      <a:pt x="9330" y="898"/>
                      <a:pt x="10211" y="621"/>
                    </a:cubicBezTo>
                    <a:cubicBezTo>
                      <a:pt x="10317" y="587"/>
                      <a:pt x="10427" y="553"/>
                      <a:pt x="10533" y="509"/>
                    </a:cubicBezTo>
                    <a:lnTo>
                      <a:pt x="10533" y="509"/>
                    </a:lnTo>
                    <a:cubicBezTo>
                      <a:pt x="11133" y="1297"/>
                      <a:pt x="11448" y="2259"/>
                      <a:pt x="11453" y="3247"/>
                    </a:cubicBezTo>
                    <a:cubicBezTo>
                      <a:pt x="11453" y="3812"/>
                      <a:pt x="11453" y="4377"/>
                      <a:pt x="11453" y="4941"/>
                    </a:cubicBezTo>
                    <a:cubicBezTo>
                      <a:pt x="11453" y="5150"/>
                      <a:pt x="11442" y="5365"/>
                      <a:pt x="11453" y="5574"/>
                    </a:cubicBezTo>
                    <a:cubicBezTo>
                      <a:pt x="11453" y="5647"/>
                      <a:pt x="11487" y="5681"/>
                      <a:pt x="11538" y="5726"/>
                    </a:cubicBezTo>
                    <a:lnTo>
                      <a:pt x="11815" y="5941"/>
                    </a:lnTo>
                    <a:lnTo>
                      <a:pt x="12594" y="6557"/>
                    </a:lnTo>
                    <a:cubicBezTo>
                      <a:pt x="12752" y="6686"/>
                      <a:pt x="12978" y="6816"/>
                      <a:pt x="13040" y="7020"/>
                    </a:cubicBezTo>
                    <a:cubicBezTo>
                      <a:pt x="13097" y="7200"/>
                      <a:pt x="13034" y="7392"/>
                      <a:pt x="12899" y="7522"/>
                    </a:cubicBezTo>
                    <a:cubicBezTo>
                      <a:pt x="12775" y="7641"/>
                      <a:pt x="12611" y="7675"/>
                      <a:pt x="12441" y="7675"/>
                    </a:cubicBezTo>
                    <a:cubicBezTo>
                      <a:pt x="12344" y="7677"/>
                      <a:pt x="12246" y="7677"/>
                      <a:pt x="12149" y="7677"/>
                    </a:cubicBezTo>
                    <a:cubicBezTo>
                      <a:pt x="11955" y="7677"/>
                      <a:pt x="11762" y="7675"/>
                      <a:pt x="11566" y="7675"/>
                    </a:cubicBezTo>
                    <a:cubicBezTo>
                      <a:pt x="11487" y="7675"/>
                      <a:pt x="11436" y="7743"/>
                      <a:pt x="11425" y="7816"/>
                    </a:cubicBezTo>
                    <a:cubicBezTo>
                      <a:pt x="11272" y="9589"/>
                      <a:pt x="10307" y="11233"/>
                      <a:pt x="8833" y="12232"/>
                    </a:cubicBezTo>
                    <a:cubicBezTo>
                      <a:pt x="8421" y="12515"/>
                      <a:pt x="7974" y="12740"/>
                      <a:pt x="7511" y="12910"/>
                    </a:cubicBezTo>
                    <a:cubicBezTo>
                      <a:pt x="7449" y="12932"/>
                      <a:pt x="7404" y="12983"/>
                      <a:pt x="7404" y="13045"/>
                    </a:cubicBezTo>
                    <a:lnTo>
                      <a:pt x="7404" y="14858"/>
                    </a:lnTo>
                    <a:lnTo>
                      <a:pt x="7404" y="17738"/>
                    </a:lnTo>
                    <a:lnTo>
                      <a:pt x="7404" y="18258"/>
                    </a:lnTo>
                    <a:lnTo>
                      <a:pt x="283" y="18258"/>
                    </a:lnTo>
                    <a:lnTo>
                      <a:pt x="283" y="16710"/>
                    </a:lnTo>
                    <a:lnTo>
                      <a:pt x="283" y="14022"/>
                    </a:lnTo>
                    <a:lnTo>
                      <a:pt x="283" y="13407"/>
                    </a:lnTo>
                    <a:lnTo>
                      <a:pt x="283" y="11746"/>
                    </a:lnTo>
                    <a:lnTo>
                      <a:pt x="283" y="10809"/>
                    </a:lnTo>
                    <a:lnTo>
                      <a:pt x="283" y="8618"/>
                    </a:lnTo>
                    <a:lnTo>
                      <a:pt x="283" y="6348"/>
                    </a:lnTo>
                    <a:lnTo>
                      <a:pt x="283" y="5534"/>
                    </a:lnTo>
                    <a:cubicBezTo>
                      <a:pt x="283" y="5446"/>
                      <a:pt x="290" y="5353"/>
                      <a:pt x="290" y="5262"/>
                    </a:cubicBezTo>
                    <a:lnTo>
                      <a:pt x="290" y="5262"/>
                    </a:lnTo>
                    <a:cubicBezTo>
                      <a:pt x="1181" y="5260"/>
                      <a:pt x="2087" y="4819"/>
                      <a:pt x="2649" y="4145"/>
                    </a:cubicBezTo>
                    <a:cubicBezTo>
                      <a:pt x="3276" y="3394"/>
                      <a:pt x="3496" y="2361"/>
                      <a:pt x="3180" y="1429"/>
                    </a:cubicBezTo>
                    <a:cubicBezTo>
                      <a:pt x="3050" y="1048"/>
                      <a:pt x="2842" y="706"/>
                      <a:pt x="2576" y="413"/>
                    </a:cubicBezTo>
                    <a:close/>
                    <a:moveTo>
                      <a:pt x="2079" y="1"/>
                    </a:moveTo>
                    <a:cubicBezTo>
                      <a:pt x="1944" y="1"/>
                      <a:pt x="1897" y="183"/>
                      <a:pt x="2011" y="265"/>
                    </a:cubicBezTo>
                    <a:cubicBezTo>
                      <a:pt x="2762" y="847"/>
                      <a:pt x="3180" y="1807"/>
                      <a:pt x="3005" y="2750"/>
                    </a:cubicBezTo>
                    <a:cubicBezTo>
                      <a:pt x="2858" y="3575"/>
                      <a:pt x="2310" y="4269"/>
                      <a:pt x="1570" y="4648"/>
                    </a:cubicBezTo>
                    <a:cubicBezTo>
                      <a:pt x="1180" y="4853"/>
                      <a:pt x="720" y="4979"/>
                      <a:pt x="275" y="4979"/>
                    </a:cubicBezTo>
                    <a:cubicBezTo>
                      <a:pt x="230" y="4979"/>
                      <a:pt x="186" y="4978"/>
                      <a:pt x="142" y="4975"/>
                    </a:cubicBezTo>
                    <a:cubicBezTo>
                      <a:pt x="139" y="4975"/>
                      <a:pt x="136" y="4975"/>
                      <a:pt x="134" y="4975"/>
                    </a:cubicBezTo>
                    <a:cubicBezTo>
                      <a:pt x="63" y="4975"/>
                      <a:pt x="0" y="5046"/>
                      <a:pt x="0" y="5117"/>
                    </a:cubicBezTo>
                    <a:lnTo>
                      <a:pt x="0" y="6116"/>
                    </a:lnTo>
                    <a:lnTo>
                      <a:pt x="0" y="8324"/>
                    </a:lnTo>
                    <a:lnTo>
                      <a:pt x="0" y="10589"/>
                    </a:lnTo>
                    <a:lnTo>
                      <a:pt x="0" y="11735"/>
                    </a:lnTo>
                    <a:lnTo>
                      <a:pt x="0" y="13339"/>
                    </a:lnTo>
                    <a:lnTo>
                      <a:pt x="0" y="13407"/>
                    </a:lnTo>
                    <a:lnTo>
                      <a:pt x="0" y="15095"/>
                    </a:lnTo>
                    <a:lnTo>
                      <a:pt x="0" y="17783"/>
                    </a:lnTo>
                    <a:lnTo>
                      <a:pt x="0" y="18399"/>
                    </a:lnTo>
                    <a:cubicBezTo>
                      <a:pt x="0" y="18472"/>
                      <a:pt x="68" y="18540"/>
                      <a:pt x="142" y="18540"/>
                    </a:cubicBezTo>
                    <a:lnTo>
                      <a:pt x="7545" y="18540"/>
                    </a:lnTo>
                    <a:cubicBezTo>
                      <a:pt x="7591" y="18540"/>
                      <a:pt x="7626" y="18522"/>
                      <a:pt x="7649" y="18494"/>
                    </a:cubicBezTo>
                    <a:lnTo>
                      <a:pt x="7649" y="18494"/>
                    </a:lnTo>
                    <a:cubicBezTo>
                      <a:pt x="7672" y="18472"/>
                      <a:pt x="7686" y="18440"/>
                      <a:pt x="7686" y="18399"/>
                    </a:cubicBezTo>
                    <a:lnTo>
                      <a:pt x="7686" y="16586"/>
                    </a:lnTo>
                    <a:lnTo>
                      <a:pt x="7686" y="13706"/>
                    </a:lnTo>
                    <a:lnTo>
                      <a:pt x="7686" y="13143"/>
                    </a:lnTo>
                    <a:lnTo>
                      <a:pt x="7686" y="13143"/>
                    </a:lnTo>
                    <a:cubicBezTo>
                      <a:pt x="9390" y="12494"/>
                      <a:pt x="10754" y="11114"/>
                      <a:pt x="11374" y="9386"/>
                    </a:cubicBezTo>
                    <a:cubicBezTo>
                      <a:pt x="11534" y="8922"/>
                      <a:pt x="11642" y="8445"/>
                      <a:pt x="11694" y="7957"/>
                    </a:cubicBezTo>
                    <a:lnTo>
                      <a:pt x="12408" y="7957"/>
                    </a:lnTo>
                    <a:cubicBezTo>
                      <a:pt x="12780" y="7957"/>
                      <a:pt x="13136" y="7805"/>
                      <a:pt x="13289" y="7438"/>
                    </a:cubicBezTo>
                    <a:cubicBezTo>
                      <a:pt x="13424" y="7104"/>
                      <a:pt x="13294" y="6760"/>
                      <a:pt x="13023" y="6540"/>
                    </a:cubicBezTo>
                    <a:cubicBezTo>
                      <a:pt x="12792" y="6353"/>
                      <a:pt x="12560" y="6173"/>
                      <a:pt x="12328" y="5986"/>
                    </a:cubicBezTo>
                    <a:cubicBezTo>
                      <a:pt x="12129" y="5834"/>
                      <a:pt x="11934" y="5677"/>
                      <a:pt x="11736" y="5524"/>
                    </a:cubicBezTo>
                    <a:lnTo>
                      <a:pt x="11736" y="5524"/>
                    </a:lnTo>
                    <a:lnTo>
                      <a:pt x="11736" y="4010"/>
                    </a:lnTo>
                    <a:cubicBezTo>
                      <a:pt x="11736" y="3309"/>
                      <a:pt x="11752" y="2615"/>
                      <a:pt x="11555" y="1931"/>
                    </a:cubicBezTo>
                    <a:cubicBezTo>
                      <a:pt x="11380" y="1299"/>
                      <a:pt x="11063" y="712"/>
                      <a:pt x="10646" y="203"/>
                    </a:cubicBezTo>
                    <a:cubicBezTo>
                      <a:pt x="10618" y="168"/>
                      <a:pt x="10585" y="154"/>
                      <a:pt x="10554" y="154"/>
                    </a:cubicBezTo>
                    <a:cubicBezTo>
                      <a:pt x="10500" y="154"/>
                      <a:pt x="10448" y="196"/>
                      <a:pt x="10425" y="251"/>
                    </a:cubicBezTo>
                    <a:lnTo>
                      <a:pt x="10425" y="251"/>
                    </a:lnTo>
                    <a:cubicBezTo>
                      <a:pt x="10354" y="277"/>
                      <a:pt x="10282" y="302"/>
                      <a:pt x="10211" y="328"/>
                    </a:cubicBezTo>
                    <a:cubicBezTo>
                      <a:pt x="9906" y="429"/>
                      <a:pt x="9590" y="503"/>
                      <a:pt x="9273" y="559"/>
                    </a:cubicBezTo>
                    <a:cubicBezTo>
                      <a:pt x="8601" y="680"/>
                      <a:pt x="7916" y="730"/>
                      <a:pt x="7231" y="730"/>
                    </a:cubicBezTo>
                    <a:cubicBezTo>
                      <a:pt x="6638" y="730"/>
                      <a:pt x="6045" y="693"/>
                      <a:pt x="5461" y="633"/>
                    </a:cubicBezTo>
                    <a:cubicBezTo>
                      <a:pt x="4332" y="514"/>
                      <a:pt x="3214" y="294"/>
                      <a:pt x="2118" y="6"/>
                    </a:cubicBezTo>
                    <a:cubicBezTo>
                      <a:pt x="2104" y="2"/>
                      <a:pt x="2091" y="1"/>
                      <a:pt x="2079"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01" name="Google Shape;2101;p68"/>
              <p:cNvSpPr/>
              <p:nvPr/>
            </p:nvSpPr>
            <p:spPr>
              <a:xfrm>
                <a:off x="6301250" y="3317650"/>
                <a:ext cx="80700" cy="37375"/>
              </a:xfrm>
              <a:custGeom>
                <a:avLst/>
                <a:gdLst/>
                <a:ahLst/>
                <a:cxnLst/>
                <a:rect l="l" t="t" r="r" b="b"/>
                <a:pathLst>
                  <a:path w="3228" h="1495" extrusionOk="0">
                    <a:moveTo>
                      <a:pt x="2922" y="286"/>
                    </a:moveTo>
                    <a:cubicBezTo>
                      <a:pt x="2887" y="600"/>
                      <a:pt x="2836" y="917"/>
                      <a:pt x="2736" y="1212"/>
                    </a:cubicBezTo>
                    <a:lnTo>
                      <a:pt x="297" y="1212"/>
                    </a:lnTo>
                    <a:cubicBezTo>
                      <a:pt x="333" y="920"/>
                      <a:pt x="479" y="648"/>
                      <a:pt x="717" y="473"/>
                    </a:cubicBezTo>
                    <a:cubicBezTo>
                      <a:pt x="904" y="337"/>
                      <a:pt x="1113" y="286"/>
                      <a:pt x="1339" y="286"/>
                    </a:cubicBezTo>
                    <a:close/>
                    <a:moveTo>
                      <a:pt x="1531" y="0"/>
                    </a:moveTo>
                    <a:cubicBezTo>
                      <a:pt x="1188" y="0"/>
                      <a:pt x="847" y="28"/>
                      <a:pt x="554" y="247"/>
                    </a:cubicBezTo>
                    <a:cubicBezTo>
                      <a:pt x="204" y="506"/>
                      <a:pt x="12" y="919"/>
                      <a:pt x="6" y="1353"/>
                    </a:cubicBezTo>
                    <a:cubicBezTo>
                      <a:pt x="0" y="1427"/>
                      <a:pt x="68" y="1495"/>
                      <a:pt x="147" y="1495"/>
                    </a:cubicBezTo>
                    <a:lnTo>
                      <a:pt x="2835" y="1495"/>
                    </a:lnTo>
                    <a:cubicBezTo>
                      <a:pt x="2903" y="1495"/>
                      <a:pt x="2954" y="1449"/>
                      <a:pt x="2976" y="1387"/>
                    </a:cubicBezTo>
                    <a:cubicBezTo>
                      <a:pt x="3118" y="998"/>
                      <a:pt x="3174" y="563"/>
                      <a:pt x="3219" y="145"/>
                    </a:cubicBezTo>
                    <a:cubicBezTo>
                      <a:pt x="3227" y="83"/>
                      <a:pt x="3197" y="43"/>
                      <a:pt x="3154" y="25"/>
                    </a:cubicBezTo>
                    <a:lnTo>
                      <a:pt x="3154" y="25"/>
                    </a:lnTo>
                    <a:cubicBezTo>
                      <a:pt x="3133" y="12"/>
                      <a:pt x="3108" y="4"/>
                      <a:pt x="3078" y="4"/>
                    </a:cubicBezTo>
                    <a:lnTo>
                      <a:pt x="1886" y="4"/>
                    </a:lnTo>
                    <a:cubicBezTo>
                      <a:pt x="1769" y="4"/>
                      <a:pt x="1650" y="0"/>
                      <a:pt x="1531"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02" name="Google Shape;2102;p68"/>
              <p:cNvSpPr/>
              <p:nvPr/>
            </p:nvSpPr>
            <p:spPr>
              <a:xfrm>
                <a:off x="5687100" y="3582250"/>
                <a:ext cx="999875" cy="706000"/>
              </a:xfrm>
              <a:custGeom>
                <a:avLst/>
                <a:gdLst/>
                <a:ahLst/>
                <a:cxnLst/>
                <a:rect l="l" t="t" r="r" b="b"/>
                <a:pathLst>
                  <a:path w="39995" h="28240" extrusionOk="0">
                    <a:moveTo>
                      <a:pt x="23767" y="285"/>
                    </a:moveTo>
                    <a:cubicBezTo>
                      <a:pt x="24475" y="882"/>
                      <a:pt x="25246" y="1410"/>
                      <a:pt x="26018" y="1906"/>
                    </a:cubicBezTo>
                    <a:cubicBezTo>
                      <a:pt x="26831" y="2431"/>
                      <a:pt x="27667" y="2911"/>
                      <a:pt x="28531" y="3340"/>
                    </a:cubicBezTo>
                    <a:cubicBezTo>
                      <a:pt x="29417" y="3781"/>
                      <a:pt x="30315" y="4188"/>
                      <a:pt x="31168" y="4696"/>
                    </a:cubicBezTo>
                    <a:cubicBezTo>
                      <a:pt x="33393" y="6017"/>
                      <a:pt x="35426" y="7836"/>
                      <a:pt x="36674" y="10134"/>
                    </a:cubicBezTo>
                    <a:cubicBezTo>
                      <a:pt x="36883" y="10523"/>
                      <a:pt x="37080" y="10912"/>
                      <a:pt x="37199" y="11334"/>
                    </a:cubicBezTo>
                    <a:lnTo>
                      <a:pt x="37199" y="11334"/>
                    </a:lnTo>
                    <a:cubicBezTo>
                      <a:pt x="37199" y="11335"/>
                      <a:pt x="37199" y="11336"/>
                      <a:pt x="37199" y="11337"/>
                    </a:cubicBezTo>
                    <a:cubicBezTo>
                      <a:pt x="37199" y="11337"/>
                      <a:pt x="37199" y="11337"/>
                      <a:pt x="37199" y="11337"/>
                    </a:cubicBezTo>
                    <a:lnTo>
                      <a:pt x="37199" y="11337"/>
                    </a:lnTo>
                    <a:cubicBezTo>
                      <a:pt x="37200" y="11338"/>
                      <a:pt x="37200" y="11339"/>
                      <a:pt x="37200" y="11339"/>
                    </a:cubicBezTo>
                    <a:lnTo>
                      <a:pt x="37200" y="11339"/>
                    </a:lnTo>
                    <a:cubicBezTo>
                      <a:pt x="37482" y="12287"/>
                      <a:pt x="37702" y="13258"/>
                      <a:pt x="37911" y="14228"/>
                    </a:cubicBezTo>
                    <a:cubicBezTo>
                      <a:pt x="38470" y="16815"/>
                      <a:pt x="38894" y="19430"/>
                      <a:pt x="39199" y="22056"/>
                    </a:cubicBezTo>
                    <a:cubicBezTo>
                      <a:pt x="39430" y="24019"/>
                      <a:pt x="39597" y="25983"/>
                      <a:pt x="39700" y="27957"/>
                    </a:cubicBezTo>
                    <a:lnTo>
                      <a:pt x="296" y="27957"/>
                    </a:lnTo>
                    <a:cubicBezTo>
                      <a:pt x="479" y="24413"/>
                      <a:pt x="867" y="20880"/>
                      <a:pt x="1469" y="17385"/>
                    </a:cubicBezTo>
                    <a:cubicBezTo>
                      <a:pt x="1796" y="15510"/>
                      <a:pt x="2175" y="13641"/>
                      <a:pt x="2666" y="11806"/>
                    </a:cubicBezTo>
                    <a:cubicBezTo>
                      <a:pt x="2835" y="11162"/>
                      <a:pt x="3067" y="10592"/>
                      <a:pt x="3394" y="10010"/>
                    </a:cubicBezTo>
                    <a:cubicBezTo>
                      <a:pt x="4569" y="7903"/>
                      <a:pt x="6404" y="6215"/>
                      <a:pt x="8426" y="4939"/>
                    </a:cubicBezTo>
                    <a:cubicBezTo>
                      <a:pt x="9189" y="4459"/>
                      <a:pt x="9985" y="4035"/>
                      <a:pt x="10804" y="3657"/>
                    </a:cubicBezTo>
                    <a:cubicBezTo>
                      <a:pt x="11662" y="3261"/>
                      <a:pt x="12498" y="2815"/>
                      <a:pt x="13305" y="2324"/>
                    </a:cubicBezTo>
                    <a:cubicBezTo>
                      <a:pt x="14294" y="1731"/>
                      <a:pt x="15248" y="1076"/>
                      <a:pt x="16146" y="353"/>
                    </a:cubicBezTo>
                    <a:cubicBezTo>
                      <a:pt x="16173" y="329"/>
                      <a:pt x="16200" y="307"/>
                      <a:pt x="16228" y="285"/>
                    </a:cubicBezTo>
                    <a:close/>
                    <a:moveTo>
                      <a:pt x="16541" y="0"/>
                    </a:moveTo>
                    <a:cubicBezTo>
                      <a:pt x="16440" y="0"/>
                      <a:pt x="16338" y="1"/>
                      <a:pt x="16236" y="3"/>
                    </a:cubicBezTo>
                    <a:cubicBezTo>
                      <a:pt x="16078" y="3"/>
                      <a:pt x="15977" y="127"/>
                      <a:pt x="15858" y="223"/>
                    </a:cubicBezTo>
                    <a:cubicBezTo>
                      <a:pt x="14938" y="957"/>
                      <a:pt x="13955" y="1612"/>
                      <a:pt x="12944" y="2211"/>
                    </a:cubicBezTo>
                    <a:cubicBezTo>
                      <a:pt x="11419" y="3115"/>
                      <a:pt x="9759" y="3764"/>
                      <a:pt x="8257" y="4713"/>
                    </a:cubicBezTo>
                    <a:cubicBezTo>
                      <a:pt x="6286" y="5955"/>
                      <a:pt x="4507" y="7587"/>
                      <a:pt x="3304" y="9598"/>
                    </a:cubicBezTo>
                    <a:cubicBezTo>
                      <a:pt x="2954" y="10179"/>
                      <a:pt x="2649" y="10801"/>
                      <a:pt x="2463" y="11456"/>
                    </a:cubicBezTo>
                    <a:cubicBezTo>
                      <a:pt x="2056" y="12935"/>
                      <a:pt x="1734" y="14437"/>
                      <a:pt x="1446" y="15945"/>
                    </a:cubicBezTo>
                    <a:cubicBezTo>
                      <a:pt x="859" y="19017"/>
                      <a:pt x="446" y="22123"/>
                      <a:pt x="192" y="25241"/>
                    </a:cubicBezTo>
                    <a:cubicBezTo>
                      <a:pt x="113" y="26189"/>
                      <a:pt x="51" y="27144"/>
                      <a:pt x="6" y="28098"/>
                    </a:cubicBezTo>
                    <a:cubicBezTo>
                      <a:pt x="0" y="28172"/>
                      <a:pt x="74" y="28239"/>
                      <a:pt x="147" y="28239"/>
                    </a:cubicBezTo>
                    <a:lnTo>
                      <a:pt x="39848" y="28239"/>
                    </a:lnTo>
                    <a:cubicBezTo>
                      <a:pt x="39921" y="28239"/>
                      <a:pt x="39995" y="28172"/>
                      <a:pt x="39989" y="28098"/>
                    </a:cubicBezTo>
                    <a:cubicBezTo>
                      <a:pt x="39820" y="24732"/>
                      <a:pt x="39464" y="21378"/>
                      <a:pt x="38922" y="18052"/>
                    </a:cubicBezTo>
                    <a:cubicBezTo>
                      <a:pt x="38600" y="16098"/>
                      <a:pt x="38216" y="14144"/>
                      <a:pt x="37730" y="12218"/>
                    </a:cubicBezTo>
                    <a:cubicBezTo>
                      <a:pt x="37651" y="11896"/>
                      <a:pt x="37566" y="11580"/>
                      <a:pt x="37476" y="11258"/>
                    </a:cubicBezTo>
                    <a:cubicBezTo>
                      <a:pt x="37397" y="10987"/>
                      <a:pt x="37273" y="10716"/>
                      <a:pt x="37154" y="10462"/>
                    </a:cubicBezTo>
                    <a:cubicBezTo>
                      <a:pt x="36832" y="9778"/>
                      <a:pt x="36431" y="9140"/>
                      <a:pt x="35980" y="8542"/>
                    </a:cubicBezTo>
                    <a:cubicBezTo>
                      <a:pt x="34308" y="6322"/>
                      <a:pt x="31992" y="4662"/>
                      <a:pt x="29496" y="3487"/>
                    </a:cubicBezTo>
                    <a:cubicBezTo>
                      <a:pt x="28011" y="2793"/>
                      <a:pt x="26588" y="1991"/>
                      <a:pt x="25244" y="1048"/>
                    </a:cubicBezTo>
                    <a:cubicBezTo>
                      <a:pt x="24866" y="782"/>
                      <a:pt x="24498" y="511"/>
                      <a:pt x="24137" y="223"/>
                    </a:cubicBezTo>
                    <a:cubicBezTo>
                      <a:pt x="24069" y="172"/>
                      <a:pt x="24001" y="110"/>
                      <a:pt x="23934" y="59"/>
                    </a:cubicBezTo>
                    <a:cubicBezTo>
                      <a:pt x="23864" y="9"/>
                      <a:pt x="23795" y="1"/>
                      <a:pt x="23718" y="1"/>
                    </a:cubicBezTo>
                    <a:cubicBezTo>
                      <a:pt x="23682" y="1"/>
                      <a:pt x="23645" y="3"/>
                      <a:pt x="23606" y="3"/>
                    </a:cubicBezTo>
                    <a:lnTo>
                      <a:pt x="17151" y="3"/>
                    </a:lnTo>
                    <a:cubicBezTo>
                      <a:pt x="16948" y="3"/>
                      <a:pt x="16745" y="0"/>
                      <a:pt x="16541"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03" name="Google Shape;2103;p68"/>
              <p:cNvSpPr/>
              <p:nvPr/>
            </p:nvSpPr>
            <p:spPr>
              <a:xfrm>
                <a:off x="6258900" y="3189675"/>
                <a:ext cx="108150" cy="100700"/>
              </a:xfrm>
              <a:custGeom>
                <a:avLst/>
                <a:gdLst/>
                <a:ahLst/>
                <a:cxnLst/>
                <a:rect l="l" t="t" r="r" b="b"/>
                <a:pathLst>
                  <a:path w="4326" h="4028" extrusionOk="0">
                    <a:moveTo>
                      <a:pt x="2186" y="283"/>
                    </a:moveTo>
                    <a:cubicBezTo>
                      <a:pt x="2908" y="289"/>
                      <a:pt x="3575" y="746"/>
                      <a:pt x="3818" y="1429"/>
                    </a:cubicBezTo>
                    <a:cubicBezTo>
                      <a:pt x="4060" y="2113"/>
                      <a:pt x="3846" y="2886"/>
                      <a:pt x="3287" y="3355"/>
                    </a:cubicBezTo>
                    <a:cubicBezTo>
                      <a:pt x="2976" y="3615"/>
                      <a:pt x="2583" y="3747"/>
                      <a:pt x="2188" y="3747"/>
                    </a:cubicBezTo>
                    <a:cubicBezTo>
                      <a:pt x="1879" y="3747"/>
                      <a:pt x="1569" y="3666"/>
                      <a:pt x="1299" y="3502"/>
                    </a:cubicBezTo>
                    <a:cubicBezTo>
                      <a:pt x="683" y="3129"/>
                      <a:pt x="345" y="2389"/>
                      <a:pt x="486" y="1684"/>
                    </a:cubicBezTo>
                    <a:cubicBezTo>
                      <a:pt x="649" y="876"/>
                      <a:pt x="1367" y="294"/>
                      <a:pt x="2186" y="283"/>
                    </a:cubicBezTo>
                    <a:close/>
                    <a:moveTo>
                      <a:pt x="2186" y="1"/>
                    </a:moveTo>
                    <a:cubicBezTo>
                      <a:pt x="2184" y="1"/>
                      <a:pt x="2182" y="1"/>
                      <a:pt x="2180" y="1"/>
                    </a:cubicBezTo>
                    <a:lnTo>
                      <a:pt x="2180" y="1"/>
                    </a:lnTo>
                    <a:cubicBezTo>
                      <a:pt x="1347" y="14"/>
                      <a:pt x="592" y="539"/>
                      <a:pt x="299" y="1322"/>
                    </a:cubicBezTo>
                    <a:cubicBezTo>
                      <a:pt x="0" y="2107"/>
                      <a:pt x="254" y="3033"/>
                      <a:pt x="898" y="3564"/>
                    </a:cubicBezTo>
                    <a:cubicBezTo>
                      <a:pt x="1270" y="3869"/>
                      <a:pt x="1733" y="4028"/>
                      <a:pt x="2196" y="4028"/>
                    </a:cubicBezTo>
                    <a:cubicBezTo>
                      <a:pt x="2550" y="4028"/>
                      <a:pt x="2904" y="3935"/>
                      <a:pt x="3219" y="3745"/>
                    </a:cubicBezTo>
                    <a:cubicBezTo>
                      <a:pt x="3948" y="3310"/>
                      <a:pt x="4326" y="2452"/>
                      <a:pt x="4162" y="1627"/>
                    </a:cubicBezTo>
                    <a:cubicBezTo>
                      <a:pt x="3987" y="691"/>
                      <a:pt x="3137" y="14"/>
                      <a:pt x="2190" y="1"/>
                    </a:cubicBezTo>
                    <a:lnTo>
                      <a:pt x="2190" y="1"/>
                    </a:lnTo>
                    <a:cubicBezTo>
                      <a:pt x="2189" y="1"/>
                      <a:pt x="2187" y="1"/>
                      <a:pt x="2186"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04" name="Google Shape;2104;p68"/>
              <p:cNvSpPr/>
              <p:nvPr/>
            </p:nvSpPr>
            <p:spPr>
              <a:xfrm>
                <a:off x="6139025" y="3179100"/>
                <a:ext cx="243275" cy="122000"/>
              </a:xfrm>
              <a:custGeom>
                <a:avLst/>
                <a:gdLst/>
                <a:ahLst/>
                <a:cxnLst/>
                <a:rect l="l" t="t" r="r" b="b"/>
                <a:pathLst>
                  <a:path w="9731" h="4880" extrusionOk="0">
                    <a:moveTo>
                      <a:pt x="6978" y="278"/>
                    </a:moveTo>
                    <a:cubicBezTo>
                      <a:pt x="7697" y="278"/>
                      <a:pt x="8391" y="648"/>
                      <a:pt x="8788" y="1254"/>
                    </a:cubicBezTo>
                    <a:cubicBezTo>
                      <a:pt x="9047" y="1649"/>
                      <a:pt x="9166" y="2112"/>
                      <a:pt x="9138" y="2587"/>
                    </a:cubicBezTo>
                    <a:cubicBezTo>
                      <a:pt x="9134" y="2648"/>
                      <a:pt x="9164" y="2688"/>
                      <a:pt x="9206" y="2708"/>
                    </a:cubicBezTo>
                    <a:lnTo>
                      <a:pt x="9206" y="2708"/>
                    </a:lnTo>
                    <a:cubicBezTo>
                      <a:pt x="9225" y="2720"/>
                      <a:pt x="9250" y="2728"/>
                      <a:pt x="9279" y="2728"/>
                    </a:cubicBezTo>
                    <a:lnTo>
                      <a:pt x="9448" y="2728"/>
                    </a:lnTo>
                    <a:lnTo>
                      <a:pt x="9448" y="2875"/>
                    </a:lnTo>
                    <a:lnTo>
                      <a:pt x="9211" y="2875"/>
                    </a:lnTo>
                    <a:cubicBezTo>
                      <a:pt x="9149" y="2875"/>
                      <a:pt x="9087" y="2920"/>
                      <a:pt x="9076" y="2976"/>
                    </a:cubicBezTo>
                    <a:cubicBezTo>
                      <a:pt x="8850" y="3812"/>
                      <a:pt x="8155" y="4450"/>
                      <a:pt x="7302" y="4580"/>
                    </a:cubicBezTo>
                    <a:cubicBezTo>
                      <a:pt x="7199" y="4596"/>
                      <a:pt x="7096" y="4603"/>
                      <a:pt x="6992" y="4603"/>
                    </a:cubicBezTo>
                    <a:cubicBezTo>
                      <a:pt x="6272" y="4603"/>
                      <a:pt x="5574" y="4233"/>
                      <a:pt x="5179" y="3626"/>
                    </a:cubicBezTo>
                    <a:cubicBezTo>
                      <a:pt x="4908" y="3219"/>
                      <a:pt x="4795" y="2739"/>
                      <a:pt x="4829" y="2253"/>
                    </a:cubicBezTo>
                    <a:cubicBezTo>
                      <a:pt x="4835" y="2180"/>
                      <a:pt x="4761" y="2112"/>
                      <a:pt x="4688" y="2112"/>
                    </a:cubicBezTo>
                    <a:lnTo>
                      <a:pt x="546" y="2112"/>
                    </a:lnTo>
                    <a:cubicBezTo>
                      <a:pt x="588" y="2067"/>
                      <a:pt x="628" y="2020"/>
                      <a:pt x="666" y="1971"/>
                    </a:cubicBezTo>
                    <a:lnTo>
                      <a:pt x="4767" y="1971"/>
                    </a:lnTo>
                    <a:cubicBezTo>
                      <a:pt x="4829" y="1971"/>
                      <a:pt x="4885" y="1926"/>
                      <a:pt x="4902" y="1864"/>
                    </a:cubicBezTo>
                    <a:cubicBezTo>
                      <a:pt x="5134" y="1045"/>
                      <a:pt x="5834" y="418"/>
                      <a:pt x="6681" y="299"/>
                    </a:cubicBezTo>
                    <a:cubicBezTo>
                      <a:pt x="6780" y="285"/>
                      <a:pt x="6879" y="278"/>
                      <a:pt x="6978" y="278"/>
                    </a:cubicBezTo>
                    <a:close/>
                    <a:moveTo>
                      <a:pt x="6987" y="1"/>
                    </a:moveTo>
                    <a:cubicBezTo>
                      <a:pt x="6461" y="1"/>
                      <a:pt x="5936" y="167"/>
                      <a:pt x="5507" y="497"/>
                    </a:cubicBezTo>
                    <a:cubicBezTo>
                      <a:pt x="5111" y="798"/>
                      <a:pt x="4819" y="1216"/>
                      <a:pt x="4663" y="1689"/>
                    </a:cubicBezTo>
                    <a:lnTo>
                      <a:pt x="927" y="1689"/>
                    </a:lnTo>
                    <a:cubicBezTo>
                      <a:pt x="863" y="1689"/>
                      <a:pt x="799" y="1686"/>
                      <a:pt x="735" y="1686"/>
                    </a:cubicBezTo>
                    <a:cubicBezTo>
                      <a:pt x="703" y="1686"/>
                      <a:pt x="671" y="1687"/>
                      <a:pt x="639" y="1689"/>
                    </a:cubicBezTo>
                    <a:cubicBezTo>
                      <a:pt x="624" y="1689"/>
                      <a:pt x="606" y="1686"/>
                      <a:pt x="589" y="1686"/>
                    </a:cubicBezTo>
                    <a:cubicBezTo>
                      <a:pt x="581" y="1686"/>
                      <a:pt x="573" y="1687"/>
                      <a:pt x="565" y="1689"/>
                    </a:cubicBezTo>
                    <a:cubicBezTo>
                      <a:pt x="475" y="1717"/>
                      <a:pt x="401" y="1852"/>
                      <a:pt x="339" y="1920"/>
                    </a:cubicBezTo>
                    <a:cubicBezTo>
                      <a:pt x="260" y="2005"/>
                      <a:pt x="181" y="2084"/>
                      <a:pt x="96" y="2157"/>
                    </a:cubicBezTo>
                    <a:cubicBezTo>
                      <a:pt x="0" y="2236"/>
                      <a:pt x="79" y="2395"/>
                      <a:pt x="192" y="2395"/>
                    </a:cubicBezTo>
                    <a:lnTo>
                      <a:pt x="4541" y="2395"/>
                    </a:lnTo>
                    <a:cubicBezTo>
                      <a:pt x="4529" y="3293"/>
                      <a:pt x="5017" y="4151"/>
                      <a:pt x="5812" y="4586"/>
                    </a:cubicBezTo>
                    <a:cubicBezTo>
                      <a:pt x="6175" y="4783"/>
                      <a:pt x="6576" y="4880"/>
                      <a:pt x="6975" y="4880"/>
                    </a:cubicBezTo>
                    <a:cubicBezTo>
                      <a:pt x="7514" y="4880"/>
                      <a:pt x="8051" y="4704"/>
                      <a:pt x="8488" y="4360"/>
                    </a:cubicBezTo>
                    <a:cubicBezTo>
                      <a:pt x="8879" y="4054"/>
                      <a:pt x="9165" y="3630"/>
                      <a:pt x="9317" y="3157"/>
                    </a:cubicBezTo>
                    <a:lnTo>
                      <a:pt x="9590" y="3157"/>
                    </a:lnTo>
                    <a:cubicBezTo>
                      <a:pt x="9663" y="3157"/>
                      <a:pt x="9731" y="3095"/>
                      <a:pt x="9731" y="3016"/>
                    </a:cubicBezTo>
                    <a:lnTo>
                      <a:pt x="9731" y="2587"/>
                    </a:lnTo>
                    <a:cubicBezTo>
                      <a:pt x="9731" y="2513"/>
                      <a:pt x="9663" y="2445"/>
                      <a:pt x="9590" y="2445"/>
                    </a:cubicBezTo>
                    <a:lnTo>
                      <a:pt x="9425" y="2445"/>
                    </a:lnTo>
                    <a:cubicBezTo>
                      <a:pt x="9430" y="1563"/>
                      <a:pt x="8933" y="717"/>
                      <a:pt x="8155" y="294"/>
                    </a:cubicBezTo>
                    <a:cubicBezTo>
                      <a:pt x="7793" y="98"/>
                      <a:pt x="7390" y="1"/>
                      <a:pt x="6987"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05" name="Google Shape;2105;p68"/>
              <p:cNvSpPr/>
              <p:nvPr/>
            </p:nvSpPr>
            <p:spPr>
              <a:xfrm>
                <a:off x="6260150" y="3189800"/>
                <a:ext cx="108050" cy="100700"/>
              </a:xfrm>
              <a:custGeom>
                <a:avLst/>
                <a:gdLst/>
                <a:ahLst/>
                <a:cxnLst/>
                <a:rect l="l" t="t" r="r" b="b"/>
                <a:pathLst>
                  <a:path w="4322" h="4028" extrusionOk="0">
                    <a:moveTo>
                      <a:pt x="2139" y="282"/>
                    </a:moveTo>
                    <a:cubicBezTo>
                      <a:pt x="2448" y="282"/>
                      <a:pt x="2757" y="363"/>
                      <a:pt x="3028" y="526"/>
                    </a:cubicBezTo>
                    <a:cubicBezTo>
                      <a:pt x="3643" y="899"/>
                      <a:pt x="3982" y="1639"/>
                      <a:pt x="3841" y="2345"/>
                    </a:cubicBezTo>
                    <a:cubicBezTo>
                      <a:pt x="3677" y="3153"/>
                      <a:pt x="2960" y="3734"/>
                      <a:pt x="2136" y="3745"/>
                    </a:cubicBezTo>
                    <a:cubicBezTo>
                      <a:pt x="1418" y="3740"/>
                      <a:pt x="752" y="3282"/>
                      <a:pt x="509" y="2599"/>
                    </a:cubicBezTo>
                    <a:cubicBezTo>
                      <a:pt x="266" y="1916"/>
                      <a:pt x="475" y="1142"/>
                      <a:pt x="1040" y="673"/>
                    </a:cubicBezTo>
                    <a:cubicBezTo>
                      <a:pt x="1350" y="414"/>
                      <a:pt x="1744" y="282"/>
                      <a:pt x="2139" y="282"/>
                    </a:cubicBezTo>
                    <a:close/>
                    <a:moveTo>
                      <a:pt x="2126" y="1"/>
                    </a:moveTo>
                    <a:cubicBezTo>
                      <a:pt x="1772" y="1"/>
                      <a:pt x="1417" y="93"/>
                      <a:pt x="1102" y="284"/>
                    </a:cubicBezTo>
                    <a:cubicBezTo>
                      <a:pt x="379" y="719"/>
                      <a:pt x="1" y="1577"/>
                      <a:pt x="165" y="2401"/>
                    </a:cubicBezTo>
                    <a:cubicBezTo>
                      <a:pt x="339" y="3337"/>
                      <a:pt x="1190" y="4014"/>
                      <a:pt x="2131" y="4028"/>
                    </a:cubicBezTo>
                    <a:lnTo>
                      <a:pt x="2131" y="4028"/>
                    </a:lnTo>
                    <a:cubicBezTo>
                      <a:pt x="2133" y="4028"/>
                      <a:pt x="2134" y="4028"/>
                      <a:pt x="2136" y="4028"/>
                    </a:cubicBezTo>
                    <a:cubicBezTo>
                      <a:pt x="2137" y="4028"/>
                      <a:pt x="2139" y="4028"/>
                      <a:pt x="2141" y="4028"/>
                    </a:cubicBezTo>
                    <a:lnTo>
                      <a:pt x="2141" y="4028"/>
                    </a:lnTo>
                    <a:cubicBezTo>
                      <a:pt x="2980" y="4014"/>
                      <a:pt x="3734" y="3490"/>
                      <a:pt x="4027" y="2706"/>
                    </a:cubicBezTo>
                    <a:cubicBezTo>
                      <a:pt x="4321" y="1921"/>
                      <a:pt x="4073" y="995"/>
                      <a:pt x="3423" y="464"/>
                    </a:cubicBezTo>
                    <a:cubicBezTo>
                      <a:pt x="3055" y="160"/>
                      <a:pt x="2591" y="1"/>
                      <a:pt x="2126"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06" name="Google Shape;2106;p68"/>
              <p:cNvSpPr/>
              <p:nvPr/>
            </p:nvSpPr>
            <p:spPr>
              <a:xfrm>
                <a:off x="5949825" y="3067925"/>
                <a:ext cx="407000" cy="355200"/>
              </a:xfrm>
              <a:custGeom>
                <a:avLst/>
                <a:gdLst/>
                <a:ahLst/>
                <a:cxnLst/>
                <a:rect l="l" t="t" r="r" b="b"/>
                <a:pathLst>
                  <a:path w="16280" h="14208" extrusionOk="0">
                    <a:moveTo>
                      <a:pt x="9000" y="285"/>
                    </a:moveTo>
                    <a:cubicBezTo>
                      <a:pt x="10461" y="285"/>
                      <a:pt x="11941" y="446"/>
                      <a:pt x="13329" y="912"/>
                    </a:cubicBezTo>
                    <a:cubicBezTo>
                      <a:pt x="13713" y="1042"/>
                      <a:pt x="14091" y="1200"/>
                      <a:pt x="14447" y="1386"/>
                    </a:cubicBezTo>
                    <a:cubicBezTo>
                      <a:pt x="14628" y="1477"/>
                      <a:pt x="14808" y="1578"/>
                      <a:pt x="14978" y="1691"/>
                    </a:cubicBezTo>
                    <a:cubicBezTo>
                      <a:pt x="15175" y="1815"/>
                      <a:pt x="15345" y="1962"/>
                      <a:pt x="15526" y="2109"/>
                    </a:cubicBezTo>
                    <a:cubicBezTo>
                      <a:pt x="15667" y="2250"/>
                      <a:pt x="15824" y="2407"/>
                      <a:pt x="15924" y="2586"/>
                    </a:cubicBezTo>
                    <a:lnTo>
                      <a:pt x="15924" y="2586"/>
                    </a:lnTo>
                    <a:cubicBezTo>
                      <a:pt x="15870" y="2607"/>
                      <a:pt x="15817" y="2626"/>
                      <a:pt x="15763" y="2646"/>
                    </a:cubicBezTo>
                    <a:cubicBezTo>
                      <a:pt x="15458" y="2747"/>
                      <a:pt x="15142" y="2821"/>
                      <a:pt x="14825" y="2877"/>
                    </a:cubicBezTo>
                    <a:cubicBezTo>
                      <a:pt x="14153" y="2998"/>
                      <a:pt x="13468" y="3048"/>
                      <a:pt x="12783" y="3048"/>
                    </a:cubicBezTo>
                    <a:cubicBezTo>
                      <a:pt x="12190" y="3048"/>
                      <a:pt x="11597" y="3011"/>
                      <a:pt x="11013" y="2951"/>
                    </a:cubicBezTo>
                    <a:cubicBezTo>
                      <a:pt x="9884" y="2832"/>
                      <a:pt x="8766" y="2612"/>
                      <a:pt x="7670" y="2324"/>
                    </a:cubicBezTo>
                    <a:cubicBezTo>
                      <a:pt x="7656" y="2320"/>
                      <a:pt x="7643" y="2319"/>
                      <a:pt x="7631" y="2319"/>
                    </a:cubicBezTo>
                    <a:cubicBezTo>
                      <a:pt x="7496" y="2319"/>
                      <a:pt x="7449" y="2501"/>
                      <a:pt x="7563" y="2583"/>
                    </a:cubicBezTo>
                    <a:cubicBezTo>
                      <a:pt x="8235" y="3103"/>
                      <a:pt x="8636" y="3922"/>
                      <a:pt x="8591" y="4775"/>
                    </a:cubicBezTo>
                    <a:cubicBezTo>
                      <a:pt x="8545" y="5701"/>
                      <a:pt x="7958" y="6520"/>
                      <a:pt x="7151" y="6949"/>
                    </a:cubicBezTo>
                    <a:cubicBezTo>
                      <a:pt x="6754" y="7165"/>
                      <a:pt x="6282" y="7297"/>
                      <a:pt x="5825" y="7297"/>
                    </a:cubicBezTo>
                    <a:cubicBezTo>
                      <a:pt x="5781" y="7297"/>
                      <a:pt x="5737" y="7296"/>
                      <a:pt x="5694" y="7293"/>
                    </a:cubicBezTo>
                    <a:cubicBezTo>
                      <a:pt x="5691" y="7293"/>
                      <a:pt x="5688" y="7293"/>
                      <a:pt x="5686" y="7293"/>
                    </a:cubicBezTo>
                    <a:cubicBezTo>
                      <a:pt x="5615" y="7293"/>
                      <a:pt x="5552" y="7364"/>
                      <a:pt x="5552" y="7435"/>
                    </a:cubicBezTo>
                    <a:lnTo>
                      <a:pt x="5552" y="9671"/>
                    </a:lnTo>
                    <a:lnTo>
                      <a:pt x="5552" y="13240"/>
                    </a:lnTo>
                    <a:lnTo>
                      <a:pt x="5552" y="13845"/>
                    </a:lnTo>
                    <a:lnTo>
                      <a:pt x="5552" y="13845"/>
                    </a:lnTo>
                    <a:cubicBezTo>
                      <a:pt x="5431" y="13786"/>
                      <a:pt x="5315" y="13727"/>
                      <a:pt x="5202" y="13664"/>
                    </a:cubicBezTo>
                    <a:cubicBezTo>
                      <a:pt x="4745" y="13415"/>
                      <a:pt x="4316" y="13121"/>
                      <a:pt x="3909" y="12794"/>
                    </a:cubicBezTo>
                    <a:cubicBezTo>
                      <a:pt x="3899" y="12786"/>
                      <a:pt x="3888" y="12779"/>
                      <a:pt x="3876" y="12774"/>
                    </a:cubicBezTo>
                    <a:lnTo>
                      <a:pt x="3876" y="12774"/>
                    </a:lnTo>
                    <a:cubicBezTo>
                      <a:pt x="2190" y="11740"/>
                      <a:pt x="1074" y="9946"/>
                      <a:pt x="594" y="8056"/>
                    </a:cubicBezTo>
                    <a:cubicBezTo>
                      <a:pt x="165" y="6345"/>
                      <a:pt x="199" y="4306"/>
                      <a:pt x="1356" y="2877"/>
                    </a:cubicBezTo>
                    <a:cubicBezTo>
                      <a:pt x="2192" y="1849"/>
                      <a:pt x="3423" y="1239"/>
                      <a:pt x="4671" y="872"/>
                    </a:cubicBezTo>
                    <a:cubicBezTo>
                      <a:pt x="4683" y="868"/>
                      <a:pt x="4694" y="863"/>
                      <a:pt x="4704" y="857"/>
                    </a:cubicBezTo>
                    <a:lnTo>
                      <a:pt x="4704" y="857"/>
                    </a:lnTo>
                    <a:cubicBezTo>
                      <a:pt x="6072" y="463"/>
                      <a:pt x="7506" y="291"/>
                      <a:pt x="8924" y="285"/>
                    </a:cubicBezTo>
                    <a:cubicBezTo>
                      <a:pt x="8949" y="285"/>
                      <a:pt x="8975" y="285"/>
                      <a:pt x="9000" y="285"/>
                    </a:cubicBezTo>
                    <a:close/>
                    <a:moveTo>
                      <a:pt x="9024" y="1"/>
                    </a:moveTo>
                    <a:cubicBezTo>
                      <a:pt x="8411" y="1"/>
                      <a:pt x="7798" y="34"/>
                      <a:pt x="7190" y="99"/>
                    </a:cubicBezTo>
                    <a:cubicBezTo>
                      <a:pt x="6315" y="195"/>
                      <a:pt x="5439" y="353"/>
                      <a:pt x="4592" y="596"/>
                    </a:cubicBezTo>
                    <a:cubicBezTo>
                      <a:pt x="4584" y="598"/>
                      <a:pt x="4577" y="601"/>
                      <a:pt x="4570" y="604"/>
                    </a:cubicBezTo>
                    <a:lnTo>
                      <a:pt x="4570" y="604"/>
                    </a:lnTo>
                    <a:cubicBezTo>
                      <a:pt x="3428" y="949"/>
                      <a:pt x="2310" y="1478"/>
                      <a:pt x="1464" y="2329"/>
                    </a:cubicBezTo>
                    <a:cubicBezTo>
                      <a:pt x="769" y="3035"/>
                      <a:pt x="340" y="3922"/>
                      <a:pt x="170" y="4893"/>
                    </a:cubicBezTo>
                    <a:cubicBezTo>
                      <a:pt x="1" y="5831"/>
                      <a:pt x="46" y="6796"/>
                      <a:pt x="233" y="7728"/>
                    </a:cubicBezTo>
                    <a:cubicBezTo>
                      <a:pt x="430" y="8728"/>
                      <a:pt x="809" y="9693"/>
                      <a:pt x="1339" y="10569"/>
                    </a:cubicBezTo>
                    <a:cubicBezTo>
                      <a:pt x="1876" y="11444"/>
                      <a:pt x="2571" y="12223"/>
                      <a:pt x="3418" y="12811"/>
                    </a:cubicBezTo>
                    <a:cubicBezTo>
                      <a:pt x="3525" y="12884"/>
                      <a:pt x="3632" y="12952"/>
                      <a:pt x="3739" y="13019"/>
                    </a:cubicBezTo>
                    <a:lnTo>
                      <a:pt x="3739" y="13019"/>
                    </a:lnTo>
                    <a:cubicBezTo>
                      <a:pt x="4319" y="13485"/>
                      <a:pt x="4965" y="13922"/>
                      <a:pt x="5660" y="14200"/>
                    </a:cubicBezTo>
                    <a:cubicBezTo>
                      <a:pt x="5672" y="14205"/>
                      <a:pt x="5685" y="14207"/>
                      <a:pt x="5697" y="14207"/>
                    </a:cubicBezTo>
                    <a:cubicBezTo>
                      <a:pt x="5769" y="14207"/>
                      <a:pt x="5835" y="14131"/>
                      <a:pt x="5835" y="14059"/>
                    </a:cubicBezTo>
                    <a:lnTo>
                      <a:pt x="5835" y="11823"/>
                    </a:lnTo>
                    <a:lnTo>
                      <a:pt x="5835" y="8253"/>
                    </a:lnTo>
                    <a:lnTo>
                      <a:pt x="5835" y="7580"/>
                    </a:lnTo>
                    <a:lnTo>
                      <a:pt x="5835" y="7580"/>
                    </a:lnTo>
                    <a:cubicBezTo>
                      <a:pt x="5838" y="7580"/>
                      <a:pt x="5841" y="7580"/>
                      <a:pt x="5844" y="7580"/>
                    </a:cubicBezTo>
                    <a:cubicBezTo>
                      <a:pt x="6794" y="7580"/>
                      <a:pt x="7739" y="7079"/>
                      <a:pt x="8303" y="6328"/>
                    </a:cubicBezTo>
                    <a:cubicBezTo>
                      <a:pt x="8907" y="5537"/>
                      <a:pt x="9042" y="4464"/>
                      <a:pt x="8658" y="3549"/>
                    </a:cubicBezTo>
                    <a:cubicBezTo>
                      <a:pt x="8527" y="3245"/>
                      <a:pt x="8347" y="2971"/>
                      <a:pt x="8130" y="2732"/>
                    </a:cubicBezTo>
                    <a:lnTo>
                      <a:pt x="8130" y="2732"/>
                    </a:lnTo>
                    <a:cubicBezTo>
                      <a:pt x="9641" y="3089"/>
                      <a:pt x="11192" y="3326"/>
                      <a:pt x="12745" y="3326"/>
                    </a:cubicBezTo>
                    <a:cubicBezTo>
                      <a:pt x="12838" y="3326"/>
                      <a:pt x="12931" y="3325"/>
                      <a:pt x="13024" y="3323"/>
                    </a:cubicBezTo>
                    <a:cubicBezTo>
                      <a:pt x="13939" y="3306"/>
                      <a:pt x="14882" y="3216"/>
                      <a:pt x="15763" y="2939"/>
                    </a:cubicBezTo>
                    <a:cubicBezTo>
                      <a:pt x="15904" y="2894"/>
                      <a:pt x="16051" y="2849"/>
                      <a:pt x="16186" y="2781"/>
                    </a:cubicBezTo>
                    <a:cubicBezTo>
                      <a:pt x="16197" y="2776"/>
                      <a:pt x="16207" y="2770"/>
                      <a:pt x="16215" y="2763"/>
                    </a:cubicBezTo>
                    <a:lnTo>
                      <a:pt x="16215" y="2763"/>
                    </a:lnTo>
                    <a:cubicBezTo>
                      <a:pt x="16257" y="2735"/>
                      <a:pt x="16279" y="2686"/>
                      <a:pt x="16254" y="2623"/>
                    </a:cubicBezTo>
                    <a:cubicBezTo>
                      <a:pt x="16138" y="2352"/>
                      <a:pt x="15945" y="2124"/>
                      <a:pt x="15736" y="1923"/>
                    </a:cubicBezTo>
                    <a:lnTo>
                      <a:pt x="15736" y="1923"/>
                    </a:lnTo>
                    <a:cubicBezTo>
                      <a:pt x="15732" y="1919"/>
                      <a:pt x="15728" y="1915"/>
                      <a:pt x="15723" y="1911"/>
                    </a:cubicBezTo>
                    <a:lnTo>
                      <a:pt x="15723" y="1911"/>
                    </a:lnTo>
                    <a:cubicBezTo>
                      <a:pt x="15723" y="1911"/>
                      <a:pt x="15723" y="1911"/>
                      <a:pt x="15723" y="1911"/>
                    </a:cubicBezTo>
                    <a:cubicBezTo>
                      <a:pt x="15565" y="1782"/>
                      <a:pt x="15413" y="1646"/>
                      <a:pt x="15243" y="1527"/>
                    </a:cubicBezTo>
                    <a:cubicBezTo>
                      <a:pt x="15091" y="1420"/>
                      <a:pt x="14933" y="1324"/>
                      <a:pt x="14769" y="1234"/>
                    </a:cubicBezTo>
                    <a:cubicBezTo>
                      <a:pt x="14436" y="1053"/>
                      <a:pt x="14097" y="895"/>
                      <a:pt x="13741" y="765"/>
                    </a:cubicBezTo>
                    <a:cubicBezTo>
                      <a:pt x="13024" y="488"/>
                      <a:pt x="12267" y="308"/>
                      <a:pt x="11510" y="189"/>
                    </a:cubicBezTo>
                    <a:cubicBezTo>
                      <a:pt x="10690" y="62"/>
                      <a:pt x="9857" y="1"/>
                      <a:pt x="9024"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Tree>
  </p:cSld>
  <p:clrMapOvr>
    <a:masterClrMapping/>
  </p:clrMapOvr>
</p:sld>
</file>

<file path=ppt/theme/theme1.xml><?xml version="1.0" encoding="utf-8"?>
<a:theme xmlns:a="http://schemas.openxmlformats.org/drawingml/2006/main" name="Social Science Major for College Sociology by Slidesgo">
  <a:themeElements>
    <a:clrScheme name="Simple Light">
      <a:dk1>
        <a:srgbClr val="191919"/>
      </a:dk1>
      <a:lt1>
        <a:srgbClr val="F8F8F8"/>
      </a:lt1>
      <a:dk2>
        <a:srgbClr val="9E9E9E"/>
      </a:dk2>
      <a:lt2>
        <a:srgbClr val="CC6A1B"/>
      </a:lt2>
      <a:accent1>
        <a:srgbClr val="F1C232"/>
      </a:accent1>
      <a:accent2>
        <a:srgbClr val="649B4C"/>
      </a:accent2>
      <a:accent3>
        <a:srgbClr val="3C78D8"/>
      </a:accent3>
      <a:accent4>
        <a:srgbClr val="FFFFFF"/>
      </a:accent4>
      <a:accent5>
        <a:srgbClr val="FFFFFF"/>
      </a:accent5>
      <a:accent6>
        <a:srgbClr val="FFFFFF"/>
      </a:accent6>
      <a:hlink>
        <a:srgbClr val="191919"/>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109</TotalTime>
  <Words>734</Words>
  <Application>Microsoft Office PowerPoint</Application>
  <PresentationFormat>On-screen Show (16:9)</PresentationFormat>
  <Paragraphs>69</Paragraphs>
  <Slides>16</Slides>
  <Notes>16</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16</vt:i4>
      </vt:variant>
    </vt:vector>
  </HeadingPairs>
  <TitlesOfParts>
    <vt:vector size="24" baseType="lpstr">
      <vt:lpstr>Roboto Condensed Light</vt:lpstr>
      <vt:lpstr>Anaheim</vt:lpstr>
      <vt:lpstr>PT Sans</vt:lpstr>
      <vt:lpstr>Barlow</vt:lpstr>
      <vt:lpstr>Arial</vt:lpstr>
      <vt:lpstr>Bebas Neue</vt:lpstr>
      <vt:lpstr>Be Vietnam Pro</vt:lpstr>
      <vt:lpstr>Social Science Major for College Sociology by Slidesgo</vt:lpstr>
      <vt:lpstr>L’adaption et L’intégration Sociale</vt:lpstr>
      <vt:lpstr>Table of contents</vt:lpstr>
      <vt:lpstr>Définition Générale</vt:lpstr>
      <vt:lpstr>PowerPoint Presentation</vt:lpstr>
      <vt:lpstr>Les Étapes Du Processus</vt:lpstr>
      <vt:lpstr>PowerPoint Presentation</vt:lpstr>
      <vt:lpstr>Les agents de l'intégration sociale</vt:lpstr>
      <vt:lpstr>PowerPoint Presentation</vt:lpstr>
      <vt:lpstr>PowerPoint Presentation</vt:lpstr>
      <vt:lpstr>PowerPoint Presentation</vt:lpstr>
      <vt:lpstr>Exemples au Liban</vt:lpstr>
      <vt:lpstr>PowerPoint Presentation</vt:lpstr>
      <vt:lpstr>PowerPoint Presentation</vt:lpstr>
      <vt:lpstr>PowerPoint Presentation</vt:lpstr>
      <vt:lpstr>PowerPoint Presentation</vt:lpstr>
      <vt:lpstr>Merci Pour Votre Attention.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Mohamad</dc:creator>
  <cp:lastModifiedBy>muhamednaous@gmail.com</cp:lastModifiedBy>
  <cp:revision>4</cp:revision>
  <dcterms:modified xsi:type="dcterms:W3CDTF">2025-11-09T12:02:39Z</dcterms:modified>
</cp:coreProperties>
</file>