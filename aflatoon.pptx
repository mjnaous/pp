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0"/>
  </p:notesMasterIdLst>
  <p:sldIdLst>
    <p:sldId id="256" r:id="rId2"/>
    <p:sldId id="258" r:id="rId3"/>
    <p:sldId id="260" r:id="rId4"/>
    <p:sldId id="262" r:id="rId5"/>
    <p:sldId id="261" r:id="rId6"/>
    <p:sldId id="263" r:id="rId7"/>
    <p:sldId id="267" r:id="rId8"/>
    <p:sldId id="268" r:id="rId9"/>
  </p:sldIdLst>
  <p:sldSz cx="9144000" cy="5143500" type="screen16x9"/>
  <p:notesSz cx="6858000" cy="9144000"/>
  <p:embeddedFontLst>
    <p:embeddedFont>
      <p:font typeface="Anaheim" panose="020B0604020202020204" charset="0"/>
      <p:regular r:id="rId11"/>
      <p:bold r:id="rId12"/>
    </p:embeddedFont>
    <p:embeddedFont>
      <p:font typeface="Bebas Neue" panose="020B0606020202050201" pitchFamily="34" charset="0"/>
      <p:regular r:id="rId13"/>
    </p:embeddedFont>
    <p:embeddedFont>
      <p:font typeface="Dosis" pitchFamily="2" charset="0"/>
      <p:regular r:id="rId14"/>
      <p:bold r:id="rId15"/>
    </p:embeddedFont>
    <p:embeddedFont>
      <p:font typeface="Mate SC" panose="020B0604020202020204" charset="0"/>
      <p:regular r:id="rId16"/>
    </p:embeddedFont>
    <p:embeddedFont>
      <p:font typeface="Microsoft Sans Serif" panose="020B0604020202020204" pitchFamily="34" charset="0"/>
      <p:regular r:id="rId17"/>
    </p:embeddedFont>
    <p:embeddedFont>
      <p:font typeface="Nunito Light" pitchFamily="2" charset="0"/>
      <p:regular r:id="rId18"/>
      <p: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D43470-4F72-402E-AE85-6373D1DBEFB4}">
  <a:tblStyle styleId="{6ED43470-4F72-402E-AE85-6373D1DBEFB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5864482-8408-4A6F-9140-315D2AB9167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2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49863958e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2" name="Google Shape;842;g249863958e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6" name="Google Shape;1296;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5" name="Google Shape;1585;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5" name="Google Shape;132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0"/>
        <p:cNvGrpSpPr/>
        <p:nvPr/>
      </p:nvGrpSpPr>
      <p:grpSpPr>
        <a:xfrm>
          <a:off x="0" y="0"/>
          <a:ext cx="0" cy="0"/>
          <a:chOff x="0" y="0"/>
          <a:chExt cx="0" cy="0"/>
        </a:xfrm>
      </p:grpSpPr>
      <p:sp>
        <p:nvSpPr>
          <p:cNvPr id="1901" name="Google Shape;1901;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2" name="Google Shape;1902;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249b9db5cf5_0_36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249b9db5cf5_0_36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2"/>
        <p:cNvGrpSpPr/>
        <p:nvPr/>
      </p:nvGrpSpPr>
      <p:grpSpPr>
        <a:xfrm>
          <a:off x="0" y="0"/>
          <a:ext cx="0" cy="0"/>
          <a:chOff x="0" y="0"/>
          <a:chExt cx="0" cy="0"/>
        </a:xfrm>
      </p:grpSpPr>
      <p:sp>
        <p:nvSpPr>
          <p:cNvPr id="2203" name="Google Shape;2203;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4" name="Google Shape;2204;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10800000" flipH="1">
            <a:off x="-2724152" y="4121026"/>
            <a:ext cx="16482987" cy="1038224"/>
          </a:xfrm>
          <a:custGeom>
            <a:avLst/>
            <a:gdLst/>
            <a:ahLst/>
            <a:cxnLst/>
            <a:rect l="l" t="t" r="r" b="b"/>
            <a:pathLst>
              <a:path w="130579" h="15221" extrusionOk="0">
                <a:moveTo>
                  <a:pt x="129536" y="4582"/>
                </a:moveTo>
                <a:cubicBezTo>
                  <a:pt x="128153" y="5047"/>
                  <a:pt x="123436" y="6652"/>
                  <a:pt x="121410" y="6500"/>
                </a:cubicBezTo>
                <a:cubicBezTo>
                  <a:pt x="118881" y="6317"/>
                  <a:pt x="119157" y="5879"/>
                  <a:pt x="114856" y="6036"/>
                </a:cubicBezTo>
                <a:cubicBezTo>
                  <a:pt x="109735" y="6219"/>
                  <a:pt x="105288" y="7473"/>
                  <a:pt x="102511" y="8894"/>
                </a:cubicBezTo>
                <a:cubicBezTo>
                  <a:pt x="92511" y="14005"/>
                  <a:pt x="91430" y="10785"/>
                  <a:pt x="87259" y="11201"/>
                </a:cubicBezTo>
                <a:cubicBezTo>
                  <a:pt x="86217" y="11303"/>
                  <a:pt x="87265" y="12676"/>
                  <a:pt x="86390" y="13065"/>
                </a:cubicBezTo>
                <a:cubicBezTo>
                  <a:pt x="84920" y="13713"/>
                  <a:pt x="81360" y="13351"/>
                  <a:pt x="77643" y="12486"/>
                </a:cubicBezTo>
                <a:cubicBezTo>
                  <a:pt x="72413" y="11276"/>
                  <a:pt x="75287" y="14842"/>
                  <a:pt x="70025" y="14080"/>
                </a:cubicBezTo>
                <a:cubicBezTo>
                  <a:pt x="67134" y="13664"/>
                  <a:pt x="69598" y="13016"/>
                  <a:pt x="64206" y="14232"/>
                </a:cubicBezTo>
                <a:cubicBezTo>
                  <a:pt x="59797" y="15220"/>
                  <a:pt x="59419" y="13097"/>
                  <a:pt x="52531" y="13070"/>
                </a:cubicBezTo>
                <a:cubicBezTo>
                  <a:pt x="39840" y="13027"/>
                  <a:pt x="45183" y="11708"/>
                  <a:pt x="36193" y="10752"/>
                </a:cubicBezTo>
                <a:cubicBezTo>
                  <a:pt x="27613" y="9845"/>
                  <a:pt x="28451" y="9915"/>
                  <a:pt x="22438" y="7889"/>
                </a:cubicBezTo>
                <a:cubicBezTo>
                  <a:pt x="13891" y="5004"/>
                  <a:pt x="15144" y="9018"/>
                  <a:pt x="2826" y="4690"/>
                </a:cubicBezTo>
                <a:cubicBezTo>
                  <a:pt x="0" y="3691"/>
                  <a:pt x="886" y="3907"/>
                  <a:pt x="870" y="2383"/>
                </a:cubicBezTo>
                <a:cubicBezTo>
                  <a:pt x="859" y="1708"/>
                  <a:pt x="854" y="1027"/>
                  <a:pt x="848" y="352"/>
                </a:cubicBezTo>
                <a:lnTo>
                  <a:pt x="125435" y="368"/>
                </a:lnTo>
                <a:cubicBezTo>
                  <a:pt x="130578" y="368"/>
                  <a:pt x="129768" y="1"/>
                  <a:pt x="129784" y="2189"/>
                </a:cubicBezTo>
                <a:cubicBezTo>
                  <a:pt x="129784" y="2632"/>
                  <a:pt x="130103" y="4318"/>
                  <a:pt x="129536" y="458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1701000" y="1451325"/>
            <a:ext cx="5132400" cy="1806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2327700" y="3368775"/>
            <a:ext cx="3879000" cy="436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19867" y="70376"/>
            <a:ext cx="9172192" cy="354275"/>
            <a:chOff x="-220040" y="231696"/>
            <a:chExt cx="9335564" cy="365760"/>
          </a:xfrm>
        </p:grpSpPr>
        <p:grpSp>
          <p:nvGrpSpPr>
            <p:cNvPr id="13" name="Google Shape;13;p2"/>
            <p:cNvGrpSpPr/>
            <p:nvPr/>
          </p:nvGrpSpPr>
          <p:grpSpPr>
            <a:xfrm>
              <a:off x="4430726" y="231696"/>
              <a:ext cx="4684798" cy="365760"/>
              <a:chOff x="18360290" y="8352923"/>
              <a:chExt cx="7224053" cy="571500"/>
            </a:xfrm>
          </p:grpSpPr>
          <p:sp>
            <p:nvSpPr>
              <p:cNvPr id="14" name="Google Shape;14;p2"/>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flipH="1">
              <a:off x="-220040" y="231696"/>
              <a:ext cx="4684798" cy="365760"/>
              <a:chOff x="18360290" y="8352923"/>
              <a:chExt cx="7224053" cy="571500"/>
            </a:xfrm>
          </p:grpSpPr>
          <p:sp>
            <p:nvSpPr>
              <p:cNvPr id="19" name="Google Shape;19;p2"/>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 name="Google Shape;23;p2"/>
          <p:cNvGrpSpPr/>
          <p:nvPr/>
        </p:nvGrpSpPr>
        <p:grpSpPr>
          <a:xfrm>
            <a:off x="-19867" y="4718852"/>
            <a:ext cx="9172192" cy="354275"/>
            <a:chOff x="-220040" y="231696"/>
            <a:chExt cx="9335564" cy="365760"/>
          </a:xfrm>
        </p:grpSpPr>
        <p:grpSp>
          <p:nvGrpSpPr>
            <p:cNvPr id="24" name="Google Shape;24;p2"/>
            <p:cNvGrpSpPr/>
            <p:nvPr/>
          </p:nvGrpSpPr>
          <p:grpSpPr>
            <a:xfrm>
              <a:off x="4430726" y="231696"/>
              <a:ext cx="4684798" cy="365760"/>
              <a:chOff x="18360290" y="8352923"/>
              <a:chExt cx="7224053" cy="571500"/>
            </a:xfrm>
          </p:grpSpPr>
          <p:sp>
            <p:nvSpPr>
              <p:cNvPr id="25" name="Google Shape;25;p2"/>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2"/>
            <p:cNvGrpSpPr/>
            <p:nvPr/>
          </p:nvGrpSpPr>
          <p:grpSpPr>
            <a:xfrm flipH="1">
              <a:off x="-220040" y="231696"/>
              <a:ext cx="4684798" cy="365760"/>
              <a:chOff x="18360290" y="8352923"/>
              <a:chExt cx="7224053" cy="571500"/>
            </a:xfrm>
          </p:grpSpPr>
          <p:sp>
            <p:nvSpPr>
              <p:cNvPr id="30" name="Google Shape;30;p2"/>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3"/>
          <p:cNvSpPr txBox="1">
            <a:spLocks noGrp="1"/>
          </p:cNvSpPr>
          <p:nvPr>
            <p:ph type="title"/>
          </p:nvPr>
        </p:nvSpPr>
        <p:spPr>
          <a:xfrm>
            <a:off x="2149875" y="2146800"/>
            <a:ext cx="4844100" cy="1511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6" name="Google Shape;36;p3"/>
          <p:cNvSpPr txBox="1">
            <a:spLocks noGrp="1"/>
          </p:cNvSpPr>
          <p:nvPr>
            <p:ph type="title" idx="2" hasCustomPrompt="1"/>
          </p:nvPr>
        </p:nvSpPr>
        <p:spPr>
          <a:xfrm>
            <a:off x="3655200" y="959657"/>
            <a:ext cx="1828800" cy="12390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8500" b="1">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7" name="Google Shape;37;p3"/>
          <p:cNvSpPr txBox="1">
            <a:spLocks noGrp="1"/>
          </p:cNvSpPr>
          <p:nvPr>
            <p:ph type="subTitle" idx="1"/>
          </p:nvPr>
        </p:nvSpPr>
        <p:spPr>
          <a:xfrm>
            <a:off x="2596499" y="3808950"/>
            <a:ext cx="3946200" cy="4320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38" name="Google Shape;38;p3"/>
          <p:cNvGrpSpPr/>
          <p:nvPr/>
        </p:nvGrpSpPr>
        <p:grpSpPr>
          <a:xfrm>
            <a:off x="-19867" y="70376"/>
            <a:ext cx="9172192" cy="354275"/>
            <a:chOff x="-220040" y="231696"/>
            <a:chExt cx="9335564" cy="365760"/>
          </a:xfrm>
        </p:grpSpPr>
        <p:grpSp>
          <p:nvGrpSpPr>
            <p:cNvPr id="39" name="Google Shape;39;p3"/>
            <p:cNvGrpSpPr/>
            <p:nvPr/>
          </p:nvGrpSpPr>
          <p:grpSpPr>
            <a:xfrm>
              <a:off x="4430726" y="231696"/>
              <a:ext cx="4684798" cy="365760"/>
              <a:chOff x="18360290" y="8352923"/>
              <a:chExt cx="7224053" cy="571500"/>
            </a:xfrm>
          </p:grpSpPr>
          <p:sp>
            <p:nvSpPr>
              <p:cNvPr id="40" name="Google Shape;40;p3"/>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 name="Google Shape;44;p3"/>
            <p:cNvGrpSpPr/>
            <p:nvPr/>
          </p:nvGrpSpPr>
          <p:grpSpPr>
            <a:xfrm flipH="1">
              <a:off x="-220040" y="231696"/>
              <a:ext cx="4684798" cy="365760"/>
              <a:chOff x="18360290" y="8352923"/>
              <a:chExt cx="7224053" cy="571500"/>
            </a:xfrm>
          </p:grpSpPr>
          <p:sp>
            <p:nvSpPr>
              <p:cNvPr id="45" name="Google Shape;45;p3"/>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 name="Google Shape;49;p3"/>
          <p:cNvGrpSpPr/>
          <p:nvPr/>
        </p:nvGrpSpPr>
        <p:grpSpPr>
          <a:xfrm>
            <a:off x="-19867" y="4718852"/>
            <a:ext cx="9172192" cy="354275"/>
            <a:chOff x="-220040" y="231696"/>
            <a:chExt cx="9335564" cy="365760"/>
          </a:xfrm>
        </p:grpSpPr>
        <p:grpSp>
          <p:nvGrpSpPr>
            <p:cNvPr id="50" name="Google Shape;50;p3"/>
            <p:cNvGrpSpPr/>
            <p:nvPr/>
          </p:nvGrpSpPr>
          <p:grpSpPr>
            <a:xfrm>
              <a:off x="4430726" y="231696"/>
              <a:ext cx="4684798" cy="365760"/>
              <a:chOff x="18360290" y="8352923"/>
              <a:chExt cx="7224053" cy="571500"/>
            </a:xfrm>
          </p:grpSpPr>
          <p:sp>
            <p:nvSpPr>
              <p:cNvPr id="51" name="Google Shape;51;p3"/>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3"/>
            <p:cNvGrpSpPr/>
            <p:nvPr/>
          </p:nvGrpSpPr>
          <p:grpSpPr>
            <a:xfrm flipH="1">
              <a:off x="-220040" y="231696"/>
              <a:ext cx="4684798" cy="365760"/>
              <a:chOff x="18360290" y="8352923"/>
              <a:chExt cx="7224053" cy="571500"/>
            </a:xfrm>
          </p:grpSpPr>
          <p:sp>
            <p:nvSpPr>
              <p:cNvPr id="56" name="Google Shape;56;p3"/>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7"/>
        <p:cNvGrpSpPr/>
        <p:nvPr/>
      </p:nvGrpSpPr>
      <p:grpSpPr>
        <a:xfrm>
          <a:off x="0" y="0"/>
          <a:ext cx="0" cy="0"/>
          <a:chOff x="0" y="0"/>
          <a:chExt cx="0" cy="0"/>
        </a:xfrm>
      </p:grpSpPr>
      <p:sp>
        <p:nvSpPr>
          <p:cNvPr id="138" name="Google Shape;138;p7"/>
          <p:cNvSpPr/>
          <p:nvPr/>
        </p:nvSpPr>
        <p:spPr>
          <a:xfrm rot="10800000" flipH="1">
            <a:off x="-3913900" y="3888658"/>
            <a:ext cx="16482987" cy="1366617"/>
          </a:xfrm>
          <a:custGeom>
            <a:avLst/>
            <a:gdLst/>
            <a:ahLst/>
            <a:cxnLst/>
            <a:rect l="l" t="t" r="r" b="b"/>
            <a:pathLst>
              <a:path w="130579" h="15221" extrusionOk="0">
                <a:moveTo>
                  <a:pt x="129536" y="4582"/>
                </a:moveTo>
                <a:cubicBezTo>
                  <a:pt x="128153" y="5047"/>
                  <a:pt x="123436" y="6652"/>
                  <a:pt x="121410" y="6500"/>
                </a:cubicBezTo>
                <a:cubicBezTo>
                  <a:pt x="118881" y="6317"/>
                  <a:pt x="119157" y="5879"/>
                  <a:pt x="114856" y="6036"/>
                </a:cubicBezTo>
                <a:cubicBezTo>
                  <a:pt x="109735" y="6219"/>
                  <a:pt x="105288" y="7473"/>
                  <a:pt x="102511" y="8894"/>
                </a:cubicBezTo>
                <a:cubicBezTo>
                  <a:pt x="92511" y="14005"/>
                  <a:pt x="91430" y="10785"/>
                  <a:pt x="87259" y="11201"/>
                </a:cubicBezTo>
                <a:cubicBezTo>
                  <a:pt x="86217" y="11303"/>
                  <a:pt x="87265" y="12676"/>
                  <a:pt x="86390" y="13065"/>
                </a:cubicBezTo>
                <a:cubicBezTo>
                  <a:pt x="84920" y="13713"/>
                  <a:pt x="81360" y="13351"/>
                  <a:pt x="77643" y="12486"/>
                </a:cubicBezTo>
                <a:cubicBezTo>
                  <a:pt x="72413" y="11276"/>
                  <a:pt x="75287" y="14842"/>
                  <a:pt x="70025" y="14080"/>
                </a:cubicBezTo>
                <a:cubicBezTo>
                  <a:pt x="67134" y="13664"/>
                  <a:pt x="69598" y="13016"/>
                  <a:pt x="64206" y="14232"/>
                </a:cubicBezTo>
                <a:cubicBezTo>
                  <a:pt x="59797" y="15220"/>
                  <a:pt x="59419" y="13097"/>
                  <a:pt x="52531" y="13070"/>
                </a:cubicBezTo>
                <a:cubicBezTo>
                  <a:pt x="39840" y="13027"/>
                  <a:pt x="45183" y="11708"/>
                  <a:pt x="36193" y="10752"/>
                </a:cubicBezTo>
                <a:cubicBezTo>
                  <a:pt x="27613" y="9845"/>
                  <a:pt x="28451" y="9915"/>
                  <a:pt x="22438" y="7889"/>
                </a:cubicBezTo>
                <a:cubicBezTo>
                  <a:pt x="13891" y="5004"/>
                  <a:pt x="15144" y="9018"/>
                  <a:pt x="2826" y="4690"/>
                </a:cubicBezTo>
                <a:cubicBezTo>
                  <a:pt x="0" y="3691"/>
                  <a:pt x="886" y="3907"/>
                  <a:pt x="870" y="2383"/>
                </a:cubicBezTo>
                <a:cubicBezTo>
                  <a:pt x="859" y="1708"/>
                  <a:pt x="854" y="1027"/>
                  <a:pt x="848" y="352"/>
                </a:cubicBezTo>
                <a:lnTo>
                  <a:pt x="125435" y="368"/>
                </a:lnTo>
                <a:cubicBezTo>
                  <a:pt x="130578" y="368"/>
                  <a:pt x="129768" y="1"/>
                  <a:pt x="129784" y="2189"/>
                </a:cubicBezTo>
                <a:cubicBezTo>
                  <a:pt x="129784" y="2632"/>
                  <a:pt x="130103" y="4318"/>
                  <a:pt x="129536" y="458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40" name="Google Shape;140;p7"/>
          <p:cNvSpPr txBox="1">
            <a:spLocks noGrp="1"/>
          </p:cNvSpPr>
          <p:nvPr>
            <p:ph type="subTitle" idx="1"/>
          </p:nvPr>
        </p:nvSpPr>
        <p:spPr>
          <a:xfrm>
            <a:off x="1101000" y="1547900"/>
            <a:ext cx="3786000" cy="2298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grpSp>
        <p:nvGrpSpPr>
          <p:cNvPr id="141" name="Google Shape;141;p7"/>
          <p:cNvGrpSpPr/>
          <p:nvPr/>
        </p:nvGrpSpPr>
        <p:grpSpPr>
          <a:xfrm>
            <a:off x="-19867" y="70376"/>
            <a:ext cx="9172192" cy="354275"/>
            <a:chOff x="-220040" y="231696"/>
            <a:chExt cx="9335564" cy="365760"/>
          </a:xfrm>
        </p:grpSpPr>
        <p:grpSp>
          <p:nvGrpSpPr>
            <p:cNvPr id="142" name="Google Shape;142;p7"/>
            <p:cNvGrpSpPr/>
            <p:nvPr/>
          </p:nvGrpSpPr>
          <p:grpSpPr>
            <a:xfrm>
              <a:off x="4430726" y="231696"/>
              <a:ext cx="4684798" cy="365760"/>
              <a:chOff x="18360290" y="8352923"/>
              <a:chExt cx="7224053" cy="571500"/>
            </a:xfrm>
          </p:grpSpPr>
          <p:sp>
            <p:nvSpPr>
              <p:cNvPr id="143" name="Google Shape;143;p7"/>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7"/>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7"/>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7"/>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 name="Google Shape;147;p7"/>
            <p:cNvGrpSpPr/>
            <p:nvPr/>
          </p:nvGrpSpPr>
          <p:grpSpPr>
            <a:xfrm flipH="1">
              <a:off x="-220040" y="231696"/>
              <a:ext cx="4684798" cy="365760"/>
              <a:chOff x="18360290" y="8352923"/>
              <a:chExt cx="7224053" cy="571500"/>
            </a:xfrm>
          </p:grpSpPr>
          <p:sp>
            <p:nvSpPr>
              <p:cNvPr id="148" name="Google Shape;148;p7"/>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7"/>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7"/>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2" name="Google Shape;152;p7"/>
          <p:cNvGrpSpPr/>
          <p:nvPr/>
        </p:nvGrpSpPr>
        <p:grpSpPr>
          <a:xfrm>
            <a:off x="-19867" y="4718852"/>
            <a:ext cx="9172192" cy="354275"/>
            <a:chOff x="-220040" y="231696"/>
            <a:chExt cx="9335564" cy="365760"/>
          </a:xfrm>
        </p:grpSpPr>
        <p:grpSp>
          <p:nvGrpSpPr>
            <p:cNvPr id="153" name="Google Shape;153;p7"/>
            <p:cNvGrpSpPr/>
            <p:nvPr/>
          </p:nvGrpSpPr>
          <p:grpSpPr>
            <a:xfrm>
              <a:off x="4430726" y="231696"/>
              <a:ext cx="4684798" cy="365760"/>
              <a:chOff x="18360290" y="8352923"/>
              <a:chExt cx="7224053" cy="571500"/>
            </a:xfrm>
          </p:grpSpPr>
          <p:sp>
            <p:nvSpPr>
              <p:cNvPr id="154" name="Google Shape;154;p7"/>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7"/>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7"/>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7"/>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158;p7"/>
            <p:cNvGrpSpPr/>
            <p:nvPr/>
          </p:nvGrpSpPr>
          <p:grpSpPr>
            <a:xfrm flipH="1">
              <a:off x="-220040" y="231696"/>
              <a:ext cx="4684798" cy="365760"/>
              <a:chOff x="18360290" y="8352923"/>
              <a:chExt cx="7224053" cy="571500"/>
            </a:xfrm>
          </p:grpSpPr>
          <p:sp>
            <p:nvSpPr>
              <p:cNvPr id="159" name="Google Shape;159;p7"/>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7"/>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7"/>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3"/>
        <p:cNvGrpSpPr/>
        <p:nvPr/>
      </p:nvGrpSpPr>
      <p:grpSpPr>
        <a:xfrm>
          <a:off x="0" y="0"/>
          <a:ext cx="0" cy="0"/>
          <a:chOff x="0" y="0"/>
          <a:chExt cx="0" cy="0"/>
        </a:xfrm>
      </p:grpSpPr>
      <p:sp>
        <p:nvSpPr>
          <p:cNvPr id="164" name="Google Shape;164;p8"/>
          <p:cNvSpPr txBox="1">
            <a:spLocks noGrp="1"/>
          </p:cNvSpPr>
          <p:nvPr>
            <p:ph type="title"/>
          </p:nvPr>
        </p:nvSpPr>
        <p:spPr>
          <a:xfrm>
            <a:off x="1768500" y="1646775"/>
            <a:ext cx="5607000" cy="21897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65" name="Google Shape;165;p8"/>
          <p:cNvGrpSpPr/>
          <p:nvPr/>
        </p:nvGrpSpPr>
        <p:grpSpPr>
          <a:xfrm>
            <a:off x="-19867" y="70376"/>
            <a:ext cx="9172192" cy="354275"/>
            <a:chOff x="-220040" y="231696"/>
            <a:chExt cx="9335564" cy="365760"/>
          </a:xfrm>
        </p:grpSpPr>
        <p:grpSp>
          <p:nvGrpSpPr>
            <p:cNvPr id="166" name="Google Shape;166;p8"/>
            <p:cNvGrpSpPr/>
            <p:nvPr/>
          </p:nvGrpSpPr>
          <p:grpSpPr>
            <a:xfrm>
              <a:off x="4430726" y="231696"/>
              <a:ext cx="4684798" cy="365760"/>
              <a:chOff x="18360290" y="8352923"/>
              <a:chExt cx="7224053" cy="571500"/>
            </a:xfrm>
          </p:grpSpPr>
          <p:sp>
            <p:nvSpPr>
              <p:cNvPr id="167" name="Google Shape;167;p8"/>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8"/>
            <p:cNvGrpSpPr/>
            <p:nvPr/>
          </p:nvGrpSpPr>
          <p:grpSpPr>
            <a:xfrm flipH="1">
              <a:off x="-220040" y="231696"/>
              <a:ext cx="4684798" cy="365760"/>
              <a:chOff x="18360290" y="8352923"/>
              <a:chExt cx="7224053" cy="571500"/>
            </a:xfrm>
          </p:grpSpPr>
          <p:sp>
            <p:nvSpPr>
              <p:cNvPr id="172" name="Google Shape;172;p8"/>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6" name="Google Shape;176;p8"/>
          <p:cNvGrpSpPr/>
          <p:nvPr/>
        </p:nvGrpSpPr>
        <p:grpSpPr>
          <a:xfrm>
            <a:off x="-19867" y="4718852"/>
            <a:ext cx="9172192" cy="354275"/>
            <a:chOff x="-220040" y="231696"/>
            <a:chExt cx="9335564" cy="365760"/>
          </a:xfrm>
        </p:grpSpPr>
        <p:grpSp>
          <p:nvGrpSpPr>
            <p:cNvPr id="177" name="Google Shape;177;p8"/>
            <p:cNvGrpSpPr/>
            <p:nvPr/>
          </p:nvGrpSpPr>
          <p:grpSpPr>
            <a:xfrm>
              <a:off x="4430726" y="231696"/>
              <a:ext cx="4684798" cy="365760"/>
              <a:chOff x="18360290" y="8352923"/>
              <a:chExt cx="7224053" cy="571500"/>
            </a:xfrm>
          </p:grpSpPr>
          <p:sp>
            <p:nvSpPr>
              <p:cNvPr id="178" name="Google Shape;178;p8"/>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8"/>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8"/>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8"/>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 name="Google Shape;182;p8"/>
            <p:cNvGrpSpPr/>
            <p:nvPr/>
          </p:nvGrpSpPr>
          <p:grpSpPr>
            <a:xfrm flipH="1">
              <a:off x="-220040" y="231696"/>
              <a:ext cx="4684798" cy="365760"/>
              <a:chOff x="18360290" y="8352923"/>
              <a:chExt cx="7224053" cy="571500"/>
            </a:xfrm>
          </p:grpSpPr>
          <p:sp>
            <p:nvSpPr>
              <p:cNvPr id="183" name="Google Shape;183;p8"/>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8"/>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8"/>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8"/>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4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43"/>
        <p:cNvGrpSpPr/>
        <p:nvPr/>
      </p:nvGrpSpPr>
      <p:grpSpPr>
        <a:xfrm>
          <a:off x="0" y="0"/>
          <a:ext cx="0" cy="0"/>
          <a:chOff x="0" y="0"/>
          <a:chExt cx="0" cy="0"/>
        </a:xfrm>
      </p:grpSpPr>
      <p:sp>
        <p:nvSpPr>
          <p:cNvPr id="244" name="Google Shape;24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45" name="Google Shape;245;p13"/>
          <p:cNvSpPr txBox="1">
            <a:spLocks noGrp="1"/>
          </p:cNvSpPr>
          <p:nvPr>
            <p:ph type="subTitle" idx="1"/>
          </p:nvPr>
        </p:nvSpPr>
        <p:spPr>
          <a:xfrm>
            <a:off x="719976" y="22853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6" name="Google Shape;246;p13"/>
          <p:cNvSpPr txBox="1">
            <a:spLocks noGrp="1"/>
          </p:cNvSpPr>
          <p:nvPr>
            <p:ph type="subTitle" idx="2"/>
          </p:nvPr>
        </p:nvSpPr>
        <p:spPr>
          <a:xfrm>
            <a:off x="3419250" y="22853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7" name="Google Shape;247;p13"/>
          <p:cNvSpPr txBox="1">
            <a:spLocks noGrp="1"/>
          </p:cNvSpPr>
          <p:nvPr>
            <p:ph type="subTitle" idx="3"/>
          </p:nvPr>
        </p:nvSpPr>
        <p:spPr>
          <a:xfrm>
            <a:off x="719976"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8" name="Google Shape;248;p13"/>
          <p:cNvSpPr txBox="1">
            <a:spLocks noGrp="1"/>
          </p:cNvSpPr>
          <p:nvPr>
            <p:ph type="subTitle" idx="4"/>
          </p:nvPr>
        </p:nvSpPr>
        <p:spPr>
          <a:xfrm>
            <a:off x="3419250"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9" name="Google Shape;249;p13"/>
          <p:cNvSpPr txBox="1">
            <a:spLocks noGrp="1"/>
          </p:cNvSpPr>
          <p:nvPr>
            <p:ph type="subTitle" idx="5"/>
          </p:nvPr>
        </p:nvSpPr>
        <p:spPr>
          <a:xfrm>
            <a:off x="6118524" y="22853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0" name="Google Shape;250;p13"/>
          <p:cNvSpPr txBox="1">
            <a:spLocks noGrp="1"/>
          </p:cNvSpPr>
          <p:nvPr>
            <p:ph type="subTitle" idx="6"/>
          </p:nvPr>
        </p:nvSpPr>
        <p:spPr>
          <a:xfrm>
            <a:off x="6118524" y="3942375"/>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1" name="Google Shape;251;p13"/>
          <p:cNvSpPr txBox="1">
            <a:spLocks noGrp="1"/>
          </p:cNvSpPr>
          <p:nvPr>
            <p:ph type="title" idx="7" hasCustomPrompt="1"/>
          </p:nvPr>
        </p:nvSpPr>
        <p:spPr>
          <a:xfrm>
            <a:off x="1505376" y="1194638"/>
            <a:ext cx="734700" cy="554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b="1">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2" name="Google Shape;252;p13"/>
          <p:cNvSpPr txBox="1">
            <a:spLocks noGrp="1"/>
          </p:cNvSpPr>
          <p:nvPr>
            <p:ph type="title" idx="8" hasCustomPrompt="1"/>
          </p:nvPr>
        </p:nvSpPr>
        <p:spPr>
          <a:xfrm>
            <a:off x="1505376" y="2849767"/>
            <a:ext cx="734700" cy="554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b="1">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3" name="Google Shape;253;p13"/>
          <p:cNvSpPr txBox="1">
            <a:spLocks noGrp="1"/>
          </p:cNvSpPr>
          <p:nvPr>
            <p:ph type="title" idx="9" hasCustomPrompt="1"/>
          </p:nvPr>
        </p:nvSpPr>
        <p:spPr>
          <a:xfrm>
            <a:off x="4204650" y="1194638"/>
            <a:ext cx="734700" cy="554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b="1">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4" name="Google Shape;254;p13"/>
          <p:cNvSpPr txBox="1">
            <a:spLocks noGrp="1"/>
          </p:cNvSpPr>
          <p:nvPr>
            <p:ph type="title" idx="13" hasCustomPrompt="1"/>
          </p:nvPr>
        </p:nvSpPr>
        <p:spPr>
          <a:xfrm>
            <a:off x="4204650" y="2849767"/>
            <a:ext cx="734700" cy="554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b="1">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5" name="Google Shape;255;p13"/>
          <p:cNvSpPr txBox="1">
            <a:spLocks noGrp="1"/>
          </p:cNvSpPr>
          <p:nvPr>
            <p:ph type="title" idx="14" hasCustomPrompt="1"/>
          </p:nvPr>
        </p:nvSpPr>
        <p:spPr>
          <a:xfrm>
            <a:off x="6903924" y="1194638"/>
            <a:ext cx="734700" cy="554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b="1">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6" name="Google Shape;256;p13"/>
          <p:cNvSpPr txBox="1">
            <a:spLocks noGrp="1"/>
          </p:cNvSpPr>
          <p:nvPr>
            <p:ph type="title" idx="15" hasCustomPrompt="1"/>
          </p:nvPr>
        </p:nvSpPr>
        <p:spPr>
          <a:xfrm>
            <a:off x="6903924" y="2849767"/>
            <a:ext cx="734700" cy="5544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b="1">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57" name="Google Shape;257;p13"/>
          <p:cNvSpPr txBox="1">
            <a:spLocks noGrp="1"/>
          </p:cNvSpPr>
          <p:nvPr>
            <p:ph type="subTitle" idx="16"/>
          </p:nvPr>
        </p:nvSpPr>
        <p:spPr>
          <a:xfrm>
            <a:off x="719976" y="1852719"/>
            <a:ext cx="2305500" cy="4116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400">
                <a:solidFill>
                  <a:schemeClr val="dk1"/>
                </a:solidFill>
                <a:latin typeface="Mate SC"/>
                <a:ea typeface="Mate SC"/>
                <a:cs typeface="Mate SC"/>
                <a:sym typeface="Mate S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8" name="Google Shape;258;p13"/>
          <p:cNvSpPr txBox="1">
            <a:spLocks noGrp="1"/>
          </p:cNvSpPr>
          <p:nvPr>
            <p:ph type="subTitle" idx="17"/>
          </p:nvPr>
        </p:nvSpPr>
        <p:spPr>
          <a:xfrm>
            <a:off x="3419250" y="1852719"/>
            <a:ext cx="2305500" cy="4116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400">
                <a:solidFill>
                  <a:schemeClr val="dk1"/>
                </a:solidFill>
                <a:latin typeface="Mate SC"/>
                <a:ea typeface="Mate SC"/>
                <a:cs typeface="Mate SC"/>
                <a:sym typeface="Mate S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59" name="Google Shape;259;p13"/>
          <p:cNvSpPr txBox="1">
            <a:spLocks noGrp="1"/>
          </p:cNvSpPr>
          <p:nvPr>
            <p:ph type="subTitle" idx="18"/>
          </p:nvPr>
        </p:nvSpPr>
        <p:spPr>
          <a:xfrm>
            <a:off x="6118524" y="1852719"/>
            <a:ext cx="2305500" cy="4116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400">
                <a:solidFill>
                  <a:schemeClr val="dk1"/>
                </a:solidFill>
                <a:latin typeface="Mate SC"/>
                <a:ea typeface="Mate SC"/>
                <a:cs typeface="Mate SC"/>
                <a:sym typeface="Mate S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60" name="Google Shape;260;p13"/>
          <p:cNvSpPr txBox="1">
            <a:spLocks noGrp="1"/>
          </p:cNvSpPr>
          <p:nvPr>
            <p:ph type="subTitle" idx="19"/>
          </p:nvPr>
        </p:nvSpPr>
        <p:spPr>
          <a:xfrm>
            <a:off x="719976" y="3509182"/>
            <a:ext cx="2305500" cy="4116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400">
                <a:solidFill>
                  <a:schemeClr val="dk1"/>
                </a:solidFill>
                <a:latin typeface="Mate SC"/>
                <a:ea typeface="Mate SC"/>
                <a:cs typeface="Mate SC"/>
                <a:sym typeface="Mate S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61" name="Google Shape;261;p13"/>
          <p:cNvSpPr txBox="1">
            <a:spLocks noGrp="1"/>
          </p:cNvSpPr>
          <p:nvPr>
            <p:ph type="subTitle" idx="20"/>
          </p:nvPr>
        </p:nvSpPr>
        <p:spPr>
          <a:xfrm>
            <a:off x="3419250" y="3509182"/>
            <a:ext cx="2305500" cy="4116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400">
                <a:solidFill>
                  <a:schemeClr val="dk1"/>
                </a:solidFill>
                <a:latin typeface="Mate SC"/>
                <a:ea typeface="Mate SC"/>
                <a:cs typeface="Mate SC"/>
                <a:sym typeface="Mate S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62" name="Google Shape;262;p13"/>
          <p:cNvSpPr txBox="1">
            <a:spLocks noGrp="1"/>
          </p:cNvSpPr>
          <p:nvPr>
            <p:ph type="subTitle" idx="21"/>
          </p:nvPr>
        </p:nvSpPr>
        <p:spPr>
          <a:xfrm>
            <a:off x="6118524" y="3509182"/>
            <a:ext cx="2305500" cy="4116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400">
                <a:solidFill>
                  <a:schemeClr val="dk1"/>
                </a:solidFill>
                <a:latin typeface="Mate SC"/>
                <a:ea typeface="Mate SC"/>
                <a:cs typeface="Mate SC"/>
                <a:sym typeface="Mate SC"/>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263" name="Google Shape;263;p13"/>
          <p:cNvGrpSpPr/>
          <p:nvPr/>
        </p:nvGrpSpPr>
        <p:grpSpPr>
          <a:xfrm>
            <a:off x="-19867" y="70376"/>
            <a:ext cx="9172192" cy="354275"/>
            <a:chOff x="-220040" y="231696"/>
            <a:chExt cx="9335564" cy="365760"/>
          </a:xfrm>
        </p:grpSpPr>
        <p:grpSp>
          <p:nvGrpSpPr>
            <p:cNvPr id="264" name="Google Shape;264;p13"/>
            <p:cNvGrpSpPr/>
            <p:nvPr/>
          </p:nvGrpSpPr>
          <p:grpSpPr>
            <a:xfrm>
              <a:off x="4430726" y="231696"/>
              <a:ext cx="4684798" cy="365760"/>
              <a:chOff x="18360290" y="8352923"/>
              <a:chExt cx="7224053" cy="571500"/>
            </a:xfrm>
          </p:grpSpPr>
          <p:sp>
            <p:nvSpPr>
              <p:cNvPr id="265" name="Google Shape;265;p13"/>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3"/>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3"/>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 name="Google Shape;269;p13"/>
            <p:cNvGrpSpPr/>
            <p:nvPr/>
          </p:nvGrpSpPr>
          <p:grpSpPr>
            <a:xfrm flipH="1">
              <a:off x="-220040" y="231696"/>
              <a:ext cx="4684798" cy="365760"/>
              <a:chOff x="18360290" y="8352923"/>
              <a:chExt cx="7224053" cy="571500"/>
            </a:xfrm>
          </p:grpSpPr>
          <p:sp>
            <p:nvSpPr>
              <p:cNvPr id="270" name="Google Shape;270;p13"/>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3"/>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3"/>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3"/>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4" name="Google Shape;274;p13"/>
          <p:cNvGrpSpPr/>
          <p:nvPr/>
        </p:nvGrpSpPr>
        <p:grpSpPr>
          <a:xfrm>
            <a:off x="-19867" y="4718852"/>
            <a:ext cx="9172192" cy="354275"/>
            <a:chOff x="-220040" y="231696"/>
            <a:chExt cx="9335564" cy="365760"/>
          </a:xfrm>
        </p:grpSpPr>
        <p:grpSp>
          <p:nvGrpSpPr>
            <p:cNvPr id="275" name="Google Shape;275;p13"/>
            <p:cNvGrpSpPr/>
            <p:nvPr/>
          </p:nvGrpSpPr>
          <p:grpSpPr>
            <a:xfrm>
              <a:off x="4430726" y="231696"/>
              <a:ext cx="4684798" cy="365760"/>
              <a:chOff x="18360290" y="8352923"/>
              <a:chExt cx="7224053" cy="571500"/>
            </a:xfrm>
          </p:grpSpPr>
          <p:sp>
            <p:nvSpPr>
              <p:cNvPr id="276" name="Google Shape;276;p13"/>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3"/>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3"/>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3"/>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p13"/>
            <p:cNvGrpSpPr/>
            <p:nvPr/>
          </p:nvGrpSpPr>
          <p:grpSpPr>
            <a:xfrm flipH="1">
              <a:off x="-220040" y="231696"/>
              <a:ext cx="4684798" cy="365760"/>
              <a:chOff x="18360290" y="8352923"/>
              <a:chExt cx="7224053" cy="571500"/>
            </a:xfrm>
          </p:grpSpPr>
          <p:sp>
            <p:nvSpPr>
              <p:cNvPr id="281" name="Google Shape;281;p13"/>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3"/>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3"/>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3"/>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285"/>
        <p:cNvGrpSpPr/>
        <p:nvPr/>
      </p:nvGrpSpPr>
      <p:grpSpPr>
        <a:xfrm>
          <a:off x="0" y="0"/>
          <a:ext cx="0" cy="0"/>
          <a:chOff x="0" y="0"/>
          <a:chExt cx="0" cy="0"/>
        </a:xfrm>
      </p:grpSpPr>
      <p:sp>
        <p:nvSpPr>
          <p:cNvPr id="286" name="Google Shape;286;p14"/>
          <p:cNvSpPr/>
          <p:nvPr/>
        </p:nvSpPr>
        <p:spPr>
          <a:xfrm rot="10800000" flipH="1">
            <a:off x="-2724152" y="4121026"/>
            <a:ext cx="16482987" cy="1038224"/>
          </a:xfrm>
          <a:custGeom>
            <a:avLst/>
            <a:gdLst/>
            <a:ahLst/>
            <a:cxnLst/>
            <a:rect l="l" t="t" r="r" b="b"/>
            <a:pathLst>
              <a:path w="130579" h="15221" extrusionOk="0">
                <a:moveTo>
                  <a:pt x="129536" y="4582"/>
                </a:moveTo>
                <a:cubicBezTo>
                  <a:pt x="128153" y="5047"/>
                  <a:pt x="123436" y="6652"/>
                  <a:pt x="121410" y="6500"/>
                </a:cubicBezTo>
                <a:cubicBezTo>
                  <a:pt x="118881" y="6317"/>
                  <a:pt x="119157" y="5879"/>
                  <a:pt x="114856" y="6036"/>
                </a:cubicBezTo>
                <a:cubicBezTo>
                  <a:pt x="109735" y="6219"/>
                  <a:pt x="105288" y="7473"/>
                  <a:pt x="102511" y="8894"/>
                </a:cubicBezTo>
                <a:cubicBezTo>
                  <a:pt x="92511" y="14005"/>
                  <a:pt x="91430" y="10785"/>
                  <a:pt x="87259" y="11201"/>
                </a:cubicBezTo>
                <a:cubicBezTo>
                  <a:pt x="86217" y="11303"/>
                  <a:pt x="87265" y="12676"/>
                  <a:pt x="86390" y="13065"/>
                </a:cubicBezTo>
                <a:cubicBezTo>
                  <a:pt x="84920" y="13713"/>
                  <a:pt x="81360" y="13351"/>
                  <a:pt x="77643" y="12486"/>
                </a:cubicBezTo>
                <a:cubicBezTo>
                  <a:pt x="72413" y="11276"/>
                  <a:pt x="75287" y="14842"/>
                  <a:pt x="70025" y="14080"/>
                </a:cubicBezTo>
                <a:cubicBezTo>
                  <a:pt x="67134" y="13664"/>
                  <a:pt x="69598" y="13016"/>
                  <a:pt x="64206" y="14232"/>
                </a:cubicBezTo>
                <a:cubicBezTo>
                  <a:pt x="59797" y="15220"/>
                  <a:pt x="59419" y="13097"/>
                  <a:pt x="52531" y="13070"/>
                </a:cubicBezTo>
                <a:cubicBezTo>
                  <a:pt x="39840" y="13027"/>
                  <a:pt x="45183" y="11708"/>
                  <a:pt x="36193" y="10752"/>
                </a:cubicBezTo>
                <a:cubicBezTo>
                  <a:pt x="27613" y="9845"/>
                  <a:pt x="28451" y="9915"/>
                  <a:pt x="22438" y="7889"/>
                </a:cubicBezTo>
                <a:cubicBezTo>
                  <a:pt x="13891" y="5004"/>
                  <a:pt x="15144" y="9018"/>
                  <a:pt x="2826" y="4690"/>
                </a:cubicBezTo>
                <a:cubicBezTo>
                  <a:pt x="0" y="3691"/>
                  <a:pt x="886" y="3907"/>
                  <a:pt x="870" y="2383"/>
                </a:cubicBezTo>
                <a:cubicBezTo>
                  <a:pt x="859" y="1708"/>
                  <a:pt x="854" y="1027"/>
                  <a:pt x="848" y="352"/>
                </a:cubicBezTo>
                <a:lnTo>
                  <a:pt x="125435" y="368"/>
                </a:lnTo>
                <a:cubicBezTo>
                  <a:pt x="130578" y="368"/>
                  <a:pt x="129768" y="1"/>
                  <a:pt x="129784" y="2189"/>
                </a:cubicBezTo>
                <a:cubicBezTo>
                  <a:pt x="129784" y="2632"/>
                  <a:pt x="130103" y="4318"/>
                  <a:pt x="129536" y="458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4"/>
          <p:cNvSpPr txBox="1">
            <a:spLocks noGrp="1"/>
          </p:cNvSpPr>
          <p:nvPr>
            <p:ph type="title"/>
          </p:nvPr>
        </p:nvSpPr>
        <p:spPr>
          <a:xfrm>
            <a:off x="1038225" y="1918200"/>
            <a:ext cx="5391300" cy="15114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88" name="Google Shape;288;p14"/>
          <p:cNvSpPr txBox="1">
            <a:spLocks noGrp="1"/>
          </p:cNvSpPr>
          <p:nvPr>
            <p:ph type="title" idx="2" hasCustomPrompt="1"/>
          </p:nvPr>
        </p:nvSpPr>
        <p:spPr>
          <a:xfrm>
            <a:off x="2819400" y="426150"/>
            <a:ext cx="1828800" cy="13413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500" b="1">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89" name="Google Shape;289;p14"/>
          <p:cNvSpPr txBox="1">
            <a:spLocks noGrp="1"/>
          </p:cNvSpPr>
          <p:nvPr>
            <p:ph type="subTitle" idx="1"/>
          </p:nvPr>
        </p:nvSpPr>
        <p:spPr>
          <a:xfrm>
            <a:off x="1578450" y="3504150"/>
            <a:ext cx="4310700" cy="4320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90" name="Google Shape;290;p14"/>
          <p:cNvGrpSpPr/>
          <p:nvPr/>
        </p:nvGrpSpPr>
        <p:grpSpPr>
          <a:xfrm>
            <a:off x="-19867" y="70376"/>
            <a:ext cx="9172192" cy="354275"/>
            <a:chOff x="-220040" y="231696"/>
            <a:chExt cx="9335564" cy="365760"/>
          </a:xfrm>
        </p:grpSpPr>
        <p:grpSp>
          <p:nvGrpSpPr>
            <p:cNvPr id="291" name="Google Shape;291;p14"/>
            <p:cNvGrpSpPr/>
            <p:nvPr/>
          </p:nvGrpSpPr>
          <p:grpSpPr>
            <a:xfrm>
              <a:off x="4430726" y="231696"/>
              <a:ext cx="4684798" cy="365760"/>
              <a:chOff x="18360290" y="8352923"/>
              <a:chExt cx="7224053" cy="571500"/>
            </a:xfrm>
          </p:grpSpPr>
          <p:sp>
            <p:nvSpPr>
              <p:cNvPr id="292" name="Google Shape;292;p14"/>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4"/>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4"/>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4"/>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6" name="Google Shape;296;p14"/>
            <p:cNvGrpSpPr/>
            <p:nvPr/>
          </p:nvGrpSpPr>
          <p:grpSpPr>
            <a:xfrm flipH="1">
              <a:off x="-220040" y="231696"/>
              <a:ext cx="4684798" cy="365760"/>
              <a:chOff x="18360290" y="8352923"/>
              <a:chExt cx="7224053" cy="571500"/>
            </a:xfrm>
          </p:grpSpPr>
          <p:sp>
            <p:nvSpPr>
              <p:cNvPr id="297" name="Google Shape;297;p14"/>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4"/>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4"/>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4"/>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1" name="Google Shape;301;p14"/>
          <p:cNvGrpSpPr/>
          <p:nvPr/>
        </p:nvGrpSpPr>
        <p:grpSpPr>
          <a:xfrm>
            <a:off x="-19867" y="4718852"/>
            <a:ext cx="9172192" cy="354275"/>
            <a:chOff x="-220040" y="231696"/>
            <a:chExt cx="9335564" cy="365760"/>
          </a:xfrm>
        </p:grpSpPr>
        <p:grpSp>
          <p:nvGrpSpPr>
            <p:cNvPr id="302" name="Google Shape;302;p14"/>
            <p:cNvGrpSpPr/>
            <p:nvPr/>
          </p:nvGrpSpPr>
          <p:grpSpPr>
            <a:xfrm>
              <a:off x="4430726" y="231696"/>
              <a:ext cx="4684798" cy="365760"/>
              <a:chOff x="18360290" y="8352923"/>
              <a:chExt cx="7224053" cy="571500"/>
            </a:xfrm>
          </p:grpSpPr>
          <p:sp>
            <p:nvSpPr>
              <p:cNvPr id="303" name="Google Shape;303;p14"/>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4"/>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4"/>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4"/>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307;p14"/>
            <p:cNvGrpSpPr/>
            <p:nvPr/>
          </p:nvGrpSpPr>
          <p:grpSpPr>
            <a:xfrm flipH="1">
              <a:off x="-220040" y="231696"/>
              <a:ext cx="4684798" cy="365760"/>
              <a:chOff x="18360290" y="8352923"/>
              <a:chExt cx="7224053" cy="571500"/>
            </a:xfrm>
          </p:grpSpPr>
          <p:sp>
            <p:nvSpPr>
              <p:cNvPr id="308" name="Google Shape;308;p14"/>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4"/>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4"/>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4"/>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465"/>
        <p:cNvGrpSpPr/>
        <p:nvPr/>
      </p:nvGrpSpPr>
      <p:grpSpPr>
        <a:xfrm>
          <a:off x="0" y="0"/>
          <a:ext cx="0" cy="0"/>
          <a:chOff x="0" y="0"/>
          <a:chExt cx="0" cy="0"/>
        </a:xfrm>
      </p:grpSpPr>
      <p:sp>
        <p:nvSpPr>
          <p:cNvPr id="466" name="Google Shape;466;p21"/>
          <p:cNvSpPr/>
          <p:nvPr/>
        </p:nvSpPr>
        <p:spPr>
          <a:xfrm rot="10800000" flipH="1">
            <a:off x="-2694702" y="4107788"/>
            <a:ext cx="16482987" cy="1038224"/>
          </a:xfrm>
          <a:custGeom>
            <a:avLst/>
            <a:gdLst/>
            <a:ahLst/>
            <a:cxnLst/>
            <a:rect l="l" t="t" r="r" b="b"/>
            <a:pathLst>
              <a:path w="130579" h="15221" extrusionOk="0">
                <a:moveTo>
                  <a:pt x="129536" y="4582"/>
                </a:moveTo>
                <a:cubicBezTo>
                  <a:pt x="128153" y="5047"/>
                  <a:pt x="123436" y="6652"/>
                  <a:pt x="121410" y="6500"/>
                </a:cubicBezTo>
                <a:cubicBezTo>
                  <a:pt x="118881" y="6317"/>
                  <a:pt x="119157" y="5879"/>
                  <a:pt x="114856" y="6036"/>
                </a:cubicBezTo>
                <a:cubicBezTo>
                  <a:pt x="109735" y="6219"/>
                  <a:pt x="105288" y="7473"/>
                  <a:pt x="102511" y="8894"/>
                </a:cubicBezTo>
                <a:cubicBezTo>
                  <a:pt x="92511" y="14005"/>
                  <a:pt x="91430" y="10785"/>
                  <a:pt x="87259" y="11201"/>
                </a:cubicBezTo>
                <a:cubicBezTo>
                  <a:pt x="86217" y="11303"/>
                  <a:pt x="87265" y="12676"/>
                  <a:pt x="86390" y="13065"/>
                </a:cubicBezTo>
                <a:cubicBezTo>
                  <a:pt x="84920" y="13713"/>
                  <a:pt x="81360" y="13351"/>
                  <a:pt x="77643" y="12486"/>
                </a:cubicBezTo>
                <a:cubicBezTo>
                  <a:pt x="72413" y="11276"/>
                  <a:pt x="75287" y="14842"/>
                  <a:pt x="70025" y="14080"/>
                </a:cubicBezTo>
                <a:cubicBezTo>
                  <a:pt x="67134" y="13664"/>
                  <a:pt x="69598" y="13016"/>
                  <a:pt x="64206" y="14232"/>
                </a:cubicBezTo>
                <a:cubicBezTo>
                  <a:pt x="59797" y="15220"/>
                  <a:pt x="59419" y="13097"/>
                  <a:pt x="52531" y="13070"/>
                </a:cubicBezTo>
                <a:cubicBezTo>
                  <a:pt x="39840" y="13027"/>
                  <a:pt x="45183" y="11708"/>
                  <a:pt x="36193" y="10752"/>
                </a:cubicBezTo>
                <a:cubicBezTo>
                  <a:pt x="27613" y="9845"/>
                  <a:pt x="28451" y="9915"/>
                  <a:pt x="22438" y="7889"/>
                </a:cubicBezTo>
                <a:cubicBezTo>
                  <a:pt x="13891" y="5004"/>
                  <a:pt x="15144" y="9018"/>
                  <a:pt x="2826" y="4690"/>
                </a:cubicBezTo>
                <a:cubicBezTo>
                  <a:pt x="0" y="3691"/>
                  <a:pt x="886" y="3907"/>
                  <a:pt x="870" y="2383"/>
                </a:cubicBezTo>
                <a:cubicBezTo>
                  <a:pt x="859" y="1708"/>
                  <a:pt x="854" y="1027"/>
                  <a:pt x="848" y="352"/>
                </a:cubicBezTo>
                <a:lnTo>
                  <a:pt x="125435" y="368"/>
                </a:lnTo>
                <a:cubicBezTo>
                  <a:pt x="130578" y="368"/>
                  <a:pt x="129768" y="1"/>
                  <a:pt x="129784" y="2189"/>
                </a:cubicBezTo>
                <a:cubicBezTo>
                  <a:pt x="129784" y="2632"/>
                  <a:pt x="130103" y="4318"/>
                  <a:pt x="129536" y="458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68" name="Google Shape;468;p21"/>
          <p:cNvSpPr txBox="1">
            <a:spLocks noGrp="1"/>
          </p:cNvSpPr>
          <p:nvPr>
            <p:ph type="subTitle" idx="1"/>
          </p:nvPr>
        </p:nvSpPr>
        <p:spPr>
          <a:xfrm>
            <a:off x="4923080" y="2676025"/>
            <a:ext cx="2640000" cy="1130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9" name="Google Shape;469;p21"/>
          <p:cNvSpPr txBox="1">
            <a:spLocks noGrp="1"/>
          </p:cNvSpPr>
          <p:nvPr>
            <p:ph type="subTitle" idx="2"/>
          </p:nvPr>
        </p:nvSpPr>
        <p:spPr>
          <a:xfrm>
            <a:off x="1580905" y="2676025"/>
            <a:ext cx="2640000" cy="1130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70" name="Google Shape;470;p21"/>
          <p:cNvSpPr txBox="1">
            <a:spLocks noGrp="1"/>
          </p:cNvSpPr>
          <p:nvPr>
            <p:ph type="subTitle" idx="3"/>
          </p:nvPr>
        </p:nvSpPr>
        <p:spPr>
          <a:xfrm>
            <a:off x="1580916" y="2117125"/>
            <a:ext cx="2640000" cy="457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400">
                <a:solidFill>
                  <a:schemeClr val="dk1"/>
                </a:solidFill>
                <a:latin typeface="Mate SC"/>
                <a:ea typeface="Mate SC"/>
                <a:cs typeface="Mate SC"/>
                <a:sym typeface="Mate S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471" name="Google Shape;471;p21"/>
          <p:cNvSpPr txBox="1">
            <a:spLocks noGrp="1"/>
          </p:cNvSpPr>
          <p:nvPr>
            <p:ph type="subTitle" idx="4"/>
          </p:nvPr>
        </p:nvSpPr>
        <p:spPr>
          <a:xfrm>
            <a:off x="4923095" y="2117125"/>
            <a:ext cx="2640000" cy="4572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400"/>
              <a:buFont typeface="Bebas Neue"/>
              <a:buNone/>
              <a:defRPr sz="2400">
                <a:solidFill>
                  <a:schemeClr val="dk1"/>
                </a:solidFill>
                <a:latin typeface="Mate SC"/>
                <a:ea typeface="Mate SC"/>
                <a:cs typeface="Mate SC"/>
                <a:sym typeface="Mate SC"/>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472" name="Google Shape;472;p21"/>
          <p:cNvGrpSpPr/>
          <p:nvPr/>
        </p:nvGrpSpPr>
        <p:grpSpPr>
          <a:xfrm>
            <a:off x="-19867" y="70376"/>
            <a:ext cx="9172192" cy="354275"/>
            <a:chOff x="-220040" y="231696"/>
            <a:chExt cx="9335564" cy="365760"/>
          </a:xfrm>
        </p:grpSpPr>
        <p:grpSp>
          <p:nvGrpSpPr>
            <p:cNvPr id="473" name="Google Shape;473;p21"/>
            <p:cNvGrpSpPr/>
            <p:nvPr/>
          </p:nvGrpSpPr>
          <p:grpSpPr>
            <a:xfrm>
              <a:off x="4430726" y="231696"/>
              <a:ext cx="4684798" cy="365760"/>
              <a:chOff x="18360290" y="8352923"/>
              <a:chExt cx="7224053" cy="571500"/>
            </a:xfrm>
          </p:grpSpPr>
          <p:sp>
            <p:nvSpPr>
              <p:cNvPr id="474" name="Google Shape;474;p21"/>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1"/>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1"/>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1"/>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21"/>
            <p:cNvGrpSpPr/>
            <p:nvPr/>
          </p:nvGrpSpPr>
          <p:grpSpPr>
            <a:xfrm flipH="1">
              <a:off x="-220040" y="231696"/>
              <a:ext cx="4684798" cy="365760"/>
              <a:chOff x="18360290" y="8352923"/>
              <a:chExt cx="7224053" cy="571500"/>
            </a:xfrm>
          </p:grpSpPr>
          <p:sp>
            <p:nvSpPr>
              <p:cNvPr id="479" name="Google Shape;479;p21"/>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1"/>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1"/>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1"/>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83" name="Google Shape;483;p21"/>
          <p:cNvGrpSpPr/>
          <p:nvPr/>
        </p:nvGrpSpPr>
        <p:grpSpPr>
          <a:xfrm>
            <a:off x="-19867" y="4718852"/>
            <a:ext cx="9172192" cy="354275"/>
            <a:chOff x="-220040" y="231696"/>
            <a:chExt cx="9335564" cy="365760"/>
          </a:xfrm>
        </p:grpSpPr>
        <p:grpSp>
          <p:nvGrpSpPr>
            <p:cNvPr id="484" name="Google Shape;484;p21"/>
            <p:cNvGrpSpPr/>
            <p:nvPr/>
          </p:nvGrpSpPr>
          <p:grpSpPr>
            <a:xfrm>
              <a:off x="4430726" y="231696"/>
              <a:ext cx="4684798" cy="365760"/>
              <a:chOff x="18360290" y="8352923"/>
              <a:chExt cx="7224053" cy="571500"/>
            </a:xfrm>
          </p:grpSpPr>
          <p:sp>
            <p:nvSpPr>
              <p:cNvPr id="485" name="Google Shape;485;p21"/>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1"/>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1"/>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1"/>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21"/>
            <p:cNvGrpSpPr/>
            <p:nvPr/>
          </p:nvGrpSpPr>
          <p:grpSpPr>
            <a:xfrm flipH="1">
              <a:off x="-220040" y="231696"/>
              <a:ext cx="4684798" cy="365760"/>
              <a:chOff x="18360290" y="8352923"/>
              <a:chExt cx="7224053" cy="571500"/>
            </a:xfrm>
          </p:grpSpPr>
          <p:sp>
            <p:nvSpPr>
              <p:cNvPr id="490" name="Google Shape;490;p21"/>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1"/>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1"/>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1"/>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94"/>
        <p:cNvGrpSpPr/>
        <p:nvPr/>
      </p:nvGrpSpPr>
      <p:grpSpPr>
        <a:xfrm>
          <a:off x="0" y="0"/>
          <a:ext cx="0" cy="0"/>
          <a:chOff x="0" y="0"/>
          <a:chExt cx="0" cy="0"/>
        </a:xfrm>
      </p:grpSpPr>
      <p:sp>
        <p:nvSpPr>
          <p:cNvPr id="495" name="Google Shape;495;p22"/>
          <p:cNvSpPr/>
          <p:nvPr/>
        </p:nvSpPr>
        <p:spPr>
          <a:xfrm rot="10800000" flipH="1">
            <a:off x="-2694702" y="4107788"/>
            <a:ext cx="16482987" cy="1038224"/>
          </a:xfrm>
          <a:custGeom>
            <a:avLst/>
            <a:gdLst/>
            <a:ahLst/>
            <a:cxnLst/>
            <a:rect l="l" t="t" r="r" b="b"/>
            <a:pathLst>
              <a:path w="130579" h="15221" extrusionOk="0">
                <a:moveTo>
                  <a:pt x="129536" y="4582"/>
                </a:moveTo>
                <a:cubicBezTo>
                  <a:pt x="128153" y="5047"/>
                  <a:pt x="123436" y="6652"/>
                  <a:pt x="121410" y="6500"/>
                </a:cubicBezTo>
                <a:cubicBezTo>
                  <a:pt x="118881" y="6317"/>
                  <a:pt x="119157" y="5879"/>
                  <a:pt x="114856" y="6036"/>
                </a:cubicBezTo>
                <a:cubicBezTo>
                  <a:pt x="109735" y="6219"/>
                  <a:pt x="105288" y="7473"/>
                  <a:pt x="102511" y="8894"/>
                </a:cubicBezTo>
                <a:cubicBezTo>
                  <a:pt x="92511" y="14005"/>
                  <a:pt x="91430" y="10785"/>
                  <a:pt x="87259" y="11201"/>
                </a:cubicBezTo>
                <a:cubicBezTo>
                  <a:pt x="86217" y="11303"/>
                  <a:pt x="87265" y="12676"/>
                  <a:pt x="86390" y="13065"/>
                </a:cubicBezTo>
                <a:cubicBezTo>
                  <a:pt x="84920" y="13713"/>
                  <a:pt x="81360" y="13351"/>
                  <a:pt x="77643" y="12486"/>
                </a:cubicBezTo>
                <a:cubicBezTo>
                  <a:pt x="72413" y="11276"/>
                  <a:pt x="75287" y="14842"/>
                  <a:pt x="70025" y="14080"/>
                </a:cubicBezTo>
                <a:cubicBezTo>
                  <a:pt x="67134" y="13664"/>
                  <a:pt x="69598" y="13016"/>
                  <a:pt x="64206" y="14232"/>
                </a:cubicBezTo>
                <a:cubicBezTo>
                  <a:pt x="59797" y="15220"/>
                  <a:pt x="59419" y="13097"/>
                  <a:pt x="52531" y="13070"/>
                </a:cubicBezTo>
                <a:cubicBezTo>
                  <a:pt x="39840" y="13027"/>
                  <a:pt x="45183" y="11708"/>
                  <a:pt x="36193" y="10752"/>
                </a:cubicBezTo>
                <a:cubicBezTo>
                  <a:pt x="27613" y="9845"/>
                  <a:pt x="28451" y="9915"/>
                  <a:pt x="22438" y="7889"/>
                </a:cubicBezTo>
                <a:cubicBezTo>
                  <a:pt x="13891" y="5004"/>
                  <a:pt x="15144" y="9018"/>
                  <a:pt x="2826" y="4690"/>
                </a:cubicBezTo>
                <a:cubicBezTo>
                  <a:pt x="0" y="3691"/>
                  <a:pt x="886" y="3907"/>
                  <a:pt x="870" y="2383"/>
                </a:cubicBezTo>
                <a:cubicBezTo>
                  <a:pt x="859" y="1708"/>
                  <a:pt x="854" y="1027"/>
                  <a:pt x="848" y="352"/>
                </a:cubicBezTo>
                <a:lnTo>
                  <a:pt x="125435" y="368"/>
                </a:lnTo>
                <a:cubicBezTo>
                  <a:pt x="130578" y="368"/>
                  <a:pt x="129768" y="1"/>
                  <a:pt x="129784" y="2189"/>
                </a:cubicBezTo>
                <a:cubicBezTo>
                  <a:pt x="129784" y="2632"/>
                  <a:pt x="130103" y="4318"/>
                  <a:pt x="129536" y="458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497" name="Google Shape;497;p22"/>
          <p:cNvSpPr txBox="1">
            <a:spLocks noGrp="1"/>
          </p:cNvSpPr>
          <p:nvPr>
            <p:ph type="subTitle" idx="1"/>
          </p:nvPr>
        </p:nvSpPr>
        <p:spPr>
          <a:xfrm>
            <a:off x="4693855" y="1611175"/>
            <a:ext cx="2892600" cy="2034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22"/>
          <p:cNvSpPr txBox="1">
            <a:spLocks noGrp="1"/>
          </p:cNvSpPr>
          <p:nvPr>
            <p:ph type="subTitle" idx="2"/>
          </p:nvPr>
        </p:nvSpPr>
        <p:spPr>
          <a:xfrm>
            <a:off x="1557550" y="1611175"/>
            <a:ext cx="2892600" cy="2034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499" name="Google Shape;499;p22"/>
          <p:cNvGrpSpPr/>
          <p:nvPr/>
        </p:nvGrpSpPr>
        <p:grpSpPr>
          <a:xfrm>
            <a:off x="-19867" y="70376"/>
            <a:ext cx="9172192" cy="354275"/>
            <a:chOff x="-220040" y="231696"/>
            <a:chExt cx="9335564" cy="365760"/>
          </a:xfrm>
        </p:grpSpPr>
        <p:grpSp>
          <p:nvGrpSpPr>
            <p:cNvPr id="500" name="Google Shape;500;p22"/>
            <p:cNvGrpSpPr/>
            <p:nvPr/>
          </p:nvGrpSpPr>
          <p:grpSpPr>
            <a:xfrm>
              <a:off x="4430726" y="231696"/>
              <a:ext cx="4684798" cy="365760"/>
              <a:chOff x="18360290" y="8352923"/>
              <a:chExt cx="7224053" cy="571500"/>
            </a:xfrm>
          </p:grpSpPr>
          <p:sp>
            <p:nvSpPr>
              <p:cNvPr id="501" name="Google Shape;501;p22"/>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2"/>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2"/>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2"/>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 name="Google Shape;505;p22"/>
            <p:cNvGrpSpPr/>
            <p:nvPr/>
          </p:nvGrpSpPr>
          <p:grpSpPr>
            <a:xfrm flipH="1">
              <a:off x="-220040" y="231696"/>
              <a:ext cx="4684798" cy="365760"/>
              <a:chOff x="18360290" y="8352923"/>
              <a:chExt cx="7224053" cy="571500"/>
            </a:xfrm>
          </p:grpSpPr>
          <p:sp>
            <p:nvSpPr>
              <p:cNvPr id="506" name="Google Shape;506;p22"/>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2"/>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2"/>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2"/>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0" name="Google Shape;510;p22"/>
          <p:cNvGrpSpPr/>
          <p:nvPr/>
        </p:nvGrpSpPr>
        <p:grpSpPr>
          <a:xfrm>
            <a:off x="-19867" y="4718852"/>
            <a:ext cx="9172192" cy="354275"/>
            <a:chOff x="-220040" y="231696"/>
            <a:chExt cx="9335564" cy="365760"/>
          </a:xfrm>
        </p:grpSpPr>
        <p:grpSp>
          <p:nvGrpSpPr>
            <p:cNvPr id="511" name="Google Shape;511;p22"/>
            <p:cNvGrpSpPr/>
            <p:nvPr/>
          </p:nvGrpSpPr>
          <p:grpSpPr>
            <a:xfrm>
              <a:off x="4430726" y="231696"/>
              <a:ext cx="4684798" cy="365760"/>
              <a:chOff x="18360290" y="8352923"/>
              <a:chExt cx="7224053" cy="571500"/>
            </a:xfrm>
          </p:grpSpPr>
          <p:sp>
            <p:nvSpPr>
              <p:cNvPr id="512" name="Google Shape;512;p22"/>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2"/>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2"/>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2"/>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516;p22"/>
            <p:cNvGrpSpPr/>
            <p:nvPr/>
          </p:nvGrpSpPr>
          <p:grpSpPr>
            <a:xfrm flipH="1">
              <a:off x="-220040" y="231696"/>
              <a:ext cx="4684798" cy="365760"/>
              <a:chOff x="18360290" y="8352923"/>
              <a:chExt cx="7224053" cy="571500"/>
            </a:xfrm>
          </p:grpSpPr>
          <p:sp>
            <p:nvSpPr>
              <p:cNvPr id="517" name="Google Shape;517;p22"/>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2"/>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2"/>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2"/>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99"/>
        <p:cNvGrpSpPr/>
        <p:nvPr/>
      </p:nvGrpSpPr>
      <p:grpSpPr>
        <a:xfrm>
          <a:off x="0" y="0"/>
          <a:ext cx="0" cy="0"/>
          <a:chOff x="0" y="0"/>
          <a:chExt cx="0" cy="0"/>
        </a:xfrm>
      </p:grpSpPr>
      <p:grpSp>
        <p:nvGrpSpPr>
          <p:cNvPr id="800" name="Google Shape;800;p30"/>
          <p:cNvGrpSpPr/>
          <p:nvPr/>
        </p:nvGrpSpPr>
        <p:grpSpPr>
          <a:xfrm>
            <a:off x="-19867" y="70376"/>
            <a:ext cx="9172192" cy="354275"/>
            <a:chOff x="-220040" y="231696"/>
            <a:chExt cx="9335564" cy="365760"/>
          </a:xfrm>
        </p:grpSpPr>
        <p:grpSp>
          <p:nvGrpSpPr>
            <p:cNvPr id="801" name="Google Shape;801;p30"/>
            <p:cNvGrpSpPr/>
            <p:nvPr/>
          </p:nvGrpSpPr>
          <p:grpSpPr>
            <a:xfrm>
              <a:off x="4430726" y="231696"/>
              <a:ext cx="4684798" cy="365760"/>
              <a:chOff x="18360290" y="8352923"/>
              <a:chExt cx="7224053" cy="571500"/>
            </a:xfrm>
          </p:grpSpPr>
          <p:sp>
            <p:nvSpPr>
              <p:cNvPr id="802" name="Google Shape;802;p30"/>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0"/>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0"/>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0"/>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30"/>
            <p:cNvGrpSpPr/>
            <p:nvPr/>
          </p:nvGrpSpPr>
          <p:grpSpPr>
            <a:xfrm flipH="1">
              <a:off x="-220040" y="231696"/>
              <a:ext cx="4684798" cy="365760"/>
              <a:chOff x="18360290" y="8352923"/>
              <a:chExt cx="7224053" cy="571500"/>
            </a:xfrm>
          </p:grpSpPr>
          <p:sp>
            <p:nvSpPr>
              <p:cNvPr id="807" name="Google Shape;807;p30"/>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0"/>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0"/>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0"/>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11" name="Google Shape;811;p30"/>
          <p:cNvGrpSpPr/>
          <p:nvPr/>
        </p:nvGrpSpPr>
        <p:grpSpPr>
          <a:xfrm>
            <a:off x="-19867" y="4718852"/>
            <a:ext cx="9172192" cy="354275"/>
            <a:chOff x="-220040" y="231696"/>
            <a:chExt cx="9335564" cy="365760"/>
          </a:xfrm>
        </p:grpSpPr>
        <p:grpSp>
          <p:nvGrpSpPr>
            <p:cNvPr id="812" name="Google Shape;812;p30"/>
            <p:cNvGrpSpPr/>
            <p:nvPr/>
          </p:nvGrpSpPr>
          <p:grpSpPr>
            <a:xfrm>
              <a:off x="4430726" y="231696"/>
              <a:ext cx="4684798" cy="365760"/>
              <a:chOff x="18360290" y="8352923"/>
              <a:chExt cx="7224053" cy="571500"/>
            </a:xfrm>
          </p:grpSpPr>
          <p:sp>
            <p:nvSpPr>
              <p:cNvPr id="813" name="Google Shape;813;p30"/>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0"/>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0"/>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0"/>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 name="Google Shape;817;p30"/>
            <p:cNvGrpSpPr/>
            <p:nvPr/>
          </p:nvGrpSpPr>
          <p:grpSpPr>
            <a:xfrm flipH="1">
              <a:off x="-220040" y="231696"/>
              <a:ext cx="4684798" cy="365760"/>
              <a:chOff x="18360290" y="8352923"/>
              <a:chExt cx="7224053" cy="571500"/>
            </a:xfrm>
          </p:grpSpPr>
          <p:sp>
            <p:nvSpPr>
              <p:cNvPr id="818" name="Google Shape;818;p30"/>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0"/>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0"/>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0"/>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822"/>
        <p:cNvGrpSpPr/>
        <p:nvPr/>
      </p:nvGrpSpPr>
      <p:grpSpPr>
        <a:xfrm>
          <a:off x="0" y="0"/>
          <a:ext cx="0" cy="0"/>
          <a:chOff x="0" y="0"/>
          <a:chExt cx="0" cy="0"/>
        </a:xfrm>
      </p:grpSpPr>
      <p:grpSp>
        <p:nvGrpSpPr>
          <p:cNvPr id="823" name="Google Shape;823;p31"/>
          <p:cNvGrpSpPr/>
          <p:nvPr/>
        </p:nvGrpSpPr>
        <p:grpSpPr>
          <a:xfrm>
            <a:off x="-19867" y="4718852"/>
            <a:ext cx="9172192" cy="354275"/>
            <a:chOff x="-220040" y="231696"/>
            <a:chExt cx="9335564" cy="365760"/>
          </a:xfrm>
        </p:grpSpPr>
        <p:grpSp>
          <p:nvGrpSpPr>
            <p:cNvPr id="824" name="Google Shape;824;p31"/>
            <p:cNvGrpSpPr/>
            <p:nvPr/>
          </p:nvGrpSpPr>
          <p:grpSpPr>
            <a:xfrm>
              <a:off x="4430726" y="231696"/>
              <a:ext cx="4684798" cy="365760"/>
              <a:chOff x="18360290" y="8352923"/>
              <a:chExt cx="7224053" cy="571500"/>
            </a:xfrm>
          </p:grpSpPr>
          <p:sp>
            <p:nvSpPr>
              <p:cNvPr id="825" name="Google Shape;825;p31"/>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1"/>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1"/>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1"/>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 name="Google Shape;829;p31"/>
            <p:cNvGrpSpPr/>
            <p:nvPr/>
          </p:nvGrpSpPr>
          <p:grpSpPr>
            <a:xfrm flipH="1">
              <a:off x="-220040" y="231696"/>
              <a:ext cx="4684798" cy="365760"/>
              <a:chOff x="18360290" y="8352923"/>
              <a:chExt cx="7224053" cy="571500"/>
            </a:xfrm>
          </p:grpSpPr>
          <p:sp>
            <p:nvSpPr>
              <p:cNvPr id="830" name="Google Shape;830;p31"/>
              <p:cNvSpPr/>
              <p:nvPr/>
            </p:nvSpPr>
            <p:spPr>
              <a:xfrm>
                <a:off x="18360290" y="8460784"/>
                <a:ext cx="7224053" cy="355811"/>
              </a:xfrm>
              <a:custGeom>
                <a:avLst/>
                <a:gdLst/>
                <a:ahLst/>
                <a:cxnLst/>
                <a:rect l="l" t="t" r="r" b="b"/>
                <a:pathLst>
                  <a:path w="43348" h="2332" extrusionOk="0">
                    <a:moveTo>
                      <a:pt x="451" y="1"/>
                    </a:moveTo>
                    <a:lnTo>
                      <a:pt x="451" y="17"/>
                    </a:lnTo>
                    <a:lnTo>
                      <a:pt x="451" y="1624"/>
                    </a:lnTo>
                    <a:lnTo>
                      <a:pt x="451" y="1640"/>
                    </a:lnTo>
                    <a:lnTo>
                      <a:pt x="1576" y="1640"/>
                    </a:lnTo>
                    <a:lnTo>
                      <a:pt x="1576" y="1238"/>
                    </a:lnTo>
                    <a:cubicBezTo>
                      <a:pt x="1576" y="1190"/>
                      <a:pt x="1576" y="1126"/>
                      <a:pt x="1576" y="1061"/>
                    </a:cubicBezTo>
                    <a:lnTo>
                      <a:pt x="1592" y="917"/>
                    </a:lnTo>
                    <a:lnTo>
                      <a:pt x="1769" y="917"/>
                    </a:lnTo>
                    <a:cubicBezTo>
                      <a:pt x="1849" y="917"/>
                      <a:pt x="1929" y="917"/>
                      <a:pt x="2010" y="901"/>
                    </a:cubicBezTo>
                    <a:cubicBezTo>
                      <a:pt x="2042" y="901"/>
                      <a:pt x="2090" y="901"/>
                      <a:pt x="2138" y="933"/>
                    </a:cubicBezTo>
                    <a:cubicBezTo>
                      <a:pt x="2170" y="981"/>
                      <a:pt x="2170" y="1013"/>
                      <a:pt x="2170" y="1061"/>
                    </a:cubicBezTo>
                    <a:lnTo>
                      <a:pt x="2170" y="1945"/>
                    </a:lnTo>
                    <a:lnTo>
                      <a:pt x="2170" y="1978"/>
                    </a:lnTo>
                    <a:cubicBezTo>
                      <a:pt x="2170" y="2026"/>
                      <a:pt x="2170" y="2058"/>
                      <a:pt x="2138" y="2090"/>
                    </a:cubicBezTo>
                    <a:cubicBezTo>
                      <a:pt x="2090" y="2122"/>
                      <a:pt x="2042" y="2122"/>
                      <a:pt x="1994" y="2122"/>
                    </a:cubicBezTo>
                    <a:lnTo>
                      <a:pt x="242" y="2122"/>
                    </a:lnTo>
                    <a:cubicBezTo>
                      <a:pt x="161" y="2122"/>
                      <a:pt x="81" y="2122"/>
                      <a:pt x="17" y="2138"/>
                    </a:cubicBezTo>
                    <a:lnTo>
                      <a:pt x="1" y="2138"/>
                    </a:lnTo>
                    <a:lnTo>
                      <a:pt x="1" y="2331"/>
                    </a:lnTo>
                    <a:lnTo>
                      <a:pt x="2428" y="2331"/>
                    </a:lnTo>
                    <a:lnTo>
                      <a:pt x="2428" y="2315"/>
                    </a:lnTo>
                    <a:lnTo>
                      <a:pt x="2428" y="724"/>
                    </a:lnTo>
                    <a:lnTo>
                      <a:pt x="2428" y="708"/>
                    </a:lnTo>
                    <a:lnTo>
                      <a:pt x="2428" y="692"/>
                    </a:lnTo>
                    <a:lnTo>
                      <a:pt x="1319" y="692"/>
                    </a:lnTo>
                    <a:lnTo>
                      <a:pt x="1319" y="1061"/>
                    </a:lnTo>
                    <a:cubicBezTo>
                      <a:pt x="1319" y="1110"/>
                      <a:pt x="1319" y="1174"/>
                      <a:pt x="1302" y="1238"/>
                    </a:cubicBezTo>
                    <a:lnTo>
                      <a:pt x="1302" y="1399"/>
                    </a:lnTo>
                    <a:lnTo>
                      <a:pt x="885" y="1399"/>
                    </a:lnTo>
                    <a:cubicBezTo>
                      <a:pt x="868" y="1399"/>
                      <a:pt x="804" y="1399"/>
                      <a:pt x="756" y="1367"/>
                    </a:cubicBezTo>
                    <a:cubicBezTo>
                      <a:pt x="708" y="1335"/>
                      <a:pt x="708" y="1286"/>
                      <a:pt x="708" y="1270"/>
                    </a:cubicBezTo>
                    <a:lnTo>
                      <a:pt x="708" y="338"/>
                    </a:lnTo>
                    <a:cubicBezTo>
                      <a:pt x="708" y="322"/>
                      <a:pt x="708" y="274"/>
                      <a:pt x="756" y="242"/>
                    </a:cubicBezTo>
                    <a:cubicBezTo>
                      <a:pt x="788" y="210"/>
                      <a:pt x="836" y="210"/>
                      <a:pt x="885" y="210"/>
                    </a:cubicBezTo>
                    <a:lnTo>
                      <a:pt x="4613" y="210"/>
                    </a:lnTo>
                    <a:cubicBezTo>
                      <a:pt x="4726" y="210"/>
                      <a:pt x="4790" y="226"/>
                      <a:pt x="4790" y="354"/>
                    </a:cubicBezTo>
                    <a:lnTo>
                      <a:pt x="4790" y="660"/>
                    </a:lnTo>
                    <a:lnTo>
                      <a:pt x="4790" y="788"/>
                    </a:lnTo>
                    <a:lnTo>
                      <a:pt x="4790" y="917"/>
                    </a:lnTo>
                    <a:lnTo>
                      <a:pt x="4790" y="1254"/>
                    </a:lnTo>
                    <a:cubicBezTo>
                      <a:pt x="4790" y="1351"/>
                      <a:pt x="4742" y="1399"/>
                      <a:pt x="4613" y="1399"/>
                    </a:cubicBezTo>
                    <a:lnTo>
                      <a:pt x="4356" y="1399"/>
                    </a:lnTo>
                    <a:cubicBezTo>
                      <a:pt x="4308" y="1399"/>
                      <a:pt x="4260" y="1399"/>
                      <a:pt x="4228" y="1367"/>
                    </a:cubicBezTo>
                    <a:cubicBezTo>
                      <a:pt x="4179" y="1335"/>
                      <a:pt x="4179" y="1303"/>
                      <a:pt x="4179" y="1254"/>
                    </a:cubicBezTo>
                    <a:lnTo>
                      <a:pt x="4179" y="997"/>
                    </a:lnTo>
                    <a:lnTo>
                      <a:pt x="4179" y="692"/>
                    </a:lnTo>
                    <a:lnTo>
                      <a:pt x="3038" y="692"/>
                    </a:lnTo>
                    <a:lnTo>
                      <a:pt x="3038" y="1158"/>
                    </a:lnTo>
                    <a:lnTo>
                      <a:pt x="3038" y="2299"/>
                    </a:lnTo>
                    <a:lnTo>
                      <a:pt x="3038" y="2331"/>
                    </a:lnTo>
                    <a:lnTo>
                      <a:pt x="7651" y="2331"/>
                    </a:lnTo>
                    <a:lnTo>
                      <a:pt x="7651" y="2315"/>
                    </a:lnTo>
                    <a:lnTo>
                      <a:pt x="7651" y="2299"/>
                    </a:lnTo>
                    <a:lnTo>
                      <a:pt x="7651" y="708"/>
                    </a:lnTo>
                    <a:lnTo>
                      <a:pt x="7651" y="692"/>
                    </a:lnTo>
                    <a:lnTo>
                      <a:pt x="6510" y="692"/>
                    </a:lnTo>
                    <a:lnTo>
                      <a:pt x="6510" y="708"/>
                    </a:lnTo>
                    <a:lnTo>
                      <a:pt x="6510" y="1045"/>
                    </a:lnTo>
                    <a:cubicBezTo>
                      <a:pt x="6510" y="1110"/>
                      <a:pt x="6494" y="1174"/>
                      <a:pt x="6494" y="1238"/>
                    </a:cubicBezTo>
                    <a:lnTo>
                      <a:pt x="6478" y="1383"/>
                    </a:lnTo>
                    <a:lnTo>
                      <a:pt x="6301" y="1383"/>
                    </a:lnTo>
                    <a:cubicBezTo>
                      <a:pt x="6221" y="1399"/>
                      <a:pt x="6140" y="1399"/>
                      <a:pt x="6076" y="1399"/>
                    </a:cubicBezTo>
                    <a:cubicBezTo>
                      <a:pt x="6044" y="1399"/>
                      <a:pt x="5996" y="1399"/>
                      <a:pt x="5947" y="1367"/>
                    </a:cubicBezTo>
                    <a:cubicBezTo>
                      <a:pt x="5899" y="1319"/>
                      <a:pt x="5899" y="1270"/>
                      <a:pt x="5899" y="1254"/>
                    </a:cubicBezTo>
                    <a:lnTo>
                      <a:pt x="5899" y="338"/>
                    </a:lnTo>
                    <a:cubicBezTo>
                      <a:pt x="5899" y="322"/>
                      <a:pt x="5899" y="258"/>
                      <a:pt x="5947" y="226"/>
                    </a:cubicBezTo>
                    <a:cubicBezTo>
                      <a:pt x="5979" y="210"/>
                      <a:pt x="6028" y="194"/>
                      <a:pt x="6076" y="194"/>
                    </a:cubicBezTo>
                    <a:lnTo>
                      <a:pt x="9805" y="194"/>
                    </a:lnTo>
                    <a:cubicBezTo>
                      <a:pt x="9917" y="194"/>
                      <a:pt x="9981" y="226"/>
                      <a:pt x="9981" y="338"/>
                    </a:cubicBezTo>
                    <a:lnTo>
                      <a:pt x="9981" y="660"/>
                    </a:lnTo>
                    <a:lnTo>
                      <a:pt x="9981" y="788"/>
                    </a:lnTo>
                    <a:lnTo>
                      <a:pt x="9981" y="917"/>
                    </a:lnTo>
                    <a:lnTo>
                      <a:pt x="9981" y="1238"/>
                    </a:lnTo>
                    <a:cubicBezTo>
                      <a:pt x="9981" y="1351"/>
                      <a:pt x="9933" y="1399"/>
                      <a:pt x="9805" y="1399"/>
                    </a:cubicBezTo>
                    <a:lnTo>
                      <a:pt x="9580" y="1399"/>
                    </a:lnTo>
                    <a:cubicBezTo>
                      <a:pt x="9515" y="1399"/>
                      <a:pt x="9451" y="1399"/>
                      <a:pt x="9419" y="1367"/>
                    </a:cubicBezTo>
                    <a:cubicBezTo>
                      <a:pt x="9371" y="1335"/>
                      <a:pt x="9371" y="1286"/>
                      <a:pt x="9371" y="1254"/>
                    </a:cubicBezTo>
                    <a:lnTo>
                      <a:pt x="9371" y="997"/>
                    </a:lnTo>
                    <a:lnTo>
                      <a:pt x="9371" y="692"/>
                    </a:lnTo>
                    <a:lnTo>
                      <a:pt x="8262" y="692"/>
                    </a:lnTo>
                    <a:lnTo>
                      <a:pt x="8262" y="708"/>
                    </a:lnTo>
                    <a:lnTo>
                      <a:pt x="8262" y="724"/>
                    </a:lnTo>
                    <a:lnTo>
                      <a:pt x="8262" y="2299"/>
                    </a:lnTo>
                    <a:lnTo>
                      <a:pt x="8262" y="2331"/>
                    </a:lnTo>
                    <a:lnTo>
                      <a:pt x="12842" y="2331"/>
                    </a:lnTo>
                    <a:lnTo>
                      <a:pt x="12842" y="692"/>
                    </a:lnTo>
                    <a:lnTo>
                      <a:pt x="11701" y="692"/>
                    </a:lnTo>
                    <a:lnTo>
                      <a:pt x="11701" y="724"/>
                    </a:lnTo>
                    <a:lnTo>
                      <a:pt x="11701" y="740"/>
                    </a:lnTo>
                    <a:lnTo>
                      <a:pt x="11701" y="885"/>
                    </a:lnTo>
                    <a:lnTo>
                      <a:pt x="11701" y="1254"/>
                    </a:lnTo>
                    <a:cubicBezTo>
                      <a:pt x="11701" y="1270"/>
                      <a:pt x="11701" y="1335"/>
                      <a:pt x="11653" y="1367"/>
                    </a:cubicBezTo>
                    <a:cubicBezTo>
                      <a:pt x="11605" y="1399"/>
                      <a:pt x="11540" y="1399"/>
                      <a:pt x="11524" y="1399"/>
                    </a:cubicBezTo>
                    <a:lnTo>
                      <a:pt x="11267" y="1399"/>
                    </a:lnTo>
                    <a:cubicBezTo>
                      <a:pt x="11251" y="1399"/>
                      <a:pt x="11187" y="1399"/>
                      <a:pt x="11139" y="1367"/>
                    </a:cubicBezTo>
                    <a:cubicBezTo>
                      <a:pt x="11090" y="1335"/>
                      <a:pt x="11090" y="1270"/>
                      <a:pt x="11090" y="1254"/>
                    </a:cubicBezTo>
                    <a:lnTo>
                      <a:pt x="11090" y="354"/>
                    </a:lnTo>
                    <a:cubicBezTo>
                      <a:pt x="11090" y="306"/>
                      <a:pt x="11090" y="274"/>
                      <a:pt x="11123" y="242"/>
                    </a:cubicBezTo>
                    <a:cubicBezTo>
                      <a:pt x="11171" y="210"/>
                      <a:pt x="11219" y="210"/>
                      <a:pt x="11267" y="210"/>
                    </a:cubicBezTo>
                    <a:lnTo>
                      <a:pt x="14980" y="210"/>
                    </a:lnTo>
                    <a:cubicBezTo>
                      <a:pt x="15028" y="210"/>
                      <a:pt x="15076" y="210"/>
                      <a:pt x="15125" y="242"/>
                    </a:cubicBezTo>
                    <a:cubicBezTo>
                      <a:pt x="15157" y="274"/>
                      <a:pt x="15157" y="322"/>
                      <a:pt x="15157" y="354"/>
                    </a:cubicBezTo>
                    <a:lnTo>
                      <a:pt x="15157" y="1013"/>
                    </a:lnTo>
                    <a:lnTo>
                      <a:pt x="15157" y="1254"/>
                    </a:lnTo>
                    <a:cubicBezTo>
                      <a:pt x="15157" y="1270"/>
                      <a:pt x="15173" y="1286"/>
                      <a:pt x="15157" y="1319"/>
                    </a:cubicBezTo>
                    <a:cubicBezTo>
                      <a:pt x="15141" y="1335"/>
                      <a:pt x="15109" y="1399"/>
                      <a:pt x="15028" y="1399"/>
                    </a:cubicBezTo>
                    <a:lnTo>
                      <a:pt x="14707" y="1399"/>
                    </a:lnTo>
                    <a:cubicBezTo>
                      <a:pt x="14626" y="1399"/>
                      <a:pt x="14578" y="1351"/>
                      <a:pt x="14562" y="1303"/>
                    </a:cubicBezTo>
                    <a:cubicBezTo>
                      <a:pt x="14562" y="1270"/>
                      <a:pt x="14562" y="1254"/>
                      <a:pt x="14562" y="1222"/>
                    </a:cubicBezTo>
                    <a:lnTo>
                      <a:pt x="14562" y="1029"/>
                    </a:lnTo>
                    <a:lnTo>
                      <a:pt x="14562" y="692"/>
                    </a:lnTo>
                    <a:lnTo>
                      <a:pt x="13437" y="692"/>
                    </a:lnTo>
                    <a:lnTo>
                      <a:pt x="13437" y="2331"/>
                    </a:lnTo>
                    <a:lnTo>
                      <a:pt x="17873" y="2331"/>
                    </a:lnTo>
                    <a:lnTo>
                      <a:pt x="17873" y="2315"/>
                    </a:lnTo>
                    <a:lnTo>
                      <a:pt x="17873" y="724"/>
                    </a:lnTo>
                    <a:lnTo>
                      <a:pt x="17873" y="708"/>
                    </a:lnTo>
                    <a:lnTo>
                      <a:pt x="17873" y="692"/>
                    </a:lnTo>
                    <a:lnTo>
                      <a:pt x="16764" y="692"/>
                    </a:lnTo>
                    <a:lnTo>
                      <a:pt x="16764" y="1061"/>
                    </a:lnTo>
                    <a:cubicBezTo>
                      <a:pt x="16764" y="1110"/>
                      <a:pt x="16748" y="1174"/>
                      <a:pt x="16748" y="1238"/>
                    </a:cubicBezTo>
                    <a:lnTo>
                      <a:pt x="16732" y="1399"/>
                    </a:lnTo>
                    <a:lnTo>
                      <a:pt x="16314" y="1399"/>
                    </a:lnTo>
                    <a:cubicBezTo>
                      <a:pt x="16298" y="1399"/>
                      <a:pt x="16250" y="1399"/>
                      <a:pt x="16201" y="1367"/>
                    </a:cubicBezTo>
                    <a:cubicBezTo>
                      <a:pt x="16153" y="1335"/>
                      <a:pt x="16153" y="1286"/>
                      <a:pt x="16153" y="1270"/>
                    </a:cubicBezTo>
                    <a:lnTo>
                      <a:pt x="16153" y="338"/>
                    </a:lnTo>
                    <a:cubicBezTo>
                      <a:pt x="16153" y="322"/>
                      <a:pt x="16153" y="274"/>
                      <a:pt x="16201" y="242"/>
                    </a:cubicBezTo>
                    <a:cubicBezTo>
                      <a:pt x="16234" y="210"/>
                      <a:pt x="16282" y="210"/>
                      <a:pt x="16330" y="210"/>
                    </a:cubicBezTo>
                    <a:lnTo>
                      <a:pt x="20043" y="210"/>
                    </a:lnTo>
                    <a:cubicBezTo>
                      <a:pt x="20155" y="210"/>
                      <a:pt x="20219" y="226"/>
                      <a:pt x="20219" y="354"/>
                    </a:cubicBezTo>
                    <a:lnTo>
                      <a:pt x="20219" y="660"/>
                    </a:lnTo>
                    <a:lnTo>
                      <a:pt x="20219" y="788"/>
                    </a:lnTo>
                    <a:lnTo>
                      <a:pt x="20219" y="917"/>
                    </a:lnTo>
                    <a:lnTo>
                      <a:pt x="20219" y="1254"/>
                    </a:lnTo>
                    <a:cubicBezTo>
                      <a:pt x="20219" y="1351"/>
                      <a:pt x="20171" y="1399"/>
                      <a:pt x="20059" y="1399"/>
                    </a:cubicBezTo>
                    <a:lnTo>
                      <a:pt x="19802" y="1399"/>
                    </a:lnTo>
                    <a:cubicBezTo>
                      <a:pt x="19753" y="1399"/>
                      <a:pt x="19705" y="1399"/>
                      <a:pt x="19657" y="1367"/>
                    </a:cubicBezTo>
                    <a:cubicBezTo>
                      <a:pt x="19625" y="1335"/>
                      <a:pt x="19625" y="1303"/>
                      <a:pt x="19625" y="1254"/>
                    </a:cubicBezTo>
                    <a:lnTo>
                      <a:pt x="19625" y="1013"/>
                    </a:lnTo>
                    <a:lnTo>
                      <a:pt x="19625" y="692"/>
                    </a:lnTo>
                    <a:lnTo>
                      <a:pt x="18468" y="692"/>
                    </a:lnTo>
                    <a:lnTo>
                      <a:pt x="18468" y="1158"/>
                    </a:lnTo>
                    <a:lnTo>
                      <a:pt x="18468" y="2315"/>
                    </a:lnTo>
                    <a:lnTo>
                      <a:pt x="18468" y="2331"/>
                    </a:lnTo>
                    <a:lnTo>
                      <a:pt x="23096" y="2331"/>
                    </a:lnTo>
                    <a:lnTo>
                      <a:pt x="23096" y="2315"/>
                    </a:lnTo>
                    <a:lnTo>
                      <a:pt x="23096" y="2299"/>
                    </a:lnTo>
                    <a:lnTo>
                      <a:pt x="23096" y="708"/>
                    </a:lnTo>
                    <a:lnTo>
                      <a:pt x="23096" y="692"/>
                    </a:lnTo>
                    <a:lnTo>
                      <a:pt x="21939" y="692"/>
                    </a:lnTo>
                    <a:lnTo>
                      <a:pt x="21939" y="708"/>
                    </a:lnTo>
                    <a:lnTo>
                      <a:pt x="21939" y="1045"/>
                    </a:lnTo>
                    <a:cubicBezTo>
                      <a:pt x="21939" y="1110"/>
                      <a:pt x="21939" y="1174"/>
                      <a:pt x="21939" y="1238"/>
                    </a:cubicBezTo>
                    <a:lnTo>
                      <a:pt x="21923" y="1399"/>
                    </a:lnTo>
                    <a:lnTo>
                      <a:pt x="21505" y="1399"/>
                    </a:lnTo>
                    <a:cubicBezTo>
                      <a:pt x="21489" y="1399"/>
                      <a:pt x="21425" y="1399"/>
                      <a:pt x="21393" y="1367"/>
                    </a:cubicBezTo>
                    <a:cubicBezTo>
                      <a:pt x="21345" y="1335"/>
                      <a:pt x="21345" y="1286"/>
                      <a:pt x="21345" y="1270"/>
                    </a:cubicBezTo>
                    <a:lnTo>
                      <a:pt x="21345" y="338"/>
                    </a:lnTo>
                    <a:cubicBezTo>
                      <a:pt x="21345" y="322"/>
                      <a:pt x="21345" y="274"/>
                      <a:pt x="21393" y="226"/>
                    </a:cubicBezTo>
                    <a:cubicBezTo>
                      <a:pt x="21415" y="214"/>
                      <a:pt x="21438" y="203"/>
                      <a:pt x="21472" y="203"/>
                    </a:cubicBezTo>
                    <a:cubicBezTo>
                      <a:pt x="21486" y="203"/>
                      <a:pt x="21502" y="205"/>
                      <a:pt x="21521" y="210"/>
                    </a:cubicBezTo>
                    <a:lnTo>
                      <a:pt x="25234" y="210"/>
                    </a:lnTo>
                    <a:cubicBezTo>
                      <a:pt x="25347" y="210"/>
                      <a:pt x="25411" y="226"/>
                      <a:pt x="25411" y="338"/>
                    </a:cubicBezTo>
                    <a:lnTo>
                      <a:pt x="25411" y="660"/>
                    </a:lnTo>
                    <a:lnTo>
                      <a:pt x="25411" y="788"/>
                    </a:lnTo>
                    <a:lnTo>
                      <a:pt x="25411" y="917"/>
                    </a:lnTo>
                    <a:lnTo>
                      <a:pt x="25411" y="1254"/>
                    </a:lnTo>
                    <a:cubicBezTo>
                      <a:pt x="25411" y="1351"/>
                      <a:pt x="25363" y="1399"/>
                      <a:pt x="25250" y="1399"/>
                    </a:cubicBezTo>
                    <a:lnTo>
                      <a:pt x="25009" y="1399"/>
                    </a:lnTo>
                    <a:cubicBezTo>
                      <a:pt x="24945" y="1399"/>
                      <a:pt x="24896" y="1399"/>
                      <a:pt x="24848" y="1367"/>
                    </a:cubicBezTo>
                    <a:cubicBezTo>
                      <a:pt x="24816" y="1335"/>
                      <a:pt x="24816" y="1286"/>
                      <a:pt x="24816" y="1254"/>
                    </a:cubicBezTo>
                    <a:lnTo>
                      <a:pt x="24816" y="1013"/>
                    </a:lnTo>
                    <a:lnTo>
                      <a:pt x="24816" y="692"/>
                    </a:lnTo>
                    <a:lnTo>
                      <a:pt x="23691" y="692"/>
                    </a:lnTo>
                    <a:lnTo>
                      <a:pt x="23691" y="708"/>
                    </a:lnTo>
                    <a:lnTo>
                      <a:pt x="23691" y="724"/>
                    </a:lnTo>
                    <a:lnTo>
                      <a:pt x="23691" y="2299"/>
                    </a:lnTo>
                    <a:lnTo>
                      <a:pt x="23691" y="2331"/>
                    </a:lnTo>
                    <a:lnTo>
                      <a:pt x="28288" y="2331"/>
                    </a:lnTo>
                    <a:lnTo>
                      <a:pt x="28288" y="692"/>
                    </a:lnTo>
                    <a:lnTo>
                      <a:pt x="27131" y="692"/>
                    </a:lnTo>
                    <a:lnTo>
                      <a:pt x="27131" y="724"/>
                    </a:lnTo>
                    <a:lnTo>
                      <a:pt x="27131" y="740"/>
                    </a:lnTo>
                    <a:lnTo>
                      <a:pt x="27131" y="885"/>
                    </a:lnTo>
                    <a:lnTo>
                      <a:pt x="27131" y="1254"/>
                    </a:lnTo>
                    <a:cubicBezTo>
                      <a:pt x="27131" y="1270"/>
                      <a:pt x="27131" y="1335"/>
                      <a:pt x="27082" y="1367"/>
                    </a:cubicBezTo>
                    <a:cubicBezTo>
                      <a:pt x="27050" y="1399"/>
                      <a:pt x="26986" y="1399"/>
                      <a:pt x="26954" y="1399"/>
                    </a:cubicBezTo>
                    <a:lnTo>
                      <a:pt x="26713" y="1399"/>
                    </a:lnTo>
                    <a:cubicBezTo>
                      <a:pt x="26681" y="1399"/>
                      <a:pt x="26616" y="1399"/>
                      <a:pt x="26568" y="1367"/>
                    </a:cubicBezTo>
                    <a:cubicBezTo>
                      <a:pt x="26520" y="1335"/>
                      <a:pt x="26536" y="1286"/>
                      <a:pt x="26536" y="1254"/>
                    </a:cubicBezTo>
                    <a:lnTo>
                      <a:pt x="26536" y="354"/>
                    </a:lnTo>
                    <a:cubicBezTo>
                      <a:pt x="26536" y="306"/>
                      <a:pt x="26536" y="274"/>
                      <a:pt x="26568" y="242"/>
                    </a:cubicBezTo>
                    <a:cubicBezTo>
                      <a:pt x="26616" y="210"/>
                      <a:pt x="26664" y="210"/>
                      <a:pt x="26713" y="210"/>
                    </a:cubicBezTo>
                    <a:lnTo>
                      <a:pt x="30409" y="210"/>
                    </a:lnTo>
                    <a:cubicBezTo>
                      <a:pt x="30474" y="210"/>
                      <a:pt x="30522" y="210"/>
                      <a:pt x="30554" y="242"/>
                    </a:cubicBezTo>
                    <a:cubicBezTo>
                      <a:pt x="30602" y="274"/>
                      <a:pt x="30602" y="322"/>
                      <a:pt x="30602" y="354"/>
                    </a:cubicBezTo>
                    <a:lnTo>
                      <a:pt x="30602" y="1013"/>
                    </a:lnTo>
                    <a:lnTo>
                      <a:pt x="30602" y="1254"/>
                    </a:lnTo>
                    <a:cubicBezTo>
                      <a:pt x="30602" y="1270"/>
                      <a:pt x="30602" y="1286"/>
                      <a:pt x="30586" y="1319"/>
                    </a:cubicBezTo>
                    <a:cubicBezTo>
                      <a:pt x="30586" y="1335"/>
                      <a:pt x="30538" y="1399"/>
                      <a:pt x="30474" y="1399"/>
                    </a:cubicBezTo>
                    <a:lnTo>
                      <a:pt x="30136" y="1399"/>
                    </a:lnTo>
                    <a:cubicBezTo>
                      <a:pt x="30072" y="1399"/>
                      <a:pt x="30024" y="1351"/>
                      <a:pt x="30007" y="1303"/>
                    </a:cubicBezTo>
                    <a:cubicBezTo>
                      <a:pt x="30007" y="1270"/>
                      <a:pt x="30007" y="1254"/>
                      <a:pt x="30007" y="1238"/>
                    </a:cubicBezTo>
                    <a:lnTo>
                      <a:pt x="30007" y="1045"/>
                    </a:lnTo>
                    <a:lnTo>
                      <a:pt x="30007" y="708"/>
                    </a:lnTo>
                    <a:lnTo>
                      <a:pt x="28882" y="708"/>
                    </a:lnTo>
                    <a:lnTo>
                      <a:pt x="28882" y="2331"/>
                    </a:lnTo>
                    <a:lnTo>
                      <a:pt x="33318" y="2331"/>
                    </a:lnTo>
                    <a:lnTo>
                      <a:pt x="33318" y="2315"/>
                    </a:lnTo>
                    <a:lnTo>
                      <a:pt x="33318" y="724"/>
                    </a:lnTo>
                    <a:lnTo>
                      <a:pt x="33318" y="708"/>
                    </a:lnTo>
                    <a:lnTo>
                      <a:pt x="32193" y="708"/>
                    </a:lnTo>
                    <a:lnTo>
                      <a:pt x="32193" y="1061"/>
                    </a:lnTo>
                    <a:cubicBezTo>
                      <a:pt x="32193" y="1126"/>
                      <a:pt x="32193" y="1174"/>
                      <a:pt x="32177" y="1238"/>
                    </a:cubicBezTo>
                    <a:lnTo>
                      <a:pt x="32177" y="1399"/>
                    </a:lnTo>
                    <a:lnTo>
                      <a:pt x="31759" y="1399"/>
                    </a:lnTo>
                    <a:cubicBezTo>
                      <a:pt x="31743" y="1399"/>
                      <a:pt x="31679" y="1399"/>
                      <a:pt x="31631" y="1367"/>
                    </a:cubicBezTo>
                    <a:cubicBezTo>
                      <a:pt x="31583" y="1335"/>
                      <a:pt x="31599" y="1286"/>
                      <a:pt x="31599" y="1270"/>
                    </a:cubicBezTo>
                    <a:lnTo>
                      <a:pt x="31599" y="338"/>
                    </a:lnTo>
                    <a:cubicBezTo>
                      <a:pt x="31599" y="322"/>
                      <a:pt x="31599" y="274"/>
                      <a:pt x="31647" y="242"/>
                    </a:cubicBezTo>
                    <a:cubicBezTo>
                      <a:pt x="31679" y="210"/>
                      <a:pt x="31711" y="210"/>
                      <a:pt x="31759" y="210"/>
                    </a:cubicBezTo>
                    <a:lnTo>
                      <a:pt x="35488" y="210"/>
                    </a:lnTo>
                    <a:cubicBezTo>
                      <a:pt x="35601" y="210"/>
                      <a:pt x="35665" y="242"/>
                      <a:pt x="35665" y="354"/>
                    </a:cubicBezTo>
                    <a:lnTo>
                      <a:pt x="35665" y="660"/>
                    </a:lnTo>
                    <a:lnTo>
                      <a:pt x="35665" y="788"/>
                    </a:lnTo>
                    <a:lnTo>
                      <a:pt x="35665" y="917"/>
                    </a:lnTo>
                    <a:lnTo>
                      <a:pt x="35665" y="1254"/>
                    </a:lnTo>
                    <a:cubicBezTo>
                      <a:pt x="35665" y="1367"/>
                      <a:pt x="35617" y="1399"/>
                      <a:pt x="35488" y="1399"/>
                    </a:cubicBezTo>
                    <a:lnTo>
                      <a:pt x="35247" y="1399"/>
                    </a:lnTo>
                    <a:cubicBezTo>
                      <a:pt x="35183" y="1399"/>
                      <a:pt x="35135" y="1399"/>
                      <a:pt x="35102" y="1367"/>
                    </a:cubicBezTo>
                    <a:cubicBezTo>
                      <a:pt x="35054" y="1335"/>
                      <a:pt x="35054" y="1303"/>
                      <a:pt x="35054" y="1254"/>
                    </a:cubicBezTo>
                    <a:lnTo>
                      <a:pt x="35054" y="1013"/>
                    </a:lnTo>
                    <a:lnTo>
                      <a:pt x="35054" y="692"/>
                    </a:lnTo>
                    <a:lnTo>
                      <a:pt x="33913" y="692"/>
                    </a:lnTo>
                    <a:lnTo>
                      <a:pt x="33913" y="1158"/>
                    </a:lnTo>
                    <a:lnTo>
                      <a:pt x="33913" y="2315"/>
                    </a:lnTo>
                    <a:lnTo>
                      <a:pt x="33913" y="2331"/>
                    </a:lnTo>
                    <a:lnTo>
                      <a:pt x="38526" y="2331"/>
                    </a:lnTo>
                    <a:lnTo>
                      <a:pt x="38526" y="2299"/>
                    </a:lnTo>
                    <a:lnTo>
                      <a:pt x="38526" y="724"/>
                    </a:lnTo>
                    <a:lnTo>
                      <a:pt x="38526" y="692"/>
                    </a:lnTo>
                    <a:lnTo>
                      <a:pt x="37385" y="692"/>
                    </a:lnTo>
                    <a:lnTo>
                      <a:pt x="37385" y="724"/>
                    </a:lnTo>
                    <a:lnTo>
                      <a:pt x="37385" y="1061"/>
                    </a:lnTo>
                    <a:cubicBezTo>
                      <a:pt x="37385" y="1110"/>
                      <a:pt x="37369" y="1174"/>
                      <a:pt x="37369" y="1238"/>
                    </a:cubicBezTo>
                    <a:lnTo>
                      <a:pt x="37369" y="1399"/>
                    </a:lnTo>
                    <a:lnTo>
                      <a:pt x="36951" y="1399"/>
                    </a:lnTo>
                    <a:cubicBezTo>
                      <a:pt x="36935" y="1399"/>
                      <a:pt x="36870" y="1399"/>
                      <a:pt x="36822" y="1367"/>
                    </a:cubicBezTo>
                    <a:cubicBezTo>
                      <a:pt x="36774" y="1335"/>
                      <a:pt x="36774" y="1286"/>
                      <a:pt x="36774" y="1270"/>
                    </a:cubicBezTo>
                    <a:lnTo>
                      <a:pt x="36774" y="338"/>
                    </a:lnTo>
                    <a:cubicBezTo>
                      <a:pt x="36774" y="322"/>
                      <a:pt x="36774" y="274"/>
                      <a:pt x="36822" y="242"/>
                    </a:cubicBezTo>
                    <a:cubicBezTo>
                      <a:pt x="36846" y="218"/>
                      <a:pt x="36878" y="203"/>
                      <a:pt x="36912" y="203"/>
                    </a:cubicBezTo>
                    <a:cubicBezTo>
                      <a:pt x="36925" y="203"/>
                      <a:pt x="36938" y="205"/>
                      <a:pt x="36951" y="210"/>
                    </a:cubicBezTo>
                    <a:lnTo>
                      <a:pt x="40679" y="210"/>
                    </a:lnTo>
                    <a:cubicBezTo>
                      <a:pt x="40792" y="210"/>
                      <a:pt x="40856" y="226"/>
                      <a:pt x="40856" y="354"/>
                    </a:cubicBezTo>
                    <a:lnTo>
                      <a:pt x="40856" y="660"/>
                    </a:lnTo>
                    <a:lnTo>
                      <a:pt x="40856" y="788"/>
                    </a:lnTo>
                    <a:lnTo>
                      <a:pt x="40856" y="917"/>
                    </a:lnTo>
                    <a:lnTo>
                      <a:pt x="40856" y="1254"/>
                    </a:lnTo>
                    <a:cubicBezTo>
                      <a:pt x="40856" y="1351"/>
                      <a:pt x="40808" y="1399"/>
                      <a:pt x="40679" y="1399"/>
                    </a:cubicBezTo>
                    <a:lnTo>
                      <a:pt x="40454" y="1399"/>
                    </a:lnTo>
                    <a:cubicBezTo>
                      <a:pt x="40390" y="1399"/>
                      <a:pt x="40342" y="1399"/>
                      <a:pt x="40294" y="1367"/>
                    </a:cubicBezTo>
                    <a:cubicBezTo>
                      <a:pt x="40245" y="1335"/>
                      <a:pt x="40262" y="1286"/>
                      <a:pt x="40262" y="1254"/>
                    </a:cubicBezTo>
                    <a:lnTo>
                      <a:pt x="40262" y="1013"/>
                    </a:lnTo>
                    <a:lnTo>
                      <a:pt x="40262" y="692"/>
                    </a:lnTo>
                    <a:lnTo>
                      <a:pt x="39137" y="692"/>
                    </a:lnTo>
                    <a:lnTo>
                      <a:pt x="39137" y="708"/>
                    </a:lnTo>
                    <a:lnTo>
                      <a:pt x="39137" y="724"/>
                    </a:lnTo>
                    <a:lnTo>
                      <a:pt x="39137" y="2299"/>
                    </a:lnTo>
                    <a:lnTo>
                      <a:pt x="39137" y="2331"/>
                    </a:lnTo>
                    <a:lnTo>
                      <a:pt x="43347" y="2331"/>
                    </a:lnTo>
                    <a:lnTo>
                      <a:pt x="43347" y="2122"/>
                    </a:lnTo>
                    <a:lnTo>
                      <a:pt x="43331" y="2122"/>
                    </a:lnTo>
                    <a:cubicBezTo>
                      <a:pt x="43321" y="2122"/>
                      <a:pt x="43310" y="2129"/>
                      <a:pt x="43299" y="2129"/>
                    </a:cubicBezTo>
                    <a:cubicBezTo>
                      <a:pt x="43294" y="2129"/>
                      <a:pt x="43288" y="2128"/>
                      <a:pt x="43283" y="2122"/>
                    </a:cubicBezTo>
                    <a:lnTo>
                      <a:pt x="39554" y="2122"/>
                    </a:lnTo>
                    <a:cubicBezTo>
                      <a:pt x="39426" y="2122"/>
                      <a:pt x="39378" y="2090"/>
                      <a:pt x="39378" y="1978"/>
                    </a:cubicBezTo>
                    <a:lnTo>
                      <a:pt x="39378" y="1961"/>
                    </a:lnTo>
                    <a:lnTo>
                      <a:pt x="39378" y="1238"/>
                    </a:lnTo>
                    <a:cubicBezTo>
                      <a:pt x="39378" y="1190"/>
                      <a:pt x="39378" y="1126"/>
                      <a:pt x="39394" y="1078"/>
                    </a:cubicBezTo>
                    <a:lnTo>
                      <a:pt x="39394" y="917"/>
                    </a:lnTo>
                    <a:lnTo>
                      <a:pt x="39795" y="917"/>
                    </a:lnTo>
                    <a:cubicBezTo>
                      <a:pt x="39924" y="917"/>
                      <a:pt x="39972" y="949"/>
                      <a:pt x="39972" y="1061"/>
                    </a:cubicBezTo>
                    <a:lnTo>
                      <a:pt x="39972" y="1640"/>
                    </a:lnTo>
                    <a:lnTo>
                      <a:pt x="41097" y="1640"/>
                    </a:lnTo>
                    <a:lnTo>
                      <a:pt x="41097" y="1"/>
                    </a:lnTo>
                    <a:lnTo>
                      <a:pt x="36517" y="1"/>
                    </a:lnTo>
                    <a:lnTo>
                      <a:pt x="36517" y="1624"/>
                    </a:lnTo>
                    <a:lnTo>
                      <a:pt x="36517" y="1640"/>
                    </a:lnTo>
                    <a:lnTo>
                      <a:pt x="37626" y="1640"/>
                    </a:lnTo>
                    <a:lnTo>
                      <a:pt x="37626" y="1238"/>
                    </a:lnTo>
                    <a:cubicBezTo>
                      <a:pt x="37626" y="1190"/>
                      <a:pt x="37626" y="1126"/>
                      <a:pt x="37642" y="1078"/>
                    </a:cubicBezTo>
                    <a:lnTo>
                      <a:pt x="37642" y="917"/>
                    </a:lnTo>
                    <a:lnTo>
                      <a:pt x="37819" y="917"/>
                    </a:lnTo>
                    <a:cubicBezTo>
                      <a:pt x="37899" y="917"/>
                      <a:pt x="37979" y="917"/>
                      <a:pt x="38060" y="901"/>
                    </a:cubicBezTo>
                    <a:cubicBezTo>
                      <a:pt x="38108" y="901"/>
                      <a:pt x="38156" y="901"/>
                      <a:pt x="38188" y="949"/>
                    </a:cubicBezTo>
                    <a:cubicBezTo>
                      <a:pt x="38220" y="981"/>
                      <a:pt x="38220" y="1013"/>
                      <a:pt x="38220" y="1061"/>
                    </a:cubicBezTo>
                    <a:lnTo>
                      <a:pt x="38220" y="1945"/>
                    </a:lnTo>
                    <a:lnTo>
                      <a:pt x="38220" y="1978"/>
                    </a:lnTo>
                    <a:cubicBezTo>
                      <a:pt x="38220" y="2026"/>
                      <a:pt x="38220" y="2058"/>
                      <a:pt x="38188" y="2090"/>
                    </a:cubicBezTo>
                    <a:cubicBezTo>
                      <a:pt x="38156" y="2122"/>
                      <a:pt x="38092" y="2122"/>
                      <a:pt x="38044" y="2122"/>
                    </a:cubicBezTo>
                    <a:lnTo>
                      <a:pt x="34347" y="2122"/>
                    </a:lnTo>
                    <a:cubicBezTo>
                      <a:pt x="34283" y="2122"/>
                      <a:pt x="34234" y="2122"/>
                      <a:pt x="34186" y="2090"/>
                    </a:cubicBezTo>
                    <a:cubicBezTo>
                      <a:pt x="34154" y="2058"/>
                      <a:pt x="34154" y="2026"/>
                      <a:pt x="34154" y="1994"/>
                    </a:cubicBezTo>
                    <a:lnTo>
                      <a:pt x="34154" y="1978"/>
                    </a:lnTo>
                    <a:lnTo>
                      <a:pt x="34154" y="1785"/>
                    </a:lnTo>
                    <a:lnTo>
                      <a:pt x="34154" y="1238"/>
                    </a:lnTo>
                    <a:cubicBezTo>
                      <a:pt x="34154" y="1190"/>
                      <a:pt x="34154" y="1126"/>
                      <a:pt x="34170" y="1078"/>
                    </a:cubicBezTo>
                    <a:lnTo>
                      <a:pt x="34170" y="917"/>
                    </a:lnTo>
                    <a:lnTo>
                      <a:pt x="34572" y="917"/>
                    </a:lnTo>
                    <a:cubicBezTo>
                      <a:pt x="34733" y="917"/>
                      <a:pt x="34765" y="965"/>
                      <a:pt x="34765" y="1061"/>
                    </a:cubicBezTo>
                    <a:lnTo>
                      <a:pt x="34765" y="1174"/>
                    </a:lnTo>
                    <a:cubicBezTo>
                      <a:pt x="34765" y="1303"/>
                      <a:pt x="34765" y="1431"/>
                      <a:pt x="34765" y="1560"/>
                    </a:cubicBezTo>
                    <a:lnTo>
                      <a:pt x="34765" y="1640"/>
                    </a:lnTo>
                    <a:lnTo>
                      <a:pt x="35906" y="1640"/>
                    </a:lnTo>
                    <a:lnTo>
                      <a:pt x="35906" y="1"/>
                    </a:lnTo>
                    <a:lnTo>
                      <a:pt x="31325" y="1"/>
                    </a:lnTo>
                    <a:lnTo>
                      <a:pt x="31325" y="17"/>
                    </a:lnTo>
                    <a:lnTo>
                      <a:pt x="31325" y="1624"/>
                    </a:lnTo>
                    <a:lnTo>
                      <a:pt x="31325" y="1640"/>
                    </a:lnTo>
                    <a:lnTo>
                      <a:pt x="32434" y="1640"/>
                    </a:lnTo>
                    <a:lnTo>
                      <a:pt x="32434" y="1238"/>
                    </a:lnTo>
                    <a:cubicBezTo>
                      <a:pt x="32434" y="1190"/>
                      <a:pt x="32434" y="1126"/>
                      <a:pt x="32450" y="1061"/>
                    </a:cubicBezTo>
                    <a:lnTo>
                      <a:pt x="32450" y="917"/>
                    </a:lnTo>
                    <a:lnTo>
                      <a:pt x="32627" y="917"/>
                    </a:lnTo>
                    <a:cubicBezTo>
                      <a:pt x="32708" y="917"/>
                      <a:pt x="32788" y="917"/>
                      <a:pt x="32868" y="901"/>
                    </a:cubicBezTo>
                    <a:cubicBezTo>
                      <a:pt x="32917" y="901"/>
                      <a:pt x="32965" y="901"/>
                      <a:pt x="32997" y="933"/>
                    </a:cubicBezTo>
                    <a:cubicBezTo>
                      <a:pt x="33045" y="981"/>
                      <a:pt x="33045" y="1013"/>
                      <a:pt x="33045" y="1061"/>
                    </a:cubicBezTo>
                    <a:lnTo>
                      <a:pt x="33045" y="1945"/>
                    </a:lnTo>
                    <a:lnTo>
                      <a:pt x="33045" y="1978"/>
                    </a:lnTo>
                    <a:cubicBezTo>
                      <a:pt x="33045" y="2026"/>
                      <a:pt x="33045" y="2058"/>
                      <a:pt x="32997" y="2090"/>
                    </a:cubicBezTo>
                    <a:cubicBezTo>
                      <a:pt x="32965" y="2122"/>
                      <a:pt x="32917" y="2122"/>
                      <a:pt x="32852" y="2122"/>
                    </a:cubicBezTo>
                    <a:lnTo>
                      <a:pt x="31100" y="2122"/>
                    </a:lnTo>
                    <a:cubicBezTo>
                      <a:pt x="31020" y="2122"/>
                      <a:pt x="30956" y="2122"/>
                      <a:pt x="30875" y="2138"/>
                    </a:cubicBezTo>
                    <a:lnTo>
                      <a:pt x="30875" y="2122"/>
                    </a:lnTo>
                    <a:lnTo>
                      <a:pt x="29284" y="2122"/>
                    </a:lnTo>
                    <a:cubicBezTo>
                      <a:pt x="29220" y="2122"/>
                      <a:pt x="29188" y="2106"/>
                      <a:pt x="29172" y="2090"/>
                    </a:cubicBezTo>
                    <a:cubicBezTo>
                      <a:pt x="29156" y="2074"/>
                      <a:pt x="29123" y="2042"/>
                      <a:pt x="29123" y="2010"/>
                    </a:cubicBezTo>
                    <a:lnTo>
                      <a:pt x="29123" y="1913"/>
                    </a:lnTo>
                    <a:lnTo>
                      <a:pt x="29123" y="1640"/>
                    </a:lnTo>
                    <a:lnTo>
                      <a:pt x="29123" y="1061"/>
                    </a:lnTo>
                    <a:cubicBezTo>
                      <a:pt x="29123" y="1013"/>
                      <a:pt x="29123" y="965"/>
                      <a:pt x="29172" y="933"/>
                    </a:cubicBezTo>
                    <a:cubicBezTo>
                      <a:pt x="29220" y="901"/>
                      <a:pt x="29268" y="901"/>
                      <a:pt x="29316" y="901"/>
                    </a:cubicBezTo>
                    <a:cubicBezTo>
                      <a:pt x="29381" y="901"/>
                      <a:pt x="29461" y="917"/>
                      <a:pt x="29541" y="917"/>
                    </a:cubicBezTo>
                    <a:lnTo>
                      <a:pt x="29734" y="917"/>
                    </a:lnTo>
                    <a:lnTo>
                      <a:pt x="29734" y="1078"/>
                    </a:lnTo>
                    <a:cubicBezTo>
                      <a:pt x="29734" y="1142"/>
                      <a:pt x="29734" y="1190"/>
                      <a:pt x="29734" y="1254"/>
                    </a:cubicBezTo>
                    <a:lnTo>
                      <a:pt x="29734" y="1560"/>
                    </a:lnTo>
                    <a:lnTo>
                      <a:pt x="29734" y="1640"/>
                    </a:lnTo>
                    <a:lnTo>
                      <a:pt x="30875" y="1640"/>
                    </a:lnTo>
                    <a:lnTo>
                      <a:pt x="30875" y="1"/>
                    </a:lnTo>
                    <a:lnTo>
                      <a:pt x="26263" y="1"/>
                    </a:lnTo>
                    <a:lnTo>
                      <a:pt x="26263" y="1624"/>
                    </a:lnTo>
                    <a:lnTo>
                      <a:pt x="26263" y="1640"/>
                    </a:lnTo>
                    <a:lnTo>
                      <a:pt x="27420" y="1640"/>
                    </a:lnTo>
                    <a:lnTo>
                      <a:pt x="27420" y="1254"/>
                    </a:lnTo>
                    <a:cubicBezTo>
                      <a:pt x="27420" y="1190"/>
                      <a:pt x="27420" y="1142"/>
                      <a:pt x="27420" y="1078"/>
                    </a:cubicBezTo>
                    <a:lnTo>
                      <a:pt x="27436" y="917"/>
                    </a:lnTo>
                    <a:lnTo>
                      <a:pt x="27854" y="917"/>
                    </a:lnTo>
                    <a:cubicBezTo>
                      <a:pt x="27870" y="917"/>
                      <a:pt x="27934" y="917"/>
                      <a:pt x="27966" y="949"/>
                    </a:cubicBezTo>
                    <a:cubicBezTo>
                      <a:pt x="28015" y="981"/>
                      <a:pt x="28015" y="1029"/>
                      <a:pt x="28015" y="1045"/>
                    </a:cubicBezTo>
                    <a:lnTo>
                      <a:pt x="28015" y="1994"/>
                    </a:lnTo>
                    <a:cubicBezTo>
                      <a:pt x="28015" y="2010"/>
                      <a:pt x="28015" y="2058"/>
                      <a:pt x="27966" y="2106"/>
                    </a:cubicBezTo>
                    <a:cubicBezTo>
                      <a:pt x="27944" y="2118"/>
                      <a:pt x="27921" y="2129"/>
                      <a:pt x="27892" y="2129"/>
                    </a:cubicBezTo>
                    <a:cubicBezTo>
                      <a:pt x="27881" y="2129"/>
                      <a:pt x="27868" y="2127"/>
                      <a:pt x="27854" y="2122"/>
                    </a:cubicBezTo>
                    <a:lnTo>
                      <a:pt x="24125" y="2122"/>
                    </a:lnTo>
                    <a:cubicBezTo>
                      <a:pt x="23996" y="2122"/>
                      <a:pt x="23948" y="2090"/>
                      <a:pt x="23948" y="1978"/>
                    </a:cubicBezTo>
                    <a:lnTo>
                      <a:pt x="23948" y="1961"/>
                    </a:lnTo>
                    <a:lnTo>
                      <a:pt x="23948" y="1238"/>
                    </a:lnTo>
                    <a:cubicBezTo>
                      <a:pt x="23948" y="1190"/>
                      <a:pt x="23948" y="1126"/>
                      <a:pt x="23964" y="1078"/>
                    </a:cubicBezTo>
                    <a:lnTo>
                      <a:pt x="23964" y="917"/>
                    </a:lnTo>
                    <a:lnTo>
                      <a:pt x="24366" y="917"/>
                    </a:lnTo>
                    <a:cubicBezTo>
                      <a:pt x="24495" y="917"/>
                      <a:pt x="24543" y="949"/>
                      <a:pt x="24543" y="1061"/>
                    </a:cubicBezTo>
                    <a:lnTo>
                      <a:pt x="24543" y="1640"/>
                    </a:lnTo>
                    <a:lnTo>
                      <a:pt x="25668" y="1640"/>
                    </a:lnTo>
                    <a:lnTo>
                      <a:pt x="25668" y="1"/>
                    </a:lnTo>
                    <a:lnTo>
                      <a:pt x="21087" y="1"/>
                    </a:lnTo>
                    <a:lnTo>
                      <a:pt x="21087" y="1624"/>
                    </a:lnTo>
                    <a:lnTo>
                      <a:pt x="21087" y="1640"/>
                    </a:lnTo>
                    <a:lnTo>
                      <a:pt x="22196" y="1640"/>
                    </a:lnTo>
                    <a:lnTo>
                      <a:pt x="22196" y="1238"/>
                    </a:lnTo>
                    <a:cubicBezTo>
                      <a:pt x="22196" y="1190"/>
                      <a:pt x="22196" y="1126"/>
                      <a:pt x="22212" y="1078"/>
                    </a:cubicBezTo>
                    <a:lnTo>
                      <a:pt x="22212" y="917"/>
                    </a:lnTo>
                    <a:lnTo>
                      <a:pt x="22389" y="917"/>
                    </a:lnTo>
                    <a:cubicBezTo>
                      <a:pt x="22470" y="917"/>
                      <a:pt x="22550" y="917"/>
                      <a:pt x="22630" y="901"/>
                    </a:cubicBezTo>
                    <a:cubicBezTo>
                      <a:pt x="22679" y="901"/>
                      <a:pt x="22727" y="901"/>
                      <a:pt x="22759" y="949"/>
                    </a:cubicBezTo>
                    <a:cubicBezTo>
                      <a:pt x="22807" y="981"/>
                      <a:pt x="22807" y="1013"/>
                      <a:pt x="22807" y="1061"/>
                    </a:cubicBezTo>
                    <a:lnTo>
                      <a:pt x="22807" y="1945"/>
                    </a:lnTo>
                    <a:lnTo>
                      <a:pt x="22807" y="1978"/>
                    </a:lnTo>
                    <a:cubicBezTo>
                      <a:pt x="22807" y="2026"/>
                      <a:pt x="22807" y="2058"/>
                      <a:pt x="22759" y="2090"/>
                    </a:cubicBezTo>
                    <a:cubicBezTo>
                      <a:pt x="22727" y="2122"/>
                      <a:pt x="22679" y="2122"/>
                      <a:pt x="22614" y="2122"/>
                    </a:cubicBezTo>
                    <a:lnTo>
                      <a:pt x="18918" y="2122"/>
                    </a:lnTo>
                    <a:cubicBezTo>
                      <a:pt x="18853" y="2122"/>
                      <a:pt x="18805" y="2122"/>
                      <a:pt x="18773" y="2090"/>
                    </a:cubicBezTo>
                    <a:cubicBezTo>
                      <a:pt x="18725" y="2058"/>
                      <a:pt x="18725" y="2026"/>
                      <a:pt x="18725" y="1994"/>
                    </a:cubicBezTo>
                    <a:lnTo>
                      <a:pt x="18725" y="1978"/>
                    </a:lnTo>
                    <a:lnTo>
                      <a:pt x="18725" y="1785"/>
                    </a:lnTo>
                    <a:lnTo>
                      <a:pt x="18725" y="1238"/>
                    </a:lnTo>
                    <a:cubicBezTo>
                      <a:pt x="18725" y="1190"/>
                      <a:pt x="18725" y="1126"/>
                      <a:pt x="18741" y="1078"/>
                    </a:cubicBezTo>
                    <a:lnTo>
                      <a:pt x="18741" y="917"/>
                    </a:lnTo>
                    <a:lnTo>
                      <a:pt x="19143" y="917"/>
                    </a:lnTo>
                    <a:cubicBezTo>
                      <a:pt x="19303" y="917"/>
                      <a:pt x="19336" y="965"/>
                      <a:pt x="19336" y="1061"/>
                    </a:cubicBezTo>
                    <a:lnTo>
                      <a:pt x="19336" y="1174"/>
                    </a:lnTo>
                    <a:cubicBezTo>
                      <a:pt x="19336" y="1303"/>
                      <a:pt x="19336" y="1431"/>
                      <a:pt x="19336" y="1560"/>
                    </a:cubicBezTo>
                    <a:lnTo>
                      <a:pt x="19336" y="1640"/>
                    </a:lnTo>
                    <a:lnTo>
                      <a:pt x="20477" y="1640"/>
                    </a:lnTo>
                    <a:lnTo>
                      <a:pt x="20477" y="1"/>
                    </a:lnTo>
                    <a:lnTo>
                      <a:pt x="15896" y="1"/>
                    </a:lnTo>
                    <a:lnTo>
                      <a:pt x="15896" y="17"/>
                    </a:lnTo>
                    <a:lnTo>
                      <a:pt x="15896" y="1624"/>
                    </a:lnTo>
                    <a:lnTo>
                      <a:pt x="15896" y="1640"/>
                    </a:lnTo>
                    <a:lnTo>
                      <a:pt x="17005" y="1640"/>
                    </a:lnTo>
                    <a:lnTo>
                      <a:pt x="17005" y="1238"/>
                    </a:lnTo>
                    <a:cubicBezTo>
                      <a:pt x="17005" y="1190"/>
                      <a:pt x="17005" y="1126"/>
                      <a:pt x="17021" y="1061"/>
                    </a:cubicBezTo>
                    <a:lnTo>
                      <a:pt x="17021" y="917"/>
                    </a:lnTo>
                    <a:lnTo>
                      <a:pt x="17198" y="917"/>
                    </a:lnTo>
                    <a:cubicBezTo>
                      <a:pt x="17278" y="917"/>
                      <a:pt x="17359" y="917"/>
                      <a:pt x="17439" y="901"/>
                    </a:cubicBezTo>
                    <a:cubicBezTo>
                      <a:pt x="17487" y="901"/>
                      <a:pt x="17535" y="901"/>
                      <a:pt x="17568" y="933"/>
                    </a:cubicBezTo>
                    <a:cubicBezTo>
                      <a:pt x="17616" y="981"/>
                      <a:pt x="17616" y="1013"/>
                      <a:pt x="17616" y="1061"/>
                    </a:cubicBezTo>
                    <a:lnTo>
                      <a:pt x="17616" y="1945"/>
                    </a:lnTo>
                    <a:lnTo>
                      <a:pt x="17616" y="1978"/>
                    </a:lnTo>
                    <a:cubicBezTo>
                      <a:pt x="17616" y="2026"/>
                      <a:pt x="17616" y="2058"/>
                      <a:pt x="17568" y="2090"/>
                    </a:cubicBezTo>
                    <a:cubicBezTo>
                      <a:pt x="17535" y="2122"/>
                      <a:pt x="17487" y="2122"/>
                      <a:pt x="17439" y="2122"/>
                    </a:cubicBezTo>
                    <a:lnTo>
                      <a:pt x="15671" y="2122"/>
                    </a:lnTo>
                    <a:cubicBezTo>
                      <a:pt x="15591" y="2122"/>
                      <a:pt x="15526" y="2122"/>
                      <a:pt x="15446" y="2138"/>
                    </a:cubicBezTo>
                    <a:lnTo>
                      <a:pt x="15446" y="2122"/>
                    </a:lnTo>
                    <a:lnTo>
                      <a:pt x="13855" y="2122"/>
                    </a:lnTo>
                    <a:cubicBezTo>
                      <a:pt x="13791" y="2122"/>
                      <a:pt x="13758" y="2106"/>
                      <a:pt x="13742" y="2090"/>
                    </a:cubicBezTo>
                    <a:cubicBezTo>
                      <a:pt x="13710" y="2074"/>
                      <a:pt x="13694" y="2042"/>
                      <a:pt x="13694" y="2010"/>
                    </a:cubicBezTo>
                    <a:lnTo>
                      <a:pt x="13694" y="1913"/>
                    </a:lnTo>
                    <a:lnTo>
                      <a:pt x="13694" y="1640"/>
                    </a:lnTo>
                    <a:lnTo>
                      <a:pt x="13694" y="1061"/>
                    </a:lnTo>
                    <a:cubicBezTo>
                      <a:pt x="13694" y="1013"/>
                      <a:pt x="13694" y="965"/>
                      <a:pt x="13742" y="933"/>
                    </a:cubicBezTo>
                    <a:cubicBezTo>
                      <a:pt x="13775" y="901"/>
                      <a:pt x="13839" y="901"/>
                      <a:pt x="13871" y="901"/>
                    </a:cubicBezTo>
                    <a:cubicBezTo>
                      <a:pt x="13951" y="901"/>
                      <a:pt x="14032" y="917"/>
                      <a:pt x="14096" y="917"/>
                    </a:cubicBezTo>
                    <a:lnTo>
                      <a:pt x="14289" y="917"/>
                    </a:lnTo>
                    <a:lnTo>
                      <a:pt x="14305" y="1078"/>
                    </a:lnTo>
                    <a:cubicBezTo>
                      <a:pt x="14305" y="1142"/>
                      <a:pt x="14305" y="1190"/>
                      <a:pt x="14305" y="1254"/>
                    </a:cubicBezTo>
                    <a:lnTo>
                      <a:pt x="14305" y="1560"/>
                    </a:lnTo>
                    <a:lnTo>
                      <a:pt x="14305" y="1640"/>
                    </a:lnTo>
                    <a:lnTo>
                      <a:pt x="15446" y="1640"/>
                    </a:lnTo>
                    <a:lnTo>
                      <a:pt x="15446" y="1"/>
                    </a:lnTo>
                    <a:lnTo>
                      <a:pt x="10833" y="1"/>
                    </a:lnTo>
                    <a:lnTo>
                      <a:pt x="10833" y="1624"/>
                    </a:lnTo>
                    <a:lnTo>
                      <a:pt x="10833" y="1640"/>
                    </a:lnTo>
                    <a:lnTo>
                      <a:pt x="11974" y="1640"/>
                    </a:lnTo>
                    <a:lnTo>
                      <a:pt x="11974" y="1254"/>
                    </a:lnTo>
                    <a:cubicBezTo>
                      <a:pt x="11974" y="1190"/>
                      <a:pt x="11990" y="1142"/>
                      <a:pt x="11990" y="1078"/>
                    </a:cubicBezTo>
                    <a:lnTo>
                      <a:pt x="12007" y="917"/>
                    </a:lnTo>
                    <a:lnTo>
                      <a:pt x="12408" y="917"/>
                    </a:lnTo>
                    <a:cubicBezTo>
                      <a:pt x="12441" y="917"/>
                      <a:pt x="12489" y="917"/>
                      <a:pt x="12537" y="949"/>
                    </a:cubicBezTo>
                    <a:cubicBezTo>
                      <a:pt x="12585" y="981"/>
                      <a:pt x="12585" y="1029"/>
                      <a:pt x="12585" y="1045"/>
                    </a:cubicBezTo>
                    <a:lnTo>
                      <a:pt x="12585" y="1994"/>
                    </a:lnTo>
                    <a:cubicBezTo>
                      <a:pt x="12585" y="2010"/>
                      <a:pt x="12585" y="2058"/>
                      <a:pt x="12537" y="2106"/>
                    </a:cubicBezTo>
                    <a:cubicBezTo>
                      <a:pt x="12514" y="2118"/>
                      <a:pt x="12483" y="2129"/>
                      <a:pt x="12450" y="2129"/>
                    </a:cubicBezTo>
                    <a:cubicBezTo>
                      <a:pt x="12437" y="2129"/>
                      <a:pt x="12422" y="2127"/>
                      <a:pt x="12408" y="2122"/>
                    </a:cubicBezTo>
                    <a:lnTo>
                      <a:pt x="8696" y="2122"/>
                    </a:lnTo>
                    <a:cubicBezTo>
                      <a:pt x="8567" y="2122"/>
                      <a:pt x="8519" y="2090"/>
                      <a:pt x="8519" y="1978"/>
                    </a:cubicBezTo>
                    <a:lnTo>
                      <a:pt x="8519" y="1961"/>
                    </a:lnTo>
                    <a:lnTo>
                      <a:pt x="8519" y="1238"/>
                    </a:lnTo>
                    <a:cubicBezTo>
                      <a:pt x="8519" y="1190"/>
                      <a:pt x="8519" y="1126"/>
                      <a:pt x="8519" y="1078"/>
                    </a:cubicBezTo>
                    <a:lnTo>
                      <a:pt x="8535" y="917"/>
                    </a:lnTo>
                    <a:lnTo>
                      <a:pt x="8937" y="917"/>
                    </a:lnTo>
                    <a:cubicBezTo>
                      <a:pt x="9065" y="917"/>
                      <a:pt x="9114" y="949"/>
                      <a:pt x="9114" y="1061"/>
                    </a:cubicBezTo>
                    <a:lnTo>
                      <a:pt x="9114" y="1640"/>
                    </a:lnTo>
                    <a:lnTo>
                      <a:pt x="10239" y="1640"/>
                    </a:lnTo>
                    <a:lnTo>
                      <a:pt x="10239" y="1"/>
                    </a:lnTo>
                    <a:lnTo>
                      <a:pt x="5642" y="1"/>
                    </a:lnTo>
                    <a:lnTo>
                      <a:pt x="5642" y="1624"/>
                    </a:lnTo>
                    <a:lnTo>
                      <a:pt x="5642" y="1640"/>
                    </a:lnTo>
                    <a:lnTo>
                      <a:pt x="6767" y="1640"/>
                    </a:lnTo>
                    <a:lnTo>
                      <a:pt x="6767" y="1238"/>
                    </a:lnTo>
                    <a:cubicBezTo>
                      <a:pt x="6767" y="1190"/>
                      <a:pt x="6767" y="1126"/>
                      <a:pt x="6767" y="1078"/>
                    </a:cubicBezTo>
                    <a:lnTo>
                      <a:pt x="6783" y="917"/>
                    </a:lnTo>
                    <a:lnTo>
                      <a:pt x="6960" y="917"/>
                    </a:lnTo>
                    <a:cubicBezTo>
                      <a:pt x="7040" y="917"/>
                      <a:pt x="7105" y="917"/>
                      <a:pt x="7185" y="901"/>
                    </a:cubicBezTo>
                    <a:cubicBezTo>
                      <a:pt x="7233" y="901"/>
                      <a:pt x="7297" y="901"/>
                      <a:pt x="7330" y="949"/>
                    </a:cubicBezTo>
                    <a:cubicBezTo>
                      <a:pt x="7362" y="981"/>
                      <a:pt x="7362" y="1013"/>
                      <a:pt x="7362" y="1061"/>
                    </a:cubicBezTo>
                    <a:lnTo>
                      <a:pt x="7362" y="1945"/>
                    </a:lnTo>
                    <a:lnTo>
                      <a:pt x="7362" y="1978"/>
                    </a:lnTo>
                    <a:cubicBezTo>
                      <a:pt x="7362" y="2026"/>
                      <a:pt x="7362" y="2058"/>
                      <a:pt x="7330" y="2090"/>
                    </a:cubicBezTo>
                    <a:cubicBezTo>
                      <a:pt x="7281" y="2122"/>
                      <a:pt x="7233" y="2122"/>
                      <a:pt x="7185" y="2122"/>
                    </a:cubicBezTo>
                    <a:lnTo>
                      <a:pt x="3488" y="2122"/>
                    </a:lnTo>
                    <a:cubicBezTo>
                      <a:pt x="3424" y="2122"/>
                      <a:pt x="3376" y="2122"/>
                      <a:pt x="3328" y="2090"/>
                    </a:cubicBezTo>
                    <a:cubicBezTo>
                      <a:pt x="3295" y="2058"/>
                      <a:pt x="3295" y="2026"/>
                      <a:pt x="3295" y="1994"/>
                    </a:cubicBezTo>
                    <a:lnTo>
                      <a:pt x="3295" y="1978"/>
                    </a:lnTo>
                    <a:lnTo>
                      <a:pt x="3295" y="1785"/>
                    </a:lnTo>
                    <a:lnTo>
                      <a:pt x="3295" y="1238"/>
                    </a:lnTo>
                    <a:cubicBezTo>
                      <a:pt x="3295" y="1190"/>
                      <a:pt x="3295" y="1126"/>
                      <a:pt x="3295" y="1078"/>
                    </a:cubicBezTo>
                    <a:lnTo>
                      <a:pt x="3311" y="917"/>
                    </a:lnTo>
                    <a:lnTo>
                      <a:pt x="3713" y="917"/>
                    </a:lnTo>
                    <a:cubicBezTo>
                      <a:pt x="3858" y="917"/>
                      <a:pt x="3890" y="965"/>
                      <a:pt x="3890" y="1061"/>
                    </a:cubicBezTo>
                    <a:lnTo>
                      <a:pt x="3890" y="1174"/>
                    </a:lnTo>
                    <a:cubicBezTo>
                      <a:pt x="3890" y="1303"/>
                      <a:pt x="3890" y="1431"/>
                      <a:pt x="3890" y="1560"/>
                    </a:cubicBezTo>
                    <a:lnTo>
                      <a:pt x="3890" y="1640"/>
                    </a:lnTo>
                    <a:lnTo>
                      <a:pt x="5047" y="1640"/>
                    </a:lnTo>
                    <a:lnTo>
                      <a:pt x="50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1"/>
              <p:cNvSpPr/>
              <p:nvPr/>
            </p:nvSpPr>
            <p:spPr>
              <a:xfrm>
                <a:off x="25307722" y="8460784"/>
                <a:ext cx="273477" cy="250380"/>
              </a:xfrm>
              <a:custGeom>
                <a:avLst/>
                <a:gdLst/>
                <a:ahLst/>
                <a:cxnLst/>
                <a:rect l="l" t="t" r="r" b="b"/>
                <a:pathLst>
                  <a:path w="1641" h="1641" extrusionOk="0">
                    <a:moveTo>
                      <a:pt x="1" y="1"/>
                    </a:moveTo>
                    <a:lnTo>
                      <a:pt x="1" y="1624"/>
                    </a:lnTo>
                    <a:lnTo>
                      <a:pt x="1" y="1640"/>
                    </a:lnTo>
                    <a:lnTo>
                      <a:pt x="1158" y="1640"/>
                    </a:lnTo>
                    <a:lnTo>
                      <a:pt x="1158" y="1254"/>
                    </a:lnTo>
                    <a:cubicBezTo>
                      <a:pt x="1158" y="1206"/>
                      <a:pt x="1158" y="1142"/>
                      <a:pt x="1158" y="1078"/>
                    </a:cubicBezTo>
                    <a:lnTo>
                      <a:pt x="1174" y="917"/>
                    </a:lnTo>
                    <a:lnTo>
                      <a:pt x="1640" y="917"/>
                    </a:lnTo>
                    <a:lnTo>
                      <a:pt x="1640" y="708"/>
                    </a:lnTo>
                    <a:lnTo>
                      <a:pt x="869" y="708"/>
                    </a:lnTo>
                    <a:lnTo>
                      <a:pt x="869" y="724"/>
                    </a:lnTo>
                    <a:lnTo>
                      <a:pt x="869" y="756"/>
                    </a:lnTo>
                    <a:lnTo>
                      <a:pt x="869" y="901"/>
                    </a:lnTo>
                    <a:lnTo>
                      <a:pt x="869" y="1270"/>
                    </a:lnTo>
                    <a:cubicBezTo>
                      <a:pt x="869" y="1286"/>
                      <a:pt x="869" y="1335"/>
                      <a:pt x="821" y="1367"/>
                    </a:cubicBezTo>
                    <a:cubicBezTo>
                      <a:pt x="772" y="1415"/>
                      <a:pt x="708" y="1415"/>
                      <a:pt x="692" y="1415"/>
                    </a:cubicBezTo>
                    <a:cubicBezTo>
                      <a:pt x="652" y="1407"/>
                      <a:pt x="608" y="1403"/>
                      <a:pt x="564" y="1403"/>
                    </a:cubicBezTo>
                    <a:cubicBezTo>
                      <a:pt x="519" y="1403"/>
                      <a:pt x="475" y="1407"/>
                      <a:pt x="435" y="1415"/>
                    </a:cubicBezTo>
                    <a:cubicBezTo>
                      <a:pt x="419" y="1415"/>
                      <a:pt x="355" y="1415"/>
                      <a:pt x="306" y="1383"/>
                    </a:cubicBezTo>
                    <a:cubicBezTo>
                      <a:pt x="258" y="1335"/>
                      <a:pt x="258" y="1286"/>
                      <a:pt x="258" y="1270"/>
                    </a:cubicBezTo>
                    <a:lnTo>
                      <a:pt x="258" y="370"/>
                    </a:lnTo>
                    <a:cubicBezTo>
                      <a:pt x="258" y="322"/>
                      <a:pt x="258" y="274"/>
                      <a:pt x="306" y="242"/>
                    </a:cubicBezTo>
                    <a:cubicBezTo>
                      <a:pt x="339" y="210"/>
                      <a:pt x="403" y="210"/>
                      <a:pt x="451" y="210"/>
                    </a:cubicBezTo>
                    <a:lnTo>
                      <a:pt x="1640" y="210"/>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1"/>
              <p:cNvSpPr/>
              <p:nvPr/>
            </p:nvSpPr>
            <p:spPr>
              <a:xfrm>
                <a:off x="18360290" y="8352923"/>
                <a:ext cx="7224053" cy="32041"/>
              </a:xfrm>
              <a:custGeom>
                <a:avLst/>
                <a:gdLst/>
                <a:ahLst/>
                <a:cxnLst/>
                <a:rect l="l" t="t" r="r" b="b"/>
                <a:pathLst>
                  <a:path w="43348" h="210" extrusionOk="0">
                    <a:moveTo>
                      <a:pt x="210" y="0"/>
                    </a:moveTo>
                    <a:cubicBezTo>
                      <a:pt x="129" y="0"/>
                      <a:pt x="65" y="17"/>
                      <a:pt x="1" y="17"/>
                    </a:cubicBezTo>
                    <a:cubicBezTo>
                      <a:pt x="1" y="65"/>
                      <a:pt x="1" y="113"/>
                      <a:pt x="1" y="177"/>
                    </a:cubicBezTo>
                    <a:lnTo>
                      <a:pt x="1" y="209"/>
                    </a:lnTo>
                    <a:lnTo>
                      <a:pt x="43347" y="209"/>
                    </a:lnTo>
                    <a:lnTo>
                      <a:pt x="43347" y="0"/>
                    </a:lnTo>
                    <a:lnTo>
                      <a:pt x="31068" y="0"/>
                    </a:lnTo>
                    <a:cubicBezTo>
                      <a:pt x="31004" y="0"/>
                      <a:pt x="30940" y="17"/>
                      <a:pt x="30875" y="17"/>
                    </a:cubicBezTo>
                    <a:lnTo>
                      <a:pt x="30875" y="0"/>
                    </a:lnTo>
                    <a:lnTo>
                      <a:pt x="15639" y="0"/>
                    </a:lnTo>
                    <a:cubicBezTo>
                      <a:pt x="15575" y="0"/>
                      <a:pt x="15510" y="17"/>
                      <a:pt x="15446" y="17"/>
                    </a:cubicBezTo>
                    <a:lnTo>
                      <a:pt x="154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1"/>
              <p:cNvSpPr/>
              <p:nvPr/>
            </p:nvSpPr>
            <p:spPr>
              <a:xfrm>
                <a:off x="18360290" y="8892382"/>
                <a:ext cx="7224053" cy="32041"/>
              </a:xfrm>
              <a:custGeom>
                <a:avLst/>
                <a:gdLst/>
                <a:ahLst/>
                <a:cxnLst/>
                <a:rect l="l" t="t" r="r" b="b"/>
                <a:pathLst>
                  <a:path w="43348" h="210" extrusionOk="0">
                    <a:moveTo>
                      <a:pt x="1" y="0"/>
                    </a:moveTo>
                    <a:lnTo>
                      <a:pt x="1" y="65"/>
                    </a:lnTo>
                    <a:lnTo>
                      <a:pt x="1" y="209"/>
                    </a:lnTo>
                    <a:lnTo>
                      <a:pt x="43347" y="209"/>
                    </a:lnTo>
                    <a:lnTo>
                      <a:pt x="433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1pPr>
            <a:lvl2pPr lvl="1"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2pPr>
            <a:lvl3pPr lvl="2"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3pPr>
            <a:lvl4pPr lvl="3"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4pPr>
            <a:lvl5pPr lvl="4"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5pPr>
            <a:lvl6pPr lvl="5"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6pPr>
            <a:lvl7pPr lvl="6"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7pPr>
            <a:lvl8pPr lvl="7"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8pPr>
            <a:lvl9pPr lvl="8" algn="ctr" rtl="0">
              <a:spcBef>
                <a:spcPts val="0"/>
              </a:spcBef>
              <a:spcAft>
                <a:spcPts val="0"/>
              </a:spcAft>
              <a:buClr>
                <a:schemeClr val="dk1"/>
              </a:buClr>
              <a:buSzPts val="3300"/>
              <a:buFont typeface="Mate SC"/>
              <a:buNone/>
              <a:defRPr sz="3300">
                <a:solidFill>
                  <a:schemeClr val="dk1"/>
                </a:solidFill>
                <a:latin typeface="Mate SC"/>
                <a:ea typeface="Mate SC"/>
                <a:cs typeface="Mate SC"/>
                <a:sym typeface="Mate SC"/>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1pPr>
            <a:lvl2pPr marL="914400" lvl="1"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2pPr>
            <a:lvl3pPr marL="1371600" lvl="2"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3pPr>
            <a:lvl4pPr marL="1828800" lvl="3"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4pPr>
            <a:lvl5pPr marL="2286000" lvl="4"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5pPr>
            <a:lvl6pPr marL="2743200" lvl="5"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6pPr>
            <a:lvl7pPr marL="3200400" lvl="6"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7pPr>
            <a:lvl8pPr marL="3657600" lvl="7"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8pPr>
            <a:lvl9pPr marL="4114800" lvl="8"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8" r:id="rId5"/>
    <p:sldLayoutId id="2147483659" r:id="rId6"/>
    <p:sldLayoutId id="2147483660" r:id="rId7"/>
    <p:sldLayoutId id="2147483667" r:id="rId8"/>
    <p:sldLayoutId id="2147483668" r:id="rId9"/>
    <p:sldLayoutId id="2147483676" r:id="rId10"/>
    <p:sldLayoutId id="214748367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35"/>
          <p:cNvSpPr txBox="1">
            <a:spLocks noGrp="1"/>
          </p:cNvSpPr>
          <p:nvPr>
            <p:ph type="ctrTitle"/>
          </p:nvPr>
        </p:nvSpPr>
        <p:spPr>
          <a:xfrm>
            <a:off x="2397128" y="805304"/>
            <a:ext cx="5132400" cy="1806300"/>
          </a:xfrm>
          <a:prstGeom prst="rect">
            <a:avLst/>
          </a:prstGeom>
        </p:spPr>
        <p:txBody>
          <a:bodyPr spcFirstLastPara="1" wrap="square" lIns="91425" tIns="91425" rIns="91425" bIns="91425" anchor="b" anchorCtr="0">
            <a:noAutofit/>
          </a:bodyPr>
          <a:lstStyle/>
          <a:p>
            <a:pPr lvl="0"/>
            <a:r>
              <a:rPr lang="ar-EG" sz="8000" b="1"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rPr>
              <a:t>أرسطو</a:t>
            </a:r>
            <a:endParaRPr sz="8000" b="1"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845" name="Google Shape;845;p35"/>
          <p:cNvSpPr txBox="1">
            <a:spLocks noGrp="1"/>
          </p:cNvSpPr>
          <p:nvPr>
            <p:ph type="subTitle" idx="1"/>
          </p:nvPr>
        </p:nvSpPr>
        <p:spPr>
          <a:xfrm>
            <a:off x="3005147" y="2650353"/>
            <a:ext cx="3879000" cy="573374"/>
          </a:xfrm>
          <a:prstGeom prst="rect">
            <a:avLst/>
          </a:prstGeom>
        </p:spPr>
        <p:txBody>
          <a:bodyPr spcFirstLastPara="1" wrap="square" lIns="91425" tIns="91425" rIns="91425" bIns="91425" anchor="t" anchorCtr="0">
            <a:noAutofit/>
          </a:bodyPr>
          <a:lstStyle/>
          <a:p>
            <a:pPr marL="0" lvl="0" indent="0"/>
            <a:r>
              <a:rPr lang="ar-EG" sz="2400" dirty="0">
                <a:latin typeface="Microsoft Sans Serif" panose="020B0604020202020204" pitchFamily="34" charset="0"/>
                <a:ea typeface="Microsoft Sans Serif" panose="020B0604020202020204" pitchFamily="34" charset="0"/>
                <a:cs typeface="Microsoft Sans Serif" panose="020B0604020202020204" pitchFamily="34" charset="0"/>
              </a:rPr>
              <a:t>فيلسوف الحكمة والعقل</a:t>
            </a:r>
            <a:endParaRPr sz="24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846" name="Google Shape;846;p35"/>
          <p:cNvSpPr/>
          <p:nvPr/>
        </p:nvSpPr>
        <p:spPr>
          <a:xfrm>
            <a:off x="7890740" y="2332785"/>
            <a:ext cx="21250" cy="11800"/>
          </a:xfrm>
          <a:custGeom>
            <a:avLst/>
            <a:gdLst/>
            <a:ahLst/>
            <a:cxnLst/>
            <a:rect l="l" t="t" r="r" b="b"/>
            <a:pathLst>
              <a:path w="850" h="472" extrusionOk="0">
                <a:moveTo>
                  <a:pt x="3" y="50"/>
                </a:moveTo>
                <a:cubicBezTo>
                  <a:pt x="-23" y="114"/>
                  <a:pt x="105" y="325"/>
                  <a:pt x="183" y="394"/>
                </a:cubicBezTo>
                <a:cubicBezTo>
                  <a:pt x="261" y="463"/>
                  <a:pt x="385" y="460"/>
                  <a:pt x="472" y="466"/>
                </a:cubicBezTo>
                <a:cubicBezTo>
                  <a:pt x="559" y="472"/>
                  <a:pt x="646" y="487"/>
                  <a:pt x="706" y="430"/>
                </a:cubicBezTo>
                <a:cubicBezTo>
                  <a:pt x="766" y="373"/>
                  <a:pt x="894" y="193"/>
                  <a:pt x="833" y="123"/>
                </a:cubicBezTo>
                <a:cubicBezTo>
                  <a:pt x="772" y="53"/>
                  <a:pt x="476" y="22"/>
                  <a:pt x="338" y="10"/>
                </a:cubicBezTo>
                <a:cubicBezTo>
                  <a:pt x="200" y="-2"/>
                  <a:pt x="29" y="-14"/>
                  <a:pt x="3" y="50"/>
                </a:cubicBezTo>
                <a:close/>
              </a:path>
            </a:pathLst>
          </a:custGeom>
          <a:solidFill>
            <a:schemeClr val="lt1"/>
          </a:solidFill>
          <a:ln>
            <a:noFill/>
          </a:ln>
        </p:spPr>
      </p:sp>
      <p:sp>
        <p:nvSpPr>
          <p:cNvPr id="847" name="Google Shape;847;p35"/>
          <p:cNvSpPr/>
          <p:nvPr/>
        </p:nvSpPr>
        <p:spPr>
          <a:xfrm flipH="1">
            <a:off x="-179907" y="606241"/>
            <a:ext cx="3789946" cy="848107"/>
          </a:xfrm>
          <a:custGeom>
            <a:avLst/>
            <a:gdLst/>
            <a:ahLst/>
            <a:cxnLst/>
            <a:rect l="l" t="t" r="r" b="b"/>
            <a:pathLst>
              <a:path w="124047" h="27759" extrusionOk="0">
                <a:moveTo>
                  <a:pt x="97773" y="0"/>
                </a:moveTo>
                <a:cubicBezTo>
                  <a:pt x="97158" y="0"/>
                  <a:pt x="96448" y="64"/>
                  <a:pt x="95614" y="205"/>
                </a:cubicBezTo>
                <a:cubicBezTo>
                  <a:pt x="90085" y="1137"/>
                  <a:pt x="85119" y="2696"/>
                  <a:pt x="84910" y="3082"/>
                </a:cubicBezTo>
                <a:cubicBezTo>
                  <a:pt x="84685" y="3484"/>
                  <a:pt x="83978" y="4625"/>
                  <a:pt x="83978" y="4625"/>
                </a:cubicBezTo>
                <a:cubicBezTo>
                  <a:pt x="83978" y="4625"/>
                  <a:pt x="82852" y="4079"/>
                  <a:pt x="81521" y="4079"/>
                </a:cubicBezTo>
                <a:cubicBezTo>
                  <a:pt x="80660" y="4079"/>
                  <a:pt x="79714" y="4307"/>
                  <a:pt x="78931" y="5059"/>
                </a:cubicBezTo>
                <a:cubicBezTo>
                  <a:pt x="76938" y="6971"/>
                  <a:pt x="78079" y="9221"/>
                  <a:pt x="78256" y="9639"/>
                </a:cubicBezTo>
                <a:cubicBezTo>
                  <a:pt x="78270" y="9676"/>
                  <a:pt x="78267" y="9692"/>
                  <a:pt x="78249" y="9692"/>
                </a:cubicBezTo>
                <a:cubicBezTo>
                  <a:pt x="78090" y="9692"/>
                  <a:pt x="76791" y="8507"/>
                  <a:pt x="75136" y="8507"/>
                </a:cubicBezTo>
                <a:cubicBezTo>
                  <a:pt x="74756" y="8507"/>
                  <a:pt x="74357" y="8570"/>
                  <a:pt x="73949" y="8723"/>
                </a:cubicBezTo>
                <a:cubicBezTo>
                  <a:pt x="71538" y="9623"/>
                  <a:pt x="68484" y="12275"/>
                  <a:pt x="68484" y="12275"/>
                </a:cubicBezTo>
                <a:cubicBezTo>
                  <a:pt x="68484" y="12275"/>
                  <a:pt x="66785" y="12952"/>
                  <a:pt x="65169" y="12952"/>
                </a:cubicBezTo>
                <a:cubicBezTo>
                  <a:pt x="64395" y="12952"/>
                  <a:pt x="63641" y="12797"/>
                  <a:pt x="63100" y="12339"/>
                </a:cubicBezTo>
                <a:cubicBezTo>
                  <a:pt x="61644" y="11107"/>
                  <a:pt x="59396" y="8559"/>
                  <a:pt x="56493" y="8559"/>
                </a:cubicBezTo>
                <a:cubicBezTo>
                  <a:pt x="56063" y="8559"/>
                  <a:pt x="55619" y="8615"/>
                  <a:pt x="55160" y="8739"/>
                </a:cubicBezTo>
                <a:cubicBezTo>
                  <a:pt x="51978" y="9591"/>
                  <a:pt x="52139" y="10796"/>
                  <a:pt x="50467" y="11263"/>
                </a:cubicBezTo>
                <a:cubicBezTo>
                  <a:pt x="47864" y="11986"/>
                  <a:pt x="46015" y="11761"/>
                  <a:pt x="44296" y="13143"/>
                </a:cubicBezTo>
                <a:cubicBezTo>
                  <a:pt x="42551" y="14529"/>
                  <a:pt x="44641" y="16218"/>
                  <a:pt x="41420" y="16218"/>
                </a:cubicBezTo>
                <a:cubicBezTo>
                  <a:pt x="41318" y="16218"/>
                  <a:pt x="41210" y="16216"/>
                  <a:pt x="41097" y="16213"/>
                </a:cubicBezTo>
                <a:cubicBezTo>
                  <a:pt x="38600" y="16125"/>
                  <a:pt x="38193" y="14761"/>
                  <a:pt x="36609" y="14761"/>
                </a:cubicBezTo>
                <a:cubicBezTo>
                  <a:pt x="35869" y="14761"/>
                  <a:pt x="34873" y="15059"/>
                  <a:pt x="33286" y="15923"/>
                </a:cubicBezTo>
                <a:cubicBezTo>
                  <a:pt x="29814" y="17788"/>
                  <a:pt x="28850" y="16325"/>
                  <a:pt x="26471" y="17611"/>
                </a:cubicBezTo>
                <a:cubicBezTo>
                  <a:pt x="25781" y="17993"/>
                  <a:pt x="24071" y="20428"/>
                  <a:pt x="22027" y="20428"/>
                </a:cubicBezTo>
                <a:cubicBezTo>
                  <a:pt x="21835" y="20428"/>
                  <a:pt x="21639" y="20407"/>
                  <a:pt x="21441" y="20359"/>
                </a:cubicBezTo>
                <a:cubicBezTo>
                  <a:pt x="19661" y="19939"/>
                  <a:pt x="19060" y="18388"/>
                  <a:pt x="17372" y="18388"/>
                </a:cubicBezTo>
                <a:cubicBezTo>
                  <a:pt x="16864" y="18388"/>
                  <a:pt x="16259" y="18528"/>
                  <a:pt x="15494" y="18881"/>
                </a:cubicBezTo>
                <a:cubicBezTo>
                  <a:pt x="12167" y="20392"/>
                  <a:pt x="13694" y="21629"/>
                  <a:pt x="10785" y="22304"/>
                </a:cubicBezTo>
                <a:cubicBezTo>
                  <a:pt x="7860" y="22995"/>
                  <a:pt x="4549" y="22417"/>
                  <a:pt x="3424" y="23735"/>
                </a:cubicBezTo>
                <a:cubicBezTo>
                  <a:pt x="2283" y="25053"/>
                  <a:pt x="0" y="25342"/>
                  <a:pt x="5513" y="25728"/>
                </a:cubicBezTo>
                <a:cubicBezTo>
                  <a:pt x="7519" y="25855"/>
                  <a:pt x="15753" y="25907"/>
                  <a:pt x="27263" y="25907"/>
                </a:cubicBezTo>
                <a:cubicBezTo>
                  <a:pt x="28852" y="25907"/>
                  <a:pt x="30503" y="25906"/>
                  <a:pt x="32209" y="25904"/>
                </a:cubicBezTo>
                <a:cubicBezTo>
                  <a:pt x="35497" y="25904"/>
                  <a:pt x="37504" y="27474"/>
                  <a:pt x="41653" y="27474"/>
                </a:cubicBezTo>
                <a:cubicBezTo>
                  <a:pt x="42292" y="27474"/>
                  <a:pt x="42981" y="27437"/>
                  <a:pt x="43733" y="27351"/>
                </a:cubicBezTo>
                <a:cubicBezTo>
                  <a:pt x="46915" y="26981"/>
                  <a:pt x="50210" y="26660"/>
                  <a:pt x="53585" y="26370"/>
                </a:cubicBezTo>
                <a:cubicBezTo>
                  <a:pt x="54111" y="26326"/>
                  <a:pt x="54661" y="26306"/>
                  <a:pt x="55231" y="26306"/>
                </a:cubicBezTo>
                <a:cubicBezTo>
                  <a:pt x="60110" y="26306"/>
                  <a:pt x="66451" y="27759"/>
                  <a:pt x="71341" y="27759"/>
                </a:cubicBezTo>
                <a:cubicBezTo>
                  <a:pt x="71682" y="27759"/>
                  <a:pt x="72016" y="27752"/>
                  <a:pt x="72342" y="27737"/>
                </a:cubicBezTo>
                <a:cubicBezTo>
                  <a:pt x="91741" y="26820"/>
                  <a:pt x="110851" y="26162"/>
                  <a:pt x="124046" y="25776"/>
                </a:cubicBezTo>
                <a:lnTo>
                  <a:pt x="120349" y="1860"/>
                </a:lnTo>
                <a:lnTo>
                  <a:pt x="120333" y="1860"/>
                </a:lnTo>
                <a:cubicBezTo>
                  <a:pt x="117810" y="2166"/>
                  <a:pt x="116669" y="2664"/>
                  <a:pt x="115094" y="3676"/>
                </a:cubicBezTo>
                <a:cubicBezTo>
                  <a:pt x="113198" y="4905"/>
                  <a:pt x="112461" y="6263"/>
                  <a:pt x="110979" y="6263"/>
                </a:cubicBezTo>
                <a:cubicBezTo>
                  <a:pt x="110891" y="6263"/>
                  <a:pt x="110800" y="6258"/>
                  <a:pt x="110706" y="6248"/>
                </a:cubicBezTo>
                <a:cubicBezTo>
                  <a:pt x="109035" y="6055"/>
                  <a:pt x="108520" y="6135"/>
                  <a:pt x="104856" y="3918"/>
                </a:cubicBezTo>
                <a:cubicBezTo>
                  <a:pt x="101744" y="2034"/>
                  <a:pt x="101240" y="0"/>
                  <a:pt x="97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8" name="Google Shape;848;p35"/>
          <p:cNvGrpSpPr/>
          <p:nvPr/>
        </p:nvGrpSpPr>
        <p:grpSpPr>
          <a:xfrm flipH="1">
            <a:off x="4448599" y="568245"/>
            <a:ext cx="4065161" cy="894136"/>
            <a:chOff x="-2755223" y="-2771500"/>
            <a:chExt cx="3531238" cy="776699"/>
          </a:xfrm>
        </p:grpSpPr>
        <p:sp>
          <p:nvSpPr>
            <p:cNvPr id="849" name="Google Shape;849;p35"/>
            <p:cNvSpPr/>
            <p:nvPr/>
          </p:nvSpPr>
          <p:spPr>
            <a:xfrm>
              <a:off x="-2755223" y="-2771500"/>
              <a:ext cx="3531238" cy="776699"/>
            </a:xfrm>
            <a:custGeom>
              <a:avLst/>
              <a:gdLst/>
              <a:ahLst/>
              <a:cxnLst/>
              <a:rect l="l" t="t" r="r" b="b"/>
              <a:pathLst>
                <a:path w="72648" h="15979" extrusionOk="0">
                  <a:moveTo>
                    <a:pt x="23875" y="11417"/>
                  </a:moveTo>
                  <a:lnTo>
                    <a:pt x="23875" y="11417"/>
                  </a:lnTo>
                  <a:cubicBezTo>
                    <a:pt x="24134" y="11460"/>
                    <a:pt x="24390" y="11526"/>
                    <a:pt x="24640" y="11613"/>
                  </a:cubicBezTo>
                  <a:lnTo>
                    <a:pt x="23875" y="11417"/>
                  </a:lnTo>
                  <a:close/>
                  <a:moveTo>
                    <a:pt x="41559" y="0"/>
                  </a:moveTo>
                  <a:cubicBezTo>
                    <a:pt x="38806" y="0"/>
                    <a:pt x="36154" y="2038"/>
                    <a:pt x="35472" y="4718"/>
                  </a:cubicBezTo>
                  <a:cubicBezTo>
                    <a:pt x="34990" y="3932"/>
                    <a:pt x="34078" y="3456"/>
                    <a:pt x="33162" y="3456"/>
                  </a:cubicBezTo>
                  <a:cubicBezTo>
                    <a:pt x="32917" y="3456"/>
                    <a:pt x="32672" y="3490"/>
                    <a:pt x="32435" y="3561"/>
                  </a:cubicBezTo>
                  <a:cubicBezTo>
                    <a:pt x="31326" y="3883"/>
                    <a:pt x="30506" y="5024"/>
                    <a:pt x="30538" y="6197"/>
                  </a:cubicBezTo>
                  <a:cubicBezTo>
                    <a:pt x="29957" y="5950"/>
                    <a:pt x="29318" y="5824"/>
                    <a:pt x="28679" y="5824"/>
                  </a:cubicBezTo>
                  <a:cubicBezTo>
                    <a:pt x="28152" y="5824"/>
                    <a:pt x="27625" y="5910"/>
                    <a:pt x="27131" y="6084"/>
                  </a:cubicBezTo>
                  <a:cubicBezTo>
                    <a:pt x="26924" y="6145"/>
                    <a:pt x="26717" y="6225"/>
                    <a:pt x="26510" y="6225"/>
                  </a:cubicBezTo>
                  <a:cubicBezTo>
                    <a:pt x="26444" y="6225"/>
                    <a:pt x="26377" y="6216"/>
                    <a:pt x="26311" y="6197"/>
                  </a:cubicBezTo>
                  <a:cubicBezTo>
                    <a:pt x="25974" y="6100"/>
                    <a:pt x="25797" y="5715"/>
                    <a:pt x="25491" y="5522"/>
                  </a:cubicBezTo>
                  <a:cubicBezTo>
                    <a:pt x="25330" y="5402"/>
                    <a:pt x="25139" y="5349"/>
                    <a:pt x="24943" y="5349"/>
                  </a:cubicBezTo>
                  <a:cubicBezTo>
                    <a:pt x="24612" y="5349"/>
                    <a:pt x="24265" y="5499"/>
                    <a:pt x="24013" y="5731"/>
                  </a:cubicBezTo>
                  <a:cubicBezTo>
                    <a:pt x="23627" y="6100"/>
                    <a:pt x="23434" y="6631"/>
                    <a:pt x="23290" y="7161"/>
                  </a:cubicBezTo>
                  <a:cubicBezTo>
                    <a:pt x="23193" y="7499"/>
                    <a:pt x="23097" y="7868"/>
                    <a:pt x="22807" y="8061"/>
                  </a:cubicBezTo>
                  <a:cubicBezTo>
                    <a:pt x="22631" y="8190"/>
                    <a:pt x="22406" y="8238"/>
                    <a:pt x="22197" y="8270"/>
                  </a:cubicBezTo>
                  <a:cubicBezTo>
                    <a:pt x="20202" y="8564"/>
                    <a:pt x="18189" y="8718"/>
                    <a:pt x="16171" y="8718"/>
                  </a:cubicBezTo>
                  <a:cubicBezTo>
                    <a:pt x="15539" y="8718"/>
                    <a:pt x="14906" y="8703"/>
                    <a:pt x="14273" y="8672"/>
                  </a:cubicBezTo>
                  <a:cubicBezTo>
                    <a:pt x="13968" y="8656"/>
                    <a:pt x="13630" y="8640"/>
                    <a:pt x="13341" y="8511"/>
                  </a:cubicBezTo>
                  <a:cubicBezTo>
                    <a:pt x="12939" y="8335"/>
                    <a:pt x="12650" y="7981"/>
                    <a:pt x="12312" y="7692"/>
                  </a:cubicBezTo>
                  <a:cubicBezTo>
                    <a:pt x="11504" y="7003"/>
                    <a:pt x="10443" y="6783"/>
                    <a:pt x="9362" y="6783"/>
                  </a:cubicBezTo>
                  <a:cubicBezTo>
                    <a:pt x="8853" y="6783"/>
                    <a:pt x="8338" y="6832"/>
                    <a:pt x="7844" y="6904"/>
                  </a:cubicBezTo>
                  <a:cubicBezTo>
                    <a:pt x="6607" y="7081"/>
                    <a:pt x="1705" y="9797"/>
                    <a:pt x="853" y="10713"/>
                  </a:cubicBezTo>
                  <a:cubicBezTo>
                    <a:pt x="1" y="11645"/>
                    <a:pt x="3489" y="10954"/>
                    <a:pt x="4517" y="11678"/>
                  </a:cubicBezTo>
                  <a:cubicBezTo>
                    <a:pt x="5330" y="12240"/>
                    <a:pt x="4760" y="15978"/>
                    <a:pt x="5658" y="15978"/>
                  </a:cubicBezTo>
                  <a:cubicBezTo>
                    <a:pt x="5684" y="15978"/>
                    <a:pt x="5711" y="15975"/>
                    <a:pt x="5739" y="15969"/>
                  </a:cubicBezTo>
                  <a:cubicBezTo>
                    <a:pt x="8519" y="15326"/>
                    <a:pt x="13180" y="11035"/>
                    <a:pt x="16041" y="10970"/>
                  </a:cubicBezTo>
                  <a:cubicBezTo>
                    <a:pt x="16353" y="10962"/>
                    <a:pt x="16668" y="10953"/>
                    <a:pt x="16982" y="10953"/>
                  </a:cubicBezTo>
                  <a:cubicBezTo>
                    <a:pt x="17864" y="10953"/>
                    <a:pt x="18743" y="11020"/>
                    <a:pt x="19561" y="11340"/>
                  </a:cubicBezTo>
                  <a:cubicBezTo>
                    <a:pt x="19947" y="11485"/>
                    <a:pt x="20316" y="11678"/>
                    <a:pt x="20734" y="11710"/>
                  </a:cubicBezTo>
                  <a:cubicBezTo>
                    <a:pt x="20773" y="11713"/>
                    <a:pt x="20812" y="11714"/>
                    <a:pt x="20850" y="11714"/>
                  </a:cubicBezTo>
                  <a:cubicBezTo>
                    <a:pt x="21213" y="11714"/>
                    <a:pt x="21576" y="11586"/>
                    <a:pt x="21940" y="11485"/>
                  </a:cubicBezTo>
                  <a:cubicBezTo>
                    <a:pt x="22312" y="11397"/>
                    <a:pt x="22696" y="11351"/>
                    <a:pt x="23081" y="11351"/>
                  </a:cubicBezTo>
                  <a:cubicBezTo>
                    <a:pt x="23253" y="11351"/>
                    <a:pt x="23426" y="11360"/>
                    <a:pt x="23598" y="11379"/>
                  </a:cubicBezTo>
                  <a:lnTo>
                    <a:pt x="23598" y="11379"/>
                  </a:lnTo>
                  <a:cubicBezTo>
                    <a:pt x="24300" y="11700"/>
                    <a:pt x="25048" y="11802"/>
                    <a:pt x="25819" y="11802"/>
                  </a:cubicBezTo>
                  <a:cubicBezTo>
                    <a:pt x="27138" y="11802"/>
                    <a:pt x="28525" y="11505"/>
                    <a:pt x="29869" y="11505"/>
                  </a:cubicBezTo>
                  <a:cubicBezTo>
                    <a:pt x="30296" y="11505"/>
                    <a:pt x="30718" y="11535"/>
                    <a:pt x="31133" y="11613"/>
                  </a:cubicBezTo>
                  <a:cubicBezTo>
                    <a:pt x="31953" y="11774"/>
                    <a:pt x="32740" y="12112"/>
                    <a:pt x="33560" y="12256"/>
                  </a:cubicBezTo>
                  <a:cubicBezTo>
                    <a:pt x="33875" y="12305"/>
                    <a:pt x="34191" y="12324"/>
                    <a:pt x="34509" y="12324"/>
                  </a:cubicBezTo>
                  <a:cubicBezTo>
                    <a:pt x="35228" y="12324"/>
                    <a:pt x="35953" y="12227"/>
                    <a:pt x="36678" y="12160"/>
                  </a:cubicBezTo>
                  <a:cubicBezTo>
                    <a:pt x="37799" y="12045"/>
                    <a:pt x="38925" y="11987"/>
                    <a:pt x="40051" y="11987"/>
                  </a:cubicBezTo>
                  <a:cubicBezTo>
                    <a:pt x="41909" y="11987"/>
                    <a:pt x="43766" y="12145"/>
                    <a:pt x="45598" y="12465"/>
                  </a:cubicBezTo>
                  <a:cubicBezTo>
                    <a:pt x="46401" y="12614"/>
                    <a:pt x="47218" y="12790"/>
                    <a:pt x="48036" y="12790"/>
                  </a:cubicBezTo>
                  <a:cubicBezTo>
                    <a:pt x="48102" y="12790"/>
                    <a:pt x="48168" y="12789"/>
                    <a:pt x="48234" y="12787"/>
                  </a:cubicBezTo>
                  <a:cubicBezTo>
                    <a:pt x="48989" y="12770"/>
                    <a:pt x="49728" y="12594"/>
                    <a:pt x="50484" y="12529"/>
                  </a:cubicBezTo>
                  <a:cubicBezTo>
                    <a:pt x="50791" y="12500"/>
                    <a:pt x="51098" y="12488"/>
                    <a:pt x="51406" y="12488"/>
                  </a:cubicBezTo>
                  <a:cubicBezTo>
                    <a:pt x="52288" y="12488"/>
                    <a:pt x="53170" y="12586"/>
                    <a:pt x="54052" y="12658"/>
                  </a:cubicBezTo>
                  <a:cubicBezTo>
                    <a:pt x="56430" y="12868"/>
                    <a:pt x="58812" y="12947"/>
                    <a:pt x="61196" y="12947"/>
                  </a:cubicBezTo>
                  <a:cubicBezTo>
                    <a:pt x="65015" y="12947"/>
                    <a:pt x="68837" y="12743"/>
                    <a:pt x="72647" y="12545"/>
                  </a:cubicBezTo>
                  <a:cubicBezTo>
                    <a:pt x="71137" y="12304"/>
                    <a:pt x="69626" y="12079"/>
                    <a:pt x="68115" y="11838"/>
                  </a:cubicBezTo>
                  <a:cubicBezTo>
                    <a:pt x="67761" y="11790"/>
                    <a:pt x="67392" y="11726"/>
                    <a:pt x="67135" y="11469"/>
                  </a:cubicBezTo>
                  <a:cubicBezTo>
                    <a:pt x="66942" y="11276"/>
                    <a:pt x="66845" y="10986"/>
                    <a:pt x="66669" y="10761"/>
                  </a:cubicBezTo>
                  <a:cubicBezTo>
                    <a:pt x="66380" y="10424"/>
                    <a:pt x="65976" y="10335"/>
                    <a:pt x="65529" y="10335"/>
                  </a:cubicBezTo>
                  <a:cubicBezTo>
                    <a:pt x="65037" y="10335"/>
                    <a:pt x="64491" y="10442"/>
                    <a:pt x="63985" y="10442"/>
                  </a:cubicBezTo>
                  <a:cubicBezTo>
                    <a:pt x="63593" y="10442"/>
                    <a:pt x="63225" y="10378"/>
                    <a:pt x="62924" y="10151"/>
                  </a:cubicBezTo>
                  <a:cubicBezTo>
                    <a:pt x="62618" y="9910"/>
                    <a:pt x="62442" y="9556"/>
                    <a:pt x="62249" y="9218"/>
                  </a:cubicBezTo>
                  <a:cubicBezTo>
                    <a:pt x="61606" y="8013"/>
                    <a:pt x="60658" y="6872"/>
                    <a:pt x="59372" y="6358"/>
                  </a:cubicBezTo>
                  <a:cubicBezTo>
                    <a:pt x="58970" y="6202"/>
                    <a:pt x="58531" y="6123"/>
                    <a:pt x="58093" y="6123"/>
                  </a:cubicBezTo>
                  <a:cubicBezTo>
                    <a:pt x="57130" y="6123"/>
                    <a:pt x="56174" y="6505"/>
                    <a:pt x="55643" y="7290"/>
                  </a:cubicBezTo>
                  <a:cubicBezTo>
                    <a:pt x="55498" y="7515"/>
                    <a:pt x="55386" y="7756"/>
                    <a:pt x="55177" y="7917"/>
                  </a:cubicBezTo>
                  <a:cubicBezTo>
                    <a:pt x="55018" y="8037"/>
                    <a:pt x="54837" y="8088"/>
                    <a:pt x="54650" y="8088"/>
                  </a:cubicBezTo>
                  <a:cubicBezTo>
                    <a:pt x="54212" y="8088"/>
                    <a:pt x="53735" y="7809"/>
                    <a:pt x="53409" y="7483"/>
                  </a:cubicBezTo>
                  <a:cubicBezTo>
                    <a:pt x="52927" y="7017"/>
                    <a:pt x="52493" y="6422"/>
                    <a:pt x="51834" y="6325"/>
                  </a:cubicBezTo>
                  <a:cubicBezTo>
                    <a:pt x="51764" y="6314"/>
                    <a:pt x="51694" y="6309"/>
                    <a:pt x="51625" y="6309"/>
                  </a:cubicBezTo>
                  <a:cubicBezTo>
                    <a:pt x="50703" y="6309"/>
                    <a:pt x="49787" y="7217"/>
                    <a:pt x="48956" y="7217"/>
                  </a:cubicBezTo>
                  <a:cubicBezTo>
                    <a:pt x="48764" y="7217"/>
                    <a:pt x="48576" y="7168"/>
                    <a:pt x="48394" y="7049"/>
                  </a:cubicBezTo>
                  <a:cubicBezTo>
                    <a:pt x="47880" y="6711"/>
                    <a:pt x="47832" y="5988"/>
                    <a:pt x="47735" y="5361"/>
                  </a:cubicBezTo>
                  <a:cubicBezTo>
                    <a:pt x="47334" y="2532"/>
                    <a:pt x="44746" y="154"/>
                    <a:pt x="41869" y="9"/>
                  </a:cubicBezTo>
                  <a:cubicBezTo>
                    <a:pt x="41766" y="3"/>
                    <a:pt x="41662" y="0"/>
                    <a:pt x="41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0" name="Google Shape;850;p35"/>
            <p:cNvGrpSpPr/>
            <p:nvPr/>
          </p:nvGrpSpPr>
          <p:grpSpPr>
            <a:xfrm>
              <a:off x="-2389597" y="-2604290"/>
              <a:ext cx="2734366" cy="573860"/>
              <a:chOff x="-2389597" y="-2604290"/>
              <a:chExt cx="2734366" cy="573860"/>
            </a:xfrm>
          </p:grpSpPr>
          <p:sp>
            <p:nvSpPr>
              <p:cNvPr id="851" name="Google Shape;851;p35"/>
              <p:cNvSpPr/>
              <p:nvPr/>
            </p:nvSpPr>
            <p:spPr>
              <a:xfrm>
                <a:off x="-89636" y="-2218152"/>
                <a:ext cx="434405" cy="75876"/>
              </a:xfrm>
              <a:custGeom>
                <a:avLst/>
                <a:gdLst/>
                <a:ahLst/>
                <a:cxnLst/>
                <a:rect l="l" t="t" r="r" b="b"/>
                <a:pathLst>
                  <a:path w="8937" h="1561" extrusionOk="0">
                    <a:moveTo>
                      <a:pt x="6920" y="0"/>
                    </a:moveTo>
                    <a:cubicBezTo>
                      <a:pt x="6567" y="0"/>
                      <a:pt x="6204" y="95"/>
                      <a:pt x="5802" y="197"/>
                    </a:cubicBezTo>
                    <a:cubicBezTo>
                      <a:pt x="5267" y="337"/>
                      <a:pt x="4762" y="488"/>
                      <a:pt x="4223" y="488"/>
                    </a:cubicBezTo>
                    <a:cubicBezTo>
                      <a:pt x="4082" y="488"/>
                      <a:pt x="3940" y="478"/>
                      <a:pt x="3793" y="454"/>
                    </a:cubicBezTo>
                    <a:cubicBezTo>
                      <a:pt x="3075" y="341"/>
                      <a:pt x="2567" y="32"/>
                      <a:pt x="2000" y="32"/>
                    </a:cubicBezTo>
                    <a:cubicBezTo>
                      <a:pt x="1679" y="32"/>
                      <a:pt x="1340" y="131"/>
                      <a:pt x="933" y="422"/>
                    </a:cubicBezTo>
                    <a:cubicBezTo>
                      <a:pt x="595" y="679"/>
                      <a:pt x="290" y="1001"/>
                      <a:pt x="0" y="1338"/>
                    </a:cubicBezTo>
                    <a:cubicBezTo>
                      <a:pt x="2109" y="1498"/>
                      <a:pt x="4217" y="1560"/>
                      <a:pt x="6331" y="1560"/>
                    </a:cubicBezTo>
                    <a:cubicBezTo>
                      <a:pt x="7198" y="1560"/>
                      <a:pt x="8067" y="1550"/>
                      <a:pt x="8937" y="1531"/>
                    </a:cubicBezTo>
                    <a:cubicBezTo>
                      <a:pt x="8904" y="1515"/>
                      <a:pt x="8888" y="1499"/>
                      <a:pt x="8872" y="1467"/>
                    </a:cubicBezTo>
                    <a:cubicBezTo>
                      <a:pt x="8599" y="1113"/>
                      <a:pt x="8374" y="695"/>
                      <a:pt x="8020" y="406"/>
                    </a:cubicBezTo>
                    <a:cubicBezTo>
                      <a:pt x="7643" y="103"/>
                      <a:pt x="7287" y="0"/>
                      <a:pt x="69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5"/>
              <p:cNvSpPr/>
              <p:nvPr/>
            </p:nvSpPr>
            <p:spPr>
              <a:xfrm>
                <a:off x="-1533376" y="-2604290"/>
                <a:ext cx="1189863" cy="454383"/>
              </a:xfrm>
              <a:custGeom>
                <a:avLst/>
                <a:gdLst/>
                <a:ahLst/>
                <a:cxnLst/>
                <a:rect l="l" t="t" r="r" b="b"/>
                <a:pathLst>
                  <a:path w="24479" h="9348" extrusionOk="0">
                    <a:moveTo>
                      <a:pt x="17214" y="1"/>
                    </a:moveTo>
                    <a:cubicBezTo>
                      <a:pt x="16801" y="1"/>
                      <a:pt x="16380" y="107"/>
                      <a:pt x="16009" y="234"/>
                    </a:cubicBezTo>
                    <a:cubicBezTo>
                      <a:pt x="14868" y="587"/>
                      <a:pt x="13662" y="1343"/>
                      <a:pt x="12875" y="2243"/>
                    </a:cubicBezTo>
                    <a:cubicBezTo>
                      <a:pt x="12434" y="2764"/>
                      <a:pt x="11992" y="3386"/>
                      <a:pt x="11311" y="3386"/>
                    </a:cubicBezTo>
                    <a:cubicBezTo>
                      <a:pt x="11173" y="3386"/>
                      <a:pt x="11025" y="3360"/>
                      <a:pt x="10866" y="3303"/>
                    </a:cubicBezTo>
                    <a:cubicBezTo>
                      <a:pt x="9660" y="2885"/>
                      <a:pt x="10255" y="2002"/>
                      <a:pt x="9741" y="1214"/>
                    </a:cubicBezTo>
                    <a:cubicBezTo>
                      <a:pt x="9590" y="992"/>
                      <a:pt x="9536" y="907"/>
                      <a:pt x="9493" y="907"/>
                    </a:cubicBezTo>
                    <a:cubicBezTo>
                      <a:pt x="9439" y="907"/>
                      <a:pt x="9404" y="1038"/>
                      <a:pt x="9226" y="1198"/>
                    </a:cubicBezTo>
                    <a:cubicBezTo>
                      <a:pt x="9034" y="1359"/>
                      <a:pt x="8873" y="1696"/>
                      <a:pt x="8744" y="1905"/>
                    </a:cubicBezTo>
                    <a:cubicBezTo>
                      <a:pt x="8535" y="2243"/>
                      <a:pt x="8342" y="2596"/>
                      <a:pt x="8101" y="2902"/>
                    </a:cubicBezTo>
                    <a:cubicBezTo>
                      <a:pt x="8085" y="2918"/>
                      <a:pt x="8053" y="2950"/>
                      <a:pt x="8037" y="2982"/>
                    </a:cubicBezTo>
                    <a:cubicBezTo>
                      <a:pt x="8005" y="2998"/>
                      <a:pt x="8005" y="3030"/>
                      <a:pt x="7989" y="3062"/>
                    </a:cubicBezTo>
                    <a:cubicBezTo>
                      <a:pt x="7812" y="3352"/>
                      <a:pt x="6687" y="4107"/>
                      <a:pt x="6655" y="4364"/>
                    </a:cubicBezTo>
                    <a:cubicBezTo>
                      <a:pt x="6607" y="4653"/>
                      <a:pt x="7780" y="5586"/>
                      <a:pt x="7957" y="5811"/>
                    </a:cubicBezTo>
                    <a:cubicBezTo>
                      <a:pt x="8294" y="6212"/>
                      <a:pt x="8632" y="6679"/>
                      <a:pt x="8487" y="7225"/>
                    </a:cubicBezTo>
                    <a:cubicBezTo>
                      <a:pt x="8324" y="7860"/>
                      <a:pt x="7959" y="8100"/>
                      <a:pt x="7480" y="8100"/>
                    </a:cubicBezTo>
                    <a:cubicBezTo>
                      <a:pt x="5986" y="8100"/>
                      <a:pt x="3379" y="5769"/>
                      <a:pt x="2271" y="5769"/>
                    </a:cubicBezTo>
                    <a:cubicBezTo>
                      <a:pt x="2230" y="5769"/>
                      <a:pt x="2191" y="5772"/>
                      <a:pt x="2155" y="5778"/>
                    </a:cubicBezTo>
                    <a:cubicBezTo>
                      <a:pt x="1110" y="5955"/>
                      <a:pt x="708" y="7611"/>
                      <a:pt x="17" y="8302"/>
                    </a:cubicBezTo>
                    <a:cubicBezTo>
                      <a:pt x="17" y="8302"/>
                      <a:pt x="1" y="8318"/>
                      <a:pt x="1" y="8318"/>
                    </a:cubicBezTo>
                    <a:cubicBezTo>
                      <a:pt x="240" y="8342"/>
                      <a:pt x="482" y="8352"/>
                      <a:pt x="726" y="8352"/>
                    </a:cubicBezTo>
                    <a:cubicBezTo>
                      <a:pt x="2030" y="8352"/>
                      <a:pt x="3393" y="8065"/>
                      <a:pt x="4723" y="8065"/>
                    </a:cubicBezTo>
                    <a:cubicBezTo>
                      <a:pt x="5152" y="8065"/>
                      <a:pt x="5577" y="8094"/>
                      <a:pt x="5996" y="8173"/>
                    </a:cubicBezTo>
                    <a:cubicBezTo>
                      <a:pt x="6816" y="8334"/>
                      <a:pt x="7603" y="8672"/>
                      <a:pt x="8423" y="8816"/>
                    </a:cubicBezTo>
                    <a:cubicBezTo>
                      <a:pt x="8738" y="8865"/>
                      <a:pt x="9056" y="8884"/>
                      <a:pt x="9375" y="8884"/>
                    </a:cubicBezTo>
                    <a:cubicBezTo>
                      <a:pt x="10098" y="8884"/>
                      <a:pt x="10827" y="8787"/>
                      <a:pt x="11541" y="8720"/>
                    </a:cubicBezTo>
                    <a:cubicBezTo>
                      <a:pt x="12658" y="8599"/>
                      <a:pt x="13779" y="8539"/>
                      <a:pt x="14900" y="8539"/>
                    </a:cubicBezTo>
                    <a:cubicBezTo>
                      <a:pt x="16763" y="8539"/>
                      <a:pt x="18624" y="8704"/>
                      <a:pt x="20461" y="9025"/>
                    </a:cubicBezTo>
                    <a:cubicBezTo>
                      <a:pt x="21292" y="9179"/>
                      <a:pt x="22137" y="9348"/>
                      <a:pt x="22984" y="9348"/>
                    </a:cubicBezTo>
                    <a:cubicBezTo>
                      <a:pt x="23021" y="9348"/>
                      <a:pt x="23059" y="9347"/>
                      <a:pt x="23097" y="9347"/>
                    </a:cubicBezTo>
                    <a:cubicBezTo>
                      <a:pt x="23499" y="9330"/>
                      <a:pt x="23884" y="9282"/>
                      <a:pt x="24286" y="9234"/>
                    </a:cubicBezTo>
                    <a:cubicBezTo>
                      <a:pt x="24334" y="8961"/>
                      <a:pt x="24479" y="8607"/>
                      <a:pt x="24431" y="8382"/>
                    </a:cubicBezTo>
                    <a:cubicBezTo>
                      <a:pt x="24328" y="7810"/>
                      <a:pt x="24025" y="7647"/>
                      <a:pt x="23671" y="7647"/>
                    </a:cubicBezTo>
                    <a:cubicBezTo>
                      <a:pt x="23248" y="7647"/>
                      <a:pt x="22752" y="7880"/>
                      <a:pt x="22438" y="7932"/>
                    </a:cubicBezTo>
                    <a:cubicBezTo>
                      <a:pt x="22285" y="7958"/>
                      <a:pt x="22134" y="7973"/>
                      <a:pt x="21986" y="7973"/>
                    </a:cubicBezTo>
                    <a:cubicBezTo>
                      <a:pt x="21665" y="7973"/>
                      <a:pt x="21357" y="7900"/>
                      <a:pt x="21072" y="7691"/>
                    </a:cubicBezTo>
                    <a:cubicBezTo>
                      <a:pt x="20451" y="7244"/>
                      <a:pt x="20556" y="6537"/>
                      <a:pt x="19735" y="6537"/>
                    </a:cubicBezTo>
                    <a:cubicBezTo>
                      <a:pt x="19641" y="6537"/>
                      <a:pt x="19536" y="6546"/>
                      <a:pt x="19416" y="6566"/>
                    </a:cubicBezTo>
                    <a:cubicBezTo>
                      <a:pt x="18813" y="6665"/>
                      <a:pt x="18417" y="6923"/>
                      <a:pt x="17896" y="6923"/>
                    </a:cubicBezTo>
                    <a:cubicBezTo>
                      <a:pt x="17737" y="6923"/>
                      <a:pt x="17567" y="6899"/>
                      <a:pt x="17375" y="6839"/>
                    </a:cubicBezTo>
                    <a:cubicBezTo>
                      <a:pt x="16957" y="6711"/>
                      <a:pt x="16780" y="6341"/>
                      <a:pt x="16941" y="5939"/>
                    </a:cubicBezTo>
                    <a:cubicBezTo>
                      <a:pt x="17407" y="4750"/>
                      <a:pt x="18596" y="4011"/>
                      <a:pt x="19030" y="2837"/>
                    </a:cubicBezTo>
                    <a:cubicBezTo>
                      <a:pt x="19352" y="2002"/>
                      <a:pt x="18934" y="684"/>
                      <a:pt x="18130" y="234"/>
                    </a:cubicBezTo>
                    <a:cubicBezTo>
                      <a:pt x="17849" y="65"/>
                      <a:pt x="17534" y="1"/>
                      <a:pt x="17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5"/>
              <p:cNvSpPr/>
              <p:nvPr/>
            </p:nvSpPr>
            <p:spPr>
              <a:xfrm>
                <a:off x="-2389597" y="-2337483"/>
                <a:ext cx="649250" cy="307054"/>
              </a:xfrm>
              <a:custGeom>
                <a:avLst/>
                <a:gdLst/>
                <a:ahLst/>
                <a:cxnLst/>
                <a:rect l="l" t="t" r="r" b="b"/>
                <a:pathLst>
                  <a:path w="13357" h="6317" extrusionOk="0">
                    <a:moveTo>
                      <a:pt x="9675" y="0"/>
                    </a:moveTo>
                    <a:cubicBezTo>
                      <a:pt x="9009" y="0"/>
                      <a:pt x="8287" y="222"/>
                      <a:pt x="7458" y="595"/>
                    </a:cubicBezTo>
                    <a:cubicBezTo>
                      <a:pt x="5369" y="1543"/>
                      <a:pt x="2942" y="2540"/>
                      <a:pt x="1431" y="4324"/>
                    </a:cubicBezTo>
                    <a:cubicBezTo>
                      <a:pt x="901" y="4950"/>
                      <a:pt x="435" y="5625"/>
                      <a:pt x="1" y="6317"/>
                    </a:cubicBezTo>
                    <a:cubicBezTo>
                      <a:pt x="2717" y="4902"/>
                      <a:pt x="6205" y="2090"/>
                      <a:pt x="8503" y="2041"/>
                    </a:cubicBezTo>
                    <a:cubicBezTo>
                      <a:pt x="8819" y="2033"/>
                      <a:pt x="9137" y="2024"/>
                      <a:pt x="9454" y="2024"/>
                    </a:cubicBezTo>
                    <a:cubicBezTo>
                      <a:pt x="10342" y="2024"/>
                      <a:pt x="11221" y="2091"/>
                      <a:pt x="12039" y="2411"/>
                    </a:cubicBezTo>
                    <a:cubicBezTo>
                      <a:pt x="12425" y="2556"/>
                      <a:pt x="12794" y="2765"/>
                      <a:pt x="13196" y="2781"/>
                    </a:cubicBezTo>
                    <a:lnTo>
                      <a:pt x="13357" y="2781"/>
                    </a:lnTo>
                    <a:cubicBezTo>
                      <a:pt x="12923" y="2331"/>
                      <a:pt x="12537" y="1800"/>
                      <a:pt x="12151" y="1334"/>
                    </a:cubicBezTo>
                    <a:cubicBezTo>
                      <a:pt x="11345" y="390"/>
                      <a:pt x="10559" y="0"/>
                      <a:pt x="9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4" name="Google Shape;854;p35"/>
          <p:cNvGrpSpPr/>
          <p:nvPr/>
        </p:nvGrpSpPr>
        <p:grpSpPr>
          <a:xfrm>
            <a:off x="356152" y="690052"/>
            <a:ext cx="968331" cy="4028806"/>
            <a:chOff x="356154" y="956431"/>
            <a:chExt cx="891896" cy="3636435"/>
          </a:xfrm>
        </p:grpSpPr>
        <p:grpSp>
          <p:nvGrpSpPr>
            <p:cNvPr id="855" name="Google Shape;855;p35"/>
            <p:cNvGrpSpPr/>
            <p:nvPr/>
          </p:nvGrpSpPr>
          <p:grpSpPr>
            <a:xfrm>
              <a:off x="356154" y="997022"/>
              <a:ext cx="887342" cy="3595844"/>
              <a:chOff x="7456291" y="7572263"/>
              <a:chExt cx="548487" cy="2222675"/>
            </a:xfrm>
          </p:grpSpPr>
          <p:sp>
            <p:nvSpPr>
              <p:cNvPr id="856" name="Google Shape;856;p35"/>
              <p:cNvSpPr/>
              <p:nvPr/>
            </p:nvSpPr>
            <p:spPr>
              <a:xfrm>
                <a:off x="7456291" y="7572263"/>
                <a:ext cx="548487" cy="70384"/>
              </a:xfrm>
              <a:custGeom>
                <a:avLst/>
                <a:gdLst/>
                <a:ahLst/>
                <a:cxnLst/>
                <a:rect l="l" t="t" r="r" b="b"/>
                <a:pathLst>
                  <a:path w="11284" h="1448" extrusionOk="0">
                    <a:moveTo>
                      <a:pt x="1" y="1"/>
                    </a:moveTo>
                    <a:lnTo>
                      <a:pt x="1" y="885"/>
                    </a:lnTo>
                    <a:lnTo>
                      <a:pt x="788" y="1447"/>
                    </a:lnTo>
                    <a:lnTo>
                      <a:pt x="10528" y="1447"/>
                    </a:lnTo>
                    <a:lnTo>
                      <a:pt x="11283" y="869"/>
                    </a:lnTo>
                    <a:lnTo>
                      <a:pt x="11267"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5"/>
              <p:cNvSpPr/>
              <p:nvPr/>
            </p:nvSpPr>
            <p:spPr>
              <a:xfrm>
                <a:off x="7511752" y="7744139"/>
                <a:ext cx="448501" cy="2050799"/>
              </a:xfrm>
              <a:custGeom>
                <a:avLst/>
                <a:gdLst/>
                <a:ahLst/>
                <a:cxnLst/>
                <a:rect l="l" t="t" r="r" b="b"/>
                <a:pathLst>
                  <a:path w="9227" h="42191" extrusionOk="0">
                    <a:moveTo>
                      <a:pt x="1158" y="1"/>
                    </a:moveTo>
                    <a:lnTo>
                      <a:pt x="1" y="42190"/>
                    </a:lnTo>
                    <a:lnTo>
                      <a:pt x="9226" y="42190"/>
                    </a:lnTo>
                    <a:lnTo>
                      <a:pt x="7796"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5"/>
              <p:cNvSpPr/>
              <p:nvPr/>
            </p:nvSpPr>
            <p:spPr>
              <a:xfrm>
                <a:off x="7521911" y="7632439"/>
                <a:ext cx="414865" cy="111749"/>
              </a:xfrm>
              <a:custGeom>
                <a:avLst/>
                <a:gdLst/>
                <a:ahLst/>
                <a:cxnLst/>
                <a:rect l="l" t="t" r="r" b="b"/>
                <a:pathLst>
                  <a:path w="8535" h="2299" extrusionOk="0">
                    <a:moveTo>
                      <a:pt x="8519" y="0"/>
                    </a:moveTo>
                    <a:lnTo>
                      <a:pt x="1" y="193"/>
                    </a:lnTo>
                    <a:lnTo>
                      <a:pt x="1" y="579"/>
                    </a:lnTo>
                    <a:cubicBezTo>
                      <a:pt x="1" y="579"/>
                      <a:pt x="885" y="2299"/>
                      <a:pt x="949" y="2299"/>
                    </a:cubicBezTo>
                    <a:lnTo>
                      <a:pt x="7587" y="2299"/>
                    </a:lnTo>
                    <a:lnTo>
                      <a:pt x="8535" y="997"/>
                    </a:lnTo>
                    <a:lnTo>
                      <a:pt x="8519"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9" name="Google Shape;859;p35"/>
            <p:cNvSpPr/>
            <p:nvPr/>
          </p:nvSpPr>
          <p:spPr>
            <a:xfrm>
              <a:off x="1225247" y="956431"/>
              <a:ext cx="22803" cy="16513"/>
            </a:xfrm>
            <a:custGeom>
              <a:avLst/>
              <a:gdLst/>
              <a:ahLst/>
              <a:cxnLst/>
              <a:rect l="l" t="t" r="r" b="b"/>
              <a:pathLst>
                <a:path w="290" h="210" extrusionOk="0">
                  <a:moveTo>
                    <a:pt x="129" y="0"/>
                  </a:moveTo>
                  <a:cubicBezTo>
                    <a:pt x="0" y="0"/>
                    <a:pt x="0" y="209"/>
                    <a:pt x="129" y="209"/>
                  </a:cubicBezTo>
                  <a:lnTo>
                    <a:pt x="161" y="209"/>
                  </a:lnTo>
                  <a:cubicBezTo>
                    <a:pt x="290" y="209"/>
                    <a:pt x="290" y="0"/>
                    <a:pt x="161" y="0"/>
                  </a:cubicBezTo>
                  <a:close/>
                </a:path>
              </a:pathLst>
            </a:custGeom>
            <a:solidFill>
              <a:srgbClr val="91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5"/>
            <p:cNvSpPr/>
            <p:nvPr/>
          </p:nvSpPr>
          <p:spPr>
            <a:xfrm>
              <a:off x="489701" y="1286309"/>
              <a:ext cx="602875" cy="3291006"/>
            </a:xfrm>
            <a:custGeom>
              <a:avLst/>
              <a:gdLst/>
              <a:ahLst/>
              <a:cxnLst/>
              <a:rect l="l" t="t" r="r" b="b"/>
              <a:pathLst>
                <a:path w="7667" h="41853" extrusionOk="0">
                  <a:moveTo>
                    <a:pt x="5047" y="7265"/>
                  </a:moveTo>
                  <a:lnTo>
                    <a:pt x="5047" y="7345"/>
                  </a:lnTo>
                  <a:cubicBezTo>
                    <a:pt x="5031" y="7345"/>
                    <a:pt x="5015" y="7345"/>
                    <a:pt x="4983" y="7361"/>
                  </a:cubicBezTo>
                  <a:cubicBezTo>
                    <a:pt x="5015" y="7329"/>
                    <a:pt x="5031" y="7297"/>
                    <a:pt x="5047" y="7265"/>
                  </a:cubicBezTo>
                  <a:close/>
                  <a:moveTo>
                    <a:pt x="2765" y="8342"/>
                  </a:moveTo>
                  <a:cubicBezTo>
                    <a:pt x="3086" y="8358"/>
                    <a:pt x="3424" y="8406"/>
                    <a:pt x="3713" y="8438"/>
                  </a:cubicBezTo>
                  <a:lnTo>
                    <a:pt x="3713" y="17696"/>
                  </a:lnTo>
                  <a:cubicBezTo>
                    <a:pt x="3520" y="17680"/>
                    <a:pt x="3327" y="17672"/>
                    <a:pt x="3132" y="17672"/>
                  </a:cubicBezTo>
                  <a:cubicBezTo>
                    <a:pt x="2937" y="17672"/>
                    <a:pt x="2740" y="17680"/>
                    <a:pt x="2540" y="17696"/>
                  </a:cubicBezTo>
                  <a:lnTo>
                    <a:pt x="2765" y="8342"/>
                  </a:lnTo>
                  <a:close/>
                  <a:moveTo>
                    <a:pt x="2475" y="8310"/>
                  </a:moveTo>
                  <a:lnTo>
                    <a:pt x="2475" y="8326"/>
                  </a:lnTo>
                  <a:lnTo>
                    <a:pt x="2250" y="17712"/>
                  </a:lnTo>
                  <a:cubicBezTo>
                    <a:pt x="1881" y="17728"/>
                    <a:pt x="1511" y="17744"/>
                    <a:pt x="1141" y="17744"/>
                  </a:cubicBezTo>
                  <a:lnTo>
                    <a:pt x="1463" y="8438"/>
                  </a:lnTo>
                  <a:cubicBezTo>
                    <a:pt x="1752" y="8326"/>
                    <a:pt x="2106" y="8310"/>
                    <a:pt x="2475" y="8310"/>
                  </a:cubicBezTo>
                  <a:close/>
                  <a:moveTo>
                    <a:pt x="4066" y="8486"/>
                  </a:moveTo>
                  <a:cubicBezTo>
                    <a:pt x="4163" y="8486"/>
                    <a:pt x="4243" y="8503"/>
                    <a:pt x="4340" y="8503"/>
                  </a:cubicBezTo>
                  <a:cubicBezTo>
                    <a:pt x="4500" y="8519"/>
                    <a:pt x="4661" y="8519"/>
                    <a:pt x="4822" y="8519"/>
                  </a:cubicBezTo>
                  <a:cubicBezTo>
                    <a:pt x="4822" y="8535"/>
                    <a:pt x="4838" y="8567"/>
                    <a:pt x="4854" y="8599"/>
                  </a:cubicBezTo>
                  <a:cubicBezTo>
                    <a:pt x="4880" y="8633"/>
                    <a:pt x="4924" y="8649"/>
                    <a:pt x="4967" y="8649"/>
                  </a:cubicBezTo>
                  <a:cubicBezTo>
                    <a:pt x="5004" y="8649"/>
                    <a:pt x="5041" y="8637"/>
                    <a:pt x="5063" y="8615"/>
                  </a:cubicBezTo>
                  <a:lnTo>
                    <a:pt x="5143" y="18017"/>
                  </a:lnTo>
                  <a:cubicBezTo>
                    <a:pt x="4790" y="17921"/>
                    <a:pt x="4436" y="17808"/>
                    <a:pt x="4066" y="17744"/>
                  </a:cubicBezTo>
                  <a:lnTo>
                    <a:pt x="4066" y="17567"/>
                  </a:lnTo>
                  <a:cubicBezTo>
                    <a:pt x="4083" y="17551"/>
                    <a:pt x="4099" y="17535"/>
                    <a:pt x="4099" y="17519"/>
                  </a:cubicBezTo>
                  <a:cubicBezTo>
                    <a:pt x="4291" y="17037"/>
                    <a:pt x="4340" y="16523"/>
                    <a:pt x="4259" y="16024"/>
                  </a:cubicBezTo>
                  <a:cubicBezTo>
                    <a:pt x="4259" y="15976"/>
                    <a:pt x="4227" y="15944"/>
                    <a:pt x="4179" y="15928"/>
                  </a:cubicBezTo>
                  <a:cubicBezTo>
                    <a:pt x="4179" y="15815"/>
                    <a:pt x="4147" y="15687"/>
                    <a:pt x="4066" y="15623"/>
                  </a:cubicBezTo>
                  <a:lnTo>
                    <a:pt x="4066" y="8486"/>
                  </a:lnTo>
                  <a:close/>
                  <a:moveTo>
                    <a:pt x="6317" y="8422"/>
                  </a:moveTo>
                  <a:lnTo>
                    <a:pt x="6509" y="18210"/>
                  </a:lnTo>
                  <a:cubicBezTo>
                    <a:pt x="6365" y="18210"/>
                    <a:pt x="6220" y="18210"/>
                    <a:pt x="6092" y="18194"/>
                  </a:cubicBezTo>
                  <a:cubicBezTo>
                    <a:pt x="5867" y="18178"/>
                    <a:pt x="5642" y="18146"/>
                    <a:pt x="5433" y="18098"/>
                  </a:cubicBezTo>
                  <a:lnTo>
                    <a:pt x="5352" y="8503"/>
                  </a:lnTo>
                  <a:cubicBezTo>
                    <a:pt x="5674" y="8503"/>
                    <a:pt x="5995" y="8470"/>
                    <a:pt x="6317" y="8422"/>
                  </a:cubicBezTo>
                  <a:close/>
                  <a:moveTo>
                    <a:pt x="5224" y="26921"/>
                  </a:moveTo>
                  <a:lnTo>
                    <a:pt x="5224" y="27002"/>
                  </a:lnTo>
                  <a:cubicBezTo>
                    <a:pt x="5224" y="26986"/>
                    <a:pt x="5208" y="26970"/>
                    <a:pt x="5191" y="26954"/>
                  </a:cubicBezTo>
                  <a:cubicBezTo>
                    <a:pt x="5208" y="26937"/>
                    <a:pt x="5224" y="26937"/>
                    <a:pt x="5224" y="26921"/>
                  </a:cubicBezTo>
                  <a:close/>
                  <a:moveTo>
                    <a:pt x="5095" y="28513"/>
                  </a:moveTo>
                  <a:lnTo>
                    <a:pt x="5095" y="28625"/>
                  </a:lnTo>
                  <a:cubicBezTo>
                    <a:pt x="5079" y="28609"/>
                    <a:pt x="5063" y="28593"/>
                    <a:pt x="5047" y="28561"/>
                  </a:cubicBezTo>
                  <a:cubicBezTo>
                    <a:pt x="5063" y="28545"/>
                    <a:pt x="5079" y="28529"/>
                    <a:pt x="5095" y="28513"/>
                  </a:cubicBezTo>
                  <a:close/>
                  <a:moveTo>
                    <a:pt x="3132" y="17828"/>
                  </a:moveTo>
                  <a:cubicBezTo>
                    <a:pt x="3327" y="17828"/>
                    <a:pt x="3520" y="17833"/>
                    <a:pt x="3713" y="17841"/>
                  </a:cubicBezTo>
                  <a:lnTo>
                    <a:pt x="3713" y="30055"/>
                  </a:lnTo>
                  <a:cubicBezTo>
                    <a:pt x="3450" y="30028"/>
                    <a:pt x="3162" y="29996"/>
                    <a:pt x="2880" y="29996"/>
                  </a:cubicBezTo>
                  <a:cubicBezTo>
                    <a:pt x="2662" y="29996"/>
                    <a:pt x="2447" y="30015"/>
                    <a:pt x="2250" y="30072"/>
                  </a:cubicBezTo>
                  <a:lnTo>
                    <a:pt x="2540" y="17841"/>
                  </a:lnTo>
                  <a:cubicBezTo>
                    <a:pt x="2740" y="17833"/>
                    <a:pt x="2937" y="17828"/>
                    <a:pt x="3132" y="17828"/>
                  </a:cubicBezTo>
                  <a:close/>
                  <a:moveTo>
                    <a:pt x="5433" y="18194"/>
                  </a:moveTo>
                  <a:cubicBezTo>
                    <a:pt x="5802" y="18258"/>
                    <a:pt x="6156" y="18291"/>
                    <a:pt x="6509" y="18307"/>
                  </a:cubicBezTo>
                  <a:lnTo>
                    <a:pt x="6734" y="29943"/>
                  </a:lnTo>
                  <a:cubicBezTo>
                    <a:pt x="6333" y="30023"/>
                    <a:pt x="5947" y="30055"/>
                    <a:pt x="5545" y="30072"/>
                  </a:cubicBezTo>
                  <a:lnTo>
                    <a:pt x="5513" y="26246"/>
                  </a:lnTo>
                  <a:cubicBezTo>
                    <a:pt x="5513" y="26230"/>
                    <a:pt x="5513" y="26214"/>
                    <a:pt x="5513" y="26198"/>
                  </a:cubicBezTo>
                  <a:cubicBezTo>
                    <a:pt x="5513" y="26198"/>
                    <a:pt x="5513" y="26182"/>
                    <a:pt x="5513" y="26182"/>
                  </a:cubicBezTo>
                  <a:lnTo>
                    <a:pt x="5433" y="18194"/>
                  </a:lnTo>
                  <a:close/>
                  <a:moveTo>
                    <a:pt x="4066" y="17873"/>
                  </a:moveTo>
                  <a:cubicBezTo>
                    <a:pt x="4308" y="17905"/>
                    <a:pt x="4533" y="17953"/>
                    <a:pt x="4774" y="18033"/>
                  </a:cubicBezTo>
                  <a:cubicBezTo>
                    <a:pt x="4902" y="18066"/>
                    <a:pt x="5031" y="18098"/>
                    <a:pt x="5143" y="18130"/>
                  </a:cubicBezTo>
                  <a:lnTo>
                    <a:pt x="5224" y="26584"/>
                  </a:lnTo>
                  <a:cubicBezTo>
                    <a:pt x="5143" y="26712"/>
                    <a:pt x="5015" y="26809"/>
                    <a:pt x="4886" y="26954"/>
                  </a:cubicBezTo>
                  <a:cubicBezTo>
                    <a:pt x="4854" y="26986"/>
                    <a:pt x="4790" y="27034"/>
                    <a:pt x="4774" y="27082"/>
                  </a:cubicBezTo>
                  <a:cubicBezTo>
                    <a:pt x="4661" y="27323"/>
                    <a:pt x="4725" y="27693"/>
                    <a:pt x="4725" y="27950"/>
                  </a:cubicBezTo>
                  <a:cubicBezTo>
                    <a:pt x="4725" y="28159"/>
                    <a:pt x="4629" y="28561"/>
                    <a:pt x="4758" y="28754"/>
                  </a:cubicBezTo>
                  <a:cubicBezTo>
                    <a:pt x="4854" y="28898"/>
                    <a:pt x="5031" y="28866"/>
                    <a:pt x="5127" y="28979"/>
                  </a:cubicBezTo>
                  <a:cubicBezTo>
                    <a:pt x="5148" y="29009"/>
                    <a:pt x="5174" y="29020"/>
                    <a:pt x="5200" y="29020"/>
                  </a:cubicBezTo>
                  <a:cubicBezTo>
                    <a:pt x="5214" y="29020"/>
                    <a:pt x="5228" y="29017"/>
                    <a:pt x="5240" y="29011"/>
                  </a:cubicBezTo>
                  <a:lnTo>
                    <a:pt x="5256" y="30088"/>
                  </a:lnTo>
                  <a:cubicBezTo>
                    <a:pt x="5122" y="30093"/>
                    <a:pt x="4990" y="30095"/>
                    <a:pt x="4858" y="30095"/>
                  </a:cubicBezTo>
                  <a:cubicBezTo>
                    <a:pt x="4595" y="30095"/>
                    <a:pt x="4334" y="30088"/>
                    <a:pt x="4066" y="30088"/>
                  </a:cubicBezTo>
                  <a:lnTo>
                    <a:pt x="4066" y="30072"/>
                  </a:lnTo>
                  <a:lnTo>
                    <a:pt x="4066" y="17873"/>
                  </a:lnTo>
                  <a:close/>
                  <a:moveTo>
                    <a:pt x="1125" y="17841"/>
                  </a:moveTo>
                  <a:cubicBezTo>
                    <a:pt x="1288" y="17854"/>
                    <a:pt x="1448" y="17859"/>
                    <a:pt x="1607" y="17859"/>
                  </a:cubicBezTo>
                  <a:cubicBezTo>
                    <a:pt x="1823" y="17859"/>
                    <a:pt x="2037" y="17850"/>
                    <a:pt x="2250" y="17841"/>
                  </a:cubicBezTo>
                  <a:lnTo>
                    <a:pt x="2250" y="17841"/>
                  </a:lnTo>
                  <a:lnTo>
                    <a:pt x="1961" y="30216"/>
                  </a:lnTo>
                  <a:cubicBezTo>
                    <a:pt x="1945" y="30216"/>
                    <a:pt x="1929" y="30232"/>
                    <a:pt x="1913" y="30248"/>
                  </a:cubicBezTo>
                  <a:cubicBezTo>
                    <a:pt x="1784" y="30345"/>
                    <a:pt x="1720" y="30409"/>
                    <a:pt x="1640" y="30570"/>
                  </a:cubicBezTo>
                  <a:cubicBezTo>
                    <a:pt x="1318" y="31164"/>
                    <a:pt x="1656" y="30972"/>
                    <a:pt x="1045" y="31598"/>
                  </a:cubicBezTo>
                  <a:cubicBezTo>
                    <a:pt x="964" y="31695"/>
                    <a:pt x="788" y="31807"/>
                    <a:pt x="643" y="31936"/>
                  </a:cubicBezTo>
                  <a:lnTo>
                    <a:pt x="1125" y="17841"/>
                  </a:lnTo>
                  <a:close/>
                  <a:moveTo>
                    <a:pt x="3713" y="0"/>
                  </a:moveTo>
                  <a:lnTo>
                    <a:pt x="3713" y="8326"/>
                  </a:lnTo>
                  <a:cubicBezTo>
                    <a:pt x="3424" y="8310"/>
                    <a:pt x="3134" y="8294"/>
                    <a:pt x="2845" y="8278"/>
                  </a:cubicBezTo>
                  <a:lnTo>
                    <a:pt x="2765" y="8278"/>
                  </a:lnTo>
                  <a:lnTo>
                    <a:pt x="2957" y="16"/>
                  </a:lnTo>
                  <a:lnTo>
                    <a:pt x="2668" y="16"/>
                  </a:lnTo>
                  <a:lnTo>
                    <a:pt x="2475" y="8261"/>
                  </a:lnTo>
                  <a:cubicBezTo>
                    <a:pt x="2348" y="8255"/>
                    <a:pt x="2218" y="8249"/>
                    <a:pt x="2088" y="8249"/>
                  </a:cubicBezTo>
                  <a:cubicBezTo>
                    <a:pt x="1875" y="8249"/>
                    <a:pt x="1663" y="8266"/>
                    <a:pt x="1463" y="8326"/>
                  </a:cubicBezTo>
                  <a:lnTo>
                    <a:pt x="1752" y="16"/>
                  </a:lnTo>
                  <a:lnTo>
                    <a:pt x="1463" y="16"/>
                  </a:lnTo>
                  <a:lnTo>
                    <a:pt x="1173" y="8454"/>
                  </a:lnTo>
                  <a:cubicBezTo>
                    <a:pt x="1093" y="8503"/>
                    <a:pt x="1029" y="8567"/>
                    <a:pt x="964" y="8631"/>
                  </a:cubicBezTo>
                  <a:cubicBezTo>
                    <a:pt x="940" y="8667"/>
                    <a:pt x="961" y="8713"/>
                    <a:pt x="994" y="8713"/>
                  </a:cubicBezTo>
                  <a:cubicBezTo>
                    <a:pt x="1005" y="8713"/>
                    <a:pt x="1017" y="8707"/>
                    <a:pt x="1029" y="8695"/>
                  </a:cubicBezTo>
                  <a:cubicBezTo>
                    <a:pt x="1077" y="8647"/>
                    <a:pt x="1109" y="8615"/>
                    <a:pt x="1173" y="8583"/>
                  </a:cubicBezTo>
                  <a:lnTo>
                    <a:pt x="1173" y="8583"/>
                  </a:lnTo>
                  <a:lnTo>
                    <a:pt x="852" y="17744"/>
                  </a:lnTo>
                  <a:cubicBezTo>
                    <a:pt x="836" y="17760"/>
                    <a:pt x="820" y="17792"/>
                    <a:pt x="852" y="17808"/>
                  </a:cubicBezTo>
                  <a:lnTo>
                    <a:pt x="0" y="41772"/>
                  </a:lnTo>
                  <a:lnTo>
                    <a:pt x="289" y="41772"/>
                  </a:lnTo>
                  <a:lnTo>
                    <a:pt x="627" y="32322"/>
                  </a:lnTo>
                  <a:cubicBezTo>
                    <a:pt x="836" y="32257"/>
                    <a:pt x="1318" y="32032"/>
                    <a:pt x="1398" y="31952"/>
                  </a:cubicBezTo>
                  <a:cubicBezTo>
                    <a:pt x="1848" y="31438"/>
                    <a:pt x="1527" y="30843"/>
                    <a:pt x="1961" y="30473"/>
                  </a:cubicBezTo>
                  <a:lnTo>
                    <a:pt x="1961" y="30473"/>
                  </a:lnTo>
                  <a:lnTo>
                    <a:pt x="1688" y="41772"/>
                  </a:lnTo>
                  <a:lnTo>
                    <a:pt x="1977" y="41772"/>
                  </a:lnTo>
                  <a:lnTo>
                    <a:pt x="2250" y="30313"/>
                  </a:lnTo>
                  <a:cubicBezTo>
                    <a:pt x="2379" y="30264"/>
                    <a:pt x="2524" y="30232"/>
                    <a:pt x="2716" y="30200"/>
                  </a:cubicBezTo>
                  <a:cubicBezTo>
                    <a:pt x="2893" y="30174"/>
                    <a:pt x="3075" y="30162"/>
                    <a:pt x="3259" y="30162"/>
                  </a:cubicBezTo>
                  <a:cubicBezTo>
                    <a:pt x="3409" y="30162"/>
                    <a:pt x="3561" y="30170"/>
                    <a:pt x="3713" y="30184"/>
                  </a:cubicBezTo>
                  <a:lnTo>
                    <a:pt x="3713" y="41852"/>
                  </a:lnTo>
                  <a:lnTo>
                    <a:pt x="4066" y="41852"/>
                  </a:lnTo>
                  <a:lnTo>
                    <a:pt x="4066" y="30216"/>
                  </a:lnTo>
                  <a:cubicBezTo>
                    <a:pt x="4398" y="30230"/>
                    <a:pt x="4730" y="30268"/>
                    <a:pt x="5052" y="30268"/>
                  </a:cubicBezTo>
                  <a:cubicBezTo>
                    <a:pt x="5104" y="30268"/>
                    <a:pt x="5156" y="30267"/>
                    <a:pt x="5208" y="30264"/>
                  </a:cubicBezTo>
                  <a:lnTo>
                    <a:pt x="5256" y="30264"/>
                  </a:lnTo>
                  <a:lnTo>
                    <a:pt x="5352" y="41772"/>
                  </a:lnTo>
                  <a:lnTo>
                    <a:pt x="5642" y="41772"/>
                  </a:lnTo>
                  <a:lnTo>
                    <a:pt x="5545" y="30248"/>
                  </a:lnTo>
                  <a:cubicBezTo>
                    <a:pt x="5947" y="30232"/>
                    <a:pt x="6349" y="30184"/>
                    <a:pt x="6734" y="30104"/>
                  </a:cubicBezTo>
                  <a:lnTo>
                    <a:pt x="6959" y="41772"/>
                  </a:lnTo>
                  <a:lnTo>
                    <a:pt x="7249" y="41772"/>
                  </a:lnTo>
                  <a:lnTo>
                    <a:pt x="7024" y="30039"/>
                  </a:lnTo>
                  <a:cubicBezTo>
                    <a:pt x="7201" y="30007"/>
                    <a:pt x="7361" y="29959"/>
                    <a:pt x="7522" y="29911"/>
                  </a:cubicBezTo>
                  <a:cubicBezTo>
                    <a:pt x="7597" y="29881"/>
                    <a:pt x="7574" y="29781"/>
                    <a:pt x="7505" y="29781"/>
                  </a:cubicBezTo>
                  <a:cubicBezTo>
                    <a:pt x="7500" y="29781"/>
                    <a:pt x="7495" y="29781"/>
                    <a:pt x="7490" y="29782"/>
                  </a:cubicBezTo>
                  <a:cubicBezTo>
                    <a:pt x="7329" y="29830"/>
                    <a:pt x="7184" y="29863"/>
                    <a:pt x="7024" y="29895"/>
                  </a:cubicBezTo>
                  <a:lnTo>
                    <a:pt x="6799" y="18307"/>
                  </a:lnTo>
                  <a:cubicBezTo>
                    <a:pt x="7056" y="18307"/>
                    <a:pt x="7329" y="18291"/>
                    <a:pt x="7602" y="18258"/>
                  </a:cubicBezTo>
                  <a:cubicBezTo>
                    <a:pt x="7667" y="18258"/>
                    <a:pt x="7667" y="18146"/>
                    <a:pt x="7602" y="18146"/>
                  </a:cubicBezTo>
                  <a:cubicBezTo>
                    <a:pt x="7329" y="18162"/>
                    <a:pt x="7072" y="18178"/>
                    <a:pt x="6799" y="18194"/>
                  </a:cubicBezTo>
                  <a:lnTo>
                    <a:pt x="6606" y="8374"/>
                  </a:lnTo>
                  <a:cubicBezTo>
                    <a:pt x="6702" y="8358"/>
                    <a:pt x="6783" y="8342"/>
                    <a:pt x="6879" y="8310"/>
                  </a:cubicBezTo>
                  <a:cubicBezTo>
                    <a:pt x="6908" y="8310"/>
                    <a:pt x="6898" y="8259"/>
                    <a:pt x="6873" y="8259"/>
                  </a:cubicBezTo>
                  <a:cubicBezTo>
                    <a:pt x="6870" y="8259"/>
                    <a:pt x="6867" y="8260"/>
                    <a:pt x="6863" y="8261"/>
                  </a:cubicBezTo>
                  <a:cubicBezTo>
                    <a:pt x="6783" y="8278"/>
                    <a:pt x="6686" y="8278"/>
                    <a:pt x="6606" y="8294"/>
                  </a:cubicBezTo>
                  <a:lnTo>
                    <a:pt x="6445" y="16"/>
                  </a:lnTo>
                  <a:lnTo>
                    <a:pt x="6156" y="16"/>
                  </a:lnTo>
                  <a:lnTo>
                    <a:pt x="6317" y="8326"/>
                  </a:lnTo>
                  <a:cubicBezTo>
                    <a:pt x="5995" y="8358"/>
                    <a:pt x="5674" y="8374"/>
                    <a:pt x="5352" y="8374"/>
                  </a:cubicBezTo>
                  <a:lnTo>
                    <a:pt x="5352" y="8020"/>
                  </a:lnTo>
                  <a:cubicBezTo>
                    <a:pt x="5352" y="8004"/>
                    <a:pt x="5368" y="7988"/>
                    <a:pt x="5368" y="7956"/>
                  </a:cubicBezTo>
                  <a:cubicBezTo>
                    <a:pt x="5352" y="7844"/>
                    <a:pt x="5352" y="7715"/>
                    <a:pt x="5352" y="7603"/>
                  </a:cubicBezTo>
                  <a:cubicBezTo>
                    <a:pt x="5352" y="7586"/>
                    <a:pt x="5352" y="7570"/>
                    <a:pt x="5336" y="7554"/>
                  </a:cubicBezTo>
                  <a:lnTo>
                    <a:pt x="5272" y="16"/>
                  </a:lnTo>
                  <a:lnTo>
                    <a:pt x="4983" y="16"/>
                  </a:lnTo>
                  <a:lnTo>
                    <a:pt x="5031" y="5722"/>
                  </a:lnTo>
                  <a:cubicBezTo>
                    <a:pt x="5031" y="5979"/>
                    <a:pt x="5015" y="6236"/>
                    <a:pt x="5015" y="6494"/>
                  </a:cubicBezTo>
                  <a:cubicBezTo>
                    <a:pt x="4999" y="6751"/>
                    <a:pt x="4966" y="6992"/>
                    <a:pt x="4822" y="7217"/>
                  </a:cubicBezTo>
                  <a:cubicBezTo>
                    <a:pt x="4758" y="7297"/>
                    <a:pt x="4661" y="7329"/>
                    <a:pt x="4613" y="7410"/>
                  </a:cubicBezTo>
                  <a:cubicBezTo>
                    <a:pt x="4484" y="7635"/>
                    <a:pt x="4533" y="7892"/>
                    <a:pt x="4693" y="8069"/>
                  </a:cubicBezTo>
                  <a:cubicBezTo>
                    <a:pt x="4693" y="8181"/>
                    <a:pt x="4709" y="8278"/>
                    <a:pt x="4741" y="8374"/>
                  </a:cubicBezTo>
                  <a:cubicBezTo>
                    <a:pt x="4516" y="8358"/>
                    <a:pt x="4291" y="8358"/>
                    <a:pt x="4066" y="8342"/>
                  </a:cubicBezTo>
                  <a:lnTo>
                    <a:pt x="40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5"/>
            <p:cNvSpPr/>
            <p:nvPr/>
          </p:nvSpPr>
          <p:spPr>
            <a:xfrm>
              <a:off x="358234" y="1025242"/>
              <a:ext cx="889805" cy="18467"/>
            </a:xfrm>
            <a:custGeom>
              <a:avLst/>
              <a:gdLst/>
              <a:ahLst/>
              <a:cxnLst/>
              <a:rect l="l" t="t" r="r" b="b"/>
              <a:pathLst>
                <a:path w="11316" h="419" extrusionOk="0">
                  <a:moveTo>
                    <a:pt x="1" y="1"/>
                  </a:moveTo>
                  <a:cubicBezTo>
                    <a:pt x="1" y="146"/>
                    <a:pt x="1" y="274"/>
                    <a:pt x="1" y="419"/>
                  </a:cubicBezTo>
                  <a:lnTo>
                    <a:pt x="11316" y="419"/>
                  </a:lnTo>
                  <a:cubicBezTo>
                    <a:pt x="11299" y="290"/>
                    <a:pt x="11283" y="146"/>
                    <a:pt x="11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5"/>
            <p:cNvSpPr/>
            <p:nvPr/>
          </p:nvSpPr>
          <p:spPr>
            <a:xfrm>
              <a:off x="460230" y="1149447"/>
              <a:ext cx="675354" cy="18467"/>
            </a:xfrm>
            <a:custGeom>
              <a:avLst/>
              <a:gdLst/>
              <a:ahLst/>
              <a:cxnLst/>
              <a:rect l="l" t="t" r="r" b="b"/>
              <a:pathLst>
                <a:path w="7877" h="435" extrusionOk="0">
                  <a:moveTo>
                    <a:pt x="1" y="0"/>
                  </a:moveTo>
                  <a:cubicBezTo>
                    <a:pt x="49" y="129"/>
                    <a:pt x="97" y="257"/>
                    <a:pt x="145" y="386"/>
                  </a:cubicBezTo>
                  <a:lnTo>
                    <a:pt x="161" y="434"/>
                  </a:lnTo>
                  <a:lnTo>
                    <a:pt x="7876" y="434"/>
                  </a:lnTo>
                  <a:lnTo>
                    <a:pt x="78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 name="Google Shape;863;p35"/>
          <p:cNvGrpSpPr/>
          <p:nvPr/>
        </p:nvGrpSpPr>
        <p:grpSpPr>
          <a:xfrm>
            <a:off x="6765554" y="853295"/>
            <a:ext cx="2055759" cy="3621593"/>
            <a:chOff x="6846379" y="1992933"/>
            <a:chExt cx="2055759" cy="3621593"/>
          </a:xfrm>
        </p:grpSpPr>
        <p:grpSp>
          <p:nvGrpSpPr>
            <p:cNvPr id="864" name="Google Shape;864;p35"/>
            <p:cNvGrpSpPr/>
            <p:nvPr/>
          </p:nvGrpSpPr>
          <p:grpSpPr>
            <a:xfrm>
              <a:off x="6846379" y="1992933"/>
              <a:ext cx="2055759" cy="3621593"/>
              <a:chOff x="2484225" y="729425"/>
              <a:chExt cx="2143202" cy="3775640"/>
            </a:xfrm>
          </p:grpSpPr>
          <p:sp>
            <p:nvSpPr>
              <p:cNvPr id="865" name="Google Shape;865;p35"/>
              <p:cNvSpPr/>
              <p:nvPr/>
            </p:nvSpPr>
            <p:spPr>
              <a:xfrm>
                <a:off x="2484225" y="729608"/>
                <a:ext cx="2143202" cy="3775456"/>
              </a:xfrm>
              <a:custGeom>
                <a:avLst/>
                <a:gdLst/>
                <a:ahLst/>
                <a:cxnLst/>
                <a:rect l="l" t="t" r="r" b="b"/>
                <a:pathLst>
                  <a:path w="35054" h="61751" extrusionOk="0">
                    <a:moveTo>
                      <a:pt x="17900" y="8962"/>
                    </a:moveTo>
                    <a:cubicBezTo>
                      <a:pt x="18262" y="9184"/>
                      <a:pt x="18413" y="9524"/>
                      <a:pt x="18494" y="9919"/>
                    </a:cubicBezTo>
                    <a:cubicBezTo>
                      <a:pt x="18554" y="10210"/>
                      <a:pt x="18489" y="10443"/>
                      <a:pt x="18241" y="10610"/>
                    </a:cubicBezTo>
                    <a:cubicBezTo>
                      <a:pt x="18052" y="10739"/>
                      <a:pt x="17842" y="10852"/>
                      <a:pt x="17643" y="10971"/>
                    </a:cubicBezTo>
                    <a:lnTo>
                      <a:pt x="17643" y="10971"/>
                    </a:lnTo>
                    <a:cubicBezTo>
                      <a:pt x="17625" y="10928"/>
                      <a:pt x="17679" y="10873"/>
                      <a:pt x="17587" y="10837"/>
                    </a:cubicBezTo>
                    <a:cubicBezTo>
                      <a:pt x="17376" y="10745"/>
                      <a:pt x="17371" y="10648"/>
                      <a:pt x="17571" y="10534"/>
                    </a:cubicBezTo>
                    <a:cubicBezTo>
                      <a:pt x="17754" y="10432"/>
                      <a:pt x="17916" y="10313"/>
                      <a:pt x="17992" y="10113"/>
                    </a:cubicBezTo>
                    <a:cubicBezTo>
                      <a:pt x="18089" y="9865"/>
                      <a:pt x="17981" y="9605"/>
                      <a:pt x="17738" y="9497"/>
                    </a:cubicBezTo>
                    <a:cubicBezTo>
                      <a:pt x="17646" y="9459"/>
                      <a:pt x="17506" y="9454"/>
                      <a:pt x="17500" y="9335"/>
                    </a:cubicBezTo>
                    <a:cubicBezTo>
                      <a:pt x="17495" y="9211"/>
                      <a:pt x="17592" y="9130"/>
                      <a:pt x="17711" y="9076"/>
                    </a:cubicBezTo>
                    <a:cubicBezTo>
                      <a:pt x="17781" y="9043"/>
                      <a:pt x="17841" y="8995"/>
                      <a:pt x="17900" y="8962"/>
                    </a:cubicBezTo>
                    <a:close/>
                    <a:moveTo>
                      <a:pt x="31655" y="18228"/>
                    </a:moveTo>
                    <a:lnTo>
                      <a:pt x="31655" y="18228"/>
                    </a:lnTo>
                    <a:cubicBezTo>
                      <a:pt x="30640" y="30881"/>
                      <a:pt x="29629" y="43480"/>
                      <a:pt x="28619" y="56085"/>
                    </a:cubicBezTo>
                    <a:cubicBezTo>
                      <a:pt x="28257" y="55604"/>
                      <a:pt x="28068" y="55058"/>
                      <a:pt x="27857" y="54523"/>
                    </a:cubicBezTo>
                    <a:cubicBezTo>
                      <a:pt x="27279" y="53032"/>
                      <a:pt x="26912" y="51471"/>
                      <a:pt x="26426" y="49947"/>
                    </a:cubicBezTo>
                    <a:cubicBezTo>
                      <a:pt x="25750" y="47840"/>
                      <a:pt x="25194" y="45695"/>
                      <a:pt x="24697" y="43534"/>
                    </a:cubicBezTo>
                    <a:cubicBezTo>
                      <a:pt x="24578" y="43010"/>
                      <a:pt x="24475" y="42481"/>
                      <a:pt x="24508" y="41924"/>
                    </a:cubicBezTo>
                    <a:cubicBezTo>
                      <a:pt x="24551" y="41152"/>
                      <a:pt x="24524" y="40368"/>
                      <a:pt x="24519" y="39590"/>
                    </a:cubicBezTo>
                    <a:cubicBezTo>
                      <a:pt x="24519" y="38645"/>
                      <a:pt x="24659" y="37705"/>
                      <a:pt x="24799" y="36770"/>
                    </a:cubicBezTo>
                    <a:cubicBezTo>
                      <a:pt x="24875" y="36246"/>
                      <a:pt x="24929" y="35722"/>
                      <a:pt x="24967" y="35198"/>
                    </a:cubicBezTo>
                    <a:cubicBezTo>
                      <a:pt x="25070" y="33680"/>
                      <a:pt x="25091" y="32151"/>
                      <a:pt x="24962" y="30638"/>
                    </a:cubicBezTo>
                    <a:cubicBezTo>
                      <a:pt x="24783" y="28520"/>
                      <a:pt x="24108" y="26564"/>
                      <a:pt x="22817" y="24846"/>
                    </a:cubicBezTo>
                    <a:cubicBezTo>
                      <a:pt x="22655" y="24630"/>
                      <a:pt x="22520" y="24392"/>
                      <a:pt x="22395" y="24106"/>
                    </a:cubicBezTo>
                    <a:lnTo>
                      <a:pt x="22395" y="24106"/>
                    </a:lnTo>
                    <a:cubicBezTo>
                      <a:pt x="22563" y="24149"/>
                      <a:pt x="22698" y="24187"/>
                      <a:pt x="22833" y="24214"/>
                    </a:cubicBezTo>
                    <a:cubicBezTo>
                      <a:pt x="22961" y="24241"/>
                      <a:pt x="23085" y="24254"/>
                      <a:pt x="23204" y="24254"/>
                    </a:cubicBezTo>
                    <a:cubicBezTo>
                      <a:pt x="23858" y="24254"/>
                      <a:pt x="24363" y="23862"/>
                      <a:pt x="24724" y="23198"/>
                    </a:cubicBezTo>
                    <a:cubicBezTo>
                      <a:pt x="24945" y="22804"/>
                      <a:pt x="24935" y="22361"/>
                      <a:pt x="24978" y="21934"/>
                    </a:cubicBezTo>
                    <a:cubicBezTo>
                      <a:pt x="25010" y="21572"/>
                      <a:pt x="25053" y="21210"/>
                      <a:pt x="25026" y="20827"/>
                    </a:cubicBezTo>
                    <a:lnTo>
                      <a:pt x="25026" y="20827"/>
                    </a:lnTo>
                    <a:cubicBezTo>
                      <a:pt x="25140" y="20875"/>
                      <a:pt x="25151" y="20967"/>
                      <a:pt x="25194" y="21037"/>
                    </a:cubicBezTo>
                    <a:cubicBezTo>
                      <a:pt x="25740" y="21940"/>
                      <a:pt x="26253" y="22863"/>
                      <a:pt x="26923" y="23685"/>
                    </a:cubicBezTo>
                    <a:cubicBezTo>
                      <a:pt x="27168" y="23979"/>
                      <a:pt x="27468" y="24196"/>
                      <a:pt x="27851" y="24196"/>
                    </a:cubicBezTo>
                    <a:cubicBezTo>
                      <a:pt x="27932" y="24196"/>
                      <a:pt x="28017" y="24186"/>
                      <a:pt x="28106" y="24166"/>
                    </a:cubicBezTo>
                    <a:cubicBezTo>
                      <a:pt x="28311" y="24117"/>
                      <a:pt x="28468" y="23993"/>
                      <a:pt x="28598" y="23825"/>
                    </a:cubicBezTo>
                    <a:cubicBezTo>
                      <a:pt x="29024" y="23285"/>
                      <a:pt x="29289" y="22653"/>
                      <a:pt x="29532" y="22021"/>
                    </a:cubicBezTo>
                    <a:cubicBezTo>
                      <a:pt x="29986" y="20837"/>
                      <a:pt x="30516" y="19687"/>
                      <a:pt x="31007" y="18525"/>
                    </a:cubicBezTo>
                    <a:cubicBezTo>
                      <a:pt x="31067" y="18390"/>
                      <a:pt x="31158" y="18341"/>
                      <a:pt x="31277" y="18325"/>
                    </a:cubicBezTo>
                    <a:cubicBezTo>
                      <a:pt x="31385" y="18309"/>
                      <a:pt x="31493" y="18298"/>
                      <a:pt x="31655" y="18228"/>
                    </a:cubicBezTo>
                    <a:close/>
                    <a:moveTo>
                      <a:pt x="23040" y="0"/>
                    </a:moveTo>
                    <a:cubicBezTo>
                      <a:pt x="22712" y="0"/>
                      <a:pt x="22404" y="104"/>
                      <a:pt x="22109" y="307"/>
                    </a:cubicBezTo>
                    <a:cubicBezTo>
                      <a:pt x="22036" y="360"/>
                      <a:pt x="21975" y="389"/>
                      <a:pt x="21914" y="389"/>
                    </a:cubicBezTo>
                    <a:cubicBezTo>
                      <a:pt x="21857" y="389"/>
                      <a:pt x="21801" y="364"/>
                      <a:pt x="21736" y="313"/>
                    </a:cubicBezTo>
                    <a:cubicBezTo>
                      <a:pt x="21677" y="266"/>
                      <a:pt x="21612" y="247"/>
                      <a:pt x="21545" y="247"/>
                    </a:cubicBezTo>
                    <a:cubicBezTo>
                      <a:pt x="21487" y="247"/>
                      <a:pt x="21428" y="260"/>
                      <a:pt x="21369" y="280"/>
                    </a:cubicBezTo>
                    <a:cubicBezTo>
                      <a:pt x="21104" y="367"/>
                      <a:pt x="20920" y="529"/>
                      <a:pt x="20828" y="788"/>
                    </a:cubicBezTo>
                    <a:cubicBezTo>
                      <a:pt x="20792" y="882"/>
                      <a:pt x="20746" y="917"/>
                      <a:pt x="20674" y="917"/>
                    </a:cubicBezTo>
                    <a:cubicBezTo>
                      <a:pt x="20651" y="917"/>
                      <a:pt x="20625" y="913"/>
                      <a:pt x="20596" y="907"/>
                    </a:cubicBezTo>
                    <a:cubicBezTo>
                      <a:pt x="20456" y="874"/>
                      <a:pt x="20310" y="853"/>
                      <a:pt x="20169" y="837"/>
                    </a:cubicBezTo>
                    <a:cubicBezTo>
                      <a:pt x="20037" y="821"/>
                      <a:pt x="19904" y="811"/>
                      <a:pt x="19772" y="811"/>
                    </a:cubicBezTo>
                    <a:cubicBezTo>
                      <a:pt x="19457" y="811"/>
                      <a:pt x="19149" y="867"/>
                      <a:pt x="18878" y="1031"/>
                    </a:cubicBezTo>
                    <a:cubicBezTo>
                      <a:pt x="18665" y="1158"/>
                      <a:pt x="18470" y="1219"/>
                      <a:pt x="18264" y="1219"/>
                    </a:cubicBezTo>
                    <a:cubicBezTo>
                      <a:pt x="18136" y="1219"/>
                      <a:pt x="18005" y="1195"/>
                      <a:pt x="17862" y="1150"/>
                    </a:cubicBezTo>
                    <a:cubicBezTo>
                      <a:pt x="17780" y="1123"/>
                      <a:pt x="17694" y="1110"/>
                      <a:pt x="17609" y="1110"/>
                    </a:cubicBezTo>
                    <a:cubicBezTo>
                      <a:pt x="17234" y="1110"/>
                      <a:pt x="16865" y="1356"/>
                      <a:pt x="16755" y="1696"/>
                    </a:cubicBezTo>
                    <a:cubicBezTo>
                      <a:pt x="16668" y="1966"/>
                      <a:pt x="16701" y="2252"/>
                      <a:pt x="16782" y="2522"/>
                    </a:cubicBezTo>
                    <a:cubicBezTo>
                      <a:pt x="16285" y="2690"/>
                      <a:pt x="15880" y="2954"/>
                      <a:pt x="15750" y="3489"/>
                    </a:cubicBezTo>
                    <a:cubicBezTo>
                      <a:pt x="15609" y="4084"/>
                      <a:pt x="15934" y="4797"/>
                      <a:pt x="16468" y="5143"/>
                    </a:cubicBezTo>
                    <a:cubicBezTo>
                      <a:pt x="16809" y="5364"/>
                      <a:pt x="16852" y="5634"/>
                      <a:pt x="16587" y="5953"/>
                    </a:cubicBezTo>
                    <a:cubicBezTo>
                      <a:pt x="16425" y="6153"/>
                      <a:pt x="16431" y="6380"/>
                      <a:pt x="16495" y="6607"/>
                    </a:cubicBezTo>
                    <a:cubicBezTo>
                      <a:pt x="16560" y="6834"/>
                      <a:pt x="16733" y="6952"/>
                      <a:pt x="16971" y="6958"/>
                    </a:cubicBezTo>
                    <a:cubicBezTo>
                      <a:pt x="17111" y="6963"/>
                      <a:pt x="17203" y="7034"/>
                      <a:pt x="17225" y="7163"/>
                    </a:cubicBezTo>
                    <a:cubicBezTo>
                      <a:pt x="17273" y="7450"/>
                      <a:pt x="17376" y="7720"/>
                      <a:pt x="17468" y="7995"/>
                    </a:cubicBezTo>
                    <a:cubicBezTo>
                      <a:pt x="17581" y="8319"/>
                      <a:pt x="17468" y="8573"/>
                      <a:pt x="17176" y="8757"/>
                    </a:cubicBezTo>
                    <a:cubicBezTo>
                      <a:pt x="17079" y="8816"/>
                      <a:pt x="16982" y="8865"/>
                      <a:pt x="16895" y="8935"/>
                    </a:cubicBezTo>
                    <a:cubicBezTo>
                      <a:pt x="16717" y="9087"/>
                      <a:pt x="16544" y="9243"/>
                      <a:pt x="16604" y="9513"/>
                    </a:cubicBezTo>
                    <a:cubicBezTo>
                      <a:pt x="16663" y="9794"/>
                      <a:pt x="16895" y="9848"/>
                      <a:pt x="17122" y="9897"/>
                    </a:cubicBezTo>
                    <a:cubicBezTo>
                      <a:pt x="17268" y="9924"/>
                      <a:pt x="17436" y="9946"/>
                      <a:pt x="17473" y="10102"/>
                    </a:cubicBezTo>
                    <a:cubicBezTo>
                      <a:pt x="17511" y="10270"/>
                      <a:pt x="17317" y="10275"/>
                      <a:pt x="17225" y="10340"/>
                    </a:cubicBezTo>
                    <a:cubicBezTo>
                      <a:pt x="17084" y="10443"/>
                      <a:pt x="17052" y="10561"/>
                      <a:pt x="17079" y="10718"/>
                    </a:cubicBezTo>
                    <a:cubicBezTo>
                      <a:pt x="17106" y="10886"/>
                      <a:pt x="17225" y="10945"/>
                      <a:pt x="17360" y="10972"/>
                    </a:cubicBezTo>
                    <a:cubicBezTo>
                      <a:pt x="17399" y="10979"/>
                      <a:pt x="17440" y="10981"/>
                      <a:pt x="17481" y="10981"/>
                    </a:cubicBezTo>
                    <a:cubicBezTo>
                      <a:pt x="17533" y="10981"/>
                      <a:pt x="17587" y="10978"/>
                      <a:pt x="17641" y="10978"/>
                    </a:cubicBezTo>
                    <a:lnTo>
                      <a:pt x="17641" y="10978"/>
                    </a:lnTo>
                    <a:cubicBezTo>
                      <a:pt x="17643" y="11109"/>
                      <a:pt x="17511" y="11190"/>
                      <a:pt x="17495" y="11312"/>
                    </a:cubicBezTo>
                    <a:cubicBezTo>
                      <a:pt x="17483" y="11402"/>
                      <a:pt x="17440" y="11436"/>
                      <a:pt x="17378" y="11436"/>
                    </a:cubicBezTo>
                    <a:cubicBezTo>
                      <a:pt x="17358" y="11436"/>
                      <a:pt x="17335" y="11433"/>
                      <a:pt x="17311" y="11426"/>
                    </a:cubicBezTo>
                    <a:cubicBezTo>
                      <a:pt x="17176" y="11391"/>
                      <a:pt x="17040" y="11383"/>
                      <a:pt x="16903" y="11383"/>
                    </a:cubicBezTo>
                    <a:cubicBezTo>
                      <a:pt x="16786" y="11383"/>
                      <a:pt x="16670" y="11389"/>
                      <a:pt x="16553" y="11389"/>
                    </a:cubicBezTo>
                    <a:cubicBezTo>
                      <a:pt x="16534" y="11389"/>
                      <a:pt x="16515" y="11388"/>
                      <a:pt x="16495" y="11388"/>
                    </a:cubicBezTo>
                    <a:cubicBezTo>
                      <a:pt x="16473" y="11387"/>
                      <a:pt x="16452" y="11387"/>
                      <a:pt x="16430" y="11387"/>
                    </a:cubicBezTo>
                    <a:cubicBezTo>
                      <a:pt x="15762" y="11387"/>
                      <a:pt x="15277" y="11711"/>
                      <a:pt x="15031" y="12328"/>
                    </a:cubicBezTo>
                    <a:cubicBezTo>
                      <a:pt x="14858" y="12766"/>
                      <a:pt x="14615" y="13155"/>
                      <a:pt x="14399" y="13571"/>
                    </a:cubicBezTo>
                    <a:cubicBezTo>
                      <a:pt x="14291" y="13782"/>
                      <a:pt x="14162" y="13987"/>
                      <a:pt x="14118" y="14219"/>
                    </a:cubicBezTo>
                    <a:cubicBezTo>
                      <a:pt x="13978" y="14900"/>
                      <a:pt x="13643" y="15483"/>
                      <a:pt x="13259" y="16051"/>
                    </a:cubicBezTo>
                    <a:cubicBezTo>
                      <a:pt x="13103" y="16283"/>
                      <a:pt x="12968" y="16526"/>
                      <a:pt x="12822" y="16769"/>
                    </a:cubicBezTo>
                    <a:cubicBezTo>
                      <a:pt x="12449" y="17396"/>
                      <a:pt x="12071" y="18023"/>
                      <a:pt x="11655" y="18633"/>
                    </a:cubicBezTo>
                    <a:cubicBezTo>
                      <a:pt x="11147" y="18390"/>
                      <a:pt x="10650" y="18152"/>
                      <a:pt x="10153" y="17909"/>
                    </a:cubicBezTo>
                    <a:cubicBezTo>
                      <a:pt x="9250" y="17472"/>
                      <a:pt x="8305" y="17126"/>
                      <a:pt x="7435" y="16623"/>
                    </a:cubicBezTo>
                    <a:cubicBezTo>
                      <a:pt x="7289" y="16542"/>
                      <a:pt x="7095" y="16483"/>
                      <a:pt x="7041" y="16321"/>
                    </a:cubicBezTo>
                    <a:cubicBezTo>
                      <a:pt x="6938" y="16018"/>
                      <a:pt x="6754" y="15781"/>
                      <a:pt x="6522" y="15575"/>
                    </a:cubicBezTo>
                    <a:cubicBezTo>
                      <a:pt x="6933" y="15375"/>
                      <a:pt x="7359" y="15224"/>
                      <a:pt x="7554" y="14792"/>
                    </a:cubicBezTo>
                    <a:cubicBezTo>
                      <a:pt x="7819" y="14192"/>
                      <a:pt x="7738" y="14181"/>
                      <a:pt x="7197" y="14171"/>
                    </a:cubicBezTo>
                    <a:cubicBezTo>
                      <a:pt x="7074" y="14167"/>
                      <a:pt x="6950" y="14166"/>
                      <a:pt x="6826" y="14166"/>
                    </a:cubicBezTo>
                    <a:cubicBezTo>
                      <a:pt x="6311" y="14166"/>
                      <a:pt x="5792" y="14189"/>
                      <a:pt x="5274" y="14198"/>
                    </a:cubicBezTo>
                    <a:cubicBezTo>
                      <a:pt x="3637" y="14219"/>
                      <a:pt x="1995" y="14241"/>
                      <a:pt x="352" y="14257"/>
                    </a:cubicBezTo>
                    <a:cubicBezTo>
                      <a:pt x="60" y="14262"/>
                      <a:pt x="1" y="14349"/>
                      <a:pt x="82" y="14619"/>
                    </a:cubicBezTo>
                    <a:cubicBezTo>
                      <a:pt x="185" y="14965"/>
                      <a:pt x="455" y="15159"/>
                      <a:pt x="730" y="15354"/>
                    </a:cubicBezTo>
                    <a:cubicBezTo>
                      <a:pt x="790" y="15397"/>
                      <a:pt x="925" y="15413"/>
                      <a:pt x="876" y="15527"/>
                    </a:cubicBezTo>
                    <a:cubicBezTo>
                      <a:pt x="795" y="15732"/>
                      <a:pt x="936" y="15786"/>
                      <a:pt x="1071" y="15845"/>
                    </a:cubicBezTo>
                    <a:cubicBezTo>
                      <a:pt x="1681" y="16126"/>
                      <a:pt x="2286" y="16407"/>
                      <a:pt x="2837" y="16807"/>
                    </a:cubicBezTo>
                    <a:cubicBezTo>
                      <a:pt x="2918" y="16866"/>
                      <a:pt x="3037" y="16920"/>
                      <a:pt x="3140" y="16920"/>
                    </a:cubicBezTo>
                    <a:cubicBezTo>
                      <a:pt x="3783" y="16931"/>
                      <a:pt x="4410" y="17061"/>
                      <a:pt x="5036" y="17180"/>
                    </a:cubicBezTo>
                    <a:cubicBezTo>
                      <a:pt x="5679" y="17309"/>
                      <a:pt x="6295" y="17482"/>
                      <a:pt x="6841" y="17888"/>
                    </a:cubicBezTo>
                    <a:cubicBezTo>
                      <a:pt x="7921" y="18682"/>
                      <a:pt x="8915" y="19584"/>
                      <a:pt x="9926" y="20465"/>
                    </a:cubicBezTo>
                    <a:cubicBezTo>
                      <a:pt x="10504" y="20973"/>
                      <a:pt x="11066" y="21491"/>
                      <a:pt x="11719" y="21907"/>
                    </a:cubicBezTo>
                    <a:cubicBezTo>
                      <a:pt x="11892" y="22019"/>
                      <a:pt x="12095" y="22069"/>
                      <a:pt x="12295" y="22069"/>
                    </a:cubicBezTo>
                    <a:cubicBezTo>
                      <a:pt x="12589" y="22069"/>
                      <a:pt x="12878" y="21961"/>
                      <a:pt x="13065" y="21778"/>
                    </a:cubicBezTo>
                    <a:cubicBezTo>
                      <a:pt x="13254" y="21594"/>
                      <a:pt x="13443" y="21405"/>
                      <a:pt x="13616" y="21199"/>
                    </a:cubicBezTo>
                    <a:cubicBezTo>
                      <a:pt x="13848" y="20929"/>
                      <a:pt x="14059" y="20648"/>
                      <a:pt x="14297" y="20357"/>
                    </a:cubicBezTo>
                    <a:cubicBezTo>
                      <a:pt x="14426" y="20638"/>
                      <a:pt x="14523" y="20908"/>
                      <a:pt x="14664" y="21156"/>
                    </a:cubicBezTo>
                    <a:cubicBezTo>
                      <a:pt x="14804" y="21394"/>
                      <a:pt x="14772" y="21605"/>
                      <a:pt x="14653" y="21826"/>
                    </a:cubicBezTo>
                    <a:cubicBezTo>
                      <a:pt x="14610" y="21902"/>
                      <a:pt x="14572" y="21977"/>
                      <a:pt x="14529" y="22053"/>
                    </a:cubicBezTo>
                    <a:cubicBezTo>
                      <a:pt x="14356" y="22350"/>
                      <a:pt x="14421" y="22620"/>
                      <a:pt x="14632" y="22869"/>
                    </a:cubicBezTo>
                    <a:cubicBezTo>
                      <a:pt x="14750" y="23004"/>
                      <a:pt x="14869" y="23139"/>
                      <a:pt x="14994" y="23290"/>
                    </a:cubicBezTo>
                    <a:cubicBezTo>
                      <a:pt x="14480" y="24063"/>
                      <a:pt x="13978" y="24830"/>
                      <a:pt x="13529" y="25635"/>
                    </a:cubicBezTo>
                    <a:cubicBezTo>
                      <a:pt x="12681" y="27142"/>
                      <a:pt x="12179" y="28752"/>
                      <a:pt x="12162" y="30487"/>
                    </a:cubicBezTo>
                    <a:cubicBezTo>
                      <a:pt x="12152" y="31562"/>
                      <a:pt x="12276" y="32637"/>
                      <a:pt x="12481" y="33685"/>
                    </a:cubicBezTo>
                    <a:cubicBezTo>
                      <a:pt x="12886" y="35733"/>
                      <a:pt x="13448" y="37737"/>
                      <a:pt x="14048" y="39736"/>
                    </a:cubicBezTo>
                    <a:cubicBezTo>
                      <a:pt x="14599" y="41589"/>
                      <a:pt x="15112" y="43453"/>
                      <a:pt x="15642" y="45312"/>
                    </a:cubicBezTo>
                    <a:cubicBezTo>
                      <a:pt x="16301" y="47613"/>
                      <a:pt x="16744" y="49969"/>
                      <a:pt x="17436" y="52260"/>
                    </a:cubicBezTo>
                    <a:cubicBezTo>
                      <a:pt x="17808" y="53486"/>
                      <a:pt x="18014" y="54745"/>
                      <a:pt x="18154" y="56015"/>
                    </a:cubicBezTo>
                    <a:cubicBezTo>
                      <a:pt x="18192" y="56404"/>
                      <a:pt x="18278" y="56803"/>
                      <a:pt x="18197" y="57187"/>
                    </a:cubicBezTo>
                    <a:cubicBezTo>
                      <a:pt x="17906" y="58597"/>
                      <a:pt x="17144" y="59640"/>
                      <a:pt x="15761" y="60164"/>
                    </a:cubicBezTo>
                    <a:cubicBezTo>
                      <a:pt x="15528" y="60256"/>
                      <a:pt x="15274" y="60261"/>
                      <a:pt x="15026" y="60337"/>
                    </a:cubicBezTo>
                    <a:cubicBezTo>
                      <a:pt x="15037" y="60369"/>
                      <a:pt x="15064" y="60380"/>
                      <a:pt x="15085" y="60391"/>
                    </a:cubicBezTo>
                    <a:cubicBezTo>
                      <a:pt x="15150" y="60423"/>
                      <a:pt x="15220" y="60466"/>
                      <a:pt x="15291" y="60488"/>
                    </a:cubicBezTo>
                    <a:cubicBezTo>
                      <a:pt x="16522" y="60812"/>
                      <a:pt x="17754" y="61131"/>
                      <a:pt x="19035" y="61217"/>
                    </a:cubicBezTo>
                    <a:cubicBezTo>
                      <a:pt x="19516" y="61250"/>
                      <a:pt x="19996" y="61277"/>
                      <a:pt x="20461" y="61466"/>
                    </a:cubicBezTo>
                    <a:cubicBezTo>
                      <a:pt x="20942" y="61664"/>
                      <a:pt x="21439" y="61751"/>
                      <a:pt x="21938" y="61751"/>
                    </a:cubicBezTo>
                    <a:cubicBezTo>
                      <a:pt x="22258" y="61751"/>
                      <a:pt x="22579" y="61715"/>
                      <a:pt x="22898" y="61650"/>
                    </a:cubicBezTo>
                    <a:cubicBezTo>
                      <a:pt x="24189" y="61396"/>
                      <a:pt x="25469" y="61066"/>
                      <a:pt x="26798" y="61034"/>
                    </a:cubicBezTo>
                    <a:cubicBezTo>
                      <a:pt x="27186" y="61025"/>
                      <a:pt x="27573" y="61017"/>
                      <a:pt x="27960" y="61017"/>
                    </a:cubicBezTo>
                    <a:cubicBezTo>
                      <a:pt x="28264" y="61017"/>
                      <a:pt x="28569" y="61022"/>
                      <a:pt x="28873" y="61034"/>
                    </a:cubicBezTo>
                    <a:cubicBezTo>
                      <a:pt x="29015" y="61040"/>
                      <a:pt x="29156" y="61044"/>
                      <a:pt x="29297" y="61044"/>
                    </a:cubicBezTo>
                    <a:cubicBezTo>
                      <a:pt x="29983" y="61044"/>
                      <a:pt x="30658" y="60954"/>
                      <a:pt x="31299" y="60645"/>
                    </a:cubicBezTo>
                    <a:cubicBezTo>
                      <a:pt x="31780" y="60412"/>
                      <a:pt x="32282" y="60229"/>
                      <a:pt x="32795" y="60067"/>
                    </a:cubicBezTo>
                    <a:cubicBezTo>
                      <a:pt x="33271" y="59921"/>
                      <a:pt x="33746" y="59753"/>
                      <a:pt x="34179" y="59483"/>
                    </a:cubicBezTo>
                    <a:cubicBezTo>
                      <a:pt x="34276" y="59424"/>
                      <a:pt x="34395" y="59370"/>
                      <a:pt x="34373" y="59218"/>
                    </a:cubicBezTo>
                    <a:cubicBezTo>
                      <a:pt x="34351" y="59073"/>
                      <a:pt x="34227" y="59056"/>
                      <a:pt x="34130" y="59024"/>
                    </a:cubicBezTo>
                    <a:cubicBezTo>
                      <a:pt x="33871" y="58932"/>
                      <a:pt x="33606" y="58883"/>
                      <a:pt x="33336" y="58851"/>
                    </a:cubicBezTo>
                    <a:cubicBezTo>
                      <a:pt x="32417" y="58748"/>
                      <a:pt x="31520" y="58592"/>
                      <a:pt x="30737" y="58041"/>
                    </a:cubicBezTo>
                    <a:cubicBezTo>
                      <a:pt x="30256" y="57706"/>
                      <a:pt x="29700" y="57490"/>
                      <a:pt x="29273" y="57074"/>
                    </a:cubicBezTo>
                    <a:cubicBezTo>
                      <a:pt x="29165" y="56971"/>
                      <a:pt x="29127" y="56874"/>
                      <a:pt x="29138" y="56733"/>
                    </a:cubicBezTo>
                    <a:cubicBezTo>
                      <a:pt x="29197" y="56009"/>
                      <a:pt x="29251" y="55285"/>
                      <a:pt x="29311" y="54561"/>
                    </a:cubicBezTo>
                    <a:cubicBezTo>
                      <a:pt x="29511" y="52081"/>
                      <a:pt x="29711" y="49602"/>
                      <a:pt x="29910" y="47122"/>
                    </a:cubicBezTo>
                    <a:cubicBezTo>
                      <a:pt x="30072" y="45112"/>
                      <a:pt x="30229" y="43102"/>
                      <a:pt x="30391" y="41092"/>
                    </a:cubicBezTo>
                    <a:cubicBezTo>
                      <a:pt x="30553" y="39055"/>
                      <a:pt x="30721" y="37019"/>
                      <a:pt x="30883" y="34982"/>
                    </a:cubicBezTo>
                    <a:cubicBezTo>
                      <a:pt x="31013" y="33377"/>
                      <a:pt x="31137" y="31778"/>
                      <a:pt x="31266" y="30173"/>
                    </a:cubicBezTo>
                    <a:cubicBezTo>
                      <a:pt x="31445" y="27915"/>
                      <a:pt x="31628" y="25657"/>
                      <a:pt x="31807" y="23398"/>
                    </a:cubicBezTo>
                    <a:cubicBezTo>
                      <a:pt x="31947" y="21653"/>
                      <a:pt x="32088" y="19908"/>
                      <a:pt x="32223" y="18158"/>
                    </a:cubicBezTo>
                    <a:cubicBezTo>
                      <a:pt x="32234" y="18077"/>
                      <a:pt x="32234" y="17996"/>
                      <a:pt x="32331" y="17947"/>
                    </a:cubicBezTo>
                    <a:cubicBezTo>
                      <a:pt x="32887" y="17688"/>
                      <a:pt x="33098" y="17239"/>
                      <a:pt x="33039" y="16640"/>
                    </a:cubicBezTo>
                    <a:cubicBezTo>
                      <a:pt x="33012" y="16391"/>
                      <a:pt x="32958" y="16099"/>
                      <a:pt x="33066" y="15910"/>
                    </a:cubicBezTo>
                    <a:cubicBezTo>
                      <a:pt x="33211" y="15640"/>
                      <a:pt x="33163" y="15429"/>
                      <a:pt x="33098" y="15186"/>
                    </a:cubicBezTo>
                    <a:cubicBezTo>
                      <a:pt x="33036" y="14958"/>
                      <a:pt x="32994" y="14870"/>
                      <a:pt x="32870" y="14870"/>
                    </a:cubicBezTo>
                    <a:cubicBezTo>
                      <a:pt x="32809" y="14870"/>
                      <a:pt x="32729" y="14891"/>
                      <a:pt x="32617" y="14927"/>
                    </a:cubicBezTo>
                    <a:cubicBezTo>
                      <a:pt x="32579" y="14938"/>
                      <a:pt x="32536" y="14943"/>
                      <a:pt x="32493" y="14949"/>
                    </a:cubicBezTo>
                    <a:cubicBezTo>
                      <a:pt x="32493" y="14911"/>
                      <a:pt x="32488" y="14889"/>
                      <a:pt x="32488" y="14862"/>
                    </a:cubicBezTo>
                    <a:cubicBezTo>
                      <a:pt x="32666" y="12636"/>
                      <a:pt x="32849" y="10416"/>
                      <a:pt x="33028" y="8190"/>
                    </a:cubicBezTo>
                    <a:cubicBezTo>
                      <a:pt x="33039" y="8001"/>
                      <a:pt x="33033" y="7817"/>
                      <a:pt x="33211" y="7687"/>
                    </a:cubicBezTo>
                    <a:cubicBezTo>
                      <a:pt x="33276" y="7644"/>
                      <a:pt x="33320" y="7547"/>
                      <a:pt x="33276" y="7482"/>
                    </a:cubicBezTo>
                    <a:cubicBezTo>
                      <a:pt x="33141" y="7287"/>
                      <a:pt x="33255" y="7104"/>
                      <a:pt x="33287" y="6915"/>
                    </a:cubicBezTo>
                    <a:cubicBezTo>
                      <a:pt x="33411" y="6153"/>
                      <a:pt x="33741" y="5494"/>
                      <a:pt x="34314" y="4964"/>
                    </a:cubicBezTo>
                    <a:cubicBezTo>
                      <a:pt x="34524" y="4770"/>
                      <a:pt x="34757" y="4608"/>
                      <a:pt x="35054" y="4483"/>
                    </a:cubicBezTo>
                    <a:cubicBezTo>
                      <a:pt x="34427" y="4121"/>
                      <a:pt x="34119" y="3587"/>
                      <a:pt x="33952" y="2960"/>
                    </a:cubicBezTo>
                    <a:cubicBezTo>
                      <a:pt x="33746" y="2182"/>
                      <a:pt x="33649" y="1388"/>
                      <a:pt x="33530" y="599"/>
                    </a:cubicBezTo>
                    <a:cubicBezTo>
                      <a:pt x="33498" y="415"/>
                      <a:pt x="33525" y="215"/>
                      <a:pt x="33401" y="53"/>
                    </a:cubicBezTo>
                    <a:cubicBezTo>
                      <a:pt x="33293" y="75"/>
                      <a:pt x="33271" y="167"/>
                      <a:pt x="33255" y="231"/>
                    </a:cubicBezTo>
                    <a:cubicBezTo>
                      <a:pt x="33098" y="918"/>
                      <a:pt x="32844" y="1577"/>
                      <a:pt x="32617" y="2247"/>
                    </a:cubicBezTo>
                    <a:cubicBezTo>
                      <a:pt x="32336" y="3052"/>
                      <a:pt x="31969" y="3808"/>
                      <a:pt x="31040" y="4165"/>
                    </a:cubicBezTo>
                    <a:cubicBezTo>
                      <a:pt x="31326" y="4338"/>
                      <a:pt x="31537" y="4543"/>
                      <a:pt x="31710" y="4781"/>
                    </a:cubicBezTo>
                    <a:cubicBezTo>
                      <a:pt x="32282" y="5569"/>
                      <a:pt x="32552" y="6434"/>
                      <a:pt x="32320" y="7412"/>
                    </a:cubicBezTo>
                    <a:cubicBezTo>
                      <a:pt x="32304" y="7487"/>
                      <a:pt x="32298" y="7574"/>
                      <a:pt x="32352" y="7633"/>
                    </a:cubicBezTo>
                    <a:cubicBezTo>
                      <a:pt x="32525" y="7812"/>
                      <a:pt x="32471" y="8028"/>
                      <a:pt x="32455" y="8233"/>
                    </a:cubicBezTo>
                    <a:cubicBezTo>
                      <a:pt x="32433" y="8568"/>
                      <a:pt x="32401" y="8897"/>
                      <a:pt x="32374" y="9232"/>
                    </a:cubicBezTo>
                    <a:cubicBezTo>
                      <a:pt x="32234" y="10977"/>
                      <a:pt x="32093" y="12728"/>
                      <a:pt x="31958" y="14473"/>
                    </a:cubicBezTo>
                    <a:cubicBezTo>
                      <a:pt x="31947" y="14576"/>
                      <a:pt x="31909" y="14635"/>
                      <a:pt x="31828" y="14700"/>
                    </a:cubicBezTo>
                    <a:cubicBezTo>
                      <a:pt x="31439" y="15008"/>
                      <a:pt x="31023" y="15278"/>
                      <a:pt x="30586" y="15510"/>
                    </a:cubicBezTo>
                    <a:cubicBezTo>
                      <a:pt x="30391" y="15608"/>
                      <a:pt x="30267" y="15748"/>
                      <a:pt x="30245" y="15980"/>
                    </a:cubicBezTo>
                    <a:cubicBezTo>
                      <a:pt x="30229" y="16218"/>
                      <a:pt x="30197" y="16456"/>
                      <a:pt x="30164" y="16688"/>
                    </a:cubicBezTo>
                    <a:cubicBezTo>
                      <a:pt x="30110" y="17056"/>
                      <a:pt x="30056" y="17423"/>
                      <a:pt x="29797" y="17725"/>
                    </a:cubicBezTo>
                    <a:cubicBezTo>
                      <a:pt x="29521" y="18055"/>
                      <a:pt x="29267" y="18395"/>
                      <a:pt x="28997" y="18725"/>
                    </a:cubicBezTo>
                    <a:cubicBezTo>
                      <a:pt x="28706" y="19071"/>
                      <a:pt x="28408" y="19406"/>
                      <a:pt x="28084" y="19773"/>
                    </a:cubicBezTo>
                    <a:cubicBezTo>
                      <a:pt x="27847" y="18941"/>
                      <a:pt x="27474" y="18212"/>
                      <a:pt x="27155" y="17450"/>
                    </a:cubicBezTo>
                    <a:cubicBezTo>
                      <a:pt x="26879" y="16785"/>
                      <a:pt x="26907" y="16067"/>
                      <a:pt x="26782" y="15375"/>
                    </a:cubicBezTo>
                    <a:cubicBezTo>
                      <a:pt x="26680" y="14819"/>
                      <a:pt x="26561" y="14279"/>
                      <a:pt x="26139" y="13852"/>
                    </a:cubicBezTo>
                    <a:cubicBezTo>
                      <a:pt x="25902" y="13614"/>
                      <a:pt x="25556" y="13457"/>
                      <a:pt x="25529" y="13058"/>
                    </a:cubicBezTo>
                    <a:cubicBezTo>
                      <a:pt x="25529" y="13041"/>
                      <a:pt x="25513" y="13025"/>
                      <a:pt x="25502" y="13014"/>
                    </a:cubicBezTo>
                    <a:cubicBezTo>
                      <a:pt x="25161" y="12593"/>
                      <a:pt x="25075" y="12155"/>
                      <a:pt x="25340" y="11647"/>
                    </a:cubicBezTo>
                    <a:cubicBezTo>
                      <a:pt x="25534" y="11275"/>
                      <a:pt x="25459" y="11129"/>
                      <a:pt x="25064" y="10967"/>
                    </a:cubicBezTo>
                    <a:cubicBezTo>
                      <a:pt x="24913" y="10907"/>
                      <a:pt x="24870" y="10826"/>
                      <a:pt x="24935" y="10675"/>
                    </a:cubicBezTo>
                    <a:cubicBezTo>
                      <a:pt x="25021" y="10475"/>
                      <a:pt x="25156" y="10308"/>
                      <a:pt x="25275" y="10135"/>
                    </a:cubicBezTo>
                    <a:cubicBezTo>
                      <a:pt x="25572" y="9713"/>
                      <a:pt x="25475" y="9216"/>
                      <a:pt x="25037" y="8946"/>
                    </a:cubicBezTo>
                    <a:cubicBezTo>
                      <a:pt x="24799" y="8795"/>
                      <a:pt x="24535" y="8681"/>
                      <a:pt x="24319" y="8508"/>
                    </a:cubicBezTo>
                    <a:cubicBezTo>
                      <a:pt x="23930" y="8206"/>
                      <a:pt x="23870" y="7990"/>
                      <a:pt x="24092" y="7617"/>
                    </a:cubicBezTo>
                    <a:cubicBezTo>
                      <a:pt x="24167" y="7487"/>
                      <a:pt x="24259" y="7363"/>
                      <a:pt x="24346" y="7233"/>
                    </a:cubicBezTo>
                    <a:cubicBezTo>
                      <a:pt x="24659" y="6796"/>
                      <a:pt x="25026" y="6374"/>
                      <a:pt x="24929" y="5769"/>
                    </a:cubicBezTo>
                    <a:cubicBezTo>
                      <a:pt x="24924" y="5721"/>
                      <a:pt x="24951" y="5688"/>
                      <a:pt x="24983" y="5661"/>
                    </a:cubicBezTo>
                    <a:cubicBezTo>
                      <a:pt x="25318" y="5396"/>
                      <a:pt x="25523" y="5029"/>
                      <a:pt x="25761" y="4689"/>
                    </a:cubicBezTo>
                    <a:cubicBezTo>
                      <a:pt x="26204" y="4051"/>
                      <a:pt x="26204" y="3063"/>
                      <a:pt x="25351" y="2603"/>
                    </a:cubicBezTo>
                    <a:cubicBezTo>
                      <a:pt x="25410" y="2344"/>
                      <a:pt x="25313" y="1679"/>
                      <a:pt x="25188" y="1420"/>
                    </a:cubicBezTo>
                    <a:cubicBezTo>
                      <a:pt x="24864" y="723"/>
                      <a:pt x="24302" y="323"/>
                      <a:pt x="23589" y="91"/>
                    </a:cubicBezTo>
                    <a:cubicBezTo>
                      <a:pt x="23400" y="30"/>
                      <a:pt x="23217" y="0"/>
                      <a:pt x="23040" y="0"/>
                    </a:cubicBezTo>
                    <a:close/>
                  </a:path>
                </a:pathLst>
              </a:custGeom>
              <a:solidFill>
                <a:schemeClr val="dk2"/>
              </a:solidFill>
              <a:ln w="19050" cap="flat" cmpd="sng">
                <a:solidFill>
                  <a:schemeClr val="dk1"/>
                </a:solidFill>
                <a:prstDash val="solid"/>
                <a:miter lim="5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5"/>
              <p:cNvSpPr/>
              <p:nvPr/>
            </p:nvSpPr>
            <p:spPr>
              <a:xfrm>
                <a:off x="3325572" y="1626651"/>
                <a:ext cx="1074597" cy="2686064"/>
              </a:xfrm>
              <a:custGeom>
                <a:avLst/>
                <a:gdLst/>
                <a:ahLst/>
                <a:cxnLst/>
                <a:rect l="l" t="t" r="r" b="b"/>
                <a:pathLst>
                  <a:path w="17576" h="43933" extrusionOk="0">
                    <a:moveTo>
                      <a:pt x="12810" y="1249"/>
                    </a:moveTo>
                    <a:cubicBezTo>
                      <a:pt x="12813" y="1249"/>
                      <a:pt x="12817" y="1249"/>
                      <a:pt x="12821" y="1249"/>
                    </a:cubicBezTo>
                    <a:cubicBezTo>
                      <a:pt x="12627" y="1616"/>
                      <a:pt x="12368" y="1914"/>
                      <a:pt x="12108" y="2211"/>
                    </a:cubicBezTo>
                    <a:cubicBezTo>
                      <a:pt x="10855" y="3632"/>
                      <a:pt x="9499" y="4939"/>
                      <a:pt x="8029" y="6133"/>
                    </a:cubicBezTo>
                    <a:cubicBezTo>
                      <a:pt x="6981" y="6987"/>
                      <a:pt x="5863" y="7732"/>
                      <a:pt x="4512" y="8029"/>
                    </a:cubicBezTo>
                    <a:cubicBezTo>
                      <a:pt x="4152" y="8112"/>
                      <a:pt x="3787" y="8169"/>
                      <a:pt x="3419" y="8169"/>
                    </a:cubicBezTo>
                    <a:cubicBezTo>
                      <a:pt x="3212" y="8169"/>
                      <a:pt x="3004" y="8151"/>
                      <a:pt x="2794" y="8110"/>
                    </a:cubicBezTo>
                    <a:cubicBezTo>
                      <a:pt x="2340" y="8019"/>
                      <a:pt x="1983" y="7754"/>
                      <a:pt x="1697" y="7408"/>
                    </a:cubicBezTo>
                    <a:cubicBezTo>
                      <a:pt x="1011" y="6576"/>
                      <a:pt x="638" y="5598"/>
                      <a:pt x="444" y="4545"/>
                    </a:cubicBezTo>
                    <a:cubicBezTo>
                      <a:pt x="428" y="4447"/>
                      <a:pt x="406" y="4350"/>
                      <a:pt x="406" y="4242"/>
                    </a:cubicBezTo>
                    <a:lnTo>
                      <a:pt x="406" y="4242"/>
                    </a:lnTo>
                    <a:cubicBezTo>
                      <a:pt x="806" y="5036"/>
                      <a:pt x="1303" y="5755"/>
                      <a:pt x="2005" y="6317"/>
                    </a:cubicBezTo>
                    <a:cubicBezTo>
                      <a:pt x="2696" y="6879"/>
                      <a:pt x="3472" y="7187"/>
                      <a:pt x="4370" y="7187"/>
                    </a:cubicBezTo>
                    <a:cubicBezTo>
                      <a:pt x="4377" y="7187"/>
                      <a:pt x="4385" y="7187"/>
                      <a:pt x="4393" y="7187"/>
                    </a:cubicBezTo>
                    <a:cubicBezTo>
                      <a:pt x="3064" y="7089"/>
                      <a:pt x="2102" y="6360"/>
                      <a:pt x="1303" y="5382"/>
                    </a:cubicBezTo>
                    <a:cubicBezTo>
                      <a:pt x="487" y="4393"/>
                      <a:pt x="66" y="3259"/>
                      <a:pt x="184" y="1984"/>
                    </a:cubicBezTo>
                    <a:lnTo>
                      <a:pt x="184" y="1984"/>
                    </a:lnTo>
                    <a:cubicBezTo>
                      <a:pt x="298" y="2211"/>
                      <a:pt x="417" y="2470"/>
                      <a:pt x="546" y="2724"/>
                    </a:cubicBezTo>
                    <a:cubicBezTo>
                      <a:pt x="1011" y="3632"/>
                      <a:pt x="1643" y="4356"/>
                      <a:pt x="2545" y="4880"/>
                    </a:cubicBezTo>
                    <a:cubicBezTo>
                      <a:pt x="3118" y="5215"/>
                      <a:pt x="3680" y="5555"/>
                      <a:pt x="4317" y="5744"/>
                    </a:cubicBezTo>
                    <a:cubicBezTo>
                      <a:pt x="4655" y="5844"/>
                      <a:pt x="4988" y="5888"/>
                      <a:pt x="5319" y="5888"/>
                    </a:cubicBezTo>
                    <a:cubicBezTo>
                      <a:pt x="5900" y="5888"/>
                      <a:pt x="6472" y="5753"/>
                      <a:pt x="7040" y="5550"/>
                    </a:cubicBezTo>
                    <a:cubicBezTo>
                      <a:pt x="8569" y="4998"/>
                      <a:pt x="9834" y="4042"/>
                      <a:pt x="11033" y="2978"/>
                    </a:cubicBezTo>
                    <a:cubicBezTo>
                      <a:pt x="11617" y="2465"/>
                      <a:pt x="12141" y="1892"/>
                      <a:pt x="12681" y="1330"/>
                    </a:cubicBezTo>
                    <a:cubicBezTo>
                      <a:pt x="12712" y="1299"/>
                      <a:pt x="12733" y="1249"/>
                      <a:pt x="12810" y="1249"/>
                    </a:cubicBezTo>
                    <a:close/>
                    <a:moveTo>
                      <a:pt x="10590" y="4847"/>
                    </a:moveTo>
                    <a:cubicBezTo>
                      <a:pt x="10747" y="5112"/>
                      <a:pt x="10941" y="5333"/>
                      <a:pt x="10925" y="5690"/>
                    </a:cubicBezTo>
                    <a:cubicBezTo>
                      <a:pt x="10893" y="6576"/>
                      <a:pt x="10676" y="7403"/>
                      <a:pt x="10190" y="8137"/>
                    </a:cubicBezTo>
                    <a:cubicBezTo>
                      <a:pt x="9831" y="8683"/>
                      <a:pt x="9378" y="8955"/>
                      <a:pt x="8797" y="8955"/>
                    </a:cubicBezTo>
                    <a:cubicBezTo>
                      <a:pt x="8654" y="8955"/>
                      <a:pt x="8502" y="8938"/>
                      <a:pt x="8342" y="8905"/>
                    </a:cubicBezTo>
                    <a:lnTo>
                      <a:pt x="8342" y="8899"/>
                    </a:lnTo>
                    <a:cubicBezTo>
                      <a:pt x="8591" y="8764"/>
                      <a:pt x="8786" y="8570"/>
                      <a:pt x="8980" y="8381"/>
                    </a:cubicBezTo>
                    <a:cubicBezTo>
                      <a:pt x="9175" y="8186"/>
                      <a:pt x="9250" y="7943"/>
                      <a:pt x="9191" y="7678"/>
                    </a:cubicBezTo>
                    <a:cubicBezTo>
                      <a:pt x="9120" y="7338"/>
                      <a:pt x="9169" y="7041"/>
                      <a:pt x="9423" y="6787"/>
                    </a:cubicBezTo>
                    <a:cubicBezTo>
                      <a:pt x="9564" y="6641"/>
                      <a:pt x="9682" y="6473"/>
                      <a:pt x="9807" y="6306"/>
                    </a:cubicBezTo>
                    <a:cubicBezTo>
                      <a:pt x="9925" y="6144"/>
                      <a:pt x="10039" y="5971"/>
                      <a:pt x="10158" y="5803"/>
                    </a:cubicBezTo>
                    <a:lnTo>
                      <a:pt x="10158" y="5803"/>
                    </a:lnTo>
                    <a:cubicBezTo>
                      <a:pt x="10239" y="6149"/>
                      <a:pt x="10082" y="6652"/>
                      <a:pt x="9591" y="7630"/>
                    </a:cubicBezTo>
                    <a:cubicBezTo>
                      <a:pt x="9931" y="7332"/>
                      <a:pt x="10115" y="6938"/>
                      <a:pt x="10233" y="6517"/>
                    </a:cubicBezTo>
                    <a:cubicBezTo>
                      <a:pt x="10314" y="6252"/>
                      <a:pt x="10374" y="5971"/>
                      <a:pt x="10347" y="5690"/>
                    </a:cubicBezTo>
                    <a:cubicBezTo>
                      <a:pt x="10309" y="5377"/>
                      <a:pt x="10552" y="5150"/>
                      <a:pt x="10590" y="4847"/>
                    </a:cubicBezTo>
                    <a:close/>
                    <a:moveTo>
                      <a:pt x="2108" y="9018"/>
                    </a:moveTo>
                    <a:lnTo>
                      <a:pt x="2108" y="9018"/>
                    </a:lnTo>
                    <a:cubicBezTo>
                      <a:pt x="3126" y="9351"/>
                      <a:pt x="4160" y="9465"/>
                      <a:pt x="5203" y="9465"/>
                    </a:cubicBezTo>
                    <a:cubicBezTo>
                      <a:pt x="5770" y="9465"/>
                      <a:pt x="6340" y="9431"/>
                      <a:pt x="6911" y="9380"/>
                    </a:cubicBezTo>
                    <a:lnTo>
                      <a:pt x="6911" y="9380"/>
                    </a:lnTo>
                    <a:cubicBezTo>
                      <a:pt x="6264" y="9519"/>
                      <a:pt x="5620" y="9596"/>
                      <a:pt x="4981" y="9596"/>
                    </a:cubicBezTo>
                    <a:cubicBezTo>
                      <a:pt x="4010" y="9596"/>
                      <a:pt x="3050" y="9419"/>
                      <a:pt x="2108" y="9018"/>
                    </a:cubicBezTo>
                    <a:close/>
                    <a:moveTo>
                      <a:pt x="7824" y="9175"/>
                    </a:moveTo>
                    <a:lnTo>
                      <a:pt x="7824" y="9175"/>
                    </a:lnTo>
                    <a:cubicBezTo>
                      <a:pt x="7878" y="10028"/>
                      <a:pt x="7716" y="10796"/>
                      <a:pt x="7575" y="11563"/>
                    </a:cubicBezTo>
                    <a:cubicBezTo>
                      <a:pt x="7386" y="12562"/>
                      <a:pt x="7224" y="13562"/>
                      <a:pt x="7008" y="14556"/>
                    </a:cubicBezTo>
                    <a:cubicBezTo>
                      <a:pt x="6765" y="15663"/>
                      <a:pt x="6597" y="16787"/>
                      <a:pt x="6381" y="17933"/>
                    </a:cubicBezTo>
                    <a:cubicBezTo>
                      <a:pt x="5879" y="17365"/>
                      <a:pt x="5263" y="16944"/>
                      <a:pt x="4809" y="16366"/>
                    </a:cubicBezTo>
                    <a:cubicBezTo>
                      <a:pt x="4615" y="16123"/>
                      <a:pt x="4555" y="15880"/>
                      <a:pt x="4679" y="15588"/>
                    </a:cubicBezTo>
                    <a:cubicBezTo>
                      <a:pt x="5133" y="14475"/>
                      <a:pt x="5668" y="13405"/>
                      <a:pt x="6268" y="12362"/>
                    </a:cubicBezTo>
                    <a:cubicBezTo>
                      <a:pt x="6803" y="11439"/>
                      <a:pt x="7300" y="10498"/>
                      <a:pt x="7705" y="9515"/>
                    </a:cubicBezTo>
                    <a:cubicBezTo>
                      <a:pt x="7743" y="9423"/>
                      <a:pt x="7770" y="9326"/>
                      <a:pt x="7824" y="9175"/>
                    </a:cubicBezTo>
                    <a:close/>
                    <a:moveTo>
                      <a:pt x="5744" y="17684"/>
                    </a:moveTo>
                    <a:cubicBezTo>
                      <a:pt x="6241" y="17916"/>
                      <a:pt x="6452" y="18381"/>
                      <a:pt x="6235" y="18840"/>
                    </a:cubicBezTo>
                    <a:cubicBezTo>
                      <a:pt x="5949" y="19440"/>
                      <a:pt x="5565" y="19991"/>
                      <a:pt x="5312" y="20618"/>
                    </a:cubicBezTo>
                    <a:cubicBezTo>
                      <a:pt x="5457" y="19640"/>
                      <a:pt x="5598" y="18662"/>
                      <a:pt x="5744" y="17684"/>
                    </a:cubicBezTo>
                    <a:close/>
                    <a:moveTo>
                      <a:pt x="7419" y="30937"/>
                    </a:moveTo>
                    <a:lnTo>
                      <a:pt x="7419" y="30937"/>
                    </a:lnTo>
                    <a:cubicBezTo>
                      <a:pt x="7651" y="31429"/>
                      <a:pt x="7889" y="31926"/>
                      <a:pt x="8126" y="32423"/>
                    </a:cubicBezTo>
                    <a:cubicBezTo>
                      <a:pt x="8180" y="32531"/>
                      <a:pt x="8229" y="32639"/>
                      <a:pt x="8278" y="32747"/>
                    </a:cubicBezTo>
                    <a:cubicBezTo>
                      <a:pt x="8548" y="33314"/>
                      <a:pt x="8472" y="33736"/>
                      <a:pt x="8008" y="34168"/>
                    </a:cubicBezTo>
                    <a:cubicBezTo>
                      <a:pt x="7889" y="34270"/>
                      <a:pt x="7791" y="34384"/>
                      <a:pt x="7694" y="34519"/>
                    </a:cubicBezTo>
                    <a:cubicBezTo>
                      <a:pt x="7624" y="33325"/>
                      <a:pt x="7408" y="32147"/>
                      <a:pt x="7419" y="30937"/>
                    </a:cubicBezTo>
                    <a:close/>
                    <a:moveTo>
                      <a:pt x="12843" y="1"/>
                    </a:moveTo>
                    <a:lnTo>
                      <a:pt x="12843" y="1"/>
                    </a:lnTo>
                    <a:cubicBezTo>
                      <a:pt x="12811" y="33"/>
                      <a:pt x="12773" y="60"/>
                      <a:pt x="12751" y="93"/>
                    </a:cubicBezTo>
                    <a:cubicBezTo>
                      <a:pt x="12265" y="752"/>
                      <a:pt x="11741" y="1384"/>
                      <a:pt x="11147" y="1951"/>
                    </a:cubicBezTo>
                    <a:cubicBezTo>
                      <a:pt x="9347" y="3675"/>
                      <a:pt x="7300" y="4901"/>
                      <a:pt x="4750" y="5150"/>
                    </a:cubicBezTo>
                    <a:cubicBezTo>
                      <a:pt x="4597" y="5165"/>
                      <a:pt x="4448" y="5172"/>
                      <a:pt x="4302" y="5172"/>
                    </a:cubicBezTo>
                    <a:cubicBezTo>
                      <a:pt x="3148" y="5172"/>
                      <a:pt x="2209" y="4701"/>
                      <a:pt x="1432" y="3799"/>
                    </a:cubicBezTo>
                    <a:cubicBezTo>
                      <a:pt x="979" y="3270"/>
                      <a:pt x="671" y="2654"/>
                      <a:pt x="357" y="2038"/>
                    </a:cubicBezTo>
                    <a:cubicBezTo>
                      <a:pt x="179" y="1687"/>
                      <a:pt x="147" y="1319"/>
                      <a:pt x="206" y="946"/>
                    </a:cubicBezTo>
                    <a:cubicBezTo>
                      <a:pt x="249" y="649"/>
                      <a:pt x="222" y="363"/>
                      <a:pt x="217" y="71"/>
                    </a:cubicBezTo>
                    <a:lnTo>
                      <a:pt x="217" y="71"/>
                    </a:lnTo>
                    <a:cubicBezTo>
                      <a:pt x="6" y="779"/>
                      <a:pt x="1" y="1514"/>
                      <a:pt x="6" y="2238"/>
                    </a:cubicBezTo>
                    <a:cubicBezTo>
                      <a:pt x="6" y="2724"/>
                      <a:pt x="76" y="3205"/>
                      <a:pt x="141" y="3686"/>
                    </a:cubicBezTo>
                    <a:cubicBezTo>
                      <a:pt x="260" y="4550"/>
                      <a:pt x="384" y="5409"/>
                      <a:pt x="762" y="6214"/>
                    </a:cubicBezTo>
                    <a:cubicBezTo>
                      <a:pt x="1038" y="6808"/>
                      <a:pt x="1341" y="7381"/>
                      <a:pt x="1881" y="7792"/>
                    </a:cubicBezTo>
                    <a:cubicBezTo>
                      <a:pt x="2380" y="8174"/>
                      <a:pt x="2918" y="8307"/>
                      <a:pt x="3475" y="8307"/>
                    </a:cubicBezTo>
                    <a:cubicBezTo>
                      <a:pt x="3822" y="8307"/>
                      <a:pt x="4177" y="8255"/>
                      <a:pt x="4534" y="8181"/>
                    </a:cubicBezTo>
                    <a:cubicBezTo>
                      <a:pt x="6057" y="7857"/>
                      <a:pt x="7289" y="6997"/>
                      <a:pt x="8451" y="6020"/>
                    </a:cubicBezTo>
                    <a:cubicBezTo>
                      <a:pt x="9099" y="5479"/>
                      <a:pt x="9720" y="4907"/>
                      <a:pt x="10325" y="4318"/>
                    </a:cubicBezTo>
                    <a:cubicBezTo>
                      <a:pt x="10514" y="4555"/>
                      <a:pt x="10520" y="4561"/>
                      <a:pt x="10417" y="4847"/>
                    </a:cubicBezTo>
                    <a:cubicBezTo>
                      <a:pt x="10271" y="5242"/>
                      <a:pt x="10023" y="5582"/>
                      <a:pt x="9807" y="5939"/>
                    </a:cubicBezTo>
                    <a:cubicBezTo>
                      <a:pt x="9715" y="6095"/>
                      <a:pt x="9585" y="6214"/>
                      <a:pt x="9423" y="6301"/>
                    </a:cubicBezTo>
                    <a:cubicBezTo>
                      <a:pt x="8769" y="6646"/>
                      <a:pt x="8164" y="7079"/>
                      <a:pt x="7489" y="7386"/>
                    </a:cubicBezTo>
                    <a:cubicBezTo>
                      <a:pt x="7462" y="7397"/>
                      <a:pt x="7429" y="7413"/>
                      <a:pt x="7467" y="7489"/>
                    </a:cubicBezTo>
                    <a:cubicBezTo>
                      <a:pt x="8164" y="7241"/>
                      <a:pt x="8748" y="6776"/>
                      <a:pt x="9412" y="6463"/>
                    </a:cubicBezTo>
                    <a:lnTo>
                      <a:pt x="9412" y="6463"/>
                    </a:lnTo>
                    <a:cubicBezTo>
                      <a:pt x="8634" y="7435"/>
                      <a:pt x="7440" y="7738"/>
                      <a:pt x="6408" y="8294"/>
                    </a:cubicBezTo>
                    <a:cubicBezTo>
                      <a:pt x="7273" y="7986"/>
                      <a:pt x="8153" y="7711"/>
                      <a:pt x="8958" y="7160"/>
                    </a:cubicBezTo>
                    <a:cubicBezTo>
                      <a:pt x="8964" y="7354"/>
                      <a:pt x="8980" y="7495"/>
                      <a:pt x="9007" y="7640"/>
                    </a:cubicBezTo>
                    <a:cubicBezTo>
                      <a:pt x="9056" y="7927"/>
                      <a:pt x="9012" y="8175"/>
                      <a:pt x="8737" y="8381"/>
                    </a:cubicBezTo>
                    <a:cubicBezTo>
                      <a:pt x="8121" y="8834"/>
                      <a:pt x="7451" y="9105"/>
                      <a:pt x="6689" y="9202"/>
                    </a:cubicBezTo>
                    <a:cubicBezTo>
                      <a:pt x="6219" y="9264"/>
                      <a:pt x="5750" y="9294"/>
                      <a:pt x="5284" y="9294"/>
                    </a:cubicBezTo>
                    <a:cubicBezTo>
                      <a:pt x="4689" y="9294"/>
                      <a:pt x="4097" y="9245"/>
                      <a:pt x="3507" y="9148"/>
                    </a:cubicBezTo>
                    <a:cubicBezTo>
                      <a:pt x="2826" y="9034"/>
                      <a:pt x="2173" y="8818"/>
                      <a:pt x="1546" y="8526"/>
                    </a:cubicBezTo>
                    <a:cubicBezTo>
                      <a:pt x="1488" y="8501"/>
                      <a:pt x="1425" y="8464"/>
                      <a:pt x="1362" y="8464"/>
                    </a:cubicBezTo>
                    <a:cubicBezTo>
                      <a:pt x="1307" y="8464"/>
                      <a:pt x="1253" y="8492"/>
                      <a:pt x="1206" y="8580"/>
                    </a:cubicBezTo>
                    <a:cubicBezTo>
                      <a:pt x="1422" y="8791"/>
                      <a:pt x="1692" y="8932"/>
                      <a:pt x="1913" y="9105"/>
                    </a:cubicBezTo>
                    <a:cubicBezTo>
                      <a:pt x="1206" y="10234"/>
                      <a:pt x="681" y="11433"/>
                      <a:pt x="325" y="12703"/>
                    </a:cubicBezTo>
                    <a:cubicBezTo>
                      <a:pt x="822" y="11493"/>
                      <a:pt x="1346" y="10304"/>
                      <a:pt x="2070" y="9202"/>
                    </a:cubicBezTo>
                    <a:cubicBezTo>
                      <a:pt x="2189" y="9234"/>
                      <a:pt x="2308" y="9245"/>
                      <a:pt x="2400" y="9348"/>
                    </a:cubicBezTo>
                    <a:cubicBezTo>
                      <a:pt x="2070" y="9731"/>
                      <a:pt x="1859" y="10163"/>
                      <a:pt x="1681" y="10617"/>
                    </a:cubicBezTo>
                    <a:cubicBezTo>
                      <a:pt x="984" y="12384"/>
                      <a:pt x="746" y="14232"/>
                      <a:pt x="708" y="16112"/>
                    </a:cubicBezTo>
                    <a:cubicBezTo>
                      <a:pt x="687" y="16933"/>
                      <a:pt x="746" y="17749"/>
                      <a:pt x="800" y="18570"/>
                    </a:cubicBezTo>
                    <a:cubicBezTo>
                      <a:pt x="849" y="19375"/>
                      <a:pt x="952" y="20180"/>
                      <a:pt x="1076" y="20974"/>
                    </a:cubicBezTo>
                    <a:cubicBezTo>
                      <a:pt x="1238" y="21995"/>
                      <a:pt x="1438" y="23011"/>
                      <a:pt x="1627" y="24027"/>
                    </a:cubicBezTo>
                    <a:cubicBezTo>
                      <a:pt x="1708" y="24454"/>
                      <a:pt x="1794" y="24880"/>
                      <a:pt x="1935" y="25324"/>
                    </a:cubicBezTo>
                    <a:cubicBezTo>
                      <a:pt x="2000" y="25221"/>
                      <a:pt x="1978" y="25145"/>
                      <a:pt x="1967" y="25080"/>
                    </a:cubicBezTo>
                    <a:cubicBezTo>
                      <a:pt x="1762" y="24075"/>
                      <a:pt x="1573" y="23065"/>
                      <a:pt x="1405" y="22055"/>
                    </a:cubicBezTo>
                    <a:cubicBezTo>
                      <a:pt x="1206" y="20845"/>
                      <a:pt x="1043" y="19629"/>
                      <a:pt x="968" y="18408"/>
                    </a:cubicBezTo>
                    <a:cubicBezTo>
                      <a:pt x="903" y="17371"/>
                      <a:pt x="881" y="16328"/>
                      <a:pt x="941" y="15285"/>
                    </a:cubicBezTo>
                    <a:cubicBezTo>
                      <a:pt x="1016" y="13989"/>
                      <a:pt x="1211" y="12714"/>
                      <a:pt x="1573" y="11471"/>
                    </a:cubicBezTo>
                    <a:cubicBezTo>
                      <a:pt x="1767" y="10806"/>
                      <a:pt x="2005" y="10158"/>
                      <a:pt x="2394" y="9585"/>
                    </a:cubicBezTo>
                    <a:cubicBezTo>
                      <a:pt x="2450" y="9506"/>
                      <a:pt x="2494" y="9387"/>
                      <a:pt x="2606" y="9387"/>
                    </a:cubicBezTo>
                    <a:cubicBezTo>
                      <a:pt x="2623" y="9387"/>
                      <a:pt x="2643" y="9390"/>
                      <a:pt x="2664" y="9396"/>
                    </a:cubicBezTo>
                    <a:cubicBezTo>
                      <a:pt x="3318" y="9596"/>
                      <a:pt x="3993" y="9656"/>
                      <a:pt x="4674" y="9720"/>
                    </a:cubicBezTo>
                    <a:cubicBezTo>
                      <a:pt x="4860" y="9737"/>
                      <a:pt x="5044" y="9744"/>
                      <a:pt x="5229" y="9744"/>
                    </a:cubicBezTo>
                    <a:cubicBezTo>
                      <a:pt x="5598" y="9744"/>
                      <a:pt x="5965" y="9715"/>
                      <a:pt x="6333" y="9672"/>
                    </a:cubicBezTo>
                    <a:cubicBezTo>
                      <a:pt x="6749" y="9623"/>
                      <a:pt x="7154" y="9499"/>
                      <a:pt x="7570" y="9326"/>
                    </a:cubicBezTo>
                    <a:lnTo>
                      <a:pt x="7570" y="9326"/>
                    </a:lnTo>
                    <a:cubicBezTo>
                      <a:pt x="7100" y="10309"/>
                      <a:pt x="6630" y="11249"/>
                      <a:pt x="6111" y="12168"/>
                    </a:cubicBezTo>
                    <a:cubicBezTo>
                      <a:pt x="5501" y="13248"/>
                      <a:pt x="4960" y="14367"/>
                      <a:pt x="4490" y="15518"/>
                    </a:cubicBezTo>
                    <a:cubicBezTo>
                      <a:pt x="4323" y="15934"/>
                      <a:pt x="4426" y="16263"/>
                      <a:pt x="4690" y="16582"/>
                    </a:cubicBezTo>
                    <a:cubicBezTo>
                      <a:pt x="4933" y="16874"/>
                      <a:pt x="5209" y="17144"/>
                      <a:pt x="5501" y="17398"/>
                    </a:cubicBezTo>
                    <a:cubicBezTo>
                      <a:pt x="5565" y="17457"/>
                      <a:pt x="5636" y="17506"/>
                      <a:pt x="5614" y="17630"/>
                    </a:cubicBezTo>
                    <a:cubicBezTo>
                      <a:pt x="5425" y="18700"/>
                      <a:pt x="5231" y="19770"/>
                      <a:pt x="5133" y="20850"/>
                    </a:cubicBezTo>
                    <a:cubicBezTo>
                      <a:pt x="5090" y="21298"/>
                      <a:pt x="4998" y="21769"/>
                      <a:pt x="5247" y="22201"/>
                    </a:cubicBezTo>
                    <a:cubicBezTo>
                      <a:pt x="5387" y="22455"/>
                      <a:pt x="5538" y="22698"/>
                      <a:pt x="5668" y="22957"/>
                    </a:cubicBezTo>
                    <a:cubicBezTo>
                      <a:pt x="6154" y="23913"/>
                      <a:pt x="6468" y="24897"/>
                      <a:pt x="6257" y="26004"/>
                    </a:cubicBezTo>
                    <a:cubicBezTo>
                      <a:pt x="6165" y="26501"/>
                      <a:pt x="6138" y="27025"/>
                      <a:pt x="6208" y="27533"/>
                    </a:cubicBezTo>
                    <a:cubicBezTo>
                      <a:pt x="6343" y="28500"/>
                      <a:pt x="6651" y="29419"/>
                      <a:pt x="7105" y="30283"/>
                    </a:cubicBezTo>
                    <a:cubicBezTo>
                      <a:pt x="7186" y="30440"/>
                      <a:pt x="7224" y="30597"/>
                      <a:pt x="7219" y="30775"/>
                    </a:cubicBezTo>
                    <a:cubicBezTo>
                      <a:pt x="7213" y="31099"/>
                      <a:pt x="7208" y="31429"/>
                      <a:pt x="7235" y="31747"/>
                    </a:cubicBezTo>
                    <a:cubicBezTo>
                      <a:pt x="7321" y="32660"/>
                      <a:pt x="7419" y="33573"/>
                      <a:pt x="7527" y="34487"/>
                    </a:cubicBezTo>
                    <a:cubicBezTo>
                      <a:pt x="7624" y="35297"/>
                      <a:pt x="7705" y="36102"/>
                      <a:pt x="8002" y="36875"/>
                    </a:cubicBezTo>
                    <a:cubicBezTo>
                      <a:pt x="8288" y="37631"/>
                      <a:pt x="8553" y="38393"/>
                      <a:pt x="8569" y="39219"/>
                    </a:cubicBezTo>
                    <a:cubicBezTo>
                      <a:pt x="8575" y="39473"/>
                      <a:pt x="8672" y="39700"/>
                      <a:pt x="8931" y="39824"/>
                    </a:cubicBezTo>
                    <a:cubicBezTo>
                      <a:pt x="9066" y="39889"/>
                      <a:pt x="9142" y="40014"/>
                      <a:pt x="9169" y="40170"/>
                    </a:cubicBezTo>
                    <a:cubicBezTo>
                      <a:pt x="9234" y="40602"/>
                      <a:pt x="9445" y="40943"/>
                      <a:pt x="9774" y="41235"/>
                    </a:cubicBezTo>
                    <a:cubicBezTo>
                      <a:pt x="10271" y="41688"/>
                      <a:pt x="10866" y="41986"/>
                      <a:pt x="11454" y="42288"/>
                    </a:cubicBezTo>
                    <a:cubicBezTo>
                      <a:pt x="12648" y="42893"/>
                      <a:pt x="13945" y="43228"/>
                      <a:pt x="15199" y="43687"/>
                    </a:cubicBezTo>
                    <a:cubicBezTo>
                      <a:pt x="15616" y="43843"/>
                      <a:pt x="16055" y="43933"/>
                      <a:pt x="16505" y="43933"/>
                    </a:cubicBezTo>
                    <a:cubicBezTo>
                      <a:pt x="16602" y="43933"/>
                      <a:pt x="16700" y="43928"/>
                      <a:pt x="16798" y="43920"/>
                    </a:cubicBezTo>
                    <a:cubicBezTo>
                      <a:pt x="17062" y="43893"/>
                      <a:pt x="17333" y="43887"/>
                      <a:pt x="17576" y="43741"/>
                    </a:cubicBezTo>
                    <a:cubicBezTo>
                      <a:pt x="17324" y="43727"/>
                      <a:pt x="17071" y="43717"/>
                      <a:pt x="16821" y="43717"/>
                    </a:cubicBezTo>
                    <a:cubicBezTo>
                      <a:pt x="16696" y="43717"/>
                      <a:pt x="16571" y="43720"/>
                      <a:pt x="16447" y="43725"/>
                    </a:cubicBezTo>
                    <a:cubicBezTo>
                      <a:pt x="16439" y="43725"/>
                      <a:pt x="16432" y="43725"/>
                      <a:pt x="16425" y="43725"/>
                    </a:cubicBezTo>
                    <a:cubicBezTo>
                      <a:pt x="16175" y="43725"/>
                      <a:pt x="15965" y="43635"/>
                      <a:pt x="15755" y="43514"/>
                    </a:cubicBezTo>
                    <a:cubicBezTo>
                      <a:pt x="15280" y="43244"/>
                      <a:pt x="14907" y="42855"/>
                      <a:pt x="14539" y="42472"/>
                    </a:cubicBezTo>
                    <a:cubicBezTo>
                      <a:pt x="13761" y="41672"/>
                      <a:pt x="13124" y="40765"/>
                      <a:pt x="12578" y="39792"/>
                    </a:cubicBezTo>
                    <a:cubicBezTo>
                      <a:pt x="11800" y="38404"/>
                      <a:pt x="11244" y="36912"/>
                      <a:pt x="10709" y="35416"/>
                    </a:cubicBezTo>
                    <a:cubicBezTo>
                      <a:pt x="10266" y="34173"/>
                      <a:pt x="9828" y="32925"/>
                      <a:pt x="9547" y="31628"/>
                    </a:cubicBezTo>
                    <a:cubicBezTo>
                      <a:pt x="9482" y="31315"/>
                      <a:pt x="9418" y="31002"/>
                      <a:pt x="9353" y="30683"/>
                    </a:cubicBezTo>
                    <a:lnTo>
                      <a:pt x="9353" y="30683"/>
                    </a:lnTo>
                    <a:cubicBezTo>
                      <a:pt x="9342" y="31104"/>
                      <a:pt x="9418" y="31504"/>
                      <a:pt x="9509" y="31899"/>
                    </a:cubicBezTo>
                    <a:cubicBezTo>
                      <a:pt x="9893" y="33595"/>
                      <a:pt x="10471" y="35232"/>
                      <a:pt x="11071" y="36858"/>
                    </a:cubicBezTo>
                    <a:cubicBezTo>
                      <a:pt x="12006" y="39408"/>
                      <a:pt x="13227" y="41769"/>
                      <a:pt x="15393" y="43509"/>
                    </a:cubicBezTo>
                    <a:cubicBezTo>
                      <a:pt x="15375" y="43512"/>
                      <a:pt x="15357" y="43513"/>
                      <a:pt x="15338" y="43513"/>
                    </a:cubicBezTo>
                    <a:cubicBezTo>
                      <a:pt x="15282" y="43513"/>
                      <a:pt x="15221" y="43501"/>
                      <a:pt x="15161" y="43477"/>
                    </a:cubicBezTo>
                    <a:cubicBezTo>
                      <a:pt x="14523" y="43244"/>
                      <a:pt x="13891" y="43007"/>
                      <a:pt x="13254" y="42791"/>
                    </a:cubicBezTo>
                    <a:cubicBezTo>
                      <a:pt x="12940" y="42688"/>
                      <a:pt x="12735" y="42466"/>
                      <a:pt x="12535" y="42234"/>
                    </a:cubicBezTo>
                    <a:cubicBezTo>
                      <a:pt x="12357" y="42034"/>
                      <a:pt x="12211" y="41796"/>
                      <a:pt x="12054" y="41575"/>
                    </a:cubicBezTo>
                    <a:cubicBezTo>
                      <a:pt x="11433" y="40710"/>
                      <a:pt x="11092" y="39711"/>
                      <a:pt x="10709" y="38733"/>
                    </a:cubicBezTo>
                    <a:cubicBezTo>
                      <a:pt x="10541" y="38312"/>
                      <a:pt x="10401" y="37879"/>
                      <a:pt x="10223" y="37388"/>
                    </a:cubicBezTo>
                    <a:cubicBezTo>
                      <a:pt x="10206" y="37485"/>
                      <a:pt x="10190" y="37517"/>
                      <a:pt x="10196" y="37544"/>
                    </a:cubicBezTo>
                    <a:cubicBezTo>
                      <a:pt x="10293" y="37998"/>
                      <a:pt x="10460" y="38436"/>
                      <a:pt x="10617" y="38874"/>
                    </a:cubicBezTo>
                    <a:cubicBezTo>
                      <a:pt x="11082" y="40165"/>
                      <a:pt x="11638" y="41413"/>
                      <a:pt x="12567" y="42493"/>
                    </a:cubicBezTo>
                    <a:cubicBezTo>
                      <a:pt x="12368" y="42483"/>
                      <a:pt x="12232" y="42391"/>
                      <a:pt x="12087" y="42326"/>
                    </a:cubicBezTo>
                    <a:cubicBezTo>
                      <a:pt x="11492" y="42061"/>
                      <a:pt x="10855" y="41877"/>
                      <a:pt x="10336" y="41456"/>
                    </a:cubicBezTo>
                    <a:cubicBezTo>
                      <a:pt x="9866" y="41072"/>
                      <a:pt x="9423" y="40678"/>
                      <a:pt x="9353" y="40019"/>
                    </a:cubicBezTo>
                    <a:cubicBezTo>
                      <a:pt x="9337" y="39873"/>
                      <a:pt x="9250" y="39743"/>
                      <a:pt x="9110" y="39673"/>
                    </a:cubicBezTo>
                    <a:cubicBezTo>
                      <a:pt x="8894" y="39571"/>
                      <a:pt x="8834" y="39392"/>
                      <a:pt x="8834" y="39171"/>
                    </a:cubicBezTo>
                    <a:cubicBezTo>
                      <a:pt x="8823" y="38625"/>
                      <a:pt x="8721" y="38090"/>
                      <a:pt x="8548" y="37566"/>
                    </a:cubicBezTo>
                    <a:cubicBezTo>
                      <a:pt x="8326" y="36907"/>
                      <a:pt x="8035" y="36264"/>
                      <a:pt x="7921" y="35572"/>
                    </a:cubicBezTo>
                    <a:cubicBezTo>
                      <a:pt x="7840" y="35086"/>
                      <a:pt x="7802" y="34605"/>
                      <a:pt x="8256" y="34216"/>
                    </a:cubicBezTo>
                    <a:cubicBezTo>
                      <a:pt x="8661" y="33871"/>
                      <a:pt x="8742" y="33395"/>
                      <a:pt x="8618" y="32860"/>
                    </a:cubicBezTo>
                    <a:cubicBezTo>
                      <a:pt x="8299" y="31537"/>
                      <a:pt x="7975" y="30208"/>
                      <a:pt x="7770" y="28857"/>
                    </a:cubicBezTo>
                    <a:cubicBezTo>
                      <a:pt x="7727" y="28592"/>
                      <a:pt x="7716" y="28306"/>
                      <a:pt x="7559" y="28063"/>
                    </a:cubicBezTo>
                    <a:lnTo>
                      <a:pt x="7559" y="28063"/>
                    </a:lnTo>
                    <a:cubicBezTo>
                      <a:pt x="7662" y="29316"/>
                      <a:pt x="7910" y="30548"/>
                      <a:pt x="8116" y="31785"/>
                    </a:cubicBezTo>
                    <a:cubicBezTo>
                      <a:pt x="7732" y="31050"/>
                      <a:pt x="7359" y="30316"/>
                      <a:pt x="7030" y="29559"/>
                    </a:cubicBezTo>
                    <a:cubicBezTo>
                      <a:pt x="6711" y="28835"/>
                      <a:pt x="6473" y="28074"/>
                      <a:pt x="6446" y="27274"/>
                    </a:cubicBezTo>
                    <a:cubicBezTo>
                      <a:pt x="6419" y="26345"/>
                      <a:pt x="6576" y="25421"/>
                      <a:pt x="6597" y="24492"/>
                    </a:cubicBezTo>
                    <a:cubicBezTo>
                      <a:pt x="6619" y="23649"/>
                      <a:pt x="6722" y="22811"/>
                      <a:pt x="6803" y="21974"/>
                    </a:cubicBezTo>
                    <a:cubicBezTo>
                      <a:pt x="6808" y="21887"/>
                      <a:pt x="6830" y="21790"/>
                      <a:pt x="6711" y="21644"/>
                    </a:cubicBezTo>
                    <a:cubicBezTo>
                      <a:pt x="6614" y="22514"/>
                      <a:pt x="6527" y="23308"/>
                      <a:pt x="6441" y="24103"/>
                    </a:cubicBezTo>
                    <a:cubicBezTo>
                      <a:pt x="6203" y="23352"/>
                      <a:pt x="5782" y="22687"/>
                      <a:pt x="5414" y="22001"/>
                    </a:cubicBezTo>
                    <a:cubicBezTo>
                      <a:pt x="5295" y="21779"/>
                      <a:pt x="5290" y="21552"/>
                      <a:pt x="5360" y="21309"/>
                    </a:cubicBezTo>
                    <a:cubicBezTo>
                      <a:pt x="5506" y="20774"/>
                      <a:pt x="5706" y="20261"/>
                      <a:pt x="5965" y="19770"/>
                    </a:cubicBezTo>
                    <a:cubicBezTo>
                      <a:pt x="6241" y="19235"/>
                      <a:pt x="6641" y="18765"/>
                      <a:pt x="6581" y="18084"/>
                    </a:cubicBezTo>
                    <a:cubicBezTo>
                      <a:pt x="6554" y="17744"/>
                      <a:pt x="6695" y="17387"/>
                      <a:pt x="6759" y="17036"/>
                    </a:cubicBezTo>
                    <a:cubicBezTo>
                      <a:pt x="6959" y="15901"/>
                      <a:pt x="7170" y="14777"/>
                      <a:pt x="7354" y="13643"/>
                    </a:cubicBezTo>
                    <a:cubicBezTo>
                      <a:pt x="7500" y="12730"/>
                      <a:pt x="7667" y="11822"/>
                      <a:pt x="7835" y="10914"/>
                    </a:cubicBezTo>
                    <a:cubicBezTo>
                      <a:pt x="7899" y="10558"/>
                      <a:pt x="7959" y="10196"/>
                      <a:pt x="8018" y="9834"/>
                    </a:cubicBezTo>
                    <a:cubicBezTo>
                      <a:pt x="8089" y="10082"/>
                      <a:pt x="8126" y="10331"/>
                      <a:pt x="8137" y="10579"/>
                    </a:cubicBezTo>
                    <a:cubicBezTo>
                      <a:pt x="8251" y="12562"/>
                      <a:pt x="8170" y="14545"/>
                      <a:pt x="8078" y="16522"/>
                    </a:cubicBezTo>
                    <a:cubicBezTo>
                      <a:pt x="8062" y="16922"/>
                      <a:pt x="8056" y="17327"/>
                      <a:pt x="8029" y="17727"/>
                    </a:cubicBezTo>
                    <a:cubicBezTo>
                      <a:pt x="7964" y="18705"/>
                      <a:pt x="7959" y="19688"/>
                      <a:pt x="7970" y="20672"/>
                    </a:cubicBezTo>
                    <a:cubicBezTo>
                      <a:pt x="7975" y="21617"/>
                      <a:pt x="8040" y="22563"/>
                      <a:pt x="8137" y="23508"/>
                    </a:cubicBezTo>
                    <a:cubicBezTo>
                      <a:pt x="8202" y="24119"/>
                      <a:pt x="8229" y="24729"/>
                      <a:pt x="8310" y="25334"/>
                    </a:cubicBezTo>
                    <a:cubicBezTo>
                      <a:pt x="8342" y="25561"/>
                      <a:pt x="8305" y="25810"/>
                      <a:pt x="8494" y="26069"/>
                    </a:cubicBezTo>
                    <a:cubicBezTo>
                      <a:pt x="8478" y="25729"/>
                      <a:pt x="8472" y="25448"/>
                      <a:pt x="8440" y="25172"/>
                    </a:cubicBezTo>
                    <a:cubicBezTo>
                      <a:pt x="8321" y="24200"/>
                      <a:pt x="8256" y="23222"/>
                      <a:pt x="8202" y="22244"/>
                    </a:cubicBezTo>
                    <a:cubicBezTo>
                      <a:pt x="8148" y="21255"/>
                      <a:pt x="8116" y="20267"/>
                      <a:pt x="8170" y="19272"/>
                    </a:cubicBezTo>
                    <a:cubicBezTo>
                      <a:pt x="8234" y="18008"/>
                      <a:pt x="8256" y="16744"/>
                      <a:pt x="8299" y="15480"/>
                    </a:cubicBezTo>
                    <a:cubicBezTo>
                      <a:pt x="8364" y="13686"/>
                      <a:pt x="8418" y="11892"/>
                      <a:pt x="8251" y="10104"/>
                    </a:cubicBezTo>
                    <a:cubicBezTo>
                      <a:pt x="8234" y="9899"/>
                      <a:pt x="8148" y="9688"/>
                      <a:pt x="8218" y="9434"/>
                    </a:cubicBezTo>
                    <a:lnTo>
                      <a:pt x="8218" y="9434"/>
                    </a:lnTo>
                    <a:cubicBezTo>
                      <a:pt x="8483" y="9915"/>
                      <a:pt x="8704" y="10374"/>
                      <a:pt x="8861" y="10866"/>
                    </a:cubicBezTo>
                    <a:cubicBezTo>
                      <a:pt x="9229" y="12027"/>
                      <a:pt x="9358" y="13232"/>
                      <a:pt x="9482" y="14442"/>
                    </a:cubicBezTo>
                    <a:cubicBezTo>
                      <a:pt x="9612" y="15663"/>
                      <a:pt x="9672" y="16890"/>
                      <a:pt x="9726" y="18116"/>
                    </a:cubicBezTo>
                    <a:cubicBezTo>
                      <a:pt x="9790" y="19640"/>
                      <a:pt x="9801" y="21158"/>
                      <a:pt x="9785" y="22682"/>
                    </a:cubicBezTo>
                    <a:cubicBezTo>
                      <a:pt x="9785" y="22800"/>
                      <a:pt x="9785" y="22919"/>
                      <a:pt x="9785" y="23038"/>
                    </a:cubicBezTo>
                    <a:cubicBezTo>
                      <a:pt x="9807" y="23044"/>
                      <a:pt x="9834" y="23044"/>
                      <a:pt x="9855" y="23044"/>
                    </a:cubicBezTo>
                    <a:cubicBezTo>
                      <a:pt x="9882" y="22806"/>
                      <a:pt x="9931" y="22574"/>
                      <a:pt x="9931" y="22341"/>
                    </a:cubicBezTo>
                    <a:cubicBezTo>
                      <a:pt x="9947" y="20564"/>
                      <a:pt x="9925" y="18786"/>
                      <a:pt x="9844" y="17009"/>
                    </a:cubicBezTo>
                    <a:cubicBezTo>
                      <a:pt x="9769" y="15447"/>
                      <a:pt x="9645" y="13897"/>
                      <a:pt x="9369" y="12362"/>
                    </a:cubicBezTo>
                    <a:cubicBezTo>
                      <a:pt x="9229" y="11584"/>
                      <a:pt x="9072" y="10812"/>
                      <a:pt x="8672" y="10115"/>
                    </a:cubicBezTo>
                    <a:cubicBezTo>
                      <a:pt x="8515" y="9839"/>
                      <a:pt x="8397" y="9542"/>
                      <a:pt x="8240" y="9213"/>
                    </a:cubicBezTo>
                    <a:lnTo>
                      <a:pt x="8240" y="9213"/>
                    </a:lnTo>
                    <a:cubicBezTo>
                      <a:pt x="8396" y="9278"/>
                      <a:pt x="8479" y="9440"/>
                      <a:pt x="8623" y="9440"/>
                    </a:cubicBezTo>
                    <a:cubicBezTo>
                      <a:pt x="8659" y="9440"/>
                      <a:pt x="8698" y="9431"/>
                      <a:pt x="8742" y="9407"/>
                    </a:cubicBezTo>
                    <a:cubicBezTo>
                      <a:pt x="8683" y="9337"/>
                      <a:pt x="8629" y="9277"/>
                      <a:pt x="8548" y="9180"/>
                    </a:cubicBezTo>
                    <a:lnTo>
                      <a:pt x="8548" y="9180"/>
                    </a:lnTo>
                    <a:cubicBezTo>
                      <a:pt x="8569" y="9181"/>
                      <a:pt x="8591" y="9181"/>
                      <a:pt x="8612" y="9181"/>
                    </a:cubicBezTo>
                    <a:cubicBezTo>
                      <a:pt x="9435" y="9181"/>
                      <a:pt x="9990" y="8774"/>
                      <a:pt x="10379" y="8105"/>
                    </a:cubicBezTo>
                    <a:cubicBezTo>
                      <a:pt x="10633" y="7657"/>
                      <a:pt x="10806" y="7181"/>
                      <a:pt x="10909" y="6679"/>
                    </a:cubicBezTo>
                    <a:cubicBezTo>
                      <a:pt x="10974" y="6376"/>
                      <a:pt x="11017" y="6068"/>
                      <a:pt x="11071" y="5717"/>
                    </a:cubicBezTo>
                    <a:cubicBezTo>
                      <a:pt x="11346" y="6187"/>
                      <a:pt x="11546" y="6636"/>
                      <a:pt x="11881" y="7008"/>
                    </a:cubicBezTo>
                    <a:cubicBezTo>
                      <a:pt x="11395" y="6074"/>
                      <a:pt x="10968" y="5117"/>
                      <a:pt x="10482" y="4166"/>
                    </a:cubicBezTo>
                    <a:cubicBezTo>
                      <a:pt x="11368" y="3329"/>
                      <a:pt x="12216" y="2432"/>
                      <a:pt x="12940" y="1427"/>
                    </a:cubicBezTo>
                    <a:cubicBezTo>
                      <a:pt x="13091" y="1227"/>
                      <a:pt x="13118" y="1017"/>
                      <a:pt x="13000" y="774"/>
                    </a:cubicBezTo>
                    <a:lnTo>
                      <a:pt x="13000" y="774"/>
                    </a:lnTo>
                    <a:cubicBezTo>
                      <a:pt x="12692" y="1098"/>
                      <a:pt x="12395" y="1411"/>
                      <a:pt x="12092" y="1724"/>
                    </a:cubicBezTo>
                    <a:cubicBezTo>
                      <a:pt x="10909" y="2962"/>
                      <a:pt x="9623" y="4085"/>
                      <a:pt x="8094" y="4885"/>
                    </a:cubicBezTo>
                    <a:cubicBezTo>
                      <a:pt x="7221" y="5342"/>
                      <a:pt x="6320" y="5736"/>
                      <a:pt x="5324" y="5736"/>
                    </a:cubicBezTo>
                    <a:cubicBezTo>
                      <a:pt x="5155" y="5736"/>
                      <a:pt x="4984" y="5725"/>
                      <a:pt x="4809" y="5701"/>
                    </a:cubicBezTo>
                    <a:cubicBezTo>
                      <a:pt x="4453" y="5652"/>
                      <a:pt x="3691" y="5414"/>
                      <a:pt x="3475" y="5242"/>
                    </a:cubicBezTo>
                    <a:lnTo>
                      <a:pt x="3475" y="5242"/>
                    </a:lnTo>
                    <a:cubicBezTo>
                      <a:pt x="3566" y="5258"/>
                      <a:pt x="3648" y="5274"/>
                      <a:pt x="3729" y="5285"/>
                    </a:cubicBezTo>
                    <a:cubicBezTo>
                      <a:pt x="3956" y="5320"/>
                      <a:pt x="4183" y="5335"/>
                      <a:pt x="4408" y="5335"/>
                    </a:cubicBezTo>
                    <a:cubicBezTo>
                      <a:pt x="5058" y="5335"/>
                      <a:pt x="5697" y="5206"/>
                      <a:pt x="6327" y="5042"/>
                    </a:cubicBezTo>
                    <a:cubicBezTo>
                      <a:pt x="7565" y="4712"/>
                      <a:pt x="8667" y="4096"/>
                      <a:pt x="9715" y="3361"/>
                    </a:cubicBezTo>
                    <a:cubicBezTo>
                      <a:pt x="10914" y="2524"/>
                      <a:pt x="11935" y="1530"/>
                      <a:pt x="12778" y="336"/>
                    </a:cubicBezTo>
                    <a:cubicBezTo>
                      <a:pt x="12848" y="244"/>
                      <a:pt x="12973" y="152"/>
                      <a:pt x="128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5"/>
              <p:cNvSpPr/>
              <p:nvPr/>
            </p:nvSpPr>
            <p:spPr>
              <a:xfrm>
                <a:off x="3389647" y="729425"/>
                <a:ext cx="718517" cy="1120818"/>
              </a:xfrm>
              <a:custGeom>
                <a:avLst/>
                <a:gdLst/>
                <a:ahLst/>
                <a:cxnLst/>
                <a:rect l="l" t="t" r="r" b="b"/>
                <a:pathLst>
                  <a:path w="11752" h="18332" extrusionOk="0">
                    <a:moveTo>
                      <a:pt x="8548" y="240"/>
                    </a:moveTo>
                    <a:lnTo>
                      <a:pt x="8548" y="240"/>
                    </a:lnTo>
                    <a:cubicBezTo>
                      <a:pt x="8856" y="553"/>
                      <a:pt x="8986" y="926"/>
                      <a:pt x="8915" y="1369"/>
                    </a:cubicBezTo>
                    <a:cubicBezTo>
                      <a:pt x="8856" y="969"/>
                      <a:pt x="8775" y="580"/>
                      <a:pt x="8548" y="240"/>
                    </a:cubicBezTo>
                    <a:close/>
                    <a:moveTo>
                      <a:pt x="6554" y="1148"/>
                    </a:moveTo>
                    <a:lnTo>
                      <a:pt x="6554" y="1148"/>
                    </a:lnTo>
                    <a:cubicBezTo>
                      <a:pt x="6900" y="1158"/>
                      <a:pt x="7149" y="1337"/>
                      <a:pt x="7343" y="1601"/>
                    </a:cubicBezTo>
                    <a:cubicBezTo>
                      <a:pt x="7062" y="1477"/>
                      <a:pt x="6824" y="1288"/>
                      <a:pt x="6554" y="1148"/>
                    </a:cubicBezTo>
                    <a:close/>
                    <a:moveTo>
                      <a:pt x="7327" y="481"/>
                    </a:moveTo>
                    <a:cubicBezTo>
                      <a:pt x="7858" y="481"/>
                      <a:pt x="8656" y="1792"/>
                      <a:pt x="8656" y="2709"/>
                    </a:cubicBezTo>
                    <a:cubicBezTo>
                      <a:pt x="8397" y="1834"/>
                      <a:pt x="8110" y="980"/>
                      <a:pt x="7224" y="499"/>
                    </a:cubicBezTo>
                    <a:cubicBezTo>
                      <a:pt x="7257" y="487"/>
                      <a:pt x="7291" y="481"/>
                      <a:pt x="7327" y="481"/>
                    </a:cubicBezTo>
                    <a:close/>
                    <a:moveTo>
                      <a:pt x="3544" y="2458"/>
                    </a:moveTo>
                    <a:cubicBezTo>
                      <a:pt x="3631" y="2458"/>
                      <a:pt x="3730" y="2508"/>
                      <a:pt x="3853" y="2606"/>
                    </a:cubicBezTo>
                    <a:cubicBezTo>
                      <a:pt x="3637" y="2606"/>
                      <a:pt x="3453" y="2655"/>
                      <a:pt x="3221" y="2731"/>
                    </a:cubicBezTo>
                    <a:cubicBezTo>
                      <a:pt x="3332" y="2546"/>
                      <a:pt x="3428" y="2458"/>
                      <a:pt x="3544" y="2458"/>
                    </a:cubicBezTo>
                    <a:close/>
                    <a:moveTo>
                      <a:pt x="5001" y="1004"/>
                    </a:moveTo>
                    <a:cubicBezTo>
                      <a:pt x="6151" y="1004"/>
                      <a:pt x="7543" y="1664"/>
                      <a:pt x="8173" y="2743"/>
                    </a:cubicBezTo>
                    <a:lnTo>
                      <a:pt x="8173" y="2743"/>
                    </a:lnTo>
                    <a:cubicBezTo>
                      <a:pt x="8093" y="2796"/>
                      <a:pt x="8017" y="2816"/>
                      <a:pt x="7942" y="2816"/>
                    </a:cubicBezTo>
                    <a:cubicBezTo>
                      <a:pt x="7799" y="2816"/>
                      <a:pt x="7665" y="2742"/>
                      <a:pt x="7538" y="2682"/>
                    </a:cubicBezTo>
                    <a:cubicBezTo>
                      <a:pt x="7273" y="2552"/>
                      <a:pt x="7078" y="2336"/>
                      <a:pt x="6895" y="2109"/>
                    </a:cubicBezTo>
                    <a:cubicBezTo>
                      <a:pt x="6592" y="1731"/>
                      <a:pt x="6246" y="1423"/>
                      <a:pt x="5760" y="1288"/>
                    </a:cubicBezTo>
                    <a:lnTo>
                      <a:pt x="5760" y="1288"/>
                    </a:lnTo>
                    <a:cubicBezTo>
                      <a:pt x="5766" y="1326"/>
                      <a:pt x="5760" y="1353"/>
                      <a:pt x="5766" y="1353"/>
                    </a:cubicBezTo>
                    <a:cubicBezTo>
                      <a:pt x="6311" y="1542"/>
                      <a:pt x="6652" y="1963"/>
                      <a:pt x="6997" y="2385"/>
                    </a:cubicBezTo>
                    <a:cubicBezTo>
                      <a:pt x="7350" y="2816"/>
                      <a:pt x="7517" y="2931"/>
                      <a:pt x="7911" y="2931"/>
                    </a:cubicBezTo>
                    <a:cubicBezTo>
                      <a:pt x="8006" y="2931"/>
                      <a:pt x="8114" y="2925"/>
                      <a:pt x="8240" y="2914"/>
                    </a:cubicBezTo>
                    <a:lnTo>
                      <a:pt x="8240" y="2914"/>
                    </a:lnTo>
                    <a:cubicBezTo>
                      <a:pt x="8154" y="3014"/>
                      <a:pt x="7988" y="3068"/>
                      <a:pt x="7827" y="3068"/>
                    </a:cubicBezTo>
                    <a:cubicBezTo>
                      <a:pt x="7806" y="3068"/>
                      <a:pt x="7785" y="3067"/>
                      <a:pt x="7765" y="3066"/>
                    </a:cubicBezTo>
                    <a:cubicBezTo>
                      <a:pt x="7159" y="3006"/>
                      <a:pt x="6689" y="2731"/>
                      <a:pt x="6365" y="2206"/>
                    </a:cubicBezTo>
                    <a:cubicBezTo>
                      <a:pt x="6068" y="1731"/>
                      <a:pt x="5652" y="1407"/>
                      <a:pt x="5090" y="1304"/>
                    </a:cubicBezTo>
                    <a:cubicBezTo>
                      <a:pt x="4955" y="1280"/>
                      <a:pt x="4819" y="1268"/>
                      <a:pt x="4683" y="1268"/>
                    </a:cubicBezTo>
                    <a:cubicBezTo>
                      <a:pt x="4547" y="1268"/>
                      <a:pt x="4412" y="1280"/>
                      <a:pt x="4280" y="1304"/>
                    </a:cubicBezTo>
                    <a:cubicBezTo>
                      <a:pt x="4123" y="1331"/>
                      <a:pt x="3977" y="1320"/>
                      <a:pt x="3799" y="1337"/>
                    </a:cubicBezTo>
                    <a:cubicBezTo>
                      <a:pt x="4118" y="1110"/>
                      <a:pt x="4540" y="1004"/>
                      <a:pt x="5001" y="1004"/>
                    </a:cubicBezTo>
                    <a:close/>
                    <a:moveTo>
                      <a:pt x="3717" y="2747"/>
                    </a:moveTo>
                    <a:cubicBezTo>
                      <a:pt x="3822" y="2747"/>
                      <a:pt x="3924" y="2769"/>
                      <a:pt x="4010" y="2817"/>
                    </a:cubicBezTo>
                    <a:cubicBezTo>
                      <a:pt x="4134" y="2887"/>
                      <a:pt x="4145" y="3001"/>
                      <a:pt x="4166" y="3114"/>
                    </a:cubicBezTo>
                    <a:cubicBezTo>
                      <a:pt x="4188" y="3244"/>
                      <a:pt x="4058" y="3228"/>
                      <a:pt x="3999" y="3271"/>
                    </a:cubicBezTo>
                    <a:cubicBezTo>
                      <a:pt x="3864" y="3357"/>
                      <a:pt x="3723" y="3433"/>
                      <a:pt x="3561" y="3525"/>
                    </a:cubicBezTo>
                    <a:cubicBezTo>
                      <a:pt x="3415" y="3346"/>
                      <a:pt x="3221" y="3228"/>
                      <a:pt x="2999" y="3163"/>
                    </a:cubicBezTo>
                    <a:cubicBezTo>
                      <a:pt x="3114" y="2910"/>
                      <a:pt x="3430" y="2747"/>
                      <a:pt x="3717" y="2747"/>
                    </a:cubicBezTo>
                    <a:close/>
                    <a:moveTo>
                      <a:pt x="9591" y="780"/>
                    </a:moveTo>
                    <a:lnTo>
                      <a:pt x="9591" y="780"/>
                    </a:lnTo>
                    <a:cubicBezTo>
                      <a:pt x="10082" y="1261"/>
                      <a:pt x="9769" y="2655"/>
                      <a:pt x="9158" y="3568"/>
                    </a:cubicBezTo>
                    <a:cubicBezTo>
                      <a:pt x="9315" y="3120"/>
                      <a:pt x="9510" y="2687"/>
                      <a:pt x="9591" y="2223"/>
                    </a:cubicBezTo>
                    <a:cubicBezTo>
                      <a:pt x="9666" y="1753"/>
                      <a:pt x="9704" y="1277"/>
                      <a:pt x="9591" y="780"/>
                    </a:cubicBezTo>
                    <a:close/>
                    <a:moveTo>
                      <a:pt x="4199" y="3314"/>
                    </a:moveTo>
                    <a:cubicBezTo>
                      <a:pt x="4220" y="3417"/>
                      <a:pt x="4242" y="3525"/>
                      <a:pt x="4264" y="3644"/>
                    </a:cubicBezTo>
                    <a:cubicBezTo>
                      <a:pt x="4091" y="3719"/>
                      <a:pt x="3918" y="3800"/>
                      <a:pt x="3729" y="3881"/>
                    </a:cubicBezTo>
                    <a:cubicBezTo>
                      <a:pt x="3621" y="3573"/>
                      <a:pt x="3707" y="3476"/>
                      <a:pt x="4199" y="3314"/>
                    </a:cubicBezTo>
                    <a:close/>
                    <a:moveTo>
                      <a:pt x="2229" y="3047"/>
                    </a:moveTo>
                    <a:cubicBezTo>
                      <a:pt x="2293" y="3047"/>
                      <a:pt x="2358" y="3064"/>
                      <a:pt x="2427" y="3098"/>
                    </a:cubicBezTo>
                    <a:cubicBezTo>
                      <a:pt x="1994" y="3249"/>
                      <a:pt x="1713" y="3482"/>
                      <a:pt x="1757" y="3979"/>
                    </a:cubicBezTo>
                    <a:cubicBezTo>
                      <a:pt x="1622" y="3741"/>
                      <a:pt x="1681" y="3438"/>
                      <a:pt x="1897" y="3217"/>
                    </a:cubicBezTo>
                    <a:cubicBezTo>
                      <a:pt x="2002" y="3105"/>
                      <a:pt x="2112" y="3047"/>
                      <a:pt x="2229" y="3047"/>
                    </a:cubicBezTo>
                    <a:close/>
                    <a:moveTo>
                      <a:pt x="2950" y="3272"/>
                    </a:moveTo>
                    <a:cubicBezTo>
                      <a:pt x="2961" y="3272"/>
                      <a:pt x="2974" y="3273"/>
                      <a:pt x="2989" y="3276"/>
                    </a:cubicBezTo>
                    <a:cubicBezTo>
                      <a:pt x="3221" y="3325"/>
                      <a:pt x="3572" y="3665"/>
                      <a:pt x="3621" y="3892"/>
                    </a:cubicBezTo>
                    <a:cubicBezTo>
                      <a:pt x="3653" y="4022"/>
                      <a:pt x="3534" y="4027"/>
                      <a:pt x="3486" y="4092"/>
                    </a:cubicBezTo>
                    <a:cubicBezTo>
                      <a:pt x="3286" y="3844"/>
                      <a:pt x="3178" y="3509"/>
                      <a:pt x="2783" y="3433"/>
                    </a:cubicBezTo>
                    <a:cubicBezTo>
                      <a:pt x="2850" y="3356"/>
                      <a:pt x="2862" y="3272"/>
                      <a:pt x="2950" y="3272"/>
                    </a:cubicBezTo>
                    <a:close/>
                    <a:moveTo>
                      <a:pt x="6430" y="3330"/>
                    </a:moveTo>
                    <a:lnTo>
                      <a:pt x="6430" y="3330"/>
                    </a:lnTo>
                    <a:cubicBezTo>
                      <a:pt x="6841" y="3685"/>
                      <a:pt x="7182" y="3854"/>
                      <a:pt x="7540" y="3854"/>
                    </a:cubicBezTo>
                    <a:cubicBezTo>
                      <a:pt x="7793" y="3854"/>
                      <a:pt x="8054" y="3769"/>
                      <a:pt x="8353" y="3606"/>
                    </a:cubicBezTo>
                    <a:lnTo>
                      <a:pt x="8353" y="3606"/>
                    </a:lnTo>
                    <a:cubicBezTo>
                      <a:pt x="8370" y="3865"/>
                      <a:pt x="8110" y="4103"/>
                      <a:pt x="7754" y="4157"/>
                    </a:cubicBezTo>
                    <a:cubicBezTo>
                      <a:pt x="7704" y="4164"/>
                      <a:pt x="7653" y="4167"/>
                      <a:pt x="7603" y="4167"/>
                    </a:cubicBezTo>
                    <a:cubicBezTo>
                      <a:pt x="7106" y="4167"/>
                      <a:pt x="6617" y="3836"/>
                      <a:pt x="6430" y="3330"/>
                    </a:cubicBezTo>
                    <a:close/>
                    <a:moveTo>
                      <a:pt x="2452" y="3265"/>
                    </a:moveTo>
                    <a:cubicBezTo>
                      <a:pt x="2512" y="3265"/>
                      <a:pt x="2569" y="3277"/>
                      <a:pt x="2621" y="3303"/>
                    </a:cubicBezTo>
                    <a:cubicBezTo>
                      <a:pt x="2416" y="3649"/>
                      <a:pt x="2292" y="4016"/>
                      <a:pt x="2259" y="4438"/>
                    </a:cubicBezTo>
                    <a:cubicBezTo>
                      <a:pt x="1870" y="4249"/>
                      <a:pt x="1751" y="3952"/>
                      <a:pt x="1930" y="3606"/>
                    </a:cubicBezTo>
                    <a:cubicBezTo>
                      <a:pt x="2034" y="3402"/>
                      <a:pt x="2253" y="3265"/>
                      <a:pt x="2452" y="3265"/>
                    </a:cubicBezTo>
                    <a:close/>
                    <a:moveTo>
                      <a:pt x="3395" y="1619"/>
                    </a:moveTo>
                    <a:cubicBezTo>
                      <a:pt x="3446" y="1619"/>
                      <a:pt x="3495" y="1623"/>
                      <a:pt x="3540" y="1634"/>
                    </a:cubicBezTo>
                    <a:cubicBezTo>
                      <a:pt x="4091" y="1758"/>
                      <a:pt x="4582" y="1996"/>
                      <a:pt x="4955" y="2439"/>
                    </a:cubicBezTo>
                    <a:cubicBezTo>
                      <a:pt x="5123" y="2639"/>
                      <a:pt x="5323" y="2763"/>
                      <a:pt x="5603" y="2779"/>
                    </a:cubicBezTo>
                    <a:cubicBezTo>
                      <a:pt x="5982" y="2801"/>
                      <a:pt x="6198" y="3044"/>
                      <a:pt x="6322" y="3406"/>
                    </a:cubicBezTo>
                    <a:cubicBezTo>
                      <a:pt x="6507" y="3971"/>
                      <a:pt x="6999" y="4311"/>
                      <a:pt x="7581" y="4311"/>
                    </a:cubicBezTo>
                    <a:cubicBezTo>
                      <a:pt x="7611" y="4311"/>
                      <a:pt x="7642" y="4310"/>
                      <a:pt x="7673" y="4308"/>
                    </a:cubicBezTo>
                    <a:cubicBezTo>
                      <a:pt x="7937" y="4292"/>
                      <a:pt x="8148" y="4146"/>
                      <a:pt x="8359" y="3984"/>
                    </a:cubicBezTo>
                    <a:lnTo>
                      <a:pt x="8359" y="3984"/>
                    </a:lnTo>
                    <a:cubicBezTo>
                      <a:pt x="8402" y="4400"/>
                      <a:pt x="8256" y="4762"/>
                      <a:pt x="7921" y="5081"/>
                    </a:cubicBezTo>
                    <a:cubicBezTo>
                      <a:pt x="7829" y="4978"/>
                      <a:pt x="7728" y="4943"/>
                      <a:pt x="7615" y="4943"/>
                    </a:cubicBezTo>
                    <a:cubicBezTo>
                      <a:pt x="7542" y="4943"/>
                      <a:pt x="7465" y="4957"/>
                      <a:pt x="7381" y="4978"/>
                    </a:cubicBezTo>
                    <a:cubicBezTo>
                      <a:pt x="7324" y="4992"/>
                      <a:pt x="7270" y="4998"/>
                      <a:pt x="7217" y="4998"/>
                    </a:cubicBezTo>
                    <a:cubicBezTo>
                      <a:pt x="6938" y="4998"/>
                      <a:pt x="6711" y="4820"/>
                      <a:pt x="6511" y="4611"/>
                    </a:cubicBezTo>
                    <a:cubicBezTo>
                      <a:pt x="6371" y="4459"/>
                      <a:pt x="6246" y="4287"/>
                      <a:pt x="6068" y="4173"/>
                    </a:cubicBezTo>
                    <a:lnTo>
                      <a:pt x="6068" y="4173"/>
                    </a:lnTo>
                    <a:cubicBezTo>
                      <a:pt x="6252" y="4535"/>
                      <a:pt x="6473" y="4865"/>
                      <a:pt x="6878" y="5075"/>
                    </a:cubicBezTo>
                    <a:cubicBezTo>
                      <a:pt x="6772" y="5130"/>
                      <a:pt x="6674" y="5155"/>
                      <a:pt x="6582" y="5155"/>
                    </a:cubicBezTo>
                    <a:cubicBezTo>
                      <a:pt x="6447" y="5155"/>
                      <a:pt x="6327" y="5100"/>
                      <a:pt x="6214" y="5000"/>
                    </a:cubicBezTo>
                    <a:cubicBezTo>
                      <a:pt x="5906" y="4730"/>
                      <a:pt x="5771" y="4362"/>
                      <a:pt x="5657" y="3984"/>
                    </a:cubicBezTo>
                    <a:cubicBezTo>
                      <a:pt x="5506" y="3509"/>
                      <a:pt x="5420" y="3006"/>
                      <a:pt x="5004" y="2655"/>
                    </a:cubicBezTo>
                    <a:cubicBezTo>
                      <a:pt x="4788" y="2471"/>
                      <a:pt x="4555" y="2336"/>
                      <a:pt x="4253" y="2331"/>
                    </a:cubicBezTo>
                    <a:lnTo>
                      <a:pt x="4253" y="2331"/>
                    </a:lnTo>
                    <a:cubicBezTo>
                      <a:pt x="4696" y="2498"/>
                      <a:pt x="5058" y="2774"/>
                      <a:pt x="5241" y="3211"/>
                    </a:cubicBezTo>
                    <a:cubicBezTo>
                      <a:pt x="5414" y="3622"/>
                      <a:pt x="5539" y="4054"/>
                      <a:pt x="5679" y="4481"/>
                    </a:cubicBezTo>
                    <a:cubicBezTo>
                      <a:pt x="5572" y="4514"/>
                      <a:pt x="5470" y="4530"/>
                      <a:pt x="5375" y="4530"/>
                    </a:cubicBezTo>
                    <a:cubicBezTo>
                      <a:pt x="4777" y="4530"/>
                      <a:pt x="4428" y="3925"/>
                      <a:pt x="4377" y="3417"/>
                    </a:cubicBezTo>
                    <a:cubicBezTo>
                      <a:pt x="4328" y="2974"/>
                      <a:pt x="4199" y="2590"/>
                      <a:pt x="3777" y="2352"/>
                    </a:cubicBezTo>
                    <a:cubicBezTo>
                      <a:pt x="3653" y="2285"/>
                      <a:pt x="3530" y="2248"/>
                      <a:pt x="3407" y="2248"/>
                    </a:cubicBezTo>
                    <a:cubicBezTo>
                      <a:pt x="3312" y="2248"/>
                      <a:pt x="3218" y="2270"/>
                      <a:pt x="3124" y="2320"/>
                    </a:cubicBezTo>
                    <a:cubicBezTo>
                      <a:pt x="2913" y="2433"/>
                      <a:pt x="2848" y="2628"/>
                      <a:pt x="2907" y="2866"/>
                    </a:cubicBezTo>
                    <a:cubicBezTo>
                      <a:pt x="2945" y="3026"/>
                      <a:pt x="2770" y="3054"/>
                      <a:pt x="2730" y="3196"/>
                    </a:cubicBezTo>
                    <a:lnTo>
                      <a:pt x="2730" y="3196"/>
                    </a:lnTo>
                    <a:cubicBezTo>
                      <a:pt x="2399" y="2878"/>
                      <a:pt x="2287" y="2400"/>
                      <a:pt x="2437" y="2120"/>
                    </a:cubicBezTo>
                    <a:cubicBezTo>
                      <a:pt x="2588" y="1847"/>
                      <a:pt x="3047" y="1619"/>
                      <a:pt x="3395" y="1619"/>
                    </a:cubicBezTo>
                    <a:close/>
                    <a:moveTo>
                      <a:pt x="8597" y="4616"/>
                    </a:moveTo>
                    <a:lnTo>
                      <a:pt x="8597" y="4616"/>
                    </a:lnTo>
                    <a:cubicBezTo>
                      <a:pt x="8705" y="4886"/>
                      <a:pt x="8883" y="5119"/>
                      <a:pt x="9023" y="5367"/>
                    </a:cubicBezTo>
                    <a:cubicBezTo>
                      <a:pt x="8769" y="5178"/>
                      <a:pt x="8607" y="4940"/>
                      <a:pt x="8597" y="4616"/>
                    </a:cubicBezTo>
                    <a:close/>
                    <a:moveTo>
                      <a:pt x="2895" y="5081"/>
                    </a:moveTo>
                    <a:cubicBezTo>
                      <a:pt x="3018" y="5081"/>
                      <a:pt x="3144" y="5117"/>
                      <a:pt x="3264" y="5167"/>
                    </a:cubicBezTo>
                    <a:cubicBezTo>
                      <a:pt x="3486" y="5259"/>
                      <a:pt x="3513" y="5486"/>
                      <a:pt x="3491" y="5734"/>
                    </a:cubicBezTo>
                    <a:cubicBezTo>
                      <a:pt x="3194" y="5659"/>
                      <a:pt x="2945" y="5535"/>
                      <a:pt x="2654" y="5535"/>
                    </a:cubicBezTo>
                    <a:cubicBezTo>
                      <a:pt x="2481" y="5535"/>
                      <a:pt x="2556" y="5351"/>
                      <a:pt x="2481" y="5259"/>
                    </a:cubicBezTo>
                    <a:cubicBezTo>
                      <a:pt x="2611" y="5129"/>
                      <a:pt x="2752" y="5081"/>
                      <a:pt x="2895" y="5081"/>
                    </a:cubicBezTo>
                    <a:close/>
                    <a:moveTo>
                      <a:pt x="7633" y="5091"/>
                    </a:moveTo>
                    <a:cubicBezTo>
                      <a:pt x="7767" y="5091"/>
                      <a:pt x="7798" y="5236"/>
                      <a:pt x="7840" y="5335"/>
                    </a:cubicBezTo>
                    <a:cubicBezTo>
                      <a:pt x="8013" y="5734"/>
                      <a:pt x="7959" y="6080"/>
                      <a:pt x="7689" y="6350"/>
                    </a:cubicBezTo>
                    <a:lnTo>
                      <a:pt x="7689" y="6356"/>
                    </a:lnTo>
                    <a:cubicBezTo>
                      <a:pt x="7543" y="6064"/>
                      <a:pt x="7527" y="5767"/>
                      <a:pt x="7640" y="5459"/>
                    </a:cubicBezTo>
                    <a:lnTo>
                      <a:pt x="7640" y="5459"/>
                    </a:lnTo>
                    <a:cubicBezTo>
                      <a:pt x="7484" y="5502"/>
                      <a:pt x="7467" y="5513"/>
                      <a:pt x="7359" y="5772"/>
                    </a:cubicBezTo>
                    <a:cubicBezTo>
                      <a:pt x="7251" y="5632"/>
                      <a:pt x="7208" y="5491"/>
                      <a:pt x="7284" y="5329"/>
                    </a:cubicBezTo>
                    <a:cubicBezTo>
                      <a:pt x="7349" y="5183"/>
                      <a:pt x="7473" y="5102"/>
                      <a:pt x="7619" y="5092"/>
                    </a:cubicBezTo>
                    <a:cubicBezTo>
                      <a:pt x="7624" y="5091"/>
                      <a:pt x="7628" y="5091"/>
                      <a:pt x="7633" y="5091"/>
                    </a:cubicBezTo>
                    <a:close/>
                    <a:moveTo>
                      <a:pt x="8472" y="4730"/>
                    </a:moveTo>
                    <a:cubicBezTo>
                      <a:pt x="8451" y="4983"/>
                      <a:pt x="8618" y="5173"/>
                      <a:pt x="8640" y="5416"/>
                    </a:cubicBezTo>
                    <a:cubicBezTo>
                      <a:pt x="8683" y="5853"/>
                      <a:pt x="8526" y="6215"/>
                      <a:pt x="8299" y="6561"/>
                    </a:cubicBezTo>
                    <a:cubicBezTo>
                      <a:pt x="8154" y="6788"/>
                      <a:pt x="8008" y="7020"/>
                      <a:pt x="7916" y="7274"/>
                    </a:cubicBezTo>
                    <a:cubicBezTo>
                      <a:pt x="7840" y="7490"/>
                      <a:pt x="7835" y="7706"/>
                      <a:pt x="7927" y="7950"/>
                    </a:cubicBezTo>
                    <a:cubicBezTo>
                      <a:pt x="7721" y="7836"/>
                      <a:pt x="7683" y="7669"/>
                      <a:pt x="7662" y="7496"/>
                    </a:cubicBezTo>
                    <a:cubicBezTo>
                      <a:pt x="7613" y="7172"/>
                      <a:pt x="7721" y="6853"/>
                      <a:pt x="7716" y="6534"/>
                    </a:cubicBezTo>
                    <a:cubicBezTo>
                      <a:pt x="7716" y="6502"/>
                      <a:pt x="7743" y="6475"/>
                      <a:pt x="7765" y="6448"/>
                    </a:cubicBezTo>
                    <a:cubicBezTo>
                      <a:pt x="8116" y="5945"/>
                      <a:pt x="8143" y="5772"/>
                      <a:pt x="7975" y="5237"/>
                    </a:cubicBezTo>
                    <a:cubicBezTo>
                      <a:pt x="8072" y="5129"/>
                      <a:pt x="8143" y="5048"/>
                      <a:pt x="8218" y="4967"/>
                    </a:cubicBezTo>
                    <a:cubicBezTo>
                      <a:pt x="8289" y="4886"/>
                      <a:pt x="8348" y="4794"/>
                      <a:pt x="8472" y="4730"/>
                    </a:cubicBezTo>
                    <a:close/>
                    <a:moveTo>
                      <a:pt x="7163" y="5122"/>
                    </a:moveTo>
                    <a:cubicBezTo>
                      <a:pt x="7176" y="5122"/>
                      <a:pt x="7189" y="5123"/>
                      <a:pt x="7203" y="5124"/>
                    </a:cubicBezTo>
                    <a:cubicBezTo>
                      <a:pt x="7051" y="5551"/>
                      <a:pt x="7186" y="5891"/>
                      <a:pt x="7435" y="6237"/>
                    </a:cubicBezTo>
                    <a:cubicBezTo>
                      <a:pt x="7656" y="6545"/>
                      <a:pt x="7716" y="6847"/>
                      <a:pt x="7267" y="7069"/>
                    </a:cubicBezTo>
                    <a:cubicBezTo>
                      <a:pt x="7068" y="7166"/>
                      <a:pt x="6960" y="7317"/>
                      <a:pt x="6987" y="7555"/>
                    </a:cubicBezTo>
                    <a:cubicBezTo>
                      <a:pt x="7003" y="7717"/>
                      <a:pt x="6992" y="7879"/>
                      <a:pt x="6992" y="8052"/>
                    </a:cubicBezTo>
                    <a:cubicBezTo>
                      <a:pt x="6473" y="7690"/>
                      <a:pt x="6446" y="7301"/>
                      <a:pt x="6911" y="6874"/>
                    </a:cubicBezTo>
                    <a:cubicBezTo>
                      <a:pt x="7305" y="6518"/>
                      <a:pt x="7300" y="6129"/>
                      <a:pt x="6873" y="5772"/>
                    </a:cubicBezTo>
                    <a:cubicBezTo>
                      <a:pt x="6722" y="5643"/>
                      <a:pt x="6587" y="5513"/>
                      <a:pt x="6522" y="5297"/>
                    </a:cubicBezTo>
                    <a:lnTo>
                      <a:pt x="6522" y="5297"/>
                    </a:lnTo>
                    <a:cubicBezTo>
                      <a:pt x="6528" y="5297"/>
                      <a:pt x="6534" y="5297"/>
                      <a:pt x="6540" y="5297"/>
                    </a:cubicBezTo>
                    <a:cubicBezTo>
                      <a:pt x="6762" y="5297"/>
                      <a:pt x="6922" y="5122"/>
                      <a:pt x="7163" y="5122"/>
                    </a:cubicBezTo>
                    <a:close/>
                    <a:moveTo>
                      <a:pt x="7392" y="9300"/>
                    </a:moveTo>
                    <a:lnTo>
                      <a:pt x="7392" y="9300"/>
                    </a:lnTo>
                    <a:cubicBezTo>
                      <a:pt x="7419" y="9624"/>
                      <a:pt x="7376" y="9927"/>
                      <a:pt x="7473" y="10251"/>
                    </a:cubicBezTo>
                    <a:cubicBezTo>
                      <a:pt x="7257" y="10181"/>
                      <a:pt x="7003" y="10251"/>
                      <a:pt x="6970" y="9997"/>
                    </a:cubicBezTo>
                    <a:cubicBezTo>
                      <a:pt x="6933" y="9689"/>
                      <a:pt x="7127" y="9484"/>
                      <a:pt x="7392" y="9300"/>
                    </a:cubicBezTo>
                    <a:close/>
                    <a:moveTo>
                      <a:pt x="4528" y="9268"/>
                    </a:moveTo>
                    <a:lnTo>
                      <a:pt x="4528" y="9268"/>
                    </a:lnTo>
                    <a:cubicBezTo>
                      <a:pt x="4593" y="9619"/>
                      <a:pt x="4631" y="9932"/>
                      <a:pt x="4501" y="10316"/>
                    </a:cubicBezTo>
                    <a:cubicBezTo>
                      <a:pt x="4469" y="10089"/>
                      <a:pt x="4447" y="9938"/>
                      <a:pt x="4420" y="9792"/>
                    </a:cubicBezTo>
                    <a:cubicBezTo>
                      <a:pt x="4393" y="9641"/>
                      <a:pt x="4328" y="9506"/>
                      <a:pt x="4226" y="9365"/>
                    </a:cubicBezTo>
                    <a:cubicBezTo>
                      <a:pt x="4323" y="9311"/>
                      <a:pt x="4431" y="9360"/>
                      <a:pt x="4528" y="9273"/>
                    </a:cubicBezTo>
                    <a:lnTo>
                      <a:pt x="4528" y="9268"/>
                    </a:lnTo>
                    <a:close/>
                    <a:moveTo>
                      <a:pt x="7116" y="7793"/>
                    </a:moveTo>
                    <a:lnTo>
                      <a:pt x="7116" y="7793"/>
                    </a:lnTo>
                    <a:cubicBezTo>
                      <a:pt x="7278" y="7993"/>
                      <a:pt x="7457" y="8144"/>
                      <a:pt x="7538" y="8366"/>
                    </a:cubicBezTo>
                    <a:cubicBezTo>
                      <a:pt x="7640" y="8652"/>
                      <a:pt x="7548" y="8944"/>
                      <a:pt x="7294" y="9160"/>
                    </a:cubicBezTo>
                    <a:cubicBezTo>
                      <a:pt x="7127" y="9300"/>
                      <a:pt x="6965" y="9446"/>
                      <a:pt x="6884" y="9662"/>
                    </a:cubicBezTo>
                    <a:cubicBezTo>
                      <a:pt x="6733" y="10084"/>
                      <a:pt x="6862" y="10284"/>
                      <a:pt x="7327" y="10327"/>
                    </a:cubicBezTo>
                    <a:cubicBezTo>
                      <a:pt x="7254" y="10420"/>
                      <a:pt x="7169" y="10466"/>
                      <a:pt x="7084" y="10466"/>
                    </a:cubicBezTo>
                    <a:cubicBezTo>
                      <a:pt x="6991" y="10466"/>
                      <a:pt x="6898" y="10412"/>
                      <a:pt x="6819" y="10305"/>
                    </a:cubicBezTo>
                    <a:cubicBezTo>
                      <a:pt x="6630" y="10051"/>
                      <a:pt x="6619" y="9603"/>
                      <a:pt x="6873" y="9419"/>
                    </a:cubicBezTo>
                    <a:cubicBezTo>
                      <a:pt x="7413" y="9030"/>
                      <a:pt x="7257" y="8544"/>
                      <a:pt x="7138" y="8047"/>
                    </a:cubicBezTo>
                    <a:cubicBezTo>
                      <a:pt x="7122" y="7971"/>
                      <a:pt x="7068" y="7906"/>
                      <a:pt x="7116" y="7793"/>
                    </a:cubicBezTo>
                    <a:close/>
                    <a:moveTo>
                      <a:pt x="7478" y="7134"/>
                    </a:moveTo>
                    <a:cubicBezTo>
                      <a:pt x="7484" y="7139"/>
                      <a:pt x="7494" y="7145"/>
                      <a:pt x="7494" y="7150"/>
                    </a:cubicBezTo>
                    <a:cubicBezTo>
                      <a:pt x="7403" y="7717"/>
                      <a:pt x="7667" y="8085"/>
                      <a:pt x="8127" y="8398"/>
                    </a:cubicBezTo>
                    <a:cubicBezTo>
                      <a:pt x="8526" y="8674"/>
                      <a:pt x="8516" y="8906"/>
                      <a:pt x="8208" y="9327"/>
                    </a:cubicBezTo>
                    <a:cubicBezTo>
                      <a:pt x="7700" y="10024"/>
                      <a:pt x="7727" y="10716"/>
                      <a:pt x="8289" y="11342"/>
                    </a:cubicBezTo>
                    <a:cubicBezTo>
                      <a:pt x="8391" y="11456"/>
                      <a:pt x="8505" y="11564"/>
                      <a:pt x="8661" y="11596"/>
                    </a:cubicBezTo>
                    <a:cubicBezTo>
                      <a:pt x="9018" y="11667"/>
                      <a:pt x="9148" y="11921"/>
                      <a:pt x="9196" y="12277"/>
                    </a:cubicBezTo>
                    <a:cubicBezTo>
                      <a:pt x="8672" y="12056"/>
                      <a:pt x="8278" y="11715"/>
                      <a:pt x="7927" y="11332"/>
                    </a:cubicBezTo>
                    <a:cubicBezTo>
                      <a:pt x="7694" y="11078"/>
                      <a:pt x="7711" y="10732"/>
                      <a:pt x="7662" y="10419"/>
                    </a:cubicBezTo>
                    <a:cubicBezTo>
                      <a:pt x="7613" y="10105"/>
                      <a:pt x="7592" y="9792"/>
                      <a:pt x="7565" y="9479"/>
                    </a:cubicBezTo>
                    <a:cubicBezTo>
                      <a:pt x="7548" y="9322"/>
                      <a:pt x="7548" y="9165"/>
                      <a:pt x="7619" y="9009"/>
                    </a:cubicBezTo>
                    <a:cubicBezTo>
                      <a:pt x="7748" y="8690"/>
                      <a:pt x="7711" y="8376"/>
                      <a:pt x="7511" y="8090"/>
                    </a:cubicBezTo>
                    <a:cubicBezTo>
                      <a:pt x="7440" y="7993"/>
                      <a:pt x="7359" y="7906"/>
                      <a:pt x="7284" y="7809"/>
                    </a:cubicBezTo>
                    <a:cubicBezTo>
                      <a:pt x="7046" y="7501"/>
                      <a:pt x="7100" y="7296"/>
                      <a:pt x="7478" y="7134"/>
                    </a:cubicBezTo>
                    <a:close/>
                    <a:moveTo>
                      <a:pt x="8597" y="8884"/>
                    </a:moveTo>
                    <a:cubicBezTo>
                      <a:pt x="8964" y="9122"/>
                      <a:pt x="9034" y="9381"/>
                      <a:pt x="8840" y="9749"/>
                    </a:cubicBezTo>
                    <a:cubicBezTo>
                      <a:pt x="8769" y="9878"/>
                      <a:pt x="8694" y="10003"/>
                      <a:pt x="8645" y="10138"/>
                    </a:cubicBezTo>
                    <a:cubicBezTo>
                      <a:pt x="8483" y="10559"/>
                      <a:pt x="8688" y="10889"/>
                      <a:pt x="9142" y="10926"/>
                    </a:cubicBezTo>
                    <a:cubicBezTo>
                      <a:pt x="9277" y="10937"/>
                      <a:pt x="9412" y="10948"/>
                      <a:pt x="9526" y="11029"/>
                    </a:cubicBezTo>
                    <a:cubicBezTo>
                      <a:pt x="9774" y="11197"/>
                      <a:pt x="9839" y="11413"/>
                      <a:pt x="9720" y="11721"/>
                    </a:cubicBezTo>
                    <a:cubicBezTo>
                      <a:pt x="9628" y="11969"/>
                      <a:pt x="9499" y="12212"/>
                      <a:pt x="9580" y="12515"/>
                    </a:cubicBezTo>
                    <a:cubicBezTo>
                      <a:pt x="9391" y="12445"/>
                      <a:pt x="9288" y="12364"/>
                      <a:pt x="9277" y="12147"/>
                    </a:cubicBezTo>
                    <a:cubicBezTo>
                      <a:pt x="9261" y="11796"/>
                      <a:pt x="9061" y="11580"/>
                      <a:pt x="8699" y="11472"/>
                    </a:cubicBezTo>
                    <a:cubicBezTo>
                      <a:pt x="8170" y="11326"/>
                      <a:pt x="7867" y="10613"/>
                      <a:pt x="8040" y="10024"/>
                    </a:cubicBezTo>
                    <a:cubicBezTo>
                      <a:pt x="8099" y="9819"/>
                      <a:pt x="8186" y="9624"/>
                      <a:pt x="8310" y="9452"/>
                    </a:cubicBezTo>
                    <a:cubicBezTo>
                      <a:pt x="8434" y="9279"/>
                      <a:pt x="8548" y="9100"/>
                      <a:pt x="8597" y="8884"/>
                    </a:cubicBezTo>
                    <a:close/>
                    <a:moveTo>
                      <a:pt x="4361" y="10710"/>
                    </a:moveTo>
                    <a:lnTo>
                      <a:pt x="4361" y="10710"/>
                    </a:lnTo>
                    <a:cubicBezTo>
                      <a:pt x="4388" y="11083"/>
                      <a:pt x="4334" y="11164"/>
                      <a:pt x="4004" y="11283"/>
                    </a:cubicBezTo>
                    <a:cubicBezTo>
                      <a:pt x="3637" y="11413"/>
                      <a:pt x="3534" y="11715"/>
                      <a:pt x="3767" y="12039"/>
                    </a:cubicBezTo>
                    <a:cubicBezTo>
                      <a:pt x="3966" y="12320"/>
                      <a:pt x="4058" y="12623"/>
                      <a:pt x="3902" y="12925"/>
                    </a:cubicBezTo>
                    <a:cubicBezTo>
                      <a:pt x="3731" y="13246"/>
                      <a:pt x="3467" y="13467"/>
                      <a:pt x="3071" y="13467"/>
                    </a:cubicBezTo>
                    <a:cubicBezTo>
                      <a:pt x="3053" y="13467"/>
                      <a:pt x="3034" y="13467"/>
                      <a:pt x="3016" y="13466"/>
                    </a:cubicBezTo>
                    <a:cubicBezTo>
                      <a:pt x="2999" y="13465"/>
                      <a:pt x="2982" y="13464"/>
                      <a:pt x="2965" y="13464"/>
                    </a:cubicBezTo>
                    <a:cubicBezTo>
                      <a:pt x="2784" y="13464"/>
                      <a:pt x="2618" y="13521"/>
                      <a:pt x="2524" y="13709"/>
                    </a:cubicBezTo>
                    <a:cubicBezTo>
                      <a:pt x="2416" y="13920"/>
                      <a:pt x="2535" y="14065"/>
                      <a:pt x="2654" y="14217"/>
                    </a:cubicBezTo>
                    <a:cubicBezTo>
                      <a:pt x="2690" y="14258"/>
                      <a:pt x="2741" y="14295"/>
                      <a:pt x="2731" y="14360"/>
                    </a:cubicBezTo>
                    <a:lnTo>
                      <a:pt x="2731" y="14360"/>
                    </a:lnTo>
                    <a:cubicBezTo>
                      <a:pt x="2624" y="14296"/>
                      <a:pt x="2523" y="14227"/>
                      <a:pt x="2416" y="14163"/>
                    </a:cubicBezTo>
                    <a:cubicBezTo>
                      <a:pt x="2173" y="14006"/>
                      <a:pt x="2043" y="13768"/>
                      <a:pt x="2075" y="13493"/>
                    </a:cubicBezTo>
                    <a:cubicBezTo>
                      <a:pt x="2113" y="13212"/>
                      <a:pt x="2319" y="13061"/>
                      <a:pt x="2605" y="13023"/>
                    </a:cubicBezTo>
                    <a:cubicBezTo>
                      <a:pt x="2762" y="13001"/>
                      <a:pt x="2918" y="12963"/>
                      <a:pt x="3080" y="12931"/>
                    </a:cubicBezTo>
                    <a:cubicBezTo>
                      <a:pt x="3388" y="12861"/>
                      <a:pt x="3469" y="12709"/>
                      <a:pt x="3356" y="12412"/>
                    </a:cubicBezTo>
                    <a:cubicBezTo>
                      <a:pt x="3307" y="12283"/>
                      <a:pt x="3248" y="12164"/>
                      <a:pt x="3183" y="12045"/>
                    </a:cubicBezTo>
                    <a:cubicBezTo>
                      <a:pt x="3016" y="11731"/>
                      <a:pt x="3070" y="11478"/>
                      <a:pt x="3372" y="11278"/>
                    </a:cubicBezTo>
                    <a:cubicBezTo>
                      <a:pt x="3464" y="11218"/>
                      <a:pt x="3561" y="11170"/>
                      <a:pt x="3664" y="11132"/>
                    </a:cubicBezTo>
                    <a:cubicBezTo>
                      <a:pt x="4080" y="10980"/>
                      <a:pt x="4085" y="10986"/>
                      <a:pt x="4361" y="10710"/>
                    </a:cubicBezTo>
                    <a:close/>
                    <a:moveTo>
                      <a:pt x="9520" y="12747"/>
                    </a:moveTo>
                    <a:cubicBezTo>
                      <a:pt x="9618" y="12785"/>
                      <a:pt x="9699" y="12828"/>
                      <a:pt x="9774" y="12931"/>
                    </a:cubicBezTo>
                    <a:cubicBezTo>
                      <a:pt x="9434" y="13455"/>
                      <a:pt x="9034" y="13947"/>
                      <a:pt x="8597" y="14400"/>
                    </a:cubicBezTo>
                    <a:cubicBezTo>
                      <a:pt x="8942" y="13871"/>
                      <a:pt x="9364" y="13385"/>
                      <a:pt x="9520" y="12747"/>
                    </a:cubicBezTo>
                    <a:close/>
                    <a:moveTo>
                      <a:pt x="2739" y="14376"/>
                    </a:moveTo>
                    <a:lnTo>
                      <a:pt x="2739" y="14376"/>
                    </a:lnTo>
                    <a:cubicBezTo>
                      <a:pt x="3064" y="14646"/>
                      <a:pt x="3033" y="15020"/>
                      <a:pt x="2616" y="15400"/>
                    </a:cubicBezTo>
                    <a:cubicBezTo>
                      <a:pt x="2701" y="15043"/>
                      <a:pt x="2855" y="14722"/>
                      <a:pt x="2739" y="14376"/>
                    </a:cubicBezTo>
                    <a:close/>
                    <a:moveTo>
                      <a:pt x="8229" y="11904"/>
                    </a:moveTo>
                    <a:cubicBezTo>
                      <a:pt x="8391" y="12007"/>
                      <a:pt x="8553" y="12115"/>
                      <a:pt x="8732" y="12234"/>
                    </a:cubicBezTo>
                    <a:cubicBezTo>
                      <a:pt x="7754" y="13974"/>
                      <a:pt x="6549" y="15497"/>
                      <a:pt x="4696" y="16389"/>
                    </a:cubicBezTo>
                    <a:cubicBezTo>
                      <a:pt x="6171" y="15135"/>
                      <a:pt x="7143" y="13493"/>
                      <a:pt x="8229" y="11904"/>
                    </a:cubicBezTo>
                    <a:close/>
                    <a:moveTo>
                      <a:pt x="1930" y="13622"/>
                    </a:moveTo>
                    <a:cubicBezTo>
                      <a:pt x="2021" y="13979"/>
                      <a:pt x="2216" y="14195"/>
                      <a:pt x="2513" y="14346"/>
                    </a:cubicBezTo>
                    <a:cubicBezTo>
                      <a:pt x="2756" y="14465"/>
                      <a:pt x="2702" y="14698"/>
                      <a:pt x="2654" y="14908"/>
                    </a:cubicBezTo>
                    <a:cubicBezTo>
                      <a:pt x="2600" y="15141"/>
                      <a:pt x="2464" y="15362"/>
                      <a:pt x="2573" y="15621"/>
                    </a:cubicBezTo>
                    <a:cubicBezTo>
                      <a:pt x="2616" y="15719"/>
                      <a:pt x="2664" y="15800"/>
                      <a:pt x="2724" y="15881"/>
                    </a:cubicBezTo>
                    <a:cubicBezTo>
                      <a:pt x="2870" y="16075"/>
                      <a:pt x="2880" y="16270"/>
                      <a:pt x="2718" y="16464"/>
                    </a:cubicBezTo>
                    <a:cubicBezTo>
                      <a:pt x="2641" y="16557"/>
                      <a:pt x="2553" y="16609"/>
                      <a:pt x="2457" y="16609"/>
                    </a:cubicBezTo>
                    <a:cubicBezTo>
                      <a:pt x="2392" y="16609"/>
                      <a:pt x="2324" y="16585"/>
                      <a:pt x="2254" y="16534"/>
                    </a:cubicBezTo>
                    <a:cubicBezTo>
                      <a:pt x="2081" y="16410"/>
                      <a:pt x="2065" y="16243"/>
                      <a:pt x="2189" y="16091"/>
                    </a:cubicBezTo>
                    <a:cubicBezTo>
                      <a:pt x="2378" y="15859"/>
                      <a:pt x="2356" y="15686"/>
                      <a:pt x="2113" y="15519"/>
                    </a:cubicBezTo>
                    <a:cubicBezTo>
                      <a:pt x="1962" y="15416"/>
                      <a:pt x="1967" y="15281"/>
                      <a:pt x="2108" y="15162"/>
                    </a:cubicBezTo>
                    <a:cubicBezTo>
                      <a:pt x="2157" y="15124"/>
                      <a:pt x="2200" y="15076"/>
                      <a:pt x="2238" y="15038"/>
                    </a:cubicBezTo>
                    <a:cubicBezTo>
                      <a:pt x="2562" y="14714"/>
                      <a:pt x="2546" y="14498"/>
                      <a:pt x="2178" y="14228"/>
                    </a:cubicBezTo>
                    <a:cubicBezTo>
                      <a:pt x="1967" y="14071"/>
                      <a:pt x="1908" y="13947"/>
                      <a:pt x="1930" y="13622"/>
                    </a:cubicBezTo>
                    <a:close/>
                    <a:moveTo>
                      <a:pt x="8861" y="12320"/>
                    </a:moveTo>
                    <a:cubicBezTo>
                      <a:pt x="8883" y="12331"/>
                      <a:pt x="8915" y="12342"/>
                      <a:pt x="8937" y="12358"/>
                    </a:cubicBezTo>
                    <a:cubicBezTo>
                      <a:pt x="9542" y="12753"/>
                      <a:pt x="9531" y="12574"/>
                      <a:pt x="9169" y="13201"/>
                    </a:cubicBezTo>
                    <a:cubicBezTo>
                      <a:pt x="8337" y="14638"/>
                      <a:pt x="7327" y="15929"/>
                      <a:pt x="5803" y="16713"/>
                    </a:cubicBezTo>
                    <a:cubicBezTo>
                      <a:pt x="5614" y="16810"/>
                      <a:pt x="5425" y="16902"/>
                      <a:pt x="5193" y="17021"/>
                    </a:cubicBezTo>
                    <a:cubicBezTo>
                      <a:pt x="6095" y="16978"/>
                      <a:pt x="8888" y="14876"/>
                      <a:pt x="9899" y="12985"/>
                    </a:cubicBezTo>
                    <a:cubicBezTo>
                      <a:pt x="10055" y="13093"/>
                      <a:pt x="10217" y="13206"/>
                      <a:pt x="10396" y="13325"/>
                    </a:cubicBezTo>
                    <a:cubicBezTo>
                      <a:pt x="10217" y="13644"/>
                      <a:pt x="10066" y="13974"/>
                      <a:pt x="9839" y="14244"/>
                    </a:cubicBezTo>
                    <a:cubicBezTo>
                      <a:pt x="8861" y="15416"/>
                      <a:pt x="7829" y="16540"/>
                      <a:pt x="6495" y="17312"/>
                    </a:cubicBezTo>
                    <a:cubicBezTo>
                      <a:pt x="5571" y="17845"/>
                      <a:pt x="4581" y="18172"/>
                      <a:pt x="3505" y="18172"/>
                    </a:cubicBezTo>
                    <a:cubicBezTo>
                      <a:pt x="3423" y="18172"/>
                      <a:pt x="3341" y="18170"/>
                      <a:pt x="3259" y="18166"/>
                    </a:cubicBezTo>
                    <a:cubicBezTo>
                      <a:pt x="2794" y="18139"/>
                      <a:pt x="2394" y="17950"/>
                      <a:pt x="2032" y="17658"/>
                    </a:cubicBezTo>
                    <a:lnTo>
                      <a:pt x="2032" y="17658"/>
                    </a:lnTo>
                    <a:cubicBezTo>
                      <a:pt x="2497" y="17812"/>
                      <a:pt x="2959" y="17881"/>
                      <a:pt x="3420" y="17881"/>
                    </a:cubicBezTo>
                    <a:cubicBezTo>
                      <a:pt x="4009" y="17881"/>
                      <a:pt x="4597" y="17768"/>
                      <a:pt x="5182" y="17577"/>
                    </a:cubicBezTo>
                    <a:cubicBezTo>
                      <a:pt x="5998" y="17312"/>
                      <a:pt x="6765" y="16945"/>
                      <a:pt x="7473" y="16356"/>
                    </a:cubicBezTo>
                    <a:cubicBezTo>
                      <a:pt x="7289" y="16356"/>
                      <a:pt x="7219" y="16464"/>
                      <a:pt x="7132" y="16524"/>
                    </a:cubicBezTo>
                    <a:cubicBezTo>
                      <a:pt x="6252" y="17134"/>
                      <a:pt x="5274" y="17507"/>
                      <a:pt x="4226" y="17691"/>
                    </a:cubicBezTo>
                    <a:cubicBezTo>
                      <a:pt x="3982" y="17734"/>
                      <a:pt x="3740" y="17755"/>
                      <a:pt x="3501" y="17755"/>
                    </a:cubicBezTo>
                    <a:cubicBezTo>
                      <a:pt x="2931" y="17755"/>
                      <a:pt x="2372" y="17635"/>
                      <a:pt x="1832" y="17399"/>
                    </a:cubicBezTo>
                    <a:cubicBezTo>
                      <a:pt x="1476" y="17242"/>
                      <a:pt x="1206" y="16999"/>
                      <a:pt x="1027" y="16643"/>
                    </a:cubicBezTo>
                    <a:cubicBezTo>
                      <a:pt x="1046" y="16634"/>
                      <a:pt x="1062" y="16631"/>
                      <a:pt x="1076" y="16631"/>
                    </a:cubicBezTo>
                    <a:cubicBezTo>
                      <a:pt x="1128" y="16631"/>
                      <a:pt x="1155" y="16677"/>
                      <a:pt x="1189" y="16702"/>
                    </a:cubicBezTo>
                    <a:cubicBezTo>
                      <a:pt x="1686" y="17045"/>
                      <a:pt x="2207" y="17189"/>
                      <a:pt x="2746" y="17189"/>
                    </a:cubicBezTo>
                    <a:cubicBezTo>
                      <a:pt x="3098" y="17189"/>
                      <a:pt x="3459" y="17127"/>
                      <a:pt x="3826" y="17021"/>
                    </a:cubicBezTo>
                    <a:cubicBezTo>
                      <a:pt x="4609" y="16794"/>
                      <a:pt x="5247" y="16308"/>
                      <a:pt x="5917" y="15870"/>
                    </a:cubicBezTo>
                    <a:cubicBezTo>
                      <a:pt x="7019" y="15146"/>
                      <a:pt x="8013" y="13795"/>
                      <a:pt x="8861" y="12320"/>
                    </a:cubicBezTo>
                    <a:close/>
                    <a:moveTo>
                      <a:pt x="10569" y="13455"/>
                    </a:moveTo>
                    <a:cubicBezTo>
                      <a:pt x="10936" y="13660"/>
                      <a:pt x="11260" y="13974"/>
                      <a:pt x="11487" y="14384"/>
                    </a:cubicBezTo>
                    <a:cubicBezTo>
                      <a:pt x="11546" y="14487"/>
                      <a:pt x="11460" y="14563"/>
                      <a:pt x="11411" y="14633"/>
                    </a:cubicBezTo>
                    <a:cubicBezTo>
                      <a:pt x="11039" y="15211"/>
                      <a:pt x="10531" y="15648"/>
                      <a:pt x="9990" y="16059"/>
                    </a:cubicBezTo>
                    <a:cubicBezTo>
                      <a:pt x="8764" y="16988"/>
                      <a:pt x="7408" y="17653"/>
                      <a:pt x="5917" y="18031"/>
                    </a:cubicBezTo>
                    <a:cubicBezTo>
                      <a:pt x="5522" y="18134"/>
                      <a:pt x="5106" y="18172"/>
                      <a:pt x="4690" y="18215"/>
                    </a:cubicBezTo>
                    <a:cubicBezTo>
                      <a:pt x="7392" y="17550"/>
                      <a:pt x="9094" y="15670"/>
                      <a:pt x="10569" y="13455"/>
                    </a:cubicBezTo>
                    <a:close/>
                    <a:moveTo>
                      <a:pt x="8391" y="1"/>
                    </a:moveTo>
                    <a:cubicBezTo>
                      <a:pt x="8351" y="1"/>
                      <a:pt x="8308" y="6"/>
                      <a:pt x="8262" y="18"/>
                    </a:cubicBezTo>
                    <a:cubicBezTo>
                      <a:pt x="8802" y="948"/>
                      <a:pt x="8986" y="1834"/>
                      <a:pt x="8726" y="2190"/>
                    </a:cubicBezTo>
                    <a:cubicBezTo>
                      <a:pt x="8429" y="1401"/>
                      <a:pt x="7981" y="764"/>
                      <a:pt x="7381" y="272"/>
                    </a:cubicBezTo>
                    <a:cubicBezTo>
                      <a:pt x="7014" y="461"/>
                      <a:pt x="7008" y="537"/>
                      <a:pt x="7349" y="769"/>
                    </a:cubicBezTo>
                    <a:cubicBezTo>
                      <a:pt x="7424" y="823"/>
                      <a:pt x="7494" y="883"/>
                      <a:pt x="7565" y="948"/>
                    </a:cubicBezTo>
                    <a:cubicBezTo>
                      <a:pt x="8067" y="1434"/>
                      <a:pt x="8272" y="2077"/>
                      <a:pt x="8483" y="2720"/>
                    </a:cubicBezTo>
                    <a:cubicBezTo>
                      <a:pt x="8597" y="3071"/>
                      <a:pt x="8672" y="3433"/>
                      <a:pt x="8613" y="3849"/>
                    </a:cubicBezTo>
                    <a:cubicBezTo>
                      <a:pt x="8472" y="2984"/>
                      <a:pt x="8424" y="2860"/>
                      <a:pt x="7916" y="2174"/>
                    </a:cubicBezTo>
                    <a:cubicBezTo>
                      <a:pt x="7765" y="1963"/>
                      <a:pt x="7592" y="1763"/>
                      <a:pt x="7462" y="1531"/>
                    </a:cubicBezTo>
                    <a:cubicBezTo>
                      <a:pt x="7294" y="1245"/>
                      <a:pt x="7008" y="1050"/>
                      <a:pt x="6695" y="1045"/>
                    </a:cubicBezTo>
                    <a:cubicBezTo>
                      <a:pt x="6392" y="1039"/>
                      <a:pt x="6111" y="975"/>
                      <a:pt x="5825" y="910"/>
                    </a:cubicBezTo>
                    <a:cubicBezTo>
                      <a:pt x="5577" y="852"/>
                      <a:pt x="5335" y="822"/>
                      <a:pt x="5099" y="822"/>
                    </a:cubicBezTo>
                    <a:cubicBezTo>
                      <a:pt x="4523" y="822"/>
                      <a:pt x="3983" y="997"/>
                      <a:pt x="3469" y="1353"/>
                    </a:cubicBezTo>
                    <a:cubicBezTo>
                      <a:pt x="3666" y="1403"/>
                      <a:pt x="3860" y="1453"/>
                      <a:pt x="4062" y="1453"/>
                    </a:cubicBezTo>
                    <a:cubicBezTo>
                      <a:pt x="4121" y="1453"/>
                      <a:pt x="4181" y="1449"/>
                      <a:pt x="4242" y="1439"/>
                    </a:cubicBezTo>
                    <a:cubicBezTo>
                      <a:pt x="4375" y="1420"/>
                      <a:pt x="4505" y="1411"/>
                      <a:pt x="4631" y="1411"/>
                    </a:cubicBezTo>
                    <a:cubicBezTo>
                      <a:pt x="5324" y="1411"/>
                      <a:pt x="5897" y="1704"/>
                      <a:pt x="6322" y="2331"/>
                    </a:cubicBezTo>
                    <a:cubicBezTo>
                      <a:pt x="6706" y="2901"/>
                      <a:pt x="7214" y="3163"/>
                      <a:pt x="7828" y="3163"/>
                    </a:cubicBezTo>
                    <a:cubicBezTo>
                      <a:pt x="7982" y="3163"/>
                      <a:pt x="8143" y="3147"/>
                      <a:pt x="8310" y="3114"/>
                    </a:cubicBezTo>
                    <a:lnTo>
                      <a:pt x="8310" y="3114"/>
                    </a:lnTo>
                    <a:cubicBezTo>
                      <a:pt x="8386" y="3395"/>
                      <a:pt x="8316" y="3525"/>
                      <a:pt x="8024" y="3638"/>
                    </a:cubicBezTo>
                    <a:cubicBezTo>
                      <a:pt x="7882" y="3692"/>
                      <a:pt x="7733" y="3718"/>
                      <a:pt x="7582" y="3718"/>
                    </a:cubicBezTo>
                    <a:cubicBezTo>
                      <a:pt x="7122" y="3718"/>
                      <a:pt x="6642" y="3476"/>
                      <a:pt x="6284" y="3033"/>
                    </a:cubicBezTo>
                    <a:cubicBezTo>
                      <a:pt x="6111" y="2812"/>
                      <a:pt x="5901" y="2698"/>
                      <a:pt x="5641" y="2671"/>
                    </a:cubicBezTo>
                    <a:cubicBezTo>
                      <a:pt x="5414" y="2650"/>
                      <a:pt x="5236" y="2563"/>
                      <a:pt x="5090" y="2390"/>
                    </a:cubicBezTo>
                    <a:cubicBezTo>
                      <a:pt x="4750" y="1985"/>
                      <a:pt x="4312" y="1742"/>
                      <a:pt x="3815" y="1580"/>
                    </a:cubicBezTo>
                    <a:cubicBezTo>
                      <a:pt x="3642" y="1524"/>
                      <a:pt x="3471" y="1482"/>
                      <a:pt x="3302" y="1482"/>
                    </a:cubicBezTo>
                    <a:cubicBezTo>
                      <a:pt x="3145" y="1482"/>
                      <a:pt x="2988" y="1518"/>
                      <a:pt x="2832" y="1612"/>
                    </a:cubicBezTo>
                    <a:cubicBezTo>
                      <a:pt x="2481" y="1823"/>
                      <a:pt x="2157" y="2055"/>
                      <a:pt x="2227" y="2595"/>
                    </a:cubicBezTo>
                    <a:cubicBezTo>
                      <a:pt x="2092" y="2466"/>
                      <a:pt x="2043" y="2342"/>
                      <a:pt x="1924" y="2288"/>
                    </a:cubicBezTo>
                    <a:lnTo>
                      <a:pt x="1924" y="2288"/>
                    </a:lnTo>
                    <a:cubicBezTo>
                      <a:pt x="1908" y="2379"/>
                      <a:pt x="2000" y="2450"/>
                      <a:pt x="1957" y="2541"/>
                    </a:cubicBezTo>
                    <a:cubicBezTo>
                      <a:pt x="1886" y="2585"/>
                      <a:pt x="1768" y="2552"/>
                      <a:pt x="1708" y="2671"/>
                    </a:cubicBezTo>
                    <a:cubicBezTo>
                      <a:pt x="1795" y="2671"/>
                      <a:pt x="1876" y="2668"/>
                      <a:pt x="1955" y="2668"/>
                    </a:cubicBezTo>
                    <a:cubicBezTo>
                      <a:pt x="2014" y="2668"/>
                      <a:pt x="2072" y="2670"/>
                      <a:pt x="2129" y="2677"/>
                    </a:cubicBezTo>
                    <a:cubicBezTo>
                      <a:pt x="2194" y="2687"/>
                      <a:pt x="2281" y="2714"/>
                      <a:pt x="2270" y="2822"/>
                    </a:cubicBezTo>
                    <a:cubicBezTo>
                      <a:pt x="2265" y="2909"/>
                      <a:pt x="2200" y="2903"/>
                      <a:pt x="2146" y="2920"/>
                    </a:cubicBezTo>
                    <a:cubicBezTo>
                      <a:pt x="1805" y="3028"/>
                      <a:pt x="1578" y="3292"/>
                      <a:pt x="1551" y="3611"/>
                    </a:cubicBezTo>
                    <a:cubicBezTo>
                      <a:pt x="1519" y="3995"/>
                      <a:pt x="1670" y="4260"/>
                      <a:pt x="2021" y="4427"/>
                    </a:cubicBezTo>
                    <a:cubicBezTo>
                      <a:pt x="2135" y="4486"/>
                      <a:pt x="2211" y="4551"/>
                      <a:pt x="2221" y="4692"/>
                    </a:cubicBezTo>
                    <a:cubicBezTo>
                      <a:pt x="2238" y="4827"/>
                      <a:pt x="2259" y="4962"/>
                      <a:pt x="2275" y="5097"/>
                    </a:cubicBezTo>
                    <a:cubicBezTo>
                      <a:pt x="2297" y="5345"/>
                      <a:pt x="2313" y="5605"/>
                      <a:pt x="2405" y="5826"/>
                    </a:cubicBezTo>
                    <a:cubicBezTo>
                      <a:pt x="2475" y="6010"/>
                      <a:pt x="2497" y="6167"/>
                      <a:pt x="2437" y="6340"/>
                    </a:cubicBezTo>
                    <a:cubicBezTo>
                      <a:pt x="2340" y="6593"/>
                      <a:pt x="2351" y="6853"/>
                      <a:pt x="2405" y="7118"/>
                    </a:cubicBezTo>
                    <a:cubicBezTo>
                      <a:pt x="2518" y="7674"/>
                      <a:pt x="2718" y="8203"/>
                      <a:pt x="2983" y="8711"/>
                    </a:cubicBezTo>
                    <a:cubicBezTo>
                      <a:pt x="3161" y="9068"/>
                      <a:pt x="3394" y="9273"/>
                      <a:pt x="3794" y="9289"/>
                    </a:cubicBezTo>
                    <a:cubicBezTo>
                      <a:pt x="3945" y="9300"/>
                      <a:pt x="4101" y="9333"/>
                      <a:pt x="4183" y="9489"/>
                    </a:cubicBezTo>
                    <a:cubicBezTo>
                      <a:pt x="4474" y="10019"/>
                      <a:pt x="4474" y="10770"/>
                      <a:pt x="3691" y="10980"/>
                    </a:cubicBezTo>
                    <a:cubicBezTo>
                      <a:pt x="3248" y="11105"/>
                      <a:pt x="2935" y="11364"/>
                      <a:pt x="2962" y="11894"/>
                    </a:cubicBezTo>
                    <a:cubicBezTo>
                      <a:pt x="2610" y="11559"/>
                      <a:pt x="2875" y="11245"/>
                      <a:pt x="3021" y="10883"/>
                    </a:cubicBezTo>
                    <a:lnTo>
                      <a:pt x="3021" y="10883"/>
                    </a:lnTo>
                    <a:cubicBezTo>
                      <a:pt x="2573" y="11261"/>
                      <a:pt x="2546" y="11661"/>
                      <a:pt x="2886" y="12029"/>
                    </a:cubicBezTo>
                    <a:cubicBezTo>
                      <a:pt x="2999" y="12158"/>
                      <a:pt x="3129" y="12272"/>
                      <a:pt x="3205" y="12428"/>
                    </a:cubicBezTo>
                    <a:cubicBezTo>
                      <a:pt x="3302" y="12639"/>
                      <a:pt x="3259" y="12731"/>
                      <a:pt x="3043" y="12774"/>
                    </a:cubicBezTo>
                    <a:cubicBezTo>
                      <a:pt x="2848" y="12812"/>
                      <a:pt x="2654" y="12834"/>
                      <a:pt x="2464" y="12882"/>
                    </a:cubicBezTo>
                    <a:cubicBezTo>
                      <a:pt x="2102" y="12980"/>
                      <a:pt x="1838" y="13190"/>
                      <a:pt x="1768" y="13579"/>
                    </a:cubicBezTo>
                    <a:cubicBezTo>
                      <a:pt x="1697" y="13947"/>
                      <a:pt x="1827" y="14228"/>
                      <a:pt x="2173" y="14400"/>
                    </a:cubicBezTo>
                    <a:cubicBezTo>
                      <a:pt x="2367" y="14503"/>
                      <a:pt x="2367" y="14671"/>
                      <a:pt x="2265" y="14838"/>
                    </a:cubicBezTo>
                    <a:cubicBezTo>
                      <a:pt x="2205" y="14930"/>
                      <a:pt x="2113" y="15000"/>
                      <a:pt x="2038" y="15076"/>
                    </a:cubicBezTo>
                    <a:cubicBezTo>
                      <a:pt x="1827" y="15292"/>
                      <a:pt x="1822" y="15427"/>
                      <a:pt x="2032" y="15638"/>
                    </a:cubicBezTo>
                    <a:cubicBezTo>
                      <a:pt x="2086" y="15692"/>
                      <a:pt x="2157" y="15729"/>
                      <a:pt x="2162" y="15811"/>
                    </a:cubicBezTo>
                    <a:cubicBezTo>
                      <a:pt x="2102" y="15897"/>
                      <a:pt x="2032" y="15978"/>
                      <a:pt x="1984" y="16070"/>
                    </a:cubicBezTo>
                    <a:cubicBezTo>
                      <a:pt x="1822" y="16389"/>
                      <a:pt x="2016" y="16740"/>
                      <a:pt x="2383" y="16778"/>
                    </a:cubicBezTo>
                    <a:cubicBezTo>
                      <a:pt x="2405" y="16780"/>
                      <a:pt x="2426" y="16781"/>
                      <a:pt x="2447" y="16781"/>
                    </a:cubicBezTo>
                    <a:cubicBezTo>
                      <a:pt x="2633" y="16781"/>
                      <a:pt x="2778" y="16694"/>
                      <a:pt x="2880" y="16529"/>
                    </a:cubicBezTo>
                    <a:cubicBezTo>
                      <a:pt x="3021" y="16291"/>
                      <a:pt x="3053" y="16032"/>
                      <a:pt x="2859" y="15816"/>
                    </a:cubicBezTo>
                    <a:cubicBezTo>
                      <a:pt x="2681" y="15616"/>
                      <a:pt x="2724" y="15470"/>
                      <a:pt x="2886" y="15308"/>
                    </a:cubicBezTo>
                    <a:cubicBezTo>
                      <a:pt x="2962" y="15232"/>
                      <a:pt x="3005" y="15135"/>
                      <a:pt x="3043" y="15027"/>
                    </a:cubicBezTo>
                    <a:cubicBezTo>
                      <a:pt x="3167" y="14660"/>
                      <a:pt x="2999" y="14379"/>
                      <a:pt x="2789" y="14114"/>
                    </a:cubicBezTo>
                    <a:cubicBezTo>
                      <a:pt x="2713" y="14017"/>
                      <a:pt x="2632" y="13914"/>
                      <a:pt x="2691" y="13790"/>
                    </a:cubicBezTo>
                    <a:cubicBezTo>
                      <a:pt x="2749" y="13666"/>
                      <a:pt x="2856" y="13643"/>
                      <a:pt x="2973" y="13643"/>
                    </a:cubicBezTo>
                    <a:cubicBezTo>
                      <a:pt x="2989" y="13643"/>
                      <a:pt x="3005" y="13643"/>
                      <a:pt x="3021" y="13644"/>
                    </a:cubicBezTo>
                    <a:cubicBezTo>
                      <a:pt x="3035" y="13645"/>
                      <a:pt x="3049" y="13645"/>
                      <a:pt x="3063" y="13645"/>
                    </a:cubicBezTo>
                    <a:cubicBezTo>
                      <a:pt x="3504" y="13645"/>
                      <a:pt x="3805" y="13395"/>
                      <a:pt x="4010" y="13034"/>
                    </a:cubicBezTo>
                    <a:cubicBezTo>
                      <a:pt x="4215" y="12672"/>
                      <a:pt x="4139" y="12320"/>
                      <a:pt x="3891" y="11991"/>
                    </a:cubicBezTo>
                    <a:cubicBezTo>
                      <a:pt x="3675" y="11699"/>
                      <a:pt x="3788" y="11391"/>
                      <a:pt x="4145" y="11348"/>
                    </a:cubicBezTo>
                    <a:cubicBezTo>
                      <a:pt x="4420" y="11315"/>
                      <a:pt x="4572" y="11164"/>
                      <a:pt x="4626" y="10932"/>
                    </a:cubicBezTo>
                    <a:cubicBezTo>
                      <a:pt x="4771" y="10365"/>
                      <a:pt x="4890" y="9792"/>
                      <a:pt x="4680" y="9203"/>
                    </a:cubicBezTo>
                    <a:cubicBezTo>
                      <a:pt x="5031" y="9057"/>
                      <a:pt x="5409" y="8987"/>
                      <a:pt x="5755" y="8825"/>
                    </a:cubicBezTo>
                    <a:cubicBezTo>
                      <a:pt x="6133" y="8652"/>
                      <a:pt x="6333" y="8339"/>
                      <a:pt x="6544" y="7955"/>
                    </a:cubicBezTo>
                    <a:lnTo>
                      <a:pt x="6544" y="7955"/>
                    </a:lnTo>
                    <a:cubicBezTo>
                      <a:pt x="6387" y="7977"/>
                      <a:pt x="6360" y="8058"/>
                      <a:pt x="6317" y="8122"/>
                    </a:cubicBezTo>
                    <a:cubicBezTo>
                      <a:pt x="6138" y="8376"/>
                      <a:pt x="5949" y="8614"/>
                      <a:pt x="5641" y="8722"/>
                    </a:cubicBezTo>
                    <a:cubicBezTo>
                      <a:pt x="5128" y="8906"/>
                      <a:pt x="4609" y="9073"/>
                      <a:pt x="4069" y="9127"/>
                    </a:cubicBezTo>
                    <a:cubicBezTo>
                      <a:pt x="3982" y="9136"/>
                      <a:pt x="3891" y="9146"/>
                      <a:pt x="3801" y="9146"/>
                    </a:cubicBezTo>
                    <a:cubicBezTo>
                      <a:pt x="3612" y="9146"/>
                      <a:pt x="3432" y="9102"/>
                      <a:pt x="3329" y="8911"/>
                    </a:cubicBezTo>
                    <a:cubicBezTo>
                      <a:pt x="2837" y="7987"/>
                      <a:pt x="2313" y="7069"/>
                      <a:pt x="2681" y="5951"/>
                    </a:cubicBezTo>
                    <a:cubicBezTo>
                      <a:pt x="2713" y="5853"/>
                      <a:pt x="2756" y="5810"/>
                      <a:pt x="2870" y="5799"/>
                    </a:cubicBezTo>
                    <a:lnTo>
                      <a:pt x="2870" y="5799"/>
                    </a:lnTo>
                    <a:cubicBezTo>
                      <a:pt x="2853" y="6134"/>
                      <a:pt x="3113" y="6145"/>
                      <a:pt x="3356" y="6167"/>
                    </a:cubicBezTo>
                    <a:cubicBezTo>
                      <a:pt x="3302" y="6318"/>
                      <a:pt x="3253" y="6442"/>
                      <a:pt x="3210" y="6572"/>
                    </a:cubicBezTo>
                    <a:cubicBezTo>
                      <a:pt x="3135" y="6819"/>
                      <a:pt x="3278" y="7038"/>
                      <a:pt x="3488" y="7038"/>
                    </a:cubicBezTo>
                    <a:cubicBezTo>
                      <a:pt x="3522" y="7038"/>
                      <a:pt x="3557" y="7032"/>
                      <a:pt x="3594" y="7020"/>
                    </a:cubicBezTo>
                    <a:cubicBezTo>
                      <a:pt x="3561" y="6977"/>
                      <a:pt x="3540" y="6923"/>
                      <a:pt x="3502" y="6901"/>
                    </a:cubicBezTo>
                    <a:cubicBezTo>
                      <a:pt x="3307" y="6793"/>
                      <a:pt x="3340" y="6658"/>
                      <a:pt x="3421" y="6491"/>
                    </a:cubicBezTo>
                    <a:cubicBezTo>
                      <a:pt x="3507" y="6307"/>
                      <a:pt x="3572" y="6113"/>
                      <a:pt x="3631" y="5918"/>
                    </a:cubicBezTo>
                    <a:cubicBezTo>
                      <a:pt x="3794" y="5362"/>
                      <a:pt x="3577" y="4994"/>
                      <a:pt x="3048" y="4886"/>
                    </a:cubicBezTo>
                    <a:cubicBezTo>
                      <a:pt x="3007" y="4878"/>
                      <a:pt x="2967" y="4874"/>
                      <a:pt x="2928" y="4874"/>
                    </a:cubicBezTo>
                    <a:cubicBezTo>
                      <a:pt x="2761" y="4874"/>
                      <a:pt x="2608" y="4946"/>
                      <a:pt x="2437" y="5065"/>
                    </a:cubicBezTo>
                    <a:cubicBezTo>
                      <a:pt x="2400" y="4616"/>
                      <a:pt x="2454" y="4222"/>
                      <a:pt x="2589" y="3838"/>
                    </a:cubicBezTo>
                    <a:cubicBezTo>
                      <a:pt x="2645" y="3670"/>
                      <a:pt x="2715" y="3587"/>
                      <a:pt x="2805" y="3587"/>
                    </a:cubicBezTo>
                    <a:cubicBezTo>
                      <a:pt x="2879" y="3587"/>
                      <a:pt x="2967" y="3644"/>
                      <a:pt x="3070" y="3757"/>
                    </a:cubicBezTo>
                    <a:cubicBezTo>
                      <a:pt x="3237" y="3935"/>
                      <a:pt x="3378" y="4130"/>
                      <a:pt x="3486" y="4395"/>
                    </a:cubicBezTo>
                    <a:cubicBezTo>
                      <a:pt x="3691" y="4076"/>
                      <a:pt x="3972" y="3908"/>
                      <a:pt x="4291" y="3789"/>
                    </a:cubicBezTo>
                    <a:cubicBezTo>
                      <a:pt x="4334" y="3881"/>
                      <a:pt x="4377" y="3962"/>
                      <a:pt x="4426" y="4043"/>
                    </a:cubicBezTo>
                    <a:cubicBezTo>
                      <a:pt x="4594" y="4345"/>
                      <a:pt x="4840" y="4641"/>
                      <a:pt x="5162" y="4641"/>
                    </a:cubicBezTo>
                    <a:cubicBezTo>
                      <a:pt x="5181" y="4641"/>
                      <a:pt x="5200" y="4640"/>
                      <a:pt x="5220" y="4638"/>
                    </a:cubicBezTo>
                    <a:cubicBezTo>
                      <a:pt x="5265" y="4633"/>
                      <a:pt x="5309" y="4631"/>
                      <a:pt x="5350" y="4631"/>
                    </a:cubicBezTo>
                    <a:cubicBezTo>
                      <a:pt x="5705" y="4631"/>
                      <a:pt x="5911" y="4795"/>
                      <a:pt x="6090" y="5081"/>
                    </a:cubicBezTo>
                    <a:cubicBezTo>
                      <a:pt x="6160" y="5189"/>
                      <a:pt x="6344" y="5183"/>
                      <a:pt x="6376" y="5313"/>
                    </a:cubicBezTo>
                    <a:cubicBezTo>
                      <a:pt x="6452" y="5605"/>
                      <a:pt x="6657" y="5794"/>
                      <a:pt x="6857" y="5994"/>
                    </a:cubicBezTo>
                    <a:cubicBezTo>
                      <a:pt x="7138" y="6286"/>
                      <a:pt x="7105" y="6502"/>
                      <a:pt x="6814" y="6777"/>
                    </a:cubicBezTo>
                    <a:cubicBezTo>
                      <a:pt x="6376" y="7193"/>
                      <a:pt x="6209" y="7685"/>
                      <a:pt x="6835" y="8144"/>
                    </a:cubicBezTo>
                    <a:cubicBezTo>
                      <a:pt x="6992" y="8258"/>
                      <a:pt x="7057" y="8414"/>
                      <a:pt x="7100" y="8592"/>
                    </a:cubicBezTo>
                    <a:cubicBezTo>
                      <a:pt x="7170" y="8911"/>
                      <a:pt x="7008" y="9106"/>
                      <a:pt x="6803" y="9306"/>
                    </a:cubicBezTo>
                    <a:cubicBezTo>
                      <a:pt x="6538" y="9560"/>
                      <a:pt x="6495" y="10062"/>
                      <a:pt x="6695" y="10343"/>
                    </a:cubicBezTo>
                    <a:cubicBezTo>
                      <a:pt x="6765" y="10440"/>
                      <a:pt x="6851" y="10527"/>
                      <a:pt x="6970" y="10559"/>
                    </a:cubicBezTo>
                    <a:cubicBezTo>
                      <a:pt x="7013" y="10572"/>
                      <a:pt x="7054" y="10577"/>
                      <a:pt x="7095" y="10577"/>
                    </a:cubicBezTo>
                    <a:cubicBezTo>
                      <a:pt x="7229" y="10577"/>
                      <a:pt x="7355" y="10513"/>
                      <a:pt x="7484" y="10413"/>
                    </a:cubicBezTo>
                    <a:cubicBezTo>
                      <a:pt x="7532" y="10953"/>
                      <a:pt x="7624" y="11445"/>
                      <a:pt x="8078" y="11769"/>
                    </a:cubicBezTo>
                    <a:cubicBezTo>
                      <a:pt x="8062" y="11818"/>
                      <a:pt x="8045" y="11845"/>
                      <a:pt x="8029" y="11877"/>
                    </a:cubicBezTo>
                    <a:cubicBezTo>
                      <a:pt x="7629" y="12601"/>
                      <a:pt x="7132" y="13260"/>
                      <a:pt x="6657" y="13936"/>
                    </a:cubicBezTo>
                    <a:cubicBezTo>
                      <a:pt x="5992" y="14881"/>
                      <a:pt x="5274" y="15784"/>
                      <a:pt x="4339" y="16480"/>
                    </a:cubicBezTo>
                    <a:cubicBezTo>
                      <a:pt x="4139" y="16632"/>
                      <a:pt x="3934" y="16778"/>
                      <a:pt x="3658" y="16832"/>
                    </a:cubicBezTo>
                    <a:cubicBezTo>
                      <a:pt x="3804" y="16221"/>
                      <a:pt x="4242" y="15821"/>
                      <a:pt x="4599" y="15368"/>
                    </a:cubicBezTo>
                    <a:lnTo>
                      <a:pt x="4599" y="15368"/>
                    </a:lnTo>
                    <a:cubicBezTo>
                      <a:pt x="4436" y="15465"/>
                      <a:pt x="4318" y="15594"/>
                      <a:pt x="4183" y="15702"/>
                    </a:cubicBezTo>
                    <a:cubicBezTo>
                      <a:pt x="3826" y="15983"/>
                      <a:pt x="3577" y="16329"/>
                      <a:pt x="3496" y="16778"/>
                    </a:cubicBezTo>
                    <a:cubicBezTo>
                      <a:pt x="3480" y="16864"/>
                      <a:pt x="3432" y="16913"/>
                      <a:pt x="3351" y="16929"/>
                    </a:cubicBezTo>
                    <a:cubicBezTo>
                      <a:pt x="3138" y="16971"/>
                      <a:pt x="2928" y="16992"/>
                      <a:pt x="2723" y="16992"/>
                    </a:cubicBezTo>
                    <a:cubicBezTo>
                      <a:pt x="2157" y="16992"/>
                      <a:pt x="1624" y="16826"/>
                      <a:pt x="1152" y="16453"/>
                    </a:cubicBezTo>
                    <a:cubicBezTo>
                      <a:pt x="590" y="16005"/>
                      <a:pt x="514" y="16027"/>
                      <a:pt x="1103" y="15411"/>
                    </a:cubicBezTo>
                    <a:cubicBezTo>
                      <a:pt x="1184" y="15330"/>
                      <a:pt x="1297" y="15254"/>
                      <a:pt x="1292" y="15119"/>
                    </a:cubicBezTo>
                    <a:cubicBezTo>
                      <a:pt x="1265" y="14773"/>
                      <a:pt x="1233" y="14427"/>
                      <a:pt x="1200" y="14082"/>
                    </a:cubicBezTo>
                    <a:cubicBezTo>
                      <a:pt x="1196" y="14046"/>
                      <a:pt x="1188" y="14011"/>
                      <a:pt x="1147" y="14011"/>
                    </a:cubicBezTo>
                    <a:cubicBezTo>
                      <a:pt x="1138" y="14011"/>
                      <a:pt x="1127" y="14013"/>
                      <a:pt x="1114" y="14017"/>
                    </a:cubicBezTo>
                    <a:cubicBezTo>
                      <a:pt x="1065" y="14136"/>
                      <a:pt x="1081" y="14265"/>
                      <a:pt x="1092" y="14390"/>
                    </a:cubicBezTo>
                    <a:cubicBezTo>
                      <a:pt x="1135" y="14908"/>
                      <a:pt x="1125" y="15405"/>
                      <a:pt x="633" y="15746"/>
                    </a:cubicBezTo>
                    <a:cubicBezTo>
                      <a:pt x="622" y="15757"/>
                      <a:pt x="606" y="15767"/>
                      <a:pt x="579" y="15789"/>
                    </a:cubicBezTo>
                    <a:cubicBezTo>
                      <a:pt x="260" y="14735"/>
                      <a:pt x="125" y="13666"/>
                      <a:pt x="174" y="12515"/>
                    </a:cubicBezTo>
                    <a:lnTo>
                      <a:pt x="174" y="12515"/>
                    </a:lnTo>
                    <a:cubicBezTo>
                      <a:pt x="44" y="12747"/>
                      <a:pt x="17" y="12936"/>
                      <a:pt x="12" y="13131"/>
                    </a:cubicBezTo>
                    <a:cubicBezTo>
                      <a:pt x="1" y="13714"/>
                      <a:pt x="82" y="14287"/>
                      <a:pt x="168" y="14860"/>
                    </a:cubicBezTo>
                    <a:cubicBezTo>
                      <a:pt x="320" y="15902"/>
                      <a:pt x="709" y="16842"/>
                      <a:pt x="1503" y="17550"/>
                    </a:cubicBezTo>
                    <a:cubicBezTo>
                      <a:pt x="2010" y="18006"/>
                      <a:pt x="2600" y="18331"/>
                      <a:pt x="3323" y="18331"/>
                    </a:cubicBezTo>
                    <a:cubicBezTo>
                      <a:pt x="3363" y="18331"/>
                      <a:pt x="3402" y="18330"/>
                      <a:pt x="3442" y="18328"/>
                    </a:cubicBezTo>
                    <a:cubicBezTo>
                      <a:pt x="3700" y="18313"/>
                      <a:pt x="3960" y="18295"/>
                      <a:pt x="4221" y="18295"/>
                    </a:cubicBezTo>
                    <a:cubicBezTo>
                      <a:pt x="4332" y="18295"/>
                      <a:pt x="4444" y="18299"/>
                      <a:pt x="4555" y="18307"/>
                    </a:cubicBezTo>
                    <a:cubicBezTo>
                      <a:pt x="4633" y="18313"/>
                      <a:pt x="4710" y="18317"/>
                      <a:pt x="4786" y="18317"/>
                    </a:cubicBezTo>
                    <a:cubicBezTo>
                      <a:pt x="5193" y="18317"/>
                      <a:pt x="5592" y="18227"/>
                      <a:pt x="5987" y="18123"/>
                    </a:cubicBezTo>
                    <a:cubicBezTo>
                      <a:pt x="7494" y="17734"/>
                      <a:pt x="8883" y="17096"/>
                      <a:pt x="10131" y="16167"/>
                    </a:cubicBezTo>
                    <a:cubicBezTo>
                      <a:pt x="10644" y="15784"/>
                      <a:pt x="11141" y="15378"/>
                      <a:pt x="11482" y="14816"/>
                    </a:cubicBezTo>
                    <a:cubicBezTo>
                      <a:pt x="11752" y="14368"/>
                      <a:pt x="11736" y="14287"/>
                      <a:pt x="11363" y="13898"/>
                    </a:cubicBezTo>
                    <a:cubicBezTo>
                      <a:pt x="11012" y="13525"/>
                      <a:pt x="10606" y="13212"/>
                      <a:pt x="10174" y="12942"/>
                    </a:cubicBezTo>
                    <a:cubicBezTo>
                      <a:pt x="9726" y="12655"/>
                      <a:pt x="9672" y="12293"/>
                      <a:pt x="9834" y="11894"/>
                    </a:cubicBezTo>
                    <a:cubicBezTo>
                      <a:pt x="9958" y="11580"/>
                      <a:pt x="9904" y="11310"/>
                      <a:pt x="9704" y="11062"/>
                    </a:cubicBezTo>
                    <a:cubicBezTo>
                      <a:pt x="9564" y="10883"/>
                      <a:pt x="9348" y="10840"/>
                      <a:pt x="9148" y="10781"/>
                    </a:cubicBezTo>
                    <a:cubicBezTo>
                      <a:pt x="8802" y="10673"/>
                      <a:pt x="8710" y="10505"/>
                      <a:pt x="8834" y="10165"/>
                    </a:cubicBezTo>
                    <a:cubicBezTo>
                      <a:pt x="8894" y="9992"/>
                      <a:pt x="8969" y="9819"/>
                      <a:pt x="9045" y="9651"/>
                    </a:cubicBezTo>
                    <a:cubicBezTo>
                      <a:pt x="9148" y="9408"/>
                      <a:pt x="9104" y="9171"/>
                      <a:pt x="8921" y="9014"/>
                    </a:cubicBezTo>
                    <a:cubicBezTo>
                      <a:pt x="8688" y="8809"/>
                      <a:pt x="8526" y="8555"/>
                      <a:pt x="8316" y="8339"/>
                    </a:cubicBezTo>
                    <a:cubicBezTo>
                      <a:pt x="7819" y="7825"/>
                      <a:pt x="7916" y="7480"/>
                      <a:pt x="8197" y="7042"/>
                    </a:cubicBezTo>
                    <a:cubicBezTo>
                      <a:pt x="8516" y="6545"/>
                      <a:pt x="8899" y="6075"/>
                      <a:pt x="8769" y="5378"/>
                    </a:cubicBezTo>
                    <a:lnTo>
                      <a:pt x="8769" y="5378"/>
                    </a:lnTo>
                    <a:cubicBezTo>
                      <a:pt x="8964" y="5513"/>
                      <a:pt x="9110" y="5616"/>
                      <a:pt x="9256" y="5713"/>
                    </a:cubicBezTo>
                    <a:cubicBezTo>
                      <a:pt x="9553" y="5897"/>
                      <a:pt x="9569" y="5951"/>
                      <a:pt x="9418" y="6275"/>
                    </a:cubicBezTo>
                    <a:cubicBezTo>
                      <a:pt x="9272" y="6593"/>
                      <a:pt x="9018" y="6820"/>
                      <a:pt x="8775" y="7069"/>
                    </a:cubicBezTo>
                    <a:cubicBezTo>
                      <a:pt x="8521" y="7328"/>
                      <a:pt x="8391" y="7636"/>
                      <a:pt x="8429" y="8014"/>
                    </a:cubicBezTo>
                    <a:cubicBezTo>
                      <a:pt x="8467" y="8389"/>
                      <a:pt x="8831" y="8690"/>
                      <a:pt x="9179" y="8690"/>
                    </a:cubicBezTo>
                    <a:cubicBezTo>
                      <a:pt x="9273" y="8690"/>
                      <a:pt x="9365" y="8668"/>
                      <a:pt x="9450" y="8620"/>
                    </a:cubicBezTo>
                    <a:cubicBezTo>
                      <a:pt x="9396" y="8620"/>
                      <a:pt x="9347" y="8622"/>
                      <a:pt x="9301" y="8622"/>
                    </a:cubicBezTo>
                    <a:cubicBezTo>
                      <a:pt x="9278" y="8622"/>
                      <a:pt x="9256" y="8621"/>
                      <a:pt x="9234" y="8620"/>
                    </a:cubicBezTo>
                    <a:cubicBezTo>
                      <a:pt x="8926" y="8598"/>
                      <a:pt x="8629" y="8403"/>
                      <a:pt x="8591" y="8160"/>
                    </a:cubicBezTo>
                    <a:cubicBezTo>
                      <a:pt x="8543" y="7879"/>
                      <a:pt x="8570" y="7598"/>
                      <a:pt x="8775" y="7371"/>
                    </a:cubicBezTo>
                    <a:cubicBezTo>
                      <a:pt x="8915" y="7220"/>
                      <a:pt x="9072" y="7085"/>
                      <a:pt x="9207" y="6928"/>
                    </a:cubicBezTo>
                    <a:cubicBezTo>
                      <a:pt x="9472" y="6626"/>
                      <a:pt x="9710" y="6307"/>
                      <a:pt x="9639" y="5870"/>
                    </a:cubicBezTo>
                    <a:lnTo>
                      <a:pt x="9639" y="5870"/>
                    </a:lnTo>
                    <a:cubicBezTo>
                      <a:pt x="9676" y="5874"/>
                      <a:pt x="9711" y="5876"/>
                      <a:pt x="9744" y="5876"/>
                    </a:cubicBezTo>
                    <a:cubicBezTo>
                      <a:pt x="9964" y="5876"/>
                      <a:pt x="10104" y="5783"/>
                      <a:pt x="10174" y="5599"/>
                    </a:cubicBezTo>
                    <a:cubicBezTo>
                      <a:pt x="9439" y="5556"/>
                      <a:pt x="8850" y="5102"/>
                      <a:pt x="8742" y="4486"/>
                    </a:cubicBezTo>
                    <a:cubicBezTo>
                      <a:pt x="8813" y="4449"/>
                      <a:pt x="8888" y="4411"/>
                      <a:pt x="8953" y="4373"/>
                    </a:cubicBezTo>
                    <a:cubicBezTo>
                      <a:pt x="9193" y="4847"/>
                      <a:pt x="9367" y="5413"/>
                      <a:pt x="10006" y="5413"/>
                    </a:cubicBezTo>
                    <a:cubicBezTo>
                      <a:pt x="10029" y="5413"/>
                      <a:pt x="10053" y="5412"/>
                      <a:pt x="10077" y="5410"/>
                    </a:cubicBezTo>
                    <a:cubicBezTo>
                      <a:pt x="10531" y="5383"/>
                      <a:pt x="10909" y="4983"/>
                      <a:pt x="10925" y="4594"/>
                    </a:cubicBezTo>
                    <a:lnTo>
                      <a:pt x="10925" y="4594"/>
                    </a:lnTo>
                    <a:cubicBezTo>
                      <a:pt x="10822" y="4794"/>
                      <a:pt x="10682" y="4919"/>
                      <a:pt x="10542" y="5038"/>
                    </a:cubicBezTo>
                    <a:cubicBezTo>
                      <a:pt x="10366" y="5192"/>
                      <a:pt x="10176" y="5268"/>
                      <a:pt x="9995" y="5268"/>
                    </a:cubicBezTo>
                    <a:cubicBezTo>
                      <a:pt x="9853" y="5268"/>
                      <a:pt x="9717" y="5222"/>
                      <a:pt x="9596" y="5129"/>
                    </a:cubicBezTo>
                    <a:cubicBezTo>
                      <a:pt x="9326" y="4919"/>
                      <a:pt x="9142" y="4654"/>
                      <a:pt x="9050" y="4292"/>
                    </a:cubicBezTo>
                    <a:cubicBezTo>
                      <a:pt x="9429" y="4130"/>
                      <a:pt x="9888" y="4260"/>
                      <a:pt x="10244" y="3968"/>
                    </a:cubicBezTo>
                    <a:cubicBezTo>
                      <a:pt x="10585" y="3692"/>
                      <a:pt x="10844" y="3384"/>
                      <a:pt x="10979" y="2974"/>
                    </a:cubicBezTo>
                    <a:lnTo>
                      <a:pt x="10979" y="2974"/>
                    </a:lnTo>
                    <a:cubicBezTo>
                      <a:pt x="10774" y="3233"/>
                      <a:pt x="10623" y="3530"/>
                      <a:pt x="10358" y="3735"/>
                    </a:cubicBezTo>
                    <a:cubicBezTo>
                      <a:pt x="10080" y="3953"/>
                      <a:pt x="9806" y="4075"/>
                      <a:pt x="9584" y="4075"/>
                    </a:cubicBezTo>
                    <a:cubicBezTo>
                      <a:pt x="9547" y="4075"/>
                      <a:pt x="9511" y="4072"/>
                      <a:pt x="9477" y="4065"/>
                    </a:cubicBezTo>
                    <a:cubicBezTo>
                      <a:pt x="10520" y="3179"/>
                      <a:pt x="10785" y="2109"/>
                      <a:pt x="10428" y="1547"/>
                    </a:cubicBezTo>
                    <a:lnTo>
                      <a:pt x="10428" y="1547"/>
                    </a:lnTo>
                    <a:cubicBezTo>
                      <a:pt x="10450" y="2136"/>
                      <a:pt x="10444" y="2655"/>
                      <a:pt x="10120" y="3114"/>
                    </a:cubicBezTo>
                    <a:cubicBezTo>
                      <a:pt x="9704" y="3698"/>
                      <a:pt x="9364" y="4043"/>
                      <a:pt x="8980" y="4178"/>
                    </a:cubicBezTo>
                    <a:cubicBezTo>
                      <a:pt x="9239" y="3795"/>
                      <a:pt x="9466" y="3422"/>
                      <a:pt x="9634" y="3011"/>
                    </a:cubicBezTo>
                    <a:cubicBezTo>
                      <a:pt x="9931" y="2271"/>
                      <a:pt x="10120" y="1526"/>
                      <a:pt x="9791" y="737"/>
                    </a:cubicBezTo>
                    <a:cubicBezTo>
                      <a:pt x="9715" y="559"/>
                      <a:pt x="9612" y="440"/>
                      <a:pt x="9369" y="402"/>
                    </a:cubicBezTo>
                    <a:lnTo>
                      <a:pt x="9369" y="402"/>
                    </a:lnTo>
                    <a:cubicBezTo>
                      <a:pt x="9677" y="1639"/>
                      <a:pt x="9445" y="2774"/>
                      <a:pt x="8807" y="3903"/>
                    </a:cubicBezTo>
                    <a:cubicBezTo>
                      <a:pt x="8840" y="3487"/>
                      <a:pt x="8861" y="3141"/>
                      <a:pt x="8813" y="2795"/>
                    </a:cubicBezTo>
                    <a:cubicBezTo>
                      <a:pt x="8786" y="2595"/>
                      <a:pt x="8780" y="2417"/>
                      <a:pt x="8861" y="2223"/>
                    </a:cubicBezTo>
                    <a:cubicBezTo>
                      <a:pt x="9137" y="1574"/>
                      <a:pt x="9158" y="931"/>
                      <a:pt x="8786" y="299"/>
                    </a:cubicBezTo>
                    <a:cubicBezTo>
                      <a:pt x="8687" y="130"/>
                      <a:pt x="8578" y="1"/>
                      <a:pt x="83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5"/>
              <p:cNvSpPr/>
              <p:nvPr/>
            </p:nvSpPr>
            <p:spPr>
              <a:xfrm>
                <a:off x="3502633" y="3405451"/>
                <a:ext cx="196932" cy="1066954"/>
              </a:xfrm>
              <a:custGeom>
                <a:avLst/>
                <a:gdLst/>
                <a:ahLst/>
                <a:cxnLst/>
                <a:rect l="l" t="t" r="r" b="b"/>
                <a:pathLst>
                  <a:path w="3221" h="17451" extrusionOk="0">
                    <a:moveTo>
                      <a:pt x="60" y="1"/>
                    </a:moveTo>
                    <a:cubicBezTo>
                      <a:pt x="1" y="179"/>
                      <a:pt x="49" y="314"/>
                      <a:pt x="76" y="427"/>
                    </a:cubicBezTo>
                    <a:cubicBezTo>
                      <a:pt x="476" y="1983"/>
                      <a:pt x="827" y="3550"/>
                      <a:pt x="1173" y="5117"/>
                    </a:cubicBezTo>
                    <a:cubicBezTo>
                      <a:pt x="1394" y="6117"/>
                      <a:pt x="1594" y="7121"/>
                      <a:pt x="1708" y="8143"/>
                    </a:cubicBezTo>
                    <a:cubicBezTo>
                      <a:pt x="1789" y="8812"/>
                      <a:pt x="1886" y="9488"/>
                      <a:pt x="1978" y="10158"/>
                    </a:cubicBezTo>
                    <a:cubicBezTo>
                      <a:pt x="2086" y="10930"/>
                      <a:pt x="2183" y="11708"/>
                      <a:pt x="2216" y="12492"/>
                    </a:cubicBezTo>
                    <a:cubicBezTo>
                      <a:pt x="2253" y="13394"/>
                      <a:pt x="2248" y="14302"/>
                      <a:pt x="2113" y="15198"/>
                    </a:cubicBezTo>
                    <a:cubicBezTo>
                      <a:pt x="2000" y="15944"/>
                      <a:pt x="1843" y="16673"/>
                      <a:pt x="1238" y="17214"/>
                    </a:cubicBezTo>
                    <a:cubicBezTo>
                      <a:pt x="1211" y="17235"/>
                      <a:pt x="1162" y="17262"/>
                      <a:pt x="1205" y="17311"/>
                    </a:cubicBezTo>
                    <a:cubicBezTo>
                      <a:pt x="1220" y="17326"/>
                      <a:pt x="1235" y="17331"/>
                      <a:pt x="1249" y="17331"/>
                    </a:cubicBezTo>
                    <a:cubicBezTo>
                      <a:pt x="1266" y="17331"/>
                      <a:pt x="1282" y="17323"/>
                      <a:pt x="1297" y="17311"/>
                    </a:cubicBezTo>
                    <a:cubicBezTo>
                      <a:pt x="1546" y="17068"/>
                      <a:pt x="1810" y="16841"/>
                      <a:pt x="1962" y="16511"/>
                    </a:cubicBezTo>
                    <a:cubicBezTo>
                      <a:pt x="2329" y="15679"/>
                      <a:pt x="2362" y="14793"/>
                      <a:pt x="2416" y="13913"/>
                    </a:cubicBezTo>
                    <a:cubicBezTo>
                      <a:pt x="2459" y="13205"/>
                      <a:pt x="2399" y="12497"/>
                      <a:pt x="2324" y="11789"/>
                    </a:cubicBezTo>
                    <a:cubicBezTo>
                      <a:pt x="2243" y="11038"/>
                      <a:pt x="2135" y="10293"/>
                      <a:pt x="2027" y="9542"/>
                    </a:cubicBezTo>
                    <a:cubicBezTo>
                      <a:pt x="1967" y="9137"/>
                      <a:pt x="1913" y="8726"/>
                      <a:pt x="1859" y="8315"/>
                    </a:cubicBezTo>
                    <a:lnTo>
                      <a:pt x="1892" y="8310"/>
                    </a:lnTo>
                    <a:cubicBezTo>
                      <a:pt x="1913" y="8407"/>
                      <a:pt x="1940" y="8505"/>
                      <a:pt x="1962" y="8602"/>
                    </a:cubicBezTo>
                    <a:cubicBezTo>
                      <a:pt x="2270" y="9871"/>
                      <a:pt x="2502" y="11152"/>
                      <a:pt x="2718" y="12438"/>
                    </a:cubicBezTo>
                    <a:cubicBezTo>
                      <a:pt x="2869" y="13372"/>
                      <a:pt x="3021" y="14307"/>
                      <a:pt x="2983" y="15258"/>
                    </a:cubicBezTo>
                    <a:cubicBezTo>
                      <a:pt x="2950" y="15976"/>
                      <a:pt x="2934" y="16711"/>
                      <a:pt x="2426" y="17306"/>
                    </a:cubicBezTo>
                    <a:cubicBezTo>
                      <a:pt x="2399" y="17338"/>
                      <a:pt x="2345" y="17381"/>
                      <a:pt x="2394" y="17441"/>
                    </a:cubicBezTo>
                    <a:cubicBezTo>
                      <a:pt x="2413" y="17447"/>
                      <a:pt x="2430" y="17450"/>
                      <a:pt x="2446" y="17450"/>
                    </a:cubicBezTo>
                    <a:cubicBezTo>
                      <a:pt x="2508" y="17450"/>
                      <a:pt x="2549" y="17406"/>
                      <a:pt x="2583" y="17354"/>
                    </a:cubicBezTo>
                    <a:cubicBezTo>
                      <a:pt x="2778" y="17062"/>
                      <a:pt x="2967" y="16776"/>
                      <a:pt x="3037" y="16419"/>
                    </a:cubicBezTo>
                    <a:cubicBezTo>
                      <a:pt x="3221" y="15506"/>
                      <a:pt x="3183" y="14583"/>
                      <a:pt x="3075" y="13670"/>
                    </a:cubicBezTo>
                    <a:cubicBezTo>
                      <a:pt x="2923" y="12373"/>
                      <a:pt x="2697" y="11082"/>
                      <a:pt x="2405" y="9807"/>
                    </a:cubicBezTo>
                    <a:cubicBezTo>
                      <a:pt x="1816" y="7219"/>
                      <a:pt x="1238" y="4620"/>
                      <a:pt x="573" y="2048"/>
                    </a:cubicBezTo>
                    <a:cubicBezTo>
                      <a:pt x="400" y="1384"/>
                      <a:pt x="238" y="714"/>
                      <a:pt x="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5"/>
              <p:cNvSpPr/>
              <p:nvPr/>
            </p:nvSpPr>
            <p:spPr>
              <a:xfrm>
                <a:off x="3854433" y="3052369"/>
                <a:ext cx="309919" cy="956963"/>
              </a:xfrm>
              <a:custGeom>
                <a:avLst/>
                <a:gdLst/>
                <a:ahLst/>
                <a:cxnLst/>
                <a:rect l="l" t="t" r="r" b="b"/>
                <a:pathLst>
                  <a:path w="5069" h="15652" extrusionOk="0">
                    <a:moveTo>
                      <a:pt x="0" y="0"/>
                    </a:moveTo>
                    <a:cubicBezTo>
                      <a:pt x="17" y="367"/>
                      <a:pt x="22" y="692"/>
                      <a:pt x="44" y="1016"/>
                    </a:cubicBezTo>
                    <a:cubicBezTo>
                      <a:pt x="119" y="2075"/>
                      <a:pt x="298" y="3123"/>
                      <a:pt x="476" y="4166"/>
                    </a:cubicBezTo>
                    <a:cubicBezTo>
                      <a:pt x="827" y="6165"/>
                      <a:pt x="1416" y="8104"/>
                      <a:pt x="2043" y="10028"/>
                    </a:cubicBezTo>
                    <a:cubicBezTo>
                      <a:pt x="2572" y="11648"/>
                      <a:pt x="3366" y="13140"/>
                      <a:pt x="4258" y="14582"/>
                    </a:cubicBezTo>
                    <a:cubicBezTo>
                      <a:pt x="4490" y="14966"/>
                      <a:pt x="4712" y="15360"/>
                      <a:pt x="5068" y="15652"/>
                    </a:cubicBezTo>
                    <a:cubicBezTo>
                      <a:pt x="5025" y="15501"/>
                      <a:pt x="5047" y="15338"/>
                      <a:pt x="4933" y="15220"/>
                    </a:cubicBezTo>
                    <a:cubicBezTo>
                      <a:pt x="4528" y="14782"/>
                      <a:pt x="4279" y="14247"/>
                      <a:pt x="3993" y="13739"/>
                    </a:cubicBezTo>
                    <a:cubicBezTo>
                      <a:pt x="3350" y="12615"/>
                      <a:pt x="2729" y="11475"/>
                      <a:pt x="2313" y="10244"/>
                    </a:cubicBezTo>
                    <a:cubicBezTo>
                      <a:pt x="1281" y="7159"/>
                      <a:pt x="460" y="4020"/>
                      <a:pt x="146" y="762"/>
                    </a:cubicBezTo>
                    <a:cubicBezTo>
                      <a:pt x="119" y="524"/>
                      <a:pt x="163" y="265"/>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5"/>
              <p:cNvSpPr/>
              <p:nvPr/>
            </p:nvSpPr>
            <p:spPr>
              <a:xfrm>
                <a:off x="3887448" y="2288306"/>
                <a:ext cx="76058" cy="1093122"/>
              </a:xfrm>
              <a:custGeom>
                <a:avLst/>
                <a:gdLst/>
                <a:ahLst/>
                <a:cxnLst/>
                <a:rect l="l" t="t" r="r" b="b"/>
                <a:pathLst>
                  <a:path w="1244" h="17879" extrusionOk="0">
                    <a:moveTo>
                      <a:pt x="1" y="1"/>
                    </a:moveTo>
                    <a:lnTo>
                      <a:pt x="1" y="1"/>
                    </a:lnTo>
                    <a:cubicBezTo>
                      <a:pt x="28" y="76"/>
                      <a:pt x="55" y="157"/>
                      <a:pt x="87" y="228"/>
                    </a:cubicBezTo>
                    <a:cubicBezTo>
                      <a:pt x="265" y="584"/>
                      <a:pt x="395" y="962"/>
                      <a:pt x="492" y="1346"/>
                    </a:cubicBezTo>
                    <a:cubicBezTo>
                      <a:pt x="914" y="3015"/>
                      <a:pt x="1027" y="4717"/>
                      <a:pt x="1054" y="6430"/>
                    </a:cubicBezTo>
                    <a:cubicBezTo>
                      <a:pt x="1070" y="7397"/>
                      <a:pt x="1054" y="8364"/>
                      <a:pt x="1006" y="9326"/>
                    </a:cubicBezTo>
                    <a:cubicBezTo>
                      <a:pt x="973" y="9877"/>
                      <a:pt x="957" y="10433"/>
                      <a:pt x="892" y="10984"/>
                    </a:cubicBezTo>
                    <a:cubicBezTo>
                      <a:pt x="752" y="12168"/>
                      <a:pt x="633" y="13351"/>
                      <a:pt x="552" y="14539"/>
                    </a:cubicBezTo>
                    <a:cubicBezTo>
                      <a:pt x="476" y="15604"/>
                      <a:pt x="465" y="16673"/>
                      <a:pt x="546" y="17738"/>
                    </a:cubicBezTo>
                    <a:cubicBezTo>
                      <a:pt x="552" y="17797"/>
                      <a:pt x="541" y="17862"/>
                      <a:pt x="633" y="17878"/>
                    </a:cubicBezTo>
                    <a:cubicBezTo>
                      <a:pt x="638" y="17840"/>
                      <a:pt x="644" y="17797"/>
                      <a:pt x="644" y="17754"/>
                    </a:cubicBezTo>
                    <a:cubicBezTo>
                      <a:pt x="644" y="16776"/>
                      <a:pt x="617" y="15793"/>
                      <a:pt x="698" y="14809"/>
                    </a:cubicBezTo>
                    <a:cubicBezTo>
                      <a:pt x="735" y="14291"/>
                      <a:pt x="757" y="13772"/>
                      <a:pt x="811" y="13259"/>
                    </a:cubicBezTo>
                    <a:cubicBezTo>
                      <a:pt x="898" y="12378"/>
                      <a:pt x="1033" y="11503"/>
                      <a:pt x="1097" y="10617"/>
                    </a:cubicBezTo>
                    <a:cubicBezTo>
                      <a:pt x="1173" y="9531"/>
                      <a:pt x="1222" y="8434"/>
                      <a:pt x="1227" y="7343"/>
                    </a:cubicBezTo>
                    <a:cubicBezTo>
                      <a:pt x="1243" y="5333"/>
                      <a:pt x="1124" y="3329"/>
                      <a:pt x="638" y="1362"/>
                    </a:cubicBezTo>
                    <a:cubicBezTo>
                      <a:pt x="519" y="870"/>
                      <a:pt x="282" y="42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5"/>
              <p:cNvSpPr/>
              <p:nvPr/>
            </p:nvSpPr>
            <p:spPr>
              <a:xfrm>
                <a:off x="2485570" y="1599933"/>
                <a:ext cx="470105" cy="148998"/>
              </a:xfrm>
              <a:custGeom>
                <a:avLst/>
                <a:gdLst/>
                <a:ahLst/>
                <a:cxnLst/>
                <a:rect l="l" t="t" r="r" b="b"/>
                <a:pathLst>
                  <a:path w="7689" h="2437" extrusionOk="0">
                    <a:moveTo>
                      <a:pt x="7462" y="0"/>
                    </a:moveTo>
                    <a:lnTo>
                      <a:pt x="7462" y="0"/>
                    </a:lnTo>
                    <a:cubicBezTo>
                      <a:pt x="7489" y="325"/>
                      <a:pt x="7348" y="578"/>
                      <a:pt x="7105" y="778"/>
                    </a:cubicBezTo>
                    <a:cubicBezTo>
                      <a:pt x="6700" y="1106"/>
                      <a:pt x="6254" y="1303"/>
                      <a:pt x="5720" y="1303"/>
                    </a:cubicBezTo>
                    <a:cubicBezTo>
                      <a:pt x="5700" y="1303"/>
                      <a:pt x="5678" y="1303"/>
                      <a:pt x="5657" y="1302"/>
                    </a:cubicBezTo>
                    <a:cubicBezTo>
                      <a:pt x="5586" y="1301"/>
                      <a:pt x="5515" y="1300"/>
                      <a:pt x="5443" y="1300"/>
                    </a:cubicBezTo>
                    <a:cubicBezTo>
                      <a:pt x="5012" y="1300"/>
                      <a:pt x="4579" y="1322"/>
                      <a:pt x="4145" y="1322"/>
                    </a:cubicBezTo>
                    <a:cubicBezTo>
                      <a:pt x="3814" y="1322"/>
                      <a:pt x="3482" y="1310"/>
                      <a:pt x="3150" y="1265"/>
                    </a:cubicBezTo>
                    <a:cubicBezTo>
                      <a:pt x="3121" y="1261"/>
                      <a:pt x="3093" y="1259"/>
                      <a:pt x="3066" y="1259"/>
                    </a:cubicBezTo>
                    <a:cubicBezTo>
                      <a:pt x="2897" y="1259"/>
                      <a:pt x="2788" y="1339"/>
                      <a:pt x="2821" y="1573"/>
                    </a:cubicBezTo>
                    <a:cubicBezTo>
                      <a:pt x="2583" y="1535"/>
                      <a:pt x="2362" y="1513"/>
                      <a:pt x="2145" y="1459"/>
                    </a:cubicBezTo>
                    <a:cubicBezTo>
                      <a:pt x="1292" y="1254"/>
                      <a:pt x="481" y="984"/>
                      <a:pt x="130" y="54"/>
                    </a:cubicBezTo>
                    <a:cubicBezTo>
                      <a:pt x="1" y="125"/>
                      <a:pt x="11" y="233"/>
                      <a:pt x="44" y="346"/>
                    </a:cubicBezTo>
                    <a:cubicBezTo>
                      <a:pt x="103" y="568"/>
                      <a:pt x="233" y="746"/>
                      <a:pt x="400" y="892"/>
                    </a:cubicBezTo>
                    <a:cubicBezTo>
                      <a:pt x="784" y="1227"/>
                      <a:pt x="1211" y="1464"/>
                      <a:pt x="1719" y="1562"/>
                    </a:cubicBezTo>
                    <a:cubicBezTo>
                      <a:pt x="2156" y="1654"/>
                      <a:pt x="2632" y="1637"/>
                      <a:pt x="2994" y="1989"/>
                    </a:cubicBezTo>
                    <a:cubicBezTo>
                      <a:pt x="3044" y="2036"/>
                      <a:pt x="3110" y="2051"/>
                      <a:pt x="3178" y="2051"/>
                    </a:cubicBezTo>
                    <a:cubicBezTo>
                      <a:pt x="3250" y="2051"/>
                      <a:pt x="3325" y="2035"/>
                      <a:pt x="3388" y="2021"/>
                    </a:cubicBezTo>
                    <a:cubicBezTo>
                      <a:pt x="3458" y="2005"/>
                      <a:pt x="3526" y="1999"/>
                      <a:pt x="3593" y="1999"/>
                    </a:cubicBezTo>
                    <a:cubicBezTo>
                      <a:pt x="3779" y="1999"/>
                      <a:pt x="3955" y="2050"/>
                      <a:pt x="4134" y="2102"/>
                    </a:cubicBezTo>
                    <a:cubicBezTo>
                      <a:pt x="4517" y="2215"/>
                      <a:pt x="4928" y="2242"/>
                      <a:pt x="5360" y="2437"/>
                    </a:cubicBezTo>
                    <a:cubicBezTo>
                      <a:pt x="5230" y="2199"/>
                      <a:pt x="5090" y="2118"/>
                      <a:pt x="4906" y="2075"/>
                    </a:cubicBezTo>
                    <a:cubicBezTo>
                      <a:pt x="4425" y="1962"/>
                      <a:pt x="3950" y="1848"/>
                      <a:pt x="3475" y="1713"/>
                    </a:cubicBezTo>
                    <a:cubicBezTo>
                      <a:pt x="3309" y="1670"/>
                      <a:pt x="3132" y="1622"/>
                      <a:pt x="2982" y="1427"/>
                    </a:cubicBezTo>
                    <a:lnTo>
                      <a:pt x="2982" y="1427"/>
                    </a:lnTo>
                    <a:cubicBezTo>
                      <a:pt x="3482" y="1503"/>
                      <a:pt x="3971" y="1524"/>
                      <a:pt x="4455" y="1524"/>
                    </a:cubicBezTo>
                    <a:cubicBezTo>
                      <a:pt x="4827" y="1524"/>
                      <a:pt x="5197" y="1512"/>
                      <a:pt x="5565" y="1502"/>
                    </a:cubicBezTo>
                    <a:cubicBezTo>
                      <a:pt x="5576" y="1502"/>
                      <a:pt x="5586" y="1502"/>
                      <a:pt x="5596" y="1502"/>
                    </a:cubicBezTo>
                    <a:cubicBezTo>
                      <a:pt x="5830" y="1502"/>
                      <a:pt x="6017" y="1561"/>
                      <a:pt x="6208" y="1670"/>
                    </a:cubicBezTo>
                    <a:cubicBezTo>
                      <a:pt x="6381" y="1767"/>
                      <a:pt x="6495" y="1940"/>
                      <a:pt x="6716" y="2086"/>
                    </a:cubicBezTo>
                    <a:cubicBezTo>
                      <a:pt x="6592" y="1762"/>
                      <a:pt x="6370" y="1605"/>
                      <a:pt x="6149" y="1437"/>
                    </a:cubicBezTo>
                    <a:cubicBezTo>
                      <a:pt x="6576" y="1346"/>
                      <a:pt x="6932" y="1157"/>
                      <a:pt x="7256" y="908"/>
                    </a:cubicBezTo>
                    <a:cubicBezTo>
                      <a:pt x="7494" y="724"/>
                      <a:pt x="7602" y="465"/>
                      <a:pt x="7656" y="184"/>
                    </a:cubicBezTo>
                    <a:cubicBezTo>
                      <a:pt x="7689" y="27"/>
                      <a:pt x="7656" y="6"/>
                      <a:pt x="7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5"/>
              <p:cNvSpPr/>
              <p:nvPr/>
            </p:nvSpPr>
            <p:spPr>
              <a:xfrm>
                <a:off x="4361160" y="1620843"/>
                <a:ext cx="151016" cy="275130"/>
              </a:xfrm>
              <a:custGeom>
                <a:avLst/>
                <a:gdLst/>
                <a:ahLst/>
                <a:cxnLst/>
                <a:rect l="l" t="t" r="r" b="b"/>
                <a:pathLst>
                  <a:path w="2470" h="4500" extrusionOk="0">
                    <a:moveTo>
                      <a:pt x="1350" y="1"/>
                    </a:moveTo>
                    <a:cubicBezTo>
                      <a:pt x="1162" y="1"/>
                      <a:pt x="1041" y="226"/>
                      <a:pt x="865" y="328"/>
                    </a:cubicBezTo>
                    <a:cubicBezTo>
                      <a:pt x="892" y="335"/>
                      <a:pt x="917" y="338"/>
                      <a:pt x="941" y="338"/>
                    </a:cubicBezTo>
                    <a:cubicBezTo>
                      <a:pt x="1107" y="338"/>
                      <a:pt x="1203" y="193"/>
                      <a:pt x="1335" y="155"/>
                    </a:cubicBezTo>
                    <a:cubicBezTo>
                      <a:pt x="1464" y="253"/>
                      <a:pt x="1410" y="355"/>
                      <a:pt x="1367" y="458"/>
                    </a:cubicBezTo>
                    <a:cubicBezTo>
                      <a:pt x="1243" y="755"/>
                      <a:pt x="1048" y="1004"/>
                      <a:pt x="816" y="1220"/>
                    </a:cubicBezTo>
                    <a:cubicBezTo>
                      <a:pt x="632" y="1393"/>
                      <a:pt x="508" y="1576"/>
                      <a:pt x="540" y="1846"/>
                    </a:cubicBezTo>
                    <a:cubicBezTo>
                      <a:pt x="589" y="2219"/>
                      <a:pt x="459" y="2533"/>
                      <a:pt x="189" y="2787"/>
                    </a:cubicBezTo>
                    <a:cubicBezTo>
                      <a:pt x="157" y="2819"/>
                      <a:pt x="103" y="2857"/>
                      <a:pt x="151" y="2932"/>
                    </a:cubicBezTo>
                    <a:cubicBezTo>
                      <a:pt x="368" y="2792"/>
                      <a:pt x="524" y="2603"/>
                      <a:pt x="649" y="2430"/>
                    </a:cubicBezTo>
                    <a:cubicBezTo>
                      <a:pt x="1059" y="2533"/>
                      <a:pt x="1038" y="2830"/>
                      <a:pt x="994" y="3138"/>
                    </a:cubicBezTo>
                    <a:cubicBezTo>
                      <a:pt x="989" y="3154"/>
                      <a:pt x="989" y="3170"/>
                      <a:pt x="989" y="3186"/>
                    </a:cubicBezTo>
                    <a:cubicBezTo>
                      <a:pt x="960" y="3513"/>
                      <a:pt x="854" y="3635"/>
                      <a:pt x="565" y="3635"/>
                    </a:cubicBezTo>
                    <a:cubicBezTo>
                      <a:pt x="529" y="3635"/>
                      <a:pt x="490" y="3633"/>
                      <a:pt x="449" y="3629"/>
                    </a:cubicBezTo>
                    <a:cubicBezTo>
                      <a:pt x="416" y="3626"/>
                      <a:pt x="386" y="3613"/>
                      <a:pt x="357" y="3613"/>
                    </a:cubicBezTo>
                    <a:cubicBezTo>
                      <a:pt x="334" y="3613"/>
                      <a:pt x="311" y="3622"/>
                      <a:pt x="287" y="3651"/>
                    </a:cubicBezTo>
                    <a:cubicBezTo>
                      <a:pt x="200" y="3748"/>
                      <a:pt x="0" y="4315"/>
                      <a:pt x="11" y="4499"/>
                    </a:cubicBezTo>
                    <a:cubicBezTo>
                      <a:pt x="60" y="4407"/>
                      <a:pt x="108" y="4337"/>
                      <a:pt x="141" y="4261"/>
                    </a:cubicBezTo>
                    <a:cubicBezTo>
                      <a:pt x="274" y="3912"/>
                      <a:pt x="487" y="3688"/>
                      <a:pt x="860" y="3688"/>
                    </a:cubicBezTo>
                    <a:cubicBezTo>
                      <a:pt x="896" y="3688"/>
                      <a:pt x="934" y="3690"/>
                      <a:pt x="973" y="3694"/>
                    </a:cubicBezTo>
                    <a:cubicBezTo>
                      <a:pt x="980" y="3695"/>
                      <a:pt x="987" y="3695"/>
                      <a:pt x="994" y="3695"/>
                    </a:cubicBezTo>
                    <a:cubicBezTo>
                      <a:pt x="1095" y="3695"/>
                      <a:pt x="1156" y="3621"/>
                      <a:pt x="1156" y="3500"/>
                    </a:cubicBezTo>
                    <a:cubicBezTo>
                      <a:pt x="1167" y="3284"/>
                      <a:pt x="1189" y="3073"/>
                      <a:pt x="1210" y="2862"/>
                    </a:cubicBezTo>
                    <a:cubicBezTo>
                      <a:pt x="1215" y="2790"/>
                      <a:pt x="1219" y="2711"/>
                      <a:pt x="1308" y="2711"/>
                    </a:cubicBezTo>
                    <a:cubicBezTo>
                      <a:pt x="1325" y="2711"/>
                      <a:pt x="1347" y="2714"/>
                      <a:pt x="1372" y="2722"/>
                    </a:cubicBezTo>
                    <a:cubicBezTo>
                      <a:pt x="1400" y="2976"/>
                      <a:pt x="1318" y="3246"/>
                      <a:pt x="1443" y="3510"/>
                    </a:cubicBezTo>
                    <a:cubicBezTo>
                      <a:pt x="1691" y="3343"/>
                      <a:pt x="1481" y="3067"/>
                      <a:pt x="1610" y="2878"/>
                    </a:cubicBezTo>
                    <a:cubicBezTo>
                      <a:pt x="1621" y="2871"/>
                      <a:pt x="1632" y="2869"/>
                      <a:pt x="1644" y="2869"/>
                    </a:cubicBezTo>
                    <a:cubicBezTo>
                      <a:pt x="1687" y="2869"/>
                      <a:pt x="1734" y="2906"/>
                      <a:pt x="1781" y="2906"/>
                    </a:cubicBezTo>
                    <a:cubicBezTo>
                      <a:pt x="1810" y="2906"/>
                      <a:pt x="1838" y="2892"/>
                      <a:pt x="1864" y="2846"/>
                    </a:cubicBezTo>
                    <a:cubicBezTo>
                      <a:pt x="1681" y="2712"/>
                      <a:pt x="1556" y="2478"/>
                      <a:pt x="1291" y="2478"/>
                    </a:cubicBezTo>
                    <a:cubicBezTo>
                      <a:pt x="1267" y="2478"/>
                      <a:pt x="1242" y="2480"/>
                      <a:pt x="1216" y="2484"/>
                    </a:cubicBezTo>
                    <a:cubicBezTo>
                      <a:pt x="1476" y="2418"/>
                      <a:pt x="1725" y="2288"/>
                      <a:pt x="1982" y="2288"/>
                    </a:cubicBezTo>
                    <a:cubicBezTo>
                      <a:pt x="2083" y="2288"/>
                      <a:pt x="2186" y="2308"/>
                      <a:pt x="2291" y="2360"/>
                    </a:cubicBezTo>
                    <a:cubicBezTo>
                      <a:pt x="2350" y="2284"/>
                      <a:pt x="2345" y="2225"/>
                      <a:pt x="2313" y="2165"/>
                    </a:cubicBezTo>
                    <a:cubicBezTo>
                      <a:pt x="2220" y="2145"/>
                      <a:pt x="2130" y="2136"/>
                      <a:pt x="2041" y="2136"/>
                    </a:cubicBezTo>
                    <a:cubicBezTo>
                      <a:pt x="1725" y="2136"/>
                      <a:pt x="1431" y="2247"/>
                      <a:pt x="1140" y="2343"/>
                    </a:cubicBezTo>
                    <a:cubicBezTo>
                      <a:pt x="1081" y="2362"/>
                      <a:pt x="1029" y="2374"/>
                      <a:pt x="982" y="2374"/>
                    </a:cubicBezTo>
                    <a:cubicBezTo>
                      <a:pt x="883" y="2374"/>
                      <a:pt x="807" y="2323"/>
                      <a:pt x="740" y="2187"/>
                    </a:cubicBezTo>
                    <a:cubicBezTo>
                      <a:pt x="1237" y="1900"/>
                      <a:pt x="1772" y="1819"/>
                      <a:pt x="2329" y="1803"/>
                    </a:cubicBezTo>
                    <a:cubicBezTo>
                      <a:pt x="2169" y="1720"/>
                      <a:pt x="2017" y="1687"/>
                      <a:pt x="1871" y="1687"/>
                    </a:cubicBezTo>
                    <a:cubicBezTo>
                      <a:pt x="1470" y="1687"/>
                      <a:pt x="1108" y="1933"/>
                      <a:pt x="724" y="2036"/>
                    </a:cubicBezTo>
                    <a:cubicBezTo>
                      <a:pt x="654" y="1625"/>
                      <a:pt x="654" y="1549"/>
                      <a:pt x="1005" y="1409"/>
                    </a:cubicBezTo>
                    <a:cubicBezTo>
                      <a:pt x="1258" y="1308"/>
                      <a:pt x="1524" y="1122"/>
                      <a:pt x="1794" y="1122"/>
                    </a:cubicBezTo>
                    <a:cubicBezTo>
                      <a:pt x="1957" y="1122"/>
                      <a:pt x="2121" y="1189"/>
                      <a:pt x="2286" y="1382"/>
                    </a:cubicBezTo>
                    <a:cubicBezTo>
                      <a:pt x="2286" y="1382"/>
                      <a:pt x="2313" y="1371"/>
                      <a:pt x="2323" y="1360"/>
                    </a:cubicBezTo>
                    <a:cubicBezTo>
                      <a:pt x="2206" y="1079"/>
                      <a:pt x="2134" y="997"/>
                      <a:pt x="1941" y="997"/>
                    </a:cubicBezTo>
                    <a:cubicBezTo>
                      <a:pt x="1885" y="997"/>
                      <a:pt x="1820" y="1004"/>
                      <a:pt x="1740" y="1014"/>
                    </a:cubicBezTo>
                    <a:cubicBezTo>
                      <a:pt x="1508" y="1041"/>
                      <a:pt x="1318" y="1193"/>
                      <a:pt x="1070" y="1220"/>
                    </a:cubicBezTo>
                    <a:cubicBezTo>
                      <a:pt x="1254" y="955"/>
                      <a:pt x="1443" y="744"/>
                      <a:pt x="1713" y="609"/>
                    </a:cubicBezTo>
                    <a:cubicBezTo>
                      <a:pt x="1885" y="521"/>
                      <a:pt x="1982" y="469"/>
                      <a:pt x="2056" y="469"/>
                    </a:cubicBezTo>
                    <a:cubicBezTo>
                      <a:pt x="2154" y="469"/>
                      <a:pt x="2212" y="560"/>
                      <a:pt x="2350" y="782"/>
                    </a:cubicBezTo>
                    <a:cubicBezTo>
                      <a:pt x="2367" y="809"/>
                      <a:pt x="2399" y="825"/>
                      <a:pt x="2469" y="890"/>
                    </a:cubicBezTo>
                    <a:cubicBezTo>
                      <a:pt x="2404" y="658"/>
                      <a:pt x="2437" y="420"/>
                      <a:pt x="2264" y="334"/>
                    </a:cubicBezTo>
                    <a:cubicBezTo>
                      <a:pt x="2208" y="304"/>
                      <a:pt x="2155" y="292"/>
                      <a:pt x="2104" y="292"/>
                    </a:cubicBezTo>
                    <a:cubicBezTo>
                      <a:pt x="1901" y="292"/>
                      <a:pt x="1719" y="485"/>
                      <a:pt x="1464" y="593"/>
                    </a:cubicBezTo>
                    <a:cubicBezTo>
                      <a:pt x="1589" y="339"/>
                      <a:pt x="1686" y="107"/>
                      <a:pt x="1448" y="20"/>
                    </a:cubicBezTo>
                    <a:cubicBezTo>
                      <a:pt x="1413" y="7"/>
                      <a:pt x="1380" y="1"/>
                      <a:pt x="1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5"/>
              <p:cNvSpPr/>
              <p:nvPr/>
            </p:nvSpPr>
            <p:spPr>
              <a:xfrm>
                <a:off x="3656889" y="3657836"/>
                <a:ext cx="341283" cy="817136"/>
              </a:xfrm>
              <a:custGeom>
                <a:avLst/>
                <a:gdLst/>
                <a:ahLst/>
                <a:cxnLst/>
                <a:rect l="l" t="t" r="r" b="b"/>
                <a:pathLst>
                  <a:path w="5582" h="13365" extrusionOk="0">
                    <a:moveTo>
                      <a:pt x="11" y="0"/>
                    </a:moveTo>
                    <a:cubicBezTo>
                      <a:pt x="11" y="38"/>
                      <a:pt x="1" y="87"/>
                      <a:pt x="11" y="125"/>
                    </a:cubicBezTo>
                    <a:cubicBezTo>
                      <a:pt x="368" y="1924"/>
                      <a:pt x="806" y="3701"/>
                      <a:pt x="1335" y="5457"/>
                    </a:cubicBezTo>
                    <a:cubicBezTo>
                      <a:pt x="2183" y="8266"/>
                      <a:pt x="3350" y="10903"/>
                      <a:pt x="5252" y="13172"/>
                    </a:cubicBezTo>
                    <a:cubicBezTo>
                      <a:pt x="5316" y="13249"/>
                      <a:pt x="5371" y="13364"/>
                      <a:pt x="5499" y="13364"/>
                    </a:cubicBezTo>
                    <a:cubicBezTo>
                      <a:pt x="5524" y="13364"/>
                      <a:pt x="5551" y="13360"/>
                      <a:pt x="5582" y="13350"/>
                    </a:cubicBezTo>
                    <a:cubicBezTo>
                      <a:pt x="5528" y="13269"/>
                      <a:pt x="5484" y="13199"/>
                      <a:pt x="5430" y="13129"/>
                    </a:cubicBezTo>
                    <a:cubicBezTo>
                      <a:pt x="4636" y="12119"/>
                      <a:pt x="3885" y="11070"/>
                      <a:pt x="3291" y="9925"/>
                    </a:cubicBezTo>
                    <a:cubicBezTo>
                      <a:pt x="1870" y="7208"/>
                      <a:pt x="1033" y="4290"/>
                      <a:pt x="363" y="1319"/>
                    </a:cubicBezTo>
                    <a:cubicBezTo>
                      <a:pt x="260" y="876"/>
                      <a:pt x="190" y="422"/>
                      <a:pt x="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5"/>
              <p:cNvSpPr/>
              <p:nvPr/>
            </p:nvSpPr>
            <p:spPr>
              <a:xfrm>
                <a:off x="3757648" y="3977230"/>
                <a:ext cx="336637" cy="403402"/>
              </a:xfrm>
              <a:custGeom>
                <a:avLst/>
                <a:gdLst/>
                <a:ahLst/>
                <a:cxnLst/>
                <a:rect l="l" t="t" r="r" b="b"/>
                <a:pathLst>
                  <a:path w="5506" h="6598" extrusionOk="0">
                    <a:moveTo>
                      <a:pt x="0" y="1"/>
                    </a:moveTo>
                    <a:lnTo>
                      <a:pt x="0" y="1"/>
                    </a:lnTo>
                    <a:cubicBezTo>
                      <a:pt x="238" y="2044"/>
                      <a:pt x="3778" y="6277"/>
                      <a:pt x="5495" y="6590"/>
                    </a:cubicBezTo>
                    <a:lnTo>
                      <a:pt x="5495" y="6590"/>
                    </a:lnTo>
                    <a:cubicBezTo>
                      <a:pt x="4273" y="5776"/>
                      <a:pt x="3180" y="4833"/>
                      <a:pt x="2237" y="3712"/>
                    </a:cubicBezTo>
                    <a:cubicBezTo>
                      <a:pt x="1297" y="2589"/>
                      <a:pt x="600" y="1324"/>
                      <a:pt x="0" y="1"/>
                    </a:cubicBezTo>
                    <a:close/>
                    <a:moveTo>
                      <a:pt x="5495" y="6590"/>
                    </a:moveTo>
                    <a:lnTo>
                      <a:pt x="5495" y="6590"/>
                    </a:lnTo>
                    <a:cubicBezTo>
                      <a:pt x="5498" y="6593"/>
                      <a:pt x="5502" y="6595"/>
                      <a:pt x="5506" y="6597"/>
                    </a:cubicBezTo>
                    <a:lnTo>
                      <a:pt x="5506" y="6592"/>
                    </a:lnTo>
                    <a:cubicBezTo>
                      <a:pt x="5502" y="6591"/>
                      <a:pt x="5498" y="6591"/>
                      <a:pt x="5495" y="6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5"/>
              <p:cNvSpPr/>
              <p:nvPr/>
            </p:nvSpPr>
            <p:spPr>
              <a:xfrm>
                <a:off x="3868984" y="3651233"/>
                <a:ext cx="170458" cy="523909"/>
              </a:xfrm>
              <a:custGeom>
                <a:avLst/>
                <a:gdLst/>
                <a:ahLst/>
                <a:cxnLst/>
                <a:rect l="l" t="t" r="r" b="b"/>
                <a:pathLst>
                  <a:path w="2788" h="8569" extrusionOk="0">
                    <a:moveTo>
                      <a:pt x="162" y="0"/>
                    </a:moveTo>
                    <a:lnTo>
                      <a:pt x="162" y="0"/>
                    </a:lnTo>
                    <a:cubicBezTo>
                      <a:pt x="0" y="1978"/>
                      <a:pt x="1767" y="7737"/>
                      <a:pt x="2788" y="8569"/>
                    </a:cubicBezTo>
                    <a:lnTo>
                      <a:pt x="2788" y="8564"/>
                    </a:lnTo>
                    <a:cubicBezTo>
                      <a:pt x="2086" y="7234"/>
                      <a:pt x="1594" y="5819"/>
                      <a:pt x="1108" y="4403"/>
                    </a:cubicBezTo>
                    <a:cubicBezTo>
                      <a:pt x="611" y="2972"/>
                      <a:pt x="314" y="1502"/>
                      <a:pt x="1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5"/>
              <p:cNvSpPr/>
              <p:nvPr/>
            </p:nvSpPr>
            <p:spPr>
              <a:xfrm>
                <a:off x="3510215" y="2704178"/>
                <a:ext cx="44999" cy="516022"/>
              </a:xfrm>
              <a:custGeom>
                <a:avLst/>
                <a:gdLst/>
                <a:ahLst/>
                <a:cxnLst/>
                <a:rect l="l" t="t" r="r" b="b"/>
                <a:pathLst>
                  <a:path w="736" h="8440" extrusionOk="0">
                    <a:moveTo>
                      <a:pt x="736" y="1"/>
                    </a:moveTo>
                    <a:cubicBezTo>
                      <a:pt x="347" y="1238"/>
                      <a:pt x="1" y="7429"/>
                      <a:pt x="325" y="8440"/>
                    </a:cubicBezTo>
                    <a:cubicBezTo>
                      <a:pt x="287" y="7024"/>
                      <a:pt x="336" y="5619"/>
                      <a:pt x="401" y="4209"/>
                    </a:cubicBezTo>
                    <a:cubicBezTo>
                      <a:pt x="471" y="2805"/>
                      <a:pt x="584" y="1400"/>
                      <a:pt x="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5"/>
              <p:cNvSpPr/>
              <p:nvPr/>
            </p:nvSpPr>
            <p:spPr>
              <a:xfrm>
                <a:off x="4455927" y="835869"/>
                <a:ext cx="98191" cy="223039"/>
              </a:xfrm>
              <a:custGeom>
                <a:avLst/>
                <a:gdLst/>
                <a:ahLst/>
                <a:cxnLst/>
                <a:rect l="l" t="t" r="r" b="b"/>
                <a:pathLst>
                  <a:path w="1606" h="3648" extrusionOk="0">
                    <a:moveTo>
                      <a:pt x="1006" y="1"/>
                    </a:moveTo>
                    <a:lnTo>
                      <a:pt x="1006" y="1"/>
                    </a:lnTo>
                    <a:cubicBezTo>
                      <a:pt x="719" y="881"/>
                      <a:pt x="698" y="1843"/>
                      <a:pt x="1" y="2546"/>
                    </a:cubicBezTo>
                    <a:cubicBezTo>
                      <a:pt x="336" y="2794"/>
                      <a:pt x="384" y="2794"/>
                      <a:pt x="595" y="3599"/>
                    </a:cubicBezTo>
                    <a:cubicBezTo>
                      <a:pt x="552" y="3205"/>
                      <a:pt x="644" y="2762"/>
                      <a:pt x="157" y="2497"/>
                    </a:cubicBezTo>
                    <a:cubicBezTo>
                      <a:pt x="752" y="1951"/>
                      <a:pt x="773" y="1184"/>
                      <a:pt x="979" y="433"/>
                    </a:cubicBezTo>
                    <a:lnTo>
                      <a:pt x="979" y="433"/>
                    </a:lnTo>
                    <a:cubicBezTo>
                      <a:pt x="1022" y="1216"/>
                      <a:pt x="968" y="1967"/>
                      <a:pt x="1449" y="2616"/>
                    </a:cubicBezTo>
                    <a:cubicBezTo>
                      <a:pt x="1098" y="2686"/>
                      <a:pt x="957" y="2956"/>
                      <a:pt x="844" y="3648"/>
                    </a:cubicBezTo>
                    <a:cubicBezTo>
                      <a:pt x="1006" y="3259"/>
                      <a:pt x="1125" y="2832"/>
                      <a:pt x="1605" y="2664"/>
                    </a:cubicBezTo>
                    <a:cubicBezTo>
                      <a:pt x="995" y="1849"/>
                      <a:pt x="1162" y="892"/>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5"/>
              <p:cNvSpPr/>
              <p:nvPr/>
            </p:nvSpPr>
            <p:spPr>
              <a:xfrm>
                <a:off x="3359627" y="1542767"/>
                <a:ext cx="76364" cy="314198"/>
              </a:xfrm>
              <a:custGeom>
                <a:avLst/>
                <a:gdLst/>
                <a:ahLst/>
                <a:cxnLst/>
                <a:rect l="l" t="t" r="r" b="b"/>
                <a:pathLst>
                  <a:path w="1249" h="5139" extrusionOk="0">
                    <a:moveTo>
                      <a:pt x="260" y="1"/>
                    </a:moveTo>
                    <a:cubicBezTo>
                      <a:pt x="0" y="1821"/>
                      <a:pt x="308" y="3539"/>
                      <a:pt x="1248" y="5139"/>
                    </a:cubicBezTo>
                    <a:cubicBezTo>
                      <a:pt x="1021" y="4598"/>
                      <a:pt x="778" y="4058"/>
                      <a:pt x="638" y="3485"/>
                    </a:cubicBezTo>
                    <a:cubicBezTo>
                      <a:pt x="503" y="2913"/>
                      <a:pt x="411" y="2340"/>
                      <a:pt x="346" y="1757"/>
                    </a:cubicBezTo>
                    <a:cubicBezTo>
                      <a:pt x="276" y="1168"/>
                      <a:pt x="297" y="584"/>
                      <a:pt x="2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5"/>
              <p:cNvSpPr/>
              <p:nvPr/>
            </p:nvSpPr>
            <p:spPr>
              <a:xfrm>
                <a:off x="3554174" y="2819794"/>
                <a:ext cx="9966" cy="413612"/>
              </a:xfrm>
              <a:custGeom>
                <a:avLst/>
                <a:gdLst/>
                <a:ahLst/>
                <a:cxnLst/>
                <a:rect l="l" t="t" r="r" b="b"/>
                <a:pathLst>
                  <a:path w="163" h="6765" extrusionOk="0">
                    <a:moveTo>
                      <a:pt x="162" y="1"/>
                    </a:moveTo>
                    <a:cubicBezTo>
                      <a:pt x="11" y="2254"/>
                      <a:pt x="0" y="4506"/>
                      <a:pt x="146" y="6765"/>
                    </a:cubicBezTo>
                    <a:cubicBezTo>
                      <a:pt x="114" y="4512"/>
                      <a:pt x="119" y="2254"/>
                      <a:pt x="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5"/>
              <p:cNvSpPr/>
              <p:nvPr/>
            </p:nvSpPr>
            <p:spPr>
              <a:xfrm>
                <a:off x="2569454" y="1645482"/>
                <a:ext cx="305272" cy="9293"/>
              </a:xfrm>
              <a:custGeom>
                <a:avLst/>
                <a:gdLst/>
                <a:ahLst/>
                <a:cxnLst/>
                <a:rect l="l" t="t" r="r" b="b"/>
                <a:pathLst>
                  <a:path w="4993" h="152" extrusionOk="0">
                    <a:moveTo>
                      <a:pt x="1" y="1"/>
                    </a:moveTo>
                    <a:lnTo>
                      <a:pt x="1" y="1"/>
                    </a:lnTo>
                    <a:cubicBezTo>
                      <a:pt x="397" y="96"/>
                      <a:pt x="1887" y="151"/>
                      <a:pt x="3157" y="151"/>
                    </a:cubicBezTo>
                    <a:cubicBezTo>
                      <a:pt x="3983" y="151"/>
                      <a:pt x="4716" y="128"/>
                      <a:pt x="4993" y="77"/>
                    </a:cubicBezTo>
                    <a:cubicBezTo>
                      <a:pt x="4238" y="26"/>
                      <a:pt x="3490" y="16"/>
                      <a:pt x="2745" y="16"/>
                    </a:cubicBezTo>
                    <a:cubicBezTo>
                      <a:pt x="2290" y="16"/>
                      <a:pt x="1836" y="20"/>
                      <a:pt x="1384" y="20"/>
                    </a:cubicBezTo>
                    <a:cubicBezTo>
                      <a:pt x="922" y="20"/>
                      <a:pt x="462" y="16"/>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5"/>
              <p:cNvSpPr/>
              <p:nvPr/>
            </p:nvSpPr>
            <p:spPr>
              <a:xfrm>
                <a:off x="3143558" y="1845042"/>
                <a:ext cx="137137" cy="129556"/>
              </a:xfrm>
              <a:custGeom>
                <a:avLst/>
                <a:gdLst/>
                <a:ahLst/>
                <a:cxnLst/>
                <a:rect l="l" t="t" r="r" b="b"/>
                <a:pathLst>
                  <a:path w="2243" h="2119" extrusionOk="0">
                    <a:moveTo>
                      <a:pt x="1" y="0"/>
                    </a:moveTo>
                    <a:cubicBezTo>
                      <a:pt x="314" y="238"/>
                      <a:pt x="590" y="492"/>
                      <a:pt x="898" y="697"/>
                    </a:cubicBezTo>
                    <a:cubicBezTo>
                      <a:pt x="1400" y="1027"/>
                      <a:pt x="1811" y="1432"/>
                      <a:pt x="1919" y="2118"/>
                    </a:cubicBezTo>
                    <a:cubicBezTo>
                      <a:pt x="2243" y="1399"/>
                      <a:pt x="1125" y="36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5"/>
              <p:cNvSpPr/>
              <p:nvPr/>
            </p:nvSpPr>
            <p:spPr>
              <a:xfrm>
                <a:off x="4134882" y="1882032"/>
                <a:ext cx="116349" cy="142762"/>
              </a:xfrm>
              <a:custGeom>
                <a:avLst/>
                <a:gdLst/>
                <a:ahLst/>
                <a:cxnLst/>
                <a:rect l="l" t="t" r="r" b="b"/>
                <a:pathLst>
                  <a:path w="1903" h="2335" extrusionOk="0">
                    <a:moveTo>
                      <a:pt x="1902" y="0"/>
                    </a:moveTo>
                    <a:lnTo>
                      <a:pt x="1902" y="0"/>
                    </a:lnTo>
                    <a:cubicBezTo>
                      <a:pt x="1286" y="762"/>
                      <a:pt x="546" y="1421"/>
                      <a:pt x="0" y="2334"/>
                    </a:cubicBezTo>
                    <a:cubicBezTo>
                      <a:pt x="308" y="2232"/>
                      <a:pt x="1778" y="384"/>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5"/>
              <p:cNvSpPr/>
              <p:nvPr/>
            </p:nvSpPr>
            <p:spPr>
              <a:xfrm>
                <a:off x="3654566" y="1055361"/>
                <a:ext cx="86635" cy="42431"/>
              </a:xfrm>
              <a:custGeom>
                <a:avLst/>
                <a:gdLst/>
                <a:ahLst/>
                <a:cxnLst/>
                <a:rect l="l" t="t" r="r" b="b"/>
                <a:pathLst>
                  <a:path w="1417" h="694" extrusionOk="0">
                    <a:moveTo>
                      <a:pt x="763" y="312"/>
                    </a:moveTo>
                    <a:cubicBezTo>
                      <a:pt x="802" y="312"/>
                      <a:pt x="840" y="322"/>
                      <a:pt x="876" y="333"/>
                    </a:cubicBezTo>
                    <a:cubicBezTo>
                      <a:pt x="941" y="349"/>
                      <a:pt x="1006" y="366"/>
                      <a:pt x="1076" y="382"/>
                    </a:cubicBezTo>
                    <a:cubicBezTo>
                      <a:pt x="1071" y="518"/>
                      <a:pt x="1005" y="569"/>
                      <a:pt x="913" y="569"/>
                    </a:cubicBezTo>
                    <a:cubicBezTo>
                      <a:pt x="899" y="569"/>
                      <a:pt x="885" y="568"/>
                      <a:pt x="871" y="566"/>
                    </a:cubicBezTo>
                    <a:cubicBezTo>
                      <a:pt x="746" y="555"/>
                      <a:pt x="655" y="495"/>
                      <a:pt x="655" y="344"/>
                    </a:cubicBezTo>
                    <a:cubicBezTo>
                      <a:pt x="691" y="321"/>
                      <a:pt x="727" y="312"/>
                      <a:pt x="763" y="312"/>
                    </a:cubicBezTo>
                    <a:close/>
                    <a:moveTo>
                      <a:pt x="349" y="0"/>
                    </a:moveTo>
                    <a:cubicBezTo>
                      <a:pt x="306" y="0"/>
                      <a:pt x="264" y="4"/>
                      <a:pt x="222" y="9"/>
                    </a:cubicBezTo>
                    <a:cubicBezTo>
                      <a:pt x="120" y="25"/>
                      <a:pt x="44" y="90"/>
                      <a:pt x="44" y="198"/>
                    </a:cubicBezTo>
                    <a:cubicBezTo>
                      <a:pt x="44" y="301"/>
                      <a:pt x="1" y="436"/>
                      <a:pt x="109" y="506"/>
                    </a:cubicBezTo>
                    <a:cubicBezTo>
                      <a:pt x="128" y="519"/>
                      <a:pt x="145" y="525"/>
                      <a:pt x="159" y="525"/>
                    </a:cubicBezTo>
                    <a:cubicBezTo>
                      <a:pt x="221" y="525"/>
                      <a:pt x="245" y="423"/>
                      <a:pt x="298" y="393"/>
                    </a:cubicBezTo>
                    <a:cubicBezTo>
                      <a:pt x="357" y="366"/>
                      <a:pt x="422" y="349"/>
                      <a:pt x="487" y="322"/>
                    </a:cubicBezTo>
                    <a:cubicBezTo>
                      <a:pt x="509" y="484"/>
                      <a:pt x="530" y="636"/>
                      <a:pt x="709" y="668"/>
                    </a:cubicBezTo>
                    <a:cubicBezTo>
                      <a:pt x="769" y="681"/>
                      <a:pt x="832" y="693"/>
                      <a:pt x="893" y="693"/>
                    </a:cubicBezTo>
                    <a:cubicBezTo>
                      <a:pt x="984" y="693"/>
                      <a:pt x="1069" y="665"/>
                      <a:pt x="1125" y="571"/>
                    </a:cubicBezTo>
                    <a:cubicBezTo>
                      <a:pt x="1195" y="452"/>
                      <a:pt x="1281" y="430"/>
                      <a:pt x="1416" y="425"/>
                    </a:cubicBezTo>
                    <a:cubicBezTo>
                      <a:pt x="1157" y="247"/>
                      <a:pt x="849" y="214"/>
                      <a:pt x="595" y="58"/>
                    </a:cubicBezTo>
                    <a:cubicBezTo>
                      <a:pt x="519" y="14"/>
                      <a:pt x="434" y="0"/>
                      <a:pt x="3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5"/>
              <p:cNvSpPr/>
              <p:nvPr/>
            </p:nvSpPr>
            <p:spPr>
              <a:xfrm>
                <a:off x="3593793" y="1182837"/>
                <a:ext cx="78687" cy="27391"/>
              </a:xfrm>
              <a:custGeom>
                <a:avLst/>
                <a:gdLst/>
                <a:ahLst/>
                <a:cxnLst/>
                <a:rect l="l" t="t" r="r" b="b"/>
                <a:pathLst>
                  <a:path w="1287" h="448" extrusionOk="0">
                    <a:moveTo>
                      <a:pt x="484" y="0"/>
                    </a:moveTo>
                    <a:cubicBezTo>
                      <a:pt x="439" y="0"/>
                      <a:pt x="393" y="3"/>
                      <a:pt x="346" y="10"/>
                    </a:cubicBezTo>
                    <a:cubicBezTo>
                      <a:pt x="93" y="47"/>
                      <a:pt x="1" y="161"/>
                      <a:pt x="87" y="447"/>
                    </a:cubicBezTo>
                    <a:cubicBezTo>
                      <a:pt x="150" y="391"/>
                      <a:pt x="212" y="365"/>
                      <a:pt x="275" y="365"/>
                    </a:cubicBezTo>
                    <a:cubicBezTo>
                      <a:pt x="320" y="365"/>
                      <a:pt x="366" y="379"/>
                      <a:pt x="411" y="404"/>
                    </a:cubicBezTo>
                    <a:cubicBezTo>
                      <a:pt x="450" y="423"/>
                      <a:pt x="487" y="434"/>
                      <a:pt x="522" y="434"/>
                    </a:cubicBezTo>
                    <a:cubicBezTo>
                      <a:pt x="566" y="434"/>
                      <a:pt x="607" y="418"/>
                      <a:pt x="649" y="382"/>
                    </a:cubicBezTo>
                    <a:cubicBezTo>
                      <a:pt x="707" y="335"/>
                      <a:pt x="764" y="319"/>
                      <a:pt x="823" y="319"/>
                    </a:cubicBezTo>
                    <a:cubicBezTo>
                      <a:pt x="891" y="319"/>
                      <a:pt x="960" y="340"/>
                      <a:pt x="1033" y="361"/>
                    </a:cubicBezTo>
                    <a:cubicBezTo>
                      <a:pt x="1082" y="376"/>
                      <a:pt x="1132" y="426"/>
                      <a:pt x="1187" y="426"/>
                    </a:cubicBezTo>
                    <a:cubicBezTo>
                      <a:pt x="1210" y="426"/>
                      <a:pt x="1234" y="417"/>
                      <a:pt x="1260" y="393"/>
                    </a:cubicBezTo>
                    <a:cubicBezTo>
                      <a:pt x="1287" y="328"/>
                      <a:pt x="1249" y="274"/>
                      <a:pt x="1200" y="247"/>
                    </a:cubicBezTo>
                    <a:cubicBezTo>
                      <a:pt x="978" y="104"/>
                      <a:pt x="749" y="0"/>
                      <a:pt x="4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5"/>
              <p:cNvSpPr/>
              <p:nvPr/>
            </p:nvSpPr>
            <p:spPr>
              <a:xfrm>
                <a:off x="3639709" y="1027481"/>
                <a:ext cx="105772" cy="29103"/>
              </a:xfrm>
              <a:custGeom>
                <a:avLst/>
                <a:gdLst/>
                <a:ahLst/>
                <a:cxnLst/>
                <a:rect l="l" t="t" r="r" b="b"/>
                <a:pathLst>
                  <a:path w="1730" h="476" extrusionOk="0">
                    <a:moveTo>
                      <a:pt x="882" y="1"/>
                    </a:moveTo>
                    <a:cubicBezTo>
                      <a:pt x="731" y="1"/>
                      <a:pt x="568" y="18"/>
                      <a:pt x="400" y="54"/>
                    </a:cubicBezTo>
                    <a:cubicBezTo>
                      <a:pt x="206" y="98"/>
                      <a:pt x="22" y="179"/>
                      <a:pt x="1" y="476"/>
                    </a:cubicBezTo>
                    <a:cubicBezTo>
                      <a:pt x="255" y="263"/>
                      <a:pt x="511" y="193"/>
                      <a:pt x="770" y="193"/>
                    </a:cubicBezTo>
                    <a:cubicBezTo>
                      <a:pt x="1087" y="193"/>
                      <a:pt x="1408" y="299"/>
                      <a:pt x="1730" y="373"/>
                    </a:cubicBezTo>
                    <a:cubicBezTo>
                      <a:pt x="1623" y="132"/>
                      <a:pt x="1296"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5"/>
              <p:cNvSpPr/>
              <p:nvPr/>
            </p:nvSpPr>
            <p:spPr>
              <a:xfrm>
                <a:off x="2771950" y="1631665"/>
                <a:ext cx="143434" cy="6603"/>
              </a:xfrm>
              <a:custGeom>
                <a:avLst/>
                <a:gdLst/>
                <a:ahLst/>
                <a:cxnLst/>
                <a:rect l="l" t="t" r="r" b="b"/>
                <a:pathLst>
                  <a:path w="2346" h="108" extrusionOk="0">
                    <a:moveTo>
                      <a:pt x="1" y="0"/>
                    </a:moveTo>
                    <a:cubicBezTo>
                      <a:pt x="415" y="66"/>
                      <a:pt x="831" y="108"/>
                      <a:pt x="1248" y="108"/>
                    </a:cubicBezTo>
                    <a:cubicBezTo>
                      <a:pt x="1613" y="108"/>
                      <a:pt x="1979" y="76"/>
                      <a:pt x="2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5"/>
              <p:cNvSpPr/>
              <p:nvPr/>
            </p:nvSpPr>
            <p:spPr>
              <a:xfrm>
                <a:off x="4216442" y="4133809"/>
                <a:ext cx="57227" cy="86269"/>
              </a:xfrm>
              <a:custGeom>
                <a:avLst/>
                <a:gdLst/>
                <a:ahLst/>
                <a:cxnLst/>
                <a:rect l="l" t="t" r="r" b="b"/>
                <a:pathLst>
                  <a:path w="936" h="1411" extrusionOk="0">
                    <a:moveTo>
                      <a:pt x="1" y="1"/>
                    </a:moveTo>
                    <a:lnTo>
                      <a:pt x="1" y="1"/>
                    </a:lnTo>
                    <a:cubicBezTo>
                      <a:pt x="44" y="611"/>
                      <a:pt x="374" y="1103"/>
                      <a:pt x="935" y="1411"/>
                    </a:cubicBezTo>
                    <a:cubicBezTo>
                      <a:pt x="546" y="1006"/>
                      <a:pt x="276" y="52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5"/>
              <p:cNvSpPr/>
              <p:nvPr/>
            </p:nvSpPr>
            <p:spPr>
              <a:xfrm>
                <a:off x="3605043" y="1223312"/>
                <a:ext cx="60529" cy="11617"/>
              </a:xfrm>
              <a:custGeom>
                <a:avLst/>
                <a:gdLst/>
                <a:ahLst/>
                <a:cxnLst/>
                <a:rect l="l" t="t" r="r" b="b"/>
                <a:pathLst>
                  <a:path w="990" h="190" extrusionOk="0">
                    <a:moveTo>
                      <a:pt x="131" y="1"/>
                    </a:moveTo>
                    <a:cubicBezTo>
                      <a:pt x="88" y="1"/>
                      <a:pt x="44" y="2"/>
                      <a:pt x="0" y="7"/>
                    </a:cubicBezTo>
                    <a:cubicBezTo>
                      <a:pt x="78" y="125"/>
                      <a:pt x="300" y="189"/>
                      <a:pt x="519" y="189"/>
                    </a:cubicBezTo>
                    <a:cubicBezTo>
                      <a:pt x="711" y="189"/>
                      <a:pt x="901" y="140"/>
                      <a:pt x="989" y="34"/>
                    </a:cubicBezTo>
                    <a:lnTo>
                      <a:pt x="989" y="34"/>
                    </a:lnTo>
                    <a:cubicBezTo>
                      <a:pt x="923" y="44"/>
                      <a:pt x="857" y="48"/>
                      <a:pt x="792" y="48"/>
                    </a:cubicBezTo>
                    <a:cubicBezTo>
                      <a:pt x="571" y="48"/>
                      <a:pt x="356" y="1"/>
                      <a:pt x="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5"/>
              <p:cNvSpPr/>
              <p:nvPr/>
            </p:nvSpPr>
            <p:spPr>
              <a:xfrm>
                <a:off x="3600396" y="1243427"/>
                <a:ext cx="47995" cy="19626"/>
              </a:xfrm>
              <a:custGeom>
                <a:avLst/>
                <a:gdLst/>
                <a:ahLst/>
                <a:cxnLst/>
                <a:rect l="l" t="t" r="r" b="b"/>
                <a:pathLst>
                  <a:path w="785" h="321" extrusionOk="0">
                    <a:moveTo>
                      <a:pt x="313" y="0"/>
                    </a:moveTo>
                    <a:cubicBezTo>
                      <a:pt x="208" y="0"/>
                      <a:pt x="102" y="36"/>
                      <a:pt x="1" y="169"/>
                    </a:cubicBezTo>
                    <a:cubicBezTo>
                      <a:pt x="112" y="169"/>
                      <a:pt x="218" y="160"/>
                      <a:pt x="317" y="160"/>
                    </a:cubicBezTo>
                    <a:cubicBezTo>
                      <a:pt x="483" y="160"/>
                      <a:pt x="633" y="185"/>
                      <a:pt x="768" y="321"/>
                    </a:cubicBezTo>
                    <a:cubicBezTo>
                      <a:pt x="784" y="104"/>
                      <a:pt x="638" y="56"/>
                      <a:pt x="514" y="29"/>
                    </a:cubicBezTo>
                    <a:cubicBezTo>
                      <a:pt x="450" y="16"/>
                      <a:pt x="382" y="0"/>
                      <a:pt x="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5"/>
              <p:cNvSpPr/>
              <p:nvPr/>
            </p:nvSpPr>
            <p:spPr>
              <a:xfrm>
                <a:off x="3616292" y="1134170"/>
                <a:ext cx="35033" cy="21338"/>
              </a:xfrm>
              <a:custGeom>
                <a:avLst/>
                <a:gdLst/>
                <a:ahLst/>
                <a:cxnLst/>
                <a:rect l="l" t="t" r="r" b="b"/>
                <a:pathLst>
                  <a:path w="573" h="349" extrusionOk="0">
                    <a:moveTo>
                      <a:pt x="389" y="1"/>
                    </a:moveTo>
                    <a:cubicBezTo>
                      <a:pt x="404" y="149"/>
                      <a:pt x="358" y="182"/>
                      <a:pt x="293" y="182"/>
                    </a:cubicBezTo>
                    <a:cubicBezTo>
                      <a:pt x="241" y="182"/>
                      <a:pt x="177" y="161"/>
                      <a:pt x="120" y="161"/>
                    </a:cubicBezTo>
                    <a:cubicBezTo>
                      <a:pt x="69" y="161"/>
                      <a:pt x="23" y="178"/>
                      <a:pt x="0" y="244"/>
                    </a:cubicBezTo>
                    <a:cubicBezTo>
                      <a:pt x="94" y="271"/>
                      <a:pt x="178" y="348"/>
                      <a:pt x="268" y="348"/>
                    </a:cubicBezTo>
                    <a:cubicBezTo>
                      <a:pt x="319" y="348"/>
                      <a:pt x="371" y="324"/>
                      <a:pt x="427" y="254"/>
                    </a:cubicBezTo>
                    <a:cubicBezTo>
                      <a:pt x="497" y="168"/>
                      <a:pt x="573" y="7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5"/>
              <p:cNvSpPr/>
              <p:nvPr/>
            </p:nvSpPr>
            <p:spPr>
              <a:xfrm>
                <a:off x="3808211" y="1005654"/>
                <a:ext cx="56188" cy="23294"/>
              </a:xfrm>
              <a:custGeom>
                <a:avLst/>
                <a:gdLst/>
                <a:ahLst/>
                <a:cxnLst/>
                <a:rect l="l" t="t" r="r" b="b"/>
                <a:pathLst>
                  <a:path w="919" h="381" extrusionOk="0">
                    <a:moveTo>
                      <a:pt x="0" y="1"/>
                    </a:moveTo>
                    <a:lnTo>
                      <a:pt x="0" y="1"/>
                    </a:lnTo>
                    <a:cubicBezTo>
                      <a:pt x="49" y="228"/>
                      <a:pt x="141" y="314"/>
                      <a:pt x="373" y="357"/>
                    </a:cubicBezTo>
                    <a:cubicBezTo>
                      <a:pt x="452" y="372"/>
                      <a:pt x="519" y="381"/>
                      <a:pt x="577" y="381"/>
                    </a:cubicBezTo>
                    <a:cubicBezTo>
                      <a:pt x="729" y="381"/>
                      <a:pt x="821" y="324"/>
                      <a:pt x="919" y="179"/>
                    </a:cubicBezTo>
                    <a:lnTo>
                      <a:pt x="919" y="179"/>
                    </a:lnTo>
                    <a:cubicBezTo>
                      <a:pt x="803" y="224"/>
                      <a:pt x="695" y="245"/>
                      <a:pt x="592" y="245"/>
                    </a:cubicBezTo>
                    <a:cubicBezTo>
                      <a:pt x="375" y="245"/>
                      <a:pt x="184" y="15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2" name="Google Shape;892;p35"/>
            <p:cNvSpPr/>
            <p:nvPr/>
          </p:nvSpPr>
          <p:spPr>
            <a:xfrm>
              <a:off x="7890740" y="2332785"/>
              <a:ext cx="21250" cy="11800"/>
            </a:xfrm>
            <a:custGeom>
              <a:avLst/>
              <a:gdLst/>
              <a:ahLst/>
              <a:cxnLst/>
              <a:rect l="l" t="t" r="r" b="b"/>
              <a:pathLst>
                <a:path w="850" h="472" extrusionOk="0">
                  <a:moveTo>
                    <a:pt x="3" y="50"/>
                  </a:moveTo>
                  <a:cubicBezTo>
                    <a:pt x="-23" y="114"/>
                    <a:pt x="105" y="325"/>
                    <a:pt x="183" y="394"/>
                  </a:cubicBezTo>
                  <a:cubicBezTo>
                    <a:pt x="261" y="463"/>
                    <a:pt x="385" y="460"/>
                    <a:pt x="472" y="466"/>
                  </a:cubicBezTo>
                  <a:cubicBezTo>
                    <a:pt x="559" y="472"/>
                    <a:pt x="646" y="487"/>
                    <a:pt x="706" y="430"/>
                  </a:cubicBezTo>
                  <a:cubicBezTo>
                    <a:pt x="766" y="373"/>
                    <a:pt x="894" y="193"/>
                    <a:pt x="833" y="123"/>
                  </a:cubicBezTo>
                  <a:cubicBezTo>
                    <a:pt x="772" y="53"/>
                    <a:pt x="476" y="22"/>
                    <a:pt x="338" y="10"/>
                  </a:cubicBezTo>
                  <a:cubicBezTo>
                    <a:pt x="200" y="-2"/>
                    <a:pt x="29" y="-14"/>
                    <a:pt x="3" y="50"/>
                  </a:cubicBezTo>
                  <a:close/>
                </a:path>
              </a:pathLst>
            </a:custGeom>
            <a:solidFill>
              <a:schemeClr val="dk2"/>
            </a:solidFill>
            <a:ln>
              <a:noFill/>
            </a:ln>
          </p:spPr>
        </p:sp>
      </p:grpSp>
      <p:sp>
        <p:nvSpPr>
          <p:cNvPr id="2" name="TextBox 1">
            <a:extLst>
              <a:ext uri="{FF2B5EF4-FFF2-40B4-BE49-F238E27FC236}">
                <a16:creationId xmlns:a16="http://schemas.microsoft.com/office/drawing/2014/main" id="{9E8C5BA8-33A1-DA4F-8B21-00566F9CA7BE}"/>
              </a:ext>
            </a:extLst>
          </p:cNvPr>
          <p:cNvSpPr txBox="1"/>
          <p:nvPr/>
        </p:nvSpPr>
        <p:spPr>
          <a:xfrm>
            <a:off x="3069568" y="3397095"/>
            <a:ext cx="4238558" cy="400110"/>
          </a:xfrm>
          <a:prstGeom prst="rect">
            <a:avLst/>
          </a:prstGeom>
          <a:noFill/>
        </p:spPr>
        <p:txBody>
          <a:bodyPr wrap="square" rtlCol="0">
            <a:spAutoFit/>
          </a:bodyPr>
          <a:lstStyle/>
          <a:p>
            <a:r>
              <a:rPr lang="ar-EG" sz="2000" dirty="0">
                <a:latin typeface="Microsoft Sans Serif" panose="020B0604020202020204" pitchFamily="34" charset="0"/>
                <a:ea typeface="Microsoft Sans Serif" panose="020B0604020202020204" pitchFamily="34" charset="0"/>
                <a:cs typeface="Microsoft Sans Serif" panose="020B0604020202020204" pitchFamily="34" charset="0"/>
              </a:rPr>
              <a:t>محمد-جميل نعوس</a:t>
            </a: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ar-EG" sz="2000" dirty="0">
                <a:latin typeface="Microsoft Sans Serif" panose="020B0604020202020204" pitchFamily="34" charset="0"/>
                <a:ea typeface="Microsoft Sans Serif" panose="020B0604020202020204" pitchFamily="34" charset="0"/>
                <a:cs typeface="Microsoft Sans Serif" panose="020B0604020202020204" pitchFamily="34" charset="0"/>
              </a:rPr>
              <a:t>احمد بولاد</a:t>
            </a: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ar-EG" sz="2000" dirty="0">
                <a:latin typeface="Microsoft Sans Serif" panose="020B0604020202020204" pitchFamily="34" charset="0"/>
                <a:ea typeface="Microsoft Sans Serif" panose="020B0604020202020204" pitchFamily="34" charset="0"/>
                <a:cs typeface="Microsoft Sans Serif" panose="020B0604020202020204" pitchFamily="34" charset="0"/>
              </a:rPr>
              <a:t>رائد الحسيني</a:t>
            </a:r>
            <a:r>
              <a:rPr lang="en-US" sz="2000" dirty="0">
                <a:latin typeface="Microsoft Sans Serif" panose="020B0604020202020204" pitchFamily="34" charset="0"/>
                <a:ea typeface="Microsoft Sans Serif" panose="020B0604020202020204" pitchFamily="34" charset="0"/>
                <a:cs typeface="Microsoft Sans Serif" panose="020B0604020202020204" pitchFamily="34"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36" name="Google Shape;1136;p37"/>
          <p:cNvSpPr txBox="1">
            <a:spLocks noGrp="1"/>
          </p:cNvSpPr>
          <p:nvPr>
            <p:ph type="title" idx="7"/>
          </p:nvPr>
        </p:nvSpPr>
        <p:spPr>
          <a:xfrm>
            <a:off x="1505376" y="1194638"/>
            <a:ext cx="734700" cy="55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1138" name="Google Shape;1138;p37"/>
          <p:cNvSpPr txBox="1">
            <a:spLocks noGrp="1"/>
          </p:cNvSpPr>
          <p:nvPr>
            <p:ph type="title" idx="9"/>
          </p:nvPr>
        </p:nvSpPr>
        <p:spPr>
          <a:xfrm>
            <a:off x="4204650" y="1194638"/>
            <a:ext cx="734700" cy="55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139" name="Google Shape;1139;p37"/>
          <p:cNvSpPr txBox="1">
            <a:spLocks noGrp="1"/>
          </p:cNvSpPr>
          <p:nvPr>
            <p:ph type="title" idx="13"/>
          </p:nvPr>
        </p:nvSpPr>
        <p:spPr>
          <a:xfrm>
            <a:off x="2855013" y="2858093"/>
            <a:ext cx="734700" cy="55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1140" name="Google Shape;1140;p37"/>
          <p:cNvSpPr txBox="1">
            <a:spLocks noGrp="1"/>
          </p:cNvSpPr>
          <p:nvPr>
            <p:ph type="title" idx="14"/>
          </p:nvPr>
        </p:nvSpPr>
        <p:spPr>
          <a:xfrm>
            <a:off x="6903924" y="1194638"/>
            <a:ext cx="734700" cy="55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1141" name="Google Shape;1141;p37"/>
          <p:cNvSpPr txBox="1">
            <a:spLocks noGrp="1"/>
          </p:cNvSpPr>
          <p:nvPr>
            <p:ph type="title" idx="15"/>
          </p:nvPr>
        </p:nvSpPr>
        <p:spPr>
          <a:xfrm>
            <a:off x="5724750" y="2822113"/>
            <a:ext cx="734700" cy="554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1142" name="Google Shape;1142;p37"/>
          <p:cNvSpPr txBox="1">
            <a:spLocks noGrp="1"/>
          </p:cNvSpPr>
          <p:nvPr>
            <p:ph type="subTitle" idx="16"/>
          </p:nvPr>
        </p:nvSpPr>
        <p:spPr>
          <a:xfrm>
            <a:off x="719976" y="1925951"/>
            <a:ext cx="2305500" cy="411600"/>
          </a:xfrm>
          <a:prstGeom prst="rect">
            <a:avLst/>
          </a:prstGeom>
        </p:spPr>
        <p:txBody>
          <a:bodyPr spcFirstLastPara="1" wrap="square" lIns="91425" tIns="91425" rIns="91425" bIns="91425" anchor="ctr" anchorCtr="0">
            <a:noAutofit/>
          </a:bodyPr>
          <a:lstStyle/>
          <a:p>
            <a:pPr marL="0" lvl="0" indent="0"/>
            <a:r>
              <a:rPr lang="ar-EG" dirty="0">
                <a:latin typeface="Microsoft Sans Serif" panose="020B0604020202020204" pitchFamily="34" charset="0"/>
                <a:ea typeface="Microsoft Sans Serif" panose="020B0604020202020204" pitchFamily="34" charset="0"/>
                <a:cs typeface="Microsoft Sans Serif" panose="020B0604020202020204" pitchFamily="34" charset="0"/>
              </a:rPr>
              <a:t>فكاره الفلسفية</a:t>
            </a:r>
            <a:endParaRPr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143" name="Google Shape;1143;p37"/>
          <p:cNvSpPr txBox="1">
            <a:spLocks noGrp="1"/>
          </p:cNvSpPr>
          <p:nvPr>
            <p:ph type="subTitle" idx="17"/>
          </p:nvPr>
        </p:nvSpPr>
        <p:spPr>
          <a:xfrm>
            <a:off x="3419250" y="1925951"/>
            <a:ext cx="2305500" cy="411600"/>
          </a:xfrm>
          <a:prstGeom prst="rect">
            <a:avLst/>
          </a:prstGeom>
        </p:spPr>
        <p:txBody>
          <a:bodyPr spcFirstLastPara="1" wrap="square" lIns="91425" tIns="91425" rIns="91425" bIns="91425" anchor="ctr" anchorCtr="0">
            <a:noAutofit/>
          </a:bodyPr>
          <a:lstStyle/>
          <a:p>
            <a:pPr marL="0" lvl="0" indent="0"/>
            <a:r>
              <a:rPr lang="ar-EG" dirty="0">
                <a:latin typeface="Microsoft Sans Serif" panose="020B0604020202020204" pitchFamily="34" charset="0"/>
                <a:ea typeface="Microsoft Sans Serif" panose="020B0604020202020204" pitchFamily="34" charset="0"/>
                <a:cs typeface="Microsoft Sans Serif" panose="020B0604020202020204" pitchFamily="34" charset="0"/>
              </a:rPr>
              <a:t>حياته ومسيرته</a:t>
            </a:r>
            <a:endParaRPr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144" name="Google Shape;1144;p37"/>
          <p:cNvSpPr txBox="1">
            <a:spLocks noGrp="1"/>
          </p:cNvSpPr>
          <p:nvPr>
            <p:ph type="subTitle" idx="18"/>
          </p:nvPr>
        </p:nvSpPr>
        <p:spPr>
          <a:xfrm>
            <a:off x="6118524" y="1925951"/>
            <a:ext cx="2305500" cy="411600"/>
          </a:xfrm>
          <a:prstGeom prst="rect">
            <a:avLst/>
          </a:prstGeom>
        </p:spPr>
        <p:txBody>
          <a:bodyPr spcFirstLastPara="1" wrap="square" lIns="91425" tIns="91425" rIns="91425" bIns="91425" anchor="ctr" anchorCtr="0">
            <a:noAutofit/>
          </a:bodyPr>
          <a:lstStyle/>
          <a:p>
            <a:pPr marL="0" lvl="0" indent="0"/>
            <a:r>
              <a:rPr lang="ar-EG" dirty="0">
                <a:latin typeface="Microsoft Sans Serif" panose="020B0604020202020204" pitchFamily="34" charset="0"/>
                <a:ea typeface="Microsoft Sans Serif" panose="020B0604020202020204" pitchFamily="34" charset="0"/>
                <a:cs typeface="Microsoft Sans Serif" panose="020B0604020202020204" pitchFamily="34" charset="0"/>
              </a:rPr>
              <a:t>المقدمة</a:t>
            </a:r>
            <a:endParaRPr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146" name="Google Shape;1146;p37"/>
          <p:cNvSpPr txBox="1">
            <a:spLocks noGrp="1"/>
          </p:cNvSpPr>
          <p:nvPr>
            <p:ph type="subTitle" idx="20"/>
          </p:nvPr>
        </p:nvSpPr>
        <p:spPr>
          <a:xfrm>
            <a:off x="2069613" y="3490590"/>
            <a:ext cx="2305500" cy="411600"/>
          </a:xfrm>
          <a:prstGeom prst="rect">
            <a:avLst/>
          </a:prstGeom>
        </p:spPr>
        <p:txBody>
          <a:bodyPr spcFirstLastPara="1" wrap="square" lIns="91425" tIns="91425" rIns="91425" bIns="91425" anchor="ctr" anchorCtr="0">
            <a:noAutofit/>
          </a:bodyPr>
          <a:lstStyle/>
          <a:p>
            <a:pPr marL="0" lvl="0" indent="0"/>
            <a:r>
              <a:rPr lang="ar-EG" dirty="0">
                <a:latin typeface="Microsoft Sans Serif" panose="020B0604020202020204" pitchFamily="34" charset="0"/>
                <a:ea typeface="Microsoft Sans Serif" panose="020B0604020202020204" pitchFamily="34" charset="0"/>
                <a:cs typeface="Microsoft Sans Serif" panose="020B0604020202020204" pitchFamily="34" charset="0"/>
              </a:rPr>
              <a:t>الخاتمة</a:t>
            </a:r>
            <a:endParaRPr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147" name="Google Shape;1147;p37"/>
          <p:cNvSpPr txBox="1">
            <a:spLocks noGrp="1"/>
          </p:cNvSpPr>
          <p:nvPr>
            <p:ph type="subTitle" idx="21"/>
          </p:nvPr>
        </p:nvSpPr>
        <p:spPr>
          <a:xfrm>
            <a:off x="5049002" y="3489775"/>
            <a:ext cx="2305500" cy="411600"/>
          </a:xfrm>
          <a:prstGeom prst="rect">
            <a:avLst/>
          </a:prstGeom>
        </p:spPr>
        <p:txBody>
          <a:bodyPr spcFirstLastPara="1" wrap="square" lIns="91425" tIns="91425" rIns="91425" bIns="91425" anchor="ctr" anchorCtr="0">
            <a:noAutofit/>
          </a:bodyPr>
          <a:lstStyle/>
          <a:p>
            <a:pPr marL="0" lvl="0" indent="0"/>
            <a:r>
              <a:rPr lang="ar-EG" dirty="0">
                <a:latin typeface="Microsoft Sans Serif" panose="020B0604020202020204" pitchFamily="34" charset="0"/>
                <a:ea typeface="Microsoft Sans Serif" panose="020B0604020202020204" pitchFamily="34" charset="0"/>
                <a:cs typeface="Microsoft Sans Serif" panose="020B0604020202020204" pitchFamily="34" charset="0"/>
              </a:rPr>
              <a:t>أقواله المشهورة</a:t>
            </a:r>
            <a:endParaRPr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7"/>
        <p:cNvGrpSpPr/>
        <p:nvPr/>
      </p:nvGrpSpPr>
      <p:grpSpPr>
        <a:xfrm>
          <a:off x="0" y="0"/>
          <a:ext cx="0" cy="0"/>
          <a:chOff x="0" y="0"/>
          <a:chExt cx="0" cy="0"/>
        </a:xfrm>
      </p:grpSpPr>
      <p:sp>
        <p:nvSpPr>
          <p:cNvPr id="1298" name="Google Shape;1298;p39"/>
          <p:cNvSpPr/>
          <p:nvPr/>
        </p:nvSpPr>
        <p:spPr>
          <a:xfrm>
            <a:off x="2577942" y="764212"/>
            <a:ext cx="1021098" cy="242163"/>
          </a:xfrm>
          <a:custGeom>
            <a:avLst/>
            <a:gdLst/>
            <a:ahLst/>
            <a:cxnLst/>
            <a:rect l="l" t="t" r="r" b="b"/>
            <a:pathLst>
              <a:path w="21007" h="4982" extrusionOk="0">
                <a:moveTo>
                  <a:pt x="7390" y="0"/>
                </a:moveTo>
                <a:cubicBezTo>
                  <a:pt x="6906" y="0"/>
                  <a:pt x="6452" y="217"/>
                  <a:pt x="6076" y="802"/>
                </a:cubicBezTo>
                <a:cubicBezTo>
                  <a:pt x="5738" y="1349"/>
                  <a:pt x="5561" y="1943"/>
                  <a:pt x="5111" y="2425"/>
                </a:cubicBezTo>
                <a:cubicBezTo>
                  <a:pt x="4549" y="3004"/>
                  <a:pt x="3874" y="3325"/>
                  <a:pt x="3054" y="3358"/>
                </a:cubicBezTo>
                <a:cubicBezTo>
                  <a:pt x="3032" y="3358"/>
                  <a:pt x="3011" y="3358"/>
                  <a:pt x="2989" y="3358"/>
                </a:cubicBezTo>
                <a:cubicBezTo>
                  <a:pt x="2336" y="3358"/>
                  <a:pt x="1667" y="3100"/>
                  <a:pt x="1099" y="3100"/>
                </a:cubicBezTo>
                <a:cubicBezTo>
                  <a:pt x="651" y="3100"/>
                  <a:pt x="265" y="3261"/>
                  <a:pt x="0" y="3840"/>
                </a:cubicBezTo>
                <a:cubicBezTo>
                  <a:pt x="1827" y="4306"/>
                  <a:pt x="3623" y="4982"/>
                  <a:pt x="6322" y="4982"/>
                </a:cubicBezTo>
                <a:cubicBezTo>
                  <a:pt x="6971" y="4982"/>
                  <a:pt x="7672" y="4943"/>
                  <a:pt x="8438" y="4852"/>
                </a:cubicBezTo>
                <a:cubicBezTo>
                  <a:pt x="11620" y="4483"/>
                  <a:pt x="14931" y="4161"/>
                  <a:pt x="18290" y="3888"/>
                </a:cubicBezTo>
                <a:cubicBezTo>
                  <a:pt x="18770" y="3843"/>
                  <a:pt x="19266" y="3823"/>
                  <a:pt x="19779" y="3823"/>
                </a:cubicBezTo>
                <a:cubicBezTo>
                  <a:pt x="20177" y="3823"/>
                  <a:pt x="20586" y="3835"/>
                  <a:pt x="21007" y="3856"/>
                </a:cubicBezTo>
                <a:cubicBezTo>
                  <a:pt x="20685" y="3647"/>
                  <a:pt x="20364" y="3438"/>
                  <a:pt x="20042" y="3245"/>
                </a:cubicBezTo>
                <a:cubicBezTo>
                  <a:pt x="18933" y="2602"/>
                  <a:pt x="17648" y="2120"/>
                  <a:pt x="16442" y="1718"/>
                </a:cubicBezTo>
                <a:cubicBezTo>
                  <a:pt x="15649" y="1451"/>
                  <a:pt x="14932" y="1364"/>
                  <a:pt x="14215" y="1364"/>
                </a:cubicBezTo>
                <a:cubicBezTo>
                  <a:pt x="13466" y="1364"/>
                  <a:pt x="12716" y="1459"/>
                  <a:pt x="11878" y="1541"/>
                </a:cubicBezTo>
                <a:cubicBezTo>
                  <a:pt x="11764" y="1552"/>
                  <a:pt x="11653" y="1557"/>
                  <a:pt x="11543" y="1557"/>
                </a:cubicBezTo>
                <a:cubicBezTo>
                  <a:pt x="10833" y="1557"/>
                  <a:pt x="10208" y="1335"/>
                  <a:pt x="9595" y="931"/>
                </a:cubicBezTo>
                <a:cubicBezTo>
                  <a:pt x="8887" y="471"/>
                  <a:pt x="8104" y="0"/>
                  <a:pt x="7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9"/>
          <p:cNvSpPr/>
          <p:nvPr/>
        </p:nvSpPr>
        <p:spPr>
          <a:xfrm flipH="1">
            <a:off x="-541211" y="690050"/>
            <a:ext cx="3379661" cy="848107"/>
          </a:xfrm>
          <a:custGeom>
            <a:avLst/>
            <a:gdLst/>
            <a:ahLst/>
            <a:cxnLst/>
            <a:rect l="l" t="t" r="r" b="b"/>
            <a:pathLst>
              <a:path w="124047" h="27759" extrusionOk="0">
                <a:moveTo>
                  <a:pt x="97773" y="0"/>
                </a:moveTo>
                <a:cubicBezTo>
                  <a:pt x="97158" y="0"/>
                  <a:pt x="96448" y="64"/>
                  <a:pt x="95614" y="205"/>
                </a:cubicBezTo>
                <a:cubicBezTo>
                  <a:pt x="90085" y="1137"/>
                  <a:pt x="85119" y="2696"/>
                  <a:pt x="84910" y="3082"/>
                </a:cubicBezTo>
                <a:cubicBezTo>
                  <a:pt x="84685" y="3484"/>
                  <a:pt x="83978" y="4625"/>
                  <a:pt x="83978" y="4625"/>
                </a:cubicBezTo>
                <a:cubicBezTo>
                  <a:pt x="83978" y="4625"/>
                  <a:pt x="82852" y="4079"/>
                  <a:pt x="81521" y="4079"/>
                </a:cubicBezTo>
                <a:cubicBezTo>
                  <a:pt x="80660" y="4079"/>
                  <a:pt x="79714" y="4307"/>
                  <a:pt x="78931" y="5059"/>
                </a:cubicBezTo>
                <a:cubicBezTo>
                  <a:pt x="76938" y="6971"/>
                  <a:pt x="78079" y="9221"/>
                  <a:pt x="78256" y="9639"/>
                </a:cubicBezTo>
                <a:cubicBezTo>
                  <a:pt x="78270" y="9676"/>
                  <a:pt x="78267" y="9692"/>
                  <a:pt x="78249" y="9692"/>
                </a:cubicBezTo>
                <a:cubicBezTo>
                  <a:pt x="78090" y="9692"/>
                  <a:pt x="76791" y="8507"/>
                  <a:pt x="75136" y="8507"/>
                </a:cubicBezTo>
                <a:cubicBezTo>
                  <a:pt x="74756" y="8507"/>
                  <a:pt x="74357" y="8570"/>
                  <a:pt x="73949" y="8723"/>
                </a:cubicBezTo>
                <a:cubicBezTo>
                  <a:pt x="71538" y="9623"/>
                  <a:pt x="68484" y="12275"/>
                  <a:pt x="68484" y="12275"/>
                </a:cubicBezTo>
                <a:cubicBezTo>
                  <a:pt x="68484" y="12275"/>
                  <a:pt x="66785" y="12952"/>
                  <a:pt x="65169" y="12952"/>
                </a:cubicBezTo>
                <a:cubicBezTo>
                  <a:pt x="64395" y="12952"/>
                  <a:pt x="63641" y="12797"/>
                  <a:pt x="63100" y="12339"/>
                </a:cubicBezTo>
                <a:cubicBezTo>
                  <a:pt x="61644" y="11107"/>
                  <a:pt x="59396" y="8559"/>
                  <a:pt x="56493" y="8559"/>
                </a:cubicBezTo>
                <a:cubicBezTo>
                  <a:pt x="56063" y="8559"/>
                  <a:pt x="55619" y="8615"/>
                  <a:pt x="55160" y="8739"/>
                </a:cubicBezTo>
                <a:cubicBezTo>
                  <a:pt x="51978" y="9591"/>
                  <a:pt x="52139" y="10796"/>
                  <a:pt x="50467" y="11263"/>
                </a:cubicBezTo>
                <a:cubicBezTo>
                  <a:pt x="47864" y="11986"/>
                  <a:pt x="46015" y="11761"/>
                  <a:pt x="44296" y="13143"/>
                </a:cubicBezTo>
                <a:cubicBezTo>
                  <a:pt x="42551" y="14529"/>
                  <a:pt x="44641" y="16218"/>
                  <a:pt x="41420" y="16218"/>
                </a:cubicBezTo>
                <a:cubicBezTo>
                  <a:pt x="41318" y="16218"/>
                  <a:pt x="41210" y="16216"/>
                  <a:pt x="41097" y="16213"/>
                </a:cubicBezTo>
                <a:cubicBezTo>
                  <a:pt x="38600" y="16125"/>
                  <a:pt x="38193" y="14761"/>
                  <a:pt x="36609" y="14761"/>
                </a:cubicBezTo>
                <a:cubicBezTo>
                  <a:pt x="35869" y="14761"/>
                  <a:pt x="34873" y="15059"/>
                  <a:pt x="33286" y="15923"/>
                </a:cubicBezTo>
                <a:cubicBezTo>
                  <a:pt x="29814" y="17788"/>
                  <a:pt x="28850" y="16325"/>
                  <a:pt x="26471" y="17611"/>
                </a:cubicBezTo>
                <a:cubicBezTo>
                  <a:pt x="25781" y="17993"/>
                  <a:pt x="24071" y="20428"/>
                  <a:pt x="22027" y="20428"/>
                </a:cubicBezTo>
                <a:cubicBezTo>
                  <a:pt x="21835" y="20428"/>
                  <a:pt x="21639" y="20407"/>
                  <a:pt x="21441" y="20359"/>
                </a:cubicBezTo>
                <a:cubicBezTo>
                  <a:pt x="19661" y="19939"/>
                  <a:pt x="19060" y="18388"/>
                  <a:pt x="17372" y="18388"/>
                </a:cubicBezTo>
                <a:cubicBezTo>
                  <a:pt x="16864" y="18388"/>
                  <a:pt x="16259" y="18528"/>
                  <a:pt x="15494" y="18881"/>
                </a:cubicBezTo>
                <a:cubicBezTo>
                  <a:pt x="12167" y="20392"/>
                  <a:pt x="13694" y="21629"/>
                  <a:pt x="10785" y="22304"/>
                </a:cubicBezTo>
                <a:cubicBezTo>
                  <a:pt x="7860" y="22995"/>
                  <a:pt x="4549" y="22417"/>
                  <a:pt x="3424" y="23735"/>
                </a:cubicBezTo>
                <a:cubicBezTo>
                  <a:pt x="2283" y="25053"/>
                  <a:pt x="0" y="25342"/>
                  <a:pt x="5513" y="25728"/>
                </a:cubicBezTo>
                <a:cubicBezTo>
                  <a:pt x="7519" y="25855"/>
                  <a:pt x="15753" y="25907"/>
                  <a:pt x="27263" y="25907"/>
                </a:cubicBezTo>
                <a:cubicBezTo>
                  <a:pt x="28852" y="25907"/>
                  <a:pt x="30503" y="25906"/>
                  <a:pt x="32209" y="25904"/>
                </a:cubicBezTo>
                <a:cubicBezTo>
                  <a:pt x="35497" y="25904"/>
                  <a:pt x="37504" y="27474"/>
                  <a:pt x="41653" y="27474"/>
                </a:cubicBezTo>
                <a:cubicBezTo>
                  <a:pt x="42292" y="27474"/>
                  <a:pt x="42981" y="27437"/>
                  <a:pt x="43733" y="27351"/>
                </a:cubicBezTo>
                <a:cubicBezTo>
                  <a:pt x="46915" y="26981"/>
                  <a:pt x="50210" y="26660"/>
                  <a:pt x="53585" y="26370"/>
                </a:cubicBezTo>
                <a:cubicBezTo>
                  <a:pt x="54111" y="26326"/>
                  <a:pt x="54661" y="26306"/>
                  <a:pt x="55231" y="26306"/>
                </a:cubicBezTo>
                <a:cubicBezTo>
                  <a:pt x="60110" y="26306"/>
                  <a:pt x="66451" y="27759"/>
                  <a:pt x="71341" y="27759"/>
                </a:cubicBezTo>
                <a:cubicBezTo>
                  <a:pt x="71682" y="27759"/>
                  <a:pt x="72016" y="27752"/>
                  <a:pt x="72342" y="27737"/>
                </a:cubicBezTo>
                <a:cubicBezTo>
                  <a:pt x="91741" y="26820"/>
                  <a:pt x="110851" y="26162"/>
                  <a:pt x="124046" y="25776"/>
                </a:cubicBezTo>
                <a:lnTo>
                  <a:pt x="120349" y="1860"/>
                </a:lnTo>
                <a:lnTo>
                  <a:pt x="120333" y="1860"/>
                </a:lnTo>
                <a:cubicBezTo>
                  <a:pt x="117810" y="2166"/>
                  <a:pt x="116669" y="2664"/>
                  <a:pt x="115094" y="3676"/>
                </a:cubicBezTo>
                <a:cubicBezTo>
                  <a:pt x="113198" y="4905"/>
                  <a:pt x="112461" y="6263"/>
                  <a:pt x="110979" y="6263"/>
                </a:cubicBezTo>
                <a:cubicBezTo>
                  <a:pt x="110891" y="6263"/>
                  <a:pt x="110800" y="6258"/>
                  <a:pt x="110706" y="6248"/>
                </a:cubicBezTo>
                <a:cubicBezTo>
                  <a:pt x="109035" y="6055"/>
                  <a:pt x="108520" y="6135"/>
                  <a:pt x="104856" y="3918"/>
                </a:cubicBezTo>
                <a:cubicBezTo>
                  <a:pt x="101744" y="2034"/>
                  <a:pt x="101240" y="0"/>
                  <a:pt x="97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9"/>
          <p:cNvSpPr/>
          <p:nvPr/>
        </p:nvSpPr>
        <p:spPr>
          <a:xfrm flipH="1">
            <a:off x="7139312" y="131775"/>
            <a:ext cx="4113874" cy="1964660"/>
          </a:xfrm>
          <a:custGeom>
            <a:avLst/>
            <a:gdLst/>
            <a:ahLst/>
            <a:cxnLst/>
            <a:rect l="l" t="t" r="r" b="b"/>
            <a:pathLst>
              <a:path w="95984" h="45839" extrusionOk="0">
                <a:moveTo>
                  <a:pt x="95957" y="40748"/>
                </a:moveTo>
                <a:cubicBezTo>
                  <a:pt x="95930" y="40440"/>
                  <a:pt x="95799" y="40124"/>
                  <a:pt x="95588" y="39904"/>
                </a:cubicBezTo>
                <a:cubicBezTo>
                  <a:pt x="95139" y="39429"/>
                  <a:pt x="94453" y="39262"/>
                  <a:pt x="93812" y="39157"/>
                </a:cubicBezTo>
                <a:cubicBezTo>
                  <a:pt x="92642" y="38972"/>
                  <a:pt x="91438" y="38884"/>
                  <a:pt x="90260" y="38937"/>
                </a:cubicBezTo>
                <a:cubicBezTo>
                  <a:pt x="89372" y="38972"/>
                  <a:pt x="88625" y="39333"/>
                  <a:pt x="87746" y="39429"/>
                </a:cubicBezTo>
                <a:cubicBezTo>
                  <a:pt x="86682" y="39544"/>
                  <a:pt x="85381" y="39711"/>
                  <a:pt x="85029" y="38453"/>
                </a:cubicBezTo>
                <a:cubicBezTo>
                  <a:pt x="84748" y="37442"/>
                  <a:pt x="84282" y="36853"/>
                  <a:pt x="83711" y="36511"/>
                </a:cubicBezTo>
                <a:cubicBezTo>
                  <a:pt x="83157" y="36177"/>
                  <a:pt x="82524" y="36089"/>
                  <a:pt x="81864" y="36071"/>
                </a:cubicBezTo>
                <a:cubicBezTo>
                  <a:pt x="81038" y="36053"/>
                  <a:pt x="80115" y="36862"/>
                  <a:pt x="79482" y="37548"/>
                </a:cubicBezTo>
                <a:cubicBezTo>
                  <a:pt x="79359" y="36616"/>
                  <a:pt x="78963" y="35394"/>
                  <a:pt x="77768" y="34823"/>
                </a:cubicBezTo>
                <a:cubicBezTo>
                  <a:pt x="76229" y="34084"/>
                  <a:pt x="74919" y="34075"/>
                  <a:pt x="74146" y="34172"/>
                </a:cubicBezTo>
                <a:cubicBezTo>
                  <a:pt x="74225" y="33425"/>
                  <a:pt x="74075" y="32203"/>
                  <a:pt x="72730" y="30858"/>
                </a:cubicBezTo>
                <a:cubicBezTo>
                  <a:pt x="71289" y="29425"/>
                  <a:pt x="69680" y="29443"/>
                  <a:pt x="68871" y="29574"/>
                </a:cubicBezTo>
                <a:cubicBezTo>
                  <a:pt x="68660" y="28256"/>
                  <a:pt x="67763" y="24713"/>
                  <a:pt x="64150" y="24616"/>
                </a:cubicBezTo>
                <a:cubicBezTo>
                  <a:pt x="61970" y="24555"/>
                  <a:pt x="60722" y="25126"/>
                  <a:pt x="59965" y="26040"/>
                </a:cubicBezTo>
                <a:cubicBezTo>
                  <a:pt x="59209" y="26937"/>
                  <a:pt x="58972" y="28115"/>
                  <a:pt x="58752" y="29355"/>
                </a:cubicBezTo>
                <a:cubicBezTo>
                  <a:pt x="58568" y="30410"/>
                  <a:pt x="58304" y="31174"/>
                  <a:pt x="57996" y="31684"/>
                </a:cubicBezTo>
                <a:cubicBezTo>
                  <a:pt x="57697" y="32177"/>
                  <a:pt x="57372" y="32414"/>
                  <a:pt x="57038" y="32467"/>
                </a:cubicBezTo>
                <a:cubicBezTo>
                  <a:pt x="56994" y="32467"/>
                  <a:pt x="56827" y="31763"/>
                  <a:pt x="56642" y="30990"/>
                </a:cubicBezTo>
                <a:cubicBezTo>
                  <a:pt x="56387" y="29873"/>
                  <a:pt x="56097" y="28660"/>
                  <a:pt x="55333" y="28379"/>
                </a:cubicBezTo>
                <a:lnTo>
                  <a:pt x="53891" y="27851"/>
                </a:lnTo>
                <a:cubicBezTo>
                  <a:pt x="54743" y="26418"/>
                  <a:pt x="56880" y="22067"/>
                  <a:pt x="53328" y="18902"/>
                </a:cubicBezTo>
                <a:lnTo>
                  <a:pt x="53293" y="18876"/>
                </a:lnTo>
                <a:cubicBezTo>
                  <a:pt x="49935" y="15913"/>
                  <a:pt x="46858" y="17777"/>
                  <a:pt x="45653" y="18761"/>
                </a:cubicBezTo>
                <a:cubicBezTo>
                  <a:pt x="44950" y="16713"/>
                  <a:pt x="42339" y="10761"/>
                  <a:pt x="36229" y="12687"/>
                </a:cubicBezTo>
                <a:cubicBezTo>
                  <a:pt x="30137" y="14612"/>
                  <a:pt x="30506" y="20678"/>
                  <a:pt x="30796" y="22638"/>
                </a:cubicBezTo>
                <a:cubicBezTo>
                  <a:pt x="30005" y="22612"/>
                  <a:pt x="28660" y="22779"/>
                  <a:pt x="27693" y="24045"/>
                </a:cubicBezTo>
                <a:cubicBezTo>
                  <a:pt x="26664" y="25390"/>
                  <a:pt x="27288" y="27254"/>
                  <a:pt x="27746" y="28238"/>
                </a:cubicBezTo>
                <a:cubicBezTo>
                  <a:pt x="27315" y="28352"/>
                  <a:pt x="26770" y="28651"/>
                  <a:pt x="26190" y="29355"/>
                </a:cubicBezTo>
                <a:cubicBezTo>
                  <a:pt x="24976" y="29161"/>
                  <a:pt x="23983" y="28933"/>
                  <a:pt x="23385" y="28783"/>
                </a:cubicBezTo>
                <a:cubicBezTo>
                  <a:pt x="24009" y="27869"/>
                  <a:pt x="25099" y="26005"/>
                  <a:pt x="24440" y="25003"/>
                </a:cubicBezTo>
                <a:cubicBezTo>
                  <a:pt x="24097" y="24493"/>
                  <a:pt x="23631" y="24265"/>
                  <a:pt x="23174" y="24185"/>
                </a:cubicBezTo>
                <a:cubicBezTo>
                  <a:pt x="23816" y="23579"/>
                  <a:pt x="24449" y="22805"/>
                  <a:pt x="24203" y="22304"/>
                </a:cubicBezTo>
                <a:cubicBezTo>
                  <a:pt x="24018" y="21944"/>
                  <a:pt x="23658" y="21715"/>
                  <a:pt x="23306" y="21566"/>
                </a:cubicBezTo>
                <a:cubicBezTo>
                  <a:pt x="24739" y="20273"/>
                  <a:pt x="27772" y="16924"/>
                  <a:pt x="24994" y="13671"/>
                </a:cubicBezTo>
                <a:cubicBezTo>
                  <a:pt x="22893" y="11210"/>
                  <a:pt x="20581" y="11280"/>
                  <a:pt x="19077" y="11728"/>
                </a:cubicBezTo>
                <a:cubicBezTo>
                  <a:pt x="19051" y="11737"/>
                  <a:pt x="19025" y="11737"/>
                  <a:pt x="19007" y="11737"/>
                </a:cubicBezTo>
                <a:cubicBezTo>
                  <a:pt x="20308" y="9539"/>
                  <a:pt x="21741" y="5223"/>
                  <a:pt x="15165" y="2700"/>
                </a:cubicBezTo>
                <a:cubicBezTo>
                  <a:pt x="8124" y="1"/>
                  <a:pt x="6304" y="4757"/>
                  <a:pt x="5838" y="7043"/>
                </a:cubicBezTo>
                <a:cubicBezTo>
                  <a:pt x="5381" y="6656"/>
                  <a:pt x="4651" y="6295"/>
                  <a:pt x="3508" y="6287"/>
                </a:cubicBezTo>
                <a:cubicBezTo>
                  <a:pt x="2031" y="6278"/>
                  <a:pt x="1302" y="7579"/>
                  <a:pt x="941" y="8722"/>
                </a:cubicBezTo>
                <a:cubicBezTo>
                  <a:pt x="721" y="8273"/>
                  <a:pt x="414" y="7825"/>
                  <a:pt x="1" y="7500"/>
                </a:cubicBezTo>
                <a:lnTo>
                  <a:pt x="1" y="33530"/>
                </a:lnTo>
                <a:cubicBezTo>
                  <a:pt x="1996" y="34032"/>
                  <a:pt x="4159" y="34489"/>
                  <a:pt x="6506" y="34902"/>
                </a:cubicBezTo>
                <a:cubicBezTo>
                  <a:pt x="7702" y="35104"/>
                  <a:pt x="9047" y="35297"/>
                  <a:pt x="10497" y="35464"/>
                </a:cubicBezTo>
                <a:cubicBezTo>
                  <a:pt x="14796" y="36941"/>
                  <a:pt x="19034" y="37900"/>
                  <a:pt x="18409" y="38524"/>
                </a:cubicBezTo>
                <a:cubicBezTo>
                  <a:pt x="16493" y="40440"/>
                  <a:pt x="62" y="37645"/>
                  <a:pt x="5390" y="38928"/>
                </a:cubicBezTo>
                <a:cubicBezTo>
                  <a:pt x="12475" y="40634"/>
                  <a:pt x="38981" y="45838"/>
                  <a:pt x="50418" y="42058"/>
                </a:cubicBezTo>
                <a:cubicBezTo>
                  <a:pt x="50700" y="42691"/>
                  <a:pt x="51473" y="43280"/>
                  <a:pt x="53258" y="43473"/>
                </a:cubicBezTo>
                <a:cubicBezTo>
                  <a:pt x="55482" y="43711"/>
                  <a:pt x="60150" y="44045"/>
                  <a:pt x="63895" y="43974"/>
                </a:cubicBezTo>
                <a:cubicBezTo>
                  <a:pt x="66418" y="43922"/>
                  <a:pt x="68555" y="43675"/>
                  <a:pt x="69337" y="43069"/>
                </a:cubicBezTo>
                <a:cubicBezTo>
                  <a:pt x="70453" y="42216"/>
                  <a:pt x="70867" y="42322"/>
                  <a:pt x="71245" y="42418"/>
                </a:cubicBezTo>
                <a:lnTo>
                  <a:pt x="71271" y="42427"/>
                </a:lnTo>
                <a:cubicBezTo>
                  <a:pt x="71473" y="42480"/>
                  <a:pt x="71667" y="42524"/>
                  <a:pt x="71930" y="42506"/>
                </a:cubicBezTo>
                <a:cubicBezTo>
                  <a:pt x="72642" y="42453"/>
                  <a:pt x="74445" y="41882"/>
                  <a:pt x="74805" y="41768"/>
                </a:cubicBezTo>
                <a:cubicBezTo>
                  <a:pt x="75508" y="41548"/>
                  <a:pt x="76590" y="41733"/>
                  <a:pt x="77319" y="41715"/>
                </a:cubicBezTo>
                <a:cubicBezTo>
                  <a:pt x="79104" y="41680"/>
                  <a:pt x="80880" y="41671"/>
                  <a:pt x="82664" y="41618"/>
                </a:cubicBezTo>
                <a:cubicBezTo>
                  <a:pt x="86629" y="41513"/>
                  <a:pt x="90612" y="41979"/>
                  <a:pt x="94594" y="41864"/>
                </a:cubicBezTo>
                <a:cubicBezTo>
                  <a:pt x="94937" y="41856"/>
                  <a:pt x="95306" y="41838"/>
                  <a:pt x="95588" y="41636"/>
                </a:cubicBezTo>
                <a:cubicBezTo>
                  <a:pt x="95869" y="41434"/>
                  <a:pt x="95983" y="41091"/>
                  <a:pt x="95957" y="4073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9"/>
          <p:cNvSpPr txBox="1">
            <a:spLocks noGrp="1"/>
          </p:cNvSpPr>
          <p:nvPr>
            <p:ph type="title"/>
          </p:nvPr>
        </p:nvSpPr>
        <p:spPr>
          <a:xfrm>
            <a:off x="2127475" y="1568601"/>
            <a:ext cx="5548858" cy="3046559"/>
          </a:xfrm>
          <a:prstGeom prst="rect">
            <a:avLst/>
          </a:prstGeom>
        </p:spPr>
        <p:txBody>
          <a:bodyPr spcFirstLastPara="1" wrap="square" lIns="91425" tIns="91425" rIns="91425" bIns="91425" anchor="b" anchorCtr="0">
            <a:noAutofit/>
          </a:bodyPr>
          <a:lstStyle/>
          <a:p>
            <a:pPr lvl="0"/>
            <a:r>
              <a:rPr lang="ar-EG" sz="2400" dirty="0">
                <a:latin typeface="Microsoft Sans Serif" panose="020B0604020202020204" pitchFamily="34" charset="0"/>
                <a:ea typeface="Microsoft Sans Serif" panose="020B0604020202020204" pitchFamily="34" charset="0"/>
                <a:cs typeface="Microsoft Sans Serif" panose="020B0604020202020204" pitchFamily="34" charset="0"/>
              </a:rPr>
              <a:t>يعد أرسطو أحد أعظم فلاسفة التاريخ الإنساني فهو الذي وضع أسس التفكير المنطقي والعلمي وترك بصمة كبيرة في مجالات الفلسفة والأخلاق والسياسة والفن. وُلد أرسطو في مدينة ستاجيرا في اليونان سنة 384 قبل الميلاد وكان تلميذ الفيلسوف أفلاطون، ثم أصبح معلمًا للإسكندر الأكبر.</a:t>
            </a:r>
            <a:br>
              <a:rPr lang="ar-EG" sz="2400" dirty="0">
                <a:latin typeface="Microsoft Sans Serif" panose="020B0604020202020204" pitchFamily="34" charset="0"/>
                <a:ea typeface="Microsoft Sans Serif" panose="020B0604020202020204" pitchFamily="34" charset="0"/>
                <a:cs typeface="Microsoft Sans Serif" panose="020B0604020202020204" pitchFamily="34" charset="0"/>
              </a:rPr>
            </a:br>
            <a:endParaRPr sz="24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302" name="Google Shape;1302;p39"/>
          <p:cNvSpPr txBox="1">
            <a:spLocks noGrp="1"/>
          </p:cNvSpPr>
          <p:nvPr>
            <p:ph type="title" idx="2"/>
          </p:nvPr>
        </p:nvSpPr>
        <p:spPr>
          <a:xfrm>
            <a:off x="3503186" y="630070"/>
            <a:ext cx="3185867" cy="1239000"/>
          </a:xfrm>
          <a:prstGeom prst="rect">
            <a:avLst/>
          </a:prstGeom>
        </p:spPr>
        <p:txBody>
          <a:bodyPr spcFirstLastPara="1" wrap="square" lIns="91425" tIns="91425" rIns="91425" bIns="91425" anchor="b" anchorCtr="0">
            <a:noAutofit/>
          </a:bodyPr>
          <a:lstStyle/>
          <a:p>
            <a:pPr lvl="0"/>
            <a:r>
              <a:rPr lang="ar-EG" sz="7000" dirty="0">
                <a:latin typeface="Microsoft Sans Serif" panose="020B0604020202020204" pitchFamily="34" charset="0"/>
                <a:ea typeface="Microsoft Sans Serif" panose="020B0604020202020204" pitchFamily="34" charset="0"/>
                <a:cs typeface="Microsoft Sans Serif" panose="020B0604020202020204" pitchFamily="34" charset="0"/>
              </a:rPr>
              <a:t> المقدمة</a:t>
            </a:r>
            <a:endParaRPr sz="70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pSp>
        <p:nvGrpSpPr>
          <p:cNvPr id="1304" name="Google Shape;1304;p39"/>
          <p:cNvGrpSpPr/>
          <p:nvPr/>
        </p:nvGrpSpPr>
        <p:grpSpPr>
          <a:xfrm>
            <a:off x="7804048" y="690052"/>
            <a:ext cx="968331" cy="4028806"/>
            <a:chOff x="356154" y="956431"/>
            <a:chExt cx="891896" cy="3636435"/>
          </a:xfrm>
        </p:grpSpPr>
        <p:grpSp>
          <p:nvGrpSpPr>
            <p:cNvPr id="1305" name="Google Shape;1305;p39"/>
            <p:cNvGrpSpPr/>
            <p:nvPr/>
          </p:nvGrpSpPr>
          <p:grpSpPr>
            <a:xfrm>
              <a:off x="356154" y="997022"/>
              <a:ext cx="887342" cy="3595844"/>
              <a:chOff x="7456291" y="7572263"/>
              <a:chExt cx="548487" cy="2222675"/>
            </a:xfrm>
          </p:grpSpPr>
          <p:sp>
            <p:nvSpPr>
              <p:cNvPr id="1306" name="Google Shape;1306;p39"/>
              <p:cNvSpPr/>
              <p:nvPr/>
            </p:nvSpPr>
            <p:spPr>
              <a:xfrm>
                <a:off x="7456291" y="7572263"/>
                <a:ext cx="548487" cy="70384"/>
              </a:xfrm>
              <a:custGeom>
                <a:avLst/>
                <a:gdLst/>
                <a:ahLst/>
                <a:cxnLst/>
                <a:rect l="l" t="t" r="r" b="b"/>
                <a:pathLst>
                  <a:path w="11284" h="1448" extrusionOk="0">
                    <a:moveTo>
                      <a:pt x="1" y="1"/>
                    </a:moveTo>
                    <a:lnTo>
                      <a:pt x="1" y="885"/>
                    </a:lnTo>
                    <a:lnTo>
                      <a:pt x="788" y="1447"/>
                    </a:lnTo>
                    <a:lnTo>
                      <a:pt x="10528" y="1447"/>
                    </a:lnTo>
                    <a:lnTo>
                      <a:pt x="11283" y="869"/>
                    </a:lnTo>
                    <a:lnTo>
                      <a:pt x="11267"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9"/>
              <p:cNvSpPr/>
              <p:nvPr/>
            </p:nvSpPr>
            <p:spPr>
              <a:xfrm>
                <a:off x="7511752" y="7744139"/>
                <a:ext cx="448501" cy="2050799"/>
              </a:xfrm>
              <a:custGeom>
                <a:avLst/>
                <a:gdLst/>
                <a:ahLst/>
                <a:cxnLst/>
                <a:rect l="l" t="t" r="r" b="b"/>
                <a:pathLst>
                  <a:path w="9227" h="42191" extrusionOk="0">
                    <a:moveTo>
                      <a:pt x="1158" y="1"/>
                    </a:moveTo>
                    <a:lnTo>
                      <a:pt x="1" y="42190"/>
                    </a:lnTo>
                    <a:lnTo>
                      <a:pt x="9226" y="42190"/>
                    </a:lnTo>
                    <a:lnTo>
                      <a:pt x="7796"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9"/>
              <p:cNvSpPr/>
              <p:nvPr/>
            </p:nvSpPr>
            <p:spPr>
              <a:xfrm>
                <a:off x="7521911" y="7632439"/>
                <a:ext cx="414865" cy="111749"/>
              </a:xfrm>
              <a:custGeom>
                <a:avLst/>
                <a:gdLst/>
                <a:ahLst/>
                <a:cxnLst/>
                <a:rect l="l" t="t" r="r" b="b"/>
                <a:pathLst>
                  <a:path w="8535" h="2299" extrusionOk="0">
                    <a:moveTo>
                      <a:pt x="8519" y="0"/>
                    </a:moveTo>
                    <a:lnTo>
                      <a:pt x="1" y="193"/>
                    </a:lnTo>
                    <a:lnTo>
                      <a:pt x="1" y="579"/>
                    </a:lnTo>
                    <a:cubicBezTo>
                      <a:pt x="1" y="579"/>
                      <a:pt x="885" y="2299"/>
                      <a:pt x="949" y="2299"/>
                    </a:cubicBezTo>
                    <a:lnTo>
                      <a:pt x="7587" y="2299"/>
                    </a:lnTo>
                    <a:lnTo>
                      <a:pt x="8535" y="997"/>
                    </a:lnTo>
                    <a:lnTo>
                      <a:pt x="8519"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9" name="Google Shape;1309;p39"/>
            <p:cNvSpPr/>
            <p:nvPr/>
          </p:nvSpPr>
          <p:spPr>
            <a:xfrm>
              <a:off x="1225247" y="956431"/>
              <a:ext cx="22803" cy="16513"/>
            </a:xfrm>
            <a:custGeom>
              <a:avLst/>
              <a:gdLst/>
              <a:ahLst/>
              <a:cxnLst/>
              <a:rect l="l" t="t" r="r" b="b"/>
              <a:pathLst>
                <a:path w="290" h="210" extrusionOk="0">
                  <a:moveTo>
                    <a:pt x="129" y="0"/>
                  </a:moveTo>
                  <a:cubicBezTo>
                    <a:pt x="0" y="0"/>
                    <a:pt x="0" y="209"/>
                    <a:pt x="129" y="209"/>
                  </a:cubicBezTo>
                  <a:lnTo>
                    <a:pt x="161" y="209"/>
                  </a:lnTo>
                  <a:cubicBezTo>
                    <a:pt x="290" y="209"/>
                    <a:pt x="290" y="0"/>
                    <a:pt x="161" y="0"/>
                  </a:cubicBezTo>
                  <a:close/>
                </a:path>
              </a:pathLst>
            </a:custGeom>
            <a:solidFill>
              <a:srgbClr val="91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9"/>
            <p:cNvSpPr/>
            <p:nvPr/>
          </p:nvSpPr>
          <p:spPr>
            <a:xfrm>
              <a:off x="489701" y="1286309"/>
              <a:ext cx="602875" cy="3291006"/>
            </a:xfrm>
            <a:custGeom>
              <a:avLst/>
              <a:gdLst/>
              <a:ahLst/>
              <a:cxnLst/>
              <a:rect l="l" t="t" r="r" b="b"/>
              <a:pathLst>
                <a:path w="7667" h="41853" extrusionOk="0">
                  <a:moveTo>
                    <a:pt x="5047" y="7265"/>
                  </a:moveTo>
                  <a:lnTo>
                    <a:pt x="5047" y="7345"/>
                  </a:lnTo>
                  <a:cubicBezTo>
                    <a:pt x="5031" y="7345"/>
                    <a:pt x="5015" y="7345"/>
                    <a:pt x="4983" y="7361"/>
                  </a:cubicBezTo>
                  <a:cubicBezTo>
                    <a:pt x="5015" y="7329"/>
                    <a:pt x="5031" y="7297"/>
                    <a:pt x="5047" y="7265"/>
                  </a:cubicBezTo>
                  <a:close/>
                  <a:moveTo>
                    <a:pt x="2765" y="8342"/>
                  </a:moveTo>
                  <a:cubicBezTo>
                    <a:pt x="3086" y="8358"/>
                    <a:pt x="3424" y="8406"/>
                    <a:pt x="3713" y="8438"/>
                  </a:cubicBezTo>
                  <a:lnTo>
                    <a:pt x="3713" y="17696"/>
                  </a:lnTo>
                  <a:cubicBezTo>
                    <a:pt x="3520" y="17680"/>
                    <a:pt x="3327" y="17672"/>
                    <a:pt x="3132" y="17672"/>
                  </a:cubicBezTo>
                  <a:cubicBezTo>
                    <a:pt x="2937" y="17672"/>
                    <a:pt x="2740" y="17680"/>
                    <a:pt x="2540" y="17696"/>
                  </a:cubicBezTo>
                  <a:lnTo>
                    <a:pt x="2765" y="8342"/>
                  </a:lnTo>
                  <a:close/>
                  <a:moveTo>
                    <a:pt x="2475" y="8310"/>
                  </a:moveTo>
                  <a:lnTo>
                    <a:pt x="2475" y="8326"/>
                  </a:lnTo>
                  <a:lnTo>
                    <a:pt x="2250" y="17712"/>
                  </a:lnTo>
                  <a:cubicBezTo>
                    <a:pt x="1881" y="17728"/>
                    <a:pt x="1511" y="17744"/>
                    <a:pt x="1141" y="17744"/>
                  </a:cubicBezTo>
                  <a:lnTo>
                    <a:pt x="1463" y="8438"/>
                  </a:lnTo>
                  <a:cubicBezTo>
                    <a:pt x="1752" y="8326"/>
                    <a:pt x="2106" y="8310"/>
                    <a:pt x="2475" y="8310"/>
                  </a:cubicBezTo>
                  <a:close/>
                  <a:moveTo>
                    <a:pt x="4066" y="8486"/>
                  </a:moveTo>
                  <a:cubicBezTo>
                    <a:pt x="4163" y="8486"/>
                    <a:pt x="4243" y="8503"/>
                    <a:pt x="4340" y="8503"/>
                  </a:cubicBezTo>
                  <a:cubicBezTo>
                    <a:pt x="4500" y="8519"/>
                    <a:pt x="4661" y="8519"/>
                    <a:pt x="4822" y="8519"/>
                  </a:cubicBezTo>
                  <a:cubicBezTo>
                    <a:pt x="4822" y="8535"/>
                    <a:pt x="4838" y="8567"/>
                    <a:pt x="4854" y="8599"/>
                  </a:cubicBezTo>
                  <a:cubicBezTo>
                    <a:pt x="4880" y="8633"/>
                    <a:pt x="4924" y="8649"/>
                    <a:pt x="4967" y="8649"/>
                  </a:cubicBezTo>
                  <a:cubicBezTo>
                    <a:pt x="5004" y="8649"/>
                    <a:pt x="5041" y="8637"/>
                    <a:pt x="5063" y="8615"/>
                  </a:cubicBezTo>
                  <a:lnTo>
                    <a:pt x="5143" y="18017"/>
                  </a:lnTo>
                  <a:cubicBezTo>
                    <a:pt x="4790" y="17921"/>
                    <a:pt x="4436" y="17808"/>
                    <a:pt x="4066" y="17744"/>
                  </a:cubicBezTo>
                  <a:lnTo>
                    <a:pt x="4066" y="17567"/>
                  </a:lnTo>
                  <a:cubicBezTo>
                    <a:pt x="4083" y="17551"/>
                    <a:pt x="4099" y="17535"/>
                    <a:pt x="4099" y="17519"/>
                  </a:cubicBezTo>
                  <a:cubicBezTo>
                    <a:pt x="4291" y="17037"/>
                    <a:pt x="4340" y="16523"/>
                    <a:pt x="4259" y="16024"/>
                  </a:cubicBezTo>
                  <a:cubicBezTo>
                    <a:pt x="4259" y="15976"/>
                    <a:pt x="4227" y="15944"/>
                    <a:pt x="4179" y="15928"/>
                  </a:cubicBezTo>
                  <a:cubicBezTo>
                    <a:pt x="4179" y="15815"/>
                    <a:pt x="4147" y="15687"/>
                    <a:pt x="4066" y="15623"/>
                  </a:cubicBezTo>
                  <a:lnTo>
                    <a:pt x="4066" y="8486"/>
                  </a:lnTo>
                  <a:close/>
                  <a:moveTo>
                    <a:pt x="6317" y="8422"/>
                  </a:moveTo>
                  <a:lnTo>
                    <a:pt x="6509" y="18210"/>
                  </a:lnTo>
                  <a:cubicBezTo>
                    <a:pt x="6365" y="18210"/>
                    <a:pt x="6220" y="18210"/>
                    <a:pt x="6092" y="18194"/>
                  </a:cubicBezTo>
                  <a:cubicBezTo>
                    <a:pt x="5867" y="18178"/>
                    <a:pt x="5642" y="18146"/>
                    <a:pt x="5433" y="18098"/>
                  </a:cubicBezTo>
                  <a:lnTo>
                    <a:pt x="5352" y="8503"/>
                  </a:lnTo>
                  <a:cubicBezTo>
                    <a:pt x="5674" y="8503"/>
                    <a:pt x="5995" y="8470"/>
                    <a:pt x="6317" y="8422"/>
                  </a:cubicBezTo>
                  <a:close/>
                  <a:moveTo>
                    <a:pt x="5224" y="26921"/>
                  </a:moveTo>
                  <a:lnTo>
                    <a:pt x="5224" y="27002"/>
                  </a:lnTo>
                  <a:cubicBezTo>
                    <a:pt x="5224" y="26986"/>
                    <a:pt x="5208" y="26970"/>
                    <a:pt x="5191" y="26954"/>
                  </a:cubicBezTo>
                  <a:cubicBezTo>
                    <a:pt x="5208" y="26937"/>
                    <a:pt x="5224" y="26937"/>
                    <a:pt x="5224" y="26921"/>
                  </a:cubicBezTo>
                  <a:close/>
                  <a:moveTo>
                    <a:pt x="5095" y="28513"/>
                  </a:moveTo>
                  <a:lnTo>
                    <a:pt x="5095" y="28625"/>
                  </a:lnTo>
                  <a:cubicBezTo>
                    <a:pt x="5079" y="28609"/>
                    <a:pt x="5063" y="28593"/>
                    <a:pt x="5047" y="28561"/>
                  </a:cubicBezTo>
                  <a:cubicBezTo>
                    <a:pt x="5063" y="28545"/>
                    <a:pt x="5079" y="28529"/>
                    <a:pt x="5095" y="28513"/>
                  </a:cubicBezTo>
                  <a:close/>
                  <a:moveTo>
                    <a:pt x="3132" y="17828"/>
                  </a:moveTo>
                  <a:cubicBezTo>
                    <a:pt x="3327" y="17828"/>
                    <a:pt x="3520" y="17833"/>
                    <a:pt x="3713" y="17841"/>
                  </a:cubicBezTo>
                  <a:lnTo>
                    <a:pt x="3713" y="30055"/>
                  </a:lnTo>
                  <a:cubicBezTo>
                    <a:pt x="3450" y="30028"/>
                    <a:pt x="3162" y="29996"/>
                    <a:pt x="2880" y="29996"/>
                  </a:cubicBezTo>
                  <a:cubicBezTo>
                    <a:pt x="2662" y="29996"/>
                    <a:pt x="2447" y="30015"/>
                    <a:pt x="2250" y="30072"/>
                  </a:cubicBezTo>
                  <a:lnTo>
                    <a:pt x="2540" y="17841"/>
                  </a:lnTo>
                  <a:cubicBezTo>
                    <a:pt x="2740" y="17833"/>
                    <a:pt x="2937" y="17828"/>
                    <a:pt x="3132" y="17828"/>
                  </a:cubicBezTo>
                  <a:close/>
                  <a:moveTo>
                    <a:pt x="5433" y="18194"/>
                  </a:moveTo>
                  <a:cubicBezTo>
                    <a:pt x="5802" y="18258"/>
                    <a:pt x="6156" y="18291"/>
                    <a:pt x="6509" y="18307"/>
                  </a:cubicBezTo>
                  <a:lnTo>
                    <a:pt x="6734" y="29943"/>
                  </a:lnTo>
                  <a:cubicBezTo>
                    <a:pt x="6333" y="30023"/>
                    <a:pt x="5947" y="30055"/>
                    <a:pt x="5545" y="30072"/>
                  </a:cubicBezTo>
                  <a:lnTo>
                    <a:pt x="5513" y="26246"/>
                  </a:lnTo>
                  <a:cubicBezTo>
                    <a:pt x="5513" y="26230"/>
                    <a:pt x="5513" y="26214"/>
                    <a:pt x="5513" y="26198"/>
                  </a:cubicBezTo>
                  <a:cubicBezTo>
                    <a:pt x="5513" y="26198"/>
                    <a:pt x="5513" y="26182"/>
                    <a:pt x="5513" y="26182"/>
                  </a:cubicBezTo>
                  <a:lnTo>
                    <a:pt x="5433" y="18194"/>
                  </a:lnTo>
                  <a:close/>
                  <a:moveTo>
                    <a:pt x="4066" y="17873"/>
                  </a:moveTo>
                  <a:cubicBezTo>
                    <a:pt x="4308" y="17905"/>
                    <a:pt x="4533" y="17953"/>
                    <a:pt x="4774" y="18033"/>
                  </a:cubicBezTo>
                  <a:cubicBezTo>
                    <a:pt x="4902" y="18066"/>
                    <a:pt x="5031" y="18098"/>
                    <a:pt x="5143" y="18130"/>
                  </a:cubicBezTo>
                  <a:lnTo>
                    <a:pt x="5224" y="26584"/>
                  </a:lnTo>
                  <a:cubicBezTo>
                    <a:pt x="5143" y="26712"/>
                    <a:pt x="5015" y="26809"/>
                    <a:pt x="4886" y="26954"/>
                  </a:cubicBezTo>
                  <a:cubicBezTo>
                    <a:pt x="4854" y="26986"/>
                    <a:pt x="4790" y="27034"/>
                    <a:pt x="4774" y="27082"/>
                  </a:cubicBezTo>
                  <a:cubicBezTo>
                    <a:pt x="4661" y="27323"/>
                    <a:pt x="4725" y="27693"/>
                    <a:pt x="4725" y="27950"/>
                  </a:cubicBezTo>
                  <a:cubicBezTo>
                    <a:pt x="4725" y="28159"/>
                    <a:pt x="4629" y="28561"/>
                    <a:pt x="4758" y="28754"/>
                  </a:cubicBezTo>
                  <a:cubicBezTo>
                    <a:pt x="4854" y="28898"/>
                    <a:pt x="5031" y="28866"/>
                    <a:pt x="5127" y="28979"/>
                  </a:cubicBezTo>
                  <a:cubicBezTo>
                    <a:pt x="5148" y="29009"/>
                    <a:pt x="5174" y="29020"/>
                    <a:pt x="5200" y="29020"/>
                  </a:cubicBezTo>
                  <a:cubicBezTo>
                    <a:pt x="5214" y="29020"/>
                    <a:pt x="5228" y="29017"/>
                    <a:pt x="5240" y="29011"/>
                  </a:cubicBezTo>
                  <a:lnTo>
                    <a:pt x="5256" y="30088"/>
                  </a:lnTo>
                  <a:cubicBezTo>
                    <a:pt x="5122" y="30093"/>
                    <a:pt x="4990" y="30095"/>
                    <a:pt x="4858" y="30095"/>
                  </a:cubicBezTo>
                  <a:cubicBezTo>
                    <a:pt x="4595" y="30095"/>
                    <a:pt x="4334" y="30088"/>
                    <a:pt x="4066" y="30088"/>
                  </a:cubicBezTo>
                  <a:lnTo>
                    <a:pt x="4066" y="30072"/>
                  </a:lnTo>
                  <a:lnTo>
                    <a:pt x="4066" y="17873"/>
                  </a:lnTo>
                  <a:close/>
                  <a:moveTo>
                    <a:pt x="1125" y="17841"/>
                  </a:moveTo>
                  <a:cubicBezTo>
                    <a:pt x="1288" y="17854"/>
                    <a:pt x="1448" y="17859"/>
                    <a:pt x="1607" y="17859"/>
                  </a:cubicBezTo>
                  <a:cubicBezTo>
                    <a:pt x="1823" y="17859"/>
                    <a:pt x="2037" y="17850"/>
                    <a:pt x="2250" y="17841"/>
                  </a:cubicBezTo>
                  <a:lnTo>
                    <a:pt x="2250" y="17841"/>
                  </a:lnTo>
                  <a:lnTo>
                    <a:pt x="1961" y="30216"/>
                  </a:lnTo>
                  <a:cubicBezTo>
                    <a:pt x="1945" y="30216"/>
                    <a:pt x="1929" y="30232"/>
                    <a:pt x="1913" y="30248"/>
                  </a:cubicBezTo>
                  <a:cubicBezTo>
                    <a:pt x="1784" y="30345"/>
                    <a:pt x="1720" y="30409"/>
                    <a:pt x="1640" y="30570"/>
                  </a:cubicBezTo>
                  <a:cubicBezTo>
                    <a:pt x="1318" y="31164"/>
                    <a:pt x="1656" y="30972"/>
                    <a:pt x="1045" y="31598"/>
                  </a:cubicBezTo>
                  <a:cubicBezTo>
                    <a:pt x="964" y="31695"/>
                    <a:pt x="788" y="31807"/>
                    <a:pt x="643" y="31936"/>
                  </a:cubicBezTo>
                  <a:lnTo>
                    <a:pt x="1125" y="17841"/>
                  </a:lnTo>
                  <a:close/>
                  <a:moveTo>
                    <a:pt x="3713" y="0"/>
                  </a:moveTo>
                  <a:lnTo>
                    <a:pt x="3713" y="8326"/>
                  </a:lnTo>
                  <a:cubicBezTo>
                    <a:pt x="3424" y="8310"/>
                    <a:pt x="3134" y="8294"/>
                    <a:pt x="2845" y="8278"/>
                  </a:cubicBezTo>
                  <a:lnTo>
                    <a:pt x="2765" y="8278"/>
                  </a:lnTo>
                  <a:lnTo>
                    <a:pt x="2957" y="16"/>
                  </a:lnTo>
                  <a:lnTo>
                    <a:pt x="2668" y="16"/>
                  </a:lnTo>
                  <a:lnTo>
                    <a:pt x="2475" y="8261"/>
                  </a:lnTo>
                  <a:cubicBezTo>
                    <a:pt x="2348" y="8255"/>
                    <a:pt x="2218" y="8249"/>
                    <a:pt x="2088" y="8249"/>
                  </a:cubicBezTo>
                  <a:cubicBezTo>
                    <a:pt x="1875" y="8249"/>
                    <a:pt x="1663" y="8266"/>
                    <a:pt x="1463" y="8326"/>
                  </a:cubicBezTo>
                  <a:lnTo>
                    <a:pt x="1752" y="16"/>
                  </a:lnTo>
                  <a:lnTo>
                    <a:pt x="1463" y="16"/>
                  </a:lnTo>
                  <a:lnTo>
                    <a:pt x="1173" y="8454"/>
                  </a:lnTo>
                  <a:cubicBezTo>
                    <a:pt x="1093" y="8503"/>
                    <a:pt x="1029" y="8567"/>
                    <a:pt x="964" y="8631"/>
                  </a:cubicBezTo>
                  <a:cubicBezTo>
                    <a:pt x="940" y="8667"/>
                    <a:pt x="961" y="8713"/>
                    <a:pt x="994" y="8713"/>
                  </a:cubicBezTo>
                  <a:cubicBezTo>
                    <a:pt x="1005" y="8713"/>
                    <a:pt x="1017" y="8707"/>
                    <a:pt x="1029" y="8695"/>
                  </a:cubicBezTo>
                  <a:cubicBezTo>
                    <a:pt x="1077" y="8647"/>
                    <a:pt x="1109" y="8615"/>
                    <a:pt x="1173" y="8583"/>
                  </a:cubicBezTo>
                  <a:lnTo>
                    <a:pt x="1173" y="8583"/>
                  </a:lnTo>
                  <a:lnTo>
                    <a:pt x="852" y="17744"/>
                  </a:lnTo>
                  <a:cubicBezTo>
                    <a:pt x="836" y="17760"/>
                    <a:pt x="820" y="17792"/>
                    <a:pt x="852" y="17808"/>
                  </a:cubicBezTo>
                  <a:lnTo>
                    <a:pt x="0" y="41772"/>
                  </a:lnTo>
                  <a:lnTo>
                    <a:pt x="289" y="41772"/>
                  </a:lnTo>
                  <a:lnTo>
                    <a:pt x="627" y="32322"/>
                  </a:lnTo>
                  <a:cubicBezTo>
                    <a:pt x="836" y="32257"/>
                    <a:pt x="1318" y="32032"/>
                    <a:pt x="1398" y="31952"/>
                  </a:cubicBezTo>
                  <a:cubicBezTo>
                    <a:pt x="1848" y="31438"/>
                    <a:pt x="1527" y="30843"/>
                    <a:pt x="1961" y="30473"/>
                  </a:cubicBezTo>
                  <a:lnTo>
                    <a:pt x="1961" y="30473"/>
                  </a:lnTo>
                  <a:lnTo>
                    <a:pt x="1688" y="41772"/>
                  </a:lnTo>
                  <a:lnTo>
                    <a:pt x="1977" y="41772"/>
                  </a:lnTo>
                  <a:lnTo>
                    <a:pt x="2250" y="30313"/>
                  </a:lnTo>
                  <a:cubicBezTo>
                    <a:pt x="2379" y="30264"/>
                    <a:pt x="2524" y="30232"/>
                    <a:pt x="2716" y="30200"/>
                  </a:cubicBezTo>
                  <a:cubicBezTo>
                    <a:pt x="2893" y="30174"/>
                    <a:pt x="3075" y="30162"/>
                    <a:pt x="3259" y="30162"/>
                  </a:cubicBezTo>
                  <a:cubicBezTo>
                    <a:pt x="3409" y="30162"/>
                    <a:pt x="3561" y="30170"/>
                    <a:pt x="3713" y="30184"/>
                  </a:cubicBezTo>
                  <a:lnTo>
                    <a:pt x="3713" y="41852"/>
                  </a:lnTo>
                  <a:lnTo>
                    <a:pt x="4066" y="41852"/>
                  </a:lnTo>
                  <a:lnTo>
                    <a:pt x="4066" y="30216"/>
                  </a:lnTo>
                  <a:cubicBezTo>
                    <a:pt x="4398" y="30230"/>
                    <a:pt x="4730" y="30268"/>
                    <a:pt x="5052" y="30268"/>
                  </a:cubicBezTo>
                  <a:cubicBezTo>
                    <a:pt x="5104" y="30268"/>
                    <a:pt x="5156" y="30267"/>
                    <a:pt x="5208" y="30264"/>
                  </a:cubicBezTo>
                  <a:lnTo>
                    <a:pt x="5256" y="30264"/>
                  </a:lnTo>
                  <a:lnTo>
                    <a:pt x="5352" y="41772"/>
                  </a:lnTo>
                  <a:lnTo>
                    <a:pt x="5642" y="41772"/>
                  </a:lnTo>
                  <a:lnTo>
                    <a:pt x="5545" y="30248"/>
                  </a:lnTo>
                  <a:cubicBezTo>
                    <a:pt x="5947" y="30232"/>
                    <a:pt x="6349" y="30184"/>
                    <a:pt x="6734" y="30104"/>
                  </a:cubicBezTo>
                  <a:lnTo>
                    <a:pt x="6959" y="41772"/>
                  </a:lnTo>
                  <a:lnTo>
                    <a:pt x="7249" y="41772"/>
                  </a:lnTo>
                  <a:lnTo>
                    <a:pt x="7024" y="30039"/>
                  </a:lnTo>
                  <a:cubicBezTo>
                    <a:pt x="7201" y="30007"/>
                    <a:pt x="7361" y="29959"/>
                    <a:pt x="7522" y="29911"/>
                  </a:cubicBezTo>
                  <a:cubicBezTo>
                    <a:pt x="7597" y="29881"/>
                    <a:pt x="7574" y="29781"/>
                    <a:pt x="7505" y="29781"/>
                  </a:cubicBezTo>
                  <a:cubicBezTo>
                    <a:pt x="7500" y="29781"/>
                    <a:pt x="7495" y="29781"/>
                    <a:pt x="7490" y="29782"/>
                  </a:cubicBezTo>
                  <a:cubicBezTo>
                    <a:pt x="7329" y="29830"/>
                    <a:pt x="7184" y="29863"/>
                    <a:pt x="7024" y="29895"/>
                  </a:cubicBezTo>
                  <a:lnTo>
                    <a:pt x="6799" y="18307"/>
                  </a:lnTo>
                  <a:cubicBezTo>
                    <a:pt x="7056" y="18307"/>
                    <a:pt x="7329" y="18291"/>
                    <a:pt x="7602" y="18258"/>
                  </a:cubicBezTo>
                  <a:cubicBezTo>
                    <a:pt x="7667" y="18258"/>
                    <a:pt x="7667" y="18146"/>
                    <a:pt x="7602" y="18146"/>
                  </a:cubicBezTo>
                  <a:cubicBezTo>
                    <a:pt x="7329" y="18162"/>
                    <a:pt x="7072" y="18178"/>
                    <a:pt x="6799" y="18194"/>
                  </a:cubicBezTo>
                  <a:lnTo>
                    <a:pt x="6606" y="8374"/>
                  </a:lnTo>
                  <a:cubicBezTo>
                    <a:pt x="6702" y="8358"/>
                    <a:pt x="6783" y="8342"/>
                    <a:pt x="6879" y="8310"/>
                  </a:cubicBezTo>
                  <a:cubicBezTo>
                    <a:pt x="6908" y="8310"/>
                    <a:pt x="6898" y="8259"/>
                    <a:pt x="6873" y="8259"/>
                  </a:cubicBezTo>
                  <a:cubicBezTo>
                    <a:pt x="6870" y="8259"/>
                    <a:pt x="6867" y="8260"/>
                    <a:pt x="6863" y="8261"/>
                  </a:cubicBezTo>
                  <a:cubicBezTo>
                    <a:pt x="6783" y="8278"/>
                    <a:pt x="6686" y="8278"/>
                    <a:pt x="6606" y="8294"/>
                  </a:cubicBezTo>
                  <a:lnTo>
                    <a:pt x="6445" y="16"/>
                  </a:lnTo>
                  <a:lnTo>
                    <a:pt x="6156" y="16"/>
                  </a:lnTo>
                  <a:lnTo>
                    <a:pt x="6317" y="8326"/>
                  </a:lnTo>
                  <a:cubicBezTo>
                    <a:pt x="5995" y="8358"/>
                    <a:pt x="5674" y="8374"/>
                    <a:pt x="5352" y="8374"/>
                  </a:cubicBezTo>
                  <a:lnTo>
                    <a:pt x="5352" y="8020"/>
                  </a:lnTo>
                  <a:cubicBezTo>
                    <a:pt x="5352" y="8004"/>
                    <a:pt x="5368" y="7988"/>
                    <a:pt x="5368" y="7956"/>
                  </a:cubicBezTo>
                  <a:cubicBezTo>
                    <a:pt x="5352" y="7844"/>
                    <a:pt x="5352" y="7715"/>
                    <a:pt x="5352" y="7603"/>
                  </a:cubicBezTo>
                  <a:cubicBezTo>
                    <a:pt x="5352" y="7586"/>
                    <a:pt x="5352" y="7570"/>
                    <a:pt x="5336" y="7554"/>
                  </a:cubicBezTo>
                  <a:lnTo>
                    <a:pt x="5272" y="16"/>
                  </a:lnTo>
                  <a:lnTo>
                    <a:pt x="4983" y="16"/>
                  </a:lnTo>
                  <a:lnTo>
                    <a:pt x="5031" y="5722"/>
                  </a:lnTo>
                  <a:cubicBezTo>
                    <a:pt x="5031" y="5979"/>
                    <a:pt x="5015" y="6236"/>
                    <a:pt x="5015" y="6494"/>
                  </a:cubicBezTo>
                  <a:cubicBezTo>
                    <a:pt x="4999" y="6751"/>
                    <a:pt x="4966" y="6992"/>
                    <a:pt x="4822" y="7217"/>
                  </a:cubicBezTo>
                  <a:cubicBezTo>
                    <a:pt x="4758" y="7297"/>
                    <a:pt x="4661" y="7329"/>
                    <a:pt x="4613" y="7410"/>
                  </a:cubicBezTo>
                  <a:cubicBezTo>
                    <a:pt x="4484" y="7635"/>
                    <a:pt x="4533" y="7892"/>
                    <a:pt x="4693" y="8069"/>
                  </a:cubicBezTo>
                  <a:cubicBezTo>
                    <a:pt x="4693" y="8181"/>
                    <a:pt x="4709" y="8278"/>
                    <a:pt x="4741" y="8374"/>
                  </a:cubicBezTo>
                  <a:cubicBezTo>
                    <a:pt x="4516" y="8358"/>
                    <a:pt x="4291" y="8358"/>
                    <a:pt x="4066" y="8342"/>
                  </a:cubicBezTo>
                  <a:lnTo>
                    <a:pt x="40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9"/>
            <p:cNvSpPr/>
            <p:nvPr/>
          </p:nvSpPr>
          <p:spPr>
            <a:xfrm>
              <a:off x="358234" y="1025242"/>
              <a:ext cx="889805" cy="18467"/>
            </a:xfrm>
            <a:custGeom>
              <a:avLst/>
              <a:gdLst/>
              <a:ahLst/>
              <a:cxnLst/>
              <a:rect l="l" t="t" r="r" b="b"/>
              <a:pathLst>
                <a:path w="11316" h="419" extrusionOk="0">
                  <a:moveTo>
                    <a:pt x="1" y="1"/>
                  </a:moveTo>
                  <a:cubicBezTo>
                    <a:pt x="1" y="146"/>
                    <a:pt x="1" y="274"/>
                    <a:pt x="1" y="419"/>
                  </a:cubicBezTo>
                  <a:lnTo>
                    <a:pt x="11316" y="419"/>
                  </a:lnTo>
                  <a:cubicBezTo>
                    <a:pt x="11299" y="290"/>
                    <a:pt x="11283" y="146"/>
                    <a:pt x="11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9"/>
            <p:cNvSpPr/>
            <p:nvPr/>
          </p:nvSpPr>
          <p:spPr>
            <a:xfrm>
              <a:off x="460230" y="1149447"/>
              <a:ext cx="675354" cy="18467"/>
            </a:xfrm>
            <a:custGeom>
              <a:avLst/>
              <a:gdLst/>
              <a:ahLst/>
              <a:cxnLst/>
              <a:rect l="l" t="t" r="r" b="b"/>
              <a:pathLst>
                <a:path w="7877" h="435" extrusionOk="0">
                  <a:moveTo>
                    <a:pt x="1" y="0"/>
                  </a:moveTo>
                  <a:cubicBezTo>
                    <a:pt x="49" y="129"/>
                    <a:pt x="97" y="257"/>
                    <a:pt x="145" y="386"/>
                  </a:cubicBezTo>
                  <a:lnTo>
                    <a:pt x="161" y="434"/>
                  </a:lnTo>
                  <a:lnTo>
                    <a:pt x="7876" y="434"/>
                  </a:lnTo>
                  <a:lnTo>
                    <a:pt x="78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3" name="Google Shape;1313;p39"/>
          <p:cNvGrpSpPr/>
          <p:nvPr/>
        </p:nvGrpSpPr>
        <p:grpSpPr>
          <a:xfrm>
            <a:off x="371621" y="720018"/>
            <a:ext cx="968619" cy="3998949"/>
            <a:chOff x="1387502" y="720042"/>
            <a:chExt cx="968619" cy="3912866"/>
          </a:xfrm>
        </p:grpSpPr>
        <p:sp>
          <p:nvSpPr>
            <p:cNvPr id="1314" name="Google Shape;1314;p39"/>
            <p:cNvSpPr/>
            <p:nvPr/>
          </p:nvSpPr>
          <p:spPr>
            <a:xfrm>
              <a:off x="1387502" y="720042"/>
              <a:ext cx="965572" cy="123905"/>
            </a:xfrm>
            <a:custGeom>
              <a:avLst/>
              <a:gdLst/>
              <a:ahLst/>
              <a:cxnLst/>
              <a:rect l="l" t="t" r="r" b="b"/>
              <a:pathLst>
                <a:path w="11284" h="1448" extrusionOk="0">
                  <a:moveTo>
                    <a:pt x="0" y="1"/>
                  </a:moveTo>
                  <a:lnTo>
                    <a:pt x="0" y="885"/>
                  </a:lnTo>
                  <a:lnTo>
                    <a:pt x="788" y="1447"/>
                  </a:lnTo>
                  <a:lnTo>
                    <a:pt x="10512" y="1447"/>
                  </a:lnTo>
                  <a:lnTo>
                    <a:pt x="11283" y="869"/>
                  </a:lnTo>
                  <a:lnTo>
                    <a:pt x="11267"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9"/>
            <p:cNvSpPr/>
            <p:nvPr/>
          </p:nvSpPr>
          <p:spPr>
            <a:xfrm>
              <a:off x="1485139" y="1022624"/>
              <a:ext cx="789469" cy="3610284"/>
            </a:xfrm>
            <a:custGeom>
              <a:avLst/>
              <a:gdLst/>
              <a:ahLst/>
              <a:cxnLst/>
              <a:rect l="l" t="t" r="r" b="b"/>
              <a:pathLst>
                <a:path w="9226" h="42191" extrusionOk="0">
                  <a:moveTo>
                    <a:pt x="1142" y="1"/>
                  </a:moveTo>
                  <a:lnTo>
                    <a:pt x="0" y="42190"/>
                  </a:lnTo>
                  <a:lnTo>
                    <a:pt x="9226" y="42190"/>
                  </a:lnTo>
                  <a:lnTo>
                    <a:pt x="7796"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9"/>
            <p:cNvSpPr/>
            <p:nvPr/>
          </p:nvSpPr>
          <p:spPr>
            <a:xfrm>
              <a:off x="1501654" y="831457"/>
              <a:ext cx="730340" cy="191249"/>
            </a:xfrm>
            <a:custGeom>
              <a:avLst/>
              <a:gdLst/>
              <a:ahLst/>
              <a:cxnLst/>
              <a:rect l="l" t="t" r="r" b="b"/>
              <a:pathLst>
                <a:path w="8535" h="2235" extrusionOk="0">
                  <a:moveTo>
                    <a:pt x="8519" y="1"/>
                  </a:moveTo>
                  <a:lnTo>
                    <a:pt x="0" y="145"/>
                  </a:lnTo>
                  <a:lnTo>
                    <a:pt x="0" y="515"/>
                  </a:lnTo>
                  <a:cubicBezTo>
                    <a:pt x="0" y="515"/>
                    <a:pt x="900" y="2235"/>
                    <a:pt x="949" y="2235"/>
                  </a:cubicBezTo>
                  <a:lnTo>
                    <a:pt x="7603" y="2235"/>
                  </a:lnTo>
                  <a:lnTo>
                    <a:pt x="8535" y="933"/>
                  </a:lnTo>
                  <a:lnTo>
                    <a:pt x="8519"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9"/>
            <p:cNvSpPr/>
            <p:nvPr/>
          </p:nvSpPr>
          <p:spPr>
            <a:xfrm>
              <a:off x="1533310" y="1035044"/>
              <a:ext cx="620297" cy="3597789"/>
            </a:xfrm>
            <a:custGeom>
              <a:avLst/>
              <a:gdLst/>
              <a:ahLst/>
              <a:cxnLst/>
              <a:rect l="l" t="t" r="r" b="b"/>
              <a:pathLst>
                <a:path w="7249" h="41853" extrusionOk="0">
                  <a:moveTo>
                    <a:pt x="2475" y="8326"/>
                  </a:moveTo>
                  <a:lnTo>
                    <a:pt x="2298" y="15992"/>
                  </a:lnTo>
                  <a:cubicBezTo>
                    <a:pt x="1752" y="15783"/>
                    <a:pt x="1366" y="15414"/>
                    <a:pt x="1238" y="14851"/>
                  </a:cubicBezTo>
                  <a:lnTo>
                    <a:pt x="1447" y="8776"/>
                  </a:lnTo>
                  <a:cubicBezTo>
                    <a:pt x="1447" y="8776"/>
                    <a:pt x="1463" y="8776"/>
                    <a:pt x="1463" y="8760"/>
                  </a:cubicBezTo>
                  <a:cubicBezTo>
                    <a:pt x="1639" y="8406"/>
                    <a:pt x="2073" y="8374"/>
                    <a:pt x="2475" y="8326"/>
                  </a:cubicBezTo>
                  <a:close/>
                  <a:moveTo>
                    <a:pt x="4663" y="6970"/>
                  </a:moveTo>
                  <a:cubicBezTo>
                    <a:pt x="4776" y="6970"/>
                    <a:pt x="4899" y="6976"/>
                    <a:pt x="5047" y="6976"/>
                  </a:cubicBezTo>
                  <a:lnTo>
                    <a:pt x="5159" y="19207"/>
                  </a:lnTo>
                  <a:cubicBezTo>
                    <a:pt x="5143" y="19191"/>
                    <a:pt x="5127" y="19191"/>
                    <a:pt x="5111" y="19191"/>
                  </a:cubicBezTo>
                  <a:cubicBezTo>
                    <a:pt x="3954" y="18757"/>
                    <a:pt x="4275" y="18017"/>
                    <a:pt x="4114" y="17262"/>
                  </a:cubicBezTo>
                  <a:cubicBezTo>
                    <a:pt x="4098" y="17182"/>
                    <a:pt x="4082" y="17101"/>
                    <a:pt x="4066" y="17037"/>
                  </a:cubicBezTo>
                  <a:lnTo>
                    <a:pt x="4066" y="7104"/>
                  </a:lnTo>
                  <a:cubicBezTo>
                    <a:pt x="4285" y="6990"/>
                    <a:pt x="4456" y="6970"/>
                    <a:pt x="4663" y="6970"/>
                  </a:cubicBezTo>
                  <a:close/>
                  <a:moveTo>
                    <a:pt x="6284" y="6847"/>
                  </a:moveTo>
                  <a:lnTo>
                    <a:pt x="6541" y="19737"/>
                  </a:lnTo>
                  <a:cubicBezTo>
                    <a:pt x="6413" y="19560"/>
                    <a:pt x="6236" y="19448"/>
                    <a:pt x="6011" y="19367"/>
                  </a:cubicBezTo>
                  <a:cubicBezTo>
                    <a:pt x="5834" y="19287"/>
                    <a:pt x="5641" y="19287"/>
                    <a:pt x="5448" y="19255"/>
                  </a:cubicBezTo>
                  <a:lnTo>
                    <a:pt x="5336" y="6960"/>
                  </a:lnTo>
                  <a:cubicBezTo>
                    <a:pt x="5657" y="6944"/>
                    <a:pt x="5963" y="6911"/>
                    <a:pt x="6284" y="6847"/>
                  </a:cubicBezTo>
                  <a:close/>
                  <a:moveTo>
                    <a:pt x="1221" y="15269"/>
                  </a:moveTo>
                  <a:cubicBezTo>
                    <a:pt x="1318" y="15478"/>
                    <a:pt x="1447" y="15655"/>
                    <a:pt x="1623" y="15832"/>
                  </a:cubicBezTo>
                  <a:cubicBezTo>
                    <a:pt x="1800" y="15992"/>
                    <a:pt x="2041" y="16089"/>
                    <a:pt x="2282" y="16169"/>
                  </a:cubicBezTo>
                  <a:lnTo>
                    <a:pt x="1897" y="32997"/>
                  </a:lnTo>
                  <a:cubicBezTo>
                    <a:pt x="1769" y="32987"/>
                    <a:pt x="1642" y="32983"/>
                    <a:pt x="1515" y="32983"/>
                  </a:cubicBezTo>
                  <a:cubicBezTo>
                    <a:pt x="1208" y="32983"/>
                    <a:pt x="902" y="33006"/>
                    <a:pt x="595" y="33029"/>
                  </a:cubicBezTo>
                  <a:lnTo>
                    <a:pt x="1221" y="15269"/>
                  </a:lnTo>
                  <a:close/>
                  <a:moveTo>
                    <a:pt x="4066" y="18130"/>
                  </a:moveTo>
                  <a:cubicBezTo>
                    <a:pt x="4082" y="18387"/>
                    <a:pt x="4131" y="18628"/>
                    <a:pt x="4275" y="18837"/>
                  </a:cubicBezTo>
                  <a:cubicBezTo>
                    <a:pt x="4500" y="19158"/>
                    <a:pt x="4822" y="19271"/>
                    <a:pt x="5159" y="19351"/>
                  </a:cubicBezTo>
                  <a:lnTo>
                    <a:pt x="5272" y="32547"/>
                  </a:lnTo>
                  <a:cubicBezTo>
                    <a:pt x="5256" y="32579"/>
                    <a:pt x="5240" y="32611"/>
                    <a:pt x="5223" y="32627"/>
                  </a:cubicBezTo>
                  <a:cubicBezTo>
                    <a:pt x="5143" y="32707"/>
                    <a:pt x="5063" y="32723"/>
                    <a:pt x="5015" y="32836"/>
                  </a:cubicBezTo>
                  <a:cubicBezTo>
                    <a:pt x="4934" y="33029"/>
                    <a:pt x="4966" y="33238"/>
                    <a:pt x="5127" y="33366"/>
                  </a:cubicBezTo>
                  <a:cubicBezTo>
                    <a:pt x="5143" y="33398"/>
                    <a:pt x="5175" y="33398"/>
                    <a:pt x="5207" y="33398"/>
                  </a:cubicBezTo>
                  <a:cubicBezTo>
                    <a:pt x="5223" y="33447"/>
                    <a:pt x="5240" y="33463"/>
                    <a:pt x="5288" y="33479"/>
                  </a:cubicBezTo>
                  <a:lnTo>
                    <a:pt x="5288" y="33881"/>
                  </a:lnTo>
                  <a:cubicBezTo>
                    <a:pt x="4870" y="33849"/>
                    <a:pt x="4468" y="33832"/>
                    <a:pt x="4066" y="33800"/>
                  </a:cubicBezTo>
                  <a:lnTo>
                    <a:pt x="4066" y="18130"/>
                  </a:lnTo>
                  <a:close/>
                  <a:moveTo>
                    <a:pt x="5448" y="19416"/>
                  </a:moveTo>
                  <a:cubicBezTo>
                    <a:pt x="5786" y="19480"/>
                    <a:pt x="6140" y="19560"/>
                    <a:pt x="6397" y="19817"/>
                  </a:cubicBezTo>
                  <a:cubicBezTo>
                    <a:pt x="6386" y="19810"/>
                    <a:pt x="6375" y="19807"/>
                    <a:pt x="6365" y="19807"/>
                  </a:cubicBezTo>
                  <a:cubicBezTo>
                    <a:pt x="6331" y="19807"/>
                    <a:pt x="6308" y="19844"/>
                    <a:pt x="6332" y="19882"/>
                  </a:cubicBezTo>
                  <a:cubicBezTo>
                    <a:pt x="6397" y="19946"/>
                    <a:pt x="6477" y="20026"/>
                    <a:pt x="6541" y="20091"/>
                  </a:cubicBezTo>
                  <a:lnTo>
                    <a:pt x="6815" y="33913"/>
                  </a:lnTo>
                  <a:cubicBezTo>
                    <a:pt x="6397" y="33913"/>
                    <a:pt x="5979" y="33897"/>
                    <a:pt x="5577" y="33881"/>
                  </a:cubicBezTo>
                  <a:lnTo>
                    <a:pt x="5448" y="19416"/>
                  </a:lnTo>
                  <a:close/>
                  <a:moveTo>
                    <a:pt x="3713" y="0"/>
                  </a:moveTo>
                  <a:lnTo>
                    <a:pt x="3713" y="6927"/>
                  </a:lnTo>
                  <a:cubicBezTo>
                    <a:pt x="3648" y="6960"/>
                    <a:pt x="3600" y="7008"/>
                    <a:pt x="3520" y="7072"/>
                  </a:cubicBezTo>
                  <a:cubicBezTo>
                    <a:pt x="3295" y="7249"/>
                    <a:pt x="3407" y="7313"/>
                    <a:pt x="3536" y="7378"/>
                  </a:cubicBezTo>
                  <a:cubicBezTo>
                    <a:pt x="3568" y="7361"/>
                    <a:pt x="3616" y="7329"/>
                    <a:pt x="3713" y="7281"/>
                  </a:cubicBezTo>
                  <a:lnTo>
                    <a:pt x="3713" y="7474"/>
                  </a:lnTo>
                  <a:cubicBezTo>
                    <a:pt x="3664" y="7442"/>
                    <a:pt x="3600" y="7410"/>
                    <a:pt x="3536" y="7378"/>
                  </a:cubicBezTo>
                  <a:cubicBezTo>
                    <a:pt x="3508" y="7394"/>
                    <a:pt x="3508" y="7396"/>
                    <a:pt x="3519" y="7396"/>
                  </a:cubicBezTo>
                  <a:cubicBezTo>
                    <a:pt x="3522" y="7396"/>
                    <a:pt x="3527" y="7395"/>
                    <a:pt x="3533" y="7395"/>
                  </a:cubicBezTo>
                  <a:cubicBezTo>
                    <a:pt x="3577" y="7395"/>
                    <a:pt x="3659" y="7410"/>
                    <a:pt x="3456" y="7667"/>
                  </a:cubicBezTo>
                  <a:cubicBezTo>
                    <a:pt x="3407" y="7731"/>
                    <a:pt x="3375" y="7795"/>
                    <a:pt x="3327" y="7844"/>
                  </a:cubicBezTo>
                  <a:cubicBezTo>
                    <a:pt x="3552" y="7747"/>
                    <a:pt x="3664" y="7667"/>
                    <a:pt x="3713" y="7603"/>
                  </a:cubicBezTo>
                  <a:lnTo>
                    <a:pt x="3713" y="16394"/>
                  </a:lnTo>
                  <a:cubicBezTo>
                    <a:pt x="3632" y="16330"/>
                    <a:pt x="3568" y="16265"/>
                    <a:pt x="3472" y="16233"/>
                  </a:cubicBezTo>
                  <a:cubicBezTo>
                    <a:pt x="3247" y="16121"/>
                    <a:pt x="3102" y="16169"/>
                    <a:pt x="2877" y="16137"/>
                  </a:cubicBezTo>
                  <a:cubicBezTo>
                    <a:pt x="2780" y="16121"/>
                    <a:pt x="2668" y="16105"/>
                    <a:pt x="2572" y="16073"/>
                  </a:cubicBezTo>
                  <a:lnTo>
                    <a:pt x="2764" y="8278"/>
                  </a:lnTo>
                  <a:cubicBezTo>
                    <a:pt x="2829" y="8261"/>
                    <a:pt x="2877" y="8245"/>
                    <a:pt x="2925" y="8213"/>
                  </a:cubicBezTo>
                  <a:cubicBezTo>
                    <a:pt x="3166" y="8101"/>
                    <a:pt x="3231" y="7988"/>
                    <a:pt x="3327" y="7844"/>
                  </a:cubicBezTo>
                  <a:lnTo>
                    <a:pt x="3327" y="7844"/>
                  </a:lnTo>
                  <a:cubicBezTo>
                    <a:pt x="3182" y="7908"/>
                    <a:pt x="3006" y="7988"/>
                    <a:pt x="2764" y="8101"/>
                  </a:cubicBezTo>
                  <a:lnTo>
                    <a:pt x="2957" y="16"/>
                  </a:lnTo>
                  <a:lnTo>
                    <a:pt x="2668" y="16"/>
                  </a:lnTo>
                  <a:lnTo>
                    <a:pt x="2475" y="8181"/>
                  </a:lnTo>
                  <a:cubicBezTo>
                    <a:pt x="2282" y="8213"/>
                    <a:pt x="2073" y="8213"/>
                    <a:pt x="1897" y="8278"/>
                  </a:cubicBezTo>
                  <a:cubicBezTo>
                    <a:pt x="1688" y="8358"/>
                    <a:pt x="1559" y="8406"/>
                    <a:pt x="1447" y="8551"/>
                  </a:cubicBezTo>
                  <a:lnTo>
                    <a:pt x="1752" y="16"/>
                  </a:lnTo>
                  <a:lnTo>
                    <a:pt x="1463" y="16"/>
                  </a:lnTo>
                  <a:lnTo>
                    <a:pt x="0" y="41772"/>
                  </a:lnTo>
                  <a:lnTo>
                    <a:pt x="289" y="41772"/>
                  </a:lnTo>
                  <a:lnTo>
                    <a:pt x="595" y="33125"/>
                  </a:lnTo>
                  <a:lnTo>
                    <a:pt x="1880" y="33125"/>
                  </a:lnTo>
                  <a:lnTo>
                    <a:pt x="1688" y="41772"/>
                  </a:lnTo>
                  <a:lnTo>
                    <a:pt x="1977" y="41772"/>
                  </a:lnTo>
                  <a:lnTo>
                    <a:pt x="2170" y="33141"/>
                  </a:lnTo>
                  <a:cubicBezTo>
                    <a:pt x="2411" y="33157"/>
                    <a:pt x="2652" y="33238"/>
                    <a:pt x="2780" y="33415"/>
                  </a:cubicBezTo>
                  <a:cubicBezTo>
                    <a:pt x="2792" y="33426"/>
                    <a:pt x="2807" y="33431"/>
                    <a:pt x="2822" y="33431"/>
                  </a:cubicBezTo>
                  <a:cubicBezTo>
                    <a:pt x="2848" y="33431"/>
                    <a:pt x="2871" y="33414"/>
                    <a:pt x="2861" y="33382"/>
                  </a:cubicBezTo>
                  <a:cubicBezTo>
                    <a:pt x="2813" y="33125"/>
                    <a:pt x="2572" y="33061"/>
                    <a:pt x="2330" y="33029"/>
                  </a:cubicBezTo>
                  <a:lnTo>
                    <a:pt x="2186" y="33029"/>
                  </a:lnTo>
                  <a:lnTo>
                    <a:pt x="2572" y="16249"/>
                  </a:lnTo>
                  <a:cubicBezTo>
                    <a:pt x="3006" y="16362"/>
                    <a:pt x="3423" y="16458"/>
                    <a:pt x="3713" y="16732"/>
                  </a:cubicBezTo>
                  <a:lnTo>
                    <a:pt x="3713" y="23739"/>
                  </a:lnTo>
                  <a:cubicBezTo>
                    <a:pt x="3695" y="23713"/>
                    <a:pt x="3664" y="23697"/>
                    <a:pt x="3637" y="23697"/>
                  </a:cubicBezTo>
                  <a:cubicBezTo>
                    <a:pt x="3613" y="23697"/>
                    <a:pt x="3592" y="23709"/>
                    <a:pt x="3584" y="23739"/>
                  </a:cubicBezTo>
                  <a:cubicBezTo>
                    <a:pt x="3488" y="24028"/>
                    <a:pt x="3456" y="24334"/>
                    <a:pt x="3407" y="24623"/>
                  </a:cubicBezTo>
                  <a:cubicBezTo>
                    <a:pt x="3388" y="24719"/>
                    <a:pt x="3460" y="24780"/>
                    <a:pt x="3536" y="24780"/>
                  </a:cubicBezTo>
                  <a:cubicBezTo>
                    <a:pt x="3586" y="24780"/>
                    <a:pt x="3639" y="24752"/>
                    <a:pt x="3664" y="24687"/>
                  </a:cubicBezTo>
                  <a:cubicBezTo>
                    <a:pt x="3681" y="24655"/>
                    <a:pt x="3697" y="24607"/>
                    <a:pt x="3713" y="24575"/>
                  </a:cubicBezTo>
                  <a:lnTo>
                    <a:pt x="3713" y="33768"/>
                  </a:lnTo>
                  <a:lnTo>
                    <a:pt x="3697" y="33768"/>
                  </a:lnTo>
                  <a:cubicBezTo>
                    <a:pt x="3664" y="33768"/>
                    <a:pt x="3648" y="33832"/>
                    <a:pt x="3697" y="33832"/>
                  </a:cubicBezTo>
                  <a:lnTo>
                    <a:pt x="3713" y="33832"/>
                  </a:lnTo>
                  <a:lnTo>
                    <a:pt x="3713" y="41852"/>
                  </a:lnTo>
                  <a:lnTo>
                    <a:pt x="4066" y="41852"/>
                  </a:lnTo>
                  <a:lnTo>
                    <a:pt x="4066" y="33881"/>
                  </a:lnTo>
                  <a:cubicBezTo>
                    <a:pt x="4468" y="33945"/>
                    <a:pt x="4870" y="33993"/>
                    <a:pt x="5288" y="34025"/>
                  </a:cubicBezTo>
                  <a:lnTo>
                    <a:pt x="5352" y="41772"/>
                  </a:lnTo>
                  <a:lnTo>
                    <a:pt x="5641" y="41772"/>
                  </a:lnTo>
                  <a:lnTo>
                    <a:pt x="5577" y="34041"/>
                  </a:lnTo>
                  <a:lnTo>
                    <a:pt x="5577" y="34041"/>
                  </a:lnTo>
                  <a:cubicBezTo>
                    <a:pt x="5995" y="34074"/>
                    <a:pt x="6397" y="34074"/>
                    <a:pt x="6815" y="34074"/>
                  </a:cubicBezTo>
                  <a:lnTo>
                    <a:pt x="6959" y="41772"/>
                  </a:lnTo>
                  <a:lnTo>
                    <a:pt x="7249" y="41772"/>
                  </a:lnTo>
                  <a:lnTo>
                    <a:pt x="6574" y="6783"/>
                  </a:lnTo>
                  <a:cubicBezTo>
                    <a:pt x="6670" y="6767"/>
                    <a:pt x="6766" y="6735"/>
                    <a:pt x="6863" y="6719"/>
                  </a:cubicBezTo>
                  <a:cubicBezTo>
                    <a:pt x="6923" y="6704"/>
                    <a:pt x="6899" y="6604"/>
                    <a:pt x="6843" y="6604"/>
                  </a:cubicBezTo>
                  <a:cubicBezTo>
                    <a:pt x="6839" y="6604"/>
                    <a:pt x="6835" y="6605"/>
                    <a:pt x="6831" y="6606"/>
                  </a:cubicBezTo>
                  <a:cubicBezTo>
                    <a:pt x="6750" y="6622"/>
                    <a:pt x="6654" y="6638"/>
                    <a:pt x="6574" y="6654"/>
                  </a:cubicBezTo>
                  <a:lnTo>
                    <a:pt x="6445" y="16"/>
                  </a:lnTo>
                  <a:lnTo>
                    <a:pt x="6156" y="16"/>
                  </a:lnTo>
                  <a:lnTo>
                    <a:pt x="6284" y="6686"/>
                  </a:lnTo>
                  <a:cubicBezTo>
                    <a:pt x="5963" y="6735"/>
                    <a:pt x="5641" y="6751"/>
                    <a:pt x="5336" y="6751"/>
                  </a:cubicBezTo>
                  <a:lnTo>
                    <a:pt x="5272" y="16"/>
                  </a:lnTo>
                  <a:lnTo>
                    <a:pt x="4982" y="16"/>
                  </a:lnTo>
                  <a:lnTo>
                    <a:pt x="5047" y="6751"/>
                  </a:lnTo>
                  <a:cubicBezTo>
                    <a:pt x="4757" y="6767"/>
                    <a:pt x="4468" y="6767"/>
                    <a:pt x="4179" y="6783"/>
                  </a:cubicBezTo>
                  <a:cubicBezTo>
                    <a:pt x="4131" y="6783"/>
                    <a:pt x="4098" y="6783"/>
                    <a:pt x="4050" y="6799"/>
                  </a:cubicBezTo>
                  <a:lnTo>
                    <a:pt x="40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8" name="Google Shape;1318;p39"/>
            <p:cNvGrpSpPr/>
            <p:nvPr/>
          </p:nvGrpSpPr>
          <p:grpSpPr>
            <a:xfrm>
              <a:off x="1390510" y="750957"/>
              <a:ext cx="965611" cy="171784"/>
              <a:chOff x="5996170" y="7589686"/>
              <a:chExt cx="548487" cy="97577"/>
            </a:xfrm>
          </p:grpSpPr>
          <p:sp>
            <p:nvSpPr>
              <p:cNvPr id="1319" name="Google Shape;1319;p39"/>
              <p:cNvSpPr/>
              <p:nvPr/>
            </p:nvSpPr>
            <p:spPr>
              <a:xfrm>
                <a:off x="5996170" y="7589686"/>
                <a:ext cx="548487" cy="13085"/>
              </a:xfrm>
              <a:custGeom>
                <a:avLst/>
                <a:gdLst/>
                <a:ahLst/>
                <a:cxnLst/>
                <a:rect l="l" t="t" r="r" b="b"/>
                <a:pathLst>
                  <a:path w="11284" h="419" extrusionOk="0">
                    <a:moveTo>
                      <a:pt x="0" y="1"/>
                    </a:moveTo>
                    <a:lnTo>
                      <a:pt x="0" y="419"/>
                    </a:lnTo>
                    <a:lnTo>
                      <a:pt x="11283" y="419"/>
                    </a:lnTo>
                    <a:cubicBezTo>
                      <a:pt x="11251" y="274"/>
                      <a:pt x="11251" y="146"/>
                      <a:pt x="11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9"/>
              <p:cNvSpPr/>
              <p:nvPr/>
            </p:nvSpPr>
            <p:spPr>
              <a:xfrm>
                <a:off x="6066576" y="7666906"/>
                <a:ext cx="405412" cy="12760"/>
              </a:xfrm>
              <a:custGeom>
                <a:avLst/>
                <a:gdLst/>
                <a:ahLst/>
                <a:cxnLst/>
                <a:rect l="l" t="t" r="r" b="b"/>
                <a:pathLst>
                  <a:path w="7828" h="435" extrusionOk="0">
                    <a:moveTo>
                      <a:pt x="0" y="0"/>
                    </a:moveTo>
                    <a:cubicBezTo>
                      <a:pt x="49" y="145"/>
                      <a:pt x="113" y="290"/>
                      <a:pt x="177" y="434"/>
                    </a:cubicBezTo>
                    <a:lnTo>
                      <a:pt x="7827" y="434"/>
                    </a:lnTo>
                    <a:lnTo>
                      <a:pt x="78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9"/>
              <p:cNvSpPr/>
              <p:nvPr/>
            </p:nvSpPr>
            <p:spPr>
              <a:xfrm>
                <a:off x="6275465" y="7594371"/>
                <a:ext cx="76994" cy="18769"/>
              </a:xfrm>
              <a:custGeom>
                <a:avLst/>
                <a:gdLst/>
                <a:ahLst/>
                <a:cxnLst/>
                <a:rect l="l" t="t" r="r" b="b"/>
                <a:pathLst>
                  <a:path w="1584" h="601" extrusionOk="0">
                    <a:moveTo>
                      <a:pt x="267" y="0"/>
                    </a:moveTo>
                    <a:cubicBezTo>
                      <a:pt x="196" y="0"/>
                      <a:pt x="124" y="15"/>
                      <a:pt x="57" y="44"/>
                    </a:cubicBezTo>
                    <a:cubicBezTo>
                      <a:pt x="0" y="58"/>
                      <a:pt x="6" y="146"/>
                      <a:pt x="62" y="146"/>
                    </a:cubicBezTo>
                    <a:cubicBezTo>
                      <a:pt x="70" y="146"/>
                      <a:pt x="79" y="144"/>
                      <a:pt x="89" y="140"/>
                    </a:cubicBezTo>
                    <a:lnTo>
                      <a:pt x="89" y="156"/>
                    </a:lnTo>
                    <a:cubicBezTo>
                      <a:pt x="135" y="143"/>
                      <a:pt x="182" y="135"/>
                      <a:pt x="227" y="135"/>
                    </a:cubicBezTo>
                    <a:cubicBezTo>
                      <a:pt x="292" y="135"/>
                      <a:pt x="354" y="151"/>
                      <a:pt x="410" y="188"/>
                    </a:cubicBezTo>
                    <a:cubicBezTo>
                      <a:pt x="523" y="253"/>
                      <a:pt x="539" y="349"/>
                      <a:pt x="587" y="446"/>
                    </a:cubicBezTo>
                    <a:cubicBezTo>
                      <a:pt x="635" y="526"/>
                      <a:pt x="667" y="574"/>
                      <a:pt x="748" y="590"/>
                    </a:cubicBezTo>
                    <a:cubicBezTo>
                      <a:pt x="779" y="598"/>
                      <a:pt x="812" y="601"/>
                      <a:pt x="847" y="601"/>
                    </a:cubicBezTo>
                    <a:cubicBezTo>
                      <a:pt x="958" y="601"/>
                      <a:pt x="1084" y="570"/>
                      <a:pt x="1182" y="558"/>
                    </a:cubicBezTo>
                    <a:cubicBezTo>
                      <a:pt x="1278" y="558"/>
                      <a:pt x="1374" y="558"/>
                      <a:pt x="1455" y="494"/>
                    </a:cubicBezTo>
                    <a:cubicBezTo>
                      <a:pt x="1583" y="397"/>
                      <a:pt x="1535" y="188"/>
                      <a:pt x="1423" y="92"/>
                    </a:cubicBezTo>
                    <a:cubicBezTo>
                      <a:pt x="1363" y="48"/>
                      <a:pt x="1302" y="31"/>
                      <a:pt x="1241" y="31"/>
                    </a:cubicBezTo>
                    <a:cubicBezTo>
                      <a:pt x="1055" y="31"/>
                      <a:pt x="865" y="188"/>
                      <a:pt x="683" y="237"/>
                    </a:cubicBezTo>
                    <a:cubicBezTo>
                      <a:pt x="593" y="79"/>
                      <a:pt x="432" y="0"/>
                      <a:pt x="2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9"/>
              <p:cNvSpPr/>
              <p:nvPr/>
            </p:nvSpPr>
            <p:spPr>
              <a:xfrm>
                <a:off x="6187347" y="7671100"/>
                <a:ext cx="37030" cy="16162"/>
              </a:xfrm>
              <a:custGeom>
                <a:avLst/>
                <a:gdLst/>
                <a:ahLst/>
                <a:cxnLst/>
                <a:rect l="l" t="t" r="r" b="b"/>
                <a:pathLst>
                  <a:path w="715" h="551" extrusionOk="0">
                    <a:moveTo>
                      <a:pt x="336" y="243"/>
                    </a:moveTo>
                    <a:cubicBezTo>
                      <a:pt x="368" y="243"/>
                      <a:pt x="417" y="291"/>
                      <a:pt x="385" y="307"/>
                    </a:cubicBezTo>
                    <a:lnTo>
                      <a:pt x="385" y="323"/>
                    </a:lnTo>
                    <a:cubicBezTo>
                      <a:pt x="381" y="325"/>
                      <a:pt x="378" y="326"/>
                      <a:pt x="375" y="326"/>
                    </a:cubicBezTo>
                    <a:cubicBezTo>
                      <a:pt x="349" y="326"/>
                      <a:pt x="336" y="272"/>
                      <a:pt x="336" y="243"/>
                    </a:cubicBezTo>
                    <a:close/>
                    <a:moveTo>
                      <a:pt x="397" y="0"/>
                    </a:moveTo>
                    <a:cubicBezTo>
                      <a:pt x="388" y="0"/>
                      <a:pt x="378" y="1"/>
                      <a:pt x="368" y="2"/>
                    </a:cubicBezTo>
                    <a:cubicBezTo>
                      <a:pt x="320" y="18"/>
                      <a:pt x="272" y="50"/>
                      <a:pt x="272" y="98"/>
                    </a:cubicBezTo>
                    <a:cubicBezTo>
                      <a:pt x="240" y="98"/>
                      <a:pt x="208" y="98"/>
                      <a:pt x="176" y="114"/>
                    </a:cubicBezTo>
                    <a:cubicBezTo>
                      <a:pt x="1" y="276"/>
                      <a:pt x="186" y="550"/>
                      <a:pt x="393" y="550"/>
                    </a:cubicBezTo>
                    <a:cubicBezTo>
                      <a:pt x="433" y="550"/>
                      <a:pt x="474" y="540"/>
                      <a:pt x="513" y="516"/>
                    </a:cubicBezTo>
                    <a:cubicBezTo>
                      <a:pt x="715" y="408"/>
                      <a:pt x="647" y="0"/>
                      <a:pt x="3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p41"/>
          <p:cNvSpPr/>
          <p:nvPr/>
        </p:nvSpPr>
        <p:spPr>
          <a:xfrm flipH="1">
            <a:off x="-2319237" y="2225450"/>
            <a:ext cx="4011670" cy="1850992"/>
          </a:xfrm>
          <a:custGeom>
            <a:avLst/>
            <a:gdLst/>
            <a:ahLst/>
            <a:cxnLst/>
            <a:rect l="l" t="t" r="r" b="b"/>
            <a:pathLst>
              <a:path w="77659" h="35832" extrusionOk="0">
                <a:moveTo>
                  <a:pt x="72132" y="1016"/>
                </a:moveTo>
                <a:cubicBezTo>
                  <a:pt x="65330" y="3923"/>
                  <a:pt x="66810" y="8558"/>
                  <a:pt x="67972" y="10687"/>
                </a:cubicBezTo>
                <a:cubicBezTo>
                  <a:pt x="67566" y="10595"/>
                  <a:pt x="67091" y="10568"/>
                  <a:pt x="66562" y="10708"/>
                </a:cubicBezTo>
                <a:cubicBezTo>
                  <a:pt x="65859" y="10892"/>
                  <a:pt x="65400" y="11476"/>
                  <a:pt x="65103" y="12059"/>
                </a:cubicBezTo>
                <a:cubicBezTo>
                  <a:pt x="64795" y="11060"/>
                  <a:pt x="64157" y="9914"/>
                  <a:pt x="62882" y="9882"/>
                </a:cubicBezTo>
                <a:cubicBezTo>
                  <a:pt x="61888" y="9855"/>
                  <a:pt x="61256" y="10147"/>
                  <a:pt x="60862" y="10471"/>
                </a:cubicBezTo>
                <a:cubicBezTo>
                  <a:pt x="60462" y="8477"/>
                  <a:pt x="58884" y="4312"/>
                  <a:pt x="52785" y="6457"/>
                </a:cubicBezTo>
                <a:cubicBezTo>
                  <a:pt x="47090" y="8461"/>
                  <a:pt x="48327" y="12232"/>
                  <a:pt x="49462" y="14177"/>
                </a:cubicBezTo>
                <a:cubicBezTo>
                  <a:pt x="49440" y="14172"/>
                  <a:pt x="49413" y="14172"/>
                  <a:pt x="49392" y="14166"/>
                </a:cubicBezTo>
                <a:cubicBezTo>
                  <a:pt x="48090" y="13739"/>
                  <a:pt x="46096" y="13615"/>
                  <a:pt x="44275" y="15690"/>
                </a:cubicBezTo>
                <a:cubicBezTo>
                  <a:pt x="44221" y="15749"/>
                  <a:pt x="44173" y="15809"/>
                  <a:pt x="44124" y="15873"/>
                </a:cubicBezTo>
                <a:cubicBezTo>
                  <a:pt x="41736" y="16133"/>
                  <a:pt x="40623" y="18672"/>
                  <a:pt x="40277" y="19672"/>
                </a:cubicBezTo>
                <a:cubicBezTo>
                  <a:pt x="39537" y="19050"/>
                  <a:pt x="37646" y="17840"/>
                  <a:pt x="35582" y="19596"/>
                </a:cubicBezTo>
                <a:lnTo>
                  <a:pt x="35561" y="19612"/>
                </a:lnTo>
                <a:cubicBezTo>
                  <a:pt x="33384" y="21487"/>
                  <a:pt x="34691" y="24204"/>
                  <a:pt x="35215" y="25101"/>
                </a:cubicBezTo>
                <a:lnTo>
                  <a:pt x="34329" y="25398"/>
                </a:lnTo>
                <a:cubicBezTo>
                  <a:pt x="33859" y="25561"/>
                  <a:pt x="33681" y="26295"/>
                  <a:pt x="33519" y="26976"/>
                </a:cubicBezTo>
                <a:cubicBezTo>
                  <a:pt x="33411" y="27446"/>
                  <a:pt x="33308" y="27878"/>
                  <a:pt x="33281" y="27873"/>
                </a:cubicBezTo>
                <a:cubicBezTo>
                  <a:pt x="33076" y="27840"/>
                  <a:pt x="32876" y="27684"/>
                  <a:pt x="32692" y="27381"/>
                </a:cubicBezTo>
                <a:cubicBezTo>
                  <a:pt x="32503" y="27057"/>
                  <a:pt x="32341" y="26582"/>
                  <a:pt x="32227" y="25928"/>
                </a:cubicBezTo>
                <a:cubicBezTo>
                  <a:pt x="32092" y="25166"/>
                  <a:pt x="31946" y="24437"/>
                  <a:pt x="31482" y="23869"/>
                </a:cubicBezTo>
                <a:cubicBezTo>
                  <a:pt x="31012" y="23291"/>
                  <a:pt x="30250" y="22919"/>
                  <a:pt x="28910" y="22913"/>
                </a:cubicBezTo>
                <a:cubicBezTo>
                  <a:pt x="26690" y="22902"/>
                  <a:pt x="26138" y="25063"/>
                  <a:pt x="26009" y="25868"/>
                </a:cubicBezTo>
                <a:cubicBezTo>
                  <a:pt x="25512" y="25771"/>
                  <a:pt x="24523" y="25728"/>
                  <a:pt x="23637" y="26582"/>
                </a:cubicBezTo>
                <a:cubicBezTo>
                  <a:pt x="22810" y="27387"/>
                  <a:pt x="22713" y="28127"/>
                  <a:pt x="22767" y="28591"/>
                </a:cubicBezTo>
                <a:cubicBezTo>
                  <a:pt x="22292" y="28516"/>
                  <a:pt x="21487" y="28494"/>
                  <a:pt x="20541" y="28921"/>
                </a:cubicBezTo>
                <a:cubicBezTo>
                  <a:pt x="19806" y="29245"/>
                  <a:pt x="19563" y="29991"/>
                  <a:pt x="19488" y="30558"/>
                </a:cubicBezTo>
                <a:cubicBezTo>
                  <a:pt x="19099" y="30126"/>
                  <a:pt x="18526" y="29613"/>
                  <a:pt x="18024" y="29607"/>
                </a:cubicBezTo>
                <a:cubicBezTo>
                  <a:pt x="17618" y="29607"/>
                  <a:pt x="17229" y="29645"/>
                  <a:pt x="16889" y="29839"/>
                </a:cubicBezTo>
                <a:cubicBezTo>
                  <a:pt x="16538" y="30039"/>
                  <a:pt x="16252" y="30391"/>
                  <a:pt x="16079" y="31006"/>
                </a:cubicBezTo>
                <a:cubicBezTo>
                  <a:pt x="15841" y="31855"/>
                  <a:pt x="15257" y="31741"/>
                  <a:pt x="12416" y="31196"/>
                </a:cubicBezTo>
                <a:lnTo>
                  <a:pt x="12286" y="31174"/>
                </a:lnTo>
                <a:cubicBezTo>
                  <a:pt x="9579" y="30650"/>
                  <a:pt x="7721" y="31212"/>
                  <a:pt x="6284" y="31649"/>
                </a:cubicBezTo>
                <a:cubicBezTo>
                  <a:pt x="6013" y="31730"/>
                  <a:pt x="5754" y="31806"/>
                  <a:pt x="5522" y="31866"/>
                </a:cubicBezTo>
                <a:cubicBezTo>
                  <a:pt x="4441" y="32157"/>
                  <a:pt x="4214" y="31979"/>
                  <a:pt x="3517" y="31433"/>
                </a:cubicBezTo>
                <a:cubicBezTo>
                  <a:pt x="3323" y="31282"/>
                  <a:pt x="3090" y="31104"/>
                  <a:pt x="2810" y="30904"/>
                </a:cubicBezTo>
                <a:cubicBezTo>
                  <a:pt x="1913" y="30261"/>
                  <a:pt x="1167" y="30590"/>
                  <a:pt x="702" y="30996"/>
                </a:cubicBezTo>
                <a:cubicBezTo>
                  <a:pt x="530" y="31147"/>
                  <a:pt x="400" y="31304"/>
                  <a:pt x="319" y="31428"/>
                </a:cubicBezTo>
                <a:cubicBezTo>
                  <a:pt x="0" y="31893"/>
                  <a:pt x="195" y="32119"/>
                  <a:pt x="546" y="32022"/>
                </a:cubicBezTo>
                <a:lnTo>
                  <a:pt x="546" y="32022"/>
                </a:lnTo>
                <a:cubicBezTo>
                  <a:pt x="589" y="32011"/>
                  <a:pt x="632" y="31990"/>
                  <a:pt x="670" y="31952"/>
                </a:cubicBezTo>
                <a:cubicBezTo>
                  <a:pt x="794" y="31893"/>
                  <a:pt x="1124" y="31871"/>
                  <a:pt x="1508" y="31930"/>
                </a:cubicBezTo>
                <a:cubicBezTo>
                  <a:pt x="1896" y="31990"/>
                  <a:pt x="2318" y="32136"/>
                  <a:pt x="2604" y="32411"/>
                </a:cubicBezTo>
                <a:cubicBezTo>
                  <a:pt x="2691" y="32487"/>
                  <a:pt x="2761" y="32579"/>
                  <a:pt x="2815" y="32687"/>
                </a:cubicBezTo>
                <a:cubicBezTo>
                  <a:pt x="3409" y="33805"/>
                  <a:pt x="4895" y="33411"/>
                  <a:pt x="6419" y="33005"/>
                </a:cubicBezTo>
                <a:cubicBezTo>
                  <a:pt x="6635" y="32951"/>
                  <a:pt x="6845" y="32892"/>
                  <a:pt x="7018" y="32854"/>
                </a:cubicBezTo>
                <a:cubicBezTo>
                  <a:pt x="8023" y="32600"/>
                  <a:pt x="14085" y="32838"/>
                  <a:pt x="18288" y="33038"/>
                </a:cubicBezTo>
                <a:cubicBezTo>
                  <a:pt x="16160" y="33659"/>
                  <a:pt x="14847" y="35042"/>
                  <a:pt x="14841" y="35053"/>
                </a:cubicBezTo>
                <a:cubicBezTo>
                  <a:pt x="14755" y="35140"/>
                  <a:pt x="14717" y="35280"/>
                  <a:pt x="14755" y="35415"/>
                </a:cubicBezTo>
                <a:cubicBezTo>
                  <a:pt x="14814" y="35620"/>
                  <a:pt x="15030" y="35745"/>
                  <a:pt x="15230" y="35696"/>
                </a:cubicBezTo>
                <a:cubicBezTo>
                  <a:pt x="15241" y="35696"/>
                  <a:pt x="19223" y="34729"/>
                  <a:pt x="22962" y="35080"/>
                </a:cubicBezTo>
                <a:cubicBezTo>
                  <a:pt x="25296" y="35302"/>
                  <a:pt x="34853" y="35620"/>
                  <a:pt x="44313" y="35491"/>
                </a:cubicBezTo>
                <a:cubicBezTo>
                  <a:pt x="45242" y="35480"/>
                  <a:pt x="46166" y="35464"/>
                  <a:pt x="47085" y="35442"/>
                </a:cubicBezTo>
                <a:cubicBezTo>
                  <a:pt x="52768" y="35831"/>
                  <a:pt x="58144" y="35156"/>
                  <a:pt x="62483" y="34237"/>
                </a:cubicBezTo>
                <a:cubicBezTo>
                  <a:pt x="69728" y="33005"/>
                  <a:pt x="74801" y="31115"/>
                  <a:pt x="77659" y="29953"/>
                </a:cubicBezTo>
                <a:lnTo>
                  <a:pt x="77659" y="28035"/>
                </a:lnTo>
                <a:cubicBezTo>
                  <a:pt x="76481" y="28381"/>
                  <a:pt x="75444" y="28645"/>
                  <a:pt x="75384" y="28505"/>
                </a:cubicBezTo>
                <a:cubicBezTo>
                  <a:pt x="75211" y="28084"/>
                  <a:pt x="74601" y="27570"/>
                  <a:pt x="74077" y="27187"/>
                </a:cubicBezTo>
                <a:cubicBezTo>
                  <a:pt x="74903" y="27068"/>
                  <a:pt x="76195" y="26868"/>
                  <a:pt x="77659" y="26625"/>
                </a:cubicBezTo>
                <a:lnTo>
                  <a:pt x="77659" y="395"/>
                </a:lnTo>
                <a:cubicBezTo>
                  <a:pt x="76130" y="0"/>
                  <a:pt x="74304" y="92"/>
                  <a:pt x="72132" y="101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1"/>
          <p:cNvSpPr/>
          <p:nvPr/>
        </p:nvSpPr>
        <p:spPr>
          <a:xfrm>
            <a:off x="5636388" y="822025"/>
            <a:ext cx="4011670" cy="1850992"/>
          </a:xfrm>
          <a:custGeom>
            <a:avLst/>
            <a:gdLst/>
            <a:ahLst/>
            <a:cxnLst/>
            <a:rect l="l" t="t" r="r" b="b"/>
            <a:pathLst>
              <a:path w="77659" h="35832" extrusionOk="0">
                <a:moveTo>
                  <a:pt x="72132" y="1016"/>
                </a:moveTo>
                <a:cubicBezTo>
                  <a:pt x="65330" y="3923"/>
                  <a:pt x="66810" y="8558"/>
                  <a:pt x="67972" y="10687"/>
                </a:cubicBezTo>
                <a:cubicBezTo>
                  <a:pt x="67566" y="10595"/>
                  <a:pt x="67091" y="10568"/>
                  <a:pt x="66562" y="10708"/>
                </a:cubicBezTo>
                <a:cubicBezTo>
                  <a:pt x="65859" y="10892"/>
                  <a:pt x="65400" y="11476"/>
                  <a:pt x="65103" y="12059"/>
                </a:cubicBezTo>
                <a:cubicBezTo>
                  <a:pt x="64795" y="11060"/>
                  <a:pt x="64157" y="9914"/>
                  <a:pt x="62882" y="9882"/>
                </a:cubicBezTo>
                <a:cubicBezTo>
                  <a:pt x="61888" y="9855"/>
                  <a:pt x="61256" y="10147"/>
                  <a:pt x="60862" y="10471"/>
                </a:cubicBezTo>
                <a:cubicBezTo>
                  <a:pt x="60462" y="8477"/>
                  <a:pt x="58884" y="4312"/>
                  <a:pt x="52785" y="6457"/>
                </a:cubicBezTo>
                <a:cubicBezTo>
                  <a:pt x="47090" y="8461"/>
                  <a:pt x="48327" y="12232"/>
                  <a:pt x="49462" y="14177"/>
                </a:cubicBezTo>
                <a:cubicBezTo>
                  <a:pt x="49440" y="14172"/>
                  <a:pt x="49413" y="14172"/>
                  <a:pt x="49392" y="14166"/>
                </a:cubicBezTo>
                <a:cubicBezTo>
                  <a:pt x="48090" y="13739"/>
                  <a:pt x="46096" y="13615"/>
                  <a:pt x="44275" y="15690"/>
                </a:cubicBezTo>
                <a:cubicBezTo>
                  <a:pt x="44221" y="15749"/>
                  <a:pt x="44173" y="15809"/>
                  <a:pt x="44124" y="15873"/>
                </a:cubicBezTo>
                <a:cubicBezTo>
                  <a:pt x="41736" y="16133"/>
                  <a:pt x="40623" y="18672"/>
                  <a:pt x="40277" y="19672"/>
                </a:cubicBezTo>
                <a:cubicBezTo>
                  <a:pt x="39537" y="19050"/>
                  <a:pt x="37646" y="17840"/>
                  <a:pt x="35582" y="19596"/>
                </a:cubicBezTo>
                <a:lnTo>
                  <a:pt x="35561" y="19612"/>
                </a:lnTo>
                <a:cubicBezTo>
                  <a:pt x="33384" y="21487"/>
                  <a:pt x="34691" y="24204"/>
                  <a:pt x="35215" y="25101"/>
                </a:cubicBezTo>
                <a:lnTo>
                  <a:pt x="34329" y="25398"/>
                </a:lnTo>
                <a:cubicBezTo>
                  <a:pt x="33859" y="25561"/>
                  <a:pt x="33681" y="26295"/>
                  <a:pt x="33519" y="26976"/>
                </a:cubicBezTo>
                <a:cubicBezTo>
                  <a:pt x="33411" y="27446"/>
                  <a:pt x="33308" y="27878"/>
                  <a:pt x="33281" y="27873"/>
                </a:cubicBezTo>
                <a:cubicBezTo>
                  <a:pt x="33076" y="27840"/>
                  <a:pt x="32876" y="27684"/>
                  <a:pt x="32692" y="27381"/>
                </a:cubicBezTo>
                <a:cubicBezTo>
                  <a:pt x="32503" y="27057"/>
                  <a:pt x="32341" y="26582"/>
                  <a:pt x="32227" y="25928"/>
                </a:cubicBezTo>
                <a:cubicBezTo>
                  <a:pt x="32092" y="25166"/>
                  <a:pt x="31946" y="24437"/>
                  <a:pt x="31482" y="23869"/>
                </a:cubicBezTo>
                <a:cubicBezTo>
                  <a:pt x="31012" y="23291"/>
                  <a:pt x="30250" y="22919"/>
                  <a:pt x="28910" y="22913"/>
                </a:cubicBezTo>
                <a:cubicBezTo>
                  <a:pt x="26690" y="22902"/>
                  <a:pt x="26138" y="25063"/>
                  <a:pt x="26009" y="25868"/>
                </a:cubicBezTo>
                <a:cubicBezTo>
                  <a:pt x="25512" y="25771"/>
                  <a:pt x="24523" y="25728"/>
                  <a:pt x="23637" y="26582"/>
                </a:cubicBezTo>
                <a:cubicBezTo>
                  <a:pt x="22810" y="27387"/>
                  <a:pt x="22713" y="28127"/>
                  <a:pt x="22767" y="28591"/>
                </a:cubicBezTo>
                <a:cubicBezTo>
                  <a:pt x="22292" y="28516"/>
                  <a:pt x="21487" y="28494"/>
                  <a:pt x="20541" y="28921"/>
                </a:cubicBezTo>
                <a:cubicBezTo>
                  <a:pt x="19806" y="29245"/>
                  <a:pt x="19563" y="29991"/>
                  <a:pt x="19488" y="30558"/>
                </a:cubicBezTo>
                <a:cubicBezTo>
                  <a:pt x="19099" y="30126"/>
                  <a:pt x="18526" y="29613"/>
                  <a:pt x="18024" y="29607"/>
                </a:cubicBezTo>
                <a:cubicBezTo>
                  <a:pt x="17618" y="29607"/>
                  <a:pt x="17229" y="29645"/>
                  <a:pt x="16889" y="29839"/>
                </a:cubicBezTo>
                <a:cubicBezTo>
                  <a:pt x="16538" y="30039"/>
                  <a:pt x="16252" y="30391"/>
                  <a:pt x="16079" y="31006"/>
                </a:cubicBezTo>
                <a:cubicBezTo>
                  <a:pt x="15841" y="31855"/>
                  <a:pt x="15257" y="31741"/>
                  <a:pt x="12416" y="31196"/>
                </a:cubicBezTo>
                <a:lnTo>
                  <a:pt x="12286" y="31174"/>
                </a:lnTo>
                <a:cubicBezTo>
                  <a:pt x="9579" y="30650"/>
                  <a:pt x="7721" y="31212"/>
                  <a:pt x="6284" y="31649"/>
                </a:cubicBezTo>
                <a:cubicBezTo>
                  <a:pt x="6013" y="31730"/>
                  <a:pt x="5754" y="31806"/>
                  <a:pt x="5522" y="31866"/>
                </a:cubicBezTo>
                <a:cubicBezTo>
                  <a:pt x="4441" y="32157"/>
                  <a:pt x="4214" y="31979"/>
                  <a:pt x="3517" y="31433"/>
                </a:cubicBezTo>
                <a:cubicBezTo>
                  <a:pt x="3323" y="31282"/>
                  <a:pt x="3090" y="31104"/>
                  <a:pt x="2810" y="30904"/>
                </a:cubicBezTo>
                <a:cubicBezTo>
                  <a:pt x="1913" y="30261"/>
                  <a:pt x="1167" y="30590"/>
                  <a:pt x="702" y="30996"/>
                </a:cubicBezTo>
                <a:cubicBezTo>
                  <a:pt x="530" y="31147"/>
                  <a:pt x="400" y="31304"/>
                  <a:pt x="319" y="31428"/>
                </a:cubicBezTo>
                <a:cubicBezTo>
                  <a:pt x="0" y="31893"/>
                  <a:pt x="195" y="32119"/>
                  <a:pt x="546" y="32022"/>
                </a:cubicBezTo>
                <a:lnTo>
                  <a:pt x="546" y="32022"/>
                </a:lnTo>
                <a:cubicBezTo>
                  <a:pt x="589" y="32011"/>
                  <a:pt x="632" y="31990"/>
                  <a:pt x="670" y="31952"/>
                </a:cubicBezTo>
                <a:cubicBezTo>
                  <a:pt x="794" y="31893"/>
                  <a:pt x="1124" y="31871"/>
                  <a:pt x="1508" y="31930"/>
                </a:cubicBezTo>
                <a:cubicBezTo>
                  <a:pt x="1896" y="31990"/>
                  <a:pt x="2318" y="32136"/>
                  <a:pt x="2604" y="32411"/>
                </a:cubicBezTo>
                <a:cubicBezTo>
                  <a:pt x="2691" y="32487"/>
                  <a:pt x="2761" y="32579"/>
                  <a:pt x="2815" y="32687"/>
                </a:cubicBezTo>
                <a:cubicBezTo>
                  <a:pt x="3409" y="33805"/>
                  <a:pt x="4895" y="33411"/>
                  <a:pt x="6419" y="33005"/>
                </a:cubicBezTo>
                <a:cubicBezTo>
                  <a:pt x="6635" y="32951"/>
                  <a:pt x="6845" y="32892"/>
                  <a:pt x="7018" y="32854"/>
                </a:cubicBezTo>
                <a:cubicBezTo>
                  <a:pt x="8023" y="32600"/>
                  <a:pt x="14085" y="32838"/>
                  <a:pt x="18288" y="33038"/>
                </a:cubicBezTo>
                <a:cubicBezTo>
                  <a:pt x="16160" y="33659"/>
                  <a:pt x="14847" y="35042"/>
                  <a:pt x="14841" y="35053"/>
                </a:cubicBezTo>
                <a:cubicBezTo>
                  <a:pt x="14755" y="35140"/>
                  <a:pt x="14717" y="35280"/>
                  <a:pt x="14755" y="35415"/>
                </a:cubicBezTo>
                <a:cubicBezTo>
                  <a:pt x="14814" y="35620"/>
                  <a:pt x="15030" y="35745"/>
                  <a:pt x="15230" y="35696"/>
                </a:cubicBezTo>
                <a:cubicBezTo>
                  <a:pt x="15241" y="35696"/>
                  <a:pt x="19223" y="34729"/>
                  <a:pt x="22962" y="35080"/>
                </a:cubicBezTo>
                <a:cubicBezTo>
                  <a:pt x="25296" y="35302"/>
                  <a:pt x="34853" y="35620"/>
                  <a:pt x="44313" y="35491"/>
                </a:cubicBezTo>
                <a:cubicBezTo>
                  <a:pt x="45242" y="35480"/>
                  <a:pt x="46166" y="35464"/>
                  <a:pt x="47085" y="35442"/>
                </a:cubicBezTo>
                <a:cubicBezTo>
                  <a:pt x="52768" y="35831"/>
                  <a:pt x="58144" y="35156"/>
                  <a:pt x="62483" y="34237"/>
                </a:cubicBezTo>
                <a:cubicBezTo>
                  <a:pt x="69728" y="33005"/>
                  <a:pt x="74801" y="31115"/>
                  <a:pt x="77659" y="29953"/>
                </a:cubicBezTo>
                <a:lnTo>
                  <a:pt x="77659" y="28035"/>
                </a:lnTo>
                <a:cubicBezTo>
                  <a:pt x="76481" y="28381"/>
                  <a:pt x="75444" y="28645"/>
                  <a:pt x="75384" y="28505"/>
                </a:cubicBezTo>
                <a:cubicBezTo>
                  <a:pt x="75211" y="28084"/>
                  <a:pt x="74601" y="27570"/>
                  <a:pt x="74077" y="27187"/>
                </a:cubicBezTo>
                <a:cubicBezTo>
                  <a:pt x="74903" y="27068"/>
                  <a:pt x="76195" y="26868"/>
                  <a:pt x="77659" y="26625"/>
                </a:cubicBezTo>
                <a:lnTo>
                  <a:pt x="77659" y="395"/>
                </a:lnTo>
                <a:cubicBezTo>
                  <a:pt x="76130" y="0"/>
                  <a:pt x="74304" y="92"/>
                  <a:pt x="72132" y="101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9" name="Google Shape;1589;p41"/>
          <p:cNvGrpSpPr/>
          <p:nvPr/>
        </p:nvGrpSpPr>
        <p:grpSpPr>
          <a:xfrm rot="275644">
            <a:off x="-1421074" y="602072"/>
            <a:ext cx="1589497" cy="681437"/>
            <a:chOff x="5360400" y="1306600"/>
            <a:chExt cx="2919997" cy="1251839"/>
          </a:xfrm>
        </p:grpSpPr>
        <p:sp>
          <p:nvSpPr>
            <p:cNvPr id="1590" name="Google Shape;1590;p41"/>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1"/>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1"/>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1"/>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1"/>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1"/>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1"/>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1"/>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1"/>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1"/>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1"/>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1"/>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1"/>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1"/>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1"/>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1"/>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1"/>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1"/>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1"/>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1"/>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1"/>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1"/>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1"/>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1"/>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1"/>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1"/>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6" name="Google Shape;1616;p41"/>
          <p:cNvGrpSpPr/>
          <p:nvPr/>
        </p:nvGrpSpPr>
        <p:grpSpPr>
          <a:xfrm rot="-275644" flipH="1">
            <a:off x="-775974" y="662280"/>
            <a:ext cx="1589497" cy="681437"/>
            <a:chOff x="5360400" y="1306600"/>
            <a:chExt cx="2919997" cy="1251839"/>
          </a:xfrm>
        </p:grpSpPr>
        <p:sp>
          <p:nvSpPr>
            <p:cNvPr id="1617" name="Google Shape;1617;p41"/>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1"/>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1"/>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1"/>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1"/>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1"/>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1"/>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1"/>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1"/>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1"/>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1"/>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1"/>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1"/>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1"/>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1"/>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1"/>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1"/>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1"/>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1"/>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1"/>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1"/>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1"/>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1"/>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1"/>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1"/>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1"/>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3" name="Google Shape;1643;p41"/>
          <p:cNvGrpSpPr/>
          <p:nvPr/>
        </p:nvGrpSpPr>
        <p:grpSpPr>
          <a:xfrm rot="-275644" flipH="1">
            <a:off x="8455501" y="1080293"/>
            <a:ext cx="1589497" cy="681437"/>
            <a:chOff x="5360400" y="1306600"/>
            <a:chExt cx="2919997" cy="1251839"/>
          </a:xfrm>
        </p:grpSpPr>
        <p:sp>
          <p:nvSpPr>
            <p:cNvPr id="1644" name="Google Shape;1644;p41"/>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1"/>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1"/>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1"/>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1"/>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1"/>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1"/>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1"/>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1"/>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1"/>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1"/>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1"/>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1"/>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1"/>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1"/>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1"/>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1"/>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1"/>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41"/>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41"/>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1"/>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1"/>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1"/>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1"/>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41"/>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1"/>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0" name="Google Shape;1670;p41"/>
          <p:cNvSpPr txBox="1">
            <a:spLocks noGrp="1"/>
          </p:cNvSpPr>
          <p:nvPr>
            <p:ph type="title"/>
          </p:nvPr>
        </p:nvSpPr>
        <p:spPr>
          <a:xfrm>
            <a:off x="716550" y="182378"/>
            <a:ext cx="7710900" cy="572700"/>
          </a:xfrm>
          <a:prstGeom prst="rect">
            <a:avLst/>
          </a:prstGeom>
        </p:spPr>
        <p:txBody>
          <a:bodyPr spcFirstLastPara="1" wrap="square" lIns="91425" tIns="91425" rIns="91425" bIns="91425" anchor="t" anchorCtr="0">
            <a:noAutofit/>
          </a:bodyPr>
          <a:lstStyle/>
          <a:p>
            <a:pPr lvl="0"/>
            <a:r>
              <a:rPr lang="ar-EG" sz="7000" b="1"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rPr>
              <a:t>حياته ومسيرته</a:t>
            </a:r>
            <a:endParaRPr sz="7000" b="1"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pSp>
        <p:nvGrpSpPr>
          <p:cNvPr id="1672" name="Google Shape;1672;p41"/>
          <p:cNvGrpSpPr/>
          <p:nvPr/>
        </p:nvGrpSpPr>
        <p:grpSpPr>
          <a:xfrm>
            <a:off x="6076422" y="3230472"/>
            <a:ext cx="1129422" cy="1011245"/>
            <a:chOff x="1072000" y="2177400"/>
            <a:chExt cx="894308" cy="800732"/>
          </a:xfrm>
        </p:grpSpPr>
        <p:sp>
          <p:nvSpPr>
            <p:cNvPr id="1673" name="Google Shape;1673;p41"/>
            <p:cNvSpPr/>
            <p:nvPr/>
          </p:nvSpPr>
          <p:spPr>
            <a:xfrm>
              <a:off x="1080848" y="2177400"/>
              <a:ext cx="876131" cy="791404"/>
            </a:xfrm>
            <a:custGeom>
              <a:avLst/>
              <a:gdLst/>
              <a:ahLst/>
              <a:cxnLst/>
              <a:rect l="l" t="t" r="r" b="b"/>
              <a:pathLst>
                <a:path w="9110" h="8229" extrusionOk="0">
                  <a:moveTo>
                    <a:pt x="4544" y="346"/>
                  </a:moveTo>
                  <a:cubicBezTo>
                    <a:pt x="4544" y="346"/>
                    <a:pt x="9088" y="162"/>
                    <a:pt x="9099" y="378"/>
                  </a:cubicBezTo>
                  <a:cubicBezTo>
                    <a:pt x="9110" y="589"/>
                    <a:pt x="8310" y="956"/>
                    <a:pt x="8353" y="1119"/>
                  </a:cubicBezTo>
                  <a:cubicBezTo>
                    <a:pt x="8402" y="1286"/>
                    <a:pt x="8548" y="1356"/>
                    <a:pt x="8488" y="1432"/>
                  </a:cubicBezTo>
                  <a:cubicBezTo>
                    <a:pt x="8429" y="1508"/>
                    <a:pt x="8559" y="1664"/>
                    <a:pt x="8434" y="1713"/>
                  </a:cubicBezTo>
                  <a:cubicBezTo>
                    <a:pt x="8310" y="1761"/>
                    <a:pt x="8240" y="1837"/>
                    <a:pt x="8240" y="1837"/>
                  </a:cubicBezTo>
                  <a:cubicBezTo>
                    <a:pt x="8240" y="1837"/>
                    <a:pt x="8321" y="2426"/>
                    <a:pt x="8099" y="2831"/>
                  </a:cubicBezTo>
                  <a:cubicBezTo>
                    <a:pt x="7883" y="3242"/>
                    <a:pt x="7721" y="3398"/>
                    <a:pt x="7532" y="3398"/>
                  </a:cubicBezTo>
                  <a:cubicBezTo>
                    <a:pt x="7343" y="3398"/>
                    <a:pt x="7311" y="3323"/>
                    <a:pt x="7311" y="3323"/>
                  </a:cubicBezTo>
                  <a:lnTo>
                    <a:pt x="6732" y="3371"/>
                  </a:lnTo>
                  <a:cubicBezTo>
                    <a:pt x="6732" y="3371"/>
                    <a:pt x="6587" y="4809"/>
                    <a:pt x="6624" y="5484"/>
                  </a:cubicBezTo>
                  <a:cubicBezTo>
                    <a:pt x="6668" y="6159"/>
                    <a:pt x="6727" y="6354"/>
                    <a:pt x="6830" y="6483"/>
                  </a:cubicBezTo>
                  <a:cubicBezTo>
                    <a:pt x="6938" y="6608"/>
                    <a:pt x="7078" y="6581"/>
                    <a:pt x="7121" y="6764"/>
                  </a:cubicBezTo>
                  <a:cubicBezTo>
                    <a:pt x="7170" y="6948"/>
                    <a:pt x="7246" y="7018"/>
                    <a:pt x="7311" y="7056"/>
                  </a:cubicBezTo>
                  <a:cubicBezTo>
                    <a:pt x="7381" y="7089"/>
                    <a:pt x="7775" y="7261"/>
                    <a:pt x="7646" y="7532"/>
                  </a:cubicBezTo>
                  <a:cubicBezTo>
                    <a:pt x="7516" y="7802"/>
                    <a:pt x="6560" y="8212"/>
                    <a:pt x="4777" y="8218"/>
                  </a:cubicBezTo>
                  <a:cubicBezTo>
                    <a:pt x="2994" y="8229"/>
                    <a:pt x="1605" y="7845"/>
                    <a:pt x="1481" y="7564"/>
                  </a:cubicBezTo>
                  <a:cubicBezTo>
                    <a:pt x="1357" y="7278"/>
                    <a:pt x="1470" y="7153"/>
                    <a:pt x="1665" y="7083"/>
                  </a:cubicBezTo>
                  <a:cubicBezTo>
                    <a:pt x="1854" y="7013"/>
                    <a:pt x="1816" y="6737"/>
                    <a:pt x="1929" y="6656"/>
                  </a:cubicBezTo>
                  <a:cubicBezTo>
                    <a:pt x="2048" y="6575"/>
                    <a:pt x="2378" y="6289"/>
                    <a:pt x="2410" y="5938"/>
                  </a:cubicBezTo>
                  <a:cubicBezTo>
                    <a:pt x="2437" y="5592"/>
                    <a:pt x="2399" y="3447"/>
                    <a:pt x="2399" y="3447"/>
                  </a:cubicBezTo>
                  <a:cubicBezTo>
                    <a:pt x="2399" y="3447"/>
                    <a:pt x="2243" y="3496"/>
                    <a:pt x="2048" y="3409"/>
                  </a:cubicBezTo>
                  <a:cubicBezTo>
                    <a:pt x="1854" y="3317"/>
                    <a:pt x="1784" y="3258"/>
                    <a:pt x="1784" y="3258"/>
                  </a:cubicBezTo>
                  <a:cubicBezTo>
                    <a:pt x="1784" y="3258"/>
                    <a:pt x="1486" y="3431"/>
                    <a:pt x="1281" y="3242"/>
                  </a:cubicBezTo>
                  <a:cubicBezTo>
                    <a:pt x="1081" y="3053"/>
                    <a:pt x="957" y="2826"/>
                    <a:pt x="892" y="2426"/>
                  </a:cubicBezTo>
                  <a:cubicBezTo>
                    <a:pt x="827" y="2026"/>
                    <a:pt x="973" y="1880"/>
                    <a:pt x="935" y="1810"/>
                  </a:cubicBezTo>
                  <a:cubicBezTo>
                    <a:pt x="892" y="1740"/>
                    <a:pt x="698" y="1686"/>
                    <a:pt x="735" y="1594"/>
                  </a:cubicBezTo>
                  <a:cubicBezTo>
                    <a:pt x="768" y="1502"/>
                    <a:pt x="762" y="1454"/>
                    <a:pt x="719" y="1389"/>
                  </a:cubicBezTo>
                  <a:cubicBezTo>
                    <a:pt x="681" y="1324"/>
                    <a:pt x="692" y="1210"/>
                    <a:pt x="768" y="1183"/>
                  </a:cubicBezTo>
                  <a:cubicBezTo>
                    <a:pt x="849" y="1151"/>
                    <a:pt x="968" y="1016"/>
                    <a:pt x="871" y="946"/>
                  </a:cubicBezTo>
                  <a:cubicBezTo>
                    <a:pt x="768" y="875"/>
                    <a:pt x="22" y="708"/>
                    <a:pt x="11" y="351"/>
                  </a:cubicBezTo>
                  <a:cubicBezTo>
                    <a:pt x="1" y="0"/>
                    <a:pt x="1805" y="378"/>
                    <a:pt x="4544" y="35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41"/>
            <p:cNvSpPr/>
            <p:nvPr/>
          </p:nvSpPr>
          <p:spPr>
            <a:xfrm>
              <a:off x="1072000" y="2183074"/>
              <a:ext cx="894308" cy="795058"/>
            </a:xfrm>
            <a:custGeom>
              <a:avLst/>
              <a:gdLst/>
              <a:ahLst/>
              <a:cxnLst/>
              <a:rect l="l" t="t" r="r" b="b"/>
              <a:pathLst>
                <a:path w="9299" h="8267" extrusionOk="0">
                  <a:moveTo>
                    <a:pt x="4631" y="190"/>
                  </a:moveTo>
                  <a:cubicBezTo>
                    <a:pt x="4647" y="190"/>
                    <a:pt x="9272" y="1"/>
                    <a:pt x="9288" y="314"/>
                  </a:cubicBezTo>
                  <a:cubicBezTo>
                    <a:pt x="9299" y="476"/>
                    <a:pt x="9067" y="644"/>
                    <a:pt x="8845" y="800"/>
                  </a:cubicBezTo>
                  <a:cubicBezTo>
                    <a:pt x="8688" y="914"/>
                    <a:pt x="8537" y="1022"/>
                    <a:pt x="8543" y="1033"/>
                  </a:cubicBezTo>
                  <a:cubicBezTo>
                    <a:pt x="8559" y="1092"/>
                    <a:pt x="8597" y="1135"/>
                    <a:pt x="8624" y="1178"/>
                  </a:cubicBezTo>
                  <a:cubicBezTo>
                    <a:pt x="8688" y="1265"/>
                    <a:pt x="8742" y="1335"/>
                    <a:pt x="8661" y="1432"/>
                  </a:cubicBezTo>
                  <a:cubicBezTo>
                    <a:pt x="8656" y="1438"/>
                    <a:pt x="8667" y="1454"/>
                    <a:pt x="8672" y="1481"/>
                  </a:cubicBezTo>
                  <a:cubicBezTo>
                    <a:pt x="8694" y="1584"/>
                    <a:pt x="8715" y="1686"/>
                    <a:pt x="8564" y="1746"/>
                  </a:cubicBezTo>
                  <a:cubicBezTo>
                    <a:pt x="8505" y="1767"/>
                    <a:pt x="8461" y="1794"/>
                    <a:pt x="8440" y="1816"/>
                  </a:cubicBezTo>
                  <a:cubicBezTo>
                    <a:pt x="8451" y="1978"/>
                    <a:pt x="8478" y="2459"/>
                    <a:pt x="8283" y="2821"/>
                  </a:cubicBezTo>
                  <a:cubicBezTo>
                    <a:pt x="8170" y="3032"/>
                    <a:pt x="8067" y="3183"/>
                    <a:pt x="7970" y="3280"/>
                  </a:cubicBezTo>
                  <a:cubicBezTo>
                    <a:pt x="7856" y="3388"/>
                    <a:pt x="7748" y="3437"/>
                    <a:pt x="7624" y="3437"/>
                  </a:cubicBezTo>
                  <a:cubicBezTo>
                    <a:pt x="7494" y="3437"/>
                    <a:pt x="7413" y="3399"/>
                    <a:pt x="7370" y="3366"/>
                  </a:cubicBezTo>
                  <a:lnTo>
                    <a:pt x="6916" y="3404"/>
                  </a:lnTo>
                  <a:cubicBezTo>
                    <a:pt x="6884" y="3718"/>
                    <a:pt x="6787" y="4847"/>
                    <a:pt x="6819" y="5420"/>
                  </a:cubicBezTo>
                  <a:cubicBezTo>
                    <a:pt x="6835" y="5755"/>
                    <a:pt x="6862" y="5965"/>
                    <a:pt x="6895" y="6111"/>
                  </a:cubicBezTo>
                  <a:cubicBezTo>
                    <a:pt x="6922" y="6241"/>
                    <a:pt x="6954" y="6306"/>
                    <a:pt x="6997" y="6360"/>
                  </a:cubicBezTo>
                  <a:cubicBezTo>
                    <a:pt x="7030" y="6392"/>
                    <a:pt x="7068" y="6414"/>
                    <a:pt x="7105" y="6435"/>
                  </a:cubicBezTo>
                  <a:cubicBezTo>
                    <a:pt x="7192" y="6484"/>
                    <a:pt x="7278" y="6527"/>
                    <a:pt x="7316" y="6684"/>
                  </a:cubicBezTo>
                  <a:cubicBezTo>
                    <a:pt x="7332" y="6759"/>
                    <a:pt x="7359" y="6813"/>
                    <a:pt x="7381" y="6846"/>
                  </a:cubicBezTo>
                  <a:cubicBezTo>
                    <a:pt x="7403" y="6878"/>
                    <a:pt x="7430" y="6894"/>
                    <a:pt x="7451" y="6905"/>
                  </a:cubicBezTo>
                  <a:cubicBezTo>
                    <a:pt x="7478" y="6916"/>
                    <a:pt x="7446" y="6900"/>
                    <a:pt x="7462" y="6911"/>
                  </a:cubicBezTo>
                  <a:cubicBezTo>
                    <a:pt x="7575" y="6965"/>
                    <a:pt x="7997" y="7170"/>
                    <a:pt x="7829" y="7516"/>
                  </a:cubicBezTo>
                  <a:cubicBezTo>
                    <a:pt x="7748" y="7689"/>
                    <a:pt x="7386" y="7910"/>
                    <a:pt x="6754" y="8061"/>
                  </a:cubicBezTo>
                  <a:cubicBezTo>
                    <a:pt x="6284" y="8175"/>
                    <a:pt x="5657" y="8256"/>
                    <a:pt x="4874" y="8261"/>
                  </a:cubicBezTo>
                  <a:cubicBezTo>
                    <a:pt x="4047" y="8267"/>
                    <a:pt x="3307" y="8186"/>
                    <a:pt x="2735" y="8072"/>
                  </a:cubicBezTo>
                  <a:cubicBezTo>
                    <a:pt x="2032" y="7932"/>
                    <a:pt x="1568" y="7726"/>
                    <a:pt x="1487" y="7543"/>
                  </a:cubicBezTo>
                  <a:cubicBezTo>
                    <a:pt x="1411" y="7370"/>
                    <a:pt x="1411" y="7240"/>
                    <a:pt x="1460" y="7138"/>
                  </a:cubicBezTo>
                  <a:cubicBezTo>
                    <a:pt x="1508" y="7040"/>
                    <a:pt x="1605" y="6976"/>
                    <a:pt x="1724" y="6932"/>
                  </a:cubicBezTo>
                  <a:cubicBezTo>
                    <a:pt x="1784" y="6905"/>
                    <a:pt x="1811" y="6824"/>
                    <a:pt x="1838" y="6743"/>
                  </a:cubicBezTo>
                  <a:cubicBezTo>
                    <a:pt x="1865" y="6651"/>
                    <a:pt x="1892" y="6570"/>
                    <a:pt x="1967" y="6516"/>
                  </a:cubicBezTo>
                  <a:cubicBezTo>
                    <a:pt x="2032" y="6468"/>
                    <a:pt x="2173" y="6354"/>
                    <a:pt x="2281" y="6192"/>
                  </a:cubicBezTo>
                  <a:cubicBezTo>
                    <a:pt x="2346" y="6095"/>
                    <a:pt x="2394" y="5987"/>
                    <a:pt x="2405" y="5873"/>
                  </a:cubicBezTo>
                  <a:cubicBezTo>
                    <a:pt x="2432" y="5571"/>
                    <a:pt x="2405" y="3939"/>
                    <a:pt x="2394" y="3502"/>
                  </a:cubicBezTo>
                  <a:cubicBezTo>
                    <a:pt x="2319" y="3502"/>
                    <a:pt x="2211" y="3491"/>
                    <a:pt x="2097" y="3437"/>
                  </a:cubicBezTo>
                  <a:cubicBezTo>
                    <a:pt x="1984" y="3388"/>
                    <a:pt x="1913" y="3339"/>
                    <a:pt x="1865" y="3312"/>
                  </a:cubicBezTo>
                  <a:cubicBezTo>
                    <a:pt x="1751" y="3361"/>
                    <a:pt x="1503" y="3437"/>
                    <a:pt x="1308" y="3253"/>
                  </a:cubicBezTo>
                  <a:cubicBezTo>
                    <a:pt x="1200" y="3150"/>
                    <a:pt x="1108" y="3037"/>
                    <a:pt x="1038" y="2896"/>
                  </a:cubicBezTo>
                  <a:cubicBezTo>
                    <a:pt x="968" y="2756"/>
                    <a:pt x="919" y="2594"/>
                    <a:pt x="887" y="2383"/>
                  </a:cubicBezTo>
                  <a:cubicBezTo>
                    <a:pt x="838" y="2108"/>
                    <a:pt x="892" y="1940"/>
                    <a:pt x="919" y="1838"/>
                  </a:cubicBezTo>
                  <a:cubicBezTo>
                    <a:pt x="930" y="1805"/>
                    <a:pt x="946" y="1811"/>
                    <a:pt x="941" y="1800"/>
                  </a:cubicBezTo>
                  <a:lnTo>
                    <a:pt x="941" y="1800"/>
                  </a:lnTo>
                  <a:cubicBezTo>
                    <a:pt x="941" y="1789"/>
                    <a:pt x="908" y="1773"/>
                    <a:pt x="881" y="1756"/>
                  </a:cubicBezTo>
                  <a:cubicBezTo>
                    <a:pt x="784" y="1692"/>
                    <a:pt x="687" y="1627"/>
                    <a:pt x="736" y="1497"/>
                  </a:cubicBezTo>
                  <a:cubicBezTo>
                    <a:pt x="746" y="1470"/>
                    <a:pt x="752" y="1449"/>
                    <a:pt x="752" y="1432"/>
                  </a:cubicBezTo>
                  <a:cubicBezTo>
                    <a:pt x="752" y="1416"/>
                    <a:pt x="741" y="1400"/>
                    <a:pt x="730" y="1384"/>
                  </a:cubicBezTo>
                  <a:cubicBezTo>
                    <a:pt x="719" y="1367"/>
                    <a:pt x="714" y="1357"/>
                    <a:pt x="709" y="1340"/>
                  </a:cubicBezTo>
                  <a:cubicBezTo>
                    <a:pt x="692" y="1292"/>
                    <a:pt x="687" y="1238"/>
                    <a:pt x="698" y="1189"/>
                  </a:cubicBezTo>
                  <a:cubicBezTo>
                    <a:pt x="709" y="1130"/>
                    <a:pt x="741" y="1076"/>
                    <a:pt x="795" y="1043"/>
                  </a:cubicBezTo>
                  <a:cubicBezTo>
                    <a:pt x="806" y="1038"/>
                    <a:pt x="817" y="1033"/>
                    <a:pt x="827" y="1027"/>
                  </a:cubicBezTo>
                  <a:cubicBezTo>
                    <a:pt x="849" y="1022"/>
                    <a:pt x="876" y="1000"/>
                    <a:pt x="892" y="973"/>
                  </a:cubicBezTo>
                  <a:cubicBezTo>
                    <a:pt x="892" y="973"/>
                    <a:pt x="898" y="968"/>
                    <a:pt x="898" y="962"/>
                  </a:cubicBezTo>
                  <a:cubicBezTo>
                    <a:pt x="876" y="951"/>
                    <a:pt x="833" y="935"/>
                    <a:pt x="768" y="914"/>
                  </a:cubicBezTo>
                  <a:cubicBezTo>
                    <a:pt x="498" y="811"/>
                    <a:pt x="17" y="633"/>
                    <a:pt x="6" y="298"/>
                  </a:cubicBezTo>
                  <a:cubicBezTo>
                    <a:pt x="1" y="119"/>
                    <a:pt x="185" y="55"/>
                    <a:pt x="525" y="44"/>
                  </a:cubicBezTo>
                  <a:cubicBezTo>
                    <a:pt x="800" y="38"/>
                    <a:pt x="1200" y="60"/>
                    <a:pt x="1703" y="92"/>
                  </a:cubicBezTo>
                  <a:cubicBezTo>
                    <a:pt x="2459" y="141"/>
                    <a:pt x="3464" y="201"/>
                    <a:pt x="4631" y="190"/>
                  </a:cubicBezTo>
                  <a:lnTo>
                    <a:pt x="4631" y="190"/>
                  </a:lnTo>
                  <a:close/>
                  <a:moveTo>
                    <a:pt x="9094" y="319"/>
                  </a:moveTo>
                  <a:cubicBezTo>
                    <a:pt x="9088" y="206"/>
                    <a:pt x="4653" y="384"/>
                    <a:pt x="4642" y="384"/>
                  </a:cubicBezTo>
                  <a:lnTo>
                    <a:pt x="4636" y="384"/>
                  </a:lnTo>
                  <a:cubicBezTo>
                    <a:pt x="3459" y="400"/>
                    <a:pt x="2454" y="336"/>
                    <a:pt x="1692" y="287"/>
                  </a:cubicBezTo>
                  <a:cubicBezTo>
                    <a:pt x="1189" y="260"/>
                    <a:pt x="795" y="233"/>
                    <a:pt x="530" y="238"/>
                  </a:cubicBezTo>
                  <a:cubicBezTo>
                    <a:pt x="320" y="249"/>
                    <a:pt x="206" y="260"/>
                    <a:pt x="206" y="292"/>
                  </a:cubicBezTo>
                  <a:cubicBezTo>
                    <a:pt x="212" y="492"/>
                    <a:pt x="611" y="644"/>
                    <a:pt x="838" y="725"/>
                  </a:cubicBezTo>
                  <a:cubicBezTo>
                    <a:pt x="925" y="757"/>
                    <a:pt x="990" y="779"/>
                    <a:pt x="1022" y="806"/>
                  </a:cubicBezTo>
                  <a:cubicBezTo>
                    <a:pt x="1054" y="827"/>
                    <a:pt x="1076" y="860"/>
                    <a:pt x="1092" y="892"/>
                  </a:cubicBezTo>
                  <a:cubicBezTo>
                    <a:pt x="1103" y="930"/>
                    <a:pt x="1103" y="968"/>
                    <a:pt x="1098" y="1006"/>
                  </a:cubicBezTo>
                  <a:cubicBezTo>
                    <a:pt x="1087" y="1033"/>
                    <a:pt x="1071" y="1060"/>
                    <a:pt x="1054" y="1087"/>
                  </a:cubicBezTo>
                  <a:cubicBezTo>
                    <a:pt x="1017" y="1146"/>
                    <a:pt x="952" y="1195"/>
                    <a:pt x="898" y="1211"/>
                  </a:cubicBezTo>
                  <a:lnTo>
                    <a:pt x="898" y="1211"/>
                  </a:lnTo>
                  <a:cubicBezTo>
                    <a:pt x="898" y="1211"/>
                    <a:pt x="898" y="1211"/>
                    <a:pt x="898" y="1211"/>
                  </a:cubicBezTo>
                  <a:cubicBezTo>
                    <a:pt x="898" y="1216"/>
                    <a:pt x="892" y="1222"/>
                    <a:pt x="892" y="1227"/>
                  </a:cubicBezTo>
                  <a:cubicBezTo>
                    <a:pt x="892" y="1243"/>
                    <a:pt x="892" y="1254"/>
                    <a:pt x="898" y="1270"/>
                  </a:cubicBezTo>
                  <a:cubicBezTo>
                    <a:pt x="898" y="1270"/>
                    <a:pt x="898" y="1276"/>
                    <a:pt x="898" y="1276"/>
                  </a:cubicBezTo>
                  <a:cubicBezTo>
                    <a:pt x="925" y="1319"/>
                    <a:pt x="946" y="1362"/>
                    <a:pt x="952" y="1411"/>
                  </a:cubicBezTo>
                  <a:lnTo>
                    <a:pt x="952" y="1411"/>
                  </a:lnTo>
                  <a:cubicBezTo>
                    <a:pt x="952" y="1459"/>
                    <a:pt x="946" y="1508"/>
                    <a:pt x="925" y="1567"/>
                  </a:cubicBezTo>
                  <a:cubicBezTo>
                    <a:pt x="914" y="1589"/>
                    <a:pt x="963" y="1567"/>
                    <a:pt x="990" y="1584"/>
                  </a:cubicBezTo>
                  <a:cubicBezTo>
                    <a:pt x="1038" y="1616"/>
                    <a:pt x="1087" y="1648"/>
                    <a:pt x="1114" y="1697"/>
                  </a:cubicBezTo>
                  <a:lnTo>
                    <a:pt x="1114" y="1697"/>
                  </a:lnTo>
                  <a:cubicBezTo>
                    <a:pt x="1152" y="1756"/>
                    <a:pt x="1135" y="1811"/>
                    <a:pt x="1114" y="1892"/>
                  </a:cubicBezTo>
                  <a:cubicBezTo>
                    <a:pt x="1087" y="1978"/>
                    <a:pt x="1044" y="2118"/>
                    <a:pt x="1081" y="2345"/>
                  </a:cubicBezTo>
                  <a:cubicBezTo>
                    <a:pt x="1114" y="2534"/>
                    <a:pt x="1157" y="2686"/>
                    <a:pt x="1216" y="2805"/>
                  </a:cubicBezTo>
                  <a:cubicBezTo>
                    <a:pt x="1276" y="2923"/>
                    <a:pt x="1351" y="3021"/>
                    <a:pt x="1443" y="3107"/>
                  </a:cubicBezTo>
                  <a:cubicBezTo>
                    <a:pt x="1584" y="3237"/>
                    <a:pt x="1789" y="3129"/>
                    <a:pt x="1822" y="3113"/>
                  </a:cubicBezTo>
                  <a:cubicBezTo>
                    <a:pt x="1859" y="3091"/>
                    <a:pt x="1908" y="3091"/>
                    <a:pt x="1940" y="3118"/>
                  </a:cubicBezTo>
                  <a:cubicBezTo>
                    <a:pt x="1940" y="3118"/>
                    <a:pt x="2000" y="3172"/>
                    <a:pt x="2184" y="3253"/>
                  </a:cubicBezTo>
                  <a:cubicBezTo>
                    <a:pt x="2340" y="3329"/>
                    <a:pt x="2464" y="3291"/>
                    <a:pt x="2464" y="3291"/>
                  </a:cubicBezTo>
                  <a:lnTo>
                    <a:pt x="2464" y="3291"/>
                  </a:lnTo>
                  <a:cubicBezTo>
                    <a:pt x="2475" y="3285"/>
                    <a:pt x="2486" y="3285"/>
                    <a:pt x="2491" y="3285"/>
                  </a:cubicBezTo>
                  <a:cubicBezTo>
                    <a:pt x="2545" y="3285"/>
                    <a:pt x="2594" y="3329"/>
                    <a:pt x="2594" y="3383"/>
                  </a:cubicBezTo>
                  <a:cubicBezTo>
                    <a:pt x="2594" y="3388"/>
                    <a:pt x="2632" y="5533"/>
                    <a:pt x="2605" y="5884"/>
                  </a:cubicBezTo>
                  <a:cubicBezTo>
                    <a:pt x="2589" y="6041"/>
                    <a:pt x="2529" y="6181"/>
                    <a:pt x="2448" y="6300"/>
                  </a:cubicBezTo>
                  <a:cubicBezTo>
                    <a:pt x="2324" y="6484"/>
                    <a:pt x="2162" y="6624"/>
                    <a:pt x="2086" y="6673"/>
                  </a:cubicBezTo>
                  <a:cubicBezTo>
                    <a:pt x="2065" y="6689"/>
                    <a:pt x="2048" y="6743"/>
                    <a:pt x="2027" y="6803"/>
                  </a:cubicBezTo>
                  <a:cubicBezTo>
                    <a:pt x="1989" y="6921"/>
                    <a:pt x="1946" y="7057"/>
                    <a:pt x="1795" y="7116"/>
                  </a:cubicBezTo>
                  <a:cubicBezTo>
                    <a:pt x="1719" y="7143"/>
                    <a:pt x="1665" y="7175"/>
                    <a:pt x="1638" y="7224"/>
                  </a:cubicBezTo>
                  <a:cubicBezTo>
                    <a:pt x="1616" y="7273"/>
                    <a:pt x="1622" y="7348"/>
                    <a:pt x="1670" y="7462"/>
                  </a:cubicBezTo>
                  <a:cubicBezTo>
                    <a:pt x="1724" y="7586"/>
                    <a:pt x="2135" y="7748"/>
                    <a:pt x="2772" y="7872"/>
                  </a:cubicBezTo>
                  <a:cubicBezTo>
                    <a:pt x="3334" y="7986"/>
                    <a:pt x="4064" y="8067"/>
                    <a:pt x="4869" y="8061"/>
                  </a:cubicBezTo>
                  <a:cubicBezTo>
                    <a:pt x="5641" y="8056"/>
                    <a:pt x="6252" y="7975"/>
                    <a:pt x="6706" y="7867"/>
                  </a:cubicBezTo>
                  <a:cubicBezTo>
                    <a:pt x="7278" y="7732"/>
                    <a:pt x="7592" y="7559"/>
                    <a:pt x="7651" y="7429"/>
                  </a:cubicBezTo>
                  <a:cubicBezTo>
                    <a:pt x="7732" y="7262"/>
                    <a:pt x="7451" y="7127"/>
                    <a:pt x="7376" y="7089"/>
                  </a:cubicBezTo>
                  <a:cubicBezTo>
                    <a:pt x="7370" y="7084"/>
                    <a:pt x="7376" y="7089"/>
                    <a:pt x="7376" y="7089"/>
                  </a:cubicBezTo>
                  <a:lnTo>
                    <a:pt x="7376" y="7089"/>
                  </a:lnTo>
                  <a:lnTo>
                    <a:pt x="7365" y="7084"/>
                  </a:lnTo>
                  <a:cubicBezTo>
                    <a:pt x="7316" y="7057"/>
                    <a:pt x="7267" y="7024"/>
                    <a:pt x="7224" y="6965"/>
                  </a:cubicBezTo>
                  <a:cubicBezTo>
                    <a:pt x="7181" y="6911"/>
                    <a:pt x="7149" y="6835"/>
                    <a:pt x="7122" y="6727"/>
                  </a:cubicBezTo>
                  <a:cubicBezTo>
                    <a:pt x="7105" y="6657"/>
                    <a:pt x="7057" y="6635"/>
                    <a:pt x="7008" y="6608"/>
                  </a:cubicBezTo>
                  <a:cubicBezTo>
                    <a:pt x="6954" y="6576"/>
                    <a:pt x="6900" y="6549"/>
                    <a:pt x="6846" y="6484"/>
                  </a:cubicBezTo>
                  <a:cubicBezTo>
                    <a:pt x="6787" y="6408"/>
                    <a:pt x="6738" y="6316"/>
                    <a:pt x="6700" y="6149"/>
                  </a:cubicBezTo>
                  <a:cubicBezTo>
                    <a:pt x="6668" y="5998"/>
                    <a:pt x="6641" y="5771"/>
                    <a:pt x="6619" y="5430"/>
                  </a:cubicBezTo>
                  <a:cubicBezTo>
                    <a:pt x="6581" y="4771"/>
                    <a:pt x="6716" y="3415"/>
                    <a:pt x="6727" y="3307"/>
                  </a:cubicBezTo>
                  <a:cubicBezTo>
                    <a:pt x="6727" y="3258"/>
                    <a:pt x="6765" y="3215"/>
                    <a:pt x="6814" y="3210"/>
                  </a:cubicBezTo>
                  <a:lnTo>
                    <a:pt x="7397" y="3161"/>
                  </a:lnTo>
                  <a:lnTo>
                    <a:pt x="7397" y="3161"/>
                  </a:lnTo>
                  <a:cubicBezTo>
                    <a:pt x="7440" y="3161"/>
                    <a:pt x="7478" y="3183"/>
                    <a:pt x="7500" y="3221"/>
                  </a:cubicBezTo>
                  <a:cubicBezTo>
                    <a:pt x="7500" y="3221"/>
                    <a:pt x="7505" y="3237"/>
                    <a:pt x="7624" y="3237"/>
                  </a:cubicBezTo>
                  <a:cubicBezTo>
                    <a:pt x="7694" y="3237"/>
                    <a:pt x="7759" y="3204"/>
                    <a:pt x="7829" y="3134"/>
                  </a:cubicBezTo>
                  <a:cubicBezTo>
                    <a:pt x="7910" y="3053"/>
                    <a:pt x="8002" y="2923"/>
                    <a:pt x="8105" y="2724"/>
                  </a:cubicBezTo>
                  <a:cubicBezTo>
                    <a:pt x="8299" y="2362"/>
                    <a:pt x="8245" y="1843"/>
                    <a:pt x="8235" y="1794"/>
                  </a:cubicBezTo>
                  <a:cubicBezTo>
                    <a:pt x="8229" y="1762"/>
                    <a:pt x="8240" y="1729"/>
                    <a:pt x="8262" y="1708"/>
                  </a:cubicBezTo>
                  <a:cubicBezTo>
                    <a:pt x="8262" y="1708"/>
                    <a:pt x="8348" y="1616"/>
                    <a:pt x="8494" y="1562"/>
                  </a:cubicBezTo>
                  <a:cubicBezTo>
                    <a:pt x="8494" y="1557"/>
                    <a:pt x="8483" y="1540"/>
                    <a:pt x="8478" y="1513"/>
                  </a:cubicBezTo>
                  <a:cubicBezTo>
                    <a:pt x="8467" y="1449"/>
                    <a:pt x="8451" y="1378"/>
                    <a:pt x="8505" y="1308"/>
                  </a:cubicBezTo>
                  <a:cubicBezTo>
                    <a:pt x="8521" y="1292"/>
                    <a:pt x="8478" y="1313"/>
                    <a:pt x="8467" y="1292"/>
                  </a:cubicBezTo>
                  <a:cubicBezTo>
                    <a:pt x="8424" y="1238"/>
                    <a:pt x="8380" y="1178"/>
                    <a:pt x="8353" y="1087"/>
                  </a:cubicBezTo>
                  <a:cubicBezTo>
                    <a:pt x="8316" y="941"/>
                    <a:pt x="8515" y="789"/>
                    <a:pt x="8732" y="638"/>
                  </a:cubicBezTo>
                  <a:cubicBezTo>
                    <a:pt x="8910" y="508"/>
                    <a:pt x="9094" y="379"/>
                    <a:pt x="9094" y="319"/>
                  </a:cubicBezTo>
                  <a:lnTo>
                    <a:pt x="9094" y="319"/>
                  </a:lnTo>
                  <a:close/>
                  <a:moveTo>
                    <a:pt x="7376" y="7089"/>
                  </a:moveTo>
                  <a:cubicBezTo>
                    <a:pt x="7376" y="7089"/>
                    <a:pt x="7381" y="7089"/>
                    <a:pt x="7376" y="7089"/>
                  </a:cubicBezTo>
                  <a:close/>
                  <a:moveTo>
                    <a:pt x="898" y="1211"/>
                  </a:move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1"/>
            <p:cNvSpPr/>
            <p:nvPr/>
          </p:nvSpPr>
          <p:spPr>
            <a:xfrm>
              <a:off x="1134896" y="2202308"/>
              <a:ext cx="793038" cy="712446"/>
            </a:xfrm>
            <a:custGeom>
              <a:avLst/>
              <a:gdLst/>
              <a:ahLst/>
              <a:cxnLst/>
              <a:rect l="l" t="t" r="r" b="b"/>
              <a:pathLst>
                <a:path w="8246" h="7408" extrusionOk="0">
                  <a:moveTo>
                    <a:pt x="6289" y="3069"/>
                  </a:moveTo>
                  <a:lnTo>
                    <a:pt x="6608" y="3042"/>
                  </a:lnTo>
                  <a:cubicBezTo>
                    <a:pt x="6603" y="3026"/>
                    <a:pt x="6603" y="3004"/>
                    <a:pt x="6624" y="2999"/>
                  </a:cubicBezTo>
                  <a:cubicBezTo>
                    <a:pt x="6716" y="2961"/>
                    <a:pt x="6813" y="2940"/>
                    <a:pt x="6894" y="2891"/>
                  </a:cubicBezTo>
                  <a:cubicBezTo>
                    <a:pt x="6992" y="2826"/>
                    <a:pt x="7084" y="2745"/>
                    <a:pt x="7154" y="2653"/>
                  </a:cubicBezTo>
                  <a:cubicBezTo>
                    <a:pt x="7278" y="2470"/>
                    <a:pt x="7370" y="2243"/>
                    <a:pt x="7337" y="2021"/>
                  </a:cubicBezTo>
                  <a:cubicBezTo>
                    <a:pt x="7332" y="1983"/>
                    <a:pt x="7381" y="1972"/>
                    <a:pt x="7391" y="2010"/>
                  </a:cubicBezTo>
                  <a:cubicBezTo>
                    <a:pt x="7435" y="2253"/>
                    <a:pt x="7375" y="2502"/>
                    <a:pt x="7229" y="2702"/>
                  </a:cubicBezTo>
                  <a:cubicBezTo>
                    <a:pt x="7127" y="2837"/>
                    <a:pt x="6959" y="3004"/>
                    <a:pt x="6776" y="3053"/>
                  </a:cubicBezTo>
                  <a:lnTo>
                    <a:pt x="6781" y="3069"/>
                  </a:lnTo>
                  <a:lnTo>
                    <a:pt x="6289" y="3112"/>
                  </a:lnTo>
                  <a:cubicBezTo>
                    <a:pt x="6284" y="3118"/>
                    <a:pt x="6273" y="3123"/>
                    <a:pt x="6262" y="3129"/>
                  </a:cubicBezTo>
                  <a:cubicBezTo>
                    <a:pt x="6149" y="3145"/>
                    <a:pt x="6035" y="3129"/>
                    <a:pt x="5927" y="3085"/>
                  </a:cubicBezTo>
                  <a:cubicBezTo>
                    <a:pt x="5927" y="3107"/>
                    <a:pt x="5911" y="3129"/>
                    <a:pt x="5879" y="3129"/>
                  </a:cubicBezTo>
                  <a:cubicBezTo>
                    <a:pt x="5301" y="3129"/>
                    <a:pt x="4717" y="3129"/>
                    <a:pt x="4134" y="3129"/>
                  </a:cubicBezTo>
                  <a:lnTo>
                    <a:pt x="3215" y="3129"/>
                  </a:lnTo>
                  <a:cubicBezTo>
                    <a:pt x="2940" y="3129"/>
                    <a:pt x="2659" y="3156"/>
                    <a:pt x="2383" y="3102"/>
                  </a:cubicBezTo>
                  <a:cubicBezTo>
                    <a:pt x="2356" y="3096"/>
                    <a:pt x="2356" y="3058"/>
                    <a:pt x="2383" y="3053"/>
                  </a:cubicBezTo>
                  <a:cubicBezTo>
                    <a:pt x="2669" y="2999"/>
                    <a:pt x="2972" y="3026"/>
                    <a:pt x="3264" y="3026"/>
                  </a:cubicBezTo>
                  <a:cubicBezTo>
                    <a:pt x="3550" y="3026"/>
                    <a:pt x="3842" y="3026"/>
                    <a:pt x="4134" y="3026"/>
                  </a:cubicBezTo>
                  <a:cubicBezTo>
                    <a:pt x="4696" y="3026"/>
                    <a:pt x="5252" y="3026"/>
                    <a:pt x="5814" y="3026"/>
                  </a:cubicBezTo>
                  <a:cubicBezTo>
                    <a:pt x="5760" y="2994"/>
                    <a:pt x="5711" y="2956"/>
                    <a:pt x="5663" y="2913"/>
                  </a:cubicBezTo>
                  <a:lnTo>
                    <a:pt x="5663" y="2913"/>
                  </a:lnTo>
                  <a:cubicBezTo>
                    <a:pt x="5398" y="2945"/>
                    <a:pt x="5133" y="2929"/>
                    <a:pt x="4868" y="2929"/>
                  </a:cubicBezTo>
                  <a:cubicBezTo>
                    <a:pt x="4604" y="2929"/>
                    <a:pt x="4339" y="2929"/>
                    <a:pt x="4080" y="2929"/>
                  </a:cubicBezTo>
                  <a:cubicBezTo>
                    <a:pt x="3815" y="2929"/>
                    <a:pt x="3550" y="2929"/>
                    <a:pt x="3285" y="2929"/>
                  </a:cubicBezTo>
                  <a:cubicBezTo>
                    <a:pt x="3037" y="2929"/>
                    <a:pt x="2788" y="2940"/>
                    <a:pt x="2540" y="2907"/>
                  </a:cubicBezTo>
                  <a:cubicBezTo>
                    <a:pt x="2502" y="2902"/>
                    <a:pt x="2502" y="2853"/>
                    <a:pt x="2540" y="2848"/>
                  </a:cubicBezTo>
                  <a:cubicBezTo>
                    <a:pt x="2805" y="2815"/>
                    <a:pt x="3069" y="2826"/>
                    <a:pt x="3334" y="2826"/>
                  </a:cubicBezTo>
                  <a:cubicBezTo>
                    <a:pt x="3599" y="2826"/>
                    <a:pt x="3858" y="2826"/>
                    <a:pt x="4123" y="2826"/>
                  </a:cubicBezTo>
                  <a:lnTo>
                    <a:pt x="4917" y="2826"/>
                  </a:lnTo>
                  <a:cubicBezTo>
                    <a:pt x="5139" y="2826"/>
                    <a:pt x="5365" y="2815"/>
                    <a:pt x="5587" y="2837"/>
                  </a:cubicBezTo>
                  <a:cubicBezTo>
                    <a:pt x="5490" y="2718"/>
                    <a:pt x="5419" y="2578"/>
                    <a:pt x="5392" y="2426"/>
                  </a:cubicBezTo>
                  <a:cubicBezTo>
                    <a:pt x="5387" y="2432"/>
                    <a:pt x="5376" y="2432"/>
                    <a:pt x="5371" y="2432"/>
                  </a:cubicBezTo>
                  <a:cubicBezTo>
                    <a:pt x="5139" y="2459"/>
                    <a:pt x="4906" y="2437"/>
                    <a:pt x="4679" y="2437"/>
                  </a:cubicBezTo>
                  <a:lnTo>
                    <a:pt x="3982" y="2437"/>
                  </a:lnTo>
                  <a:cubicBezTo>
                    <a:pt x="3755" y="2437"/>
                    <a:pt x="3523" y="2443"/>
                    <a:pt x="3291" y="2437"/>
                  </a:cubicBezTo>
                  <a:lnTo>
                    <a:pt x="3226" y="2437"/>
                  </a:lnTo>
                  <a:cubicBezTo>
                    <a:pt x="3183" y="2448"/>
                    <a:pt x="3134" y="2448"/>
                    <a:pt x="3091" y="2437"/>
                  </a:cubicBezTo>
                  <a:cubicBezTo>
                    <a:pt x="2956" y="2437"/>
                    <a:pt x="2821" y="2437"/>
                    <a:pt x="2686" y="2416"/>
                  </a:cubicBezTo>
                  <a:cubicBezTo>
                    <a:pt x="2659" y="2410"/>
                    <a:pt x="2659" y="2361"/>
                    <a:pt x="2686" y="2356"/>
                  </a:cubicBezTo>
                  <a:cubicBezTo>
                    <a:pt x="2761" y="2345"/>
                    <a:pt x="2832" y="2340"/>
                    <a:pt x="2902" y="2334"/>
                  </a:cubicBezTo>
                  <a:cubicBezTo>
                    <a:pt x="2821" y="2259"/>
                    <a:pt x="2761" y="2151"/>
                    <a:pt x="2751" y="2043"/>
                  </a:cubicBezTo>
                  <a:cubicBezTo>
                    <a:pt x="2680" y="2037"/>
                    <a:pt x="2578" y="2010"/>
                    <a:pt x="2567" y="1935"/>
                  </a:cubicBezTo>
                  <a:cubicBezTo>
                    <a:pt x="2567" y="1929"/>
                    <a:pt x="2572" y="1918"/>
                    <a:pt x="2578" y="1913"/>
                  </a:cubicBezTo>
                  <a:cubicBezTo>
                    <a:pt x="2524" y="1854"/>
                    <a:pt x="2480" y="1794"/>
                    <a:pt x="2416" y="1751"/>
                  </a:cubicBezTo>
                  <a:cubicBezTo>
                    <a:pt x="2340" y="1702"/>
                    <a:pt x="2259" y="1681"/>
                    <a:pt x="2172" y="1675"/>
                  </a:cubicBezTo>
                  <a:cubicBezTo>
                    <a:pt x="2237" y="1692"/>
                    <a:pt x="2302" y="1713"/>
                    <a:pt x="2356" y="1756"/>
                  </a:cubicBezTo>
                  <a:cubicBezTo>
                    <a:pt x="2551" y="1908"/>
                    <a:pt x="2556" y="2162"/>
                    <a:pt x="2486" y="2378"/>
                  </a:cubicBezTo>
                  <a:cubicBezTo>
                    <a:pt x="2421" y="2583"/>
                    <a:pt x="2291" y="2772"/>
                    <a:pt x="2075" y="2853"/>
                  </a:cubicBezTo>
                  <a:cubicBezTo>
                    <a:pt x="1859" y="2929"/>
                    <a:pt x="1632" y="2902"/>
                    <a:pt x="1416" y="2859"/>
                  </a:cubicBezTo>
                  <a:cubicBezTo>
                    <a:pt x="1378" y="2853"/>
                    <a:pt x="1389" y="2799"/>
                    <a:pt x="1427" y="2805"/>
                  </a:cubicBezTo>
                  <a:cubicBezTo>
                    <a:pt x="1611" y="2832"/>
                    <a:pt x="1832" y="2848"/>
                    <a:pt x="2016" y="2788"/>
                  </a:cubicBezTo>
                  <a:cubicBezTo>
                    <a:pt x="1773" y="2853"/>
                    <a:pt x="1448" y="2713"/>
                    <a:pt x="1378" y="2464"/>
                  </a:cubicBezTo>
                  <a:cubicBezTo>
                    <a:pt x="1373" y="2437"/>
                    <a:pt x="1405" y="2416"/>
                    <a:pt x="1427" y="2437"/>
                  </a:cubicBezTo>
                  <a:cubicBezTo>
                    <a:pt x="1519" y="2518"/>
                    <a:pt x="1573" y="2632"/>
                    <a:pt x="1692" y="2686"/>
                  </a:cubicBezTo>
                  <a:cubicBezTo>
                    <a:pt x="1800" y="2740"/>
                    <a:pt x="1956" y="2772"/>
                    <a:pt x="2064" y="2696"/>
                  </a:cubicBezTo>
                  <a:cubicBezTo>
                    <a:pt x="2216" y="2594"/>
                    <a:pt x="2324" y="2372"/>
                    <a:pt x="2275" y="2189"/>
                  </a:cubicBezTo>
                  <a:cubicBezTo>
                    <a:pt x="2253" y="2113"/>
                    <a:pt x="2199" y="2054"/>
                    <a:pt x="2129" y="2016"/>
                  </a:cubicBezTo>
                  <a:cubicBezTo>
                    <a:pt x="2059" y="1978"/>
                    <a:pt x="1983" y="1967"/>
                    <a:pt x="1908" y="1983"/>
                  </a:cubicBezTo>
                  <a:cubicBezTo>
                    <a:pt x="1827" y="2005"/>
                    <a:pt x="1762" y="2054"/>
                    <a:pt x="1724" y="2129"/>
                  </a:cubicBezTo>
                  <a:cubicBezTo>
                    <a:pt x="1621" y="2345"/>
                    <a:pt x="1973" y="2637"/>
                    <a:pt x="2054" y="2383"/>
                  </a:cubicBezTo>
                  <a:cubicBezTo>
                    <a:pt x="2059" y="2361"/>
                    <a:pt x="2054" y="2340"/>
                    <a:pt x="2048" y="2318"/>
                  </a:cubicBezTo>
                  <a:cubicBezTo>
                    <a:pt x="2048" y="2297"/>
                    <a:pt x="2037" y="2270"/>
                    <a:pt x="2027" y="2248"/>
                  </a:cubicBezTo>
                  <a:cubicBezTo>
                    <a:pt x="2021" y="2232"/>
                    <a:pt x="2000" y="2189"/>
                    <a:pt x="1978" y="2189"/>
                  </a:cubicBezTo>
                  <a:cubicBezTo>
                    <a:pt x="1967" y="2189"/>
                    <a:pt x="1951" y="2210"/>
                    <a:pt x="1946" y="2221"/>
                  </a:cubicBezTo>
                  <a:cubicBezTo>
                    <a:pt x="1919" y="2264"/>
                    <a:pt x="1854" y="2226"/>
                    <a:pt x="1875" y="2183"/>
                  </a:cubicBezTo>
                  <a:cubicBezTo>
                    <a:pt x="1881" y="2172"/>
                    <a:pt x="1881" y="2162"/>
                    <a:pt x="1886" y="2151"/>
                  </a:cubicBezTo>
                  <a:lnTo>
                    <a:pt x="1886" y="2151"/>
                  </a:lnTo>
                  <a:lnTo>
                    <a:pt x="1891" y="2151"/>
                  </a:lnTo>
                  <a:cubicBezTo>
                    <a:pt x="1913" y="2118"/>
                    <a:pt x="1946" y="2086"/>
                    <a:pt x="1989" y="2091"/>
                  </a:cubicBezTo>
                  <a:cubicBezTo>
                    <a:pt x="2075" y="2102"/>
                    <a:pt x="2135" y="2253"/>
                    <a:pt x="2140" y="2329"/>
                  </a:cubicBezTo>
                  <a:cubicBezTo>
                    <a:pt x="2145" y="2448"/>
                    <a:pt x="2102" y="2572"/>
                    <a:pt x="2005" y="2637"/>
                  </a:cubicBezTo>
                  <a:cubicBezTo>
                    <a:pt x="1935" y="2686"/>
                    <a:pt x="1854" y="2702"/>
                    <a:pt x="1778" y="2680"/>
                  </a:cubicBezTo>
                  <a:cubicBezTo>
                    <a:pt x="1594" y="2642"/>
                    <a:pt x="1470" y="2480"/>
                    <a:pt x="1448" y="2297"/>
                  </a:cubicBezTo>
                  <a:cubicBezTo>
                    <a:pt x="1421" y="2086"/>
                    <a:pt x="1513" y="1902"/>
                    <a:pt x="1697" y="1789"/>
                  </a:cubicBezTo>
                  <a:cubicBezTo>
                    <a:pt x="1767" y="1746"/>
                    <a:pt x="1854" y="1708"/>
                    <a:pt x="1946" y="1686"/>
                  </a:cubicBezTo>
                  <a:cubicBezTo>
                    <a:pt x="1783" y="1702"/>
                    <a:pt x="1638" y="1751"/>
                    <a:pt x="1508" y="1859"/>
                  </a:cubicBezTo>
                  <a:cubicBezTo>
                    <a:pt x="1481" y="1881"/>
                    <a:pt x="1448" y="1843"/>
                    <a:pt x="1470" y="1821"/>
                  </a:cubicBezTo>
                  <a:cubicBezTo>
                    <a:pt x="1665" y="1643"/>
                    <a:pt x="1940" y="1578"/>
                    <a:pt x="2194" y="1600"/>
                  </a:cubicBezTo>
                  <a:cubicBezTo>
                    <a:pt x="2259" y="1605"/>
                    <a:pt x="2318" y="1616"/>
                    <a:pt x="2372" y="1643"/>
                  </a:cubicBezTo>
                  <a:cubicBezTo>
                    <a:pt x="2394" y="1621"/>
                    <a:pt x="2421" y="1605"/>
                    <a:pt x="2437" y="1584"/>
                  </a:cubicBezTo>
                  <a:cubicBezTo>
                    <a:pt x="2437" y="1573"/>
                    <a:pt x="2443" y="1556"/>
                    <a:pt x="2459" y="1551"/>
                  </a:cubicBezTo>
                  <a:cubicBezTo>
                    <a:pt x="2459" y="1546"/>
                    <a:pt x="2464" y="1540"/>
                    <a:pt x="2464" y="1535"/>
                  </a:cubicBezTo>
                  <a:cubicBezTo>
                    <a:pt x="2470" y="1502"/>
                    <a:pt x="2448" y="1465"/>
                    <a:pt x="2421" y="1448"/>
                  </a:cubicBezTo>
                  <a:cubicBezTo>
                    <a:pt x="2335" y="1384"/>
                    <a:pt x="2221" y="1405"/>
                    <a:pt x="2156" y="1486"/>
                  </a:cubicBezTo>
                  <a:cubicBezTo>
                    <a:pt x="2135" y="1508"/>
                    <a:pt x="2102" y="1486"/>
                    <a:pt x="2102" y="1465"/>
                  </a:cubicBezTo>
                  <a:cubicBezTo>
                    <a:pt x="2102" y="1465"/>
                    <a:pt x="2097" y="1459"/>
                    <a:pt x="2097" y="1459"/>
                  </a:cubicBezTo>
                  <a:cubicBezTo>
                    <a:pt x="1897" y="1384"/>
                    <a:pt x="1702" y="1400"/>
                    <a:pt x="1524" y="1524"/>
                  </a:cubicBezTo>
                  <a:cubicBezTo>
                    <a:pt x="1357" y="1643"/>
                    <a:pt x="1222" y="1821"/>
                    <a:pt x="1200" y="2027"/>
                  </a:cubicBezTo>
                  <a:cubicBezTo>
                    <a:pt x="1200" y="2064"/>
                    <a:pt x="1146" y="2059"/>
                    <a:pt x="1151" y="2027"/>
                  </a:cubicBezTo>
                  <a:cubicBezTo>
                    <a:pt x="1157" y="1794"/>
                    <a:pt x="1292" y="1589"/>
                    <a:pt x="1481" y="1459"/>
                  </a:cubicBezTo>
                  <a:cubicBezTo>
                    <a:pt x="1546" y="1411"/>
                    <a:pt x="1616" y="1378"/>
                    <a:pt x="1686" y="1351"/>
                  </a:cubicBezTo>
                  <a:cubicBezTo>
                    <a:pt x="1832" y="1303"/>
                    <a:pt x="2000" y="1297"/>
                    <a:pt x="2129" y="1384"/>
                  </a:cubicBezTo>
                  <a:cubicBezTo>
                    <a:pt x="2140" y="1389"/>
                    <a:pt x="2145" y="1394"/>
                    <a:pt x="2145" y="1405"/>
                  </a:cubicBezTo>
                  <a:cubicBezTo>
                    <a:pt x="2237" y="1313"/>
                    <a:pt x="2383" y="1292"/>
                    <a:pt x="2486" y="1384"/>
                  </a:cubicBezTo>
                  <a:cubicBezTo>
                    <a:pt x="2529" y="1421"/>
                    <a:pt x="2556" y="1475"/>
                    <a:pt x="2556" y="1535"/>
                  </a:cubicBezTo>
                  <a:cubicBezTo>
                    <a:pt x="2648" y="1535"/>
                    <a:pt x="2734" y="1589"/>
                    <a:pt x="2815" y="1632"/>
                  </a:cubicBezTo>
                  <a:cubicBezTo>
                    <a:pt x="2999" y="1621"/>
                    <a:pt x="3188" y="1627"/>
                    <a:pt x="3377" y="1627"/>
                  </a:cubicBezTo>
                  <a:cubicBezTo>
                    <a:pt x="3015" y="1378"/>
                    <a:pt x="2659" y="1081"/>
                    <a:pt x="2199" y="1049"/>
                  </a:cubicBezTo>
                  <a:cubicBezTo>
                    <a:pt x="2064" y="1038"/>
                    <a:pt x="1929" y="1054"/>
                    <a:pt x="1805" y="1092"/>
                  </a:cubicBezTo>
                  <a:cubicBezTo>
                    <a:pt x="1508" y="1178"/>
                    <a:pt x="1243" y="1367"/>
                    <a:pt x="1043" y="1600"/>
                  </a:cubicBezTo>
                  <a:cubicBezTo>
                    <a:pt x="1022" y="1627"/>
                    <a:pt x="984" y="1594"/>
                    <a:pt x="1005" y="1567"/>
                  </a:cubicBezTo>
                  <a:cubicBezTo>
                    <a:pt x="1086" y="1465"/>
                    <a:pt x="1178" y="1373"/>
                    <a:pt x="1276" y="1286"/>
                  </a:cubicBezTo>
                  <a:cubicBezTo>
                    <a:pt x="1535" y="1070"/>
                    <a:pt x="1859" y="930"/>
                    <a:pt x="2205" y="957"/>
                  </a:cubicBezTo>
                  <a:cubicBezTo>
                    <a:pt x="2680" y="1000"/>
                    <a:pt x="3085" y="1270"/>
                    <a:pt x="3453" y="1556"/>
                  </a:cubicBezTo>
                  <a:cubicBezTo>
                    <a:pt x="3474" y="1578"/>
                    <a:pt x="3469" y="1605"/>
                    <a:pt x="3453" y="1627"/>
                  </a:cubicBezTo>
                  <a:lnTo>
                    <a:pt x="3637" y="1627"/>
                  </a:lnTo>
                  <a:cubicBezTo>
                    <a:pt x="3588" y="1589"/>
                    <a:pt x="3550" y="1535"/>
                    <a:pt x="3512" y="1492"/>
                  </a:cubicBezTo>
                  <a:cubicBezTo>
                    <a:pt x="3437" y="1405"/>
                    <a:pt x="3366" y="1308"/>
                    <a:pt x="3264" y="1243"/>
                  </a:cubicBezTo>
                  <a:cubicBezTo>
                    <a:pt x="3091" y="1119"/>
                    <a:pt x="2891" y="1005"/>
                    <a:pt x="2686" y="930"/>
                  </a:cubicBezTo>
                  <a:cubicBezTo>
                    <a:pt x="2437" y="968"/>
                    <a:pt x="2210" y="935"/>
                    <a:pt x="1973" y="860"/>
                  </a:cubicBezTo>
                  <a:cubicBezTo>
                    <a:pt x="1627" y="892"/>
                    <a:pt x="1270" y="1059"/>
                    <a:pt x="1065" y="1340"/>
                  </a:cubicBezTo>
                  <a:cubicBezTo>
                    <a:pt x="1070" y="1351"/>
                    <a:pt x="1076" y="1362"/>
                    <a:pt x="1065" y="1378"/>
                  </a:cubicBezTo>
                  <a:cubicBezTo>
                    <a:pt x="1049" y="1421"/>
                    <a:pt x="1016" y="1454"/>
                    <a:pt x="978" y="1481"/>
                  </a:cubicBezTo>
                  <a:cubicBezTo>
                    <a:pt x="843" y="1740"/>
                    <a:pt x="784" y="2037"/>
                    <a:pt x="860" y="2324"/>
                  </a:cubicBezTo>
                  <a:cubicBezTo>
                    <a:pt x="930" y="2594"/>
                    <a:pt x="1065" y="2853"/>
                    <a:pt x="1313" y="2994"/>
                  </a:cubicBezTo>
                  <a:cubicBezTo>
                    <a:pt x="1357" y="3015"/>
                    <a:pt x="1324" y="3085"/>
                    <a:pt x="1281" y="3069"/>
                  </a:cubicBezTo>
                  <a:cubicBezTo>
                    <a:pt x="1000" y="2967"/>
                    <a:pt x="827" y="2621"/>
                    <a:pt x="768" y="2351"/>
                  </a:cubicBezTo>
                  <a:cubicBezTo>
                    <a:pt x="708" y="2086"/>
                    <a:pt x="730" y="1810"/>
                    <a:pt x="838" y="1562"/>
                  </a:cubicBezTo>
                  <a:cubicBezTo>
                    <a:pt x="779" y="1584"/>
                    <a:pt x="708" y="1600"/>
                    <a:pt x="649" y="1605"/>
                  </a:cubicBezTo>
                  <a:cubicBezTo>
                    <a:pt x="514" y="1616"/>
                    <a:pt x="341" y="1594"/>
                    <a:pt x="265" y="1470"/>
                  </a:cubicBezTo>
                  <a:cubicBezTo>
                    <a:pt x="249" y="1443"/>
                    <a:pt x="276" y="1416"/>
                    <a:pt x="303" y="1427"/>
                  </a:cubicBezTo>
                  <a:cubicBezTo>
                    <a:pt x="433" y="1486"/>
                    <a:pt x="546" y="1540"/>
                    <a:pt x="697" y="1502"/>
                  </a:cubicBezTo>
                  <a:cubicBezTo>
                    <a:pt x="762" y="1486"/>
                    <a:pt x="827" y="1459"/>
                    <a:pt x="887" y="1421"/>
                  </a:cubicBezTo>
                  <a:cubicBezTo>
                    <a:pt x="897" y="1416"/>
                    <a:pt x="908" y="1411"/>
                    <a:pt x="919" y="1400"/>
                  </a:cubicBezTo>
                  <a:cubicBezTo>
                    <a:pt x="1097" y="1097"/>
                    <a:pt x="1438" y="865"/>
                    <a:pt x="1789" y="795"/>
                  </a:cubicBezTo>
                  <a:cubicBezTo>
                    <a:pt x="1562" y="708"/>
                    <a:pt x="1346" y="600"/>
                    <a:pt x="1124" y="508"/>
                  </a:cubicBezTo>
                  <a:cubicBezTo>
                    <a:pt x="806" y="373"/>
                    <a:pt x="363" y="260"/>
                    <a:pt x="60" y="476"/>
                  </a:cubicBezTo>
                  <a:cubicBezTo>
                    <a:pt x="28" y="503"/>
                    <a:pt x="1" y="433"/>
                    <a:pt x="28" y="406"/>
                  </a:cubicBezTo>
                  <a:cubicBezTo>
                    <a:pt x="487" y="1"/>
                    <a:pt x="1195" y="422"/>
                    <a:pt x="1648" y="627"/>
                  </a:cubicBezTo>
                  <a:cubicBezTo>
                    <a:pt x="1767" y="687"/>
                    <a:pt x="1891" y="735"/>
                    <a:pt x="2027" y="768"/>
                  </a:cubicBezTo>
                  <a:cubicBezTo>
                    <a:pt x="2113" y="773"/>
                    <a:pt x="2199" y="784"/>
                    <a:pt x="2280" y="806"/>
                  </a:cubicBezTo>
                  <a:cubicBezTo>
                    <a:pt x="2286" y="806"/>
                    <a:pt x="2291" y="811"/>
                    <a:pt x="2297" y="816"/>
                  </a:cubicBezTo>
                  <a:cubicBezTo>
                    <a:pt x="2329" y="816"/>
                    <a:pt x="2362" y="816"/>
                    <a:pt x="2394" y="816"/>
                  </a:cubicBezTo>
                  <a:cubicBezTo>
                    <a:pt x="2664" y="822"/>
                    <a:pt x="2940" y="746"/>
                    <a:pt x="3177" y="622"/>
                  </a:cubicBezTo>
                  <a:cubicBezTo>
                    <a:pt x="3188" y="616"/>
                    <a:pt x="3194" y="616"/>
                    <a:pt x="3204" y="616"/>
                  </a:cubicBezTo>
                  <a:cubicBezTo>
                    <a:pt x="3248" y="627"/>
                    <a:pt x="3258" y="741"/>
                    <a:pt x="3210" y="762"/>
                  </a:cubicBezTo>
                  <a:cubicBezTo>
                    <a:pt x="3085" y="822"/>
                    <a:pt x="2956" y="876"/>
                    <a:pt x="2826" y="908"/>
                  </a:cubicBezTo>
                  <a:cubicBezTo>
                    <a:pt x="2983" y="968"/>
                    <a:pt x="3140" y="1049"/>
                    <a:pt x="3280" y="1146"/>
                  </a:cubicBezTo>
                  <a:cubicBezTo>
                    <a:pt x="3464" y="1270"/>
                    <a:pt x="3583" y="1465"/>
                    <a:pt x="3761" y="1600"/>
                  </a:cubicBezTo>
                  <a:cubicBezTo>
                    <a:pt x="3766" y="1605"/>
                    <a:pt x="3772" y="1616"/>
                    <a:pt x="3772" y="1627"/>
                  </a:cubicBezTo>
                  <a:lnTo>
                    <a:pt x="4069" y="1627"/>
                  </a:lnTo>
                  <a:cubicBezTo>
                    <a:pt x="4258" y="1627"/>
                    <a:pt x="4447" y="1627"/>
                    <a:pt x="4636" y="1627"/>
                  </a:cubicBezTo>
                  <a:cubicBezTo>
                    <a:pt x="4636" y="1621"/>
                    <a:pt x="4636" y="1616"/>
                    <a:pt x="4641" y="1605"/>
                  </a:cubicBezTo>
                  <a:cubicBezTo>
                    <a:pt x="4717" y="1497"/>
                    <a:pt x="4847" y="1411"/>
                    <a:pt x="4960" y="1340"/>
                  </a:cubicBezTo>
                  <a:cubicBezTo>
                    <a:pt x="5084" y="1254"/>
                    <a:pt x="5214" y="1178"/>
                    <a:pt x="5355" y="1124"/>
                  </a:cubicBezTo>
                  <a:cubicBezTo>
                    <a:pt x="5636" y="1005"/>
                    <a:pt x="5922" y="951"/>
                    <a:pt x="6214" y="1076"/>
                  </a:cubicBezTo>
                  <a:cubicBezTo>
                    <a:pt x="6241" y="1086"/>
                    <a:pt x="6224" y="1124"/>
                    <a:pt x="6197" y="1113"/>
                  </a:cubicBezTo>
                  <a:cubicBezTo>
                    <a:pt x="5933" y="1011"/>
                    <a:pt x="5603" y="1097"/>
                    <a:pt x="5360" y="1216"/>
                  </a:cubicBezTo>
                  <a:cubicBezTo>
                    <a:pt x="5225" y="1276"/>
                    <a:pt x="5101" y="1351"/>
                    <a:pt x="4982" y="1438"/>
                  </a:cubicBezTo>
                  <a:cubicBezTo>
                    <a:pt x="4901" y="1492"/>
                    <a:pt x="4831" y="1567"/>
                    <a:pt x="4755" y="1627"/>
                  </a:cubicBezTo>
                  <a:lnTo>
                    <a:pt x="4804" y="1627"/>
                  </a:lnTo>
                  <a:cubicBezTo>
                    <a:pt x="5020" y="1627"/>
                    <a:pt x="5241" y="1605"/>
                    <a:pt x="5457" y="1638"/>
                  </a:cubicBezTo>
                  <a:cubicBezTo>
                    <a:pt x="5495" y="1643"/>
                    <a:pt x="5495" y="1708"/>
                    <a:pt x="5457" y="1719"/>
                  </a:cubicBezTo>
                  <a:cubicBezTo>
                    <a:pt x="5403" y="1724"/>
                    <a:pt x="5355" y="1729"/>
                    <a:pt x="5301" y="1729"/>
                  </a:cubicBezTo>
                  <a:cubicBezTo>
                    <a:pt x="5311" y="1735"/>
                    <a:pt x="5322" y="1740"/>
                    <a:pt x="5322" y="1756"/>
                  </a:cubicBezTo>
                  <a:cubicBezTo>
                    <a:pt x="5338" y="1913"/>
                    <a:pt x="5355" y="2081"/>
                    <a:pt x="5290" y="2226"/>
                  </a:cubicBezTo>
                  <a:cubicBezTo>
                    <a:pt x="5274" y="2264"/>
                    <a:pt x="5247" y="2302"/>
                    <a:pt x="5214" y="2329"/>
                  </a:cubicBezTo>
                  <a:cubicBezTo>
                    <a:pt x="5268" y="2334"/>
                    <a:pt x="5317" y="2334"/>
                    <a:pt x="5365" y="2340"/>
                  </a:cubicBezTo>
                  <a:cubicBezTo>
                    <a:pt x="5371" y="2340"/>
                    <a:pt x="5376" y="2345"/>
                    <a:pt x="5382" y="2345"/>
                  </a:cubicBezTo>
                  <a:cubicBezTo>
                    <a:pt x="5365" y="2151"/>
                    <a:pt x="5425" y="1967"/>
                    <a:pt x="5565" y="1832"/>
                  </a:cubicBezTo>
                  <a:cubicBezTo>
                    <a:pt x="5727" y="1670"/>
                    <a:pt x="5965" y="1616"/>
                    <a:pt x="6187" y="1654"/>
                  </a:cubicBezTo>
                  <a:cubicBezTo>
                    <a:pt x="6214" y="1659"/>
                    <a:pt x="6208" y="1702"/>
                    <a:pt x="6181" y="1697"/>
                  </a:cubicBezTo>
                  <a:cubicBezTo>
                    <a:pt x="5949" y="1675"/>
                    <a:pt x="5700" y="1778"/>
                    <a:pt x="5565" y="1972"/>
                  </a:cubicBezTo>
                  <a:cubicBezTo>
                    <a:pt x="5479" y="2097"/>
                    <a:pt x="5452" y="2243"/>
                    <a:pt x="5479" y="2394"/>
                  </a:cubicBezTo>
                  <a:cubicBezTo>
                    <a:pt x="5517" y="2572"/>
                    <a:pt x="5609" y="2740"/>
                    <a:pt x="5749" y="2859"/>
                  </a:cubicBezTo>
                  <a:cubicBezTo>
                    <a:pt x="5895" y="2983"/>
                    <a:pt x="6062" y="3031"/>
                    <a:pt x="6257" y="3053"/>
                  </a:cubicBezTo>
                  <a:cubicBezTo>
                    <a:pt x="6268" y="3053"/>
                    <a:pt x="6278" y="3058"/>
                    <a:pt x="6289" y="3075"/>
                  </a:cubicBezTo>
                  <a:lnTo>
                    <a:pt x="6289" y="3075"/>
                  </a:lnTo>
                  <a:close/>
                  <a:moveTo>
                    <a:pt x="4847" y="2334"/>
                  </a:moveTo>
                  <a:cubicBezTo>
                    <a:pt x="4674" y="2237"/>
                    <a:pt x="4685" y="2010"/>
                    <a:pt x="4674" y="1837"/>
                  </a:cubicBezTo>
                  <a:cubicBezTo>
                    <a:pt x="4668" y="1805"/>
                    <a:pt x="4728" y="1794"/>
                    <a:pt x="4733" y="1832"/>
                  </a:cubicBezTo>
                  <a:cubicBezTo>
                    <a:pt x="4744" y="1913"/>
                    <a:pt x="4755" y="2000"/>
                    <a:pt x="4777" y="2075"/>
                  </a:cubicBezTo>
                  <a:cubicBezTo>
                    <a:pt x="4804" y="2167"/>
                    <a:pt x="4863" y="2226"/>
                    <a:pt x="4917" y="2297"/>
                  </a:cubicBezTo>
                  <a:cubicBezTo>
                    <a:pt x="4922" y="2307"/>
                    <a:pt x="4922" y="2318"/>
                    <a:pt x="4917" y="2329"/>
                  </a:cubicBezTo>
                  <a:cubicBezTo>
                    <a:pt x="4944" y="2329"/>
                    <a:pt x="4966" y="2329"/>
                    <a:pt x="4987" y="2329"/>
                  </a:cubicBezTo>
                  <a:cubicBezTo>
                    <a:pt x="4987" y="2324"/>
                    <a:pt x="4993" y="2324"/>
                    <a:pt x="4998" y="2324"/>
                  </a:cubicBezTo>
                  <a:cubicBezTo>
                    <a:pt x="5052" y="2307"/>
                    <a:pt x="5122" y="2307"/>
                    <a:pt x="5160" y="2264"/>
                  </a:cubicBezTo>
                  <a:cubicBezTo>
                    <a:pt x="5198" y="2221"/>
                    <a:pt x="5225" y="2162"/>
                    <a:pt x="5236" y="2102"/>
                  </a:cubicBezTo>
                  <a:cubicBezTo>
                    <a:pt x="5257" y="1989"/>
                    <a:pt x="5268" y="1870"/>
                    <a:pt x="5268" y="1756"/>
                  </a:cubicBezTo>
                  <a:cubicBezTo>
                    <a:pt x="5268" y="1740"/>
                    <a:pt x="5274" y="1735"/>
                    <a:pt x="5284" y="1729"/>
                  </a:cubicBezTo>
                  <a:cubicBezTo>
                    <a:pt x="5112" y="1740"/>
                    <a:pt x="4933" y="1724"/>
                    <a:pt x="4760" y="1724"/>
                  </a:cubicBezTo>
                  <a:lnTo>
                    <a:pt x="4544" y="1724"/>
                  </a:lnTo>
                  <a:cubicBezTo>
                    <a:pt x="4544" y="1740"/>
                    <a:pt x="4544" y="1751"/>
                    <a:pt x="4544" y="1767"/>
                  </a:cubicBezTo>
                  <a:cubicBezTo>
                    <a:pt x="4560" y="1751"/>
                    <a:pt x="4598" y="1767"/>
                    <a:pt x="4593" y="1794"/>
                  </a:cubicBezTo>
                  <a:cubicBezTo>
                    <a:pt x="4566" y="1962"/>
                    <a:pt x="4555" y="2226"/>
                    <a:pt x="4717" y="2334"/>
                  </a:cubicBezTo>
                  <a:lnTo>
                    <a:pt x="4723" y="2334"/>
                  </a:lnTo>
                  <a:cubicBezTo>
                    <a:pt x="4766" y="2334"/>
                    <a:pt x="4804" y="2334"/>
                    <a:pt x="4847" y="2334"/>
                  </a:cubicBezTo>
                  <a:lnTo>
                    <a:pt x="4847" y="2334"/>
                  </a:lnTo>
                  <a:close/>
                  <a:moveTo>
                    <a:pt x="4490" y="1724"/>
                  </a:moveTo>
                  <a:lnTo>
                    <a:pt x="4069" y="1724"/>
                  </a:lnTo>
                  <a:lnTo>
                    <a:pt x="3669" y="1724"/>
                  </a:lnTo>
                  <a:cubicBezTo>
                    <a:pt x="3669" y="1848"/>
                    <a:pt x="3680" y="1978"/>
                    <a:pt x="3723" y="2097"/>
                  </a:cubicBezTo>
                  <a:cubicBezTo>
                    <a:pt x="3761" y="2216"/>
                    <a:pt x="3826" y="2275"/>
                    <a:pt x="3928" y="2334"/>
                  </a:cubicBezTo>
                  <a:lnTo>
                    <a:pt x="4031" y="2334"/>
                  </a:lnTo>
                  <a:lnTo>
                    <a:pt x="4198" y="2334"/>
                  </a:lnTo>
                  <a:cubicBezTo>
                    <a:pt x="4252" y="2307"/>
                    <a:pt x="4323" y="2302"/>
                    <a:pt x="4366" y="2253"/>
                  </a:cubicBezTo>
                  <a:cubicBezTo>
                    <a:pt x="4404" y="2205"/>
                    <a:pt x="4431" y="2145"/>
                    <a:pt x="4447" y="2086"/>
                  </a:cubicBezTo>
                  <a:cubicBezTo>
                    <a:pt x="4474" y="1972"/>
                    <a:pt x="4485" y="1848"/>
                    <a:pt x="4490" y="1729"/>
                  </a:cubicBezTo>
                  <a:lnTo>
                    <a:pt x="4490" y="1729"/>
                  </a:lnTo>
                  <a:close/>
                  <a:moveTo>
                    <a:pt x="2135" y="2734"/>
                  </a:moveTo>
                  <a:cubicBezTo>
                    <a:pt x="2183" y="2702"/>
                    <a:pt x="2232" y="2664"/>
                    <a:pt x="2275" y="2615"/>
                  </a:cubicBezTo>
                  <a:cubicBezTo>
                    <a:pt x="2340" y="2534"/>
                    <a:pt x="2389" y="2421"/>
                    <a:pt x="2416" y="2318"/>
                  </a:cubicBezTo>
                  <a:cubicBezTo>
                    <a:pt x="2480" y="2048"/>
                    <a:pt x="2421" y="1756"/>
                    <a:pt x="2091" y="1756"/>
                  </a:cubicBezTo>
                  <a:cubicBezTo>
                    <a:pt x="2037" y="1756"/>
                    <a:pt x="1989" y="1767"/>
                    <a:pt x="1940" y="1778"/>
                  </a:cubicBezTo>
                  <a:cubicBezTo>
                    <a:pt x="1670" y="1843"/>
                    <a:pt x="1448" y="2086"/>
                    <a:pt x="1562" y="2378"/>
                  </a:cubicBezTo>
                  <a:cubicBezTo>
                    <a:pt x="1616" y="2513"/>
                    <a:pt x="1783" y="2669"/>
                    <a:pt x="1940" y="2578"/>
                  </a:cubicBezTo>
                  <a:cubicBezTo>
                    <a:pt x="1956" y="2567"/>
                    <a:pt x="1973" y="2556"/>
                    <a:pt x="1983" y="2545"/>
                  </a:cubicBezTo>
                  <a:cubicBezTo>
                    <a:pt x="1897" y="2561"/>
                    <a:pt x="1805" y="2513"/>
                    <a:pt x="1740" y="2453"/>
                  </a:cubicBezTo>
                  <a:cubicBezTo>
                    <a:pt x="1692" y="2410"/>
                    <a:pt x="1643" y="2340"/>
                    <a:pt x="1638" y="2270"/>
                  </a:cubicBezTo>
                  <a:cubicBezTo>
                    <a:pt x="1627" y="2194"/>
                    <a:pt x="1643" y="2118"/>
                    <a:pt x="1686" y="2054"/>
                  </a:cubicBezTo>
                  <a:cubicBezTo>
                    <a:pt x="1816" y="1875"/>
                    <a:pt x="2097" y="1832"/>
                    <a:pt x="2259" y="1994"/>
                  </a:cubicBezTo>
                  <a:cubicBezTo>
                    <a:pt x="2459" y="2205"/>
                    <a:pt x="2372" y="2545"/>
                    <a:pt x="2167" y="2713"/>
                  </a:cubicBezTo>
                  <a:cubicBezTo>
                    <a:pt x="2156" y="2718"/>
                    <a:pt x="2145" y="2729"/>
                    <a:pt x="2135" y="2734"/>
                  </a:cubicBezTo>
                  <a:lnTo>
                    <a:pt x="2135" y="2734"/>
                  </a:lnTo>
                  <a:close/>
                  <a:moveTo>
                    <a:pt x="3966" y="833"/>
                  </a:moveTo>
                  <a:cubicBezTo>
                    <a:pt x="3966" y="822"/>
                    <a:pt x="3966" y="811"/>
                    <a:pt x="3961" y="795"/>
                  </a:cubicBezTo>
                  <a:cubicBezTo>
                    <a:pt x="3972" y="735"/>
                    <a:pt x="3993" y="676"/>
                    <a:pt x="4020" y="622"/>
                  </a:cubicBezTo>
                  <a:cubicBezTo>
                    <a:pt x="4036" y="595"/>
                    <a:pt x="3999" y="568"/>
                    <a:pt x="3977" y="589"/>
                  </a:cubicBezTo>
                  <a:cubicBezTo>
                    <a:pt x="3950" y="616"/>
                    <a:pt x="3928" y="643"/>
                    <a:pt x="3918" y="676"/>
                  </a:cubicBezTo>
                  <a:cubicBezTo>
                    <a:pt x="3891" y="633"/>
                    <a:pt x="3853" y="584"/>
                    <a:pt x="3815" y="552"/>
                  </a:cubicBezTo>
                  <a:cubicBezTo>
                    <a:pt x="3788" y="525"/>
                    <a:pt x="3739" y="557"/>
                    <a:pt x="3761" y="589"/>
                  </a:cubicBezTo>
                  <a:cubicBezTo>
                    <a:pt x="3799" y="660"/>
                    <a:pt x="3858" y="730"/>
                    <a:pt x="3885" y="806"/>
                  </a:cubicBezTo>
                  <a:cubicBezTo>
                    <a:pt x="3874" y="854"/>
                    <a:pt x="3874" y="908"/>
                    <a:pt x="3885" y="957"/>
                  </a:cubicBezTo>
                  <a:cubicBezTo>
                    <a:pt x="3880" y="962"/>
                    <a:pt x="3880" y="968"/>
                    <a:pt x="3880" y="973"/>
                  </a:cubicBezTo>
                  <a:cubicBezTo>
                    <a:pt x="3836" y="1097"/>
                    <a:pt x="3685" y="1178"/>
                    <a:pt x="3556" y="1173"/>
                  </a:cubicBezTo>
                  <a:cubicBezTo>
                    <a:pt x="3502" y="1173"/>
                    <a:pt x="3453" y="1140"/>
                    <a:pt x="3415" y="1103"/>
                  </a:cubicBezTo>
                  <a:cubicBezTo>
                    <a:pt x="3480" y="1124"/>
                    <a:pt x="3550" y="1130"/>
                    <a:pt x="3593" y="1092"/>
                  </a:cubicBezTo>
                  <a:cubicBezTo>
                    <a:pt x="3610" y="1076"/>
                    <a:pt x="3610" y="1049"/>
                    <a:pt x="3588" y="1043"/>
                  </a:cubicBezTo>
                  <a:cubicBezTo>
                    <a:pt x="3556" y="1027"/>
                    <a:pt x="3529" y="1032"/>
                    <a:pt x="3496" y="1032"/>
                  </a:cubicBezTo>
                  <a:cubicBezTo>
                    <a:pt x="3458" y="1027"/>
                    <a:pt x="3420" y="1016"/>
                    <a:pt x="3388" y="995"/>
                  </a:cubicBezTo>
                  <a:cubicBezTo>
                    <a:pt x="3366" y="984"/>
                    <a:pt x="3345" y="962"/>
                    <a:pt x="3329" y="941"/>
                  </a:cubicBezTo>
                  <a:cubicBezTo>
                    <a:pt x="3318" y="903"/>
                    <a:pt x="3312" y="865"/>
                    <a:pt x="3312" y="822"/>
                  </a:cubicBezTo>
                  <a:cubicBezTo>
                    <a:pt x="3318" y="806"/>
                    <a:pt x="3329" y="795"/>
                    <a:pt x="3334" y="778"/>
                  </a:cubicBezTo>
                  <a:cubicBezTo>
                    <a:pt x="3339" y="768"/>
                    <a:pt x="3339" y="757"/>
                    <a:pt x="3329" y="746"/>
                  </a:cubicBezTo>
                  <a:cubicBezTo>
                    <a:pt x="3345" y="708"/>
                    <a:pt x="3372" y="676"/>
                    <a:pt x="3410" y="660"/>
                  </a:cubicBezTo>
                  <a:cubicBezTo>
                    <a:pt x="3437" y="649"/>
                    <a:pt x="3426" y="611"/>
                    <a:pt x="3399" y="611"/>
                  </a:cubicBezTo>
                  <a:cubicBezTo>
                    <a:pt x="3264" y="611"/>
                    <a:pt x="3242" y="757"/>
                    <a:pt x="3242" y="865"/>
                  </a:cubicBezTo>
                  <a:cubicBezTo>
                    <a:pt x="3242" y="897"/>
                    <a:pt x="3242" y="924"/>
                    <a:pt x="3253" y="957"/>
                  </a:cubicBezTo>
                  <a:cubicBezTo>
                    <a:pt x="3280" y="1092"/>
                    <a:pt x="3356" y="1211"/>
                    <a:pt x="3496" y="1254"/>
                  </a:cubicBezTo>
                  <a:cubicBezTo>
                    <a:pt x="3658" y="1303"/>
                    <a:pt x="3826" y="1200"/>
                    <a:pt x="3912" y="1070"/>
                  </a:cubicBezTo>
                  <a:cubicBezTo>
                    <a:pt x="3918" y="1070"/>
                    <a:pt x="3918" y="1065"/>
                    <a:pt x="3918" y="1059"/>
                  </a:cubicBezTo>
                  <a:cubicBezTo>
                    <a:pt x="3977" y="1146"/>
                    <a:pt x="4096" y="1184"/>
                    <a:pt x="4193" y="1200"/>
                  </a:cubicBezTo>
                  <a:cubicBezTo>
                    <a:pt x="4296" y="1222"/>
                    <a:pt x="4425" y="1195"/>
                    <a:pt x="4474" y="1092"/>
                  </a:cubicBezTo>
                  <a:cubicBezTo>
                    <a:pt x="4539" y="1189"/>
                    <a:pt x="4631" y="1259"/>
                    <a:pt x="4750" y="1265"/>
                  </a:cubicBezTo>
                  <a:lnTo>
                    <a:pt x="4777" y="1265"/>
                  </a:lnTo>
                  <a:cubicBezTo>
                    <a:pt x="4782" y="1276"/>
                    <a:pt x="4793" y="1281"/>
                    <a:pt x="4809" y="1276"/>
                  </a:cubicBezTo>
                  <a:cubicBezTo>
                    <a:pt x="4820" y="1270"/>
                    <a:pt x="4836" y="1259"/>
                    <a:pt x="4852" y="1254"/>
                  </a:cubicBezTo>
                  <a:cubicBezTo>
                    <a:pt x="4906" y="1238"/>
                    <a:pt x="4955" y="1211"/>
                    <a:pt x="4998" y="1173"/>
                  </a:cubicBezTo>
                  <a:cubicBezTo>
                    <a:pt x="5133" y="1097"/>
                    <a:pt x="5268" y="1022"/>
                    <a:pt x="5419" y="978"/>
                  </a:cubicBezTo>
                  <a:cubicBezTo>
                    <a:pt x="5484" y="957"/>
                    <a:pt x="5544" y="946"/>
                    <a:pt x="5609" y="935"/>
                  </a:cubicBezTo>
                  <a:cubicBezTo>
                    <a:pt x="5749" y="951"/>
                    <a:pt x="5890" y="946"/>
                    <a:pt x="6030" y="919"/>
                  </a:cubicBezTo>
                  <a:cubicBezTo>
                    <a:pt x="6052" y="919"/>
                    <a:pt x="6073" y="919"/>
                    <a:pt x="6089" y="924"/>
                  </a:cubicBezTo>
                  <a:cubicBezTo>
                    <a:pt x="6559" y="957"/>
                    <a:pt x="7089" y="1200"/>
                    <a:pt x="7213" y="1697"/>
                  </a:cubicBezTo>
                  <a:cubicBezTo>
                    <a:pt x="7224" y="1740"/>
                    <a:pt x="7289" y="1729"/>
                    <a:pt x="7283" y="1686"/>
                  </a:cubicBezTo>
                  <a:cubicBezTo>
                    <a:pt x="7283" y="1454"/>
                    <a:pt x="7078" y="1238"/>
                    <a:pt x="6905" y="1103"/>
                  </a:cubicBezTo>
                  <a:cubicBezTo>
                    <a:pt x="6727" y="968"/>
                    <a:pt x="6505" y="892"/>
                    <a:pt x="6284" y="854"/>
                  </a:cubicBezTo>
                  <a:cubicBezTo>
                    <a:pt x="6408" y="816"/>
                    <a:pt x="6527" y="768"/>
                    <a:pt x="6646" y="714"/>
                  </a:cubicBezTo>
                  <a:cubicBezTo>
                    <a:pt x="6808" y="649"/>
                    <a:pt x="6965" y="573"/>
                    <a:pt x="7127" y="503"/>
                  </a:cubicBezTo>
                  <a:cubicBezTo>
                    <a:pt x="7440" y="368"/>
                    <a:pt x="7883" y="260"/>
                    <a:pt x="8186" y="476"/>
                  </a:cubicBezTo>
                  <a:cubicBezTo>
                    <a:pt x="8223" y="498"/>
                    <a:pt x="8245" y="427"/>
                    <a:pt x="8218" y="406"/>
                  </a:cubicBezTo>
                  <a:cubicBezTo>
                    <a:pt x="7764" y="1"/>
                    <a:pt x="7056" y="422"/>
                    <a:pt x="6603" y="627"/>
                  </a:cubicBezTo>
                  <a:cubicBezTo>
                    <a:pt x="6349" y="741"/>
                    <a:pt x="6133" y="816"/>
                    <a:pt x="5857" y="816"/>
                  </a:cubicBezTo>
                  <a:cubicBezTo>
                    <a:pt x="5582" y="822"/>
                    <a:pt x="5306" y="746"/>
                    <a:pt x="5068" y="616"/>
                  </a:cubicBezTo>
                  <a:cubicBezTo>
                    <a:pt x="5063" y="616"/>
                    <a:pt x="5052" y="611"/>
                    <a:pt x="5047" y="616"/>
                  </a:cubicBezTo>
                  <a:cubicBezTo>
                    <a:pt x="5020" y="622"/>
                    <a:pt x="5009" y="665"/>
                    <a:pt x="5009" y="687"/>
                  </a:cubicBezTo>
                  <a:lnTo>
                    <a:pt x="5009" y="692"/>
                  </a:lnTo>
                  <a:cubicBezTo>
                    <a:pt x="4971" y="643"/>
                    <a:pt x="4922" y="606"/>
                    <a:pt x="4874" y="573"/>
                  </a:cubicBezTo>
                  <a:cubicBezTo>
                    <a:pt x="4847" y="557"/>
                    <a:pt x="4825" y="595"/>
                    <a:pt x="4847" y="611"/>
                  </a:cubicBezTo>
                  <a:cubicBezTo>
                    <a:pt x="4895" y="643"/>
                    <a:pt x="4933" y="681"/>
                    <a:pt x="4960" y="724"/>
                  </a:cubicBezTo>
                  <a:cubicBezTo>
                    <a:pt x="4944" y="708"/>
                    <a:pt x="4917" y="692"/>
                    <a:pt x="4890" y="676"/>
                  </a:cubicBezTo>
                  <a:cubicBezTo>
                    <a:pt x="4858" y="665"/>
                    <a:pt x="4831" y="708"/>
                    <a:pt x="4863" y="724"/>
                  </a:cubicBezTo>
                  <a:cubicBezTo>
                    <a:pt x="4944" y="768"/>
                    <a:pt x="4966" y="860"/>
                    <a:pt x="4949" y="941"/>
                  </a:cubicBezTo>
                  <a:cubicBezTo>
                    <a:pt x="4939" y="984"/>
                    <a:pt x="4917" y="1022"/>
                    <a:pt x="4890" y="1049"/>
                  </a:cubicBezTo>
                  <a:cubicBezTo>
                    <a:pt x="4858" y="1081"/>
                    <a:pt x="4809" y="1086"/>
                    <a:pt x="4766" y="1103"/>
                  </a:cubicBezTo>
                  <a:cubicBezTo>
                    <a:pt x="4739" y="1113"/>
                    <a:pt x="4739" y="1157"/>
                    <a:pt x="4766" y="1167"/>
                  </a:cubicBezTo>
                  <a:cubicBezTo>
                    <a:pt x="4793" y="1173"/>
                    <a:pt x="4809" y="1173"/>
                    <a:pt x="4831" y="1173"/>
                  </a:cubicBezTo>
                  <a:cubicBezTo>
                    <a:pt x="4793" y="1184"/>
                    <a:pt x="4755" y="1184"/>
                    <a:pt x="4717" y="1178"/>
                  </a:cubicBezTo>
                  <a:cubicBezTo>
                    <a:pt x="4604" y="1162"/>
                    <a:pt x="4539" y="1049"/>
                    <a:pt x="4506" y="946"/>
                  </a:cubicBezTo>
                  <a:lnTo>
                    <a:pt x="4506" y="946"/>
                  </a:lnTo>
                  <a:cubicBezTo>
                    <a:pt x="4512" y="930"/>
                    <a:pt x="4512" y="914"/>
                    <a:pt x="4512" y="897"/>
                  </a:cubicBezTo>
                  <a:cubicBezTo>
                    <a:pt x="4512" y="903"/>
                    <a:pt x="4512" y="903"/>
                    <a:pt x="4512" y="903"/>
                  </a:cubicBezTo>
                  <a:cubicBezTo>
                    <a:pt x="4523" y="930"/>
                    <a:pt x="4555" y="930"/>
                    <a:pt x="4566" y="903"/>
                  </a:cubicBezTo>
                  <a:cubicBezTo>
                    <a:pt x="4571" y="887"/>
                    <a:pt x="4571" y="870"/>
                    <a:pt x="4571" y="849"/>
                  </a:cubicBezTo>
                  <a:cubicBezTo>
                    <a:pt x="4571" y="838"/>
                    <a:pt x="4577" y="822"/>
                    <a:pt x="4582" y="806"/>
                  </a:cubicBezTo>
                  <a:cubicBezTo>
                    <a:pt x="4593" y="768"/>
                    <a:pt x="4533" y="746"/>
                    <a:pt x="4523" y="784"/>
                  </a:cubicBezTo>
                  <a:cubicBezTo>
                    <a:pt x="4517" y="800"/>
                    <a:pt x="4512" y="816"/>
                    <a:pt x="4506" y="838"/>
                  </a:cubicBezTo>
                  <a:cubicBezTo>
                    <a:pt x="4506" y="816"/>
                    <a:pt x="4501" y="795"/>
                    <a:pt x="4496" y="773"/>
                  </a:cubicBezTo>
                  <a:cubicBezTo>
                    <a:pt x="4501" y="719"/>
                    <a:pt x="4517" y="665"/>
                    <a:pt x="4533" y="606"/>
                  </a:cubicBezTo>
                  <a:cubicBezTo>
                    <a:pt x="4544" y="573"/>
                    <a:pt x="4496" y="541"/>
                    <a:pt x="4469" y="573"/>
                  </a:cubicBezTo>
                  <a:cubicBezTo>
                    <a:pt x="4452" y="595"/>
                    <a:pt x="4436" y="616"/>
                    <a:pt x="4425" y="643"/>
                  </a:cubicBezTo>
                  <a:lnTo>
                    <a:pt x="4425" y="643"/>
                  </a:lnTo>
                  <a:cubicBezTo>
                    <a:pt x="4393" y="611"/>
                    <a:pt x="4350" y="649"/>
                    <a:pt x="4366" y="681"/>
                  </a:cubicBezTo>
                  <a:cubicBezTo>
                    <a:pt x="4377" y="708"/>
                    <a:pt x="4388" y="741"/>
                    <a:pt x="4398" y="768"/>
                  </a:cubicBezTo>
                  <a:cubicBezTo>
                    <a:pt x="4398" y="778"/>
                    <a:pt x="4393" y="795"/>
                    <a:pt x="4393" y="806"/>
                  </a:cubicBezTo>
                  <a:cubicBezTo>
                    <a:pt x="4382" y="773"/>
                    <a:pt x="4361" y="741"/>
                    <a:pt x="4339" y="714"/>
                  </a:cubicBezTo>
                  <a:cubicBezTo>
                    <a:pt x="4317" y="681"/>
                    <a:pt x="4274" y="719"/>
                    <a:pt x="4290" y="746"/>
                  </a:cubicBezTo>
                  <a:cubicBezTo>
                    <a:pt x="4312" y="773"/>
                    <a:pt x="4323" y="800"/>
                    <a:pt x="4334" y="833"/>
                  </a:cubicBezTo>
                  <a:cubicBezTo>
                    <a:pt x="4339" y="865"/>
                    <a:pt x="4334" y="897"/>
                    <a:pt x="4350" y="935"/>
                  </a:cubicBezTo>
                  <a:cubicBezTo>
                    <a:pt x="4361" y="957"/>
                    <a:pt x="4393" y="957"/>
                    <a:pt x="4404" y="935"/>
                  </a:cubicBezTo>
                  <a:lnTo>
                    <a:pt x="4409" y="919"/>
                  </a:lnTo>
                  <a:cubicBezTo>
                    <a:pt x="4409" y="941"/>
                    <a:pt x="4415" y="962"/>
                    <a:pt x="4425" y="978"/>
                  </a:cubicBezTo>
                  <a:cubicBezTo>
                    <a:pt x="4409" y="1108"/>
                    <a:pt x="4301" y="1140"/>
                    <a:pt x="4188" y="1119"/>
                  </a:cubicBezTo>
                  <a:cubicBezTo>
                    <a:pt x="4090" y="1103"/>
                    <a:pt x="3993" y="1059"/>
                    <a:pt x="3961" y="962"/>
                  </a:cubicBezTo>
                  <a:cubicBezTo>
                    <a:pt x="3966" y="946"/>
                    <a:pt x="3972" y="930"/>
                    <a:pt x="3972" y="914"/>
                  </a:cubicBezTo>
                  <a:cubicBezTo>
                    <a:pt x="3977" y="951"/>
                    <a:pt x="3993" y="989"/>
                    <a:pt x="4020" y="1016"/>
                  </a:cubicBezTo>
                  <a:cubicBezTo>
                    <a:pt x="4058" y="1070"/>
                    <a:pt x="4177" y="1130"/>
                    <a:pt x="4231" y="1059"/>
                  </a:cubicBezTo>
                  <a:cubicBezTo>
                    <a:pt x="4242" y="1043"/>
                    <a:pt x="4236" y="1022"/>
                    <a:pt x="4220" y="1016"/>
                  </a:cubicBezTo>
                  <a:cubicBezTo>
                    <a:pt x="4193" y="1005"/>
                    <a:pt x="4177" y="1005"/>
                    <a:pt x="4150" y="1005"/>
                  </a:cubicBezTo>
                  <a:cubicBezTo>
                    <a:pt x="4123" y="1005"/>
                    <a:pt x="4096" y="984"/>
                    <a:pt x="4074" y="962"/>
                  </a:cubicBezTo>
                  <a:cubicBezTo>
                    <a:pt x="4036" y="924"/>
                    <a:pt x="4020" y="865"/>
                    <a:pt x="4026" y="811"/>
                  </a:cubicBezTo>
                  <a:cubicBezTo>
                    <a:pt x="4031" y="778"/>
                    <a:pt x="3988" y="773"/>
                    <a:pt x="3977" y="800"/>
                  </a:cubicBezTo>
                  <a:cubicBezTo>
                    <a:pt x="3972" y="811"/>
                    <a:pt x="3972" y="822"/>
                    <a:pt x="3972" y="833"/>
                  </a:cubicBezTo>
                  <a:lnTo>
                    <a:pt x="3972" y="833"/>
                  </a:lnTo>
                  <a:close/>
                  <a:moveTo>
                    <a:pt x="4901" y="1146"/>
                  </a:moveTo>
                  <a:cubicBezTo>
                    <a:pt x="4976" y="1103"/>
                    <a:pt x="5030" y="1032"/>
                    <a:pt x="5030" y="946"/>
                  </a:cubicBezTo>
                  <a:lnTo>
                    <a:pt x="5030" y="935"/>
                  </a:lnTo>
                  <a:cubicBezTo>
                    <a:pt x="5030" y="951"/>
                    <a:pt x="5025" y="962"/>
                    <a:pt x="5020" y="978"/>
                  </a:cubicBezTo>
                  <a:cubicBezTo>
                    <a:pt x="4998" y="1038"/>
                    <a:pt x="4960" y="1108"/>
                    <a:pt x="4901" y="1146"/>
                  </a:cubicBezTo>
                  <a:lnTo>
                    <a:pt x="4901" y="1146"/>
                  </a:lnTo>
                  <a:close/>
                  <a:moveTo>
                    <a:pt x="5057" y="773"/>
                  </a:moveTo>
                  <a:cubicBezTo>
                    <a:pt x="5095" y="838"/>
                    <a:pt x="5112" y="914"/>
                    <a:pt x="5101" y="995"/>
                  </a:cubicBezTo>
                  <a:cubicBezTo>
                    <a:pt x="5095" y="1011"/>
                    <a:pt x="5095" y="1027"/>
                    <a:pt x="5090" y="1038"/>
                  </a:cubicBezTo>
                  <a:cubicBezTo>
                    <a:pt x="5187" y="984"/>
                    <a:pt x="5284" y="930"/>
                    <a:pt x="5392" y="897"/>
                  </a:cubicBezTo>
                  <a:cubicBezTo>
                    <a:pt x="5279" y="865"/>
                    <a:pt x="5166" y="822"/>
                    <a:pt x="5057" y="773"/>
                  </a:cubicBezTo>
                  <a:lnTo>
                    <a:pt x="5057" y="773"/>
                  </a:lnTo>
                  <a:close/>
                  <a:moveTo>
                    <a:pt x="2653" y="2567"/>
                  </a:moveTo>
                  <a:cubicBezTo>
                    <a:pt x="2664" y="2534"/>
                    <a:pt x="2610" y="2513"/>
                    <a:pt x="2594" y="2545"/>
                  </a:cubicBezTo>
                  <a:cubicBezTo>
                    <a:pt x="2513" y="2718"/>
                    <a:pt x="2405" y="2886"/>
                    <a:pt x="2248" y="2999"/>
                  </a:cubicBezTo>
                  <a:cubicBezTo>
                    <a:pt x="2172" y="3053"/>
                    <a:pt x="2086" y="3085"/>
                    <a:pt x="1994" y="3112"/>
                  </a:cubicBezTo>
                  <a:cubicBezTo>
                    <a:pt x="1897" y="3139"/>
                    <a:pt x="1789" y="3129"/>
                    <a:pt x="1692" y="3156"/>
                  </a:cubicBezTo>
                  <a:cubicBezTo>
                    <a:pt x="1654" y="3166"/>
                    <a:pt x="1654" y="3221"/>
                    <a:pt x="1692" y="3231"/>
                  </a:cubicBezTo>
                  <a:cubicBezTo>
                    <a:pt x="1886" y="3280"/>
                    <a:pt x="2140" y="3188"/>
                    <a:pt x="2302" y="3080"/>
                  </a:cubicBezTo>
                  <a:cubicBezTo>
                    <a:pt x="2459" y="2972"/>
                    <a:pt x="2561" y="2810"/>
                    <a:pt x="2626" y="2637"/>
                  </a:cubicBezTo>
                  <a:cubicBezTo>
                    <a:pt x="2632" y="2642"/>
                    <a:pt x="2642" y="2648"/>
                    <a:pt x="2648" y="2648"/>
                  </a:cubicBezTo>
                  <a:cubicBezTo>
                    <a:pt x="2853" y="2680"/>
                    <a:pt x="3058" y="2659"/>
                    <a:pt x="3264" y="2659"/>
                  </a:cubicBezTo>
                  <a:lnTo>
                    <a:pt x="3972" y="2659"/>
                  </a:lnTo>
                  <a:cubicBezTo>
                    <a:pt x="4447" y="2659"/>
                    <a:pt x="4928" y="2675"/>
                    <a:pt x="5403" y="2642"/>
                  </a:cubicBezTo>
                  <a:cubicBezTo>
                    <a:pt x="5446" y="2642"/>
                    <a:pt x="5446" y="2578"/>
                    <a:pt x="5403" y="2572"/>
                  </a:cubicBezTo>
                  <a:cubicBezTo>
                    <a:pt x="4944" y="2545"/>
                    <a:pt x="4479" y="2561"/>
                    <a:pt x="4015" y="2561"/>
                  </a:cubicBezTo>
                  <a:cubicBezTo>
                    <a:pt x="3777" y="2561"/>
                    <a:pt x="3545" y="2561"/>
                    <a:pt x="3307" y="2561"/>
                  </a:cubicBezTo>
                  <a:cubicBezTo>
                    <a:pt x="3091" y="2561"/>
                    <a:pt x="2869" y="2534"/>
                    <a:pt x="2653" y="2567"/>
                  </a:cubicBezTo>
                  <a:close/>
                  <a:moveTo>
                    <a:pt x="5560" y="6468"/>
                  </a:moveTo>
                  <a:cubicBezTo>
                    <a:pt x="5549" y="6462"/>
                    <a:pt x="5544" y="6457"/>
                    <a:pt x="5544" y="6446"/>
                  </a:cubicBezTo>
                  <a:cubicBezTo>
                    <a:pt x="5506" y="6230"/>
                    <a:pt x="5528" y="6008"/>
                    <a:pt x="5528" y="5792"/>
                  </a:cubicBezTo>
                  <a:cubicBezTo>
                    <a:pt x="5528" y="5560"/>
                    <a:pt x="5533" y="5333"/>
                    <a:pt x="5533" y="5101"/>
                  </a:cubicBezTo>
                  <a:cubicBezTo>
                    <a:pt x="5533" y="4868"/>
                    <a:pt x="5533" y="4641"/>
                    <a:pt x="5533" y="4409"/>
                  </a:cubicBezTo>
                  <a:cubicBezTo>
                    <a:pt x="5533" y="4209"/>
                    <a:pt x="5517" y="4004"/>
                    <a:pt x="5549" y="3804"/>
                  </a:cubicBezTo>
                  <a:cubicBezTo>
                    <a:pt x="5555" y="3777"/>
                    <a:pt x="5598" y="3777"/>
                    <a:pt x="5603" y="3804"/>
                  </a:cubicBezTo>
                  <a:cubicBezTo>
                    <a:pt x="5641" y="4020"/>
                    <a:pt x="5619" y="4242"/>
                    <a:pt x="5619" y="4452"/>
                  </a:cubicBezTo>
                  <a:cubicBezTo>
                    <a:pt x="5619" y="4685"/>
                    <a:pt x="5625" y="4917"/>
                    <a:pt x="5625" y="5144"/>
                  </a:cubicBezTo>
                  <a:cubicBezTo>
                    <a:pt x="5625" y="5376"/>
                    <a:pt x="5625" y="5609"/>
                    <a:pt x="5625" y="5835"/>
                  </a:cubicBezTo>
                  <a:cubicBezTo>
                    <a:pt x="5625" y="6041"/>
                    <a:pt x="5646" y="6246"/>
                    <a:pt x="5609" y="6446"/>
                  </a:cubicBezTo>
                  <a:cubicBezTo>
                    <a:pt x="5609" y="6451"/>
                    <a:pt x="5609" y="6457"/>
                    <a:pt x="5603" y="6457"/>
                  </a:cubicBezTo>
                  <a:cubicBezTo>
                    <a:pt x="5646" y="6451"/>
                    <a:pt x="5690" y="6441"/>
                    <a:pt x="5727" y="6430"/>
                  </a:cubicBezTo>
                  <a:cubicBezTo>
                    <a:pt x="5825" y="6408"/>
                    <a:pt x="6133" y="6332"/>
                    <a:pt x="6154" y="6219"/>
                  </a:cubicBezTo>
                  <a:cubicBezTo>
                    <a:pt x="6154" y="6197"/>
                    <a:pt x="6154" y="6181"/>
                    <a:pt x="6143" y="6165"/>
                  </a:cubicBezTo>
                  <a:cubicBezTo>
                    <a:pt x="6122" y="6116"/>
                    <a:pt x="6187" y="6079"/>
                    <a:pt x="6219" y="6122"/>
                  </a:cubicBezTo>
                  <a:cubicBezTo>
                    <a:pt x="6241" y="6160"/>
                    <a:pt x="6257" y="6203"/>
                    <a:pt x="6246" y="6251"/>
                  </a:cubicBezTo>
                  <a:cubicBezTo>
                    <a:pt x="6197" y="6446"/>
                    <a:pt x="5722" y="6511"/>
                    <a:pt x="5555" y="6543"/>
                  </a:cubicBezTo>
                  <a:cubicBezTo>
                    <a:pt x="5295" y="6597"/>
                    <a:pt x="5025" y="6646"/>
                    <a:pt x="4760" y="6630"/>
                  </a:cubicBezTo>
                  <a:cubicBezTo>
                    <a:pt x="4485" y="6613"/>
                    <a:pt x="4204" y="6619"/>
                    <a:pt x="3934" y="6662"/>
                  </a:cubicBezTo>
                  <a:cubicBezTo>
                    <a:pt x="3912" y="6667"/>
                    <a:pt x="3901" y="6630"/>
                    <a:pt x="3928" y="6624"/>
                  </a:cubicBezTo>
                  <a:cubicBezTo>
                    <a:pt x="4144" y="6581"/>
                    <a:pt x="4361" y="6581"/>
                    <a:pt x="4577" y="6576"/>
                  </a:cubicBezTo>
                  <a:cubicBezTo>
                    <a:pt x="4809" y="6576"/>
                    <a:pt x="5041" y="6554"/>
                    <a:pt x="5268" y="6511"/>
                  </a:cubicBezTo>
                  <a:cubicBezTo>
                    <a:pt x="5328" y="6505"/>
                    <a:pt x="5387" y="6495"/>
                    <a:pt x="5452" y="6484"/>
                  </a:cubicBezTo>
                  <a:cubicBezTo>
                    <a:pt x="5484" y="6478"/>
                    <a:pt x="5522" y="6473"/>
                    <a:pt x="5560" y="6468"/>
                  </a:cubicBezTo>
                  <a:lnTo>
                    <a:pt x="5560" y="6468"/>
                  </a:lnTo>
                  <a:close/>
                  <a:moveTo>
                    <a:pt x="2432" y="3404"/>
                  </a:moveTo>
                  <a:cubicBezTo>
                    <a:pt x="2426" y="3410"/>
                    <a:pt x="2421" y="3410"/>
                    <a:pt x="2416" y="3415"/>
                  </a:cubicBezTo>
                  <a:cubicBezTo>
                    <a:pt x="2394" y="3431"/>
                    <a:pt x="2356" y="3420"/>
                    <a:pt x="2356" y="3393"/>
                  </a:cubicBezTo>
                  <a:cubicBezTo>
                    <a:pt x="2356" y="3388"/>
                    <a:pt x="2356" y="3383"/>
                    <a:pt x="2356" y="3383"/>
                  </a:cubicBezTo>
                  <a:cubicBezTo>
                    <a:pt x="2356" y="3366"/>
                    <a:pt x="2367" y="3350"/>
                    <a:pt x="2383" y="3345"/>
                  </a:cubicBezTo>
                  <a:cubicBezTo>
                    <a:pt x="2497" y="3323"/>
                    <a:pt x="2642" y="3323"/>
                    <a:pt x="2745" y="3383"/>
                  </a:cubicBezTo>
                  <a:cubicBezTo>
                    <a:pt x="2842" y="3442"/>
                    <a:pt x="2913" y="3545"/>
                    <a:pt x="2875" y="3658"/>
                  </a:cubicBezTo>
                  <a:cubicBezTo>
                    <a:pt x="2864" y="3685"/>
                    <a:pt x="2821" y="3685"/>
                    <a:pt x="2815" y="3653"/>
                  </a:cubicBezTo>
                  <a:cubicBezTo>
                    <a:pt x="2788" y="3545"/>
                    <a:pt x="2761" y="3458"/>
                    <a:pt x="2642" y="3420"/>
                  </a:cubicBezTo>
                  <a:cubicBezTo>
                    <a:pt x="2594" y="3404"/>
                    <a:pt x="2545" y="3399"/>
                    <a:pt x="2491" y="3399"/>
                  </a:cubicBezTo>
                  <a:cubicBezTo>
                    <a:pt x="2475" y="3399"/>
                    <a:pt x="2453" y="3404"/>
                    <a:pt x="2432" y="3404"/>
                  </a:cubicBezTo>
                  <a:lnTo>
                    <a:pt x="2432" y="3404"/>
                  </a:lnTo>
                  <a:close/>
                  <a:moveTo>
                    <a:pt x="1286" y="6657"/>
                  </a:moveTo>
                  <a:cubicBezTo>
                    <a:pt x="1303" y="6624"/>
                    <a:pt x="1351" y="6640"/>
                    <a:pt x="1340" y="6673"/>
                  </a:cubicBezTo>
                  <a:cubicBezTo>
                    <a:pt x="1281" y="6884"/>
                    <a:pt x="1643" y="6992"/>
                    <a:pt x="1789" y="7040"/>
                  </a:cubicBezTo>
                  <a:cubicBezTo>
                    <a:pt x="1978" y="7100"/>
                    <a:pt x="2172" y="7121"/>
                    <a:pt x="2367" y="7165"/>
                  </a:cubicBezTo>
                  <a:cubicBezTo>
                    <a:pt x="2399" y="7170"/>
                    <a:pt x="2399" y="7219"/>
                    <a:pt x="2367" y="7224"/>
                  </a:cubicBezTo>
                  <a:cubicBezTo>
                    <a:pt x="2275" y="7240"/>
                    <a:pt x="2178" y="7213"/>
                    <a:pt x="2086" y="7197"/>
                  </a:cubicBezTo>
                  <a:cubicBezTo>
                    <a:pt x="1946" y="7170"/>
                    <a:pt x="1800" y="7132"/>
                    <a:pt x="1665" y="7078"/>
                  </a:cubicBezTo>
                  <a:cubicBezTo>
                    <a:pt x="1503" y="7013"/>
                    <a:pt x="1211" y="6878"/>
                    <a:pt x="1292" y="6657"/>
                  </a:cubicBezTo>
                  <a:close/>
                  <a:moveTo>
                    <a:pt x="4474" y="7327"/>
                  </a:moveTo>
                  <a:cubicBezTo>
                    <a:pt x="4506" y="7327"/>
                    <a:pt x="4506" y="7381"/>
                    <a:pt x="4474" y="7381"/>
                  </a:cubicBezTo>
                  <a:cubicBezTo>
                    <a:pt x="4377" y="7386"/>
                    <a:pt x="4274" y="7408"/>
                    <a:pt x="4177" y="7381"/>
                  </a:cubicBezTo>
                  <a:cubicBezTo>
                    <a:pt x="4150" y="7375"/>
                    <a:pt x="4150" y="7332"/>
                    <a:pt x="4177" y="7327"/>
                  </a:cubicBezTo>
                  <a:cubicBezTo>
                    <a:pt x="4274" y="7300"/>
                    <a:pt x="4377" y="7321"/>
                    <a:pt x="4474" y="7327"/>
                  </a:cubicBezTo>
                  <a:lnTo>
                    <a:pt x="4474" y="7327"/>
                  </a:lnTo>
                  <a:close/>
                  <a:moveTo>
                    <a:pt x="6554" y="6732"/>
                  </a:moveTo>
                  <a:cubicBezTo>
                    <a:pt x="6559" y="6705"/>
                    <a:pt x="6603" y="6705"/>
                    <a:pt x="6603" y="6732"/>
                  </a:cubicBezTo>
                  <a:cubicBezTo>
                    <a:pt x="6608" y="7008"/>
                    <a:pt x="6235" y="7100"/>
                    <a:pt x="6030" y="7159"/>
                  </a:cubicBezTo>
                  <a:cubicBezTo>
                    <a:pt x="5825" y="7224"/>
                    <a:pt x="5614" y="7278"/>
                    <a:pt x="5403" y="7310"/>
                  </a:cubicBezTo>
                  <a:cubicBezTo>
                    <a:pt x="5187" y="7343"/>
                    <a:pt x="4960" y="7386"/>
                    <a:pt x="4744" y="7354"/>
                  </a:cubicBezTo>
                  <a:cubicBezTo>
                    <a:pt x="4706" y="7348"/>
                    <a:pt x="4706" y="7300"/>
                    <a:pt x="4744" y="7294"/>
                  </a:cubicBezTo>
                  <a:cubicBezTo>
                    <a:pt x="4955" y="7262"/>
                    <a:pt x="5171" y="7267"/>
                    <a:pt x="5387" y="7235"/>
                  </a:cubicBezTo>
                  <a:cubicBezTo>
                    <a:pt x="5576" y="7202"/>
                    <a:pt x="5771" y="7159"/>
                    <a:pt x="5960" y="7105"/>
                  </a:cubicBezTo>
                  <a:cubicBezTo>
                    <a:pt x="6149" y="7046"/>
                    <a:pt x="6527" y="6970"/>
                    <a:pt x="6554" y="6732"/>
                  </a:cubicBezTo>
                  <a:lnTo>
                    <a:pt x="6554" y="6732"/>
                  </a:lnTo>
                  <a:close/>
                  <a:moveTo>
                    <a:pt x="3901" y="6905"/>
                  </a:moveTo>
                  <a:cubicBezTo>
                    <a:pt x="4252" y="6916"/>
                    <a:pt x="4598" y="6927"/>
                    <a:pt x="4949" y="6884"/>
                  </a:cubicBezTo>
                  <a:cubicBezTo>
                    <a:pt x="5139" y="6857"/>
                    <a:pt x="5328" y="6846"/>
                    <a:pt x="5522" y="6830"/>
                  </a:cubicBezTo>
                  <a:cubicBezTo>
                    <a:pt x="5771" y="6808"/>
                    <a:pt x="6403" y="6765"/>
                    <a:pt x="6387" y="6403"/>
                  </a:cubicBezTo>
                  <a:cubicBezTo>
                    <a:pt x="6381" y="6349"/>
                    <a:pt x="6306" y="6349"/>
                    <a:pt x="6300" y="6403"/>
                  </a:cubicBezTo>
                  <a:cubicBezTo>
                    <a:pt x="6295" y="6570"/>
                    <a:pt x="6089" y="6640"/>
                    <a:pt x="5954" y="6678"/>
                  </a:cubicBezTo>
                  <a:cubicBezTo>
                    <a:pt x="5771" y="6727"/>
                    <a:pt x="5576" y="6743"/>
                    <a:pt x="5387" y="6754"/>
                  </a:cubicBezTo>
                  <a:cubicBezTo>
                    <a:pt x="5214" y="6770"/>
                    <a:pt x="5041" y="6792"/>
                    <a:pt x="4863" y="6813"/>
                  </a:cubicBezTo>
                  <a:cubicBezTo>
                    <a:pt x="4544" y="6851"/>
                    <a:pt x="4220" y="6851"/>
                    <a:pt x="3901" y="6862"/>
                  </a:cubicBezTo>
                  <a:cubicBezTo>
                    <a:pt x="3869" y="6862"/>
                    <a:pt x="3869" y="6905"/>
                    <a:pt x="3901" y="6905"/>
                  </a:cubicBezTo>
                  <a:lnTo>
                    <a:pt x="3901" y="6905"/>
                  </a:lnTo>
                  <a:close/>
                  <a:moveTo>
                    <a:pt x="1394" y="6370"/>
                  </a:moveTo>
                  <a:cubicBezTo>
                    <a:pt x="1416" y="6538"/>
                    <a:pt x="1573" y="6619"/>
                    <a:pt x="1702" y="6700"/>
                  </a:cubicBezTo>
                  <a:cubicBezTo>
                    <a:pt x="1881" y="6808"/>
                    <a:pt x="2086" y="6867"/>
                    <a:pt x="2286" y="6900"/>
                  </a:cubicBezTo>
                  <a:cubicBezTo>
                    <a:pt x="2697" y="6965"/>
                    <a:pt x="3118" y="6932"/>
                    <a:pt x="3529" y="6900"/>
                  </a:cubicBezTo>
                  <a:cubicBezTo>
                    <a:pt x="3577" y="6900"/>
                    <a:pt x="3577" y="6830"/>
                    <a:pt x="3529" y="6830"/>
                  </a:cubicBezTo>
                  <a:cubicBezTo>
                    <a:pt x="3161" y="6803"/>
                    <a:pt x="2794" y="6851"/>
                    <a:pt x="2426" y="6819"/>
                  </a:cubicBezTo>
                  <a:cubicBezTo>
                    <a:pt x="2232" y="6803"/>
                    <a:pt x="2043" y="6759"/>
                    <a:pt x="1859" y="6678"/>
                  </a:cubicBezTo>
                  <a:cubicBezTo>
                    <a:pt x="1724" y="6619"/>
                    <a:pt x="1497" y="6511"/>
                    <a:pt x="1448" y="6354"/>
                  </a:cubicBezTo>
                  <a:cubicBezTo>
                    <a:pt x="1438" y="6322"/>
                    <a:pt x="1389" y="6332"/>
                    <a:pt x="1394" y="6370"/>
                  </a:cubicBezTo>
                  <a:lnTo>
                    <a:pt x="1394" y="6370"/>
                  </a:lnTo>
                  <a:close/>
                  <a:moveTo>
                    <a:pt x="1670" y="6062"/>
                  </a:moveTo>
                  <a:cubicBezTo>
                    <a:pt x="1621" y="6084"/>
                    <a:pt x="1578" y="6127"/>
                    <a:pt x="1573" y="6181"/>
                  </a:cubicBezTo>
                  <a:cubicBezTo>
                    <a:pt x="1567" y="6289"/>
                    <a:pt x="1735" y="6387"/>
                    <a:pt x="1816" y="6430"/>
                  </a:cubicBezTo>
                  <a:cubicBezTo>
                    <a:pt x="1902" y="6478"/>
                    <a:pt x="2005" y="6527"/>
                    <a:pt x="2097" y="6554"/>
                  </a:cubicBezTo>
                  <a:cubicBezTo>
                    <a:pt x="2313" y="6630"/>
                    <a:pt x="2545" y="6657"/>
                    <a:pt x="2778" y="6678"/>
                  </a:cubicBezTo>
                  <a:cubicBezTo>
                    <a:pt x="2940" y="6689"/>
                    <a:pt x="3096" y="6694"/>
                    <a:pt x="3258" y="6694"/>
                  </a:cubicBezTo>
                  <a:cubicBezTo>
                    <a:pt x="3399" y="6694"/>
                    <a:pt x="3545" y="6700"/>
                    <a:pt x="3680" y="6673"/>
                  </a:cubicBezTo>
                  <a:cubicBezTo>
                    <a:pt x="3718" y="6667"/>
                    <a:pt x="3718" y="6619"/>
                    <a:pt x="3680" y="6613"/>
                  </a:cubicBezTo>
                  <a:cubicBezTo>
                    <a:pt x="3577" y="6592"/>
                    <a:pt x="3474" y="6608"/>
                    <a:pt x="3372" y="6608"/>
                  </a:cubicBezTo>
                  <a:cubicBezTo>
                    <a:pt x="3237" y="6613"/>
                    <a:pt x="3102" y="6608"/>
                    <a:pt x="2967" y="6603"/>
                  </a:cubicBezTo>
                  <a:cubicBezTo>
                    <a:pt x="2718" y="6586"/>
                    <a:pt x="2470" y="6565"/>
                    <a:pt x="2226" y="6505"/>
                  </a:cubicBezTo>
                  <a:cubicBezTo>
                    <a:pt x="2102" y="6473"/>
                    <a:pt x="1978" y="6424"/>
                    <a:pt x="1859" y="6370"/>
                  </a:cubicBezTo>
                  <a:cubicBezTo>
                    <a:pt x="1794" y="6338"/>
                    <a:pt x="1675" y="6278"/>
                    <a:pt x="1659" y="6203"/>
                  </a:cubicBezTo>
                  <a:cubicBezTo>
                    <a:pt x="1654" y="6165"/>
                    <a:pt x="1675" y="6127"/>
                    <a:pt x="1702" y="6100"/>
                  </a:cubicBezTo>
                  <a:cubicBezTo>
                    <a:pt x="1719" y="6079"/>
                    <a:pt x="1692" y="6046"/>
                    <a:pt x="1670" y="6062"/>
                  </a:cubicBezTo>
                  <a:close/>
                  <a:moveTo>
                    <a:pt x="4798" y="3907"/>
                  </a:moveTo>
                  <a:cubicBezTo>
                    <a:pt x="4820" y="4112"/>
                    <a:pt x="4798" y="4323"/>
                    <a:pt x="4798" y="4528"/>
                  </a:cubicBezTo>
                  <a:cubicBezTo>
                    <a:pt x="4793" y="4755"/>
                    <a:pt x="4793" y="4982"/>
                    <a:pt x="4793" y="5209"/>
                  </a:cubicBezTo>
                  <a:lnTo>
                    <a:pt x="4793" y="5830"/>
                  </a:lnTo>
                  <a:lnTo>
                    <a:pt x="4793" y="6138"/>
                  </a:lnTo>
                  <a:cubicBezTo>
                    <a:pt x="4793" y="6241"/>
                    <a:pt x="4782" y="6343"/>
                    <a:pt x="4804" y="6446"/>
                  </a:cubicBezTo>
                  <a:cubicBezTo>
                    <a:pt x="4814" y="6484"/>
                    <a:pt x="4868" y="6484"/>
                    <a:pt x="4874" y="6446"/>
                  </a:cubicBezTo>
                  <a:cubicBezTo>
                    <a:pt x="4917" y="6262"/>
                    <a:pt x="4890" y="6062"/>
                    <a:pt x="4890" y="5873"/>
                  </a:cubicBezTo>
                  <a:lnTo>
                    <a:pt x="4890" y="5209"/>
                  </a:lnTo>
                  <a:cubicBezTo>
                    <a:pt x="4890" y="4998"/>
                    <a:pt x="4890" y="4787"/>
                    <a:pt x="4885" y="4577"/>
                  </a:cubicBezTo>
                  <a:cubicBezTo>
                    <a:pt x="4885" y="4355"/>
                    <a:pt x="4858" y="4128"/>
                    <a:pt x="4885" y="3907"/>
                  </a:cubicBezTo>
                  <a:cubicBezTo>
                    <a:pt x="4890" y="3847"/>
                    <a:pt x="4793" y="3847"/>
                    <a:pt x="4798" y="3907"/>
                  </a:cubicBezTo>
                  <a:lnTo>
                    <a:pt x="4798" y="3907"/>
                  </a:lnTo>
                  <a:close/>
                  <a:moveTo>
                    <a:pt x="3907" y="3820"/>
                  </a:moveTo>
                  <a:cubicBezTo>
                    <a:pt x="3869" y="4263"/>
                    <a:pt x="3885" y="4712"/>
                    <a:pt x="3885" y="5160"/>
                  </a:cubicBezTo>
                  <a:lnTo>
                    <a:pt x="3885" y="5803"/>
                  </a:lnTo>
                  <a:cubicBezTo>
                    <a:pt x="3885" y="6019"/>
                    <a:pt x="3863" y="6241"/>
                    <a:pt x="3896" y="6457"/>
                  </a:cubicBezTo>
                  <a:cubicBezTo>
                    <a:pt x="3901" y="6495"/>
                    <a:pt x="3955" y="6495"/>
                    <a:pt x="3966" y="6457"/>
                  </a:cubicBezTo>
                  <a:cubicBezTo>
                    <a:pt x="3993" y="6257"/>
                    <a:pt x="3977" y="6052"/>
                    <a:pt x="3977" y="5852"/>
                  </a:cubicBezTo>
                  <a:lnTo>
                    <a:pt x="3977" y="5160"/>
                  </a:lnTo>
                  <a:cubicBezTo>
                    <a:pt x="3977" y="4712"/>
                    <a:pt x="3993" y="4263"/>
                    <a:pt x="3955" y="3820"/>
                  </a:cubicBezTo>
                  <a:cubicBezTo>
                    <a:pt x="3950" y="3793"/>
                    <a:pt x="3912" y="3793"/>
                    <a:pt x="3907" y="3820"/>
                  </a:cubicBezTo>
                  <a:lnTo>
                    <a:pt x="3907" y="3820"/>
                  </a:lnTo>
                  <a:close/>
                  <a:moveTo>
                    <a:pt x="2210" y="3588"/>
                  </a:moveTo>
                  <a:cubicBezTo>
                    <a:pt x="2210" y="3555"/>
                    <a:pt x="2264" y="3555"/>
                    <a:pt x="2264" y="3588"/>
                  </a:cubicBezTo>
                  <a:cubicBezTo>
                    <a:pt x="2291" y="4015"/>
                    <a:pt x="2286" y="4442"/>
                    <a:pt x="2286" y="4874"/>
                  </a:cubicBezTo>
                  <a:cubicBezTo>
                    <a:pt x="2286" y="5084"/>
                    <a:pt x="2286" y="5301"/>
                    <a:pt x="2286" y="5511"/>
                  </a:cubicBezTo>
                  <a:cubicBezTo>
                    <a:pt x="2286" y="5695"/>
                    <a:pt x="2313" y="5895"/>
                    <a:pt x="2270" y="6073"/>
                  </a:cubicBezTo>
                  <a:cubicBezTo>
                    <a:pt x="2264" y="6111"/>
                    <a:pt x="2210" y="6111"/>
                    <a:pt x="2199" y="6073"/>
                  </a:cubicBezTo>
                  <a:cubicBezTo>
                    <a:pt x="2156" y="5879"/>
                    <a:pt x="2189" y="5663"/>
                    <a:pt x="2189" y="5468"/>
                  </a:cubicBezTo>
                  <a:cubicBezTo>
                    <a:pt x="2189" y="5252"/>
                    <a:pt x="2189" y="5041"/>
                    <a:pt x="2189" y="4825"/>
                  </a:cubicBezTo>
                  <a:cubicBezTo>
                    <a:pt x="2189" y="4415"/>
                    <a:pt x="2183" y="3999"/>
                    <a:pt x="2210" y="3588"/>
                  </a:cubicBezTo>
                  <a:lnTo>
                    <a:pt x="2210" y="3588"/>
                  </a:lnTo>
                  <a:close/>
                  <a:moveTo>
                    <a:pt x="2805" y="3869"/>
                  </a:moveTo>
                  <a:cubicBezTo>
                    <a:pt x="2810" y="3836"/>
                    <a:pt x="2853" y="3836"/>
                    <a:pt x="2859" y="3869"/>
                  </a:cubicBezTo>
                  <a:cubicBezTo>
                    <a:pt x="2907" y="4296"/>
                    <a:pt x="2880" y="4728"/>
                    <a:pt x="2880" y="5160"/>
                  </a:cubicBezTo>
                  <a:lnTo>
                    <a:pt x="2880" y="5803"/>
                  </a:lnTo>
                  <a:cubicBezTo>
                    <a:pt x="2880" y="6019"/>
                    <a:pt x="2891" y="6235"/>
                    <a:pt x="2864" y="6451"/>
                  </a:cubicBezTo>
                  <a:cubicBezTo>
                    <a:pt x="2864" y="6495"/>
                    <a:pt x="2805" y="6495"/>
                    <a:pt x="2799" y="6451"/>
                  </a:cubicBezTo>
                  <a:cubicBezTo>
                    <a:pt x="2772" y="6235"/>
                    <a:pt x="2783" y="6019"/>
                    <a:pt x="2783" y="5803"/>
                  </a:cubicBezTo>
                  <a:lnTo>
                    <a:pt x="2783" y="5160"/>
                  </a:lnTo>
                  <a:cubicBezTo>
                    <a:pt x="2788" y="4728"/>
                    <a:pt x="2756" y="4296"/>
                    <a:pt x="2805" y="3869"/>
                  </a:cubicBezTo>
                  <a:lnTo>
                    <a:pt x="2805" y="3869"/>
                  </a:lnTo>
                  <a:close/>
                  <a:moveTo>
                    <a:pt x="3707" y="3809"/>
                  </a:moveTo>
                  <a:cubicBezTo>
                    <a:pt x="3712" y="3782"/>
                    <a:pt x="3750" y="3782"/>
                    <a:pt x="3755" y="3809"/>
                  </a:cubicBezTo>
                  <a:cubicBezTo>
                    <a:pt x="3777" y="4258"/>
                    <a:pt x="3777" y="4706"/>
                    <a:pt x="3777" y="5155"/>
                  </a:cubicBezTo>
                  <a:cubicBezTo>
                    <a:pt x="3777" y="5603"/>
                    <a:pt x="3793" y="6052"/>
                    <a:pt x="3766" y="6495"/>
                  </a:cubicBezTo>
                  <a:cubicBezTo>
                    <a:pt x="3761" y="6538"/>
                    <a:pt x="3701" y="6538"/>
                    <a:pt x="3701" y="6495"/>
                  </a:cubicBezTo>
                  <a:cubicBezTo>
                    <a:pt x="3674" y="6052"/>
                    <a:pt x="3685" y="5603"/>
                    <a:pt x="3685" y="5155"/>
                  </a:cubicBezTo>
                  <a:cubicBezTo>
                    <a:pt x="3685" y="4706"/>
                    <a:pt x="3685" y="4258"/>
                    <a:pt x="3712" y="3809"/>
                  </a:cubicBezTo>
                  <a:lnTo>
                    <a:pt x="3712" y="3809"/>
                  </a:lnTo>
                  <a:close/>
                  <a:moveTo>
                    <a:pt x="2000" y="3415"/>
                  </a:moveTo>
                  <a:cubicBezTo>
                    <a:pt x="1973" y="3420"/>
                    <a:pt x="1951" y="3388"/>
                    <a:pt x="1973" y="3372"/>
                  </a:cubicBezTo>
                  <a:cubicBezTo>
                    <a:pt x="2048" y="3312"/>
                    <a:pt x="2194" y="3318"/>
                    <a:pt x="2243" y="3410"/>
                  </a:cubicBezTo>
                  <a:cubicBezTo>
                    <a:pt x="2259" y="3437"/>
                    <a:pt x="2226" y="3474"/>
                    <a:pt x="2194" y="3453"/>
                  </a:cubicBezTo>
                  <a:cubicBezTo>
                    <a:pt x="2167" y="3431"/>
                    <a:pt x="2135" y="3404"/>
                    <a:pt x="2097" y="3404"/>
                  </a:cubicBezTo>
                  <a:cubicBezTo>
                    <a:pt x="2064" y="3404"/>
                    <a:pt x="2032" y="3410"/>
                    <a:pt x="2000" y="3415"/>
                  </a:cubicBezTo>
                  <a:lnTo>
                    <a:pt x="2000" y="3415"/>
                  </a:lnTo>
                  <a:close/>
                  <a:moveTo>
                    <a:pt x="5852" y="3291"/>
                  </a:moveTo>
                  <a:cubicBezTo>
                    <a:pt x="5890" y="3302"/>
                    <a:pt x="5879" y="3356"/>
                    <a:pt x="5841" y="3350"/>
                  </a:cubicBezTo>
                  <a:cubicBezTo>
                    <a:pt x="5765" y="3339"/>
                    <a:pt x="5695" y="3383"/>
                    <a:pt x="5663" y="3447"/>
                  </a:cubicBezTo>
                  <a:cubicBezTo>
                    <a:pt x="5630" y="3496"/>
                    <a:pt x="5630" y="3561"/>
                    <a:pt x="5603" y="3615"/>
                  </a:cubicBezTo>
                  <a:cubicBezTo>
                    <a:pt x="5592" y="3642"/>
                    <a:pt x="5555" y="3637"/>
                    <a:pt x="5544" y="3610"/>
                  </a:cubicBezTo>
                  <a:cubicBezTo>
                    <a:pt x="5517" y="3534"/>
                    <a:pt x="5576" y="3420"/>
                    <a:pt x="5625" y="3366"/>
                  </a:cubicBezTo>
                  <a:cubicBezTo>
                    <a:pt x="5684" y="3302"/>
                    <a:pt x="5765" y="3269"/>
                    <a:pt x="5852" y="3291"/>
                  </a:cubicBezTo>
                  <a:close/>
                  <a:moveTo>
                    <a:pt x="5274" y="3285"/>
                  </a:moveTo>
                  <a:cubicBezTo>
                    <a:pt x="5301" y="3296"/>
                    <a:pt x="5284" y="3345"/>
                    <a:pt x="5252" y="3334"/>
                  </a:cubicBezTo>
                  <a:cubicBezTo>
                    <a:pt x="5166" y="3307"/>
                    <a:pt x="5052" y="3329"/>
                    <a:pt x="4982" y="3388"/>
                  </a:cubicBezTo>
                  <a:cubicBezTo>
                    <a:pt x="4906" y="3442"/>
                    <a:pt x="4874" y="3523"/>
                    <a:pt x="4820" y="3593"/>
                  </a:cubicBezTo>
                  <a:cubicBezTo>
                    <a:pt x="4804" y="3620"/>
                    <a:pt x="4760" y="3610"/>
                    <a:pt x="4760" y="3577"/>
                  </a:cubicBezTo>
                  <a:cubicBezTo>
                    <a:pt x="4766" y="3469"/>
                    <a:pt x="4868" y="3356"/>
                    <a:pt x="4960" y="3302"/>
                  </a:cubicBezTo>
                  <a:cubicBezTo>
                    <a:pt x="5063" y="3242"/>
                    <a:pt x="5160" y="3237"/>
                    <a:pt x="5274" y="3285"/>
                  </a:cubicBezTo>
                  <a:lnTo>
                    <a:pt x="5274" y="3285"/>
                  </a:lnTo>
                  <a:close/>
                  <a:moveTo>
                    <a:pt x="4009" y="3469"/>
                  </a:moveTo>
                  <a:cubicBezTo>
                    <a:pt x="3988" y="3480"/>
                    <a:pt x="3966" y="3447"/>
                    <a:pt x="3988" y="3431"/>
                  </a:cubicBezTo>
                  <a:cubicBezTo>
                    <a:pt x="4085" y="3361"/>
                    <a:pt x="4209" y="3312"/>
                    <a:pt x="4334" y="3345"/>
                  </a:cubicBezTo>
                  <a:cubicBezTo>
                    <a:pt x="4436" y="3377"/>
                    <a:pt x="4550" y="3458"/>
                    <a:pt x="4560" y="3577"/>
                  </a:cubicBezTo>
                  <a:cubicBezTo>
                    <a:pt x="4560" y="3610"/>
                    <a:pt x="4517" y="3626"/>
                    <a:pt x="4501" y="3599"/>
                  </a:cubicBezTo>
                  <a:cubicBezTo>
                    <a:pt x="4436" y="3523"/>
                    <a:pt x="4398" y="3442"/>
                    <a:pt x="4290" y="3420"/>
                  </a:cubicBezTo>
                  <a:cubicBezTo>
                    <a:pt x="4193" y="3404"/>
                    <a:pt x="4096" y="3420"/>
                    <a:pt x="4009" y="3469"/>
                  </a:cubicBezTo>
                  <a:close/>
                  <a:moveTo>
                    <a:pt x="3161" y="3437"/>
                  </a:moveTo>
                  <a:cubicBezTo>
                    <a:pt x="3129" y="3447"/>
                    <a:pt x="3107" y="3410"/>
                    <a:pt x="3134" y="3393"/>
                  </a:cubicBezTo>
                  <a:cubicBezTo>
                    <a:pt x="3264" y="3312"/>
                    <a:pt x="3420" y="3291"/>
                    <a:pt x="3566" y="3345"/>
                  </a:cubicBezTo>
                  <a:cubicBezTo>
                    <a:pt x="3680" y="3388"/>
                    <a:pt x="3782" y="3512"/>
                    <a:pt x="3755" y="3642"/>
                  </a:cubicBezTo>
                  <a:cubicBezTo>
                    <a:pt x="3750" y="3680"/>
                    <a:pt x="3696" y="3680"/>
                    <a:pt x="3685" y="3647"/>
                  </a:cubicBezTo>
                  <a:cubicBezTo>
                    <a:pt x="3647" y="3523"/>
                    <a:pt x="3610" y="3437"/>
                    <a:pt x="3474" y="3404"/>
                  </a:cubicBezTo>
                  <a:cubicBezTo>
                    <a:pt x="3372" y="3383"/>
                    <a:pt x="3253" y="3388"/>
                    <a:pt x="3161" y="3437"/>
                  </a:cubicBezTo>
                  <a:lnTo>
                    <a:pt x="3161" y="3437"/>
                  </a:lnTo>
                  <a:close/>
                  <a:moveTo>
                    <a:pt x="7640" y="1130"/>
                  </a:moveTo>
                  <a:cubicBezTo>
                    <a:pt x="7554" y="1135"/>
                    <a:pt x="7456" y="1119"/>
                    <a:pt x="7375" y="1157"/>
                  </a:cubicBezTo>
                  <a:cubicBezTo>
                    <a:pt x="7348" y="1167"/>
                    <a:pt x="7354" y="1211"/>
                    <a:pt x="7381" y="1216"/>
                  </a:cubicBezTo>
                  <a:cubicBezTo>
                    <a:pt x="7467" y="1227"/>
                    <a:pt x="7564" y="1205"/>
                    <a:pt x="7651" y="1195"/>
                  </a:cubicBezTo>
                  <a:cubicBezTo>
                    <a:pt x="7689" y="1189"/>
                    <a:pt x="7683" y="1124"/>
                    <a:pt x="7640" y="1130"/>
                  </a:cubicBezTo>
                  <a:lnTo>
                    <a:pt x="7640" y="1130"/>
                  </a:lnTo>
                  <a:close/>
                  <a:moveTo>
                    <a:pt x="7440" y="1578"/>
                  </a:moveTo>
                  <a:cubicBezTo>
                    <a:pt x="7548" y="1562"/>
                    <a:pt x="7726" y="1573"/>
                    <a:pt x="7802" y="1470"/>
                  </a:cubicBezTo>
                  <a:cubicBezTo>
                    <a:pt x="7818" y="1448"/>
                    <a:pt x="7797" y="1416"/>
                    <a:pt x="7770" y="1416"/>
                  </a:cubicBezTo>
                  <a:cubicBezTo>
                    <a:pt x="7710" y="1421"/>
                    <a:pt x="7662" y="1448"/>
                    <a:pt x="7608" y="1465"/>
                  </a:cubicBezTo>
                  <a:cubicBezTo>
                    <a:pt x="7543" y="1481"/>
                    <a:pt x="7483" y="1497"/>
                    <a:pt x="7424" y="1513"/>
                  </a:cubicBezTo>
                  <a:cubicBezTo>
                    <a:pt x="7381" y="1524"/>
                    <a:pt x="7397" y="1584"/>
                    <a:pt x="7440" y="1578"/>
                  </a:cubicBezTo>
                  <a:lnTo>
                    <a:pt x="7440" y="1578"/>
                  </a:lnTo>
                  <a:close/>
                  <a:moveTo>
                    <a:pt x="7294" y="1297"/>
                  </a:moveTo>
                  <a:cubicBezTo>
                    <a:pt x="7429" y="1303"/>
                    <a:pt x="7570" y="1313"/>
                    <a:pt x="7705" y="1286"/>
                  </a:cubicBezTo>
                  <a:cubicBezTo>
                    <a:pt x="7802" y="1270"/>
                    <a:pt x="7975" y="1238"/>
                    <a:pt x="7986" y="1113"/>
                  </a:cubicBezTo>
                  <a:cubicBezTo>
                    <a:pt x="7986" y="1081"/>
                    <a:pt x="7948" y="1065"/>
                    <a:pt x="7921" y="1086"/>
                  </a:cubicBezTo>
                  <a:cubicBezTo>
                    <a:pt x="7883" y="1119"/>
                    <a:pt x="7856" y="1151"/>
                    <a:pt x="7807" y="1173"/>
                  </a:cubicBezTo>
                  <a:cubicBezTo>
                    <a:pt x="7748" y="1195"/>
                    <a:pt x="7678" y="1205"/>
                    <a:pt x="7613" y="1216"/>
                  </a:cubicBezTo>
                  <a:cubicBezTo>
                    <a:pt x="7505" y="1227"/>
                    <a:pt x="7397" y="1232"/>
                    <a:pt x="7294" y="1238"/>
                  </a:cubicBezTo>
                  <a:cubicBezTo>
                    <a:pt x="7251" y="1238"/>
                    <a:pt x="7251" y="1297"/>
                    <a:pt x="7294" y="1297"/>
                  </a:cubicBezTo>
                  <a:lnTo>
                    <a:pt x="7294" y="1297"/>
                  </a:lnTo>
                  <a:close/>
                  <a:moveTo>
                    <a:pt x="6592" y="2367"/>
                  </a:moveTo>
                  <a:cubicBezTo>
                    <a:pt x="6624" y="2210"/>
                    <a:pt x="6603" y="2027"/>
                    <a:pt x="6462" y="1929"/>
                  </a:cubicBezTo>
                  <a:cubicBezTo>
                    <a:pt x="6327" y="1832"/>
                    <a:pt x="6149" y="1821"/>
                    <a:pt x="5992" y="1864"/>
                  </a:cubicBezTo>
                  <a:cubicBezTo>
                    <a:pt x="5835" y="1908"/>
                    <a:pt x="5679" y="2016"/>
                    <a:pt x="5619" y="2172"/>
                  </a:cubicBezTo>
                  <a:cubicBezTo>
                    <a:pt x="5549" y="2361"/>
                    <a:pt x="5625" y="2605"/>
                    <a:pt x="5776" y="2740"/>
                  </a:cubicBezTo>
                  <a:cubicBezTo>
                    <a:pt x="5803" y="2767"/>
                    <a:pt x="5846" y="2734"/>
                    <a:pt x="5830" y="2696"/>
                  </a:cubicBezTo>
                  <a:cubicBezTo>
                    <a:pt x="5749" y="2540"/>
                    <a:pt x="5641" y="2394"/>
                    <a:pt x="5706" y="2210"/>
                  </a:cubicBezTo>
                  <a:cubicBezTo>
                    <a:pt x="5749" y="2081"/>
                    <a:pt x="5879" y="2000"/>
                    <a:pt x="6003" y="1962"/>
                  </a:cubicBezTo>
                  <a:cubicBezTo>
                    <a:pt x="6122" y="1918"/>
                    <a:pt x="6268" y="1918"/>
                    <a:pt x="6381" y="1978"/>
                  </a:cubicBezTo>
                  <a:cubicBezTo>
                    <a:pt x="6527" y="2054"/>
                    <a:pt x="6565" y="2210"/>
                    <a:pt x="6543" y="2356"/>
                  </a:cubicBezTo>
                  <a:cubicBezTo>
                    <a:pt x="6538" y="2389"/>
                    <a:pt x="6586" y="2399"/>
                    <a:pt x="6592" y="2367"/>
                  </a:cubicBezTo>
                  <a:close/>
                  <a:moveTo>
                    <a:pt x="6370" y="2399"/>
                  </a:moveTo>
                  <a:cubicBezTo>
                    <a:pt x="6365" y="2399"/>
                    <a:pt x="6360" y="2399"/>
                    <a:pt x="6354" y="2405"/>
                  </a:cubicBezTo>
                  <a:cubicBezTo>
                    <a:pt x="6311" y="2426"/>
                    <a:pt x="6306" y="2486"/>
                    <a:pt x="6278" y="2524"/>
                  </a:cubicBezTo>
                  <a:cubicBezTo>
                    <a:pt x="6268" y="2540"/>
                    <a:pt x="6251" y="2556"/>
                    <a:pt x="6235" y="2556"/>
                  </a:cubicBezTo>
                  <a:cubicBezTo>
                    <a:pt x="6192" y="2561"/>
                    <a:pt x="6149" y="2507"/>
                    <a:pt x="6127" y="2470"/>
                  </a:cubicBezTo>
                  <a:cubicBezTo>
                    <a:pt x="6100" y="2432"/>
                    <a:pt x="6079" y="2372"/>
                    <a:pt x="6084" y="2318"/>
                  </a:cubicBezTo>
                  <a:cubicBezTo>
                    <a:pt x="6095" y="2264"/>
                    <a:pt x="6165" y="2264"/>
                    <a:pt x="6208" y="2270"/>
                  </a:cubicBezTo>
                  <a:cubicBezTo>
                    <a:pt x="6246" y="2270"/>
                    <a:pt x="6251" y="2216"/>
                    <a:pt x="6219" y="2205"/>
                  </a:cubicBezTo>
                  <a:cubicBezTo>
                    <a:pt x="6133" y="2172"/>
                    <a:pt x="6035" y="2189"/>
                    <a:pt x="6003" y="2286"/>
                  </a:cubicBezTo>
                  <a:cubicBezTo>
                    <a:pt x="5981" y="2361"/>
                    <a:pt x="6008" y="2453"/>
                    <a:pt x="6052" y="2518"/>
                  </a:cubicBezTo>
                  <a:cubicBezTo>
                    <a:pt x="6089" y="2583"/>
                    <a:pt x="6154" y="2653"/>
                    <a:pt x="6235" y="2648"/>
                  </a:cubicBezTo>
                  <a:cubicBezTo>
                    <a:pt x="6284" y="2648"/>
                    <a:pt x="6322" y="2621"/>
                    <a:pt x="6349" y="2588"/>
                  </a:cubicBezTo>
                  <a:cubicBezTo>
                    <a:pt x="6365" y="2567"/>
                    <a:pt x="6381" y="2540"/>
                    <a:pt x="6392" y="2513"/>
                  </a:cubicBezTo>
                  <a:cubicBezTo>
                    <a:pt x="6516" y="2453"/>
                    <a:pt x="6468" y="2275"/>
                    <a:pt x="6414" y="2183"/>
                  </a:cubicBezTo>
                  <a:cubicBezTo>
                    <a:pt x="6333" y="2054"/>
                    <a:pt x="6197" y="1945"/>
                    <a:pt x="6035" y="1972"/>
                  </a:cubicBezTo>
                  <a:cubicBezTo>
                    <a:pt x="5722" y="2016"/>
                    <a:pt x="5749" y="2367"/>
                    <a:pt x="5884" y="2572"/>
                  </a:cubicBezTo>
                  <a:cubicBezTo>
                    <a:pt x="6057" y="2837"/>
                    <a:pt x="6381" y="2907"/>
                    <a:pt x="6635" y="2707"/>
                  </a:cubicBezTo>
                  <a:cubicBezTo>
                    <a:pt x="6749" y="2615"/>
                    <a:pt x="6819" y="2497"/>
                    <a:pt x="6830" y="2356"/>
                  </a:cubicBezTo>
                  <a:cubicBezTo>
                    <a:pt x="6846" y="2156"/>
                    <a:pt x="6738" y="1956"/>
                    <a:pt x="6592" y="1821"/>
                  </a:cubicBezTo>
                  <a:cubicBezTo>
                    <a:pt x="6538" y="1778"/>
                    <a:pt x="6484" y="1735"/>
                    <a:pt x="6419" y="1708"/>
                  </a:cubicBezTo>
                  <a:cubicBezTo>
                    <a:pt x="6387" y="1692"/>
                    <a:pt x="6360" y="1735"/>
                    <a:pt x="6392" y="1756"/>
                  </a:cubicBezTo>
                  <a:cubicBezTo>
                    <a:pt x="6684" y="1918"/>
                    <a:pt x="6884" y="2318"/>
                    <a:pt x="6619" y="2599"/>
                  </a:cubicBezTo>
                  <a:cubicBezTo>
                    <a:pt x="6441" y="2788"/>
                    <a:pt x="6187" y="2772"/>
                    <a:pt x="6014" y="2588"/>
                  </a:cubicBezTo>
                  <a:cubicBezTo>
                    <a:pt x="5906" y="2475"/>
                    <a:pt x="5792" y="2221"/>
                    <a:pt x="5949" y="2102"/>
                  </a:cubicBezTo>
                  <a:cubicBezTo>
                    <a:pt x="6057" y="2027"/>
                    <a:pt x="6176" y="2064"/>
                    <a:pt x="6262" y="2145"/>
                  </a:cubicBezTo>
                  <a:cubicBezTo>
                    <a:pt x="6306" y="2189"/>
                    <a:pt x="6343" y="2243"/>
                    <a:pt x="6365" y="2302"/>
                  </a:cubicBezTo>
                  <a:cubicBezTo>
                    <a:pt x="6381" y="2334"/>
                    <a:pt x="6381" y="2367"/>
                    <a:pt x="6370" y="2394"/>
                  </a:cubicBezTo>
                  <a:lnTo>
                    <a:pt x="6370" y="2394"/>
                  </a:lnTo>
                  <a:close/>
                  <a:moveTo>
                    <a:pt x="6414" y="1195"/>
                  </a:moveTo>
                  <a:cubicBezTo>
                    <a:pt x="6640" y="1324"/>
                    <a:pt x="6840" y="1502"/>
                    <a:pt x="6986" y="1719"/>
                  </a:cubicBezTo>
                  <a:cubicBezTo>
                    <a:pt x="7056" y="1827"/>
                    <a:pt x="7105" y="1951"/>
                    <a:pt x="7105" y="2081"/>
                  </a:cubicBezTo>
                  <a:cubicBezTo>
                    <a:pt x="7111" y="2232"/>
                    <a:pt x="7019" y="2345"/>
                    <a:pt x="6948" y="2464"/>
                  </a:cubicBezTo>
                  <a:cubicBezTo>
                    <a:pt x="6938" y="2491"/>
                    <a:pt x="6970" y="2524"/>
                    <a:pt x="6992" y="2507"/>
                  </a:cubicBezTo>
                  <a:cubicBezTo>
                    <a:pt x="7229" y="2329"/>
                    <a:pt x="7229" y="2000"/>
                    <a:pt x="7111" y="1751"/>
                  </a:cubicBezTo>
                  <a:cubicBezTo>
                    <a:pt x="6975" y="1481"/>
                    <a:pt x="6705" y="1281"/>
                    <a:pt x="6441" y="1146"/>
                  </a:cubicBezTo>
                  <a:cubicBezTo>
                    <a:pt x="6408" y="1135"/>
                    <a:pt x="6381" y="1178"/>
                    <a:pt x="6414" y="1195"/>
                  </a:cubicBezTo>
                  <a:close/>
                  <a:moveTo>
                    <a:pt x="6619" y="422"/>
                  </a:moveTo>
                  <a:cubicBezTo>
                    <a:pt x="6322" y="395"/>
                    <a:pt x="6019" y="406"/>
                    <a:pt x="5722" y="406"/>
                  </a:cubicBezTo>
                  <a:cubicBezTo>
                    <a:pt x="5576" y="406"/>
                    <a:pt x="5430" y="406"/>
                    <a:pt x="5279" y="406"/>
                  </a:cubicBezTo>
                  <a:cubicBezTo>
                    <a:pt x="5155" y="406"/>
                    <a:pt x="5014" y="384"/>
                    <a:pt x="4890" y="417"/>
                  </a:cubicBezTo>
                  <a:cubicBezTo>
                    <a:pt x="4852" y="422"/>
                    <a:pt x="4852" y="476"/>
                    <a:pt x="4890" y="481"/>
                  </a:cubicBezTo>
                  <a:cubicBezTo>
                    <a:pt x="5014" y="514"/>
                    <a:pt x="5155" y="492"/>
                    <a:pt x="5279" y="492"/>
                  </a:cubicBezTo>
                  <a:cubicBezTo>
                    <a:pt x="5430" y="492"/>
                    <a:pt x="5576" y="492"/>
                    <a:pt x="5722" y="492"/>
                  </a:cubicBezTo>
                  <a:cubicBezTo>
                    <a:pt x="6019" y="492"/>
                    <a:pt x="6322" y="508"/>
                    <a:pt x="6619" y="476"/>
                  </a:cubicBezTo>
                  <a:cubicBezTo>
                    <a:pt x="6651" y="476"/>
                    <a:pt x="6651" y="427"/>
                    <a:pt x="6619" y="422"/>
                  </a:cubicBezTo>
                  <a:lnTo>
                    <a:pt x="6619" y="422"/>
                  </a:lnTo>
                  <a:close/>
                  <a:moveTo>
                    <a:pt x="3334" y="433"/>
                  </a:moveTo>
                  <a:cubicBezTo>
                    <a:pt x="2783" y="389"/>
                    <a:pt x="2226" y="433"/>
                    <a:pt x="1675" y="444"/>
                  </a:cubicBezTo>
                  <a:cubicBezTo>
                    <a:pt x="1638" y="444"/>
                    <a:pt x="1638" y="498"/>
                    <a:pt x="1675" y="503"/>
                  </a:cubicBezTo>
                  <a:cubicBezTo>
                    <a:pt x="2253" y="508"/>
                    <a:pt x="2832" y="557"/>
                    <a:pt x="3404" y="508"/>
                  </a:cubicBezTo>
                  <a:cubicBezTo>
                    <a:pt x="3437" y="503"/>
                    <a:pt x="3442" y="476"/>
                    <a:pt x="3431" y="454"/>
                  </a:cubicBezTo>
                  <a:cubicBezTo>
                    <a:pt x="3491" y="454"/>
                    <a:pt x="3550" y="481"/>
                    <a:pt x="3610" y="487"/>
                  </a:cubicBezTo>
                  <a:cubicBezTo>
                    <a:pt x="3674" y="487"/>
                    <a:pt x="3723" y="433"/>
                    <a:pt x="3777" y="411"/>
                  </a:cubicBezTo>
                  <a:cubicBezTo>
                    <a:pt x="3820" y="395"/>
                    <a:pt x="3928" y="465"/>
                    <a:pt x="3977" y="476"/>
                  </a:cubicBezTo>
                  <a:cubicBezTo>
                    <a:pt x="4031" y="487"/>
                    <a:pt x="4085" y="449"/>
                    <a:pt x="4134" y="427"/>
                  </a:cubicBezTo>
                  <a:cubicBezTo>
                    <a:pt x="4220" y="384"/>
                    <a:pt x="4258" y="406"/>
                    <a:pt x="4339" y="444"/>
                  </a:cubicBezTo>
                  <a:cubicBezTo>
                    <a:pt x="4382" y="465"/>
                    <a:pt x="4425" y="460"/>
                    <a:pt x="4469" y="444"/>
                  </a:cubicBezTo>
                  <a:cubicBezTo>
                    <a:pt x="4550" y="411"/>
                    <a:pt x="4614" y="352"/>
                    <a:pt x="4701" y="417"/>
                  </a:cubicBezTo>
                  <a:cubicBezTo>
                    <a:pt x="4739" y="444"/>
                    <a:pt x="4766" y="465"/>
                    <a:pt x="4820" y="460"/>
                  </a:cubicBezTo>
                  <a:cubicBezTo>
                    <a:pt x="4858" y="454"/>
                    <a:pt x="4868" y="395"/>
                    <a:pt x="4825" y="384"/>
                  </a:cubicBezTo>
                  <a:cubicBezTo>
                    <a:pt x="4760" y="373"/>
                    <a:pt x="4723" y="335"/>
                    <a:pt x="4663" y="314"/>
                  </a:cubicBezTo>
                  <a:cubicBezTo>
                    <a:pt x="4614" y="298"/>
                    <a:pt x="4571" y="303"/>
                    <a:pt x="4528" y="325"/>
                  </a:cubicBezTo>
                  <a:cubicBezTo>
                    <a:pt x="4490" y="341"/>
                    <a:pt x="4452" y="362"/>
                    <a:pt x="4415" y="373"/>
                  </a:cubicBezTo>
                  <a:cubicBezTo>
                    <a:pt x="4371" y="389"/>
                    <a:pt x="4317" y="341"/>
                    <a:pt x="4279" y="325"/>
                  </a:cubicBezTo>
                  <a:cubicBezTo>
                    <a:pt x="4220" y="303"/>
                    <a:pt x="4188" y="314"/>
                    <a:pt x="4134" y="341"/>
                  </a:cubicBezTo>
                  <a:cubicBezTo>
                    <a:pt x="4080" y="368"/>
                    <a:pt x="4026" y="400"/>
                    <a:pt x="3955" y="389"/>
                  </a:cubicBezTo>
                  <a:cubicBezTo>
                    <a:pt x="3923" y="384"/>
                    <a:pt x="3896" y="352"/>
                    <a:pt x="3863" y="341"/>
                  </a:cubicBezTo>
                  <a:cubicBezTo>
                    <a:pt x="3815" y="325"/>
                    <a:pt x="3766" y="325"/>
                    <a:pt x="3718" y="352"/>
                  </a:cubicBezTo>
                  <a:cubicBezTo>
                    <a:pt x="3696" y="362"/>
                    <a:pt x="3669" y="379"/>
                    <a:pt x="3647" y="395"/>
                  </a:cubicBezTo>
                  <a:cubicBezTo>
                    <a:pt x="3593" y="422"/>
                    <a:pt x="3512" y="395"/>
                    <a:pt x="3464" y="384"/>
                  </a:cubicBezTo>
                  <a:cubicBezTo>
                    <a:pt x="3410" y="373"/>
                    <a:pt x="3372" y="400"/>
                    <a:pt x="3334" y="433"/>
                  </a:cubicBezTo>
                  <a:lnTo>
                    <a:pt x="3334" y="433"/>
                  </a:lnTo>
                  <a:close/>
                  <a:moveTo>
                    <a:pt x="363" y="1346"/>
                  </a:moveTo>
                  <a:cubicBezTo>
                    <a:pt x="508" y="1367"/>
                    <a:pt x="708" y="1438"/>
                    <a:pt x="827" y="1313"/>
                  </a:cubicBezTo>
                  <a:cubicBezTo>
                    <a:pt x="854" y="1292"/>
                    <a:pt x="827" y="1249"/>
                    <a:pt x="795" y="1254"/>
                  </a:cubicBezTo>
                  <a:cubicBezTo>
                    <a:pt x="719" y="1265"/>
                    <a:pt x="649" y="1292"/>
                    <a:pt x="573" y="1292"/>
                  </a:cubicBezTo>
                  <a:cubicBezTo>
                    <a:pt x="503" y="1292"/>
                    <a:pt x="438" y="1281"/>
                    <a:pt x="368" y="1281"/>
                  </a:cubicBezTo>
                  <a:cubicBezTo>
                    <a:pt x="330" y="1281"/>
                    <a:pt x="325" y="1335"/>
                    <a:pt x="363" y="1346"/>
                  </a:cubicBezTo>
                  <a:close/>
                  <a:moveTo>
                    <a:pt x="287" y="1065"/>
                  </a:moveTo>
                  <a:cubicBezTo>
                    <a:pt x="406" y="1195"/>
                    <a:pt x="633" y="1292"/>
                    <a:pt x="795" y="1205"/>
                  </a:cubicBezTo>
                  <a:cubicBezTo>
                    <a:pt x="827" y="1189"/>
                    <a:pt x="816" y="1140"/>
                    <a:pt x="779" y="1135"/>
                  </a:cubicBezTo>
                  <a:cubicBezTo>
                    <a:pt x="708" y="1124"/>
                    <a:pt x="633" y="1146"/>
                    <a:pt x="562" y="1130"/>
                  </a:cubicBezTo>
                  <a:cubicBezTo>
                    <a:pt x="476" y="1119"/>
                    <a:pt x="400" y="1076"/>
                    <a:pt x="330" y="1022"/>
                  </a:cubicBezTo>
                  <a:cubicBezTo>
                    <a:pt x="303" y="1000"/>
                    <a:pt x="265" y="1038"/>
                    <a:pt x="287" y="1065"/>
                  </a:cubicBezTo>
                  <a:lnTo>
                    <a:pt x="287" y="1065"/>
                  </a:lnTo>
                  <a:close/>
                  <a:moveTo>
                    <a:pt x="3696" y="714"/>
                  </a:moveTo>
                  <a:cubicBezTo>
                    <a:pt x="3739" y="719"/>
                    <a:pt x="3761" y="735"/>
                    <a:pt x="3772" y="778"/>
                  </a:cubicBezTo>
                  <a:cubicBezTo>
                    <a:pt x="3777" y="795"/>
                    <a:pt x="3782" y="816"/>
                    <a:pt x="3777" y="833"/>
                  </a:cubicBezTo>
                  <a:cubicBezTo>
                    <a:pt x="3777" y="860"/>
                    <a:pt x="3766" y="870"/>
                    <a:pt x="3772" y="897"/>
                  </a:cubicBezTo>
                  <a:cubicBezTo>
                    <a:pt x="3777" y="914"/>
                    <a:pt x="3799" y="924"/>
                    <a:pt x="3815" y="919"/>
                  </a:cubicBezTo>
                  <a:cubicBezTo>
                    <a:pt x="3880" y="892"/>
                    <a:pt x="3858" y="784"/>
                    <a:pt x="3831" y="735"/>
                  </a:cubicBezTo>
                  <a:cubicBezTo>
                    <a:pt x="3804" y="681"/>
                    <a:pt x="3750" y="638"/>
                    <a:pt x="3685" y="670"/>
                  </a:cubicBezTo>
                  <a:cubicBezTo>
                    <a:pt x="3664" y="681"/>
                    <a:pt x="3669" y="714"/>
                    <a:pt x="3696" y="714"/>
                  </a:cubicBezTo>
                  <a:lnTo>
                    <a:pt x="3696" y="714"/>
                  </a:lnTo>
                  <a:close/>
                  <a:moveTo>
                    <a:pt x="4571" y="2334"/>
                  </a:moveTo>
                  <a:cubicBezTo>
                    <a:pt x="4550" y="2297"/>
                    <a:pt x="4528" y="2248"/>
                    <a:pt x="4523" y="2210"/>
                  </a:cubicBezTo>
                  <a:cubicBezTo>
                    <a:pt x="4517" y="2194"/>
                    <a:pt x="4517" y="2178"/>
                    <a:pt x="4512" y="2167"/>
                  </a:cubicBezTo>
                  <a:cubicBezTo>
                    <a:pt x="4506" y="2178"/>
                    <a:pt x="4506" y="2189"/>
                    <a:pt x="4501" y="2199"/>
                  </a:cubicBezTo>
                  <a:cubicBezTo>
                    <a:pt x="4479" y="2248"/>
                    <a:pt x="4447" y="2297"/>
                    <a:pt x="4409" y="2334"/>
                  </a:cubicBezTo>
                  <a:lnTo>
                    <a:pt x="4571" y="2334"/>
                  </a:lnTo>
                  <a:lnTo>
                    <a:pt x="4571" y="2334"/>
                  </a:lnTo>
                  <a:close/>
                  <a:moveTo>
                    <a:pt x="3755" y="2334"/>
                  </a:moveTo>
                  <a:cubicBezTo>
                    <a:pt x="3707" y="2286"/>
                    <a:pt x="3674" y="2232"/>
                    <a:pt x="3653" y="2172"/>
                  </a:cubicBezTo>
                  <a:cubicBezTo>
                    <a:pt x="3599" y="2027"/>
                    <a:pt x="3599" y="1875"/>
                    <a:pt x="3604" y="1724"/>
                  </a:cubicBezTo>
                  <a:lnTo>
                    <a:pt x="3583" y="1724"/>
                  </a:lnTo>
                  <a:cubicBezTo>
                    <a:pt x="3593" y="1800"/>
                    <a:pt x="3577" y="1881"/>
                    <a:pt x="3583" y="1956"/>
                  </a:cubicBezTo>
                  <a:cubicBezTo>
                    <a:pt x="3593" y="2027"/>
                    <a:pt x="3610" y="2102"/>
                    <a:pt x="3599" y="2172"/>
                  </a:cubicBezTo>
                  <a:cubicBezTo>
                    <a:pt x="3588" y="2243"/>
                    <a:pt x="3550" y="2297"/>
                    <a:pt x="3502" y="2334"/>
                  </a:cubicBezTo>
                  <a:lnTo>
                    <a:pt x="3755" y="2334"/>
                  </a:lnTo>
                  <a:close/>
                  <a:moveTo>
                    <a:pt x="3172" y="2334"/>
                  </a:moveTo>
                  <a:cubicBezTo>
                    <a:pt x="3145" y="2329"/>
                    <a:pt x="3118" y="2318"/>
                    <a:pt x="3096" y="2307"/>
                  </a:cubicBezTo>
                  <a:cubicBezTo>
                    <a:pt x="2994" y="2248"/>
                    <a:pt x="2891" y="2151"/>
                    <a:pt x="2859" y="2032"/>
                  </a:cubicBezTo>
                  <a:cubicBezTo>
                    <a:pt x="2859" y="2032"/>
                    <a:pt x="2859" y="2027"/>
                    <a:pt x="2859" y="2027"/>
                  </a:cubicBezTo>
                  <a:cubicBezTo>
                    <a:pt x="2842" y="2032"/>
                    <a:pt x="2826" y="2037"/>
                    <a:pt x="2810" y="2043"/>
                  </a:cubicBezTo>
                  <a:cubicBezTo>
                    <a:pt x="2837" y="2124"/>
                    <a:pt x="2880" y="2205"/>
                    <a:pt x="2945" y="2259"/>
                  </a:cubicBezTo>
                  <a:cubicBezTo>
                    <a:pt x="2994" y="2297"/>
                    <a:pt x="3042" y="2318"/>
                    <a:pt x="3102" y="2334"/>
                  </a:cubicBezTo>
                  <a:cubicBezTo>
                    <a:pt x="3123" y="2334"/>
                    <a:pt x="3150" y="2334"/>
                    <a:pt x="3172" y="2334"/>
                  </a:cubicBezTo>
                  <a:close/>
                  <a:moveTo>
                    <a:pt x="3345" y="2302"/>
                  </a:moveTo>
                  <a:cubicBezTo>
                    <a:pt x="3404" y="2286"/>
                    <a:pt x="3464" y="2275"/>
                    <a:pt x="3491" y="2226"/>
                  </a:cubicBezTo>
                  <a:cubicBezTo>
                    <a:pt x="3523" y="2172"/>
                    <a:pt x="3518" y="2108"/>
                    <a:pt x="3512" y="2048"/>
                  </a:cubicBezTo>
                  <a:cubicBezTo>
                    <a:pt x="3502" y="1956"/>
                    <a:pt x="3469" y="1810"/>
                    <a:pt x="3518" y="1724"/>
                  </a:cubicBezTo>
                  <a:lnTo>
                    <a:pt x="3339" y="1724"/>
                  </a:lnTo>
                  <a:cubicBezTo>
                    <a:pt x="3242" y="1724"/>
                    <a:pt x="3140" y="1724"/>
                    <a:pt x="3042" y="1724"/>
                  </a:cubicBezTo>
                  <a:cubicBezTo>
                    <a:pt x="3069" y="1735"/>
                    <a:pt x="3085" y="1756"/>
                    <a:pt x="3075" y="1783"/>
                  </a:cubicBezTo>
                  <a:cubicBezTo>
                    <a:pt x="3053" y="1843"/>
                    <a:pt x="2999" y="1891"/>
                    <a:pt x="2940" y="1918"/>
                  </a:cubicBezTo>
                  <a:cubicBezTo>
                    <a:pt x="2934" y="1951"/>
                    <a:pt x="2923" y="1972"/>
                    <a:pt x="2902" y="1994"/>
                  </a:cubicBezTo>
                  <a:cubicBezTo>
                    <a:pt x="2913" y="2000"/>
                    <a:pt x="2918" y="2005"/>
                    <a:pt x="2918" y="2010"/>
                  </a:cubicBezTo>
                  <a:cubicBezTo>
                    <a:pt x="2961" y="2091"/>
                    <a:pt x="3021" y="2167"/>
                    <a:pt x="3102" y="2216"/>
                  </a:cubicBezTo>
                  <a:cubicBezTo>
                    <a:pt x="3140" y="2237"/>
                    <a:pt x="3188" y="2259"/>
                    <a:pt x="3237" y="2253"/>
                  </a:cubicBezTo>
                  <a:cubicBezTo>
                    <a:pt x="3275" y="2248"/>
                    <a:pt x="3302" y="2226"/>
                    <a:pt x="3339" y="2216"/>
                  </a:cubicBezTo>
                  <a:cubicBezTo>
                    <a:pt x="3366" y="2210"/>
                    <a:pt x="3383" y="2232"/>
                    <a:pt x="3377" y="2259"/>
                  </a:cubicBezTo>
                  <a:cubicBezTo>
                    <a:pt x="3372" y="2275"/>
                    <a:pt x="3361" y="2291"/>
                    <a:pt x="3345" y="2302"/>
                  </a:cubicBezTo>
                  <a:lnTo>
                    <a:pt x="3345" y="2302"/>
                  </a:lnTo>
                  <a:close/>
                  <a:moveTo>
                    <a:pt x="3377" y="1870"/>
                  </a:moveTo>
                  <a:cubicBezTo>
                    <a:pt x="3377" y="1908"/>
                    <a:pt x="3372" y="1945"/>
                    <a:pt x="3372" y="1983"/>
                  </a:cubicBezTo>
                  <a:cubicBezTo>
                    <a:pt x="3372" y="2021"/>
                    <a:pt x="3366" y="2054"/>
                    <a:pt x="3377" y="2091"/>
                  </a:cubicBezTo>
                  <a:cubicBezTo>
                    <a:pt x="3383" y="2118"/>
                    <a:pt x="3426" y="2118"/>
                    <a:pt x="3437" y="2091"/>
                  </a:cubicBezTo>
                  <a:cubicBezTo>
                    <a:pt x="3442" y="2054"/>
                    <a:pt x="3442" y="2021"/>
                    <a:pt x="3437" y="1983"/>
                  </a:cubicBezTo>
                  <a:cubicBezTo>
                    <a:pt x="3437" y="1945"/>
                    <a:pt x="3437" y="1908"/>
                    <a:pt x="3437" y="1870"/>
                  </a:cubicBezTo>
                  <a:cubicBezTo>
                    <a:pt x="3431" y="1832"/>
                    <a:pt x="3377" y="1832"/>
                    <a:pt x="3377" y="1870"/>
                  </a:cubicBezTo>
                  <a:lnTo>
                    <a:pt x="3377" y="1870"/>
                  </a:lnTo>
                  <a:close/>
                  <a:moveTo>
                    <a:pt x="2967" y="1800"/>
                  </a:moveTo>
                  <a:cubicBezTo>
                    <a:pt x="2907" y="1778"/>
                    <a:pt x="2853" y="1746"/>
                    <a:pt x="2799" y="1719"/>
                  </a:cubicBezTo>
                  <a:cubicBezTo>
                    <a:pt x="2761" y="1713"/>
                    <a:pt x="2724" y="1708"/>
                    <a:pt x="2686" y="1702"/>
                  </a:cubicBezTo>
                  <a:cubicBezTo>
                    <a:pt x="2659" y="1702"/>
                    <a:pt x="2653" y="1659"/>
                    <a:pt x="2675" y="1643"/>
                  </a:cubicBezTo>
                  <a:cubicBezTo>
                    <a:pt x="2632" y="1621"/>
                    <a:pt x="2583" y="1605"/>
                    <a:pt x="2534" y="1605"/>
                  </a:cubicBezTo>
                  <a:cubicBezTo>
                    <a:pt x="2518" y="1638"/>
                    <a:pt x="2491" y="1665"/>
                    <a:pt x="2464" y="1686"/>
                  </a:cubicBezTo>
                  <a:cubicBezTo>
                    <a:pt x="2561" y="1740"/>
                    <a:pt x="2637" y="1827"/>
                    <a:pt x="2691" y="1924"/>
                  </a:cubicBezTo>
                  <a:cubicBezTo>
                    <a:pt x="2691" y="1924"/>
                    <a:pt x="2691" y="1929"/>
                    <a:pt x="2697" y="1929"/>
                  </a:cubicBezTo>
                  <a:cubicBezTo>
                    <a:pt x="2713" y="1940"/>
                    <a:pt x="2729" y="1951"/>
                    <a:pt x="2751" y="1951"/>
                  </a:cubicBezTo>
                  <a:cubicBezTo>
                    <a:pt x="2778" y="1956"/>
                    <a:pt x="2805" y="1956"/>
                    <a:pt x="2826" y="1945"/>
                  </a:cubicBezTo>
                  <a:cubicBezTo>
                    <a:pt x="2778" y="1940"/>
                    <a:pt x="2729" y="1924"/>
                    <a:pt x="2691" y="1886"/>
                  </a:cubicBezTo>
                  <a:cubicBezTo>
                    <a:pt x="2664" y="1859"/>
                    <a:pt x="2691" y="1810"/>
                    <a:pt x="2729" y="1821"/>
                  </a:cubicBezTo>
                  <a:cubicBezTo>
                    <a:pt x="2745" y="1827"/>
                    <a:pt x="2767" y="1832"/>
                    <a:pt x="2783" y="1837"/>
                  </a:cubicBezTo>
                  <a:cubicBezTo>
                    <a:pt x="2788" y="1827"/>
                    <a:pt x="2799" y="1821"/>
                    <a:pt x="2810" y="1821"/>
                  </a:cubicBezTo>
                  <a:cubicBezTo>
                    <a:pt x="2842" y="1821"/>
                    <a:pt x="2869" y="1837"/>
                    <a:pt x="2902" y="1843"/>
                  </a:cubicBezTo>
                  <a:cubicBezTo>
                    <a:pt x="2929" y="1832"/>
                    <a:pt x="2950" y="1821"/>
                    <a:pt x="2967" y="18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6" name="Google Shape;1676;p41"/>
          <p:cNvGrpSpPr/>
          <p:nvPr/>
        </p:nvGrpSpPr>
        <p:grpSpPr>
          <a:xfrm>
            <a:off x="6127420" y="2020566"/>
            <a:ext cx="1027426" cy="1283128"/>
            <a:chOff x="5462550" y="2226000"/>
            <a:chExt cx="657595" cy="821255"/>
          </a:xfrm>
        </p:grpSpPr>
        <p:sp>
          <p:nvSpPr>
            <p:cNvPr id="1677" name="Google Shape;1677;p41"/>
            <p:cNvSpPr/>
            <p:nvPr/>
          </p:nvSpPr>
          <p:spPr>
            <a:xfrm>
              <a:off x="5462550" y="2232721"/>
              <a:ext cx="657595" cy="807274"/>
            </a:xfrm>
            <a:custGeom>
              <a:avLst/>
              <a:gdLst/>
              <a:ahLst/>
              <a:cxnLst/>
              <a:rect l="l" t="t" r="r" b="b"/>
              <a:pathLst>
                <a:path w="7338" h="9008" extrusionOk="0">
                  <a:moveTo>
                    <a:pt x="3669" y="8986"/>
                  </a:moveTo>
                  <a:cubicBezTo>
                    <a:pt x="3874" y="8991"/>
                    <a:pt x="5392" y="9007"/>
                    <a:pt x="5527" y="8553"/>
                  </a:cubicBezTo>
                  <a:cubicBezTo>
                    <a:pt x="5587" y="7965"/>
                    <a:pt x="4857" y="7857"/>
                    <a:pt x="4857" y="7857"/>
                  </a:cubicBezTo>
                  <a:cubicBezTo>
                    <a:pt x="4857" y="7857"/>
                    <a:pt x="6273" y="7392"/>
                    <a:pt x="6694" y="5749"/>
                  </a:cubicBezTo>
                  <a:cubicBezTo>
                    <a:pt x="7110" y="4107"/>
                    <a:pt x="6786" y="3189"/>
                    <a:pt x="6786" y="2978"/>
                  </a:cubicBezTo>
                  <a:cubicBezTo>
                    <a:pt x="7337" y="1805"/>
                    <a:pt x="6543" y="525"/>
                    <a:pt x="5279" y="1443"/>
                  </a:cubicBezTo>
                  <a:cubicBezTo>
                    <a:pt x="5300" y="1319"/>
                    <a:pt x="5328" y="1195"/>
                    <a:pt x="5349" y="1071"/>
                  </a:cubicBezTo>
                  <a:cubicBezTo>
                    <a:pt x="5349" y="1071"/>
                    <a:pt x="5581" y="1060"/>
                    <a:pt x="5668" y="925"/>
                  </a:cubicBezTo>
                  <a:cubicBezTo>
                    <a:pt x="5754" y="795"/>
                    <a:pt x="5744" y="698"/>
                    <a:pt x="5771" y="682"/>
                  </a:cubicBezTo>
                  <a:cubicBezTo>
                    <a:pt x="5798" y="671"/>
                    <a:pt x="5965" y="514"/>
                    <a:pt x="5900" y="331"/>
                  </a:cubicBezTo>
                  <a:cubicBezTo>
                    <a:pt x="5835" y="152"/>
                    <a:pt x="4360" y="1"/>
                    <a:pt x="3669" y="50"/>
                  </a:cubicBezTo>
                  <a:cubicBezTo>
                    <a:pt x="2977" y="1"/>
                    <a:pt x="1508" y="152"/>
                    <a:pt x="1438" y="331"/>
                  </a:cubicBezTo>
                  <a:cubicBezTo>
                    <a:pt x="1373" y="514"/>
                    <a:pt x="1540" y="671"/>
                    <a:pt x="1567" y="682"/>
                  </a:cubicBezTo>
                  <a:cubicBezTo>
                    <a:pt x="1600" y="698"/>
                    <a:pt x="1589" y="795"/>
                    <a:pt x="1675" y="925"/>
                  </a:cubicBezTo>
                  <a:cubicBezTo>
                    <a:pt x="1762" y="1060"/>
                    <a:pt x="1989" y="1071"/>
                    <a:pt x="1989" y="1071"/>
                  </a:cubicBezTo>
                  <a:cubicBezTo>
                    <a:pt x="2010" y="1195"/>
                    <a:pt x="2037" y="1319"/>
                    <a:pt x="2059" y="1443"/>
                  </a:cubicBezTo>
                  <a:cubicBezTo>
                    <a:pt x="795" y="525"/>
                    <a:pt x="0" y="1805"/>
                    <a:pt x="552" y="2978"/>
                  </a:cubicBezTo>
                  <a:cubicBezTo>
                    <a:pt x="552" y="3189"/>
                    <a:pt x="227" y="4107"/>
                    <a:pt x="649" y="5749"/>
                  </a:cubicBezTo>
                  <a:cubicBezTo>
                    <a:pt x="1065" y="7392"/>
                    <a:pt x="2480" y="7857"/>
                    <a:pt x="2480" y="7857"/>
                  </a:cubicBezTo>
                  <a:cubicBezTo>
                    <a:pt x="2480" y="7857"/>
                    <a:pt x="1756" y="7965"/>
                    <a:pt x="1810" y="8553"/>
                  </a:cubicBezTo>
                  <a:cubicBezTo>
                    <a:pt x="1945" y="9007"/>
                    <a:pt x="3464" y="8991"/>
                    <a:pt x="3669" y="8986"/>
                  </a:cubicBezTo>
                  <a:close/>
                  <a:moveTo>
                    <a:pt x="1000" y="2708"/>
                  </a:moveTo>
                  <a:cubicBezTo>
                    <a:pt x="1000" y="2708"/>
                    <a:pt x="665" y="1881"/>
                    <a:pt x="1011" y="1606"/>
                  </a:cubicBezTo>
                  <a:cubicBezTo>
                    <a:pt x="1362" y="1335"/>
                    <a:pt x="1945" y="1719"/>
                    <a:pt x="2005" y="1800"/>
                  </a:cubicBezTo>
                  <a:cubicBezTo>
                    <a:pt x="2064" y="1887"/>
                    <a:pt x="2043" y="2130"/>
                    <a:pt x="2043" y="2130"/>
                  </a:cubicBezTo>
                  <a:cubicBezTo>
                    <a:pt x="1643" y="2157"/>
                    <a:pt x="1319" y="2578"/>
                    <a:pt x="1000" y="2708"/>
                  </a:cubicBezTo>
                  <a:lnTo>
                    <a:pt x="1000" y="2708"/>
                  </a:lnTo>
                  <a:close/>
                  <a:moveTo>
                    <a:pt x="6343" y="2708"/>
                  </a:moveTo>
                  <a:cubicBezTo>
                    <a:pt x="6024" y="2578"/>
                    <a:pt x="5695" y="2157"/>
                    <a:pt x="5295" y="2130"/>
                  </a:cubicBezTo>
                  <a:cubicBezTo>
                    <a:pt x="5295" y="2130"/>
                    <a:pt x="5273" y="1887"/>
                    <a:pt x="5333" y="1800"/>
                  </a:cubicBezTo>
                  <a:cubicBezTo>
                    <a:pt x="5392" y="1719"/>
                    <a:pt x="5976" y="1335"/>
                    <a:pt x="6327" y="1606"/>
                  </a:cubicBezTo>
                  <a:cubicBezTo>
                    <a:pt x="6673" y="1876"/>
                    <a:pt x="6338" y="2708"/>
                    <a:pt x="6338" y="270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1"/>
            <p:cNvSpPr/>
            <p:nvPr/>
          </p:nvSpPr>
          <p:spPr>
            <a:xfrm>
              <a:off x="5480921" y="2226000"/>
              <a:ext cx="620853" cy="821255"/>
            </a:xfrm>
            <a:custGeom>
              <a:avLst/>
              <a:gdLst/>
              <a:ahLst/>
              <a:cxnLst/>
              <a:rect l="l" t="t" r="r" b="b"/>
              <a:pathLst>
                <a:path w="6928" h="9164" extrusionOk="0">
                  <a:moveTo>
                    <a:pt x="3464" y="8963"/>
                  </a:moveTo>
                  <a:cubicBezTo>
                    <a:pt x="3567" y="8963"/>
                    <a:pt x="3993" y="8969"/>
                    <a:pt x="4409" y="8920"/>
                  </a:cubicBezTo>
                  <a:cubicBezTo>
                    <a:pt x="4793" y="8872"/>
                    <a:pt x="5166" y="8785"/>
                    <a:pt x="5225" y="8612"/>
                  </a:cubicBezTo>
                  <a:cubicBezTo>
                    <a:pt x="5268" y="8121"/>
                    <a:pt x="4642" y="8029"/>
                    <a:pt x="4642" y="8029"/>
                  </a:cubicBezTo>
                  <a:cubicBezTo>
                    <a:pt x="4588" y="8023"/>
                    <a:pt x="4550" y="7969"/>
                    <a:pt x="4561" y="7921"/>
                  </a:cubicBezTo>
                  <a:cubicBezTo>
                    <a:pt x="4566" y="7883"/>
                    <a:pt x="4588" y="7850"/>
                    <a:pt x="4625" y="7840"/>
                  </a:cubicBezTo>
                  <a:cubicBezTo>
                    <a:pt x="4674" y="7823"/>
                    <a:pt x="5992" y="7359"/>
                    <a:pt x="6392" y="5797"/>
                  </a:cubicBezTo>
                  <a:cubicBezTo>
                    <a:pt x="6727" y="4485"/>
                    <a:pt x="6581" y="3642"/>
                    <a:pt x="6511" y="3264"/>
                  </a:cubicBezTo>
                  <a:cubicBezTo>
                    <a:pt x="6495" y="3166"/>
                    <a:pt x="6484" y="3101"/>
                    <a:pt x="6484" y="3053"/>
                  </a:cubicBezTo>
                  <a:cubicBezTo>
                    <a:pt x="6484" y="3037"/>
                    <a:pt x="6489" y="3020"/>
                    <a:pt x="6495" y="3010"/>
                  </a:cubicBezTo>
                  <a:cubicBezTo>
                    <a:pt x="6673" y="2626"/>
                    <a:pt x="6706" y="2232"/>
                    <a:pt x="6614" y="1918"/>
                  </a:cubicBezTo>
                  <a:cubicBezTo>
                    <a:pt x="6565" y="1745"/>
                    <a:pt x="6479" y="1594"/>
                    <a:pt x="6365" y="1486"/>
                  </a:cubicBezTo>
                  <a:cubicBezTo>
                    <a:pt x="6257" y="1383"/>
                    <a:pt x="6117" y="1313"/>
                    <a:pt x="5949" y="1302"/>
                  </a:cubicBezTo>
                  <a:cubicBezTo>
                    <a:pt x="5722" y="1281"/>
                    <a:pt x="5441" y="1367"/>
                    <a:pt x="5128" y="1594"/>
                  </a:cubicBezTo>
                  <a:cubicBezTo>
                    <a:pt x="5085" y="1627"/>
                    <a:pt x="5025" y="1616"/>
                    <a:pt x="4993" y="1573"/>
                  </a:cubicBezTo>
                  <a:cubicBezTo>
                    <a:pt x="4977" y="1551"/>
                    <a:pt x="4971" y="1518"/>
                    <a:pt x="4977" y="1497"/>
                  </a:cubicBezTo>
                  <a:lnTo>
                    <a:pt x="5052" y="1124"/>
                  </a:lnTo>
                  <a:cubicBezTo>
                    <a:pt x="5058" y="1081"/>
                    <a:pt x="5101" y="1048"/>
                    <a:pt x="5144" y="1048"/>
                  </a:cubicBezTo>
                  <a:cubicBezTo>
                    <a:pt x="5171" y="1043"/>
                    <a:pt x="5328" y="1032"/>
                    <a:pt x="5382" y="946"/>
                  </a:cubicBezTo>
                  <a:cubicBezTo>
                    <a:pt x="5420" y="881"/>
                    <a:pt x="5436" y="827"/>
                    <a:pt x="5447" y="789"/>
                  </a:cubicBezTo>
                  <a:cubicBezTo>
                    <a:pt x="5463" y="730"/>
                    <a:pt x="5474" y="697"/>
                    <a:pt x="5522" y="670"/>
                  </a:cubicBezTo>
                  <a:lnTo>
                    <a:pt x="5522" y="670"/>
                  </a:lnTo>
                  <a:cubicBezTo>
                    <a:pt x="5539" y="659"/>
                    <a:pt x="5576" y="616"/>
                    <a:pt x="5603" y="551"/>
                  </a:cubicBezTo>
                  <a:cubicBezTo>
                    <a:pt x="5614" y="519"/>
                    <a:pt x="5620" y="476"/>
                    <a:pt x="5603" y="438"/>
                  </a:cubicBezTo>
                  <a:cubicBezTo>
                    <a:pt x="5587" y="389"/>
                    <a:pt x="5274" y="330"/>
                    <a:pt x="4879" y="281"/>
                  </a:cubicBezTo>
                  <a:cubicBezTo>
                    <a:pt x="4409" y="222"/>
                    <a:pt x="3831" y="189"/>
                    <a:pt x="3469" y="216"/>
                  </a:cubicBezTo>
                  <a:lnTo>
                    <a:pt x="3458" y="216"/>
                  </a:lnTo>
                  <a:cubicBezTo>
                    <a:pt x="3096" y="189"/>
                    <a:pt x="2518" y="222"/>
                    <a:pt x="2048" y="281"/>
                  </a:cubicBezTo>
                  <a:cubicBezTo>
                    <a:pt x="1654" y="330"/>
                    <a:pt x="1341" y="389"/>
                    <a:pt x="1324" y="438"/>
                  </a:cubicBezTo>
                  <a:cubicBezTo>
                    <a:pt x="1308" y="476"/>
                    <a:pt x="1314" y="519"/>
                    <a:pt x="1330" y="551"/>
                  </a:cubicBezTo>
                  <a:cubicBezTo>
                    <a:pt x="1351" y="622"/>
                    <a:pt x="1395" y="665"/>
                    <a:pt x="1405" y="670"/>
                  </a:cubicBezTo>
                  <a:cubicBezTo>
                    <a:pt x="1459" y="697"/>
                    <a:pt x="1470" y="730"/>
                    <a:pt x="1481" y="789"/>
                  </a:cubicBezTo>
                  <a:cubicBezTo>
                    <a:pt x="1492" y="827"/>
                    <a:pt x="1508" y="881"/>
                    <a:pt x="1551" y="946"/>
                  </a:cubicBezTo>
                  <a:cubicBezTo>
                    <a:pt x="1611" y="1038"/>
                    <a:pt x="1789" y="1048"/>
                    <a:pt x="1789" y="1048"/>
                  </a:cubicBezTo>
                  <a:cubicBezTo>
                    <a:pt x="1832" y="1048"/>
                    <a:pt x="1870" y="1081"/>
                    <a:pt x="1881" y="1124"/>
                  </a:cubicBezTo>
                  <a:lnTo>
                    <a:pt x="1881" y="1124"/>
                  </a:lnTo>
                  <a:lnTo>
                    <a:pt x="1951" y="1497"/>
                  </a:lnTo>
                  <a:cubicBezTo>
                    <a:pt x="1962" y="1551"/>
                    <a:pt x="1924" y="1600"/>
                    <a:pt x="1875" y="1610"/>
                  </a:cubicBezTo>
                  <a:cubicBezTo>
                    <a:pt x="1848" y="1616"/>
                    <a:pt x="1821" y="1610"/>
                    <a:pt x="1800" y="1594"/>
                  </a:cubicBezTo>
                  <a:cubicBezTo>
                    <a:pt x="1486" y="1367"/>
                    <a:pt x="1211" y="1281"/>
                    <a:pt x="979" y="1302"/>
                  </a:cubicBezTo>
                  <a:cubicBezTo>
                    <a:pt x="817" y="1313"/>
                    <a:pt x="676" y="1383"/>
                    <a:pt x="563" y="1486"/>
                  </a:cubicBezTo>
                  <a:cubicBezTo>
                    <a:pt x="449" y="1594"/>
                    <a:pt x="363" y="1745"/>
                    <a:pt x="314" y="1918"/>
                  </a:cubicBezTo>
                  <a:cubicBezTo>
                    <a:pt x="228" y="2232"/>
                    <a:pt x="255" y="2626"/>
                    <a:pt x="438" y="3015"/>
                  </a:cubicBezTo>
                  <a:cubicBezTo>
                    <a:pt x="444" y="3026"/>
                    <a:pt x="444" y="3042"/>
                    <a:pt x="444" y="3053"/>
                  </a:cubicBezTo>
                  <a:lnTo>
                    <a:pt x="444" y="3053"/>
                  </a:lnTo>
                  <a:cubicBezTo>
                    <a:pt x="444" y="3101"/>
                    <a:pt x="433" y="3166"/>
                    <a:pt x="417" y="3264"/>
                  </a:cubicBezTo>
                  <a:cubicBezTo>
                    <a:pt x="352" y="3642"/>
                    <a:pt x="201" y="4485"/>
                    <a:pt x="536" y="5797"/>
                  </a:cubicBezTo>
                  <a:cubicBezTo>
                    <a:pt x="946" y="7391"/>
                    <a:pt x="2302" y="7840"/>
                    <a:pt x="2308" y="7840"/>
                  </a:cubicBezTo>
                  <a:cubicBezTo>
                    <a:pt x="2356" y="7861"/>
                    <a:pt x="2383" y="7915"/>
                    <a:pt x="2367" y="7964"/>
                  </a:cubicBezTo>
                  <a:cubicBezTo>
                    <a:pt x="2356" y="8002"/>
                    <a:pt x="2324" y="8023"/>
                    <a:pt x="2291" y="8029"/>
                  </a:cubicBezTo>
                  <a:cubicBezTo>
                    <a:pt x="2259" y="8034"/>
                    <a:pt x="1665" y="8131"/>
                    <a:pt x="1703" y="8612"/>
                  </a:cubicBezTo>
                  <a:cubicBezTo>
                    <a:pt x="1762" y="8785"/>
                    <a:pt x="2135" y="8872"/>
                    <a:pt x="2518" y="8920"/>
                  </a:cubicBezTo>
                  <a:cubicBezTo>
                    <a:pt x="2940" y="8969"/>
                    <a:pt x="3361" y="8963"/>
                    <a:pt x="3464" y="8963"/>
                  </a:cubicBezTo>
                  <a:lnTo>
                    <a:pt x="3469" y="8963"/>
                  </a:lnTo>
                  <a:close/>
                  <a:moveTo>
                    <a:pt x="4431" y="9115"/>
                  </a:moveTo>
                  <a:cubicBezTo>
                    <a:pt x="4010" y="9163"/>
                    <a:pt x="3572" y="9158"/>
                    <a:pt x="3464" y="9158"/>
                  </a:cubicBezTo>
                  <a:cubicBezTo>
                    <a:pt x="3356" y="9158"/>
                    <a:pt x="2918" y="9163"/>
                    <a:pt x="2497" y="9115"/>
                  </a:cubicBezTo>
                  <a:cubicBezTo>
                    <a:pt x="2043" y="9055"/>
                    <a:pt x="1595" y="8931"/>
                    <a:pt x="1514" y="8655"/>
                  </a:cubicBezTo>
                  <a:lnTo>
                    <a:pt x="1514" y="8655"/>
                  </a:lnTo>
                  <a:cubicBezTo>
                    <a:pt x="1514" y="8650"/>
                    <a:pt x="1514" y="8645"/>
                    <a:pt x="1508" y="8639"/>
                  </a:cubicBezTo>
                  <a:cubicBezTo>
                    <a:pt x="1470" y="8218"/>
                    <a:pt x="1762" y="8013"/>
                    <a:pt x="1994" y="7915"/>
                  </a:cubicBezTo>
                  <a:cubicBezTo>
                    <a:pt x="1557" y="7694"/>
                    <a:pt x="671" y="7105"/>
                    <a:pt x="347" y="5846"/>
                  </a:cubicBezTo>
                  <a:cubicBezTo>
                    <a:pt x="1" y="4490"/>
                    <a:pt x="157" y="3620"/>
                    <a:pt x="228" y="3231"/>
                  </a:cubicBezTo>
                  <a:cubicBezTo>
                    <a:pt x="238" y="3161"/>
                    <a:pt x="249" y="3107"/>
                    <a:pt x="249" y="3074"/>
                  </a:cubicBezTo>
                  <a:cubicBezTo>
                    <a:pt x="60" y="2653"/>
                    <a:pt x="28" y="2215"/>
                    <a:pt x="130" y="1864"/>
                  </a:cubicBezTo>
                  <a:cubicBezTo>
                    <a:pt x="190" y="1659"/>
                    <a:pt x="292" y="1481"/>
                    <a:pt x="433" y="1346"/>
                  </a:cubicBezTo>
                  <a:cubicBezTo>
                    <a:pt x="573" y="1216"/>
                    <a:pt x="752" y="1129"/>
                    <a:pt x="962" y="1108"/>
                  </a:cubicBezTo>
                  <a:cubicBezTo>
                    <a:pt x="1184" y="1092"/>
                    <a:pt x="1443" y="1151"/>
                    <a:pt x="1719" y="1313"/>
                  </a:cubicBezTo>
                  <a:lnTo>
                    <a:pt x="1703" y="1232"/>
                  </a:lnTo>
                  <a:cubicBezTo>
                    <a:pt x="1611" y="1216"/>
                    <a:pt x="1465" y="1173"/>
                    <a:pt x="1389" y="1054"/>
                  </a:cubicBezTo>
                  <a:cubicBezTo>
                    <a:pt x="1330" y="962"/>
                    <a:pt x="1308" y="886"/>
                    <a:pt x="1297" y="838"/>
                  </a:cubicBezTo>
                  <a:cubicBezTo>
                    <a:pt x="1297" y="838"/>
                    <a:pt x="1297" y="838"/>
                    <a:pt x="1297" y="838"/>
                  </a:cubicBezTo>
                  <a:lnTo>
                    <a:pt x="1308" y="838"/>
                  </a:lnTo>
                  <a:cubicBezTo>
                    <a:pt x="1270" y="811"/>
                    <a:pt x="1184" y="724"/>
                    <a:pt x="1146" y="622"/>
                  </a:cubicBezTo>
                  <a:cubicBezTo>
                    <a:pt x="1119" y="546"/>
                    <a:pt x="1108" y="465"/>
                    <a:pt x="1146" y="373"/>
                  </a:cubicBezTo>
                  <a:cubicBezTo>
                    <a:pt x="1189" y="249"/>
                    <a:pt x="1562" y="152"/>
                    <a:pt x="2021" y="92"/>
                  </a:cubicBezTo>
                  <a:cubicBezTo>
                    <a:pt x="2508" y="33"/>
                    <a:pt x="3091" y="0"/>
                    <a:pt x="3464" y="27"/>
                  </a:cubicBezTo>
                  <a:cubicBezTo>
                    <a:pt x="3837" y="0"/>
                    <a:pt x="4426" y="33"/>
                    <a:pt x="4906" y="92"/>
                  </a:cubicBezTo>
                  <a:cubicBezTo>
                    <a:pt x="5366" y="152"/>
                    <a:pt x="5738" y="249"/>
                    <a:pt x="5787" y="373"/>
                  </a:cubicBezTo>
                  <a:cubicBezTo>
                    <a:pt x="5819" y="465"/>
                    <a:pt x="5809" y="551"/>
                    <a:pt x="5782" y="622"/>
                  </a:cubicBezTo>
                  <a:cubicBezTo>
                    <a:pt x="5749" y="719"/>
                    <a:pt x="5674" y="795"/>
                    <a:pt x="5636" y="827"/>
                  </a:cubicBezTo>
                  <a:cubicBezTo>
                    <a:pt x="5630" y="832"/>
                    <a:pt x="5625" y="832"/>
                    <a:pt x="5620" y="838"/>
                  </a:cubicBezTo>
                  <a:lnTo>
                    <a:pt x="5630" y="838"/>
                  </a:lnTo>
                  <a:lnTo>
                    <a:pt x="5630" y="838"/>
                  </a:lnTo>
                  <a:cubicBezTo>
                    <a:pt x="5620" y="886"/>
                    <a:pt x="5598" y="962"/>
                    <a:pt x="5539" y="1054"/>
                  </a:cubicBezTo>
                  <a:cubicBezTo>
                    <a:pt x="5463" y="1173"/>
                    <a:pt x="5317" y="1216"/>
                    <a:pt x="5225" y="1232"/>
                  </a:cubicBezTo>
                  <a:lnTo>
                    <a:pt x="5209" y="1313"/>
                  </a:lnTo>
                  <a:cubicBezTo>
                    <a:pt x="5490" y="1151"/>
                    <a:pt x="5744" y="1092"/>
                    <a:pt x="5965" y="1108"/>
                  </a:cubicBezTo>
                  <a:cubicBezTo>
                    <a:pt x="6176" y="1129"/>
                    <a:pt x="6354" y="1211"/>
                    <a:pt x="6500" y="1346"/>
                  </a:cubicBezTo>
                  <a:cubicBezTo>
                    <a:pt x="6635" y="1481"/>
                    <a:pt x="6743" y="1659"/>
                    <a:pt x="6797" y="1864"/>
                  </a:cubicBezTo>
                  <a:cubicBezTo>
                    <a:pt x="6900" y="2215"/>
                    <a:pt x="6868" y="2653"/>
                    <a:pt x="6678" y="3074"/>
                  </a:cubicBezTo>
                  <a:cubicBezTo>
                    <a:pt x="6678" y="3107"/>
                    <a:pt x="6689" y="3161"/>
                    <a:pt x="6700" y="3231"/>
                  </a:cubicBezTo>
                  <a:cubicBezTo>
                    <a:pt x="6770" y="3620"/>
                    <a:pt x="6927" y="4490"/>
                    <a:pt x="6581" y="5846"/>
                  </a:cubicBezTo>
                  <a:cubicBezTo>
                    <a:pt x="6257" y="7105"/>
                    <a:pt x="5371" y="7694"/>
                    <a:pt x="4933" y="7915"/>
                  </a:cubicBezTo>
                  <a:cubicBezTo>
                    <a:pt x="5166" y="8013"/>
                    <a:pt x="5457" y="8218"/>
                    <a:pt x="5420" y="8634"/>
                  </a:cubicBezTo>
                  <a:cubicBezTo>
                    <a:pt x="5420" y="8639"/>
                    <a:pt x="5414" y="8650"/>
                    <a:pt x="5414" y="8655"/>
                  </a:cubicBezTo>
                  <a:cubicBezTo>
                    <a:pt x="5333" y="8931"/>
                    <a:pt x="4885" y="9055"/>
                    <a:pt x="4431" y="9115"/>
                  </a:cubicBezTo>
                  <a:lnTo>
                    <a:pt x="4431" y="9115"/>
                  </a:lnTo>
                  <a:close/>
                  <a:moveTo>
                    <a:pt x="5609" y="843"/>
                  </a:moveTo>
                  <a:cubicBezTo>
                    <a:pt x="5614" y="843"/>
                    <a:pt x="5620" y="838"/>
                    <a:pt x="5620" y="838"/>
                  </a:cubicBezTo>
                  <a:lnTo>
                    <a:pt x="5630" y="838"/>
                  </a:lnTo>
                  <a:cubicBezTo>
                    <a:pt x="5620" y="838"/>
                    <a:pt x="5587" y="854"/>
                    <a:pt x="5609" y="843"/>
                  </a:cubicBezTo>
                  <a:lnTo>
                    <a:pt x="5609" y="843"/>
                  </a:lnTo>
                  <a:close/>
                  <a:moveTo>
                    <a:pt x="1319" y="843"/>
                  </a:moveTo>
                  <a:cubicBezTo>
                    <a:pt x="1346" y="854"/>
                    <a:pt x="1308" y="843"/>
                    <a:pt x="1297" y="838"/>
                  </a:cubicBezTo>
                  <a:lnTo>
                    <a:pt x="1308" y="838"/>
                  </a:lnTo>
                  <a:cubicBezTo>
                    <a:pt x="1314" y="838"/>
                    <a:pt x="1319" y="843"/>
                    <a:pt x="1319" y="843"/>
                  </a:cubicBezTo>
                  <a:close/>
                  <a:moveTo>
                    <a:pt x="849" y="2648"/>
                  </a:moveTo>
                  <a:cubicBezTo>
                    <a:pt x="773" y="2437"/>
                    <a:pt x="638" y="1935"/>
                    <a:pt x="865" y="1756"/>
                  </a:cubicBezTo>
                  <a:cubicBezTo>
                    <a:pt x="871" y="1756"/>
                    <a:pt x="876" y="1751"/>
                    <a:pt x="881" y="1745"/>
                  </a:cubicBezTo>
                  <a:cubicBezTo>
                    <a:pt x="1022" y="1654"/>
                    <a:pt x="1211" y="1675"/>
                    <a:pt x="1378" y="1735"/>
                  </a:cubicBezTo>
                  <a:cubicBezTo>
                    <a:pt x="1378" y="1740"/>
                    <a:pt x="1384" y="1740"/>
                    <a:pt x="1384" y="1740"/>
                  </a:cubicBezTo>
                  <a:cubicBezTo>
                    <a:pt x="1551" y="1799"/>
                    <a:pt x="1686" y="1891"/>
                    <a:pt x="1719" y="1929"/>
                  </a:cubicBezTo>
                  <a:lnTo>
                    <a:pt x="1724" y="1935"/>
                  </a:lnTo>
                  <a:cubicBezTo>
                    <a:pt x="1746" y="1967"/>
                    <a:pt x="1746" y="2053"/>
                    <a:pt x="1746" y="2118"/>
                  </a:cubicBezTo>
                  <a:cubicBezTo>
                    <a:pt x="1508" y="2167"/>
                    <a:pt x="1303" y="2318"/>
                    <a:pt x="1108" y="2464"/>
                  </a:cubicBezTo>
                  <a:cubicBezTo>
                    <a:pt x="1022" y="2534"/>
                    <a:pt x="930" y="2599"/>
                    <a:pt x="849" y="2653"/>
                  </a:cubicBezTo>
                  <a:lnTo>
                    <a:pt x="849" y="2653"/>
                  </a:lnTo>
                  <a:close/>
                  <a:moveTo>
                    <a:pt x="1227" y="2621"/>
                  </a:moveTo>
                  <a:cubicBezTo>
                    <a:pt x="1092" y="2718"/>
                    <a:pt x="962" y="2821"/>
                    <a:pt x="833" y="2875"/>
                  </a:cubicBezTo>
                  <a:lnTo>
                    <a:pt x="827" y="2875"/>
                  </a:lnTo>
                  <a:cubicBezTo>
                    <a:pt x="779" y="2896"/>
                    <a:pt x="725" y="2869"/>
                    <a:pt x="703" y="2821"/>
                  </a:cubicBezTo>
                  <a:cubicBezTo>
                    <a:pt x="703" y="2821"/>
                    <a:pt x="341" y="1924"/>
                    <a:pt x="746" y="1605"/>
                  </a:cubicBezTo>
                  <a:cubicBezTo>
                    <a:pt x="757" y="1600"/>
                    <a:pt x="768" y="1594"/>
                    <a:pt x="773" y="1589"/>
                  </a:cubicBezTo>
                  <a:cubicBezTo>
                    <a:pt x="979" y="1448"/>
                    <a:pt x="1227" y="1475"/>
                    <a:pt x="1443" y="1556"/>
                  </a:cubicBezTo>
                  <a:cubicBezTo>
                    <a:pt x="1443" y="1556"/>
                    <a:pt x="1449" y="1556"/>
                    <a:pt x="1449" y="1556"/>
                  </a:cubicBezTo>
                  <a:cubicBezTo>
                    <a:pt x="1649" y="1632"/>
                    <a:pt x="1811" y="1751"/>
                    <a:pt x="1865" y="1805"/>
                  </a:cubicBezTo>
                  <a:cubicBezTo>
                    <a:pt x="1870" y="1810"/>
                    <a:pt x="1870" y="1810"/>
                    <a:pt x="1870" y="1816"/>
                  </a:cubicBezTo>
                  <a:lnTo>
                    <a:pt x="1881" y="1821"/>
                  </a:lnTo>
                  <a:cubicBezTo>
                    <a:pt x="1957" y="1935"/>
                    <a:pt x="1930" y="2210"/>
                    <a:pt x="1930" y="2210"/>
                  </a:cubicBezTo>
                  <a:lnTo>
                    <a:pt x="1930" y="2210"/>
                  </a:lnTo>
                  <a:cubicBezTo>
                    <a:pt x="1930" y="2259"/>
                    <a:pt x="1892" y="2296"/>
                    <a:pt x="1843" y="2302"/>
                  </a:cubicBezTo>
                  <a:cubicBezTo>
                    <a:pt x="1627" y="2318"/>
                    <a:pt x="1422" y="2469"/>
                    <a:pt x="1227" y="2621"/>
                  </a:cubicBezTo>
                  <a:close/>
                  <a:moveTo>
                    <a:pt x="6100" y="2875"/>
                  </a:moveTo>
                  <a:cubicBezTo>
                    <a:pt x="5965" y="2815"/>
                    <a:pt x="5836" y="2718"/>
                    <a:pt x="5701" y="2621"/>
                  </a:cubicBezTo>
                  <a:cubicBezTo>
                    <a:pt x="5506" y="2475"/>
                    <a:pt x="5301" y="2318"/>
                    <a:pt x="5085" y="2302"/>
                  </a:cubicBezTo>
                  <a:cubicBezTo>
                    <a:pt x="5036" y="2296"/>
                    <a:pt x="4998" y="2259"/>
                    <a:pt x="4998" y="2210"/>
                  </a:cubicBezTo>
                  <a:lnTo>
                    <a:pt x="4998" y="2210"/>
                  </a:lnTo>
                  <a:cubicBezTo>
                    <a:pt x="4998" y="2210"/>
                    <a:pt x="4971" y="1935"/>
                    <a:pt x="5047" y="1821"/>
                  </a:cubicBezTo>
                  <a:cubicBezTo>
                    <a:pt x="5052" y="1821"/>
                    <a:pt x="5052" y="1816"/>
                    <a:pt x="5058" y="1816"/>
                  </a:cubicBezTo>
                  <a:cubicBezTo>
                    <a:pt x="5058" y="1810"/>
                    <a:pt x="5063" y="1805"/>
                    <a:pt x="5063" y="1805"/>
                  </a:cubicBezTo>
                  <a:cubicBezTo>
                    <a:pt x="5117" y="1745"/>
                    <a:pt x="5285" y="1632"/>
                    <a:pt x="5479" y="1556"/>
                  </a:cubicBezTo>
                  <a:cubicBezTo>
                    <a:pt x="5695" y="1475"/>
                    <a:pt x="5949" y="1448"/>
                    <a:pt x="6154" y="1583"/>
                  </a:cubicBezTo>
                  <a:cubicBezTo>
                    <a:pt x="6165" y="1589"/>
                    <a:pt x="6171" y="1600"/>
                    <a:pt x="6181" y="1605"/>
                  </a:cubicBezTo>
                  <a:cubicBezTo>
                    <a:pt x="6587" y="1924"/>
                    <a:pt x="6225" y="2815"/>
                    <a:pt x="6225" y="2821"/>
                  </a:cubicBezTo>
                  <a:cubicBezTo>
                    <a:pt x="6208" y="2869"/>
                    <a:pt x="6149" y="2891"/>
                    <a:pt x="6100" y="2875"/>
                  </a:cubicBezTo>
                  <a:lnTo>
                    <a:pt x="6100" y="2875"/>
                  </a:lnTo>
                  <a:close/>
                  <a:moveTo>
                    <a:pt x="5819" y="2464"/>
                  </a:moveTo>
                  <a:cubicBezTo>
                    <a:pt x="5625" y="2318"/>
                    <a:pt x="5420" y="2167"/>
                    <a:pt x="5187" y="2118"/>
                  </a:cubicBezTo>
                  <a:cubicBezTo>
                    <a:pt x="5182" y="2053"/>
                    <a:pt x="5187" y="1967"/>
                    <a:pt x="5209" y="1935"/>
                  </a:cubicBezTo>
                  <a:lnTo>
                    <a:pt x="5209" y="1935"/>
                  </a:lnTo>
                  <a:lnTo>
                    <a:pt x="5209" y="1929"/>
                  </a:lnTo>
                  <a:cubicBezTo>
                    <a:pt x="5247" y="1891"/>
                    <a:pt x="5376" y="1799"/>
                    <a:pt x="5544" y="1740"/>
                  </a:cubicBezTo>
                  <a:cubicBezTo>
                    <a:pt x="5711" y="1675"/>
                    <a:pt x="5906" y="1648"/>
                    <a:pt x="6046" y="1745"/>
                  </a:cubicBezTo>
                  <a:cubicBezTo>
                    <a:pt x="6052" y="1751"/>
                    <a:pt x="6057" y="1756"/>
                    <a:pt x="6063" y="1756"/>
                  </a:cubicBezTo>
                  <a:cubicBezTo>
                    <a:pt x="6289" y="1935"/>
                    <a:pt x="6154" y="2437"/>
                    <a:pt x="6084" y="2648"/>
                  </a:cubicBezTo>
                  <a:cubicBezTo>
                    <a:pt x="5998" y="2599"/>
                    <a:pt x="5911" y="2534"/>
                    <a:pt x="5819" y="2464"/>
                  </a:cubicBezTo>
                  <a:lnTo>
                    <a:pt x="5819" y="2464"/>
                  </a:lnTo>
                  <a:close/>
                  <a:moveTo>
                    <a:pt x="5209" y="1935"/>
                  </a:moveTo>
                  <a:cubicBezTo>
                    <a:pt x="5209" y="1935"/>
                    <a:pt x="5209" y="1935"/>
                    <a:pt x="5209" y="1935"/>
                  </a:cubicBezTo>
                  <a:lnTo>
                    <a:pt x="5209" y="193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1"/>
            <p:cNvSpPr/>
            <p:nvPr/>
          </p:nvSpPr>
          <p:spPr>
            <a:xfrm>
              <a:off x="5623321" y="2420110"/>
              <a:ext cx="330769" cy="42210"/>
            </a:xfrm>
            <a:custGeom>
              <a:avLst/>
              <a:gdLst/>
              <a:ahLst/>
              <a:cxnLst/>
              <a:rect l="l" t="t" r="r" b="b"/>
              <a:pathLst>
                <a:path w="3691" h="471" extrusionOk="0">
                  <a:moveTo>
                    <a:pt x="11" y="66"/>
                  </a:moveTo>
                  <a:cubicBezTo>
                    <a:pt x="16" y="33"/>
                    <a:pt x="49" y="12"/>
                    <a:pt x="81" y="17"/>
                  </a:cubicBezTo>
                  <a:cubicBezTo>
                    <a:pt x="114" y="17"/>
                    <a:pt x="135" y="49"/>
                    <a:pt x="135" y="82"/>
                  </a:cubicBezTo>
                  <a:cubicBezTo>
                    <a:pt x="124" y="136"/>
                    <a:pt x="265" y="190"/>
                    <a:pt x="481" y="239"/>
                  </a:cubicBezTo>
                  <a:cubicBezTo>
                    <a:pt x="746" y="293"/>
                    <a:pt x="1119" y="330"/>
                    <a:pt x="1518" y="341"/>
                  </a:cubicBezTo>
                  <a:cubicBezTo>
                    <a:pt x="1918" y="352"/>
                    <a:pt x="2340" y="341"/>
                    <a:pt x="2701" y="303"/>
                  </a:cubicBezTo>
                  <a:cubicBezTo>
                    <a:pt x="3199" y="255"/>
                    <a:pt x="3566" y="174"/>
                    <a:pt x="3566" y="60"/>
                  </a:cubicBezTo>
                  <a:cubicBezTo>
                    <a:pt x="3566" y="28"/>
                    <a:pt x="3593" y="1"/>
                    <a:pt x="3625" y="1"/>
                  </a:cubicBezTo>
                  <a:cubicBezTo>
                    <a:pt x="3658" y="1"/>
                    <a:pt x="3690" y="22"/>
                    <a:pt x="3690" y="60"/>
                  </a:cubicBezTo>
                  <a:cubicBezTo>
                    <a:pt x="3690" y="249"/>
                    <a:pt x="3274" y="374"/>
                    <a:pt x="2712" y="428"/>
                  </a:cubicBezTo>
                  <a:cubicBezTo>
                    <a:pt x="2345" y="460"/>
                    <a:pt x="1918" y="471"/>
                    <a:pt x="1518" y="460"/>
                  </a:cubicBezTo>
                  <a:cubicBezTo>
                    <a:pt x="1113" y="449"/>
                    <a:pt x="730" y="411"/>
                    <a:pt x="459" y="357"/>
                  </a:cubicBezTo>
                  <a:cubicBezTo>
                    <a:pt x="173" y="293"/>
                    <a:pt x="0" y="201"/>
                    <a:pt x="1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1"/>
            <p:cNvSpPr/>
            <p:nvPr/>
          </p:nvSpPr>
          <p:spPr>
            <a:xfrm>
              <a:off x="5605846" y="2426921"/>
              <a:ext cx="366167" cy="61567"/>
            </a:xfrm>
            <a:custGeom>
              <a:avLst/>
              <a:gdLst/>
              <a:ahLst/>
              <a:cxnLst/>
              <a:rect l="l" t="t" r="r" b="b"/>
              <a:pathLst>
                <a:path w="4086" h="687" extrusionOk="0">
                  <a:moveTo>
                    <a:pt x="6" y="98"/>
                  </a:moveTo>
                  <a:cubicBezTo>
                    <a:pt x="1" y="65"/>
                    <a:pt x="28" y="38"/>
                    <a:pt x="60" y="33"/>
                  </a:cubicBezTo>
                  <a:cubicBezTo>
                    <a:pt x="92" y="33"/>
                    <a:pt x="125" y="54"/>
                    <a:pt x="130" y="87"/>
                  </a:cubicBezTo>
                  <a:cubicBezTo>
                    <a:pt x="141" y="227"/>
                    <a:pt x="325" y="335"/>
                    <a:pt x="606" y="411"/>
                  </a:cubicBezTo>
                  <a:cubicBezTo>
                    <a:pt x="962" y="508"/>
                    <a:pt x="1465" y="557"/>
                    <a:pt x="1973" y="562"/>
                  </a:cubicBezTo>
                  <a:cubicBezTo>
                    <a:pt x="2189" y="562"/>
                    <a:pt x="2410" y="557"/>
                    <a:pt x="2626" y="541"/>
                  </a:cubicBezTo>
                  <a:cubicBezTo>
                    <a:pt x="2999" y="519"/>
                    <a:pt x="3345" y="465"/>
                    <a:pt x="3593" y="379"/>
                  </a:cubicBezTo>
                  <a:cubicBezTo>
                    <a:pt x="3820" y="303"/>
                    <a:pt x="3961" y="206"/>
                    <a:pt x="3961" y="81"/>
                  </a:cubicBezTo>
                  <a:lnTo>
                    <a:pt x="3961" y="71"/>
                  </a:lnTo>
                  <a:cubicBezTo>
                    <a:pt x="3961" y="38"/>
                    <a:pt x="3988" y="6"/>
                    <a:pt x="4020" y="6"/>
                  </a:cubicBezTo>
                  <a:cubicBezTo>
                    <a:pt x="4053" y="0"/>
                    <a:pt x="4085" y="27"/>
                    <a:pt x="4085" y="60"/>
                  </a:cubicBezTo>
                  <a:lnTo>
                    <a:pt x="4085" y="81"/>
                  </a:lnTo>
                  <a:cubicBezTo>
                    <a:pt x="4085" y="265"/>
                    <a:pt x="3907" y="400"/>
                    <a:pt x="3631" y="498"/>
                  </a:cubicBezTo>
                  <a:cubicBezTo>
                    <a:pt x="3372" y="584"/>
                    <a:pt x="3015" y="638"/>
                    <a:pt x="2632" y="665"/>
                  </a:cubicBezTo>
                  <a:cubicBezTo>
                    <a:pt x="2421" y="681"/>
                    <a:pt x="2194" y="687"/>
                    <a:pt x="1973" y="681"/>
                  </a:cubicBezTo>
                  <a:cubicBezTo>
                    <a:pt x="1454" y="681"/>
                    <a:pt x="941" y="633"/>
                    <a:pt x="579" y="530"/>
                  </a:cubicBezTo>
                  <a:cubicBezTo>
                    <a:pt x="244" y="438"/>
                    <a:pt x="28" y="298"/>
                    <a:pt x="6"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1"/>
            <p:cNvSpPr/>
            <p:nvPr/>
          </p:nvSpPr>
          <p:spPr>
            <a:xfrm>
              <a:off x="5584517" y="2256022"/>
              <a:ext cx="411691" cy="39790"/>
            </a:xfrm>
            <a:custGeom>
              <a:avLst/>
              <a:gdLst/>
              <a:ahLst/>
              <a:cxnLst/>
              <a:rect l="l" t="t" r="r" b="b"/>
              <a:pathLst>
                <a:path w="4594" h="444" extrusionOk="0">
                  <a:moveTo>
                    <a:pt x="6" y="92"/>
                  </a:moveTo>
                  <a:cubicBezTo>
                    <a:pt x="1" y="60"/>
                    <a:pt x="23" y="27"/>
                    <a:pt x="55" y="22"/>
                  </a:cubicBezTo>
                  <a:cubicBezTo>
                    <a:pt x="87" y="17"/>
                    <a:pt x="120" y="38"/>
                    <a:pt x="125" y="71"/>
                  </a:cubicBezTo>
                  <a:cubicBezTo>
                    <a:pt x="136" y="135"/>
                    <a:pt x="347" y="189"/>
                    <a:pt x="665" y="233"/>
                  </a:cubicBezTo>
                  <a:cubicBezTo>
                    <a:pt x="1071" y="292"/>
                    <a:pt x="1638" y="319"/>
                    <a:pt x="2216" y="319"/>
                  </a:cubicBezTo>
                  <a:cubicBezTo>
                    <a:pt x="2848" y="324"/>
                    <a:pt x="3486" y="297"/>
                    <a:pt x="3929" y="238"/>
                  </a:cubicBezTo>
                  <a:cubicBezTo>
                    <a:pt x="4107" y="211"/>
                    <a:pt x="4253" y="184"/>
                    <a:pt x="4350" y="146"/>
                  </a:cubicBezTo>
                  <a:cubicBezTo>
                    <a:pt x="4426" y="119"/>
                    <a:pt x="4474" y="92"/>
                    <a:pt x="4474" y="76"/>
                  </a:cubicBezTo>
                  <a:lnTo>
                    <a:pt x="4474" y="76"/>
                  </a:lnTo>
                  <a:cubicBezTo>
                    <a:pt x="4469" y="38"/>
                    <a:pt x="4491" y="11"/>
                    <a:pt x="4523" y="6"/>
                  </a:cubicBezTo>
                  <a:cubicBezTo>
                    <a:pt x="4555" y="0"/>
                    <a:pt x="4588" y="22"/>
                    <a:pt x="4593" y="60"/>
                  </a:cubicBezTo>
                  <a:cubicBezTo>
                    <a:pt x="4593" y="65"/>
                    <a:pt x="4593" y="71"/>
                    <a:pt x="4593" y="76"/>
                  </a:cubicBezTo>
                  <a:cubicBezTo>
                    <a:pt x="4593" y="152"/>
                    <a:pt x="4523" y="216"/>
                    <a:pt x="4393" y="260"/>
                  </a:cubicBezTo>
                  <a:cubicBezTo>
                    <a:pt x="4285" y="297"/>
                    <a:pt x="4129" y="330"/>
                    <a:pt x="3945" y="357"/>
                  </a:cubicBezTo>
                  <a:cubicBezTo>
                    <a:pt x="3496" y="416"/>
                    <a:pt x="2848" y="443"/>
                    <a:pt x="2216" y="443"/>
                  </a:cubicBezTo>
                  <a:cubicBezTo>
                    <a:pt x="1633" y="438"/>
                    <a:pt x="1060" y="411"/>
                    <a:pt x="649" y="357"/>
                  </a:cubicBezTo>
                  <a:cubicBezTo>
                    <a:pt x="276" y="303"/>
                    <a:pt x="33" y="216"/>
                    <a:pt x="6"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1"/>
            <p:cNvSpPr/>
            <p:nvPr/>
          </p:nvSpPr>
          <p:spPr>
            <a:xfrm>
              <a:off x="5566683" y="2825358"/>
              <a:ext cx="447448" cy="61119"/>
            </a:xfrm>
            <a:custGeom>
              <a:avLst/>
              <a:gdLst/>
              <a:ahLst/>
              <a:cxnLst/>
              <a:rect l="l" t="t" r="r" b="b"/>
              <a:pathLst>
                <a:path w="4993" h="682" extrusionOk="0">
                  <a:moveTo>
                    <a:pt x="4889" y="303"/>
                  </a:moveTo>
                  <a:cubicBezTo>
                    <a:pt x="4911" y="282"/>
                    <a:pt x="4954" y="282"/>
                    <a:pt x="4976" y="309"/>
                  </a:cubicBezTo>
                  <a:cubicBezTo>
                    <a:pt x="4992" y="336"/>
                    <a:pt x="4992" y="374"/>
                    <a:pt x="4965" y="395"/>
                  </a:cubicBezTo>
                  <a:cubicBezTo>
                    <a:pt x="4781" y="547"/>
                    <a:pt x="4592" y="444"/>
                    <a:pt x="4414" y="336"/>
                  </a:cubicBezTo>
                  <a:cubicBezTo>
                    <a:pt x="4414" y="336"/>
                    <a:pt x="4409" y="336"/>
                    <a:pt x="4409" y="336"/>
                  </a:cubicBezTo>
                  <a:cubicBezTo>
                    <a:pt x="4252" y="244"/>
                    <a:pt x="4101" y="158"/>
                    <a:pt x="3982" y="325"/>
                  </a:cubicBezTo>
                  <a:cubicBezTo>
                    <a:pt x="3922" y="401"/>
                    <a:pt x="3858" y="466"/>
                    <a:pt x="3793" y="520"/>
                  </a:cubicBezTo>
                  <a:cubicBezTo>
                    <a:pt x="3668" y="606"/>
                    <a:pt x="3539" y="649"/>
                    <a:pt x="3415" y="655"/>
                  </a:cubicBezTo>
                  <a:cubicBezTo>
                    <a:pt x="3290" y="655"/>
                    <a:pt x="3171" y="622"/>
                    <a:pt x="3080" y="552"/>
                  </a:cubicBezTo>
                  <a:cubicBezTo>
                    <a:pt x="3036" y="520"/>
                    <a:pt x="2999" y="482"/>
                    <a:pt x="2966" y="439"/>
                  </a:cubicBezTo>
                  <a:cubicBezTo>
                    <a:pt x="2950" y="422"/>
                    <a:pt x="2939" y="406"/>
                    <a:pt x="2928" y="390"/>
                  </a:cubicBezTo>
                  <a:cubicBezTo>
                    <a:pt x="2853" y="314"/>
                    <a:pt x="2755" y="276"/>
                    <a:pt x="2653" y="282"/>
                  </a:cubicBezTo>
                  <a:cubicBezTo>
                    <a:pt x="2545" y="282"/>
                    <a:pt x="2431" y="325"/>
                    <a:pt x="2329" y="401"/>
                  </a:cubicBezTo>
                  <a:cubicBezTo>
                    <a:pt x="2296" y="422"/>
                    <a:pt x="2269" y="449"/>
                    <a:pt x="2242" y="476"/>
                  </a:cubicBezTo>
                  <a:cubicBezTo>
                    <a:pt x="2221" y="493"/>
                    <a:pt x="2199" y="514"/>
                    <a:pt x="2177" y="530"/>
                  </a:cubicBezTo>
                  <a:cubicBezTo>
                    <a:pt x="2048" y="638"/>
                    <a:pt x="1902" y="682"/>
                    <a:pt x="1761" y="682"/>
                  </a:cubicBezTo>
                  <a:cubicBezTo>
                    <a:pt x="1626" y="676"/>
                    <a:pt x="1497" y="617"/>
                    <a:pt x="1394" y="514"/>
                  </a:cubicBezTo>
                  <a:cubicBezTo>
                    <a:pt x="1378" y="498"/>
                    <a:pt x="1367" y="482"/>
                    <a:pt x="1356" y="466"/>
                  </a:cubicBezTo>
                  <a:cubicBezTo>
                    <a:pt x="1329" y="439"/>
                    <a:pt x="1302" y="412"/>
                    <a:pt x="1280" y="390"/>
                  </a:cubicBezTo>
                  <a:cubicBezTo>
                    <a:pt x="1216" y="330"/>
                    <a:pt x="1145" y="298"/>
                    <a:pt x="1075" y="298"/>
                  </a:cubicBezTo>
                  <a:cubicBezTo>
                    <a:pt x="1010" y="293"/>
                    <a:pt x="940" y="314"/>
                    <a:pt x="875" y="368"/>
                  </a:cubicBezTo>
                  <a:cubicBezTo>
                    <a:pt x="854" y="390"/>
                    <a:pt x="832" y="412"/>
                    <a:pt x="805" y="439"/>
                  </a:cubicBezTo>
                  <a:cubicBezTo>
                    <a:pt x="789" y="460"/>
                    <a:pt x="767" y="482"/>
                    <a:pt x="740" y="498"/>
                  </a:cubicBezTo>
                  <a:cubicBezTo>
                    <a:pt x="638" y="579"/>
                    <a:pt x="519" y="601"/>
                    <a:pt x="405" y="579"/>
                  </a:cubicBezTo>
                  <a:cubicBezTo>
                    <a:pt x="292" y="563"/>
                    <a:pt x="184" y="509"/>
                    <a:pt x="97" y="439"/>
                  </a:cubicBezTo>
                  <a:cubicBezTo>
                    <a:pt x="70" y="412"/>
                    <a:pt x="43" y="384"/>
                    <a:pt x="22" y="357"/>
                  </a:cubicBezTo>
                  <a:cubicBezTo>
                    <a:pt x="0" y="330"/>
                    <a:pt x="5" y="293"/>
                    <a:pt x="32" y="271"/>
                  </a:cubicBezTo>
                  <a:cubicBezTo>
                    <a:pt x="59" y="249"/>
                    <a:pt x="97" y="255"/>
                    <a:pt x="119" y="282"/>
                  </a:cubicBezTo>
                  <a:cubicBezTo>
                    <a:pt x="135" y="303"/>
                    <a:pt x="157" y="325"/>
                    <a:pt x="178" y="347"/>
                  </a:cubicBezTo>
                  <a:cubicBezTo>
                    <a:pt x="243" y="406"/>
                    <a:pt x="335" y="449"/>
                    <a:pt x="421" y="460"/>
                  </a:cubicBezTo>
                  <a:cubicBezTo>
                    <a:pt x="508" y="476"/>
                    <a:pt x="594" y="460"/>
                    <a:pt x="670" y="401"/>
                  </a:cubicBezTo>
                  <a:cubicBezTo>
                    <a:pt x="686" y="390"/>
                    <a:pt x="697" y="374"/>
                    <a:pt x="713" y="357"/>
                  </a:cubicBezTo>
                  <a:cubicBezTo>
                    <a:pt x="740" y="325"/>
                    <a:pt x="773" y="298"/>
                    <a:pt x="800" y="276"/>
                  </a:cubicBezTo>
                  <a:cubicBezTo>
                    <a:pt x="891" y="201"/>
                    <a:pt x="989" y="168"/>
                    <a:pt x="1081" y="174"/>
                  </a:cubicBezTo>
                  <a:cubicBezTo>
                    <a:pt x="1178" y="179"/>
                    <a:pt x="1270" y="222"/>
                    <a:pt x="1356" y="298"/>
                  </a:cubicBezTo>
                  <a:cubicBezTo>
                    <a:pt x="1389" y="325"/>
                    <a:pt x="1421" y="357"/>
                    <a:pt x="1448" y="395"/>
                  </a:cubicBezTo>
                  <a:cubicBezTo>
                    <a:pt x="1459" y="406"/>
                    <a:pt x="1470" y="417"/>
                    <a:pt x="1480" y="428"/>
                  </a:cubicBezTo>
                  <a:cubicBezTo>
                    <a:pt x="1556" y="509"/>
                    <a:pt x="1659" y="557"/>
                    <a:pt x="1767" y="557"/>
                  </a:cubicBezTo>
                  <a:cubicBezTo>
                    <a:pt x="1875" y="563"/>
                    <a:pt x="1994" y="525"/>
                    <a:pt x="2102" y="433"/>
                  </a:cubicBezTo>
                  <a:cubicBezTo>
                    <a:pt x="2118" y="422"/>
                    <a:pt x="2139" y="406"/>
                    <a:pt x="2156" y="390"/>
                  </a:cubicBezTo>
                  <a:cubicBezTo>
                    <a:pt x="2188" y="357"/>
                    <a:pt x="2221" y="330"/>
                    <a:pt x="2253" y="309"/>
                  </a:cubicBezTo>
                  <a:cubicBezTo>
                    <a:pt x="2383" y="212"/>
                    <a:pt x="2518" y="163"/>
                    <a:pt x="2647" y="158"/>
                  </a:cubicBezTo>
                  <a:cubicBezTo>
                    <a:pt x="2782" y="158"/>
                    <a:pt x="2912" y="206"/>
                    <a:pt x="3015" y="309"/>
                  </a:cubicBezTo>
                  <a:cubicBezTo>
                    <a:pt x="3031" y="325"/>
                    <a:pt x="3047" y="347"/>
                    <a:pt x="3058" y="368"/>
                  </a:cubicBezTo>
                  <a:cubicBezTo>
                    <a:pt x="3085" y="401"/>
                    <a:pt x="3117" y="428"/>
                    <a:pt x="3150" y="455"/>
                  </a:cubicBezTo>
                  <a:cubicBezTo>
                    <a:pt x="3220" y="509"/>
                    <a:pt x="3312" y="536"/>
                    <a:pt x="3415" y="536"/>
                  </a:cubicBezTo>
                  <a:cubicBezTo>
                    <a:pt x="3512" y="530"/>
                    <a:pt x="3620" y="493"/>
                    <a:pt x="3717" y="422"/>
                  </a:cubicBezTo>
                  <a:cubicBezTo>
                    <a:pt x="3777" y="379"/>
                    <a:pt x="3831" y="325"/>
                    <a:pt x="3879" y="255"/>
                  </a:cubicBezTo>
                  <a:cubicBezTo>
                    <a:pt x="4063" y="1"/>
                    <a:pt x="4263" y="114"/>
                    <a:pt x="4468" y="233"/>
                  </a:cubicBezTo>
                  <a:lnTo>
                    <a:pt x="4473" y="233"/>
                  </a:lnTo>
                  <a:cubicBezTo>
                    <a:pt x="4619" y="320"/>
                    <a:pt x="4765" y="401"/>
                    <a:pt x="4889" y="3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1"/>
            <p:cNvSpPr/>
            <p:nvPr/>
          </p:nvSpPr>
          <p:spPr>
            <a:xfrm>
              <a:off x="5678524" y="2930479"/>
              <a:ext cx="225651" cy="45615"/>
            </a:xfrm>
            <a:custGeom>
              <a:avLst/>
              <a:gdLst/>
              <a:ahLst/>
              <a:cxnLst/>
              <a:rect l="l" t="t" r="r" b="b"/>
              <a:pathLst>
                <a:path w="2518" h="509" extrusionOk="0">
                  <a:moveTo>
                    <a:pt x="43" y="125"/>
                  </a:moveTo>
                  <a:cubicBezTo>
                    <a:pt x="11" y="108"/>
                    <a:pt x="0" y="76"/>
                    <a:pt x="16" y="44"/>
                  </a:cubicBezTo>
                  <a:cubicBezTo>
                    <a:pt x="32" y="16"/>
                    <a:pt x="70" y="0"/>
                    <a:pt x="97" y="16"/>
                  </a:cubicBezTo>
                  <a:cubicBezTo>
                    <a:pt x="103" y="16"/>
                    <a:pt x="778" y="378"/>
                    <a:pt x="2437" y="11"/>
                  </a:cubicBezTo>
                  <a:cubicBezTo>
                    <a:pt x="2469" y="6"/>
                    <a:pt x="2502" y="27"/>
                    <a:pt x="2507" y="60"/>
                  </a:cubicBezTo>
                  <a:cubicBezTo>
                    <a:pt x="2518" y="92"/>
                    <a:pt x="2496" y="125"/>
                    <a:pt x="2464" y="130"/>
                  </a:cubicBezTo>
                  <a:cubicBezTo>
                    <a:pt x="762" y="508"/>
                    <a:pt x="43" y="125"/>
                    <a:pt x="43"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1"/>
            <p:cNvSpPr/>
            <p:nvPr/>
          </p:nvSpPr>
          <p:spPr>
            <a:xfrm>
              <a:off x="5622783" y="2970179"/>
              <a:ext cx="338028" cy="52874"/>
            </a:xfrm>
            <a:custGeom>
              <a:avLst/>
              <a:gdLst/>
              <a:ahLst/>
              <a:cxnLst/>
              <a:rect l="l" t="t" r="r" b="b"/>
              <a:pathLst>
                <a:path w="3772" h="590" extrusionOk="0">
                  <a:moveTo>
                    <a:pt x="6" y="81"/>
                  </a:moveTo>
                  <a:cubicBezTo>
                    <a:pt x="1" y="49"/>
                    <a:pt x="17" y="17"/>
                    <a:pt x="49" y="6"/>
                  </a:cubicBezTo>
                  <a:cubicBezTo>
                    <a:pt x="82" y="0"/>
                    <a:pt x="114" y="17"/>
                    <a:pt x="125" y="49"/>
                  </a:cubicBezTo>
                  <a:cubicBezTo>
                    <a:pt x="125" y="54"/>
                    <a:pt x="217" y="465"/>
                    <a:pt x="1827" y="443"/>
                  </a:cubicBezTo>
                  <a:cubicBezTo>
                    <a:pt x="3453" y="416"/>
                    <a:pt x="3648" y="44"/>
                    <a:pt x="3648" y="44"/>
                  </a:cubicBezTo>
                  <a:cubicBezTo>
                    <a:pt x="3664" y="11"/>
                    <a:pt x="3702" y="6"/>
                    <a:pt x="3729" y="22"/>
                  </a:cubicBezTo>
                  <a:cubicBezTo>
                    <a:pt x="3761" y="38"/>
                    <a:pt x="3772" y="76"/>
                    <a:pt x="3756" y="103"/>
                  </a:cubicBezTo>
                  <a:cubicBezTo>
                    <a:pt x="3750" y="103"/>
                    <a:pt x="3523" y="535"/>
                    <a:pt x="1827" y="562"/>
                  </a:cubicBezTo>
                  <a:cubicBezTo>
                    <a:pt x="125" y="589"/>
                    <a:pt x="6" y="81"/>
                    <a:pt x="6" y="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1"/>
            <p:cNvSpPr/>
            <p:nvPr/>
          </p:nvSpPr>
          <p:spPr>
            <a:xfrm>
              <a:off x="5634433" y="2951808"/>
              <a:ext cx="315266" cy="41672"/>
            </a:xfrm>
            <a:custGeom>
              <a:avLst/>
              <a:gdLst/>
              <a:ahLst/>
              <a:cxnLst/>
              <a:rect l="l" t="t" r="r" b="b"/>
              <a:pathLst>
                <a:path w="3518" h="465" extrusionOk="0">
                  <a:moveTo>
                    <a:pt x="11" y="86"/>
                  </a:moveTo>
                  <a:cubicBezTo>
                    <a:pt x="0" y="54"/>
                    <a:pt x="17" y="22"/>
                    <a:pt x="49" y="11"/>
                  </a:cubicBezTo>
                  <a:cubicBezTo>
                    <a:pt x="81" y="0"/>
                    <a:pt x="114" y="16"/>
                    <a:pt x="125" y="49"/>
                  </a:cubicBezTo>
                  <a:cubicBezTo>
                    <a:pt x="125" y="49"/>
                    <a:pt x="206" y="346"/>
                    <a:pt x="1708" y="324"/>
                  </a:cubicBezTo>
                  <a:cubicBezTo>
                    <a:pt x="3215" y="308"/>
                    <a:pt x="3399" y="38"/>
                    <a:pt x="3399" y="38"/>
                  </a:cubicBezTo>
                  <a:cubicBezTo>
                    <a:pt x="3420" y="11"/>
                    <a:pt x="3458" y="5"/>
                    <a:pt x="3485" y="27"/>
                  </a:cubicBezTo>
                  <a:cubicBezTo>
                    <a:pt x="3512" y="43"/>
                    <a:pt x="3518" y="81"/>
                    <a:pt x="3496" y="108"/>
                  </a:cubicBezTo>
                  <a:cubicBezTo>
                    <a:pt x="3496" y="108"/>
                    <a:pt x="3280" y="427"/>
                    <a:pt x="1708" y="448"/>
                  </a:cubicBezTo>
                  <a:cubicBezTo>
                    <a:pt x="119" y="465"/>
                    <a:pt x="11" y="86"/>
                    <a:pt x="11" y="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1"/>
            <p:cNvSpPr/>
            <p:nvPr/>
          </p:nvSpPr>
          <p:spPr>
            <a:xfrm>
              <a:off x="5731756" y="2579897"/>
              <a:ext cx="69810" cy="87736"/>
            </a:xfrm>
            <a:custGeom>
              <a:avLst/>
              <a:gdLst/>
              <a:ahLst/>
              <a:cxnLst/>
              <a:rect l="l" t="t" r="r" b="b"/>
              <a:pathLst>
                <a:path w="779" h="979" extrusionOk="0">
                  <a:moveTo>
                    <a:pt x="632" y="957"/>
                  </a:moveTo>
                  <a:cubicBezTo>
                    <a:pt x="611" y="973"/>
                    <a:pt x="578" y="979"/>
                    <a:pt x="535" y="979"/>
                  </a:cubicBezTo>
                  <a:cubicBezTo>
                    <a:pt x="492" y="973"/>
                    <a:pt x="443" y="962"/>
                    <a:pt x="395" y="941"/>
                  </a:cubicBezTo>
                  <a:cubicBezTo>
                    <a:pt x="346" y="919"/>
                    <a:pt x="303" y="887"/>
                    <a:pt x="265" y="838"/>
                  </a:cubicBezTo>
                  <a:cubicBezTo>
                    <a:pt x="216" y="784"/>
                    <a:pt x="189" y="708"/>
                    <a:pt x="195" y="617"/>
                  </a:cubicBezTo>
                  <a:lnTo>
                    <a:pt x="195" y="617"/>
                  </a:lnTo>
                  <a:cubicBezTo>
                    <a:pt x="216" y="460"/>
                    <a:pt x="162" y="401"/>
                    <a:pt x="114" y="346"/>
                  </a:cubicBezTo>
                  <a:cubicBezTo>
                    <a:pt x="49" y="276"/>
                    <a:pt x="0" y="217"/>
                    <a:pt x="108" y="22"/>
                  </a:cubicBezTo>
                  <a:cubicBezTo>
                    <a:pt x="114" y="6"/>
                    <a:pt x="135" y="1"/>
                    <a:pt x="146" y="6"/>
                  </a:cubicBezTo>
                  <a:cubicBezTo>
                    <a:pt x="157" y="12"/>
                    <a:pt x="162" y="22"/>
                    <a:pt x="162" y="28"/>
                  </a:cubicBezTo>
                  <a:cubicBezTo>
                    <a:pt x="189" y="147"/>
                    <a:pt x="260" y="157"/>
                    <a:pt x="341" y="168"/>
                  </a:cubicBezTo>
                  <a:cubicBezTo>
                    <a:pt x="460" y="190"/>
                    <a:pt x="578" y="211"/>
                    <a:pt x="589" y="482"/>
                  </a:cubicBezTo>
                  <a:cubicBezTo>
                    <a:pt x="589" y="509"/>
                    <a:pt x="611" y="541"/>
                    <a:pt x="638" y="584"/>
                  </a:cubicBezTo>
                  <a:cubicBezTo>
                    <a:pt x="703" y="681"/>
                    <a:pt x="778" y="800"/>
                    <a:pt x="638" y="952"/>
                  </a:cubicBezTo>
                  <a:cubicBezTo>
                    <a:pt x="638" y="952"/>
                    <a:pt x="632" y="957"/>
                    <a:pt x="632" y="957"/>
                  </a:cubicBezTo>
                  <a:close/>
                  <a:moveTo>
                    <a:pt x="541" y="914"/>
                  </a:moveTo>
                  <a:cubicBezTo>
                    <a:pt x="562" y="919"/>
                    <a:pt x="584" y="914"/>
                    <a:pt x="595" y="908"/>
                  </a:cubicBezTo>
                  <a:cubicBezTo>
                    <a:pt x="697" y="795"/>
                    <a:pt x="638" y="698"/>
                    <a:pt x="584" y="617"/>
                  </a:cubicBezTo>
                  <a:cubicBezTo>
                    <a:pt x="557" y="568"/>
                    <a:pt x="530" y="525"/>
                    <a:pt x="530" y="487"/>
                  </a:cubicBezTo>
                  <a:cubicBezTo>
                    <a:pt x="519" y="260"/>
                    <a:pt x="422" y="244"/>
                    <a:pt x="330" y="228"/>
                  </a:cubicBezTo>
                  <a:cubicBezTo>
                    <a:pt x="249" y="217"/>
                    <a:pt x="173" y="206"/>
                    <a:pt x="130" y="114"/>
                  </a:cubicBezTo>
                  <a:cubicBezTo>
                    <a:pt x="87" y="222"/>
                    <a:pt x="119" y="260"/>
                    <a:pt x="162" y="309"/>
                  </a:cubicBezTo>
                  <a:cubicBezTo>
                    <a:pt x="216" y="368"/>
                    <a:pt x="276" y="438"/>
                    <a:pt x="254" y="622"/>
                  </a:cubicBezTo>
                  <a:cubicBezTo>
                    <a:pt x="254" y="698"/>
                    <a:pt x="276" y="757"/>
                    <a:pt x="314" y="800"/>
                  </a:cubicBezTo>
                  <a:cubicBezTo>
                    <a:pt x="341" y="838"/>
                    <a:pt x="379" y="865"/>
                    <a:pt x="422" y="887"/>
                  </a:cubicBezTo>
                  <a:cubicBezTo>
                    <a:pt x="460" y="903"/>
                    <a:pt x="503" y="914"/>
                    <a:pt x="535" y="9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1"/>
            <p:cNvSpPr/>
            <p:nvPr/>
          </p:nvSpPr>
          <p:spPr>
            <a:xfrm>
              <a:off x="5741434" y="2589576"/>
              <a:ext cx="46062" cy="73666"/>
            </a:xfrm>
            <a:custGeom>
              <a:avLst/>
              <a:gdLst/>
              <a:ahLst/>
              <a:cxnLst/>
              <a:rect l="l" t="t" r="r" b="b"/>
              <a:pathLst>
                <a:path w="514" h="822" extrusionOk="0">
                  <a:moveTo>
                    <a:pt x="22" y="12"/>
                  </a:moveTo>
                  <a:cubicBezTo>
                    <a:pt x="0" y="98"/>
                    <a:pt x="76" y="147"/>
                    <a:pt x="135" y="195"/>
                  </a:cubicBezTo>
                  <a:cubicBezTo>
                    <a:pt x="217" y="266"/>
                    <a:pt x="325" y="352"/>
                    <a:pt x="346" y="460"/>
                  </a:cubicBezTo>
                  <a:cubicBezTo>
                    <a:pt x="368" y="541"/>
                    <a:pt x="368" y="627"/>
                    <a:pt x="395" y="703"/>
                  </a:cubicBezTo>
                  <a:cubicBezTo>
                    <a:pt x="411" y="746"/>
                    <a:pt x="449" y="822"/>
                    <a:pt x="497" y="811"/>
                  </a:cubicBezTo>
                  <a:cubicBezTo>
                    <a:pt x="514" y="806"/>
                    <a:pt x="514" y="784"/>
                    <a:pt x="497" y="784"/>
                  </a:cubicBezTo>
                  <a:cubicBezTo>
                    <a:pt x="438" y="768"/>
                    <a:pt x="422" y="682"/>
                    <a:pt x="411" y="627"/>
                  </a:cubicBezTo>
                  <a:cubicBezTo>
                    <a:pt x="395" y="563"/>
                    <a:pt x="384" y="492"/>
                    <a:pt x="362" y="428"/>
                  </a:cubicBezTo>
                  <a:cubicBezTo>
                    <a:pt x="341" y="347"/>
                    <a:pt x="271" y="287"/>
                    <a:pt x="211" y="233"/>
                  </a:cubicBezTo>
                  <a:cubicBezTo>
                    <a:pt x="152" y="179"/>
                    <a:pt x="17" y="109"/>
                    <a:pt x="33" y="12"/>
                  </a:cubicBezTo>
                  <a:cubicBezTo>
                    <a:pt x="33" y="6"/>
                    <a:pt x="22" y="1"/>
                    <a:pt x="22"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1"/>
            <p:cNvSpPr/>
            <p:nvPr/>
          </p:nvSpPr>
          <p:spPr>
            <a:xfrm>
              <a:off x="5752546" y="2624975"/>
              <a:ext cx="28229" cy="30111"/>
            </a:xfrm>
            <a:custGeom>
              <a:avLst/>
              <a:gdLst/>
              <a:ahLst/>
              <a:cxnLst/>
              <a:rect l="l" t="t" r="r" b="b"/>
              <a:pathLst>
                <a:path w="315" h="336" extrusionOk="0">
                  <a:moveTo>
                    <a:pt x="1" y="11"/>
                  </a:moveTo>
                  <a:cubicBezTo>
                    <a:pt x="28" y="70"/>
                    <a:pt x="65" y="103"/>
                    <a:pt x="125" y="130"/>
                  </a:cubicBezTo>
                  <a:cubicBezTo>
                    <a:pt x="179" y="151"/>
                    <a:pt x="222" y="168"/>
                    <a:pt x="255" y="222"/>
                  </a:cubicBezTo>
                  <a:cubicBezTo>
                    <a:pt x="271" y="259"/>
                    <a:pt x="276" y="303"/>
                    <a:pt x="303" y="330"/>
                  </a:cubicBezTo>
                  <a:cubicBezTo>
                    <a:pt x="309" y="335"/>
                    <a:pt x="314" y="330"/>
                    <a:pt x="314" y="324"/>
                  </a:cubicBezTo>
                  <a:cubicBezTo>
                    <a:pt x="303" y="259"/>
                    <a:pt x="265" y="184"/>
                    <a:pt x="211" y="146"/>
                  </a:cubicBezTo>
                  <a:cubicBezTo>
                    <a:pt x="184" y="124"/>
                    <a:pt x="141" y="114"/>
                    <a:pt x="109" y="103"/>
                  </a:cubicBezTo>
                  <a:cubicBezTo>
                    <a:pt x="65" y="81"/>
                    <a:pt x="33" y="49"/>
                    <a:pt x="11" y="6"/>
                  </a:cubicBezTo>
                  <a:cubicBezTo>
                    <a:pt x="11" y="0"/>
                    <a:pt x="1" y="6"/>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1"/>
            <p:cNvSpPr/>
            <p:nvPr/>
          </p:nvSpPr>
          <p:spPr>
            <a:xfrm>
              <a:off x="5764196" y="2599792"/>
              <a:ext cx="9230" cy="28140"/>
            </a:xfrm>
            <a:custGeom>
              <a:avLst/>
              <a:gdLst/>
              <a:ahLst/>
              <a:cxnLst/>
              <a:rect l="l" t="t" r="r" b="b"/>
              <a:pathLst>
                <a:path w="103" h="314" extrusionOk="0">
                  <a:moveTo>
                    <a:pt x="6" y="11"/>
                  </a:moveTo>
                  <a:cubicBezTo>
                    <a:pt x="54" y="54"/>
                    <a:pt x="71" y="114"/>
                    <a:pt x="71" y="179"/>
                  </a:cubicBezTo>
                  <a:cubicBezTo>
                    <a:pt x="76" y="222"/>
                    <a:pt x="71" y="270"/>
                    <a:pt x="92" y="308"/>
                  </a:cubicBezTo>
                  <a:cubicBezTo>
                    <a:pt x="92" y="314"/>
                    <a:pt x="98" y="308"/>
                    <a:pt x="103" y="303"/>
                  </a:cubicBezTo>
                  <a:cubicBezTo>
                    <a:pt x="103" y="249"/>
                    <a:pt x="98" y="184"/>
                    <a:pt x="87" y="135"/>
                  </a:cubicBezTo>
                  <a:cubicBezTo>
                    <a:pt x="76" y="76"/>
                    <a:pt x="60" y="38"/>
                    <a:pt x="11" y="0"/>
                  </a:cubicBezTo>
                  <a:cubicBezTo>
                    <a:pt x="6" y="0"/>
                    <a:pt x="0" y="6"/>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1"/>
            <p:cNvSpPr/>
            <p:nvPr/>
          </p:nvSpPr>
          <p:spPr>
            <a:xfrm>
              <a:off x="6022200" y="2467070"/>
              <a:ext cx="49019" cy="44181"/>
            </a:xfrm>
            <a:custGeom>
              <a:avLst/>
              <a:gdLst/>
              <a:ahLst/>
              <a:cxnLst/>
              <a:rect l="l" t="t" r="r" b="b"/>
              <a:pathLst>
                <a:path w="547" h="493" extrusionOk="0">
                  <a:moveTo>
                    <a:pt x="114" y="6"/>
                  </a:moveTo>
                  <a:cubicBezTo>
                    <a:pt x="1" y="120"/>
                    <a:pt x="131" y="287"/>
                    <a:pt x="228" y="357"/>
                  </a:cubicBezTo>
                  <a:cubicBezTo>
                    <a:pt x="298" y="411"/>
                    <a:pt x="536" y="493"/>
                    <a:pt x="547" y="336"/>
                  </a:cubicBezTo>
                  <a:cubicBezTo>
                    <a:pt x="547" y="325"/>
                    <a:pt x="530" y="314"/>
                    <a:pt x="520" y="325"/>
                  </a:cubicBezTo>
                  <a:cubicBezTo>
                    <a:pt x="487" y="347"/>
                    <a:pt x="460" y="374"/>
                    <a:pt x="417" y="374"/>
                  </a:cubicBezTo>
                  <a:cubicBezTo>
                    <a:pt x="358" y="374"/>
                    <a:pt x="298" y="347"/>
                    <a:pt x="255" y="314"/>
                  </a:cubicBezTo>
                  <a:cubicBezTo>
                    <a:pt x="206" y="287"/>
                    <a:pt x="163" y="244"/>
                    <a:pt x="136" y="195"/>
                  </a:cubicBezTo>
                  <a:cubicBezTo>
                    <a:pt x="98" y="131"/>
                    <a:pt x="109" y="82"/>
                    <a:pt x="131" y="17"/>
                  </a:cubicBezTo>
                  <a:cubicBezTo>
                    <a:pt x="136" y="6"/>
                    <a:pt x="120" y="1"/>
                    <a:pt x="114"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1"/>
            <p:cNvSpPr/>
            <p:nvPr/>
          </p:nvSpPr>
          <p:spPr>
            <a:xfrm>
              <a:off x="6026143" y="2469489"/>
              <a:ext cx="48482" cy="32083"/>
            </a:xfrm>
            <a:custGeom>
              <a:avLst/>
              <a:gdLst/>
              <a:ahLst/>
              <a:cxnLst/>
              <a:rect l="l" t="t" r="r" b="b"/>
              <a:pathLst>
                <a:path w="541" h="358" extrusionOk="0">
                  <a:moveTo>
                    <a:pt x="70" y="12"/>
                  </a:moveTo>
                  <a:cubicBezTo>
                    <a:pt x="0" y="104"/>
                    <a:pt x="135" y="206"/>
                    <a:pt x="205" y="244"/>
                  </a:cubicBezTo>
                  <a:cubicBezTo>
                    <a:pt x="276" y="282"/>
                    <a:pt x="486" y="357"/>
                    <a:pt x="535" y="260"/>
                  </a:cubicBezTo>
                  <a:cubicBezTo>
                    <a:pt x="540" y="249"/>
                    <a:pt x="535" y="239"/>
                    <a:pt x="519" y="239"/>
                  </a:cubicBezTo>
                  <a:cubicBezTo>
                    <a:pt x="492" y="239"/>
                    <a:pt x="459" y="255"/>
                    <a:pt x="427" y="255"/>
                  </a:cubicBezTo>
                  <a:cubicBezTo>
                    <a:pt x="378" y="255"/>
                    <a:pt x="324" y="244"/>
                    <a:pt x="276" y="228"/>
                  </a:cubicBezTo>
                  <a:cubicBezTo>
                    <a:pt x="178" y="190"/>
                    <a:pt x="87" y="131"/>
                    <a:pt x="103" y="17"/>
                  </a:cubicBezTo>
                  <a:cubicBezTo>
                    <a:pt x="103" y="1"/>
                    <a:pt x="81" y="1"/>
                    <a:pt x="70"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1"/>
            <p:cNvSpPr/>
            <p:nvPr/>
          </p:nvSpPr>
          <p:spPr>
            <a:xfrm>
              <a:off x="6005800" y="2362039"/>
              <a:ext cx="58160" cy="95443"/>
            </a:xfrm>
            <a:custGeom>
              <a:avLst/>
              <a:gdLst/>
              <a:ahLst/>
              <a:cxnLst/>
              <a:rect l="l" t="t" r="r" b="b"/>
              <a:pathLst>
                <a:path w="649" h="1065" extrusionOk="0">
                  <a:moveTo>
                    <a:pt x="530" y="1059"/>
                  </a:moveTo>
                  <a:cubicBezTo>
                    <a:pt x="616" y="833"/>
                    <a:pt x="649" y="562"/>
                    <a:pt x="524" y="346"/>
                  </a:cubicBezTo>
                  <a:cubicBezTo>
                    <a:pt x="432" y="184"/>
                    <a:pt x="206" y="0"/>
                    <a:pt x="11" y="109"/>
                  </a:cubicBezTo>
                  <a:cubicBezTo>
                    <a:pt x="0" y="114"/>
                    <a:pt x="6" y="136"/>
                    <a:pt x="16" y="136"/>
                  </a:cubicBezTo>
                  <a:cubicBezTo>
                    <a:pt x="233" y="119"/>
                    <a:pt x="384" y="217"/>
                    <a:pt x="492" y="400"/>
                  </a:cubicBezTo>
                  <a:cubicBezTo>
                    <a:pt x="600" y="584"/>
                    <a:pt x="573" y="860"/>
                    <a:pt x="524" y="1059"/>
                  </a:cubicBezTo>
                  <a:cubicBezTo>
                    <a:pt x="519" y="1065"/>
                    <a:pt x="530" y="1065"/>
                    <a:pt x="535" y="10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1"/>
            <p:cNvSpPr/>
            <p:nvPr/>
          </p:nvSpPr>
          <p:spPr>
            <a:xfrm>
              <a:off x="5509061" y="2468055"/>
              <a:ext cx="48482" cy="41762"/>
            </a:xfrm>
            <a:custGeom>
              <a:avLst/>
              <a:gdLst/>
              <a:ahLst/>
              <a:cxnLst/>
              <a:rect l="l" t="t" r="r" b="b"/>
              <a:pathLst>
                <a:path w="541" h="466" extrusionOk="0">
                  <a:moveTo>
                    <a:pt x="411" y="44"/>
                  </a:moveTo>
                  <a:cubicBezTo>
                    <a:pt x="459" y="152"/>
                    <a:pt x="400" y="249"/>
                    <a:pt x="308" y="309"/>
                  </a:cubicBezTo>
                  <a:cubicBezTo>
                    <a:pt x="265" y="336"/>
                    <a:pt x="216" y="352"/>
                    <a:pt x="162" y="352"/>
                  </a:cubicBezTo>
                  <a:cubicBezTo>
                    <a:pt x="103" y="357"/>
                    <a:pt x="76" y="314"/>
                    <a:pt x="27" y="287"/>
                  </a:cubicBezTo>
                  <a:cubicBezTo>
                    <a:pt x="11" y="282"/>
                    <a:pt x="0" y="292"/>
                    <a:pt x="0" y="309"/>
                  </a:cubicBezTo>
                  <a:cubicBezTo>
                    <a:pt x="22" y="465"/>
                    <a:pt x="249" y="411"/>
                    <a:pt x="335" y="357"/>
                  </a:cubicBezTo>
                  <a:cubicBezTo>
                    <a:pt x="443" y="292"/>
                    <a:pt x="540" y="136"/>
                    <a:pt x="443" y="17"/>
                  </a:cubicBezTo>
                  <a:cubicBezTo>
                    <a:pt x="427" y="1"/>
                    <a:pt x="405" y="22"/>
                    <a:pt x="411"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1"/>
            <p:cNvSpPr/>
            <p:nvPr/>
          </p:nvSpPr>
          <p:spPr>
            <a:xfrm>
              <a:off x="5510942" y="2469489"/>
              <a:ext cx="56278" cy="50007"/>
            </a:xfrm>
            <a:custGeom>
              <a:avLst/>
              <a:gdLst/>
              <a:ahLst/>
              <a:cxnLst/>
              <a:rect l="l" t="t" r="r" b="b"/>
              <a:pathLst>
                <a:path w="628" h="558" extrusionOk="0">
                  <a:moveTo>
                    <a:pt x="455" y="23"/>
                  </a:moveTo>
                  <a:cubicBezTo>
                    <a:pt x="541" y="152"/>
                    <a:pt x="476" y="266"/>
                    <a:pt x="363" y="352"/>
                  </a:cubicBezTo>
                  <a:cubicBezTo>
                    <a:pt x="314" y="390"/>
                    <a:pt x="255" y="417"/>
                    <a:pt x="195" y="428"/>
                  </a:cubicBezTo>
                  <a:cubicBezTo>
                    <a:pt x="125" y="444"/>
                    <a:pt x="87" y="412"/>
                    <a:pt x="28" y="374"/>
                  </a:cubicBezTo>
                  <a:cubicBezTo>
                    <a:pt x="17" y="368"/>
                    <a:pt x="1" y="379"/>
                    <a:pt x="1" y="395"/>
                  </a:cubicBezTo>
                  <a:cubicBezTo>
                    <a:pt x="55" y="557"/>
                    <a:pt x="314" y="444"/>
                    <a:pt x="401" y="384"/>
                  </a:cubicBezTo>
                  <a:cubicBezTo>
                    <a:pt x="503" y="303"/>
                    <a:pt x="627" y="104"/>
                    <a:pt x="471" y="6"/>
                  </a:cubicBezTo>
                  <a:cubicBezTo>
                    <a:pt x="460" y="1"/>
                    <a:pt x="449" y="12"/>
                    <a:pt x="455" y="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1"/>
            <p:cNvSpPr/>
            <p:nvPr/>
          </p:nvSpPr>
          <p:spPr>
            <a:xfrm>
              <a:off x="5519635" y="2359619"/>
              <a:ext cx="63537" cy="96428"/>
            </a:xfrm>
            <a:custGeom>
              <a:avLst/>
              <a:gdLst/>
              <a:ahLst/>
              <a:cxnLst/>
              <a:rect l="l" t="t" r="r" b="b"/>
              <a:pathLst>
                <a:path w="709" h="1076" extrusionOk="0">
                  <a:moveTo>
                    <a:pt x="98" y="1054"/>
                  </a:moveTo>
                  <a:cubicBezTo>
                    <a:pt x="50" y="843"/>
                    <a:pt x="66" y="616"/>
                    <a:pt x="152" y="416"/>
                  </a:cubicBezTo>
                  <a:cubicBezTo>
                    <a:pt x="201" y="319"/>
                    <a:pt x="266" y="233"/>
                    <a:pt x="358" y="173"/>
                  </a:cubicBezTo>
                  <a:cubicBezTo>
                    <a:pt x="460" y="109"/>
                    <a:pt x="574" y="109"/>
                    <a:pt x="687" y="109"/>
                  </a:cubicBezTo>
                  <a:cubicBezTo>
                    <a:pt x="709" y="109"/>
                    <a:pt x="709" y="82"/>
                    <a:pt x="693" y="76"/>
                  </a:cubicBezTo>
                  <a:cubicBezTo>
                    <a:pt x="460" y="0"/>
                    <a:pt x="244" y="157"/>
                    <a:pt x="136" y="352"/>
                  </a:cubicBezTo>
                  <a:cubicBezTo>
                    <a:pt x="17" y="562"/>
                    <a:pt x="1" y="832"/>
                    <a:pt x="77" y="1059"/>
                  </a:cubicBezTo>
                  <a:cubicBezTo>
                    <a:pt x="82" y="1076"/>
                    <a:pt x="104" y="1065"/>
                    <a:pt x="98" y="10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1"/>
            <p:cNvSpPr/>
            <p:nvPr/>
          </p:nvSpPr>
          <p:spPr>
            <a:xfrm>
              <a:off x="5640258" y="2359171"/>
              <a:ext cx="16041" cy="45078"/>
            </a:xfrm>
            <a:custGeom>
              <a:avLst/>
              <a:gdLst/>
              <a:ahLst/>
              <a:cxnLst/>
              <a:rect l="l" t="t" r="r" b="b"/>
              <a:pathLst>
                <a:path w="179" h="503" extrusionOk="0">
                  <a:moveTo>
                    <a:pt x="11" y="27"/>
                  </a:moveTo>
                  <a:cubicBezTo>
                    <a:pt x="81" y="81"/>
                    <a:pt x="114" y="146"/>
                    <a:pt x="119" y="232"/>
                  </a:cubicBezTo>
                  <a:cubicBezTo>
                    <a:pt x="124" y="308"/>
                    <a:pt x="114" y="367"/>
                    <a:pt x="49" y="400"/>
                  </a:cubicBezTo>
                  <a:cubicBezTo>
                    <a:pt x="33" y="405"/>
                    <a:pt x="38" y="427"/>
                    <a:pt x="49" y="438"/>
                  </a:cubicBezTo>
                  <a:cubicBezTo>
                    <a:pt x="141" y="503"/>
                    <a:pt x="179" y="313"/>
                    <a:pt x="179" y="265"/>
                  </a:cubicBezTo>
                  <a:cubicBezTo>
                    <a:pt x="179" y="178"/>
                    <a:pt x="135" y="0"/>
                    <a:pt x="22" y="0"/>
                  </a:cubicBezTo>
                  <a:cubicBezTo>
                    <a:pt x="11" y="0"/>
                    <a:pt x="0" y="16"/>
                    <a:pt x="11"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1"/>
            <p:cNvSpPr/>
            <p:nvPr/>
          </p:nvSpPr>
          <p:spPr>
            <a:xfrm>
              <a:off x="5632461" y="2360605"/>
              <a:ext cx="15145" cy="32979"/>
            </a:xfrm>
            <a:custGeom>
              <a:avLst/>
              <a:gdLst/>
              <a:ahLst/>
              <a:cxnLst/>
              <a:rect l="l" t="t" r="r" b="b"/>
              <a:pathLst>
                <a:path w="169" h="368" extrusionOk="0">
                  <a:moveTo>
                    <a:pt x="93" y="27"/>
                  </a:moveTo>
                  <a:cubicBezTo>
                    <a:pt x="125" y="81"/>
                    <a:pt x="125" y="152"/>
                    <a:pt x="103" y="211"/>
                  </a:cubicBezTo>
                  <a:cubicBezTo>
                    <a:pt x="87" y="270"/>
                    <a:pt x="44" y="297"/>
                    <a:pt x="12" y="341"/>
                  </a:cubicBezTo>
                  <a:cubicBezTo>
                    <a:pt x="1" y="351"/>
                    <a:pt x="12" y="368"/>
                    <a:pt x="22" y="368"/>
                  </a:cubicBezTo>
                  <a:cubicBezTo>
                    <a:pt x="87" y="362"/>
                    <a:pt x="130" y="281"/>
                    <a:pt x="147" y="222"/>
                  </a:cubicBezTo>
                  <a:cubicBezTo>
                    <a:pt x="168" y="152"/>
                    <a:pt x="157" y="76"/>
                    <a:pt x="114" y="16"/>
                  </a:cubicBezTo>
                  <a:cubicBezTo>
                    <a:pt x="103" y="0"/>
                    <a:pt x="82" y="11"/>
                    <a:pt x="93"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1"/>
            <p:cNvSpPr/>
            <p:nvPr/>
          </p:nvSpPr>
          <p:spPr>
            <a:xfrm>
              <a:off x="5928820" y="2353346"/>
              <a:ext cx="11202" cy="44092"/>
            </a:xfrm>
            <a:custGeom>
              <a:avLst/>
              <a:gdLst/>
              <a:ahLst/>
              <a:cxnLst/>
              <a:rect l="l" t="t" r="r" b="b"/>
              <a:pathLst>
                <a:path w="125" h="492" extrusionOk="0">
                  <a:moveTo>
                    <a:pt x="97" y="11"/>
                  </a:moveTo>
                  <a:cubicBezTo>
                    <a:pt x="22" y="65"/>
                    <a:pt x="6" y="146"/>
                    <a:pt x="6" y="227"/>
                  </a:cubicBezTo>
                  <a:cubicBezTo>
                    <a:pt x="0" y="308"/>
                    <a:pt x="22" y="438"/>
                    <a:pt x="97" y="481"/>
                  </a:cubicBezTo>
                  <a:cubicBezTo>
                    <a:pt x="108" y="492"/>
                    <a:pt x="125" y="476"/>
                    <a:pt x="119" y="465"/>
                  </a:cubicBezTo>
                  <a:cubicBezTo>
                    <a:pt x="108" y="405"/>
                    <a:pt x="70" y="351"/>
                    <a:pt x="60" y="292"/>
                  </a:cubicBezTo>
                  <a:cubicBezTo>
                    <a:pt x="43" y="200"/>
                    <a:pt x="54" y="103"/>
                    <a:pt x="114" y="33"/>
                  </a:cubicBezTo>
                  <a:cubicBezTo>
                    <a:pt x="125" y="22"/>
                    <a:pt x="114" y="0"/>
                    <a:pt x="97"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1"/>
            <p:cNvSpPr/>
            <p:nvPr/>
          </p:nvSpPr>
          <p:spPr>
            <a:xfrm>
              <a:off x="5936527" y="2357647"/>
              <a:ext cx="10754" cy="34055"/>
            </a:xfrm>
            <a:custGeom>
              <a:avLst/>
              <a:gdLst/>
              <a:ahLst/>
              <a:cxnLst/>
              <a:rect l="l" t="t" r="r" b="b"/>
              <a:pathLst>
                <a:path w="120" h="380" extrusionOk="0">
                  <a:moveTo>
                    <a:pt x="49" y="12"/>
                  </a:moveTo>
                  <a:cubicBezTo>
                    <a:pt x="17" y="87"/>
                    <a:pt x="1" y="158"/>
                    <a:pt x="6" y="239"/>
                  </a:cubicBezTo>
                  <a:cubicBezTo>
                    <a:pt x="11" y="287"/>
                    <a:pt x="39" y="374"/>
                    <a:pt x="103" y="379"/>
                  </a:cubicBezTo>
                  <a:cubicBezTo>
                    <a:pt x="114" y="379"/>
                    <a:pt x="120" y="368"/>
                    <a:pt x="120" y="357"/>
                  </a:cubicBezTo>
                  <a:cubicBezTo>
                    <a:pt x="114" y="336"/>
                    <a:pt x="98" y="320"/>
                    <a:pt x="82" y="303"/>
                  </a:cubicBezTo>
                  <a:cubicBezTo>
                    <a:pt x="66" y="271"/>
                    <a:pt x="60" y="239"/>
                    <a:pt x="55" y="201"/>
                  </a:cubicBezTo>
                  <a:cubicBezTo>
                    <a:pt x="49" y="141"/>
                    <a:pt x="60" y="82"/>
                    <a:pt x="71" y="22"/>
                  </a:cubicBezTo>
                  <a:cubicBezTo>
                    <a:pt x="76" y="12"/>
                    <a:pt x="55" y="1"/>
                    <a:pt x="49"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1"/>
            <p:cNvSpPr/>
            <p:nvPr/>
          </p:nvSpPr>
          <p:spPr>
            <a:xfrm>
              <a:off x="5805778" y="2318485"/>
              <a:ext cx="164264" cy="14070"/>
            </a:xfrm>
            <a:custGeom>
              <a:avLst/>
              <a:gdLst/>
              <a:ahLst/>
              <a:cxnLst/>
              <a:rect l="l" t="t" r="r" b="b"/>
              <a:pathLst>
                <a:path w="1833" h="157" extrusionOk="0">
                  <a:moveTo>
                    <a:pt x="23" y="135"/>
                  </a:moveTo>
                  <a:cubicBezTo>
                    <a:pt x="341" y="146"/>
                    <a:pt x="660" y="119"/>
                    <a:pt x="973" y="135"/>
                  </a:cubicBezTo>
                  <a:cubicBezTo>
                    <a:pt x="1130" y="146"/>
                    <a:pt x="1281" y="157"/>
                    <a:pt x="1433" y="152"/>
                  </a:cubicBezTo>
                  <a:cubicBezTo>
                    <a:pt x="1562" y="146"/>
                    <a:pt x="1714" y="130"/>
                    <a:pt x="1816" y="43"/>
                  </a:cubicBezTo>
                  <a:cubicBezTo>
                    <a:pt x="1832" y="33"/>
                    <a:pt x="1822" y="0"/>
                    <a:pt x="1800" y="6"/>
                  </a:cubicBezTo>
                  <a:cubicBezTo>
                    <a:pt x="1660" y="22"/>
                    <a:pt x="1535" y="70"/>
                    <a:pt x="1395" y="76"/>
                  </a:cubicBezTo>
                  <a:cubicBezTo>
                    <a:pt x="1244" y="81"/>
                    <a:pt x="1087" y="65"/>
                    <a:pt x="936" y="54"/>
                  </a:cubicBezTo>
                  <a:cubicBezTo>
                    <a:pt x="633" y="38"/>
                    <a:pt x="320" y="49"/>
                    <a:pt x="17" y="103"/>
                  </a:cubicBezTo>
                  <a:cubicBezTo>
                    <a:pt x="1" y="108"/>
                    <a:pt x="6" y="135"/>
                    <a:pt x="23" y="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1"/>
            <p:cNvSpPr/>
            <p:nvPr/>
          </p:nvSpPr>
          <p:spPr>
            <a:xfrm>
              <a:off x="5626636" y="2320367"/>
              <a:ext cx="141502" cy="16579"/>
            </a:xfrm>
            <a:custGeom>
              <a:avLst/>
              <a:gdLst/>
              <a:ahLst/>
              <a:cxnLst/>
              <a:rect l="l" t="t" r="r" b="b"/>
              <a:pathLst>
                <a:path w="1579" h="185" extrusionOk="0">
                  <a:moveTo>
                    <a:pt x="1562" y="82"/>
                  </a:moveTo>
                  <a:cubicBezTo>
                    <a:pt x="1438" y="82"/>
                    <a:pt x="1314" y="98"/>
                    <a:pt x="1184" y="87"/>
                  </a:cubicBezTo>
                  <a:cubicBezTo>
                    <a:pt x="1049" y="82"/>
                    <a:pt x="914" y="60"/>
                    <a:pt x="779" y="49"/>
                  </a:cubicBezTo>
                  <a:cubicBezTo>
                    <a:pt x="660" y="39"/>
                    <a:pt x="541" y="44"/>
                    <a:pt x="422" y="49"/>
                  </a:cubicBezTo>
                  <a:cubicBezTo>
                    <a:pt x="287" y="49"/>
                    <a:pt x="168" y="17"/>
                    <a:pt x="39" y="6"/>
                  </a:cubicBezTo>
                  <a:cubicBezTo>
                    <a:pt x="6" y="1"/>
                    <a:pt x="1" y="44"/>
                    <a:pt x="23" y="60"/>
                  </a:cubicBezTo>
                  <a:cubicBezTo>
                    <a:pt x="109" y="125"/>
                    <a:pt x="244" y="125"/>
                    <a:pt x="347" y="125"/>
                  </a:cubicBezTo>
                  <a:cubicBezTo>
                    <a:pt x="482" y="125"/>
                    <a:pt x="611" y="114"/>
                    <a:pt x="747" y="114"/>
                  </a:cubicBezTo>
                  <a:cubicBezTo>
                    <a:pt x="1017" y="114"/>
                    <a:pt x="1303" y="185"/>
                    <a:pt x="1568" y="104"/>
                  </a:cubicBezTo>
                  <a:cubicBezTo>
                    <a:pt x="1579" y="98"/>
                    <a:pt x="1579" y="82"/>
                    <a:pt x="1562" y="8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1"/>
            <p:cNvSpPr/>
            <p:nvPr/>
          </p:nvSpPr>
          <p:spPr>
            <a:xfrm>
              <a:off x="5595719" y="2285506"/>
              <a:ext cx="55292" cy="14160"/>
            </a:xfrm>
            <a:custGeom>
              <a:avLst/>
              <a:gdLst/>
              <a:ahLst/>
              <a:cxnLst/>
              <a:rect l="l" t="t" r="r" b="b"/>
              <a:pathLst>
                <a:path w="617" h="158" extrusionOk="0">
                  <a:moveTo>
                    <a:pt x="611" y="114"/>
                  </a:moveTo>
                  <a:cubicBezTo>
                    <a:pt x="519" y="114"/>
                    <a:pt x="422" y="104"/>
                    <a:pt x="324" y="93"/>
                  </a:cubicBezTo>
                  <a:cubicBezTo>
                    <a:pt x="265" y="87"/>
                    <a:pt x="205" y="82"/>
                    <a:pt x="146" y="60"/>
                  </a:cubicBezTo>
                  <a:cubicBezTo>
                    <a:pt x="103" y="49"/>
                    <a:pt x="70" y="12"/>
                    <a:pt x="22" y="6"/>
                  </a:cubicBezTo>
                  <a:cubicBezTo>
                    <a:pt x="11" y="1"/>
                    <a:pt x="0" y="12"/>
                    <a:pt x="0" y="28"/>
                  </a:cubicBezTo>
                  <a:cubicBezTo>
                    <a:pt x="11" y="114"/>
                    <a:pt x="141" y="136"/>
                    <a:pt x="211" y="141"/>
                  </a:cubicBezTo>
                  <a:cubicBezTo>
                    <a:pt x="351" y="158"/>
                    <a:pt x="476" y="120"/>
                    <a:pt x="611" y="114"/>
                  </a:cubicBezTo>
                  <a:cubicBezTo>
                    <a:pt x="616" y="114"/>
                    <a:pt x="616" y="114"/>
                    <a:pt x="611" y="1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1"/>
            <p:cNvSpPr/>
            <p:nvPr/>
          </p:nvSpPr>
          <p:spPr>
            <a:xfrm>
              <a:off x="5935094" y="2279770"/>
              <a:ext cx="58160" cy="20881"/>
            </a:xfrm>
            <a:custGeom>
              <a:avLst/>
              <a:gdLst/>
              <a:ahLst/>
              <a:cxnLst/>
              <a:rect l="l" t="t" r="r" b="b"/>
              <a:pathLst>
                <a:path w="649" h="233" extrusionOk="0">
                  <a:moveTo>
                    <a:pt x="6" y="200"/>
                  </a:moveTo>
                  <a:cubicBezTo>
                    <a:pt x="125" y="216"/>
                    <a:pt x="222" y="232"/>
                    <a:pt x="341" y="205"/>
                  </a:cubicBezTo>
                  <a:cubicBezTo>
                    <a:pt x="444" y="184"/>
                    <a:pt x="573" y="130"/>
                    <a:pt x="638" y="43"/>
                  </a:cubicBezTo>
                  <a:cubicBezTo>
                    <a:pt x="649" y="27"/>
                    <a:pt x="633" y="0"/>
                    <a:pt x="611" y="11"/>
                  </a:cubicBezTo>
                  <a:cubicBezTo>
                    <a:pt x="514" y="54"/>
                    <a:pt x="433" y="119"/>
                    <a:pt x="325" y="151"/>
                  </a:cubicBezTo>
                  <a:cubicBezTo>
                    <a:pt x="227" y="184"/>
                    <a:pt x="109" y="200"/>
                    <a:pt x="6" y="189"/>
                  </a:cubicBezTo>
                  <a:cubicBezTo>
                    <a:pt x="0" y="189"/>
                    <a:pt x="0" y="200"/>
                    <a:pt x="6" y="2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1"/>
            <p:cNvSpPr/>
            <p:nvPr/>
          </p:nvSpPr>
          <p:spPr>
            <a:xfrm>
              <a:off x="5833917" y="2257007"/>
              <a:ext cx="129852" cy="20433"/>
            </a:xfrm>
            <a:custGeom>
              <a:avLst/>
              <a:gdLst/>
              <a:ahLst/>
              <a:cxnLst/>
              <a:rect l="l" t="t" r="r" b="b"/>
              <a:pathLst>
                <a:path w="1449" h="228" extrusionOk="0">
                  <a:moveTo>
                    <a:pt x="11" y="33"/>
                  </a:moveTo>
                  <a:cubicBezTo>
                    <a:pt x="265" y="43"/>
                    <a:pt x="519" y="70"/>
                    <a:pt x="778" y="81"/>
                  </a:cubicBezTo>
                  <a:cubicBezTo>
                    <a:pt x="886" y="81"/>
                    <a:pt x="1000" y="92"/>
                    <a:pt x="1108" y="114"/>
                  </a:cubicBezTo>
                  <a:cubicBezTo>
                    <a:pt x="1216" y="135"/>
                    <a:pt x="1308" y="184"/>
                    <a:pt x="1416" y="216"/>
                  </a:cubicBezTo>
                  <a:cubicBezTo>
                    <a:pt x="1437" y="227"/>
                    <a:pt x="1448" y="195"/>
                    <a:pt x="1437" y="184"/>
                  </a:cubicBezTo>
                  <a:cubicBezTo>
                    <a:pt x="1313" y="43"/>
                    <a:pt x="1038" y="33"/>
                    <a:pt x="865" y="22"/>
                  </a:cubicBezTo>
                  <a:cubicBezTo>
                    <a:pt x="584" y="0"/>
                    <a:pt x="292" y="6"/>
                    <a:pt x="11" y="16"/>
                  </a:cubicBezTo>
                  <a:cubicBezTo>
                    <a:pt x="0" y="16"/>
                    <a:pt x="0" y="33"/>
                    <a:pt x="11"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1"/>
            <p:cNvSpPr/>
            <p:nvPr/>
          </p:nvSpPr>
          <p:spPr>
            <a:xfrm>
              <a:off x="5605397" y="2254588"/>
              <a:ext cx="139531" cy="22852"/>
            </a:xfrm>
            <a:custGeom>
              <a:avLst/>
              <a:gdLst/>
              <a:ahLst/>
              <a:cxnLst/>
              <a:rect l="l" t="t" r="r" b="b"/>
              <a:pathLst>
                <a:path w="1557" h="255" extrusionOk="0">
                  <a:moveTo>
                    <a:pt x="1551" y="33"/>
                  </a:moveTo>
                  <a:cubicBezTo>
                    <a:pt x="1264" y="0"/>
                    <a:pt x="978" y="60"/>
                    <a:pt x="692" y="60"/>
                  </a:cubicBezTo>
                  <a:cubicBezTo>
                    <a:pt x="573" y="60"/>
                    <a:pt x="459" y="76"/>
                    <a:pt x="341" y="97"/>
                  </a:cubicBezTo>
                  <a:cubicBezTo>
                    <a:pt x="238" y="119"/>
                    <a:pt x="97" y="141"/>
                    <a:pt x="16" y="216"/>
                  </a:cubicBezTo>
                  <a:cubicBezTo>
                    <a:pt x="0" y="227"/>
                    <a:pt x="11" y="254"/>
                    <a:pt x="33" y="254"/>
                  </a:cubicBezTo>
                  <a:cubicBezTo>
                    <a:pt x="130" y="243"/>
                    <a:pt x="227" y="195"/>
                    <a:pt x="324" y="168"/>
                  </a:cubicBezTo>
                  <a:cubicBezTo>
                    <a:pt x="454" y="135"/>
                    <a:pt x="589" y="119"/>
                    <a:pt x="724" y="103"/>
                  </a:cubicBezTo>
                  <a:cubicBezTo>
                    <a:pt x="854" y="92"/>
                    <a:pt x="984" y="92"/>
                    <a:pt x="1113" y="76"/>
                  </a:cubicBezTo>
                  <a:cubicBezTo>
                    <a:pt x="1254" y="60"/>
                    <a:pt x="1405" y="38"/>
                    <a:pt x="1551" y="43"/>
                  </a:cubicBezTo>
                  <a:cubicBezTo>
                    <a:pt x="1556" y="43"/>
                    <a:pt x="1556" y="33"/>
                    <a:pt x="1551"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1"/>
            <p:cNvSpPr/>
            <p:nvPr/>
          </p:nvSpPr>
          <p:spPr>
            <a:xfrm>
              <a:off x="5774861" y="2254050"/>
              <a:ext cx="21866" cy="6363"/>
            </a:xfrm>
            <a:custGeom>
              <a:avLst/>
              <a:gdLst/>
              <a:ahLst/>
              <a:cxnLst/>
              <a:rect l="l" t="t" r="r" b="b"/>
              <a:pathLst>
                <a:path w="244" h="71" extrusionOk="0">
                  <a:moveTo>
                    <a:pt x="16" y="66"/>
                  </a:moveTo>
                  <a:cubicBezTo>
                    <a:pt x="54" y="66"/>
                    <a:pt x="92" y="66"/>
                    <a:pt x="130" y="66"/>
                  </a:cubicBezTo>
                  <a:cubicBezTo>
                    <a:pt x="162" y="66"/>
                    <a:pt x="200" y="71"/>
                    <a:pt x="238" y="60"/>
                  </a:cubicBezTo>
                  <a:cubicBezTo>
                    <a:pt x="243" y="60"/>
                    <a:pt x="243" y="44"/>
                    <a:pt x="238" y="39"/>
                  </a:cubicBezTo>
                  <a:cubicBezTo>
                    <a:pt x="178" y="1"/>
                    <a:pt x="81" y="33"/>
                    <a:pt x="16" y="39"/>
                  </a:cubicBezTo>
                  <a:cubicBezTo>
                    <a:pt x="0" y="39"/>
                    <a:pt x="0" y="66"/>
                    <a:pt x="16"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1"/>
            <p:cNvSpPr/>
            <p:nvPr/>
          </p:nvSpPr>
          <p:spPr>
            <a:xfrm>
              <a:off x="5942352" y="2461334"/>
              <a:ext cx="40775" cy="29126"/>
            </a:xfrm>
            <a:custGeom>
              <a:avLst/>
              <a:gdLst/>
              <a:ahLst/>
              <a:cxnLst/>
              <a:rect l="l" t="t" r="r" b="b"/>
              <a:pathLst>
                <a:path w="455" h="325" extrusionOk="0">
                  <a:moveTo>
                    <a:pt x="33" y="313"/>
                  </a:moveTo>
                  <a:cubicBezTo>
                    <a:pt x="157" y="227"/>
                    <a:pt x="373" y="178"/>
                    <a:pt x="449" y="32"/>
                  </a:cubicBezTo>
                  <a:cubicBezTo>
                    <a:pt x="454" y="16"/>
                    <a:pt x="438" y="0"/>
                    <a:pt x="422" y="5"/>
                  </a:cubicBezTo>
                  <a:cubicBezTo>
                    <a:pt x="357" y="49"/>
                    <a:pt x="303" y="108"/>
                    <a:pt x="233" y="151"/>
                  </a:cubicBezTo>
                  <a:cubicBezTo>
                    <a:pt x="163" y="195"/>
                    <a:pt x="87" y="238"/>
                    <a:pt x="17" y="292"/>
                  </a:cubicBezTo>
                  <a:cubicBezTo>
                    <a:pt x="1" y="297"/>
                    <a:pt x="17" y="324"/>
                    <a:pt x="33" y="31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1"/>
            <p:cNvSpPr/>
            <p:nvPr/>
          </p:nvSpPr>
          <p:spPr>
            <a:xfrm>
              <a:off x="5907044" y="2491356"/>
              <a:ext cx="22852" cy="11202"/>
            </a:xfrm>
            <a:custGeom>
              <a:avLst/>
              <a:gdLst/>
              <a:ahLst/>
              <a:cxnLst/>
              <a:rect l="l" t="t" r="r" b="b"/>
              <a:pathLst>
                <a:path w="255" h="125" extrusionOk="0">
                  <a:moveTo>
                    <a:pt x="211" y="11"/>
                  </a:moveTo>
                  <a:cubicBezTo>
                    <a:pt x="151" y="32"/>
                    <a:pt x="65" y="32"/>
                    <a:pt x="11" y="76"/>
                  </a:cubicBezTo>
                  <a:cubicBezTo>
                    <a:pt x="0" y="86"/>
                    <a:pt x="11" y="103"/>
                    <a:pt x="22" y="103"/>
                  </a:cubicBezTo>
                  <a:cubicBezTo>
                    <a:pt x="81" y="124"/>
                    <a:pt x="168" y="86"/>
                    <a:pt x="227" y="65"/>
                  </a:cubicBezTo>
                  <a:cubicBezTo>
                    <a:pt x="254" y="54"/>
                    <a:pt x="243" y="0"/>
                    <a:pt x="21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1"/>
            <p:cNvSpPr/>
            <p:nvPr/>
          </p:nvSpPr>
          <p:spPr>
            <a:xfrm>
              <a:off x="5596615" y="2460796"/>
              <a:ext cx="53411" cy="30649"/>
            </a:xfrm>
            <a:custGeom>
              <a:avLst/>
              <a:gdLst/>
              <a:ahLst/>
              <a:cxnLst/>
              <a:rect l="l" t="t" r="r" b="b"/>
              <a:pathLst>
                <a:path w="596" h="342" extrusionOk="0">
                  <a:moveTo>
                    <a:pt x="17" y="44"/>
                  </a:moveTo>
                  <a:cubicBezTo>
                    <a:pt x="147" y="190"/>
                    <a:pt x="379" y="325"/>
                    <a:pt x="574" y="336"/>
                  </a:cubicBezTo>
                  <a:cubicBezTo>
                    <a:pt x="590" y="341"/>
                    <a:pt x="595" y="319"/>
                    <a:pt x="584" y="309"/>
                  </a:cubicBezTo>
                  <a:cubicBezTo>
                    <a:pt x="514" y="255"/>
                    <a:pt x="428" y="233"/>
                    <a:pt x="347" y="195"/>
                  </a:cubicBezTo>
                  <a:cubicBezTo>
                    <a:pt x="233" y="152"/>
                    <a:pt x="131" y="98"/>
                    <a:pt x="44" y="17"/>
                  </a:cubicBezTo>
                  <a:cubicBezTo>
                    <a:pt x="28" y="1"/>
                    <a:pt x="1" y="22"/>
                    <a:pt x="17"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1"/>
            <p:cNvSpPr/>
            <p:nvPr/>
          </p:nvSpPr>
          <p:spPr>
            <a:xfrm>
              <a:off x="5655761" y="2490370"/>
              <a:ext cx="18909" cy="8334"/>
            </a:xfrm>
            <a:custGeom>
              <a:avLst/>
              <a:gdLst/>
              <a:ahLst/>
              <a:cxnLst/>
              <a:rect l="l" t="t" r="r" b="b"/>
              <a:pathLst>
                <a:path w="211" h="93" extrusionOk="0">
                  <a:moveTo>
                    <a:pt x="33" y="60"/>
                  </a:moveTo>
                  <a:cubicBezTo>
                    <a:pt x="81" y="81"/>
                    <a:pt x="130" y="92"/>
                    <a:pt x="189" y="87"/>
                  </a:cubicBezTo>
                  <a:cubicBezTo>
                    <a:pt x="200" y="87"/>
                    <a:pt x="211" y="65"/>
                    <a:pt x="195" y="60"/>
                  </a:cubicBezTo>
                  <a:cubicBezTo>
                    <a:pt x="151" y="38"/>
                    <a:pt x="103" y="33"/>
                    <a:pt x="54" y="11"/>
                  </a:cubicBezTo>
                  <a:cubicBezTo>
                    <a:pt x="27" y="0"/>
                    <a:pt x="0" y="43"/>
                    <a:pt x="27" y="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1"/>
            <p:cNvSpPr/>
            <p:nvPr/>
          </p:nvSpPr>
          <p:spPr>
            <a:xfrm>
              <a:off x="5622783" y="2433732"/>
              <a:ext cx="15593" cy="17027"/>
            </a:xfrm>
            <a:custGeom>
              <a:avLst/>
              <a:gdLst/>
              <a:ahLst/>
              <a:cxnLst/>
              <a:rect l="l" t="t" r="r" b="b"/>
              <a:pathLst>
                <a:path w="174" h="190" extrusionOk="0">
                  <a:moveTo>
                    <a:pt x="136" y="11"/>
                  </a:moveTo>
                  <a:cubicBezTo>
                    <a:pt x="103" y="33"/>
                    <a:pt x="82" y="60"/>
                    <a:pt x="60" y="87"/>
                  </a:cubicBezTo>
                  <a:cubicBezTo>
                    <a:pt x="39" y="108"/>
                    <a:pt x="1" y="141"/>
                    <a:pt x="1" y="173"/>
                  </a:cubicBezTo>
                  <a:cubicBezTo>
                    <a:pt x="1" y="184"/>
                    <a:pt x="6" y="189"/>
                    <a:pt x="17" y="189"/>
                  </a:cubicBezTo>
                  <a:cubicBezTo>
                    <a:pt x="49" y="189"/>
                    <a:pt x="71" y="157"/>
                    <a:pt x="87" y="130"/>
                  </a:cubicBezTo>
                  <a:cubicBezTo>
                    <a:pt x="109" y="103"/>
                    <a:pt x="130" y="70"/>
                    <a:pt x="157" y="43"/>
                  </a:cubicBezTo>
                  <a:cubicBezTo>
                    <a:pt x="174" y="27"/>
                    <a:pt x="157" y="0"/>
                    <a:pt x="13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1"/>
            <p:cNvSpPr/>
            <p:nvPr/>
          </p:nvSpPr>
          <p:spPr>
            <a:xfrm>
              <a:off x="5637838" y="2441887"/>
              <a:ext cx="7797" cy="15593"/>
            </a:xfrm>
            <a:custGeom>
              <a:avLst/>
              <a:gdLst/>
              <a:ahLst/>
              <a:cxnLst/>
              <a:rect l="l" t="t" r="r" b="b"/>
              <a:pathLst>
                <a:path w="87" h="174" extrusionOk="0">
                  <a:moveTo>
                    <a:pt x="65" y="12"/>
                  </a:moveTo>
                  <a:cubicBezTo>
                    <a:pt x="43" y="33"/>
                    <a:pt x="33" y="60"/>
                    <a:pt x="22" y="87"/>
                  </a:cubicBezTo>
                  <a:cubicBezTo>
                    <a:pt x="11" y="109"/>
                    <a:pt x="0" y="136"/>
                    <a:pt x="6" y="163"/>
                  </a:cubicBezTo>
                  <a:cubicBezTo>
                    <a:pt x="6" y="174"/>
                    <a:pt x="16" y="174"/>
                    <a:pt x="22" y="168"/>
                  </a:cubicBezTo>
                  <a:cubicBezTo>
                    <a:pt x="38" y="152"/>
                    <a:pt x="43" y="131"/>
                    <a:pt x="49" y="109"/>
                  </a:cubicBezTo>
                  <a:cubicBezTo>
                    <a:pt x="54" y="77"/>
                    <a:pt x="65" y="50"/>
                    <a:pt x="81" y="23"/>
                  </a:cubicBezTo>
                  <a:cubicBezTo>
                    <a:pt x="87" y="12"/>
                    <a:pt x="70" y="1"/>
                    <a:pt x="65"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1"/>
            <p:cNvSpPr/>
            <p:nvPr/>
          </p:nvSpPr>
          <p:spPr>
            <a:xfrm>
              <a:off x="5653790" y="2440991"/>
              <a:ext cx="8334" cy="26168"/>
            </a:xfrm>
            <a:custGeom>
              <a:avLst/>
              <a:gdLst/>
              <a:ahLst/>
              <a:cxnLst/>
              <a:rect l="l" t="t" r="r" b="b"/>
              <a:pathLst>
                <a:path w="93" h="292" extrusionOk="0">
                  <a:moveTo>
                    <a:pt x="65" y="16"/>
                  </a:moveTo>
                  <a:cubicBezTo>
                    <a:pt x="60" y="65"/>
                    <a:pt x="44" y="114"/>
                    <a:pt x="28" y="162"/>
                  </a:cubicBezTo>
                  <a:cubicBezTo>
                    <a:pt x="17" y="200"/>
                    <a:pt x="1" y="249"/>
                    <a:pt x="22" y="281"/>
                  </a:cubicBezTo>
                  <a:cubicBezTo>
                    <a:pt x="22" y="292"/>
                    <a:pt x="33" y="292"/>
                    <a:pt x="38" y="286"/>
                  </a:cubicBezTo>
                  <a:cubicBezTo>
                    <a:pt x="65" y="254"/>
                    <a:pt x="65" y="211"/>
                    <a:pt x="71" y="173"/>
                  </a:cubicBezTo>
                  <a:cubicBezTo>
                    <a:pt x="82" y="124"/>
                    <a:pt x="87" y="70"/>
                    <a:pt x="92" y="22"/>
                  </a:cubicBezTo>
                  <a:cubicBezTo>
                    <a:pt x="92" y="6"/>
                    <a:pt x="71" y="0"/>
                    <a:pt x="65"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1"/>
            <p:cNvSpPr/>
            <p:nvPr/>
          </p:nvSpPr>
          <p:spPr>
            <a:xfrm>
              <a:off x="5669741" y="2449146"/>
              <a:ext cx="10306" cy="27244"/>
            </a:xfrm>
            <a:custGeom>
              <a:avLst/>
              <a:gdLst/>
              <a:ahLst/>
              <a:cxnLst/>
              <a:rect l="l" t="t" r="r" b="b"/>
              <a:pathLst>
                <a:path w="115" h="304" extrusionOk="0">
                  <a:moveTo>
                    <a:pt x="82" y="23"/>
                  </a:moveTo>
                  <a:cubicBezTo>
                    <a:pt x="76" y="71"/>
                    <a:pt x="60" y="114"/>
                    <a:pt x="44" y="163"/>
                  </a:cubicBezTo>
                  <a:cubicBezTo>
                    <a:pt x="28" y="206"/>
                    <a:pt x="6" y="244"/>
                    <a:pt x="1" y="287"/>
                  </a:cubicBezTo>
                  <a:cubicBezTo>
                    <a:pt x="1" y="304"/>
                    <a:pt x="17" y="304"/>
                    <a:pt x="28" y="298"/>
                  </a:cubicBezTo>
                  <a:cubicBezTo>
                    <a:pt x="98" y="233"/>
                    <a:pt x="114" y="114"/>
                    <a:pt x="109" y="23"/>
                  </a:cubicBezTo>
                  <a:cubicBezTo>
                    <a:pt x="109" y="1"/>
                    <a:pt x="82" y="1"/>
                    <a:pt x="82" y="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1"/>
            <p:cNvSpPr/>
            <p:nvPr/>
          </p:nvSpPr>
          <p:spPr>
            <a:xfrm>
              <a:off x="5697343" y="2450670"/>
              <a:ext cx="7886" cy="22315"/>
            </a:xfrm>
            <a:custGeom>
              <a:avLst/>
              <a:gdLst/>
              <a:ahLst/>
              <a:cxnLst/>
              <a:rect l="l" t="t" r="r" b="b"/>
              <a:pathLst>
                <a:path w="88" h="249" extrusionOk="0">
                  <a:moveTo>
                    <a:pt x="6" y="27"/>
                  </a:moveTo>
                  <a:cubicBezTo>
                    <a:pt x="1" y="65"/>
                    <a:pt x="6" y="103"/>
                    <a:pt x="6" y="141"/>
                  </a:cubicBezTo>
                  <a:cubicBezTo>
                    <a:pt x="6" y="173"/>
                    <a:pt x="6" y="205"/>
                    <a:pt x="22" y="238"/>
                  </a:cubicBezTo>
                  <a:cubicBezTo>
                    <a:pt x="33" y="249"/>
                    <a:pt x="44" y="249"/>
                    <a:pt x="49" y="238"/>
                  </a:cubicBezTo>
                  <a:cubicBezTo>
                    <a:pt x="87" y="178"/>
                    <a:pt x="66" y="70"/>
                    <a:pt x="39" y="16"/>
                  </a:cubicBezTo>
                  <a:cubicBezTo>
                    <a:pt x="33" y="0"/>
                    <a:pt x="6" y="11"/>
                    <a:pt x="1"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1"/>
            <p:cNvSpPr/>
            <p:nvPr/>
          </p:nvSpPr>
          <p:spPr>
            <a:xfrm>
              <a:off x="5719657" y="2449146"/>
              <a:ext cx="6363" cy="25272"/>
            </a:xfrm>
            <a:custGeom>
              <a:avLst/>
              <a:gdLst/>
              <a:ahLst/>
              <a:cxnLst/>
              <a:rect l="l" t="t" r="r" b="b"/>
              <a:pathLst>
                <a:path w="71" h="282" extrusionOk="0">
                  <a:moveTo>
                    <a:pt x="0" y="28"/>
                  </a:moveTo>
                  <a:cubicBezTo>
                    <a:pt x="6" y="71"/>
                    <a:pt x="6" y="114"/>
                    <a:pt x="6" y="158"/>
                  </a:cubicBezTo>
                  <a:cubicBezTo>
                    <a:pt x="6" y="195"/>
                    <a:pt x="6" y="239"/>
                    <a:pt x="33" y="271"/>
                  </a:cubicBezTo>
                  <a:cubicBezTo>
                    <a:pt x="38" y="282"/>
                    <a:pt x="54" y="282"/>
                    <a:pt x="60" y="271"/>
                  </a:cubicBezTo>
                  <a:cubicBezTo>
                    <a:pt x="71" y="233"/>
                    <a:pt x="65" y="195"/>
                    <a:pt x="60" y="158"/>
                  </a:cubicBezTo>
                  <a:cubicBezTo>
                    <a:pt x="54" y="114"/>
                    <a:pt x="54" y="71"/>
                    <a:pt x="49" y="28"/>
                  </a:cubicBezTo>
                  <a:cubicBezTo>
                    <a:pt x="44" y="1"/>
                    <a:pt x="0" y="1"/>
                    <a:pt x="0"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1"/>
            <p:cNvSpPr/>
            <p:nvPr/>
          </p:nvSpPr>
          <p:spPr>
            <a:xfrm>
              <a:off x="5740000" y="2454075"/>
              <a:ext cx="8334" cy="25183"/>
            </a:xfrm>
            <a:custGeom>
              <a:avLst/>
              <a:gdLst/>
              <a:ahLst/>
              <a:cxnLst/>
              <a:rect l="l" t="t" r="r" b="b"/>
              <a:pathLst>
                <a:path w="93" h="281" extrusionOk="0">
                  <a:moveTo>
                    <a:pt x="0" y="27"/>
                  </a:moveTo>
                  <a:cubicBezTo>
                    <a:pt x="11" y="76"/>
                    <a:pt x="6" y="119"/>
                    <a:pt x="11" y="167"/>
                  </a:cubicBezTo>
                  <a:cubicBezTo>
                    <a:pt x="11" y="205"/>
                    <a:pt x="16" y="259"/>
                    <a:pt x="54" y="276"/>
                  </a:cubicBezTo>
                  <a:cubicBezTo>
                    <a:pt x="65" y="281"/>
                    <a:pt x="76" y="276"/>
                    <a:pt x="81" y="265"/>
                  </a:cubicBezTo>
                  <a:cubicBezTo>
                    <a:pt x="92" y="232"/>
                    <a:pt x="70" y="195"/>
                    <a:pt x="65" y="162"/>
                  </a:cubicBezTo>
                  <a:cubicBezTo>
                    <a:pt x="54" y="113"/>
                    <a:pt x="49" y="65"/>
                    <a:pt x="38" y="22"/>
                  </a:cubicBezTo>
                  <a:cubicBezTo>
                    <a:pt x="33" y="0"/>
                    <a:pt x="0" y="5"/>
                    <a:pt x="0"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1"/>
            <p:cNvSpPr/>
            <p:nvPr/>
          </p:nvSpPr>
          <p:spPr>
            <a:xfrm>
              <a:off x="5761777" y="2455509"/>
              <a:ext cx="5915" cy="21867"/>
            </a:xfrm>
            <a:custGeom>
              <a:avLst/>
              <a:gdLst/>
              <a:ahLst/>
              <a:cxnLst/>
              <a:rect l="l" t="t" r="r" b="b"/>
              <a:pathLst>
                <a:path w="66" h="244" extrusionOk="0">
                  <a:moveTo>
                    <a:pt x="6" y="33"/>
                  </a:moveTo>
                  <a:cubicBezTo>
                    <a:pt x="6" y="65"/>
                    <a:pt x="11" y="97"/>
                    <a:pt x="11" y="135"/>
                  </a:cubicBezTo>
                  <a:cubicBezTo>
                    <a:pt x="11" y="168"/>
                    <a:pt x="0" y="200"/>
                    <a:pt x="22" y="233"/>
                  </a:cubicBezTo>
                  <a:cubicBezTo>
                    <a:pt x="27" y="243"/>
                    <a:pt x="44" y="243"/>
                    <a:pt x="49" y="233"/>
                  </a:cubicBezTo>
                  <a:cubicBezTo>
                    <a:pt x="65" y="206"/>
                    <a:pt x="60" y="179"/>
                    <a:pt x="60" y="151"/>
                  </a:cubicBezTo>
                  <a:cubicBezTo>
                    <a:pt x="60" y="108"/>
                    <a:pt x="54" y="70"/>
                    <a:pt x="49" y="33"/>
                  </a:cubicBezTo>
                  <a:cubicBezTo>
                    <a:pt x="44" y="6"/>
                    <a:pt x="0" y="0"/>
                    <a:pt x="6"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1"/>
            <p:cNvSpPr/>
            <p:nvPr/>
          </p:nvSpPr>
          <p:spPr>
            <a:xfrm>
              <a:off x="5787407" y="2459811"/>
              <a:ext cx="6900" cy="20970"/>
            </a:xfrm>
            <a:custGeom>
              <a:avLst/>
              <a:gdLst/>
              <a:ahLst/>
              <a:cxnLst/>
              <a:rect l="l" t="t" r="r" b="b"/>
              <a:pathLst>
                <a:path w="77" h="234" extrusionOk="0">
                  <a:moveTo>
                    <a:pt x="1" y="22"/>
                  </a:moveTo>
                  <a:cubicBezTo>
                    <a:pt x="1" y="66"/>
                    <a:pt x="6" y="103"/>
                    <a:pt x="11" y="141"/>
                  </a:cubicBezTo>
                  <a:cubicBezTo>
                    <a:pt x="11" y="179"/>
                    <a:pt x="11" y="212"/>
                    <a:pt x="44" y="233"/>
                  </a:cubicBezTo>
                  <a:cubicBezTo>
                    <a:pt x="49" y="233"/>
                    <a:pt x="60" y="233"/>
                    <a:pt x="60" y="228"/>
                  </a:cubicBezTo>
                  <a:cubicBezTo>
                    <a:pt x="76" y="195"/>
                    <a:pt x="65" y="168"/>
                    <a:pt x="60" y="136"/>
                  </a:cubicBezTo>
                  <a:cubicBezTo>
                    <a:pt x="55" y="98"/>
                    <a:pt x="49" y="60"/>
                    <a:pt x="38" y="22"/>
                  </a:cubicBezTo>
                  <a:cubicBezTo>
                    <a:pt x="33" y="1"/>
                    <a:pt x="6" y="6"/>
                    <a:pt x="1" y="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1"/>
            <p:cNvSpPr/>
            <p:nvPr/>
          </p:nvSpPr>
          <p:spPr>
            <a:xfrm>
              <a:off x="5805330" y="2459363"/>
              <a:ext cx="7348" cy="18999"/>
            </a:xfrm>
            <a:custGeom>
              <a:avLst/>
              <a:gdLst/>
              <a:ahLst/>
              <a:cxnLst/>
              <a:rect l="l" t="t" r="r" b="b"/>
              <a:pathLst>
                <a:path w="82" h="212" extrusionOk="0">
                  <a:moveTo>
                    <a:pt x="6" y="27"/>
                  </a:moveTo>
                  <a:cubicBezTo>
                    <a:pt x="11" y="60"/>
                    <a:pt x="22" y="87"/>
                    <a:pt x="28" y="119"/>
                  </a:cubicBezTo>
                  <a:cubicBezTo>
                    <a:pt x="33" y="146"/>
                    <a:pt x="33" y="179"/>
                    <a:pt x="55" y="200"/>
                  </a:cubicBezTo>
                  <a:cubicBezTo>
                    <a:pt x="60" y="211"/>
                    <a:pt x="71" y="206"/>
                    <a:pt x="76" y="200"/>
                  </a:cubicBezTo>
                  <a:cubicBezTo>
                    <a:pt x="82" y="173"/>
                    <a:pt x="71" y="146"/>
                    <a:pt x="65" y="125"/>
                  </a:cubicBezTo>
                  <a:cubicBezTo>
                    <a:pt x="55" y="87"/>
                    <a:pt x="44" y="54"/>
                    <a:pt x="38" y="22"/>
                  </a:cubicBezTo>
                  <a:cubicBezTo>
                    <a:pt x="33" y="0"/>
                    <a:pt x="1" y="11"/>
                    <a:pt x="6"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1"/>
            <p:cNvSpPr/>
            <p:nvPr/>
          </p:nvSpPr>
          <p:spPr>
            <a:xfrm>
              <a:off x="5827107" y="2454075"/>
              <a:ext cx="11740" cy="29574"/>
            </a:xfrm>
            <a:custGeom>
              <a:avLst/>
              <a:gdLst/>
              <a:ahLst/>
              <a:cxnLst/>
              <a:rect l="l" t="t" r="r" b="b"/>
              <a:pathLst>
                <a:path w="131" h="330" extrusionOk="0">
                  <a:moveTo>
                    <a:pt x="6" y="38"/>
                  </a:moveTo>
                  <a:cubicBezTo>
                    <a:pt x="22" y="119"/>
                    <a:pt x="17" y="286"/>
                    <a:pt x="103" y="324"/>
                  </a:cubicBezTo>
                  <a:cubicBezTo>
                    <a:pt x="120" y="330"/>
                    <a:pt x="130" y="324"/>
                    <a:pt x="130" y="313"/>
                  </a:cubicBezTo>
                  <a:cubicBezTo>
                    <a:pt x="130" y="265"/>
                    <a:pt x="103" y="227"/>
                    <a:pt x="93" y="184"/>
                  </a:cubicBezTo>
                  <a:cubicBezTo>
                    <a:pt x="71" y="130"/>
                    <a:pt x="66" y="81"/>
                    <a:pt x="49" y="27"/>
                  </a:cubicBezTo>
                  <a:cubicBezTo>
                    <a:pt x="44" y="0"/>
                    <a:pt x="1" y="11"/>
                    <a:pt x="6"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1"/>
            <p:cNvSpPr/>
            <p:nvPr/>
          </p:nvSpPr>
          <p:spPr>
            <a:xfrm>
              <a:off x="5850855" y="2456943"/>
              <a:ext cx="9320" cy="20433"/>
            </a:xfrm>
            <a:custGeom>
              <a:avLst/>
              <a:gdLst/>
              <a:ahLst/>
              <a:cxnLst/>
              <a:rect l="l" t="t" r="r" b="b"/>
              <a:pathLst>
                <a:path w="104" h="228" extrusionOk="0">
                  <a:moveTo>
                    <a:pt x="0" y="27"/>
                  </a:moveTo>
                  <a:cubicBezTo>
                    <a:pt x="0" y="65"/>
                    <a:pt x="11" y="98"/>
                    <a:pt x="22" y="135"/>
                  </a:cubicBezTo>
                  <a:cubicBezTo>
                    <a:pt x="33" y="168"/>
                    <a:pt x="49" y="206"/>
                    <a:pt x="81" y="227"/>
                  </a:cubicBezTo>
                  <a:cubicBezTo>
                    <a:pt x="87" y="227"/>
                    <a:pt x="98" y="227"/>
                    <a:pt x="98" y="217"/>
                  </a:cubicBezTo>
                  <a:cubicBezTo>
                    <a:pt x="103" y="190"/>
                    <a:pt x="92" y="163"/>
                    <a:pt x="81" y="135"/>
                  </a:cubicBezTo>
                  <a:cubicBezTo>
                    <a:pt x="65" y="103"/>
                    <a:pt x="49" y="60"/>
                    <a:pt x="44" y="22"/>
                  </a:cubicBezTo>
                  <a:cubicBezTo>
                    <a:pt x="38" y="0"/>
                    <a:pt x="0" y="6"/>
                    <a:pt x="0"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1"/>
            <p:cNvSpPr/>
            <p:nvPr/>
          </p:nvSpPr>
          <p:spPr>
            <a:xfrm>
              <a:off x="5881862" y="2457391"/>
              <a:ext cx="7797" cy="15593"/>
            </a:xfrm>
            <a:custGeom>
              <a:avLst/>
              <a:gdLst/>
              <a:ahLst/>
              <a:cxnLst/>
              <a:rect l="l" t="t" r="r" b="b"/>
              <a:pathLst>
                <a:path w="87" h="174" extrusionOk="0">
                  <a:moveTo>
                    <a:pt x="0" y="22"/>
                  </a:moveTo>
                  <a:cubicBezTo>
                    <a:pt x="6" y="66"/>
                    <a:pt x="11" y="163"/>
                    <a:pt x="65" y="174"/>
                  </a:cubicBezTo>
                  <a:cubicBezTo>
                    <a:pt x="70" y="174"/>
                    <a:pt x="81" y="168"/>
                    <a:pt x="81" y="163"/>
                  </a:cubicBezTo>
                  <a:cubicBezTo>
                    <a:pt x="87" y="136"/>
                    <a:pt x="76" y="120"/>
                    <a:pt x="65" y="98"/>
                  </a:cubicBezTo>
                  <a:cubicBezTo>
                    <a:pt x="49" y="76"/>
                    <a:pt x="43" y="44"/>
                    <a:pt x="38" y="17"/>
                  </a:cubicBezTo>
                  <a:cubicBezTo>
                    <a:pt x="33" y="1"/>
                    <a:pt x="0" y="1"/>
                    <a:pt x="0" y="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1"/>
            <p:cNvSpPr/>
            <p:nvPr/>
          </p:nvSpPr>
          <p:spPr>
            <a:xfrm>
              <a:off x="5897365" y="2447712"/>
              <a:ext cx="16489" cy="21867"/>
            </a:xfrm>
            <a:custGeom>
              <a:avLst/>
              <a:gdLst/>
              <a:ahLst/>
              <a:cxnLst/>
              <a:rect l="l" t="t" r="r" b="b"/>
              <a:pathLst>
                <a:path w="184" h="244" extrusionOk="0">
                  <a:moveTo>
                    <a:pt x="16" y="55"/>
                  </a:moveTo>
                  <a:cubicBezTo>
                    <a:pt x="43" y="87"/>
                    <a:pt x="65" y="130"/>
                    <a:pt x="92" y="168"/>
                  </a:cubicBezTo>
                  <a:cubicBezTo>
                    <a:pt x="108" y="201"/>
                    <a:pt x="130" y="238"/>
                    <a:pt x="168" y="244"/>
                  </a:cubicBezTo>
                  <a:cubicBezTo>
                    <a:pt x="173" y="244"/>
                    <a:pt x="184" y="238"/>
                    <a:pt x="184" y="233"/>
                  </a:cubicBezTo>
                  <a:cubicBezTo>
                    <a:pt x="178" y="190"/>
                    <a:pt x="146" y="163"/>
                    <a:pt x="124" y="130"/>
                  </a:cubicBezTo>
                  <a:cubicBezTo>
                    <a:pt x="103" y="93"/>
                    <a:pt x="76" y="55"/>
                    <a:pt x="49" y="22"/>
                  </a:cubicBezTo>
                  <a:cubicBezTo>
                    <a:pt x="27" y="1"/>
                    <a:pt x="0" y="33"/>
                    <a:pt x="16" y="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1"/>
            <p:cNvSpPr/>
            <p:nvPr/>
          </p:nvSpPr>
          <p:spPr>
            <a:xfrm>
              <a:off x="5922010" y="2442425"/>
              <a:ext cx="14159" cy="17475"/>
            </a:xfrm>
            <a:custGeom>
              <a:avLst/>
              <a:gdLst/>
              <a:ahLst/>
              <a:cxnLst/>
              <a:rect l="l" t="t" r="r" b="b"/>
              <a:pathLst>
                <a:path w="158" h="195" extrusionOk="0">
                  <a:moveTo>
                    <a:pt x="17" y="54"/>
                  </a:moveTo>
                  <a:cubicBezTo>
                    <a:pt x="33" y="81"/>
                    <a:pt x="49" y="108"/>
                    <a:pt x="71" y="135"/>
                  </a:cubicBezTo>
                  <a:cubicBezTo>
                    <a:pt x="87" y="157"/>
                    <a:pt x="109" y="195"/>
                    <a:pt x="141" y="189"/>
                  </a:cubicBezTo>
                  <a:cubicBezTo>
                    <a:pt x="152" y="189"/>
                    <a:pt x="157" y="184"/>
                    <a:pt x="157" y="173"/>
                  </a:cubicBezTo>
                  <a:cubicBezTo>
                    <a:pt x="157" y="152"/>
                    <a:pt x="136" y="130"/>
                    <a:pt x="114" y="114"/>
                  </a:cubicBezTo>
                  <a:cubicBezTo>
                    <a:pt x="92" y="87"/>
                    <a:pt x="76" y="60"/>
                    <a:pt x="55" y="27"/>
                  </a:cubicBezTo>
                  <a:cubicBezTo>
                    <a:pt x="38" y="0"/>
                    <a:pt x="1" y="22"/>
                    <a:pt x="17" y="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1"/>
            <p:cNvSpPr/>
            <p:nvPr/>
          </p:nvSpPr>
          <p:spPr>
            <a:xfrm>
              <a:off x="5810617" y="2422082"/>
              <a:ext cx="105208" cy="18461"/>
            </a:xfrm>
            <a:custGeom>
              <a:avLst/>
              <a:gdLst/>
              <a:ahLst/>
              <a:cxnLst/>
              <a:rect l="l" t="t" r="r" b="b"/>
              <a:pathLst>
                <a:path w="1174" h="206" extrusionOk="0">
                  <a:moveTo>
                    <a:pt x="17" y="168"/>
                  </a:moveTo>
                  <a:cubicBezTo>
                    <a:pt x="201" y="206"/>
                    <a:pt x="379" y="152"/>
                    <a:pt x="563" y="146"/>
                  </a:cubicBezTo>
                  <a:cubicBezTo>
                    <a:pt x="660" y="141"/>
                    <a:pt x="752" y="130"/>
                    <a:pt x="849" y="119"/>
                  </a:cubicBezTo>
                  <a:cubicBezTo>
                    <a:pt x="946" y="103"/>
                    <a:pt x="1071" y="103"/>
                    <a:pt x="1163" y="54"/>
                  </a:cubicBezTo>
                  <a:cubicBezTo>
                    <a:pt x="1173" y="49"/>
                    <a:pt x="1173" y="22"/>
                    <a:pt x="1157" y="22"/>
                  </a:cubicBezTo>
                  <a:cubicBezTo>
                    <a:pt x="1076" y="0"/>
                    <a:pt x="990" y="27"/>
                    <a:pt x="903" y="38"/>
                  </a:cubicBezTo>
                  <a:cubicBezTo>
                    <a:pt x="790" y="60"/>
                    <a:pt x="676" y="76"/>
                    <a:pt x="563" y="87"/>
                  </a:cubicBezTo>
                  <a:cubicBezTo>
                    <a:pt x="385" y="108"/>
                    <a:pt x="201" y="163"/>
                    <a:pt x="17" y="141"/>
                  </a:cubicBezTo>
                  <a:cubicBezTo>
                    <a:pt x="6" y="135"/>
                    <a:pt x="1" y="163"/>
                    <a:pt x="17" y="1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1"/>
            <p:cNvSpPr/>
            <p:nvPr/>
          </p:nvSpPr>
          <p:spPr>
            <a:xfrm>
              <a:off x="5769036" y="2430327"/>
              <a:ext cx="21418" cy="7349"/>
            </a:xfrm>
            <a:custGeom>
              <a:avLst/>
              <a:gdLst/>
              <a:ahLst/>
              <a:cxnLst/>
              <a:rect l="l" t="t" r="r" b="b"/>
              <a:pathLst>
                <a:path w="239" h="82" extrusionOk="0">
                  <a:moveTo>
                    <a:pt x="195" y="0"/>
                  </a:moveTo>
                  <a:cubicBezTo>
                    <a:pt x="162" y="0"/>
                    <a:pt x="125" y="0"/>
                    <a:pt x="92" y="0"/>
                  </a:cubicBezTo>
                  <a:cubicBezTo>
                    <a:pt x="65" y="0"/>
                    <a:pt x="27" y="0"/>
                    <a:pt x="11" y="22"/>
                  </a:cubicBezTo>
                  <a:cubicBezTo>
                    <a:pt x="0" y="33"/>
                    <a:pt x="0" y="43"/>
                    <a:pt x="11" y="54"/>
                  </a:cubicBezTo>
                  <a:cubicBezTo>
                    <a:pt x="27" y="81"/>
                    <a:pt x="65" y="76"/>
                    <a:pt x="92" y="76"/>
                  </a:cubicBezTo>
                  <a:cubicBezTo>
                    <a:pt x="125" y="71"/>
                    <a:pt x="162" y="65"/>
                    <a:pt x="195" y="65"/>
                  </a:cubicBezTo>
                  <a:cubicBezTo>
                    <a:pt x="238" y="60"/>
                    <a:pt x="238" y="6"/>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1"/>
            <p:cNvSpPr/>
            <p:nvPr/>
          </p:nvSpPr>
          <p:spPr>
            <a:xfrm>
              <a:off x="5893422" y="2582855"/>
              <a:ext cx="17027" cy="7797"/>
            </a:xfrm>
            <a:custGeom>
              <a:avLst/>
              <a:gdLst/>
              <a:ahLst/>
              <a:cxnLst/>
              <a:rect l="l" t="t" r="r" b="b"/>
              <a:pathLst>
                <a:path w="190" h="87" extrusionOk="0">
                  <a:moveTo>
                    <a:pt x="131" y="6"/>
                  </a:moveTo>
                  <a:cubicBezTo>
                    <a:pt x="104" y="11"/>
                    <a:pt x="66" y="6"/>
                    <a:pt x="33" y="16"/>
                  </a:cubicBezTo>
                  <a:cubicBezTo>
                    <a:pt x="6" y="27"/>
                    <a:pt x="1" y="70"/>
                    <a:pt x="33" y="76"/>
                  </a:cubicBezTo>
                  <a:cubicBezTo>
                    <a:pt x="71" y="87"/>
                    <a:pt x="114" y="70"/>
                    <a:pt x="147" y="65"/>
                  </a:cubicBezTo>
                  <a:cubicBezTo>
                    <a:pt x="190" y="54"/>
                    <a:pt x="168" y="0"/>
                    <a:pt x="13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1"/>
            <p:cNvSpPr/>
            <p:nvPr/>
          </p:nvSpPr>
          <p:spPr>
            <a:xfrm>
              <a:off x="5918156" y="2560092"/>
              <a:ext cx="140516" cy="27692"/>
            </a:xfrm>
            <a:custGeom>
              <a:avLst/>
              <a:gdLst/>
              <a:ahLst/>
              <a:cxnLst/>
              <a:rect l="l" t="t" r="r" b="b"/>
              <a:pathLst>
                <a:path w="1568" h="309" extrusionOk="0">
                  <a:moveTo>
                    <a:pt x="6" y="281"/>
                  </a:moveTo>
                  <a:cubicBezTo>
                    <a:pt x="276" y="292"/>
                    <a:pt x="530" y="308"/>
                    <a:pt x="795" y="260"/>
                  </a:cubicBezTo>
                  <a:cubicBezTo>
                    <a:pt x="924" y="238"/>
                    <a:pt x="1049" y="200"/>
                    <a:pt x="1173" y="162"/>
                  </a:cubicBezTo>
                  <a:cubicBezTo>
                    <a:pt x="1292" y="130"/>
                    <a:pt x="1432" y="108"/>
                    <a:pt x="1546" y="49"/>
                  </a:cubicBezTo>
                  <a:cubicBezTo>
                    <a:pt x="1567" y="38"/>
                    <a:pt x="1556" y="6"/>
                    <a:pt x="1535" y="6"/>
                  </a:cubicBezTo>
                  <a:cubicBezTo>
                    <a:pt x="1421" y="0"/>
                    <a:pt x="1297" y="49"/>
                    <a:pt x="1189" y="81"/>
                  </a:cubicBezTo>
                  <a:cubicBezTo>
                    <a:pt x="1065" y="119"/>
                    <a:pt x="940" y="157"/>
                    <a:pt x="816" y="184"/>
                  </a:cubicBezTo>
                  <a:cubicBezTo>
                    <a:pt x="557" y="238"/>
                    <a:pt x="276" y="254"/>
                    <a:pt x="11" y="265"/>
                  </a:cubicBezTo>
                  <a:cubicBezTo>
                    <a:pt x="0" y="265"/>
                    <a:pt x="0" y="281"/>
                    <a:pt x="11" y="2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1"/>
            <p:cNvSpPr/>
            <p:nvPr/>
          </p:nvSpPr>
          <p:spPr>
            <a:xfrm>
              <a:off x="5506641" y="2499511"/>
              <a:ext cx="570399" cy="61657"/>
            </a:xfrm>
            <a:custGeom>
              <a:avLst/>
              <a:gdLst/>
              <a:ahLst/>
              <a:cxnLst/>
              <a:rect l="l" t="t" r="r" b="b"/>
              <a:pathLst>
                <a:path w="6365" h="688" extrusionOk="0">
                  <a:moveTo>
                    <a:pt x="5" y="104"/>
                  </a:moveTo>
                  <a:cubicBezTo>
                    <a:pt x="0" y="66"/>
                    <a:pt x="22" y="39"/>
                    <a:pt x="54" y="33"/>
                  </a:cubicBezTo>
                  <a:cubicBezTo>
                    <a:pt x="92" y="28"/>
                    <a:pt x="119" y="49"/>
                    <a:pt x="124" y="82"/>
                  </a:cubicBezTo>
                  <a:cubicBezTo>
                    <a:pt x="146" y="222"/>
                    <a:pt x="449" y="330"/>
                    <a:pt x="902" y="411"/>
                  </a:cubicBezTo>
                  <a:cubicBezTo>
                    <a:pt x="1470" y="509"/>
                    <a:pt x="2264" y="557"/>
                    <a:pt x="3069" y="563"/>
                  </a:cubicBezTo>
                  <a:cubicBezTo>
                    <a:pt x="3744" y="563"/>
                    <a:pt x="4430" y="536"/>
                    <a:pt x="4992" y="476"/>
                  </a:cubicBezTo>
                  <a:cubicBezTo>
                    <a:pt x="5370" y="433"/>
                    <a:pt x="5695" y="379"/>
                    <a:pt x="5921" y="303"/>
                  </a:cubicBezTo>
                  <a:cubicBezTo>
                    <a:pt x="6127" y="233"/>
                    <a:pt x="6246" y="163"/>
                    <a:pt x="6246" y="82"/>
                  </a:cubicBezTo>
                  <a:lnTo>
                    <a:pt x="6246" y="71"/>
                  </a:lnTo>
                  <a:cubicBezTo>
                    <a:pt x="6240" y="39"/>
                    <a:pt x="6267" y="6"/>
                    <a:pt x="6300" y="6"/>
                  </a:cubicBezTo>
                  <a:cubicBezTo>
                    <a:pt x="6332" y="1"/>
                    <a:pt x="6364" y="22"/>
                    <a:pt x="6364" y="60"/>
                  </a:cubicBezTo>
                  <a:cubicBezTo>
                    <a:pt x="6364" y="66"/>
                    <a:pt x="6364" y="71"/>
                    <a:pt x="6364" y="82"/>
                  </a:cubicBezTo>
                  <a:cubicBezTo>
                    <a:pt x="6364" y="222"/>
                    <a:pt x="6213" y="336"/>
                    <a:pt x="5959" y="417"/>
                  </a:cubicBezTo>
                  <a:cubicBezTo>
                    <a:pt x="5722" y="498"/>
                    <a:pt x="5392" y="557"/>
                    <a:pt x="5008" y="595"/>
                  </a:cubicBezTo>
                  <a:cubicBezTo>
                    <a:pt x="4441" y="660"/>
                    <a:pt x="3750" y="687"/>
                    <a:pt x="3069" y="682"/>
                  </a:cubicBezTo>
                  <a:cubicBezTo>
                    <a:pt x="2258" y="676"/>
                    <a:pt x="1453" y="633"/>
                    <a:pt x="881" y="530"/>
                  </a:cubicBezTo>
                  <a:cubicBezTo>
                    <a:pt x="373" y="438"/>
                    <a:pt x="38" y="303"/>
                    <a:pt x="5" y="10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1"/>
            <p:cNvSpPr/>
            <p:nvPr/>
          </p:nvSpPr>
          <p:spPr>
            <a:xfrm>
              <a:off x="5518201" y="2563498"/>
              <a:ext cx="113901" cy="27602"/>
            </a:xfrm>
            <a:custGeom>
              <a:avLst/>
              <a:gdLst/>
              <a:ahLst/>
              <a:cxnLst/>
              <a:rect l="l" t="t" r="r" b="b"/>
              <a:pathLst>
                <a:path w="1271" h="308" extrusionOk="0">
                  <a:moveTo>
                    <a:pt x="6" y="11"/>
                  </a:moveTo>
                  <a:cubicBezTo>
                    <a:pt x="211" y="70"/>
                    <a:pt x="384" y="178"/>
                    <a:pt x="595" y="222"/>
                  </a:cubicBezTo>
                  <a:cubicBezTo>
                    <a:pt x="800" y="265"/>
                    <a:pt x="1038" y="308"/>
                    <a:pt x="1249" y="292"/>
                  </a:cubicBezTo>
                  <a:cubicBezTo>
                    <a:pt x="1270" y="286"/>
                    <a:pt x="1270" y="259"/>
                    <a:pt x="1254" y="254"/>
                  </a:cubicBezTo>
                  <a:cubicBezTo>
                    <a:pt x="1054" y="173"/>
                    <a:pt x="817" y="189"/>
                    <a:pt x="611" y="151"/>
                  </a:cubicBezTo>
                  <a:cubicBezTo>
                    <a:pt x="406" y="119"/>
                    <a:pt x="217" y="32"/>
                    <a:pt x="12" y="0"/>
                  </a:cubicBezTo>
                  <a:cubicBezTo>
                    <a:pt x="1" y="0"/>
                    <a:pt x="1" y="11"/>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1"/>
            <p:cNvSpPr/>
            <p:nvPr/>
          </p:nvSpPr>
          <p:spPr>
            <a:xfrm>
              <a:off x="5782568" y="2842296"/>
              <a:ext cx="33068" cy="33517"/>
            </a:xfrm>
            <a:custGeom>
              <a:avLst/>
              <a:gdLst/>
              <a:ahLst/>
              <a:cxnLst/>
              <a:rect l="l" t="t" r="r" b="b"/>
              <a:pathLst>
                <a:path w="369" h="374" extrusionOk="0">
                  <a:moveTo>
                    <a:pt x="28" y="368"/>
                  </a:moveTo>
                  <a:cubicBezTo>
                    <a:pt x="82" y="320"/>
                    <a:pt x="103" y="250"/>
                    <a:pt x="152" y="201"/>
                  </a:cubicBezTo>
                  <a:cubicBezTo>
                    <a:pt x="179" y="168"/>
                    <a:pt x="211" y="141"/>
                    <a:pt x="255" y="131"/>
                  </a:cubicBezTo>
                  <a:cubicBezTo>
                    <a:pt x="287" y="114"/>
                    <a:pt x="319" y="125"/>
                    <a:pt x="352" y="104"/>
                  </a:cubicBezTo>
                  <a:cubicBezTo>
                    <a:pt x="363" y="93"/>
                    <a:pt x="368" y="77"/>
                    <a:pt x="357" y="66"/>
                  </a:cubicBezTo>
                  <a:cubicBezTo>
                    <a:pt x="298" y="1"/>
                    <a:pt x="184" y="71"/>
                    <a:pt x="136" y="114"/>
                  </a:cubicBezTo>
                  <a:cubicBezTo>
                    <a:pt x="71" y="163"/>
                    <a:pt x="1" y="271"/>
                    <a:pt x="1" y="352"/>
                  </a:cubicBezTo>
                  <a:cubicBezTo>
                    <a:pt x="1" y="368"/>
                    <a:pt x="17" y="374"/>
                    <a:pt x="28" y="3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1"/>
            <p:cNvSpPr/>
            <p:nvPr/>
          </p:nvSpPr>
          <p:spPr>
            <a:xfrm>
              <a:off x="5860085" y="2852064"/>
              <a:ext cx="538" cy="538"/>
            </a:xfrm>
            <a:custGeom>
              <a:avLst/>
              <a:gdLst/>
              <a:ahLst/>
              <a:cxnLst/>
              <a:rect l="l" t="t" r="r" b="b"/>
              <a:pathLst>
                <a:path w="6" h="6" extrusionOk="0">
                  <a:moveTo>
                    <a:pt x="5" y="5"/>
                  </a:moveTo>
                  <a:cubicBezTo>
                    <a:pt x="5" y="5"/>
                    <a:pt x="5" y="0"/>
                    <a:pt x="5" y="0"/>
                  </a:cubicBezTo>
                  <a:cubicBezTo>
                    <a:pt x="0" y="0"/>
                    <a:pt x="0" y="5"/>
                    <a:pt x="5"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1"/>
            <p:cNvSpPr/>
            <p:nvPr/>
          </p:nvSpPr>
          <p:spPr>
            <a:xfrm>
              <a:off x="5857666" y="2851527"/>
              <a:ext cx="35846" cy="29126"/>
            </a:xfrm>
            <a:custGeom>
              <a:avLst/>
              <a:gdLst/>
              <a:ahLst/>
              <a:cxnLst/>
              <a:rect l="l" t="t" r="r" b="b"/>
              <a:pathLst>
                <a:path w="400" h="325" extrusionOk="0">
                  <a:moveTo>
                    <a:pt x="27" y="6"/>
                  </a:moveTo>
                  <a:cubicBezTo>
                    <a:pt x="0" y="87"/>
                    <a:pt x="86" y="157"/>
                    <a:pt x="146" y="195"/>
                  </a:cubicBezTo>
                  <a:cubicBezTo>
                    <a:pt x="195" y="228"/>
                    <a:pt x="340" y="325"/>
                    <a:pt x="389" y="265"/>
                  </a:cubicBezTo>
                  <a:cubicBezTo>
                    <a:pt x="400" y="260"/>
                    <a:pt x="400" y="249"/>
                    <a:pt x="394" y="238"/>
                  </a:cubicBezTo>
                  <a:cubicBezTo>
                    <a:pt x="384" y="217"/>
                    <a:pt x="362" y="211"/>
                    <a:pt x="340" y="206"/>
                  </a:cubicBezTo>
                  <a:cubicBezTo>
                    <a:pt x="297" y="195"/>
                    <a:pt x="254" y="174"/>
                    <a:pt x="216" y="152"/>
                  </a:cubicBezTo>
                  <a:cubicBezTo>
                    <a:pt x="146" y="120"/>
                    <a:pt x="86" y="65"/>
                    <a:pt x="38" y="1"/>
                  </a:cubicBezTo>
                  <a:cubicBezTo>
                    <a:pt x="32" y="1"/>
                    <a:pt x="27" y="1"/>
                    <a:pt x="27"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1"/>
            <p:cNvSpPr/>
            <p:nvPr/>
          </p:nvSpPr>
          <p:spPr>
            <a:xfrm>
              <a:off x="5925415" y="2841848"/>
              <a:ext cx="33964" cy="29126"/>
            </a:xfrm>
            <a:custGeom>
              <a:avLst/>
              <a:gdLst/>
              <a:ahLst/>
              <a:cxnLst/>
              <a:rect l="l" t="t" r="r" b="b"/>
              <a:pathLst>
                <a:path w="379" h="325" extrusionOk="0">
                  <a:moveTo>
                    <a:pt x="44" y="303"/>
                  </a:moveTo>
                  <a:cubicBezTo>
                    <a:pt x="98" y="238"/>
                    <a:pt x="141" y="184"/>
                    <a:pt x="217" y="141"/>
                  </a:cubicBezTo>
                  <a:cubicBezTo>
                    <a:pt x="265" y="114"/>
                    <a:pt x="352" y="92"/>
                    <a:pt x="373" y="38"/>
                  </a:cubicBezTo>
                  <a:cubicBezTo>
                    <a:pt x="379" y="28"/>
                    <a:pt x="379" y="11"/>
                    <a:pt x="362" y="6"/>
                  </a:cubicBezTo>
                  <a:cubicBezTo>
                    <a:pt x="292" y="1"/>
                    <a:pt x="206" y="60"/>
                    <a:pt x="152" y="98"/>
                  </a:cubicBezTo>
                  <a:cubicBezTo>
                    <a:pt x="87" y="141"/>
                    <a:pt x="22" y="211"/>
                    <a:pt x="6" y="287"/>
                  </a:cubicBezTo>
                  <a:cubicBezTo>
                    <a:pt x="0" y="314"/>
                    <a:pt x="33" y="325"/>
                    <a:pt x="49" y="3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1"/>
            <p:cNvSpPr/>
            <p:nvPr/>
          </p:nvSpPr>
          <p:spPr>
            <a:xfrm>
              <a:off x="5712399" y="2848121"/>
              <a:ext cx="25720" cy="33069"/>
            </a:xfrm>
            <a:custGeom>
              <a:avLst/>
              <a:gdLst/>
              <a:ahLst/>
              <a:cxnLst/>
              <a:rect l="l" t="t" r="r" b="b"/>
              <a:pathLst>
                <a:path w="287" h="369" extrusionOk="0">
                  <a:moveTo>
                    <a:pt x="22" y="28"/>
                  </a:moveTo>
                  <a:cubicBezTo>
                    <a:pt x="0" y="98"/>
                    <a:pt x="22" y="174"/>
                    <a:pt x="60" y="233"/>
                  </a:cubicBezTo>
                  <a:cubicBezTo>
                    <a:pt x="97" y="287"/>
                    <a:pt x="179" y="368"/>
                    <a:pt x="249" y="352"/>
                  </a:cubicBezTo>
                  <a:cubicBezTo>
                    <a:pt x="265" y="347"/>
                    <a:pt x="287" y="325"/>
                    <a:pt x="276" y="309"/>
                  </a:cubicBezTo>
                  <a:cubicBezTo>
                    <a:pt x="260" y="276"/>
                    <a:pt x="227" y="282"/>
                    <a:pt x="200" y="266"/>
                  </a:cubicBezTo>
                  <a:cubicBezTo>
                    <a:pt x="130" y="233"/>
                    <a:pt x="43" y="120"/>
                    <a:pt x="60" y="33"/>
                  </a:cubicBezTo>
                  <a:cubicBezTo>
                    <a:pt x="65" y="12"/>
                    <a:pt x="27" y="1"/>
                    <a:pt x="2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1"/>
            <p:cNvSpPr/>
            <p:nvPr/>
          </p:nvSpPr>
          <p:spPr>
            <a:xfrm>
              <a:off x="5654776" y="2849107"/>
              <a:ext cx="26705" cy="23301"/>
            </a:xfrm>
            <a:custGeom>
              <a:avLst/>
              <a:gdLst/>
              <a:ahLst/>
              <a:cxnLst/>
              <a:rect l="l" t="t" r="r" b="b"/>
              <a:pathLst>
                <a:path w="298" h="260" extrusionOk="0">
                  <a:moveTo>
                    <a:pt x="27" y="249"/>
                  </a:moveTo>
                  <a:cubicBezTo>
                    <a:pt x="38" y="206"/>
                    <a:pt x="98" y="168"/>
                    <a:pt x="135" y="147"/>
                  </a:cubicBezTo>
                  <a:cubicBezTo>
                    <a:pt x="184" y="114"/>
                    <a:pt x="233" y="92"/>
                    <a:pt x="281" y="65"/>
                  </a:cubicBezTo>
                  <a:cubicBezTo>
                    <a:pt x="287" y="60"/>
                    <a:pt x="297" y="49"/>
                    <a:pt x="297" y="38"/>
                  </a:cubicBezTo>
                  <a:cubicBezTo>
                    <a:pt x="297" y="28"/>
                    <a:pt x="292" y="22"/>
                    <a:pt x="287" y="11"/>
                  </a:cubicBezTo>
                  <a:cubicBezTo>
                    <a:pt x="270" y="1"/>
                    <a:pt x="260" y="1"/>
                    <a:pt x="243" y="6"/>
                  </a:cubicBezTo>
                  <a:cubicBezTo>
                    <a:pt x="184" y="33"/>
                    <a:pt x="130" y="71"/>
                    <a:pt x="81" y="114"/>
                  </a:cubicBezTo>
                  <a:cubicBezTo>
                    <a:pt x="38" y="147"/>
                    <a:pt x="0" y="195"/>
                    <a:pt x="11" y="249"/>
                  </a:cubicBezTo>
                  <a:cubicBezTo>
                    <a:pt x="11" y="260"/>
                    <a:pt x="22" y="260"/>
                    <a:pt x="27"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1"/>
            <p:cNvSpPr/>
            <p:nvPr/>
          </p:nvSpPr>
          <p:spPr>
            <a:xfrm>
              <a:off x="5659615" y="2941592"/>
              <a:ext cx="40237" cy="33965"/>
            </a:xfrm>
            <a:custGeom>
              <a:avLst/>
              <a:gdLst/>
              <a:ahLst/>
              <a:cxnLst/>
              <a:rect l="l" t="t" r="r" b="b"/>
              <a:pathLst>
                <a:path w="449" h="379" extrusionOk="0">
                  <a:moveTo>
                    <a:pt x="438" y="6"/>
                  </a:moveTo>
                  <a:cubicBezTo>
                    <a:pt x="341" y="1"/>
                    <a:pt x="276" y="33"/>
                    <a:pt x="206" y="98"/>
                  </a:cubicBezTo>
                  <a:cubicBezTo>
                    <a:pt x="135" y="157"/>
                    <a:pt x="44" y="254"/>
                    <a:pt x="11" y="336"/>
                  </a:cubicBezTo>
                  <a:cubicBezTo>
                    <a:pt x="0" y="357"/>
                    <a:pt x="17" y="379"/>
                    <a:pt x="38" y="368"/>
                  </a:cubicBezTo>
                  <a:cubicBezTo>
                    <a:pt x="103" y="330"/>
                    <a:pt x="141" y="254"/>
                    <a:pt x="184" y="195"/>
                  </a:cubicBezTo>
                  <a:cubicBezTo>
                    <a:pt x="249" y="125"/>
                    <a:pt x="335" y="38"/>
                    <a:pt x="438" y="28"/>
                  </a:cubicBezTo>
                  <a:cubicBezTo>
                    <a:pt x="449" y="28"/>
                    <a:pt x="449" y="11"/>
                    <a:pt x="43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1"/>
            <p:cNvSpPr/>
            <p:nvPr/>
          </p:nvSpPr>
          <p:spPr>
            <a:xfrm>
              <a:off x="5681392" y="2945445"/>
              <a:ext cx="28139" cy="33517"/>
            </a:xfrm>
            <a:custGeom>
              <a:avLst/>
              <a:gdLst/>
              <a:ahLst/>
              <a:cxnLst/>
              <a:rect l="l" t="t" r="r" b="b"/>
              <a:pathLst>
                <a:path w="314" h="374" extrusionOk="0">
                  <a:moveTo>
                    <a:pt x="292" y="6"/>
                  </a:moveTo>
                  <a:cubicBezTo>
                    <a:pt x="141" y="28"/>
                    <a:pt x="44" y="211"/>
                    <a:pt x="0" y="341"/>
                  </a:cubicBezTo>
                  <a:cubicBezTo>
                    <a:pt x="0" y="352"/>
                    <a:pt x="0" y="363"/>
                    <a:pt x="11" y="368"/>
                  </a:cubicBezTo>
                  <a:cubicBezTo>
                    <a:pt x="17" y="374"/>
                    <a:pt x="17" y="374"/>
                    <a:pt x="27" y="374"/>
                  </a:cubicBezTo>
                  <a:cubicBezTo>
                    <a:pt x="38" y="374"/>
                    <a:pt x="44" y="368"/>
                    <a:pt x="49" y="357"/>
                  </a:cubicBezTo>
                  <a:cubicBezTo>
                    <a:pt x="98" y="238"/>
                    <a:pt x="168" y="82"/>
                    <a:pt x="298" y="33"/>
                  </a:cubicBezTo>
                  <a:cubicBezTo>
                    <a:pt x="314" y="28"/>
                    <a:pt x="308" y="1"/>
                    <a:pt x="292"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1"/>
            <p:cNvSpPr/>
            <p:nvPr/>
          </p:nvSpPr>
          <p:spPr>
            <a:xfrm>
              <a:off x="5700749" y="2947865"/>
              <a:ext cx="19446" cy="34951"/>
            </a:xfrm>
            <a:custGeom>
              <a:avLst/>
              <a:gdLst/>
              <a:ahLst/>
              <a:cxnLst/>
              <a:rect l="l" t="t" r="r" b="b"/>
              <a:pathLst>
                <a:path w="217" h="390" extrusionOk="0">
                  <a:moveTo>
                    <a:pt x="179" y="17"/>
                  </a:moveTo>
                  <a:cubicBezTo>
                    <a:pt x="82" y="103"/>
                    <a:pt x="60" y="233"/>
                    <a:pt x="11" y="352"/>
                  </a:cubicBezTo>
                  <a:cubicBezTo>
                    <a:pt x="1" y="379"/>
                    <a:pt x="44" y="390"/>
                    <a:pt x="55" y="368"/>
                  </a:cubicBezTo>
                  <a:cubicBezTo>
                    <a:pt x="119" y="266"/>
                    <a:pt x="119" y="130"/>
                    <a:pt x="206" y="39"/>
                  </a:cubicBezTo>
                  <a:cubicBezTo>
                    <a:pt x="217" y="22"/>
                    <a:pt x="195" y="1"/>
                    <a:pt x="179"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1"/>
            <p:cNvSpPr/>
            <p:nvPr/>
          </p:nvSpPr>
          <p:spPr>
            <a:xfrm>
              <a:off x="5719657" y="2948851"/>
              <a:ext cx="17027" cy="39342"/>
            </a:xfrm>
            <a:custGeom>
              <a:avLst/>
              <a:gdLst/>
              <a:ahLst/>
              <a:cxnLst/>
              <a:rect l="l" t="t" r="r" b="b"/>
              <a:pathLst>
                <a:path w="190" h="439" extrusionOk="0">
                  <a:moveTo>
                    <a:pt x="179" y="11"/>
                  </a:moveTo>
                  <a:cubicBezTo>
                    <a:pt x="103" y="1"/>
                    <a:pt x="76" y="125"/>
                    <a:pt x="60" y="179"/>
                  </a:cubicBezTo>
                  <a:cubicBezTo>
                    <a:pt x="49" y="228"/>
                    <a:pt x="0" y="406"/>
                    <a:pt x="54" y="438"/>
                  </a:cubicBezTo>
                  <a:cubicBezTo>
                    <a:pt x="60" y="438"/>
                    <a:pt x="65" y="438"/>
                    <a:pt x="65" y="438"/>
                  </a:cubicBezTo>
                  <a:cubicBezTo>
                    <a:pt x="103" y="411"/>
                    <a:pt x="92" y="292"/>
                    <a:pt x="98" y="249"/>
                  </a:cubicBezTo>
                  <a:cubicBezTo>
                    <a:pt x="103" y="200"/>
                    <a:pt x="119" y="152"/>
                    <a:pt x="135" y="109"/>
                  </a:cubicBezTo>
                  <a:cubicBezTo>
                    <a:pt x="146" y="82"/>
                    <a:pt x="173" y="60"/>
                    <a:pt x="189" y="28"/>
                  </a:cubicBezTo>
                  <a:cubicBezTo>
                    <a:pt x="189" y="22"/>
                    <a:pt x="184" y="11"/>
                    <a:pt x="179"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1"/>
            <p:cNvSpPr/>
            <p:nvPr/>
          </p:nvSpPr>
          <p:spPr>
            <a:xfrm>
              <a:off x="5741882" y="2952256"/>
              <a:ext cx="8334" cy="33517"/>
            </a:xfrm>
            <a:custGeom>
              <a:avLst/>
              <a:gdLst/>
              <a:ahLst/>
              <a:cxnLst/>
              <a:rect l="l" t="t" r="r" b="b"/>
              <a:pathLst>
                <a:path w="93" h="374" extrusionOk="0">
                  <a:moveTo>
                    <a:pt x="66" y="17"/>
                  </a:moveTo>
                  <a:cubicBezTo>
                    <a:pt x="44" y="60"/>
                    <a:pt x="28" y="108"/>
                    <a:pt x="22" y="157"/>
                  </a:cubicBezTo>
                  <a:cubicBezTo>
                    <a:pt x="17" y="217"/>
                    <a:pt x="1" y="298"/>
                    <a:pt x="22" y="357"/>
                  </a:cubicBezTo>
                  <a:cubicBezTo>
                    <a:pt x="33" y="373"/>
                    <a:pt x="55" y="373"/>
                    <a:pt x="60" y="357"/>
                  </a:cubicBezTo>
                  <a:cubicBezTo>
                    <a:pt x="76" y="308"/>
                    <a:pt x="71" y="254"/>
                    <a:pt x="71" y="206"/>
                  </a:cubicBezTo>
                  <a:cubicBezTo>
                    <a:pt x="71" y="141"/>
                    <a:pt x="71" y="81"/>
                    <a:pt x="93" y="22"/>
                  </a:cubicBezTo>
                  <a:cubicBezTo>
                    <a:pt x="93" y="11"/>
                    <a:pt x="76" y="0"/>
                    <a:pt x="66"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1"/>
            <p:cNvSpPr/>
            <p:nvPr/>
          </p:nvSpPr>
          <p:spPr>
            <a:xfrm>
              <a:off x="5762225" y="2951270"/>
              <a:ext cx="7348" cy="37370"/>
            </a:xfrm>
            <a:custGeom>
              <a:avLst/>
              <a:gdLst/>
              <a:ahLst/>
              <a:cxnLst/>
              <a:rect l="l" t="t" r="r" b="b"/>
              <a:pathLst>
                <a:path w="82" h="417" extrusionOk="0">
                  <a:moveTo>
                    <a:pt x="49" y="17"/>
                  </a:moveTo>
                  <a:cubicBezTo>
                    <a:pt x="22" y="71"/>
                    <a:pt x="22" y="136"/>
                    <a:pt x="17" y="195"/>
                  </a:cubicBezTo>
                  <a:cubicBezTo>
                    <a:pt x="12" y="260"/>
                    <a:pt x="1" y="330"/>
                    <a:pt x="12" y="395"/>
                  </a:cubicBezTo>
                  <a:cubicBezTo>
                    <a:pt x="17" y="417"/>
                    <a:pt x="44" y="411"/>
                    <a:pt x="49" y="395"/>
                  </a:cubicBezTo>
                  <a:cubicBezTo>
                    <a:pt x="66" y="341"/>
                    <a:pt x="66" y="282"/>
                    <a:pt x="71" y="222"/>
                  </a:cubicBezTo>
                  <a:cubicBezTo>
                    <a:pt x="71" y="157"/>
                    <a:pt x="82" y="92"/>
                    <a:pt x="82" y="28"/>
                  </a:cubicBezTo>
                  <a:cubicBezTo>
                    <a:pt x="82" y="6"/>
                    <a:pt x="60" y="1"/>
                    <a:pt x="49"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1"/>
            <p:cNvSpPr/>
            <p:nvPr/>
          </p:nvSpPr>
          <p:spPr>
            <a:xfrm>
              <a:off x="5782568" y="2955661"/>
              <a:ext cx="8782" cy="28140"/>
            </a:xfrm>
            <a:custGeom>
              <a:avLst/>
              <a:gdLst/>
              <a:ahLst/>
              <a:cxnLst/>
              <a:rect l="l" t="t" r="r" b="b"/>
              <a:pathLst>
                <a:path w="98" h="314" extrusionOk="0">
                  <a:moveTo>
                    <a:pt x="49" y="11"/>
                  </a:moveTo>
                  <a:cubicBezTo>
                    <a:pt x="44" y="92"/>
                    <a:pt x="1" y="227"/>
                    <a:pt x="60" y="297"/>
                  </a:cubicBezTo>
                  <a:cubicBezTo>
                    <a:pt x="71" y="314"/>
                    <a:pt x="92" y="297"/>
                    <a:pt x="92" y="287"/>
                  </a:cubicBezTo>
                  <a:cubicBezTo>
                    <a:pt x="98" y="243"/>
                    <a:pt x="82" y="200"/>
                    <a:pt x="82" y="157"/>
                  </a:cubicBezTo>
                  <a:cubicBezTo>
                    <a:pt x="76" y="108"/>
                    <a:pt x="76" y="60"/>
                    <a:pt x="71" y="11"/>
                  </a:cubicBezTo>
                  <a:cubicBezTo>
                    <a:pt x="71" y="0"/>
                    <a:pt x="49" y="0"/>
                    <a:pt x="49"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1"/>
            <p:cNvSpPr/>
            <p:nvPr/>
          </p:nvSpPr>
          <p:spPr>
            <a:xfrm>
              <a:off x="5797085" y="2948402"/>
              <a:ext cx="18550" cy="36385"/>
            </a:xfrm>
            <a:custGeom>
              <a:avLst/>
              <a:gdLst/>
              <a:ahLst/>
              <a:cxnLst/>
              <a:rect l="l" t="t" r="r" b="b"/>
              <a:pathLst>
                <a:path w="207" h="406" extrusionOk="0">
                  <a:moveTo>
                    <a:pt x="12" y="38"/>
                  </a:moveTo>
                  <a:cubicBezTo>
                    <a:pt x="66" y="146"/>
                    <a:pt x="93" y="281"/>
                    <a:pt x="157" y="384"/>
                  </a:cubicBezTo>
                  <a:cubicBezTo>
                    <a:pt x="174" y="405"/>
                    <a:pt x="206" y="395"/>
                    <a:pt x="201" y="368"/>
                  </a:cubicBezTo>
                  <a:cubicBezTo>
                    <a:pt x="174" y="249"/>
                    <a:pt x="98" y="124"/>
                    <a:pt x="39" y="22"/>
                  </a:cubicBezTo>
                  <a:cubicBezTo>
                    <a:pt x="28" y="0"/>
                    <a:pt x="1" y="16"/>
                    <a:pt x="12"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1"/>
            <p:cNvSpPr/>
            <p:nvPr/>
          </p:nvSpPr>
          <p:spPr>
            <a:xfrm>
              <a:off x="5812141" y="2951808"/>
              <a:ext cx="25720" cy="30560"/>
            </a:xfrm>
            <a:custGeom>
              <a:avLst/>
              <a:gdLst/>
              <a:ahLst/>
              <a:cxnLst/>
              <a:rect l="l" t="t" r="r" b="b"/>
              <a:pathLst>
                <a:path w="287" h="341" extrusionOk="0">
                  <a:moveTo>
                    <a:pt x="11" y="32"/>
                  </a:moveTo>
                  <a:cubicBezTo>
                    <a:pt x="65" y="81"/>
                    <a:pt x="114" y="124"/>
                    <a:pt x="157" y="189"/>
                  </a:cubicBezTo>
                  <a:cubicBezTo>
                    <a:pt x="173" y="216"/>
                    <a:pt x="189" y="249"/>
                    <a:pt x="206" y="276"/>
                  </a:cubicBezTo>
                  <a:cubicBezTo>
                    <a:pt x="216" y="303"/>
                    <a:pt x="216" y="324"/>
                    <a:pt x="243" y="335"/>
                  </a:cubicBezTo>
                  <a:cubicBezTo>
                    <a:pt x="254" y="340"/>
                    <a:pt x="270" y="335"/>
                    <a:pt x="270" y="324"/>
                  </a:cubicBezTo>
                  <a:cubicBezTo>
                    <a:pt x="287" y="270"/>
                    <a:pt x="222" y="189"/>
                    <a:pt x="195" y="146"/>
                  </a:cubicBezTo>
                  <a:cubicBezTo>
                    <a:pt x="157" y="86"/>
                    <a:pt x="97" y="22"/>
                    <a:pt x="27" y="5"/>
                  </a:cubicBezTo>
                  <a:cubicBezTo>
                    <a:pt x="16" y="0"/>
                    <a:pt x="0" y="22"/>
                    <a:pt x="11" y="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1"/>
            <p:cNvSpPr/>
            <p:nvPr/>
          </p:nvSpPr>
          <p:spPr>
            <a:xfrm>
              <a:off x="5832932" y="2947417"/>
              <a:ext cx="28677" cy="34951"/>
            </a:xfrm>
            <a:custGeom>
              <a:avLst/>
              <a:gdLst/>
              <a:ahLst/>
              <a:cxnLst/>
              <a:rect l="l" t="t" r="r" b="b"/>
              <a:pathLst>
                <a:path w="320" h="390" extrusionOk="0">
                  <a:moveTo>
                    <a:pt x="17" y="44"/>
                  </a:moveTo>
                  <a:cubicBezTo>
                    <a:pt x="136" y="119"/>
                    <a:pt x="200" y="233"/>
                    <a:pt x="254" y="357"/>
                  </a:cubicBezTo>
                  <a:cubicBezTo>
                    <a:pt x="271" y="389"/>
                    <a:pt x="319" y="362"/>
                    <a:pt x="303" y="325"/>
                  </a:cubicBezTo>
                  <a:cubicBezTo>
                    <a:pt x="249" y="189"/>
                    <a:pt x="168" y="76"/>
                    <a:pt x="38" y="11"/>
                  </a:cubicBezTo>
                  <a:cubicBezTo>
                    <a:pt x="17" y="0"/>
                    <a:pt x="1" y="27"/>
                    <a:pt x="22"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1"/>
            <p:cNvSpPr/>
            <p:nvPr/>
          </p:nvSpPr>
          <p:spPr>
            <a:xfrm>
              <a:off x="5857128" y="2948851"/>
              <a:ext cx="25720" cy="30560"/>
            </a:xfrm>
            <a:custGeom>
              <a:avLst/>
              <a:gdLst/>
              <a:ahLst/>
              <a:cxnLst/>
              <a:rect l="l" t="t" r="r" b="b"/>
              <a:pathLst>
                <a:path w="287" h="341" extrusionOk="0">
                  <a:moveTo>
                    <a:pt x="11" y="33"/>
                  </a:moveTo>
                  <a:cubicBezTo>
                    <a:pt x="103" y="114"/>
                    <a:pt x="125" y="238"/>
                    <a:pt x="222" y="314"/>
                  </a:cubicBezTo>
                  <a:cubicBezTo>
                    <a:pt x="255" y="341"/>
                    <a:pt x="287" y="298"/>
                    <a:pt x="255" y="271"/>
                  </a:cubicBezTo>
                  <a:cubicBezTo>
                    <a:pt x="163" y="200"/>
                    <a:pt x="125" y="82"/>
                    <a:pt x="28" y="11"/>
                  </a:cubicBezTo>
                  <a:cubicBezTo>
                    <a:pt x="17" y="1"/>
                    <a:pt x="1" y="22"/>
                    <a:pt x="11"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1"/>
            <p:cNvSpPr/>
            <p:nvPr/>
          </p:nvSpPr>
          <p:spPr>
            <a:xfrm>
              <a:off x="5869764" y="2946431"/>
              <a:ext cx="27691" cy="28678"/>
            </a:xfrm>
            <a:custGeom>
              <a:avLst/>
              <a:gdLst/>
              <a:ahLst/>
              <a:cxnLst/>
              <a:rect l="l" t="t" r="r" b="b"/>
              <a:pathLst>
                <a:path w="309" h="320" extrusionOk="0">
                  <a:moveTo>
                    <a:pt x="22" y="33"/>
                  </a:moveTo>
                  <a:cubicBezTo>
                    <a:pt x="97" y="44"/>
                    <a:pt x="141" y="98"/>
                    <a:pt x="178" y="163"/>
                  </a:cubicBezTo>
                  <a:cubicBezTo>
                    <a:pt x="200" y="206"/>
                    <a:pt x="227" y="303"/>
                    <a:pt x="276" y="319"/>
                  </a:cubicBezTo>
                  <a:cubicBezTo>
                    <a:pt x="292" y="319"/>
                    <a:pt x="303" y="309"/>
                    <a:pt x="303" y="292"/>
                  </a:cubicBezTo>
                  <a:cubicBezTo>
                    <a:pt x="308" y="265"/>
                    <a:pt x="276" y="233"/>
                    <a:pt x="265" y="206"/>
                  </a:cubicBezTo>
                  <a:cubicBezTo>
                    <a:pt x="243" y="173"/>
                    <a:pt x="222" y="141"/>
                    <a:pt x="200" y="103"/>
                  </a:cubicBezTo>
                  <a:cubicBezTo>
                    <a:pt x="157" y="49"/>
                    <a:pt x="103" y="1"/>
                    <a:pt x="27" y="1"/>
                  </a:cubicBezTo>
                  <a:cubicBezTo>
                    <a:pt x="6" y="1"/>
                    <a:pt x="0" y="28"/>
                    <a:pt x="22"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1"/>
            <p:cNvSpPr/>
            <p:nvPr/>
          </p:nvSpPr>
          <p:spPr>
            <a:xfrm>
              <a:off x="5881324" y="2941143"/>
              <a:ext cx="40327" cy="29574"/>
            </a:xfrm>
            <a:custGeom>
              <a:avLst/>
              <a:gdLst/>
              <a:ahLst/>
              <a:cxnLst/>
              <a:rect l="l" t="t" r="r" b="b"/>
              <a:pathLst>
                <a:path w="450" h="330" extrusionOk="0">
                  <a:moveTo>
                    <a:pt x="22" y="38"/>
                  </a:moveTo>
                  <a:cubicBezTo>
                    <a:pt x="93" y="87"/>
                    <a:pt x="163" y="135"/>
                    <a:pt x="222" y="189"/>
                  </a:cubicBezTo>
                  <a:cubicBezTo>
                    <a:pt x="282" y="238"/>
                    <a:pt x="336" y="292"/>
                    <a:pt x="406" y="319"/>
                  </a:cubicBezTo>
                  <a:cubicBezTo>
                    <a:pt x="428" y="330"/>
                    <a:pt x="449" y="292"/>
                    <a:pt x="433" y="276"/>
                  </a:cubicBezTo>
                  <a:cubicBezTo>
                    <a:pt x="368" y="222"/>
                    <a:pt x="293" y="173"/>
                    <a:pt x="228" y="119"/>
                  </a:cubicBezTo>
                  <a:cubicBezTo>
                    <a:pt x="168" y="70"/>
                    <a:pt x="109" y="27"/>
                    <a:pt x="39" y="6"/>
                  </a:cubicBezTo>
                  <a:cubicBezTo>
                    <a:pt x="17" y="0"/>
                    <a:pt x="1" y="27"/>
                    <a:pt x="22" y="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1"/>
            <p:cNvSpPr/>
            <p:nvPr/>
          </p:nvSpPr>
          <p:spPr>
            <a:xfrm>
              <a:off x="5751113" y="2914438"/>
              <a:ext cx="190880" cy="21956"/>
            </a:xfrm>
            <a:custGeom>
              <a:avLst/>
              <a:gdLst/>
              <a:ahLst/>
              <a:cxnLst/>
              <a:rect l="l" t="t" r="r" b="b"/>
              <a:pathLst>
                <a:path w="2130" h="245" extrusionOk="0">
                  <a:moveTo>
                    <a:pt x="11" y="223"/>
                  </a:moveTo>
                  <a:cubicBezTo>
                    <a:pt x="195" y="223"/>
                    <a:pt x="384" y="244"/>
                    <a:pt x="568" y="233"/>
                  </a:cubicBezTo>
                  <a:cubicBezTo>
                    <a:pt x="757" y="228"/>
                    <a:pt x="941" y="217"/>
                    <a:pt x="1130" y="212"/>
                  </a:cubicBezTo>
                  <a:cubicBezTo>
                    <a:pt x="1303" y="212"/>
                    <a:pt x="1481" y="201"/>
                    <a:pt x="1648" y="179"/>
                  </a:cubicBezTo>
                  <a:cubicBezTo>
                    <a:pt x="1740" y="168"/>
                    <a:pt x="1832" y="147"/>
                    <a:pt x="1918" y="125"/>
                  </a:cubicBezTo>
                  <a:cubicBezTo>
                    <a:pt x="1983" y="109"/>
                    <a:pt x="2064" y="98"/>
                    <a:pt x="2113" y="44"/>
                  </a:cubicBezTo>
                  <a:cubicBezTo>
                    <a:pt x="2129" y="28"/>
                    <a:pt x="2113" y="1"/>
                    <a:pt x="2086" y="6"/>
                  </a:cubicBezTo>
                  <a:cubicBezTo>
                    <a:pt x="1924" y="33"/>
                    <a:pt x="1767" y="87"/>
                    <a:pt x="1600" y="109"/>
                  </a:cubicBezTo>
                  <a:cubicBezTo>
                    <a:pt x="1432" y="131"/>
                    <a:pt x="1259" y="136"/>
                    <a:pt x="1092" y="141"/>
                  </a:cubicBezTo>
                  <a:cubicBezTo>
                    <a:pt x="730" y="147"/>
                    <a:pt x="368" y="185"/>
                    <a:pt x="11" y="206"/>
                  </a:cubicBezTo>
                  <a:cubicBezTo>
                    <a:pt x="0" y="206"/>
                    <a:pt x="0" y="223"/>
                    <a:pt x="11"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1"/>
            <p:cNvSpPr/>
            <p:nvPr/>
          </p:nvSpPr>
          <p:spPr>
            <a:xfrm>
              <a:off x="5709979" y="2930479"/>
              <a:ext cx="22314" cy="5915"/>
            </a:xfrm>
            <a:custGeom>
              <a:avLst/>
              <a:gdLst/>
              <a:ahLst/>
              <a:cxnLst/>
              <a:rect l="l" t="t" r="r" b="b"/>
              <a:pathLst>
                <a:path w="249" h="66" extrusionOk="0">
                  <a:moveTo>
                    <a:pt x="227" y="11"/>
                  </a:moveTo>
                  <a:cubicBezTo>
                    <a:pt x="184" y="6"/>
                    <a:pt x="146" y="11"/>
                    <a:pt x="103" y="11"/>
                  </a:cubicBezTo>
                  <a:cubicBezTo>
                    <a:pt x="70" y="11"/>
                    <a:pt x="33" y="0"/>
                    <a:pt x="6" y="16"/>
                  </a:cubicBezTo>
                  <a:cubicBezTo>
                    <a:pt x="0" y="22"/>
                    <a:pt x="0" y="33"/>
                    <a:pt x="0" y="38"/>
                  </a:cubicBezTo>
                  <a:cubicBezTo>
                    <a:pt x="22" y="65"/>
                    <a:pt x="54" y="60"/>
                    <a:pt x="87" y="60"/>
                  </a:cubicBezTo>
                  <a:cubicBezTo>
                    <a:pt x="135" y="54"/>
                    <a:pt x="179" y="44"/>
                    <a:pt x="227" y="44"/>
                  </a:cubicBezTo>
                  <a:cubicBezTo>
                    <a:pt x="249" y="44"/>
                    <a:pt x="249" y="11"/>
                    <a:pt x="227"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1"/>
            <p:cNvSpPr/>
            <p:nvPr/>
          </p:nvSpPr>
          <p:spPr>
            <a:xfrm>
              <a:off x="5801925" y="2579897"/>
              <a:ext cx="69810" cy="87736"/>
            </a:xfrm>
            <a:custGeom>
              <a:avLst/>
              <a:gdLst/>
              <a:ahLst/>
              <a:cxnLst/>
              <a:rect l="l" t="t" r="r" b="b"/>
              <a:pathLst>
                <a:path w="779" h="979" extrusionOk="0">
                  <a:moveTo>
                    <a:pt x="184" y="908"/>
                  </a:moveTo>
                  <a:cubicBezTo>
                    <a:pt x="195" y="914"/>
                    <a:pt x="211" y="919"/>
                    <a:pt x="238" y="914"/>
                  </a:cubicBezTo>
                  <a:cubicBezTo>
                    <a:pt x="271" y="914"/>
                    <a:pt x="314" y="903"/>
                    <a:pt x="357" y="887"/>
                  </a:cubicBezTo>
                  <a:cubicBezTo>
                    <a:pt x="395" y="865"/>
                    <a:pt x="433" y="838"/>
                    <a:pt x="465" y="800"/>
                  </a:cubicBezTo>
                  <a:cubicBezTo>
                    <a:pt x="503" y="757"/>
                    <a:pt x="525" y="698"/>
                    <a:pt x="519" y="622"/>
                  </a:cubicBezTo>
                  <a:cubicBezTo>
                    <a:pt x="498" y="438"/>
                    <a:pt x="563" y="368"/>
                    <a:pt x="617" y="309"/>
                  </a:cubicBezTo>
                  <a:cubicBezTo>
                    <a:pt x="660" y="260"/>
                    <a:pt x="692" y="222"/>
                    <a:pt x="649" y="114"/>
                  </a:cubicBezTo>
                  <a:cubicBezTo>
                    <a:pt x="606" y="206"/>
                    <a:pt x="525" y="217"/>
                    <a:pt x="449" y="228"/>
                  </a:cubicBezTo>
                  <a:cubicBezTo>
                    <a:pt x="352" y="244"/>
                    <a:pt x="255" y="260"/>
                    <a:pt x="249" y="482"/>
                  </a:cubicBezTo>
                  <a:cubicBezTo>
                    <a:pt x="249" y="525"/>
                    <a:pt x="222" y="568"/>
                    <a:pt x="190" y="611"/>
                  </a:cubicBezTo>
                  <a:cubicBezTo>
                    <a:pt x="141" y="698"/>
                    <a:pt x="76" y="795"/>
                    <a:pt x="184" y="908"/>
                  </a:cubicBezTo>
                  <a:lnTo>
                    <a:pt x="184" y="908"/>
                  </a:lnTo>
                  <a:close/>
                  <a:moveTo>
                    <a:pt x="244" y="979"/>
                  </a:moveTo>
                  <a:cubicBezTo>
                    <a:pt x="201" y="979"/>
                    <a:pt x="168" y="973"/>
                    <a:pt x="147" y="957"/>
                  </a:cubicBezTo>
                  <a:cubicBezTo>
                    <a:pt x="141" y="957"/>
                    <a:pt x="141" y="952"/>
                    <a:pt x="141" y="952"/>
                  </a:cubicBezTo>
                  <a:cubicBezTo>
                    <a:pt x="1" y="800"/>
                    <a:pt x="76" y="681"/>
                    <a:pt x="141" y="584"/>
                  </a:cubicBezTo>
                  <a:cubicBezTo>
                    <a:pt x="163" y="541"/>
                    <a:pt x="184" y="509"/>
                    <a:pt x="190" y="482"/>
                  </a:cubicBezTo>
                  <a:cubicBezTo>
                    <a:pt x="201" y="211"/>
                    <a:pt x="320" y="190"/>
                    <a:pt x="438" y="168"/>
                  </a:cubicBezTo>
                  <a:cubicBezTo>
                    <a:pt x="514" y="157"/>
                    <a:pt x="590" y="147"/>
                    <a:pt x="611" y="28"/>
                  </a:cubicBezTo>
                  <a:cubicBezTo>
                    <a:pt x="617" y="22"/>
                    <a:pt x="622" y="12"/>
                    <a:pt x="627" y="6"/>
                  </a:cubicBezTo>
                  <a:cubicBezTo>
                    <a:pt x="644" y="1"/>
                    <a:pt x="660" y="6"/>
                    <a:pt x="671" y="22"/>
                  </a:cubicBezTo>
                  <a:cubicBezTo>
                    <a:pt x="779" y="217"/>
                    <a:pt x="725" y="276"/>
                    <a:pt x="660" y="346"/>
                  </a:cubicBezTo>
                  <a:cubicBezTo>
                    <a:pt x="617" y="401"/>
                    <a:pt x="563" y="460"/>
                    <a:pt x="579" y="617"/>
                  </a:cubicBezTo>
                  <a:lnTo>
                    <a:pt x="579" y="617"/>
                  </a:lnTo>
                  <a:cubicBezTo>
                    <a:pt x="584" y="708"/>
                    <a:pt x="557" y="784"/>
                    <a:pt x="509" y="838"/>
                  </a:cubicBezTo>
                  <a:cubicBezTo>
                    <a:pt x="476" y="881"/>
                    <a:pt x="428" y="919"/>
                    <a:pt x="379" y="941"/>
                  </a:cubicBezTo>
                  <a:cubicBezTo>
                    <a:pt x="330" y="962"/>
                    <a:pt x="282" y="973"/>
                    <a:pt x="244" y="97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1"/>
            <p:cNvSpPr/>
            <p:nvPr/>
          </p:nvSpPr>
          <p:spPr>
            <a:xfrm>
              <a:off x="5815994" y="2589576"/>
              <a:ext cx="46062" cy="73666"/>
            </a:xfrm>
            <a:custGeom>
              <a:avLst/>
              <a:gdLst/>
              <a:ahLst/>
              <a:cxnLst/>
              <a:rect l="l" t="t" r="r" b="b"/>
              <a:pathLst>
                <a:path w="514" h="822" extrusionOk="0">
                  <a:moveTo>
                    <a:pt x="492" y="12"/>
                  </a:moveTo>
                  <a:cubicBezTo>
                    <a:pt x="514" y="98"/>
                    <a:pt x="438" y="147"/>
                    <a:pt x="379" y="195"/>
                  </a:cubicBezTo>
                  <a:cubicBezTo>
                    <a:pt x="292" y="266"/>
                    <a:pt x="190" y="352"/>
                    <a:pt x="163" y="460"/>
                  </a:cubicBezTo>
                  <a:cubicBezTo>
                    <a:pt x="146" y="541"/>
                    <a:pt x="141" y="627"/>
                    <a:pt x="114" y="703"/>
                  </a:cubicBezTo>
                  <a:cubicBezTo>
                    <a:pt x="103" y="746"/>
                    <a:pt x="65" y="822"/>
                    <a:pt x="11" y="811"/>
                  </a:cubicBezTo>
                  <a:cubicBezTo>
                    <a:pt x="0" y="806"/>
                    <a:pt x="0" y="784"/>
                    <a:pt x="11" y="784"/>
                  </a:cubicBezTo>
                  <a:cubicBezTo>
                    <a:pt x="76" y="768"/>
                    <a:pt x="92" y="682"/>
                    <a:pt x="103" y="627"/>
                  </a:cubicBezTo>
                  <a:cubicBezTo>
                    <a:pt x="119" y="563"/>
                    <a:pt x="130" y="492"/>
                    <a:pt x="146" y="428"/>
                  </a:cubicBezTo>
                  <a:cubicBezTo>
                    <a:pt x="173" y="347"/>
                    <a:pt x="244" y="287"/>
                    <a:pt x="303" y="233"/>
                  </a:cubicBezTo>
                  <a:cubicBezTo>
                    <a:pt x="362" y="179"/>
                    <a:pt x="497" y="109"/>
                    <a:pt x="481" y="12"/>
                  </a:cubicBezTo>
                  <a:cubicBezTo>
                    <a:pt x="476" y="6"/>
                    <a:pt x="487" y="1"/>
                    <a:pt x="492"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1"/>
            <p:cNvSpPr/>
            <p:nvPr/>
          </p:nvSpPr>
          <p:spPr>
            <a:xfrm>
              <a:off x="5822267" y="2624975"/>
              <a:ext cx="28677" cy="30111"/>
            </a:xfrm>
            <a:custGeom>
              <a:avLst/>
              <a:gdLst/>
              <a:ahLst/>
              <a:cxnLst/>
              <a:rect l="l" t="t" r="r" b="b"/>
              <a:pathLst>
                <a:path w="320" h="336" extrusionOk="0">
                  <a:moveTo>
                    <a:pt x="319" y="11"/>
                  </a:moveTo>
                  <a:cubicBezTo>
                    <a:pt x="292" y="70"/>
                    <a:pt x="255" y="103"/>
                    <a:pt x="190" y="130"/>
                  </a:cubicBezTo>
                  <a:cubicBezTo>
                    <a:pt x="136" y="151"/>
                    <a:pt x="93" y="168"/>
                    <a:pt x="65" y="222"/>
                  </a:cubicBezTo>
                  <a:cubicBezTo>
                    <a:pt x="44" y="259"/>
                    <a:pt x="38" y="303"/>
                    <a:pt x="17" y="330"/>
                  </a:cubicBezTo>
                  <a:cubicBezTo>
                    <a:pt x="11" y="335"/>
                    <a:pt x="1" y="330"/>
                    <a:pt x="6" y="324"/>
                  </a:cubicBezTo>
                  <a:cubicBezTo>
                    <a:pt x="17" y="259"/>
                    <a:pt x="49" y="184"/>
                    <a:pt x="103" y="146"/>
                  </a:cubicBezTo>
                  <a:cubicBezTo>
                    <a:pt x="136" y="124"/>
                    <a:pt x="174" y="114"/>
                    <a:pt x="206" y="103"/>
                  </a:cubicBezTo>
                  <a:cubicBezTo>
                    <a:pt x="255" y="81"/>
                    <a:pt x="287" y="49"/>
                    <a:pt x="309" y="6"/>
                  </a:cubicBezTo>
                  <a:cubicBezTo>
                    <a:pt x="309" y="0"/>
                    <a:pt x="319" y="6"/>
                    <a:pt x="314"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1"/>
            <p:cNvSpPr/>
            <p:nvPr/>
          </p:nvSpPr>
          <p:spPr>
            <a:xfrm>
              <a:off x="5829526" y="2599792"/>
              <a:ext cx="9768" cy="28140"/>
            </a:xfrm>
            <a:custGeom>
              <a:avLst/>
              <a:gdLst/>
              <a:ahLst/>
              <a:cxnLst/>
              <a:rect l="l" t="t" r="r" b="b"/>
              <a:pathLst>
                <a:path w="109" h="314" extrusionOk="0">
                  <a:moveTo>
                    <a:pt x="103" y="11"/>
                  </a:moveTo>
                  <a:cubicBezTo>
                    <a:pt x="49" y="54"/>
                    <a:pt x="39" y="114"/>
                    <a:pt x="33" y="179"/>
                  </a:cubicBezTo>
                  <a:cubicBezTo>
                    <a:pt x="33" y="222"/>
                    <a:pt x="39" y="270"/>
                    <a:pt x="17" y="308"/>
                  </a:cubicBezTo>
                  <a:cubicBezTo>
                    <a:pt x="12" y="314"/>
                    <a:pt x="6" y="308"/>
                    <a:pt x="6" y="303"/>
                  </a:cubicBezTo>
                  <a:cubicBezTo>
                    <a:pt x="1" y="249"/>
                    <a:pt x="12" y="184"/>
                    <a:pt x="22" y="135"/>
                  </a:cubicBezTo>
                  <a:cubicBezTo>
                    <a:pt x="28" y="76"/>
                    <a:pt x="49" y="38"/>
                    <a:pt x="93" y="0"/>
                  </a:cubicBezTo>
                  <a:cubicBezTo>
                    <a:pt x="98" y="0"/>
                    <a:pt x="109" y="6"/>
                    <a:pt x="103"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1"/>
            <p:cNvSpPr/>
            <p:nvPr/>
          </p:nvSpPr>
          <p:spPr>
            <a:xfrm>
              <a:off x="6003381" y="2580435"/>
              <a:ext cx="60580" cy="92575"/>
            </a:xfrm>
            <a:custGeom>
              <a:avLst/>
              <a:gdLst/>
              <a:ahLst/>
              <a:cxnLst/>
              <a:rect l="l" t="t" r="r" b="b"/>
              <a:pathLst>
                <a:path w="676" h="1033" extrusionOk="0">
                  <a:moveTo>
                    <a:pt x="487" y="973"/>
                  </a:moveTo>
                  <a:cubicBezTo>
                    <a:pt x="497" y="973"/>
                    <a:pt x="514" y="956"/>
                    <a:pt x="530" y="940"/>
                  </a:cubicBezTo>
                  <a:cubicBezTo>
                    <a:pt x="557" y="913"/>
                    <a:pt x="578" y="875"/>
                    <a:pt x="589" y="832"/>
                  </a:cubicBezTo>
                  <a:cubicBezTo>
                    <a:pt x="605" y="789"/>
                    <a:pt x="611" y="746"/>
                    <a:pt x="605" y="697"/>
                  </a:cubicBezTo>
                  <a:cubicBezTo>
                    <a:pt x="600" y="638"/>
                    <a:pt x="573" y="578"/>
                    <a:pt x="519" y="530"/>
                  </a:cubicBezTo>
                  <a:cubicBezTo>
                    <a:pt x="373" y="422"/>
                    <a:pt x="368" y="324"/>
                    <a:pt x="362" y="243"/>
                  </a:cubicBezTo>
                  <a:cubicBezTo>
                    <a:pt x="357" y="184"/>
                    <a:pt x="351" y="130"/>
                    <a:pt x="243" y="87"/>
                  </a:cubicBezTo>
                  <a:cubicBezTo>
                    <a:pt x="276" y="178"/>
                    <a:pt x="233" y="243"/>
                    <a:pt x="189" y="308"/>
                  </a:cubicBezTo>
                  <a:cubicBezTo>
                    <a:pt x="130" y="389"/>
                    <a:pt x="76" y="465"/>
                    <a:pt x="227" y="627"/>
                  </a:cubicBezTo>
                  <a:cubicBezTo>
                    <a:pt x="260" y="659"/>
                    <a:pt x="270" y="708"/>
                    <a:pt x="281" y="762"/>
                  </a:cubicBezTo>
                  <a:cubicBezTo>
                    <a:pt x="303" y="854"/>
                    <a:pt x="330" y="967"/>
                    <a:pt x="487" y="973"/>
                  </a:cubicBezTo>
                  <a:lnTo>
                    <a:pt x="487" y="973"/>
                  </a:lnTo>
                  <a:close/>
                  <a:moveTo>
                    <a:pt x="578" y="978"/>
                  </a:moveTo>
                  <a:cubicBezTo>
                    <a:pt x="551" y="1010"/>
                    <a:pt x="519" y="1032"/>
                    <a:pt x="492" y="1032"/>
                  </a:cubicBezTo>
                  <a:lnTo>
                    <a:pt x="492" y="1032"/>
                  </a:lnTo>
                  <a:lnTo>
                    <a:pt x="492" y="1032"/>
                  </a:lnTo>
                  <a:cubicBezTo>
                    <a:pt x="287" y="1027"/>
                    <a:pt x="254" y="892"/>
                    <a:pt x="227" y="773"/>
                  </a:cubicBezTo>
                  <a:cubicBezTo>
                    <a:pt x="216" y="729"/>
                    <a:pt x="206" y="692"/>
                    <a:pt x="189" y="670"/>
                  </a:cubicBezTo>
                  <a:cubicBezTo>
                    <a:pt x="0" y="470"/>
                    <a:pt x="71" y="373"/>
                    <a:pt x="141" y="276"/>
                  </a:cubicBezTo>
                  <a:cubicBezTo>
                    <a:pt x="184" y="211"/>
                    <a:pt x="227" y="146"/>
                    <a:pt x="162" y="49"/>
                  </a:cubicBezTo>
                  <a:cubicBezTo>
                    <a:pt x="157" y="43"/>
                    <a:pt x="152" y="33"/>
                    <a:pt x="157" y="22"/>
                  </a:cubicBezTo>
                  <a:cubicBezTo>
                    <a:pt x="162" y="6"/>
                    <a:pt x="179" y="0"/>
                    <a:pt x="195" y="6"/>
                  </a:cubicBezTo>
                  <a:cubicBezTo>
                    <a:pt x="411" y="65"/>
                    <a:pt x="416" y="141"/>
                    <a:pt x="422" y="238"/>
                  </a:cubicBezTo>
                  <a:cubicBezTo>
                    <a:pt x="427" y="308"/>
                    <a:pt x="432" y="389"/>
                    <a:pt x="557" y="486"/>
                  </a:cubicBezTo>
                  <a:lnTo>
                    <a:pt x="557" y="486"/>
                  </a:lnTo>
                  <a:cubicBezTo>
                    <a:pt x="627" y="546"/>
                    <a:pt x="659" y="621"/>
                    <a:pt x="670" y="692"/>
                  </a:cubicBezTo>
                  <a:cubicBezTo>
                    <a:pt x="676" y="746"/>
                    <a:pt x="665" y="805"/>
                    <a:pt x="649" y="854"/>
                  </a:cubicBezTo>
                  <a:cubicBezTo>
                    <a:pt x="632" y="902"/>
                    <a:pt x="605" y="946"/>
                    <a:pt x="578" y="97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1"/>
            <p:cNvSpPr/>
            <p:nvPr/>
          </p:nvSpPr>
          <p:spPr>
            <a:xfrm>
              <a:off x="6024620" y="2588142"/>
              <a:ext cx="26795" cy="81462"/>
            </a:xfrm>
            <a:custGeom>
              <a:avLst/>
              <a:gdLst/>
              <a:ahLst/>
              <a:cxnLst/>
              <a:rect l="l" t="t" r="r" b="b"/>
              <a:pathLst>
                <a:path w="299" h="909" extrusionOk="0">
                  <a:moveTo>
                    <a:pt x="12" y="1"/>
                  </a:moveTo>
                  <a:cubicBezTo>
                    <a:pt x="87" y="44"/>
                    <a:pt x="71" y="136"/>
                    <a:pt x="66" y="211"/>
                  </a:cubicBezTo>
                  <a:cubicBezTo>
                    <a:pt x="55" y="319"/>
                    <a:pt x="44" y="454"/>
                    <a:pt x="109" y="552"/>
                  </a:cubicBezTo>
                  <a:cubicBezTo>
                    <a:pt x="152" y="622"/>
                    <a:pt x="206" y="681"/>
                    <a:pt x="244" y="757"/>
                  </a:cubicBezTo>
                  <a:cubicBezTo>
                    <a:pt x="266" y="795"/>
                    <a:pt x="298" y="876"/>
                    <a:pt x="250" y="903"/>
                  </a:cubicBezTo>
                  <a:cubicBezTo>
                    <a:pt x="239" y="908"/>
                    <a:pt x="222" y="897"/>
                    <a:pt x="228" y="887"/>
                  </a:cubicBezTo>
                  <a:cubicBezTo>
                    <a:pt x="260" y="827"/>
                    <a:pt x="212" y="757"/>
                    <a:pt x="185" y="714"/>
                  </a:cubicBezTo>
                  <a:cubicBezTo>
                    <a:pt x="147" y="654"/>
                    <a:pt x="104" y="600"/>
                    <a:pt x="71" y="541"/>
                  </a:cubicBezTo>
                  <a:cubicBezTo>
                    <a:pt x="33" y="471"/>
                    <a:pt x="33" y="373"/>
                    <a:pt x="39" y="298"/>
                  </a:cubicBezTo>
                  <a:cubicBezTo>
                    <a:pt x="44" y="217"/>
                    <a:pt x="87" y="71"/>
                    <a:pt x="6" y="17"/>
                  </a:cubicBezTo>
                  <a:cubicBezTo>
                    <a:pt x="1" y="11"/>
                    <a:pt x="6" y="1"/>
                    <a:pt x="12"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1"/>
            <p:cNvSpPr/>
            <p:nvPr/>
          </p:nvSpPr>
          <p:spPr>
            <a:xfrm>
              <a:off x="6039227" y="2619150"/>
              <a:ext cx="7348" cy="40776"/>
            </a:xfrm>
            <a:custGeom>
              <a:avLst/>
              <a:gdLst/>
              <a:ahLst/>
              <a:cxnLst/>
              <a:rect l="l" t="t" r="r" b="b"/>
              <a:pathLst>
                <a:path w="82" h="455" extrusionOk="0">
                  <a:moveTo>
                    <a:pt x="59" y="6"/>
                  </a:moveTo>
                  <a:cubicBezTo>
                    <a:pt x="81" y="65"/>
                    <a:pt x="81" y="119"/>
                    <a:pt x="54" y="179"/>
                  </a:cubicBezTo>
                  <a:cubicBezTo>
                    <a:pt x="32" y="233"/>
                    <a:pt x="16" y="276"/>
                    <a:pt x="32" y="335"/>
                  </a:cubicBezTo>
                  <a:cubicBezTo>
                    <a:pt x="49" y="373"/>
                    <a:pt x="70" y="406"/>
                    <a:pt x="76" y="449"/>
                  </a:cubicBezTo>
                  <a:cubicBezTo>
                    <a:pt x="76" y="454"/>
                    <a:pt x="65" y="454"/>
                    <a:pt x="65" y="449"/>
                  </a:cubicBezTo>
                  <a:cubicBezTo>
                    <a:pt x="27" y="395"/>
                    <a:pt x="0" y="319"/>
                    <a:pt x="5" y="254"/>
                  </a:cubicBezTo>
                  <a:cubicBezTo>
                    <a:pt x="11" y="216"/>
                    <a:pt x="32" y="184"/>
                    <a:pt x="49" y="146"/>
                  </a:cubicBezTo>
                  <a:cubicBezTo>
                    <a:pt x="65" y="103"/>
                    <a:pt x="65" y="60"/>
                    <a:pt x="49" y="11"/>
                  </a:cubicBezTo>
                  <a:cubicBezTo>
                    <a:pt x="43" y="6"/>
                    <a:pt x="54" y="0"/>
                    <a:pt x="5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1"/>
            <p:cNvSpPr/>
            <p:nvPr/>
          </p:nvSpPr>
          <p:spPr>
            <a:xfrm>
              <a:off x="6016465" y="2609919"/>
              <a:ext cx="15593" cy="25810"/>
            </a:xfrm>
            <a:custGeom>
              <a:avLst/>
              <a:gdLst/>
              <a:ahLst/>
              <a:cxnLst/>
              <a:rect l="l" t="t" r="r" b="b"/>
              <a:pathLst>
                <a:path w="174" h="288" extrusionOk="0">
                  <a:moveTo>
                    <a:pt x="16" y="11"/>
                  </a:moveTo>
                  <a:cubicBezTo>
                    <a:pt x="16" y="76"/>
                    <a:pt x="49" y="125"/>
                    <a:pt x="92" y="174"/>
                  </a:cubicBezTo>
                  <a:cubicBezTo>
                    <a:pt x="119" y="206"/>
                    <a:pt x="157" y="238"/>
                    <a:pt x="168" y="276"/>
                  </a:cubicBezTo>
                  <a:cubicBezTo>
                    <a:pt x="173" y="282"/>
                    <a:pt x="162" y="287"/>
                    <a:pt x="162" y="282"/>
                  </a:cubicBezTo>
                  <a:cubicBezTo>
                    <a:pt x="119" y="249"/>
                    <a:pt x="81" y="195"/>
                    <a:pt x="49" y="152"/>
                  </a:cubicBezTo>
                  <a:cubicBezTo>
                    <a:pt x="16" y="109"/>
                    <a:pt x="0" y="66"/>
                    <a:pt x="6" y="11"/>
                  </a:cubicBezTo>
                  <a:cubicBezTo>
                    <a:pt x="6" y="1"/>
                    <a:pt x="16" y="1"/>
                    <a:pt x="1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1"/>
            <p:cNvSpPr/>
            <p:nvPr/>
          </p:nvSpPr>
          <p:spPr>
            <a:xfrm>
              <a:off x="5519187" y="2585723"/>
              <a:ext cx="60580" cy="93023"/>
            </a:xfrm>
            <a:custGeom>
              <a:avLst/>
              <a:gdLst/>
              <a:ahLst/>
              <a:cxnLst/>
              <a:rect l="l" t="t" r="r" b="b"/>
              <a:pathLst>
                <a:path w="676" h="1038" extrusionOk="0">
                  <a:moveTo>
                    <a:pt x="179" y="1038"/>
                  </a:moveTo>
                  <a:cubicBezTo>
                    <a:pt x="152" y="1038"/>
                    <a:pt x="125" y="1016"/>
                    <a:pt x="98" y="984"/>
                  </a:cubicBezTo>
                  <a:cubicBezTo>
                    <a:pt x="71" y="951"/>
                    <a:pt x="44" y="908"/>
                    <a:pt x="28" y="860"/>
                  </a:cubicBezTo>
                  <a:cubicBezTo>
                    <a:pt x="6" y="806"/>
                    <a:pt x="1" y="752"/>
                    <a:pt x="6" y="692"/>
                  </a:cubicBezTo>
                  <a:cubicBezTo>
                    <a:pt x="11" y="622"/>
                    <a:pt x="49" y="552"/>
                    <a:pt x="119" y="487"/>
                  </a:cubicBezTo>
                  <a:lnTo>
                    <a:pt x="119" y="487"/>
                  </a:lnTo>
                  <a:cubicBezTo>
                    <a:pt x="244" y="395"/>
                    <a:pt x="249" y="314"/>
                    <a:pt x="254" y="244"/>
                  </a:cubicBezTo>
                  <a:cubicBezTo>
                    <a:pt x="260" y="146"/>
                    <a:pt x="265" y="65"/>
                    <a:pt x="481" y="6"/>
                  </a:cubicBezTo>
                  <a:cubicBezTo>
                    <a:pt x="498" y="1"/>
                    <a:pt x="514" y="11"/>
                    <a:pt x="519" y="28"/>
                  </a:cubicBezTo>
                  <a:cubicBezTo>
                    <a:pt x="519" y="38"/>
                    <a:pt x="519" y="44"/>
                    <a:pt x="514" y="55"/>
                  </a:cubicBezTo>
                  <a:lnTo>
                    <a:pt x="514" y="55"/>
                  </a:lnTo>
                  <a:cubicBezTo>
                    <a:pt x="449" y="152"/>
                    <a:pt x="492" y="217"/>
                    <a:pt x="535" y="276"/>
                  </a:cubicBezTo>
                  <a:cubicBezTo>
                    <a:pt x="606" y="373"/>
                    <a:pt x="676" y="476"/>
                    <a:pt x="487" y="676"/>
                  </a:cubicBezTo>
                  <a:cubicBezTo>
                    <a:pt x="471" y="692"/>
                    <a:pt x="460" y="735"/>
                    <a:pt x="449" y="779"/>
                  </a:cubicBezTo>
                  <a:cubicBezTo>
                    <a:pt x="422" y="892"/>
                    <a:pt x="390" y="1032"/>
                    <a:pt x="184" y="1038"/>
                  </a:cubicBezTo>
                  <a:lnTo>
                    <a:pt x="179" y="1038"/>
                  </a:lnTo>
                  <a:lnTo>
                    <a:pt x="179" y="1038"/>
                  </a:lnTo>
                  <a:close/>
                  <a:moveTo>
                    <a:pt x="141" y="946"/>
                  </a:moveTo>
                  <a:cubicBezTo>
                    <a:pt x="157" y="962"/>
                    <a:pt x="173" y="978"/>
                    <a:pt x="184" y="978"/>
                  </a:cubicBezTo>
                  <a:cubicBezTo>
                    <a:pt x="341" y="973"/>
                    <a:pt x="368" y="860"/>
                    <a:pt x="390" y="768"/>
                  </a:cubicBezTo>
                  <a:cubicBezTo>
                    <a:pt x="400" y="714"/>
                    <a:pt x="417" y="665"/>
                    <a:pt x="444" y="633"/>
                  </a:cubicBezTo>
                  <a:cubicBezTo>
                    <a:pt x="595" y="471"/>
                    <a:pt x="541" y="395"/>
                    <a:pt x="487" y="314"/>
                  </a:cubicBezTo>
                  <a:cubicBezTo>
                    <a:pt x="438" y="249"/>
                    <a:pt x="395" y="184"/>
                    <a:pt x="427" y="92"/>
                  </a:cubicBezTo>
                  <a:cubicBezTo>
                    <a:pt x="319" y="136"/>
                    <a:pt x="319" y="184"/>
                    <a:pt x="314" y="249"/>
                  </a:cubicBezTo>
                  <a:cubicBezTo>
                    <a:pt x="309" y="330"/>
                    <a:pt x="303" y="427"/>
                    <a:pt x="157" y="535"/>
                  </a:cubicBezTo>
                  <a:cubicBezTo>
                    <a:pt x="98" y="584"/>
                    <a:pt x="71" y="643"/>
                    <a:pt x="65" y="703"/>
                  </a:cubicBezTo>
                  <a:cubicBezTo>
                    <a:pt x="60" y="746"/>
                    <a:pt x="65" y="795"/>
                    <a:pt x="82" y="838"/>
                  </a:cubicBezTo>
                  <a:cubicBezTo>
                    <a:pt x="98" y="881"/>
                    <a:pt x="119" y="919"/>
                    <a:pt x="141" y="9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1"/>
            <p:cNvSpPr/>
            <p:nvPr/>
          </p:nvSpPr>
          <p:spPr>
            <a:xfrm>
              <a:off x="5531823" y="2593967"/>
              <a:ext cx="26705" cy="81462"/>
            </a:xfrm>
            <a:custGeom>
              <a:avLst/>
              <a:gdLst/>
              <a:ahLst/>
              <a:cxnLst/>
              <a:rect l="l" t="t" r="r" b="b"/>
              <a:pathLst>
                <a:path w="298" h="909" extrusionOk="0">
                  <a:moveTo>
                    <a:pt x="286" y="0"/>
                  </a:moveTo>
                  <a:cubicBezTo>
                    <a:pt x="205" y="44"/>
                    <a:pt x="222" y="135"/>
                    <a:pt x="232" y="211"/>
                  </a:cubicBezTo>
                  <a:cubicBezTo>
                    <a:pt x="243" y="319"/>
                    <a:pt x="254" y="454"/>
                    <a:pt x="189" y="551"/>
                  </a:cubicBezTo>
                  <a:cubicBezTo>
                    <a:pt x="146" y="622"/>
                    <a:pt x="86" y="681"/>
                    <a:pt x="49" y="757"/>
                  </a:cubicBezTo>
                  <a:cubicBezTo>
                    <a:pt x="32" y="789"/>
                    <a:pt x="0" y="876"/>
                    <a:pt x="49" y="903"/>
                  </a:cubicBezTo>
                  <a:cubicBezTo>
                    <a:pt x="59" y="908"/>
                    <a:pt x="76" y="897"/>
                    <a:pt x="65" y="886"/>
                  </a:cubicBezTo>
                  <a:cubicBezTo>
                    <a:pt x="38" y="827"/>
                    <a:pt x="86" y="757"/>
                    <a:pt x="113" y="714"/>
                  </a:cubicBezTo>
                  <a:cubicBezTo>
                    <a:pt x="151" y="654"/>
                    <a:pt x="195" y="600"/>
                    <a:pt x="227" y="535"/>
                  </a:cubicBezTo>
                  <a:cubicBezTo>
                    <a:pt x="265" y="465"/>
                    <a:pt x="259" y="373"/>
                    <a:pt x="259" y="298"/>
                  </a:cubicBezTo>
                  <a:cubicBezTo>
                    <a:pt x="254" y="211"/>
                    <a:pt x="211" y="65"/>
                    <a:pt x="292" y="11"/>
                  </a:cubicBezTo>
                  <a:cubicBezTo>
                    <a:pt x="297" y="11"/>
                    <a:pt x="292" y="0"/>
                    <a:pt x="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1"/>
            <p:cNvSpPr/>
            <p:nvPr/>
          </p:nvSpPr>
          <p:spPr>
            <a:xfrm>
              <a:off x="5536124" y="2624975"/>
              <a:ext cx="7886" cy="40686"/>
            </a:xfrm>
            <a:custGeom>
              <a:avLst/>
              <a:gdLst/>
              <a:ahLst/>
              <a:cxnLst/>
              <a:rect l="l" t="t" r="r" b="b"/>
              <a:pathLst>
                <a:path w="88" h="454" extrusionOk="0">
                  <a:moveTo>
                    <a:pt x="28" y="6"/>
                  </a:moveTo>
                  <a:cubicBezTo>
                    <a:pt x="1" y="65"/>
                    <a:pt x="6" y="119"/>
                    <a:pt x="28" y="178"/>
                  </a:cubicBezTo>
                  <a:cubicBezTo>
                    <a:pt x="55" y="232"/>
                    <a:pt x="71" y="276"/>
                    <a:pt x="49" y="335"/>
                  </a:cubicBezTo>
                  <a:cubicBezTo>
                    <a:pt x="38" y="373"/>
                    <a:pt x="17" y="405"/>
                    <a:pt x="11" y="449"/>
                  </a:cubicBezTo>
                  <a:cubicBezTo>
                    <a:pt x="6" y="454"/>
                    <a:pt x="17" y="454"/>
                    <a:pt x="22" y="449"/>
                  </a:cubicBezTo>
                  <a:cubicBezTo>
                    <a:pt x="60" y="395"/>
                    <a:pt x="87" y="319"/>
                    <a:pt x="76" y="254"/>
                  </a:cubicBezTo>
                  <a:cubicBezTo>
                    <a:pt x="71" y="216"/>
                    <a:pt x="49" y="178"/>
                    <a:pt x="38" y="146"/>
                  </a:cubicBezTo>
                  <a:cubicBezTo>
                    <a:pt x="22" y="97"/>
                    <a:pt x="22" y="54"/>
                    <a:pt x="38" y="11"/>
                  </a:cubicBezTo>
                  <a:cubicBezTo>
                    <a:pt x="38" y="6"/>
                    <a:pt x="33" y="0"/>
                    <a:pt x="2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1"/>
            <p:cNvSpPr/>
            <p:nvPr/>
          </p:nvSpPr>
          <p:spPr>
            <a:xfrm>
              <a:off x="5551180" y="2615744"/>
              <a:ext cx="15593" cy="25720"/>
            </a:xfrm>
            <a:custGeom>
              <a:avLst/>
              <a:gdLst/>
              <a:ahLst/>
              <a:cxnLst/>
              <a:rect l="l" t="t" r="r" b="b"/>
              <a:pathLst>
                <a:path w="174" h="287" extrusionOk="0">
                  <a:moveTo>
                    <a:pt x="157" y="6"/>
                  </a:moveTo>
                  <a:cubicBezTo>
                    <a:pt x="157" y="76"/>
                    <a:pt x="124" y="125"/>
                    <a:pt x="81" y="173"/>
                  </a:cubicBezTo>
                  <a:cubicBezTo>
                    <a:pt x="54" y="206"/>
                    <a:pt x="16" y="238"/>
                    <a:pt x="0" y="276"/>
                  </a:cubicBezTo>
                  <a:cubicBezTo>
                    <a:pt x="0" y="281"/>
                    <a:pt x="6" y="287"/>
                    <a:pt x="11" y="281"/>
                  </a:cubicBezTo>
                  <a:cubicBezTo>
                    <a:pt x="49" y="249"/>
                    <a:pt x="92" y="195"/>
                    <a:pt x="124" y="152"/>
                  </a:cubicBezTo>
                  <a:cubicBezTo>
                    <a:pt x="157" y="109"/>
                    <a:pt x="173" y="65"/>
                    <a:pt x="162" y="6"/>
                  </a:cubicBezTo>
                  <a:cubicBezTo>
                    <a:pt x="162" y="1"/>
                    <a:pt x="157" y="1"/>
                    <a:pt x="157"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1"/>
            <p:cNvSpPr/>
            <p:nvPr/>
          </p:nvSpPr>
          <p:spPr>
            <a:xfrm>
              <a:off x="5539978" y="2587694"/>
              <a:ext cx="187027" cy="258098"/>
            </a:xfrm>
            <a:custGeom>
              <a:avLst/>
              <a:gdLst/>
              <a:ahLst/>
              <a:cxnLst/>
              <a:rect l="l" t="t" r="r" b="b"/>
              <a:pathLst>
                <a:path w="2087" h="2880" extrusionOk="0">
                  <a:moveTo>
                    <a:pt x="990" y="751"/>
                  </a:moveTo>
                  <a:cubicBezTo>
                    <a:pt x="990" y="751"/>
                    <a:pt x="1049" y="692"/>
                    <a:pt x="1065" y="708"/>
                  </a:cubicBezTo>
                  <a:cubicBezTo>
                    <a:pt x="1081" y="724"/>
                    <a:pt x="1092" y="594"/>
                    <a:pt x="1092" y="594"/>
                  </a:cubicBezTo>
                  <a:cubicBezTo>
                    <a:pt x="1092" y="594"/>
                    <a:pt x="1184" y="589"/>
                    <a:pt x="1152" y="551"/>
                  </a:cubicBezTo>
                  <a:cubicBezTo>
                    <a:pt x="1125" y="519"/>
                    <a:pt x="1087" y="459"/>
                    <a:pt x="1081" y="422"/>
                  </a:cubicBezTo>
                  <a:cubicBezTo>
                    <a:pt x="1081" y="378"/>
                    <a:pt x="1103" y="346"/>
                    <a:pt x="1173" y="281"/>
                  </a:cubicBezTo>
                  <a:cubicBezTo>
                    <a:pt x="1238" y="216"/>
                    <a:pt x="676" y="0"/>
                    <a:pt x="649" y="324"/>
                  </a:cubicBezTo>
                  <a:cubicBezTo>
                    <a:pt x="649" y="470"/>
                    <a:pt x="725" y="546"/>
                    <a:pt x="725" y="546"/>
                  </a:cubicBezTo>
                  <a:cubicBezTo>
                    <a:pt x="736" y="594"/>
                    <a:pt x="752" y="643"/>
                    <a:pt x="763" y="692"/>
                  </a:cubicBezTo>
                  <a:cubicBezTo>
                    <a:pt x="763" y="692"/>
                    <a:pt x="655" y="751"/>
                    <a:pt x="536" y="848"/>
                  </a:cubicBezTo>
                  <a:cubicBezTo>
                    <a:pt x="379" y="924"/>
                    <a:pt x="1" y="1362"/>
                    <a:pt x="498" y="1459"/>
                  </a:cubicBezTo>
                  <a:cubicBezTo>
                    <a:pt x="606" y="1707"/>
                    <a:pt x="638" y="1929"/>
                    <a:pt x="557" y="2194"/>
                  </a:cubicBezTo>
                  <a:cubicBezTo>
                    <a:pt x="541" y="2258"/>
                    <a:pt x="309" y="2556"/>
                    <a:pt x="309" y="2556"/>
                  </a:cubicBezTo>
                  <a:cubicBezTo>
                    <a:pt x="325" y="2631"/>
                    <a:pt x="390" y="2647"/>
                    <a:pt x="411" y="2723"/>
                  </a:cubicBezTo>
                  <a:cubicBezTo>
                    <a:pt x="487" y="2739"/>
                    <a:pt x="563" y="2750"/>
                    <a:pt x="638" y="2766"/>
                  </a:cubicBezTo>
                  <a:cubicBezTo>
                    <a:pt x="638" y="2766"/>
                    <a:pt x="509" y="2658"/>
                    <a:pt x="498" y="2588"/>
                  </a:cubicBezTo>
                  <a:cubicBezTo>
                    <a:pt x="557" y="2458"/>
                    <a:pt x="779" y="2367"/>
                    <a:pt x="833" y="2286"/>
                  </a:cubicBezTo>
                  <a:cubicBezTo>
                    <a:pt x="882" y="2199"/>
                    <a:pt x="1000" y="1918"/>
                    <a:pt x="1000" y="1918"/>
                  </a:cubicBezTo>
                  <a:cubicBezTo>
                    <a:pt x="1000" y="1918"/>
                    <a:pt x="1200" y="2177"/>
                    <a:pt x="1254" y="2242"/>
                  </a:cubicBezTo>
                  <a:cubicBezTo>
                    <a:pt x="1314" y="2302"/>
                    <a:pt x="1530" y="2653"/>
                    <a:pt x="1530" y="2685"/>
                  </a:cubicBezTo>
                  <a:cubicBezTo>
                    <a:pt x="1535" y="2712"/>
                    <a:pt x="1476" y="2804"/>
                    <a:pt x="1492" y="2842"/>
                  </a:cubicBezTo>
                  <a:cubicBezTo>
                    <a:pt x="1503" y="2880"/>
                    <a:pt x="1881" y="2869"/>
                    <a:pt x="1881" y="2869"/>
                  </a:cubicBezTo>
                  <a:cubicBezTo>
                    <a:pt x="1881" y="2869"/>
                    <a:pt x="1849" y="2777"/>
                    <a:pt x="1768" y="2750"/>
                  </a:cubicBezTo>
                  <a:cubicBezTo>
                    <a:pt x="1616" y="2718"/>
                    <a:pt x="1595" y="2372"/>
                    <a:pt x="1530" y="2167"/>
                  </a:cubicBezTo>
                  <a:cubicBezTo>
                    <a:pt x="1514" y="2107"/>
                    <a:pt x="1238" y="1664"/>
                    <a:pt x="1238" y="1664"/>
                  </a:cubicBezTo>
                  <a:cubicBezTo>
                    <a:pt x="1216" y="1475"/>
                    <a:pt x="1254" y="1329"/>
                    <a:pt x="1254" y="1119"/>
                  </a:cubicBezTo>
                  <a:lnTo>
                    <a:pt x="1573" y="1275"/>
                  </a:lnTo>
                  <a:lnTo>
                    <a:pt x="1924" y="1021"/>
                  </a:lnTo>
                  <a:cubicBezTo>
                    <a:pt x="1957" y="1000"/>
                    <a:pt x="2086" y="946"/>
                    <a:pt x="2065" y="859"/>
                  </a:cubicBezTo>
                  <a:cubicBezTo>
                    <a:pt x="2043" y="773"/>
                    <a:pt x="1935" y="730"/>
                    <a:pt x="1892" y="757"/>
                  </a:cubicBezTo>
                  <a:cubicBezTo>
                    <a:pt x="1876" y="767"/>
                    <a:pt x="1859" y="816"/>
                    <a:pt x="1849" y="832"/>
                  </a:cubicBezTo>
                  <a:cubicBezTo>
                    <a:pt x="1795" y="902"/>
                    <a:pt x="1573" y="1086"/>
                    <a:pt x="1573" y="1086"/>
                  </a:cubicBezTo>
                  <a:cubicBezTo>
                    <a:pt x="1573" y="1086"/>
                    <a:pt x="1249" y="805"/>
                    <a:pt x="1168" y="789"/>
                  </a:cubicBezTo>
                  <a:cubicBezTo>
                    <a:pt x="1081" y="778"/>
                    <a:pt x="990" y="746"/>
                    <a:pt x="990" y="7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1"/>
            <p:cNvSpPr/>
            <p:nvPr/>
          </p:nvSpPr>
          <p:spPr>
            <a:xfrm>
              <a:off x="5559335" y="2597373"/>
              <a:ext cx="170537" cy="251377"/>
            </a:xfrm>
            <a:custGeom>
              <a:avLst/>
              <a:gdLst/>
              <a:ahLst/>
              <a:cxnLst/>
              <a:rect l="l" t="t" r="r" b="b"/>
              <a:pathLst>
                <a:path w="1903" h="2805" extrusionOk="0">
                  <a:moveTo>
                    <a:pt x="752" y="622"/>
                  </a:moveTo>
                  <a:cubicBezTo>
                    <a:pt x="752" y="622"/>
                    <a:pt x="828" y="540"/>
                    <a:pt x="871" y="578"/>
                  </a:cubicBezTo>
                  <a:lnTo>
                    <a:pt x="871" y="578"/>
                  </a:lnTo>
                  <a:cubicBezTo>
                    <a:pt x="898" y="600"/>
                    <a:pt x="849" y="486"/>
                    <a:pt x="849" y="486"/>
                  </a:cubicBezTo>
                  <a:cubicBezTo>
                    <a:pt x="849" y="465"/>
                    <a:pt x="860" y="454"/>
                    <a:pt x="882" y="454"/>
                  </a:cubicBezTo>
                  <a:cubicBezTo>
                    <a:pt x="887" y="454"/>
                    <a:pt x="892" y="459"/>
                    <a:pt x="898" y="465"/>
                  </a:cubicBezTo>
                  <a:cubicBezTo>
                    <a:pt x="909" y="470"/>
                    <a:pt x="919" y="470"/>
                    <a:pt x="914" y="465"/>
                  </a:cubicBezTo>
                  <a:cubicBezTo>
                    <a:pt x="898" y="443"/>
                    <a:pt x="876" y="422"/>
                    <a:pt x="865" y="395"/>
                  </a:cubicBezTo>
                  <a:lnTo>
                    <a:pt x="865" y="395"/>
                  </a:lnTo>
                  <a:cubicBezTo>
                    <a:pt x="849" y="368"/>
                    <a:pt x="838" y="341"/>
                    <a:pt x="833" y="314"/>
                  </a:cubicBezTo>
                  <a:cubicBezTo>
                    <a:pt x="833" y="287"/>
                    <a:pt x="838" y="260"/>
                    <a:pt x="860" y="233"/>
                  </a:cubicBezTo>
                  <a:cubicBezTo>
                    <a:pt x="876" y="211"/>
                    <a:pt x="898" y="184"/>
                    <a:pt x="930" y="151"/>
                  </a:cubicBezTo>
                  <a:lnTo>
                    <a:pt x="936" y="151"/>
                  </a:lnTo>
                  <a:cubicBezTo>
                    <a:pt x="936" y="151"/>
                    <a:pt x="925" y="157"/>
                    <a:pt x="925" y="157"/>
                  </a:cubicBezTo>
                  <a:lnTo>
                    <a:pt x="925" y="157"/>
                  </a:lnTo>
                  <a:cubicBezTo>
                    <a:pt x="909" y="141"/>
                    <a:pt x="876" y="124"/>
                    <a:pt x="833" y="108"/>
                  </a:cubicBezTo>
                  <a:cubicBezTo>
                    <a:pt x="790" y="92"/>
                    <a:pt x="741" y="76"/>
                    <a:pt x="687" y="76"/>
                  </a:cubicBezTo>
                  <a:cubicBezTo>
                    <a:pt x="579" y="65"/>
                    <a:pt x="476" y="97"/>
                    <a:pt x="460" y="216"/>
                  </a:cubicBezTo>
                  <a:cubicBezTo>
                    <a:pt x="460" y="351"/>
                    <a:pt x="530" y="416"/>
                    <a:pt x="530" y="416"/>
                  </a:cubicBezTo>
                  <a:cubicBezTo>
                    <a:pt x="536" y="422"/>
                    <a:pt x="541" y="427"/>
                    <a:pt x="541" y="432"/>
                  </a:cubicBezTo>
                  <a:lnTo>
                    <a:pt x="574" y="573"/>
                  </a:lnTo>
                  <a:cubicBezTo>
                    <a:pt x="574" y="589"/>
                    <a:pt x="568" y="600"/>
                    <a:pt x="557" y="611"/>
                  </a:cubicBezTo>
                  <a:cubicBezTo>
                    <a:pt x="547" y="616"/>
                    <a:pt x="449" y="676"/>
                    <a:pt x="336" y="767"/>
                  </a:cubicBezTo>
                  <a:lnTo>
                    <a:pt x="331" y="773"/>
                  </a:lnTo>
                  <a:cubicBezTo>
                    <a:pt x="271" y="800"/>
                    <a:pt x="174" y="886"/>
                    <a:pt x="114" y="984"/>
                  </a:cubicBezTo>
                  <a:cubicBezTo>
                    <a:pt x="87" y="1032"/>
                    <a:pt x="66" y="1081"/>
                    <a:pt x="66" y="1124"/>
                  </a:cubicBezTo>
                  <a:cubicBezTo>
                    <a:pt x="60" y="1167"/>
                    <a:pt x="71" y="1210"/>
                    <a:pt x="104" y="1243"/>
                  </a:cubicBezTo>
                  <a:cubicBezTo>
                    <a:pt x="141" y="1275"/>
                    <a:pt x="195" y="1308"/>
                    <a:pt x="287" y="1324"/>
                  </a:cubicBezTo>
                  <a:cubicBezTo>
                    <a:pt x="298" y="1324"/>
                    <a:pt x="304" y="1335"/>
                    <a:pt x="309" y="1340"/>
                  </a:cubicBezTo>
                  <a:lnTo>
                    <a:pt x="309" y="1340"/>
                  </a:lnTo>
                  <a:cubicBezTo>
                    <a:pt x="363" y="1470"/>
                    <a:pt x="395" y="1589"/>
                    <a:pt x="412" y="1713"/>
                  </a:cubicBezTo>
                  <a:cubicBezTo>
                    <a:pt x="422" y="1832"/>
                    <a:pt x="412" y="1961"/>
                    <a:pt x="374" y="2091"/>
                  </a:cubicBezTo>
                  <a:cubicBezTo>
                    <a:pt x="352" y="2156"/>
                    <a:pt x="168" y="2394"/>
                    <a:pt x="125" y="2453"/>
                  </a:cubicBezTo>
                  <a:cubicBezTo>
                    <a:pt x="131" y="2475"/>
                    <a:pt x="147" y="2496"/>
                    <a:pt x="163" y="2512"/>
                  </a:cubicBezTo>
                  <a:cubicBezTo>
                    <a:pt x="185" y="2534"/>
                    <a:pt x="206" y="2556"/>
                    <a:pt x="217" y="2594"/>
                  </a:cubicBezTo>
                  <a:lnTo>
                    <a:pt x="325" y="2610"/>
                  </a:lnTo>
                  <a:cubicBezTo>
                    <a:pt x="293" y="2572"/>
                    <a:pt x="255" y="2523"/>
                    <a:pt x="250" y="2485"/>
                  </a:cubicBezTo>
                  <a:cubicBezTo>
                    <a:pt x="250" y="2480"/>
                    <a:pt x="250" y="2475"/>
                    <a:pt x="250" y="2469"/>
                  </a:cubicBezTo>
                  <a:lnTo>
                    <a:pt x="250" y="2469"/>
                  </a:lnTo>
                  <a:cubicBezTo>
                    <a:pt x="287" y="2383"/>
                    <a:pt x="385" y="2318"/>
                    <a:pt x="466" y="2259"/>
                  </a:cubicBezTo>
                  <a:cubicBezTo>
                    <a:pt x="520" y="2221"/>
                    <a:pt x="568" y="2188"/>
                    <a:pt x="584" y="2161"/>
                  </a:cubicBezTo>
                  <a:cubicBezTo>
                    <a:pt x="639" y="2080"/>
                    <a:pt x="752" y="1799"/>
                    <a:pt x="752" y="1799"/>
                  </a:cubicBezTo>
                  <a:cubicBezTo>
                    <a:pt x="763" y="1783"/>
                    <a:pt x="779" y="1778"/>
                    <a:pt x="795" y="1783"/>
                  </a:cubicBezTo>
                  <a:cubicBezTo>
                    <a:pt x="801" y="1783"/>
                    <a:pt x="806" y="1789"/>
                    <a:pt x="806" y="1794"/>
                  </a:cubicBezTo>
                  <a:cubicBezTo>
                    <a:pt x="822" y="1810"/>
                    <a:pt x="1011" y="2059"/>
                    <a:pt x="1060" y="2113"/>
                  </a:cubicBezTo>
                  <a:cubicBezTo>
                    <a:pt x="1092" y="2145"/>
                    <a:pt x="1163" y="2253"/>
                    <a:pt x="1222" y="2356"/>
                  </a:cubicBezTo>
                  <a:cubicBezTo>
                    <a:pt x="1287" y="2458"/>
                    <a:pt x="1341" y="2556"/>
                    <a:pt x="1346" y="2577"/>
                  </a:cubicBezTo>
                  <a:cubicBezTo>
                    <a:pt x="1346" y="2594"/>
                    <a:pt x="1335" y="2621"/>
                    <a:pt x="1325" y="2648"/>
                  </a:cubicBezTo>
                  <a:lnTo>
                    <a:pt x="1325" y="2648"/>
                  </a:lnTo>
                  <a:cubicBezTo>
                    <a:pt x="1314" y="2680"/>
                    <a:pt x="1298" y="2712"/>
                    <a:pt x="1303" y="2729"/>
                  </a:cubicBezTo>
                  <a:cubicBezTo>
                    <a:pt x="1308" y="2739"/>
                    <a:pt x="1519" y="2734"/>
                    <a:pt x="1616" y="2729"/>
                  </a:cubicBezTo>
                  <a:cubicBezTo>
                    <a:pt x="1600" y="2707"/>
                    <a:pt x="1573" y="2680"/>
                    <a:pt x="1541" y="2669"/>
                  </a:cubicBezTo>
                  <a:cubicBezTo>
                    <a:pt x="1411" y="2642"/>
                    <a:pt x="1373" y="2442"/>
                    <a:pt x="1330" y="2253"/>
                  </a:cubicBezTo>
                  <a:cubicBezTo>
                    <a:pt x="1314" y="2188"/>
                    <a:pt x="1303" y="2123"/>
                    <a:pt x="1287" y="2069"/>
                  </a:cubicBezTo>
                  <a:cubicBezTo>
                    <a:pt x="1271" y="2015"/>
                    <a:pt x="995" y="1572"/>
                    <a:pt x="995" y="1572"/>
                  </a:cubicBezTo>
                  <a:cubicBezTo>
                    <a:pt x="990" y="1567"/>
                    <a:pt x="990" y="1562"/>
                    <a:pt x="990" y="1562"/>
                  </a:cubicBezTo>
                  <a:cubicBezTo>
                    <a:pt x="979" y="1448"/>
                    <a:pt x="984" y="1351"/>
                    <a:pt x="995" y="1243"/>
                  </a:cubicBezTo>
                  <a:cubicBezTo>
                    <a:pt x="1000" y="1173"/>
                    <a:pt x="1006" y="1097"/>
                    <a:pt x="1006" y="1011"/>
                  </a:cubicBezTo>
                  <a:cubicBezTo>
                    <a:pt x="1006" y="994"/>
                    <a:pt x="1017" y="978"/>
                    <a:pt x="1033" y="978"/>
                  </a:cubicBezTo>
                  <a:cubicBezTo>
                    <a:pt x="1038" y="978"/>
                    <a:pt x="1044" y="984"/>
                    <a:pt x="1049" y="984"/>
                  </a:cubicBezTo>
                  <a:lnTo>
                    <a:pt x="1352" y="1129"/>
                  </a:lnTo>
                  <a:cubicBezTo>
                    <a:pt x="1465" y="1048"/>
                    <a:pt x="1579" y="967"/>
                    <a:pt x="1692" y="886"/>
                  </a:cubicBezTo>
                  <a:cubicBezTo>
                    <a:pt x="1697" y="886"/>
                    <a:pt x="1708" y="881"/>
                    <a:pt x="1719" y="870"/>
                  </a:cubicBezTo>
                  <a:lnTo>
                    <a:pt x="1719" y="870"/>
                  </a:lnTo>
                  <a:cubicBezTo>
                    <a:pt x="1757" y="848"/>
                    <a:pt x="1833" y="805"/>
                    <a:pt x="1816" y="757"/>
                  </a:cubicBezTo>
                  <a:lnTo>
                    <a:pt x="1816" y="757"/>
                  </a:lnTo>
                  <a:cubicBezTo>
                    <a:pt x="1816" y="746"/>
                    <a:pt x="1811" y="740"/>
                    <a:pt x="1805" y="730"/>
                  </a:cubicBezTo>
                  <a:cubicBezTo>
                    <a:pt x="1789" y="708"/>
                    <a:pt x="1768" y="692"/>
                    <a:pt x="1751" y="686"/>
                  </a:cubicBezTo>
                  <a:cubicBezTo>
                    <a:pt x="1730" y="676"/>
                    <a:pt x="1708" y="670"/>
                    <a:pt x="1697" y="676"/>
                  </a:cubicBezTo>
                  <a:cubicBezTo>
                    <a:pt x="1697" y="676"/>
                    <a:pt x="1692" y="676"/>
                    <a:pt x="1692" y="676"/>
                  </a:cubicBezTo>
                  <a:cubicBezTo>
                    <a:pt x="1692" y="681"/>
                    <a:pt x="1681" y="692"/>
                    <a:pt x="1676" y="708"/>
                  </a:cubicBezTo>
                  <a:cubicBezTo>
                    <a:pt x="1670" y="724"/>
                    <a:pt x="1660" y="735"/>
                    <a:pt x="1654" y="746"/>
                  </a:cubicBezTo>
                  <a:cubicBezTo>
                    <a:pt x="1595" y="821"/>
                    <a:pt x="1373" y="1000"/>
                    <a:pt x="1373" y="1000"/>
                  </a:cubicBezTo>
                  <a:cubicBezTo>
                    <a:pt x="1362" y="1011"/>
                    <a:pt x="1341" y="1011"/>
                    <a:pt x="1330" y="1000"/>
                  </a:cubicBezTo>
                  <a:cubicBezTo>
                    <a:pt x="1308" y="978"/>
                    <a:pt x="1017" y="724"/>
                    <a:pt x="941" y="713"/>
                  </a:cubicBezTo>
                  <a:cubicBezTo>
                    <a:pt x="855" y="697"/>
                    <a:pt x="768" y="670"/>
                    <a:pt x="768" y="670"/>
                  </a:cubicBezTo>
                  <a:cubicBezTo>
                    <a:pt x="752" y="665"/>
                    <a:pt x="741" y="649"/>
                    <a:pt x="747" y="632"/>
                  </a:cubicBezTo>
                  <a:cubicBezTo>
                    <a:pt x="747" y="627"/>
                    <a:pt x="752" y="622"/>
                    <a:pt x="752" y="622"/>
                  </a:cubicBezTo>
                  <a:lnTo>
                    <a:pt x="752" y="622"/>
                  </a:lnTo>
                  <a:close/>
                  <a:moveTo>
                    <a:pt x="828" y="622"/>
                  </a:moveTo>
                  <a:lnTo>
                    <a:pt x="828" y="622"/>
                  </a:lnTo>
                  <a:cubicBezTo>
                    <a:pt x="833" y="627"/>
                    <a:pt x="838" y="627"/>
                    <a:pt x="838" y="627"/>
                  </a:cubicBezTo>
                  <a:lnTo>
                    <a:pt x="822" y="627"/>
                  </a:lnTo>
                  <a:cubicBezTo>
                    <a:pt x="822" y="627"/>
                    <a:pt x="828" y="622"/>
                    <a:pt x="828" y="622"/>
                  </a:cubicBezTo>
                  <a:close/>
                  <a:moveTo>
                    <a:pt x="903" y="513"/>
                  </a:moveTo>
                  <a:cubicBezTo>
                    <a:pt x="898" y="557"/>
                    <a:pt x="887" y="632"/>
                    <a:pt x="855" y="632"/>
                  </a:cubicBezTo>
                  <a:cubicBezTo>
                    <a:pt x="882" y="643"/>
                    <a:pt x="919" y="649"/>
                    <a:pt x="957" y="654"/>
                  </a:cubicBezTo>
                  <a:cubicBezTo>
                    <a:pt x="1033" y="670"/>
                    <a:pt x="1281" y="875"/>
                    <a:pt x="1357" y="940"/>
                  </a:cubicBezTo>
                  <a:cubicBezTo>
                    <a:pt x="1411" y="892"/>
                    <a:pt x="1568" y="762"/>
                    <a:pt x="1606" y="713"/>
                  </a:cubicBezTo>
                  <a:cubicBezTo>
                    <a:pt x="1611" y="708"/>
                    <a:pt x="1616" y="692"/>
                    <a:pt x="1622" y="681"/>
                  </a:cubicBezTo>
                  <a:cubicBezTo>
                    <a:pt x="1633" y="659"/>
                    <a:pt x="1643" y="638"/>
                    <a:pt x="1660" y="627"/>
                  </a:cubicBezTo>
                  <a:cubicBezTo>
                    <a:pt x="1665" y="622"/>
                    <a:pt x="1676" y="622"/>
                    <a:pt x="1681" y="616"/>
                  </a:cubicBezTo>
                  <a:cubicBezTo>
                    <a:pt x="1708" y="611"/>
                    <a:pt x="1741" y="616"/>
                    <a:pt x="1773" y="632"/>
                  </a:cubicBezTo>
                  <a:cubicBezTo>
                    <a:pt x="1805" y="643"/>
                    <a:pt x="1838" y="665"/>
                    <a:pt x="1854" y="697"/>
                  </a:cubicBezTo>
                  <a:cubicBezTo>
                    <a:pt x="1865" y="708"/>
                    <a:pt x="1870" y="724"/>
                    <a:pt x="1876" y="740"/>
                  </a:cubicBezTo>
                  <a:lnTo>
                    <a:pt x="1876" y="746"/>
                  </a:lnTo>
                  <a:cubicBezTo>
                    <a:pt x="1903" y="838"/>
                    <a:pt x="1805" y="892"/>
                    <a:pt x="1751" y="924"/>
                  </a:cubicBezTo>
                  <a:lnTo>
                    <a:pt x="1751" y="924"/>
                  </a:lnTo>
                  <a:cubicBezTo>
                    <a:pt x="1741" y="929"/>
                    <a:pt x="1730" y="935"/>
                    <a:pt x="1730" y="940"/>
                  </a:cubicBezTo>
                  <a:lnTo>
                    <a:pt x="1379" y="1189"/>
                  </a:lnTo>
                  <a:cubicBezTo>
                    <a:pt x="1368" y="1200"/>
                    <a:pt x="1357" y="1200"/>
                    <a:pt x="1346" y="1194"/>
                  </a:cubicBezTo>
                  <a:lnTo>
                    <a:pt x="1065" y="1059"/>
                  </a:lnTo>
                  <a:cubicBezTo>
                    <a:pt x="1065" y="1129"/>
                    <a:pt x="1060" y="1189"/>
                    <a:pt x="1055" y="1248"/>
                  </a:cubicBezTo>
                  <a:cubicBezTo>
                    <a:pt x="1049" y="1351"/>
                    <a:pt x="1038" y="1443"/>
                    <a:pt x="1049" y="1545"/>
                  </a:cubicBezTo>
                  <a:cubicBezTo>
                    <a:pt x="1082" y="1599"/>
                    <a:pt x="1325" y="1994"/>
                    <a:pt x="1346" y="2048"/>
                  </a:cubicBezTo>
                  <a:cubicBezTo>
                    <a:pt x="1362" y="2107"/>
                    <a:pt x="1379" y="2172"/>
                    <a:pt x="1389" y="2242"/>
                  </a:cubicBezTo>
                  <a:cubicBezTo>
                    <a:pt x="1427" y="2410"/>
                    <a:pt x="1465" y="2588"/>
                    <a:pt x="1557" y="2610"/>
                  </a:cubicBezTo>
                  <a:cubicBezTo>
                    <a:pt x="1557" y="2610"/>
                    <a:pt x="1562" y="2610"/>
                    <a:pt x="1562" y="2610"/>
                  </a:cubicBezTo>
                  <a:cubicBezTo>
                    <a:pt x="1654" y="2642"/>
                    <a:pt x="1692" y="2750"/>
                    <a:pt x="1692" y="2750"/>
                  </a:cubicBezTo>
                  <a:lnTo>
                    <a:pt x="1692" y="2750"/>
                  </a:lnTo>
                  <a:cubicBezTo>
                    <a:pt x="1692" y="2750"/>
                    <a:pt x="1697" y="2756"/>
                    <a:pt x="1697" y="2756"/>
                  </a:cubicBezTo>
                  <a:cubicBezTo>
                    <a:pt x="1697" y="2777"/>
                    <a:pt x="1687" y="2788"/>
                    <a:pt x="1665" y="2788"/>
                  </a:cubicBezTo>
                  <a:cubicBezTo>
                    <a:pt x="1665" y="2788"/>
                    <a:pt x="1271" y="2804"/>
                    <a:pt x="1249" y="2745"/>
                  </a:cubicBezTo>
                  <a:cubicBezTo>
                    <a:pt x="1238" y="2712"/>
                    <a:pt x="1254" y="2664"/>
                    <a:pt x="1271" y="2626"/>
                  </a:cubicBezTo>
                  <a:lnTo>
                    <a:pt x="1271" y="2626"/>
                  </a:lnTo>
                  <a:cubicBezTo>
                    <a:pt x="1276" y="2604"/>
                    <a:pt x="1287" y="2583"/>
                    <a:pt x="1287" y="2577"/>
                  </a:cubicBezTo>
                  <a:cubicBezTo>
                    <a:pt x="1287" y="2567"/>
                    <a:pt x="1233" y="2480"/>
                    <a:pt x="1173" y="2383"/>
                  </a:cubicBezTo>
                  <a:cubicBezTo>
                    <a:pt x="1114" y="2286"/>
                    <a:pt x="1044" y="2183"/>
                    <a:pt x="1017" y="2156"/>
                  </a:cubicBezTo>
                  <a:cubicBezTo>
                    <a:pt x="979" y="2107"/>
                    <a:pt x="849" y="1945"/>
                    <a:pt x="790" y="1870"/>
                  </a:cubicBezTo>
                  <a:cubicBezTo>
                    <a:pt x="757" y="1956"/>
                    <a:pt x="682" y="2129"/>
                    <a:pt x="639" y="2194"/>
                  </a:cubicBezTo>
                  <a:cubicBezTo>
                    <a:pt x="617" y="2232"/>
                    <a:pt x="563" y="2269"/>
                    <a:pt x="503" y="2307"/>
                  </a:cubicBezTo>
                  <a:cubicBezTo>
                    <a:pt x="433" y="2361"/>
                    <a:pt x="347" y="2421"/>
                    <a:pt x="314" y="2485"/>
                  </a:cubicBezTo>
                  <a:cubicBezTo>
                    <a:pt x="331" y="2539"/>
                    <a:pt x="433" y="2626"/>
                    <a:pt x="439" y="2631"/>
                  </a:cubicBezTo>
                  <a:cubicBezTo>
                    <a:pt x="449" y="2637"/>
                    <a:pt x="455" y="2648"/>
                    <a:pt x="455" y="2664"/>
                  </a:cubicBezTo>
                  <a:cubicBezTo>
                    <a:pt x="449" y="2680"/>
                    <a:pt x="433" y="2691"/>
                    <a:pt x="417" y="2685"/>
                  </a:cubicBezTo>
                  <a:lnTo>
                    <a:pt x="190" y="2648"/>
                  </a:lnTo>
                  <a:cubicBezTo>
                    <a:pt x="179" y="2648"/>
                    <a:pt x="168" y="2637"/>
                    <a:pt x="168" y="2626"/>
                  </a:cubicBezTo>
                  <a:cubicBezTo>
                    <a:pt x="158" y="2594"/>
                    <a:pt x="141" y="2572"/>
                    <a:pt x="120" y="2550"/>
                  </a:cubicBezTo>
                  <a:cubicBezTo>
                    <a:pt x="98" y="2523"/>
                    <a:pt x="77" y="2502"/>
                    <a:pt x="60" y="2453"/>
                  </a:cubicBezTo>
                  <a:lnTo>
                    <a:pt x="60" y="2453"/>
                  </a:lnTo>
                  <a:cubicBezTo>
                    <a:pt x="60" y="2442"/>
                    <a:pt x="60" y="2437"/>
                    <a:pt x="66" y="2426"/>
                  </a:cubicBezTo>
                  <a:cubicBezTo>
                    <a:pt x="66" y="2426"/>
                    <a:pt x="298" y="2134"/>
                    <a:pt x="314" y="2075"/>
                  </a:cubicBezTo>
                  <a:cubicBezTo>
                    <a:pt x="352" y="1951"/>
                    <a:pt x="363" y="1832"/>
                    <a:pt x="352" y="1718"/>
                  </a:cubicBezTo>
                  <a:cubicBezTo>
                    <a:pt x="341" y="1605"/>
                    <a:pt x="309" y="1497"/>
                    <a:pt x="260" y="1378"/>
                  </a:cubicBezTo>
                  <a:cubicBezTo>
                    <a:pt x="168" y="1356"/>
                    <a:pt x="104" y="1324"/>
                    <a:pt x="66" y="1286"/>
                  </a:cubicBezTo>
                  <a:cubicBezTo>
                    <a:pt x="17" y="1237"/>
                    <a:pt x="1" y="1178"/>
                    <a:pt x="6" y="1119"/>
                  </a:cubicBezTo>
                  <a:cubicBezTo>
                    <a:pt x="12" y="1065"/>
                    <a:pt x="33" y="1005"/>
                    <a:pt x="66" y="951"/>
                  </a:cubicBezTo>
                  <a:cubicBezTo>
                    <a:pt x="131" y="843"/>
                    <a:pt x="239" y="751"/>
                    <a:pt x="304" y="713"/>
                  </a:cubicBezTo>
                  <a:cubicBezTo>
                    <a:pt x="395" y="643"/>
                    <a:pt x="476" y="589"/>
                    <a:pt x="509" y="567"/>
                  </a:cubicBezTo>
                  <a:lnTo>
                    <a:pt x="487" y="449"/>
                  </a:lnTo>
                  <a:cubicBezTo>
                    <a:pt x="466" y="427"/>
                    <a:pt x="406" y="346"/>
                    <a:pt x="406" y="216"/>
                  </a:cubicBezTo>
                  <a:lnTo>
                    <a:pt x="406" y="211"/>
                  </a:lnTo>
                  <a:cubicBezTo>
                    <a:pt x="417" y="43"/>
                    <a:pt x="557" y="0"/>
                    <a:pt x="693" y="11"/>
                  </a:cubicBezTo>
                  <a:cubicBezTo>
                    <a:pt x="752" y="16"/>
                    <a:pt x="811" y="33"/>
                    <a:pt x="855" y="49"/>
                  </a:cubicBezTo>
                  <a:cubicBezTo>
                    <a:pt x="909" y="65"/>
                    <a:pt x="946" y="92"/>
                    <a:pt x="968" y="114"/>
                  </a:cubicBezTo>
                  <a:lnTo>
                    <a:pt x="968" y="114"/>
                  </a:lnTo>
                  <a:cubicBezTo>
                    <a:pt x="995" y="141"/>
                    <a:pt x="1000" y="168"/>
                    <a:pt x="979" y="189"/>
                  </a:cubicBezTo>
                  <a:lnTo>
                    <a:pt x="979" y="195"/>
                  </a:lnTo>
                  <a:cubicBezTo>
                    <a:pt x="946" y="227"/>
                    <a:pt x="925" y="249"/>
                    <a:pt x="914" y="265"/>
                  </a:cubicBezTo>
                  <a:cubicBezTo>
                    <a:pt x="903" y="281"/>
                    <a:pt x="898" y="292"/>
                    <a:pt x="898" y="308"/>
                  </a:cubicBezTo>
                  <a:cubicBezTo>
                    <a:pt x="898" y="324"/>
                    <a:pt x="909" y="341"/>
                    <a:pt x="919" y="362"/>
                  </a:cubicBezTo>
                  <a:lnTo>
                    <a:pt x="919" y="362"/>
                  </a:lnTo>
                  <a:cubicBezTo>
                    <a:pt x="930" y="384"/>
                    <a:pt x="946" y="405"/>
                    <a:pt x="963" y="427"/>
                  </a:cubicBezTo>
                  <a:cubicBezTo>
                    <a:pt x="1011" y="486"/>
                    <a:pt x="946" y="508"/>
                    <a:pt x="909" y="51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1"/>
            <p:cNvSpPr/>
            <p:nvPr/>
          </p:nvSpPr>
          <p:spPr>
            <a:xfrm>
              <a:off x="5667322" y="2581869"/>
              <a:ext cx="116320" cy="243132"/>
            </a:xfrm>
            <a:custGeom>
              <a:avLst/>
              <a:gdLst/>
              <a:ahLst/>
              <a:cxnLst/>
              <a:rect l="l" t="t" r="r" b="b"/>
              <a:pathLst>
                <a:path w="1298" h="2713" extrusionOk="0">
                  <a:moveTo>
                    <a:pt x="1206" y="2712"/>
                  </a:moveTo>
                  <a:lnTo>
                    <a:pt x="157" y="416"/>
                  </a:lnTo>
                  <a:lnTo>
                    <a:pt x="33" y="373"/>
                  </a:lnTo>
                  <a:lnTo>
                    <a:pt x="1" y="0"/>
                  </a:lnTo>
                  <a:lnTo>
                    <a:pt x="266" y="238"/>
                  </a:lnTo>
                  <a:lnTo>
                    <a:pt x="239" y="368"/>
                  </a:lnTo>
                  <a:lnTo>
                    <a:pt x="1297" y="268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1"/>
            <p:cNvSpPr/>
            <p:nvPr/>
          </p:nvSpPr>
          <p:spPr>
            <a:xfrm>
              <a:off x="5664454" y="2579449"/>
              <a:ext cx="122056" cy="248420"/>
            </a:xfrm>
            <a:custGeom>
              <a:avLst/>
              <a:gdLst/>
              <a:ahLst/>
              <a:cxnLst/>
              <a:rect l="l" t="t" r="r" b="b"/>
              <a:pathLst>
                <a:path w="1362" h="2772" extrusionOk="0">
                  <a:moveTo>
                    <a:pt x="1211" y="2750"/>
                  </a:moveTo>
                  <a:lnTo>
                    <a:pt x="168" y="470"/>
                  </a:lnTo>
                  <a:lnTo>
                    <a:pt x="54" y="427"/>
                  </a:lnTo>
                  <a:cubicBezTo>
                    <a:pt x="44" y="427"/>
                    <a:pt x="38" y="416"/>
                    <a:pt x="38" y="400"/>
                  </a:cubicBezTo>
                  <a:lnTo>
                    <a:pt x="0" y="33"/>
                  </a:lnTo>
                  <a:cubicBezTo>
                    <a:pt x="0" y="17"/>
                    <a:pt x="11" y="0"/>
                    <a:pt x="33" y="0"/>
                  </a:cubicBezTo>
                  <a:cubicBezTo>
                    <a:pt x="38" y="0"/>
                    <a:pt x="49" y="0"/>
                    <a:pt x="54" y="6"/>
                  </a:cubicBezTo>
                  <a:lnTo>
                    <a:pt x="319" y="243"/>
                  </a:lnTo>
                  <a:cubicBezTo>
                    <a:pt x="325" y="249"/>
                    <a:pt x="330" y="260"/>
                    <a:pt x="330" y="270"/>
                  </a:cubicBezTo>
                  <a:lnTo>
                    <a:pt x="330" y="270"/>
                  </a:lnTo>
                  <a:lnTo>
                    <a:pt x="303" y="389"/>
                  </a:lnTo>
                  <a:lnTo>
                    <a:pt x="1356" y="2696"/>
                  </a:lnTo>
                  <a:cubicBezTo>
                    <a:pt x="1362" y="2712"/>
                    <a:pt x="1356" y="2729"/>
                    <a:pt x="1340" y="2739"/>
                  </a:cubicBezTo>
                  <a:cubicBezTo>
                    <a:pt x="1340" y="2739"/>
                    <a:pt x="1340" y="2739"/>
                    <a:pt x="1335" y="2739"/>
                  </a:cubicBezTo>
                  <a:lnTo>
                    <a:pt x="1248" y="2767"/>
                  </a:lnTo>
                  <a:cubicBezTo>
                    <a:pt x="1232" y="2772"/>
                    <a:pt x="1216" y="2767"/>
                    <a:pt x="1211" y="2750"/>
                  </a:cubicBezTo>
                  <a:close/>
                  <a:moveTo>
                    <a:pt x="222" y="433"/>
                  </a:moveTo>
                  <a:lnTo>
                    <a:pt x="1254" y="2702"/>
                  </a:lnTo>
                  <a:lnTo>
                    <a:pt x="1286" y="2691"/>
                  </a:lnTo>
                  <a:lnTo>
                    <a:pt x="243" y="406"/>
                  </a:lnTo>
                  <a:cubicBezTo>
                    <a:pt x="238" y="400"/>
                    <a:pt x="238" y="395"/>
                    <a:pt x="243" y="384"/>
                  </a:cubicBezTo>
                  <a:lnTo>
                    <a:pt x="265" y="276"/>
                  </a:lnTo>
                  <a:lnTo>
                    <a:pt x="71" y="103"/>
                  </a:lnTo>
                  <a:lnTo>
                    <a:pt x="98" y="379"/>
                  </a:lnTo>
                  <a:lnTo>
                    <a:pt x="200" y="416"/>
                  </a:lnTo>
                  <a:cubicBezTo>
                    <a:pt x="211" y="422"/>
                    <a:pt x="216" y="427"/>
                    <a:pt x="222"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1"/>
            <p:cNvSpPr/>
            <p:nvPr/>
          </p:nvSpPr>
          <p:spPr>
            <a:xfrm>
              <a:off x="5578244" y="2646214"/>
              <a:ext cx="88181" cy="114352"/>
            </a:xfrm>
            <a:custGeom>
              <a:avLst/>
              <a:gdLst/>
              <a:ahLst/>
              <a:cxnLst/>
              <a:rect l="l" t="t" r="r" b="b"/>
              <a:pathLst>
                <a:path w="984" h="1276" extrusionOk="0">
                  <a:moveTo>
                    <a:pt x="492" y="1276"/>
                  </a:moveTo>
                  <a:cubicBezTo>
                    <a:pt x="222" y="1276"/>
                    <a:pt x="1" y="990"/>
                    <a:pt x="1" y="638"/>
                  </a:cubicBezTo>
                  <a:cubicBezTo>
                    <a:pt x="1" y="287"/>
                    <a:pt x="222" y="1"/>
                    <a:pt x="492" y="1"/>
                  </a:cubicBezTo>
                  <a:cubicBezTo>
                    <a:pt x="762" y="1"/>
                    <a:pt x="984" y="287"/>
                    <a:pt x="984" y="638"/>
                  </a:cubicBezTo>
                  <a:cubicBezTo>
                    <a:pt x="984" y="990"/>
                    <a:pt x="762" y="1276"/>
                    <a:pt x="492" y="12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1"/>
            <p:cNvSpPr/>
            <p:nvPr/>
          </p:nvSpPr>
          <p:spPr>
            <a:xfrm>
              <a:off x="5575376" y="2643794"/>
              <a:ext cx="94006" cy="119191"/>
            </a:xfrm>
            <a:custGeom>
              <a:avLst/>
              <a:gdLst/>
              <a:ahLst/>
              <a:cxnLst/>
              <a:rect l="l" t="t" r="r" b="b"/>
              <a:pathLst>
                <a:path w="1049" h="1330" extrusionOk="0">
                  <a:moveTo>
                    <a:pt x="524" y="1330"/>
                  </a:moveTo>
                  <a:cubicBezTo>
                    <a:pt x="378" y="1330"/>
                    <a:pt x="249" y="1254"/>
                    <a:pt x="152" y="1135"/>
                  </a:cubicBezTo>
                  <a:cubicBezTo>
                    <a:pt x="60" y="1011"/>
                    <a:pt x="0" y="849"/>
                    <a:pt x="0" y="665"/>
                  </a:cubicBezTo>
                  <a:cubicBezTo>
                    <a:pt x="0" y="487"/>
                    <a:pt x="60" y="320"/>
                    <a:pt x="152" y="201"/>
                  </a:cubicBezTo>
                  <a:cubicBezTo>
                    <a:pt x="249" y="77"/>
                    <a:pt x="378" y="1"/>
                    <a:pt x="524" y="1"/>
                  </a:cubicBezTo>
                  <a:cubicBezTo>
                    <a:pt x="670" y="1"/>
                    <a:pt x="800" y="77"/>
                    <a:pt x="897" y="201"/>
                  </a:cubicBezTo>
                  <a:cubicBezTo>
                    <a:pt x="989" y="320"/>
                    <a:pt x="1048" y="487"/>
                    <a:pt x="1048" y="665"/>
                  </a:cubicBezTo>
                  <a:cubicBezTo>
                    <a:pt x="1048" y="849"/>
                    <a:pt x="989" y="1011"/>
                    <a:pt x="897" y="1135"/>
                  </a:cubicBezTo>
                  <a:cubicBezTo>
                    <a:pt x="800" y="1254"/>
                    <a:pt x="670" y="1330"/>
                    <a:pt x="524" y="1330"/>
                  </a:cubicBezTo>
                  <a:close/>
                  <a:moveTo>
                    <a:pt x="200" y="1098"/>
                  </a:moveTo>
                  <a:cubicBezTo>
                    <a:pt x="281" y="1206"/>
                    <a:pt x="400" y="1271"/>
                    <a:pt x="524" y="1271"/>
                  </a:cubicBezTo>
                  <a:cubicBezTo>
                    <a:pt x="649" y="1271"/>
                    <a:pt x="767" y="1206"/>
                    <a:pt x="848" y="1098"/>
                  </a:cubicBezTo>
                  <a:cubicBezTo>
                    <a:pt x="935" y="984"/>
                    <a:pt x="989" y="833"/>
                    <a:pt x="989" y="665"/>
                  </a:cubicBezTo>
                  <a:cubicBezTo>
                    <a:pt x="989" y="498"/>
                    <a:pt x="935" y="347"/>
                    <a:pt x="848" y="233"/>
                  </a:cubicBezTo>
                  <a:cubicBezTo>
                    <a:pt x="767" y="125"/>
                    <a:pt x="649" y="60"/>
                    <a:pt x="524" y="60"/>
                  </a:cubicBezTo>
                  <a:cubicBezTo>
                    <a:pt x="400" y="60"/>
                    <a:pt x="281" y="125"/>
                    <a:pt x="200" y="233"/>
                  </a:cubicBezTo>
                  <a:cubicBezTo>
                    <a:pt x="114" y="347"/>
                    <a:pt x="60" y="498"/>
                    <a:pt x="60" y="665"/>
                  </a:cubicBezTo>
                  <a:cubicBezTo>
                    <a:pt x="60" y="833"/>
                    <a:pt x="114" y="984"/>
                    <a:pt x="200" y="10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1"/>
            <p:cNvSpPr/>
            <p:nvPr/>
          </p:nvSpPr>
          <p:spPr>
            <a:xfrm>
              <a:off x="5602440" y="2615296"/>
              <a:ext cx="35936" cy="27692"/>
            </a:xfrm>
            <a:custGeom>
              <a:avLst/>
              <a:gdLst/>
              <a:ahLst/>
              <a:cxnLst/>
              <a:rect l="l" t="t" r="r" b="b"/>
              <a:pathLst>
                <a:path w="401" h="309" extrusionOk="0">
                  <a:moveTo>
                    <a:pt x="374" y="130"/>
                  </a:moveTo>
                  <a:cubicBezTo>
                    <a:pt x="363" y="114"/>
                    <a:pt x="363" y="97"/>
                    <a:pt x="352" y="81"/>
                  </a:cubicBezTo>
                  <a:cubicBezTo>
                    <a:pt x="341" y="60"/>
                    <a:pt x="309" y="43"/>
                    <a:pt x="282" y="38"/>
                  </a:cubicBezTo>
                  <a:cubicBezTo>
                    <a:pt x="239" y="22"/>
                    <a:pt x="185" y="27"/>
                    <a:pt x="141" y="49"/>
                  </a:cubicBezTo>
                  <a:cubicBezTo>
                    <a:pt x="44" y="92"/>
                    <a:pt x="49" y="200"/>
                    <a:pt x="60" y="292"/>
                  </a:cubicBezTo>
                  <a:cubicBezTo>
                    <a:pt x="60" y="303"/>
                    <a:pt x="44" y="308"/>
                    <a:pt x="39" y="297"/>
                  </a:cubicBezTo>
                  <a:cubicBezTo>
                    <a:pt x="1" y="200"/>
                    <a:pt x="39" y="60"/>
                    <a:pt x="147" y="22"/>
                  </a:cubicBezTo>
                  <a:cubicBezTo>
                    <a:pt x="201" y="0"/>
                    <a:pt x="260" y="0"/>
                    <a:pt x="309" y="27"/>
                  </a:cubicBezTo>
                  <a:cubicBezTo>
                    <a:pt x="347" y="43"/>
                    <a:pt x="401" y="87"/>
                    <a:pt x="374" y="130"/>
                  </a:cubicBezTo>
                  <a:cubicBezTo>
                    <a:pt x="374" y="130"/>
                    <a:pt x="374" y="130"/>
                    <a:pt x="374" y="1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1"/>
            <p:cNvSpPr/>
            <p:nvPr/>
          </p:nvSpPr>
          <p:spPr>
            <a:xfrm>
              <a:off x="5623769" y="2630262"/>
              <a:ext cx="13173" cy="17027"/>
            </a:xfrm>
            <a:custGeom>
              <a:avLst/>
              <a:gdLst/>
              <a:ahLst/>
              <a:cxnLst/>
              <a:rect l="l" t="t" r="r" b="b"/>
              <a:pathLst>
                <a:path w="147" h="190" extrusionOk="0">
                  <a:moveTo>
                    <a:pt x="136" y="136"/>
                  </a:moveTo>
                  <a:cubicBezTo>
                    <a:pt x="130" y="103"/>
                    <a:pt x="130" y="76"/>
                    <a:pt x="98" y="55"/>
                  </a:cubicBezTo>
                  <a:cubicBezTo>
                    <a:pt x="71" y="38"/>
                    <a:pt x="44" y="33"/>
                    <a:pt x="17" y="17"/>
                  </a:cubicBezTo>
                  <a:cubicBezTo>
                    <a:pt x="17" y="11"/>
                    <a:pt x="22" y="11"/>
                    <a:pt x="22" y="11"/>
                  </a:cubicBezTo>
                  <a:cubicBezTo>
                    <a:pt x="22" y="28"/>
                    <a:pt x="17" y="49"/>
                    <a:pt x="22" y="65"/>
                  </a:cubicBezTo>
                  <a:cubicBezTo>
                    <a:pt x="22" y="87"/>
                    <a:pt x="49" y="98"/>
                    <a:pt x="65" y="114"/>
                  </a:cubicBezTo>
                  <a:cubicBezTo>
                    <a:pt x="87" y="130"/>
                    <a:pt x="76" y="157"/>
                    <a:pt x="71" y="179"/>
                  </a:cubicBezTo>
                  <a:cubicBezTo>
                    <a:pt x="71" y="190"/>
                    <a:pt x="60" y="184"/>
                    <a:pt x="60" y="179"/>
                  </a:cubicBezTo>
                  <a:cubicBezTo>
                    <a:pt x="60" y="152"/>
                    <a:pt x="65" y="130"/>
                    <a:pt x="44" y="114"/>
                  </a:cubicBezTo>
                  <a:cubicBezTo>
                    <a:pt x="33" y="103"/>
                    <a:pt x="22" y="98"/>
                    <a:pt x="17" y="87"/>
                  </a:cubicBezTo>
                  <a:cubicBezTo>
                    <a:pt x="1" y="65"/>
                    <a:pt x="6" y="33"/>
                    <a:pt x="11" y="6"/>
                  </a:cubicBezTo>
                  <a:cubicBezTo>
                    <a:pt x="11" y="6"/>
                    <a:pt x="17" y="1"/>
                    <a:pt x="22" y="6"/>
                  </a:cubicBezTo>
                  <a:cubicBezTo>
                    <a:pt x="55" y="28"/>
                    <a:pt x="98" y="38"/>
                    <a:pt x="130" y="65"/>
                  </a:cubicBezTo>
                  <a:cubicBezTo>
                    <a:pt x="146" y="87"/>
                    <a:pt x="146" y="114"/>
                    <a:pt x="141" y="136"/>
                  </a:cubicBezTo>
                  <a:cubicBezTo>
                    <a:pt x="141" y="141"/>
                    <a:pt x="136" y="141"/>
                    <a:pt x="136" y="1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1"/>
            <p:cNvSpPr/>
            <p:nvPr/>
          </p:nvSpPr>
          <p:spPr>
            <a:xfrm>
              <a:off x="5609699" y="2620135"/>
              <a:ext cx="12188" cy="13174"/>
            </a:xfrm>
            <a:custGeom>
              <a:avLst/>
              <a:gdLst/>
              <a:ahLst/>
              <a:cxnLst/>
              <a:rect l="l" t="t" r="r" b="b"/>
              <a:pathLst>
                <a:path w="136" h="147" extrusionOk="0">
                  <a:moveTo>
                    <a:pt x="131" y="16"/>
                  </a:moveTo>
                  <a:cubicBezTo>
                    <a:pt x="93" y="6"/>
                    <a:pt x="66" y="33"/>
                    <a:pt x="44" y="65"/>
                  </a:cubicBezTo>
                  <a:cubicBezTo>
                    <a:pt x="39" y="76"/>
                    <a:pt x="33" y="92"/>
                    <a:pt x="28" y="108"/>
                  </a:cubicBezTo>
                  <a:cubicBezTo>
                    <a:pt x="22" y="119"/>
                    <a:pt x="22" y="130"/>
                    <a:pt x="17" y="141"/>
                  </a:cubicBezTo>
                  <a:cubicBezTo>
                    <a:pt x="12" y="141"/>
                    <a:pt x="6" y="146"/>
                    <a:pt x="6" y="141"/>
                  </a:cubicBezTo>
                  <a:cubicBezTo>
                    <a:pt x="1" y="108"/>
                    <a:pt x="28" y="65"/>
                    <a:pt x="44" y="49"/>
                  </a:cubicBezTo>
                  <a:cubicBezTo>
                    <a:pt x="66" y="16"/>
                    <a:pt x="98" y="0"/>
                    <a:pt x="131" y="11"/>
                  </a:cubicBezTo>
                  <a:cubicBezTo>
                    <a:pt x="136" y="11"/>
                    <a:pt x="136" y="16"/>
                    <a:pt x="131"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1"/>
            <p:cNvSpPr/>
            <p:nvPr/>
          </p:nvSpPr>
          <p:spPr>
            <a:xfrm>
              <a:off x="5631476" y="2607051"/>
              <a:ext cx="8334" cy="11650"/>
            </a:xfrm>
            <a:custGeom>
              <a:avLst/>
              <a:gdLst/>
              <a:ahLst/>
              <a:cxnLst/>
              <a:rect l="l" t="t" r="r" b="b"/>
              <a:pathLst>
                <a:path w="93" h="130" extrusionOk="0">
                  <a:moveTo>
                    <a:pt x="93" y="6"/>
                  </a:moveTo>
                  <a:cubicBezTo>
                    <a:pt x="71" y="22"/>
                    <a:pt x="55" y="38"/>
                    <a:pt x="39" y="60"/>
                  </a:cubicBezTo>
                  <a:cubicBezTo>
                    <a:pt x="28" y="81"/>
                    <a:pt x="23" y="108"/>
                    <a:pt x="6" y="125"/>
                  </a:cubicBezTo>
                  <a:cubicBezTo>
                    <a:pt x="6" y="130"/>
                    <a:pt x="1" y="130"/>
                    <a:pt x="1" y="125"/>
                  </a:cubicBezTo>
                  <a:cubicBezTo>
                    <a:pt x="6" y="98"/>
                    <a:pt x="23" y="76"/>
                    <a:pt x="39" y="54"/>
                  </a:cubicBezTo>
                  <a:cubicBezTo>
                    <a:pt x="50" y="33"/>
                    <a:pt x="66" y="16"/>
                    <a:pt x="93" y="6"/>
                  </a:cubicBezTo>
                  <a:cubicBezTo>
                    <a:pt x="93" y="0"/>
                    <a:pt x="93" y="6"/>
                    <a:pt x="93"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1"/>
            <p:cNvSpPr/>
            <p:nvPr/>
          </p:nvSpPr>
          <p:spPr>
            <a:xfrm>
              <a:off x="5626188" y="2605618"/>
              <a:ext cx="5915" cy="12188"/>
            </a:xfrm>
            <a:custGeom>
              <a:avLst/>
              <a:gdLst/>
              <a:ahLst/>
              <a:cxnLst/>
              <a:rect l="l" t="t" r="r" b="b"/>
              <a:pathLst>
                <a:path w="66" h="136" extrusionOk="0">
                  <a:moveTo>
                    <a:pt x="60" y="0"/>
                  </a:moveTo>
                  <a:cubicBezTo>
                    <a:pt x="44" y="22"/>
                    <a:pt x="33" y="43"/>
                    <a:pt x="28" y="76"/>
                  </a:cubicBezTo>
                  <a:cubicBezTo>
                    <a:pt x="22" y="92"/>
                    <a:pt x="22" y="119"/>
                    <a:pt x="11" y="130"/>
                  </a:cubicBezTo>
                  <a:cubicBezTo>
                    <a:pt x="6" y="135"/>
                    <a:pt x="1" y="130"/>
                    <a:pt x="1" y="124"/>
                  </a:cubicBezTo>
                  <a:cubicBezTo>
                    <a:pt x="1" y="103"/>
                    <a:pt x="11" y="76"/>
                    <a:pt x="17" y="54"/>
                  </a:cubicBezTo>
                  <a:cubicBezTo>
                    <a:pt x="28" y="32"/>
                    <a:pt x="38" y="11"/>
                    <a:pt x="60" y="0"/>
                  </a:cubicBezTo>
                  <a:cubicBezTo>
                    <a:pt x="60" y="0"/>
                    <a:pt x="65"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1"/>
            <p:cNvSpPr/>
            <p:nvPr/>
          </p:nvSpPr>
          <p:spPr>
            <a:xfrm>
              <a:off x="5619915" y="2604094"/>
              <a:ext cx="2509" cy="13711"/>
            </a:xfrm>
            <a:custGeom>
              <a:avLst/>
              <a:gdLst/>
              <a:ahLst/>
              <a:cxnLst/>
              <a:rect l="l" t="t" r="r" b="b"/>
              <a:pathLst>
                <a:path w="28" h="153" extrusionOk="0">
                  <a:moveTo>
                    <a:pt x="27" y="1"/>
                  </a:moveTo>
                  <a:cubicBezTo>
                    <a:pt x="27" y="44"/>
                    <a:pt x="6" y="93"/>
                    <a:pt x="22" y="136"/>
                  </a:cubicBezTo>
                  <a:cubicBezTo>
                    <a:pt x="27" y="147"/>
                    <a:pt x="11" y="152"/>
                    <a:pt x="11" y="136"/>
                  </a:cubicBezTo>
                  <a:cubicBezTo>
                    <a:pt x="0" y="87"/>
                    <a:pt x="17" y="49"/>
                    <a:pt x="27" y="1"/>
                  </a:cubicBezTo>
                  <a:cubicBezTo>
                    <a:pt x="27" y="1"/>
                    <a:pt x="27" y="1"/>
                    <a:pt x="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1"/>
            <p:cNvSpPr/>
            <p:nvPr/>
          </p:nvSpPr>
          <p:spPr>
            <a:xfrm>
              <a:off x="5611671" y="2603646"/>
              <a:ext cx="4481" cy="15056"/>
            </a:xfrm>
            <a:custGeom>
              <a:avLst/>
              <a:gdLst/>
              <a:ahLst/>
              <a:cxnLst/>
              <a:rect l="l" t="t" r="r" b="b"/>
              <a:pathLst>
                <a:path w="50" h="168" extrusionOk="0">
                  <a:moveTo>
                    <a:pt x="11" y="6"/>
                  </a:moveTo>
                  <a:cubicBezTo>
                    <a:pt x="17" y="27"/>
                    <a:pt x="17" y="54"/>
                    <a:pt x="17" y="81"/>
                  </a:cubicBezTo>
                  <a:cubicBezTo>
                    <a:pt x="22" y="103"/>
                    <a:pt x="33" y="130"/>
                    <a:pt x="44" y="152"/>
                  </a:cubicBezTo>
                  <a:cubicBezTo>
                    <a:pt x="49" y="163"/>
                    <a:pt x="33" y="168"/>
                    <a:pt x="27" y="163"/>
                  </a:cubicBezTo>
                  <a:cubicBezTo>
                    <a:pt x="6" y="114"/>
                    <a:pt x="0" y="60"/>
                    <a:pt x="0" y="6"/>
                  </a:cubicBezTo>
                  <a:cubicBezTo>
                    <a:pt x="0" y="0"/>
                    <a:pt x="6" y="0"/>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1"/>
            <p:cNvSpPr/>
            <p:nvPr/>
          </p:nvSpPr>
          <p:spPr>
            <a:xfrm>
              <a:off x="5601006" y="2608933"/>
              <a:ext cx="10754" cy="13174"/>
            </a:xfrm>
            <a:custGeom>
              <a:avLst/>
              <a:gdLst/>
              <a:ahLst/>
              <a:cxnLst/>
              <a:rect l="l" t="t" r="r" b="b"/>
              <a:pathLst>
                <a:path w="120" h="147" extrusionOk="0">
                  <a:moveTo>
                    <a:pt x="11" y="1"/>
                  </a:moveTo>
                  <a:cubicBezTo>
                    <a:pt x="33" y="50"/>
                    <a:pt x="65" y="98"/>
                    <a:pt x="109" y="131"/>
                  </a:cubicBezTo>
                  <a:cubicBezTo>
                    <a:pt x="119" y="136"/>
                    <a:pt x="109" y="147"/>
                    <a:pt x="103" y="141"/>
                  </a:cubicBezTo>
                  <a:cubicBezTo>
                    <a:pt x="49" y="114"/>
                    <a:pt x="17" y="66"/>
                    <a:pt x="1" y="6"/>
                  </a:cubicBezTo>
                  <a:cubicBezTo>
                    <a:pt x="1" y="1"/>
                    <a:pt x="6" y="1"/>
                    <a:pt x="1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1"/>
            <p:cNvSpPr/>
            <p:nvPr/>
          </p:nvSpPr>
          <p:spPr>
            <a:xfrm>
              <a:off x="5600558" y="2621032"/>
              <a:ext cx="5915" cy="5915"/>
            </a:xfrm>
            <a:custGeom>
              <a:avLst/>
              <a:gdLst/>
              <a:ahLst/>
              <a:cxnLst/>
              <a:rect l="l" t="t" r="r" b="b"/>
              <a:pathLst>
                <a:path w="66" h="66" extrusionOk="0">
                  <a:moveTo>
                    <a:pt x="0" y="1"/>
                  </a:moveTo>
                  <a:cubicBezTo>
                    <a:pt x="6" y="17"/>
                    <a:pt x="22" y="23"/>
                    <a:pt x="38" y="33"/>
                  </a:cubicBezTo>
                  <a:cubicBezTo>
                    <a:pt x="43" y="39"/>
                    <a:pt x="65" y="44"/>
                    <a:pt x="65" y="60"/>
                  </a:cubicBezTo>
                  <a:cubicBezTo>
                    <a:pt x="65" y="60"/>
                    <a:pt x="65" y="66"/>
                    <a:pt x="65" y="66"/>
                  </a:cubicBezTo>
                  <a:cubicBezTo>
                    <a:pt x="54" y="66"/>
                    <a:pt x="54" y="60"/>
                    <a:pt x="49" y="55"/>
                  </a:cubicBezTo>
                  <a:cubicBezTo>
                    <a:pt x="38" y="50"/>
                    <a:pt x="33" y="50"/>
                    <a:pt x="27" y="44"/>
                  </a:cubicBezTo>
                  <a:cubicBezTo>
                    <a:pt x="11" y="33"/>
                    <a:pt x="6" y="17"/>
                    <a:pt x="0" y="1"/>
                  </a:cubicBezTo>
                  <a:cubicBezTo>
                    <a:pt x="0" y="1"/>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1"/>
            <p:cNvSpPr/>
            <p:nvPr/>
          </p:nvSpPr>
          <p:spPr>
            <a:xfrm>
              <a:off x="5678524" y="2610457"/>
              <a:ext cx="10664" cy="9768"/>
            </a:xfrm>
            <a:custGeom>
              <a:avLst/>
              <a:gdLst/>
              <a:ahLst/>
              <a:cxnLst/>
              <a:rect l="l" t="t" r="r" b="b"/>
              <a:pathLst>
                <a:path w="119" h="109" extrusionOk="0">
                  <a:moveTo>
                    <a:pt x="119" y="5"/>
                  </a:moveTo>
                  <a:cubicBezTo>
                    <a:pt x="119" y="33"/>
                    <a:pt x="97" y="60"/>
                    <a:pt x="76" y="76"/>
                  </a:cubicBezTo>
                  <a:cubicBezTo>
                    <a:pt x="59" y="92"/>
                    <a:pt x="16" y="108"/>
                    <a:pt x="0" y="81"/>
                  </a:cubicBezTo>
                  <a:cubicBezTo>
                    <a:pt x="0" y="81"/>
                    <a:pt x="0" y="76"/>
                    <a:pt x="5" y="76"/>
                  </a:cubicBezTo>
                  <a:cubicBezTo>
                    <a:pt x="11" y="76"/>
                    <a:pt x="22" y="76"/>
                    <a:pt x="27" y="76"/>
                  </a:cubicBezTo>
                  <a:cubicBezTo>
                    <a:pt x="38" y="76"/>
                    <a:pt x="54" y="70"/>
                    <a:pt x="59" y="65"/>
                  </a:cubicBezTo>
                  <a:cubicBezTo>
                    <a:pt x="86" y="49"/>
                    <a:pt x="97" y="27"/>
                    <a:pt x="108" y="5"/>
                  </a:cubicBezTo>
                  <a:cubicBezTo>
                    <a:pt x="108" y="0"/>
                    <a:pt x="119" y="0"/>
                    <a:pt x="119"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1"/>
            <p:cNvSpPr/>
            <p:nvPr/>
          </p:nvSpPr>
          <p:spPr>
            <a:xfrm>
              <a:off x="5669293" y="2585723"/>
              <a:ext cx="16041" cy="32083"/>
            </a:xfrm>
            <a:custGeom>
              <a:avLst/>
              <a:gdLst/>
              <a:ahLst/>
              <a:cxnLst/>
              <a:rect l="l" t="t" r="r" b="b"/>
              <a:pathLst>
                <a:path w="179" h="358" extrusionOk="0">
                  <a:moveTo>
                    <a:pt x="168" y="346"/>
                  </a:moveTo>
                  <a:cubicBezTo>
                    <a:pt x="141" y="287"/>
                    <a:pt x="108" y="238"/>
                    <a:pt x="81" y="179"/>
                  </a:cubicBezTo>
                  <a:cubicBezTo>
                    <a:pt x="71" y="152"/>
                    <a:pt x="60" y="125"/>
                    <a:pt x="49" y="103"/>
                  </a:cubicBezTo>
                  <a:cubicBezTo>
                    <a:pt x="38" y="71"/>
                    <a:pt x="17" y="38"/>
                    <a:pt x="0" y="6"/>
                  </a:cubicBezTo>
                  <a:cubicBezTo>
                    <a:pt x="0" y="1"/>
                    <a:pt x="6" y="1"/>
                    <a:pt x="6" y="1"/>
                  </a:cubicBezTo>
                  <a:cubicBezTo>
                    <a:pt x="49" y="38"/>
                    <a:pt x="65" y="109"/>
                    <a:pt x="87" y="157"/>
                  </a:cubicBezTo>
                  <a:cubicBezTo>
                    <a:pt x="108" y="222"/>
                    <a:pt x="157" y="276"/>
                    <a:pt x="179" y="346"/>
                  </a:cubicBezTo>
                  <a:cubicBezTo>
                    <a:pt x="179" y="352"/>
                    <a:pt x="173" y="357"/>
                    <a:pt x="168" y="3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1"/>
            <p:cNvSpPr/>
            <p:nvPr/>
          </p:nvSpPr>
          <p:spPr>
            <a:xfrm>
              <a:off x="5677538" y="2603198"/>
              <a:ext cx="12636" cy="1972"/>
            </a:xfrm>
            <a:custGeom>
              <a:avLst/>
              <a:gdLst/>
              <a:ahLst/>
              <a:cxnLst/>
              <a:rect l="l" t="t" r="r" b="b"/>
              <a:pathLst>
                <a:path w="141" h="22" extrusionOk="0">
                  <a:moveTo>
                    <a:pt x="135" y="16"/>
                  </a:moveTo>
                  <a:cubicBezTo>
                    <a:pt x="92" y="22"/>
                    <a:pt x="49" y="22"/>
                    <a:pt x="11" y="16"/>
                  </a:cubicBezTo>
                  <a:cubicBezTo>
                    <a:pt x="0" y="16"/>
                    <a:pt x="0" y="5"/>
                    <a:pt x="11" y="5"/>
                  </a:cubicBezTo>
                  <a:cubicBezTo>
                    <a:pt x="49" y="5"/>
                    <a:pt x="92" y="0"/>
                    <a:pt x="135" y="5"/>
                  </a:cubicBezTo>
                  <a:cubicBezTo>
                    <a:pt x="141" y="5"/>
                    <a:pt x="141" y="16"/>
                    <a:pt x="135"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1"/>
            <p:cNvSpPr/>
            <p:nvPr/>
          </p:nvSpPr>
          <p:spPr>
            <a:xfrm>
              <a:off x="5670727" y="2603646"/>
              <a:ext cx="8334" cy="10754"/>
            </a:xfrm>
            <a:custGeom>
              <a:avLst/>
              <a:gdLst/>
              <a:ahLst/>
              <a:cxnLst/>
              <a:rect l="l" t="t" r="r" b="b"/>
              <a:pathLst>
                <a:path w="93" h="120" extrusionOk="0">
                  <a:moveTo>
                    <a:pt x="87" y="6"/>
                  </a:moveTo>
                  <a:cubicBezTo>
                    <a:pt x="92" y="27"/>
                    <a:pt x="76" y="49"/>
                    <a:pt x="65" y="71"/>
                  </a:cubicBezTo>
                  <a:cubicBezTo>
                    <a:pt x="55" y="87"/>
                    <a:pt x="33" y="114"/>
                    <a:pt x="11" y="119"/>
                  </a:cubicBezTo>
                  <a:cubicBezTo>
                    <a:pt x="6" y="119"/>
                    <a:pt x="1" y="114"/>
                    <a:pt x="6" y="109"/>
                  </a:cubicBezTo>
                  <a:cubicBezTo>
                    <a:pt x="11" y="92"/>
                    <a:pt x="33" y="81"/>
                    <a:pt x="44" y="71"/>
                  </a:cubicBezTo>
                  <a:cubicBezTo>
                    <a:pt x="60" y="49"/>
                    <a:pt x="71" y="27"/>
                    <a:pt x="82" y="0"/>
                  </a:cubicBezTo>
                  <a:cubicBezTo>
                    <a:pt x="82" y="0"/>
                    <a:pt x="87" y="0"/>
                    <a:pt x="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1"/>
            <p:cNvSpPr/>
            <p:nvPr/>
          </p:nvSpPr>
          <p:spPr>
            <a:xfrm>
              <a:off x="5580663" y="2796322"/>
              <a:ext cx="25809" cy="6363"/>
            </a:xfrm>
            <a:custGeom>
              <a:avLst/>
              <a:gdLst/>
              <a:ahLst/>
              <a:cxnLst/>
              <a:rect l="l" t="t" r="r" b="b"/>
              <a:pathLst>
                <a:path w="288" h="71" extrusionOk="0">
                  <a:moveTo>
                    <a:pt x="282" y="44"/>
                  </a:moveTo>
                  <a:cubicBezTo>
                    <a:pt x="184" y="71"/>
                    <a:pt x="93" y="71"/>
                    <a:pt x="6" y="17"/>
                  </a:cubicBezTo>
                  <a:cubicBezTo>
                    <a:pt x="1" y="12"/>
                    <a:pt x="6" y="1"/>
                    <a:pt x="12" y="6"/>
                  </a:cubicBezTo>
                  <a:cubicBezTo>
                    <a:pt x="49" y="17"/>
                    <a:pt x="82" y="33"/>
                    <a:pt x="125" y="44"/>
                  </a:cubicBezTo>
                  <a:cubicBezTo>
                    <a:pt x="174" y="55"/>
                    <a:pt x="228" y="49"/>
                    <a:pt x="282" y="39"/>
                  </a:cubicBezTo>
                  <a:cubicBezTo>
                    <a:pt x="282" y="33"/>
                    <a:pt x="287" y="39"/>
                    <a:pt x="282"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1"/>
            <p:cNvSpPr/>
            <p:nvPr/>
          </p:nvSpPr>
          <p:spPr>
            <a:xfrm>
              <a:off x="5578782" y="2798742"/>
              <a:ext cx="20880" cy="6363"/>
            </a:xfrm>
            <a:custGeom>
              <a:avLst/>
              <a:gdLst/>
              <a:ahLst/>
              <a:cxnLst/>
              <a:rect l="l" t="t" r="r" b="b"/>
              <a:pathLst>
                <a:path w="233" h="71" extrusionOk="0">
                  <a:moveTo>
                    <a:pt x="227" y="60"/>
                  </a:moveTo>
                  <a:cubicBezTo>
                    <a:pt x="157" y="71"/>
                    <a:pt x="54" y="71"/>
                    <a:pt x="5" y="12"/>
                  </a:cubicBezTo>
                  <a:cubicBezTo>
                    <a:pt x="0" y="6"/>
                    <a:pt x="5" y="1"/>
                    <a:pt x="11" y="6"/>
                  </a:cubicBezTo>
                  <a:cubicBezTo>
                    <a:pt x="43" y="17"/>
                    <a:pt x="70" y="39"/>
                    <a:pt x="103" y="44"/>
                  </a:cubicBezTo>
                  <a:cubicBezTo>
                    <a:pt x="141" y="55"/>
                    <a:pt x="184" y="49"/>
                    <a:pt x="227" y="49"/>
                  </a:cubicBezTo>
                  <a:cubicBezTo>
                    <a:pt x="227" y="49"/>
                    <a:pt x="232" y="55"/>
                    <a:pt x="227" y="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1"/>
            <p:cNvSpPr/>
            <p:nvPr/>
          </p:nvSpPr>
          <p:spPr>
            <a:xfrm>
              <a:off x="5667322" y="2796322"/>
              <a:ext cx="13173" cy="16579"/>
            </a:xfrm>
            <a:custGeom>
              <a:avLst/>
              <a:gdLst/>
              <a:ahLst/>
              <a:cxnLst/>
              <a:rect l="l" t="t" r="r" b="b"/>
              <a:pathLst>
                <a:path w="147" h="185" extrusionOk="0">
                  <a:moveTo>
                    <a:pt x="136" y="6"/>
                  </a:moveTo>
                  <a:cubicBezTo>
                    <a:pt x="147" y="76"/>
                    <a:pt x="87" y="163"/>
                    <a:pt x="17" y="184"/>
                  </a:cubicBezTo>
                  <a:cubicBezTo>
                    <a:pt x="6" y="184"/>
                    <a:pt x="1" y="168"/>
                    <a:pt x="12" y="168"/>
                  </a:cubicBezTo>
                  <a:cubicBezTo>
                    <a:pt x="76" y="147"/>
                    <a:pt x="130" y="71"/>
                    <a:pt x="130" y="6"/>
                  </a:cubicBezTo>
                  <a:cubicBezTo>
                    <a:pt x="130" y="1"/>
                    <a:pt x="136" y="1"/>
                    <a:pt x="13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1"/>
            <p:cNvSpPr/>
            <p:nvPr/>
          </p:nvSpPr>
          <p:spPr>
            <a:xfrm>
              <a:off x="5668756" y="2804119"/>
              <a:ext cx="11291" cy="11650"/>
            </a:xfrm>
            <a:custGeom>
              <a:avLst/>
              <a:gdLst/>
              <a:ahLst/>
              <a:cxnLst/>
              <a:rect l="l" t="t" r="r" b="b"/>
              <a:pathLst>
                <a:path w="126" h="130" extrusionOk="0">
                  <a:moveTo>
                    <a:pt x="125" y="6"/>
                  </a:moveTo>
                  <a:cubicBezTo>
                    <a:pt x="120" y="33"/>
                    <a:pt x="104" y="60"/>
                    <a:pt x="87" y="81"/>
                  </a:cubicBezTo>
                  <a:cubicBezTo>
                    <a:pt x="71" y="103"/>
                    <a:pt x="39" y="130"/>
                    <a:pt x="12" y="130"/>
                  </a:cubicBezTo>
                  <a:cubicBezTo>
                    <a:pt x="6" y="130"/>
                    <a:pt x="1" y="119"/>
                    <a:pt x="12" y="114"/>
                  </a:cubicBezTo>
                  <a:cubicBezTo>
                    <a:pt x="39" y="108"/>
                    <a:pt x="55" y="92"/>
                    <a:pt x="77" y="70"/>
                  </a:cubicBezTo>
                  <a:cubicBezTo>
                    <a:pt x="98" y="54"/>
                    <a:pt x="109" y="27"/>
                    <a:pt x="125" y="0"/>
                  </a:cubicBezTo>
                  <a:cubicBezTo>
                    <a:pt x="125" y="0"/>
                    <a:pt x="125" y="0"/>
                    <a:pt x="125"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1"/>
            <p:cNvSpPr/>
            <p:nvPr/>
          </p:nvSpPr>
          <p:spPr>
            <a:xfrm>
              <a:off x="5677000" y="2820519"/>
              <a:ext cx="10306" cy="9320"/>
            </a:xfrm>
            <a:custGeom>
              <a:avLst/>
              <a:gdLst/>
              <a:ahLst/>
              <a:cxnLst/>
              <a:rect l="l" t="t" r="r" b="b"/>
              <a:pathLst>
                <a:path w="115" h="104" extrusionOk="0">
                  <a:moveTo>
                    <a:pt x="103" y="1"/>
                  </a:moveTo>
                  <a:cubicBezTo>
                    <a:pt x="114" y="49"/>
                    <a:pt x="55" y="104"/>
                    <a:pt x="12" y="98"/>
                  </a:cubicBezTo>
                  <a:cubicBezTo>
                    <a:pt x="1" y="98"/>
                    <a:pt x="6" y="82"/>
                    <a:pt x="12" y="82"/>
                  </a:cubicBezTo>
                  <a:cubicBezTo>
                    <a:pt x="49" y="77"/>
                    <a:pt x="98" y="44"/>
                    <a:pt x="98" y="1"/>
                  </a:cubicBezTo>
                  <a:cubicBezTo>
                    <a:pt x="98" y="1"/>
                    <a:pt x="103" y="1"/>
                    <a:pt x="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1"/>
            <p:cNvSpPr/>
            <p:nvPr/>
          </p:nvSpPr>
          <p:spPr>
            <a:xfrm>
              <a:off x="5674133" y="2833155"/>
              <a:ext cx="9320" cy="10754"/>
            </a:xfrm>
            <a:custGeom>
              <a:avLst/>
              <a:gdLst/>
              <a:ahLst/>
              <a:cxnLst/>
              <a:rect l="l" t="t" r="r" b="b"/>
              <a:pathLst>
                <a:path w="104" h="120" extrusionOk="0">
                  <a:moveTo>
                    <a:pt x="11" y="6"/>
                  </a:moveTo>
                  <a:cubicBezTo>
                    <a:pt x="38" y="11"/>
                    <a:pt x="60" y="27"/>
                    <a:pt x="76" y="49"/>
                  </a:cubicBezTo>
                  <a:cubicBezTo>
                    <a:pt x="87" y="65"/>
                    <a:pt x="103" y="98"/>
                    <a:pt x="87" y="114"/>
                  </a:cubicBezTo>
                  <a:cubicBezTo>
                    <a:pt x="87" y="119"/>
                    <a:pt x="81" y="119"/>
                    <a:pt x="81" y="114"/>
                  </a:cubicBezTo>
                  <a:cubicBezTo>
                    <a:pt x="76" y="108"/>
                    <a:pt x="76" y="103"/>
                    <a:pt x="76" y="98"/>
                  </a:cubicBezTo>
                  <a:cubicBezTo>
                    <a:pt x="76" y="81"/>
                    <a:pt x="71" y="71"/>
                    <a:pt x="65" y="60"/>
                  </a:cubicBezTo>
                  <a:cubicBezTo>
                    <a:pt x="54" y="38"/>
                    <a:pt x="27" y="22"/>
                    <a:pt x="6" y="11"/>
                  </a:cubicBezTo>
                  <a:cubicBezTo>
                    <a:pt x="0" y="11"/>
                    <a:pt x="6" y="0"/>
                    <a:pt x="1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1"/>
            <p:cNvSpPr/>
            <p:nvPr/>
          </p:nvSpPr>
          <p:spPr>
            <a:xfrm>
              <a:off x="5570985" y="2809407"/>
              <a:ext cx="5915" cy="14160"/>
            </a:xfrm>
            <a:custGeom>
              <a:avLst/>
              <a:gdLst/>
              <a:ahLst/>
              <a:cxnLst/>
              <a:rect l="l" t="t" r="r" b="b"/>
              <a:pathLst>
                <a:path w="66" h="158" extrusionOk="0">
                  <a:moveTo>
                    <a:pt x="38" y="1"/>
                  </a:moveTo>
                  <a:cubicBezTo>
                    <a:pt x="65" y="22"/>
                    <a:pt x="65" y="49"/>
                    <a:pt x="60" y="82"/>
                  </a:cubicBezTo>
                  <a:cubicBezTo>
                    <a:pt x="55" y="103"/>
                    <a:pt x="33" y="157"/>
                    <a:pt x="6" y="152"/>
                  </a:cubicBezTo>
                  <a:cubicBezTo>
                    <a:pt x="1" y="152"/>
                    <a:pt x="1" y="146"/>
                    <a:pt x="1" y="146"/>
                  </a:cubicBezTo>
                  <a:cubicBezTo>
                    <a:pt x="6" y="136"/>
                    <a:pt x="11" y="136"/>
                    <a:pt x="17" y="130"/>
                  </a:cubicBezTo>
                  <a:cubicBezTo>
                    <a:pt x="33" y="119"/>
                    <a:pt x="38" y="103"/>
                    <a:pt x="44" y="92"/>
                  </a:cubicBezTo>
                  <a:cubicBezTo>
                    <a:pt x="55" y="65"/>
                    <a:pt x="55" y="22"/>
                    <a:pt x="33" y="1"/>
                  </a:cubicBezTo>
                  <a:cubicBezTo>
                    <a:pt x="33" y="1"/>
                    <a:pt x="33" y="1"/>
                    <a:pt x="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1"/>
            <p:cNvSpPr/>
            <p:nvPr/>
          </p:nvSpPr>
          <p:spPr>
            <a:xfrm>
              <a:off x="5584517" y="2653025"/>
              <a:ext cx="43194" cy="60133"/>
            </a:xfrm>
            <a:custGeom>
              <a:avLst/>
              <a:gdLst/>
              <a:ahLst/>
              <a:cxnLst/>
              <a:rect l="l" t="t" r="r" b="b"/>
              <a:pathLst>
                <a:path w="482" h="671" extrusionOk="0">
                  <a:moveTo>
                    <a:pt x="476" y="28"/>
                  </a:moveTo>
                  <a:cubicBezTo>
                    <a:pt x="358" y="11"/>
                    <a:pt x="244" y="114"/>
                    <a:pt x="179" y="206"/>
                  </a:cubicBezTo>
                  <a:cubicBezTo>
                    <a:pt x="131" y="265"/>
                    <a:pt x="98" y="335"/>
                    <a:pt x="77" y="406"/>
                  </a:cubicBezTo>
                  <a:cubicBezTo>
                    <a:pt x="55" y="487"/>
                    <a:pt x="55" y="573"/>
                    <a:pt x="50" y="654"/>
                  </a:cubicBezTo>
                  <a:cubicBezTo>
                    <a:pt x="50" y="665"/>
                    <a:pt x="33" y="670"/>
                    <a:pt x="33" y="660"/>
                  </a:cubicBezTo>
                  <a:cubicBezTo>
                    <a:pt x="1" y="498"/>
                    <a:pt x="66" y="303"/>
                    <a:pt x="168" y="179"/>
                  </a:cubicBezTo>
                  <a:cubicBezTo>
                    <a:pt x="244" y="82"/>
                    <a:pt x="352" y="1"/>
                    <a:pt x="482" y="22"/>
                  </a:cubicBezTo>
                  <a:cubicBezTo>
                    <a:pt x="482" y="22"/>
                    <a:pt x="482" y="28"/>
                    <a:pt x="48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1"/>
            <p:cNvSpPr/>
            <p:nvPr/>
          </p:nvSpPr>
          <p:spPr>
            <a:xfrm>
              <a:off x="5626188" y="2706257"/>
              <a:ext cx="32082" cy="44181"/>
            </a:xfrm>
            <a:custGeom>
              <a:avLst/>
              <a:gdLst/>
              <a:ahLst/>
              <a:cxnLst/>
              <a:rect l="l" t="t" r="r" b="b"/>
              <a:pathLst>
                <a:path w="358" h="493" extrusionOk="0">
                  <a:moveTo>
                    <a:pt x="357" y="6"/>
                  </a:moveTo>
                  <a:cubicBezTo>
                    <a:pt x="357" y="114"/>
                    <a:pt x="325" y="217"/>
                    <a:pt x="260" y="309"/>
                  </a:cubicBezTo>
                  <a:cubicBezTo>
                    <a:pt x="200" y="390"/>
                    <a:pt x="109" y="476"/>
                    <a:pt x="6" y="492"/>
                  </a:cubicBezTo>
                  <a:cubicBezTo>
                    <a:pt x="1" y="492"/>
                    <a:pt x="1" y="487"/>
                    <a:pt x="6" y="482"/>
                  </a:cubicBezTo>
                  <a:cubicBezTo>
                    <a:pt x="44" y="460"/>
                    <a:pt x="87" y="438"/>
                    <a:pt x="125" y="411"/>
                  </a:cubicBezTo>
                  <a:cubicBezTo>
                    <a:pt x="168" y="384"/>
                    <a:pt x="200" y="347"/>
                    <a:pt x="233" y="309"/>
                  </a:cubicBezTo>
                  <a:cubicBezTo>
                    <a:pt x="303" y="222"/>
                    <a:pt x="346" y="114"/>
                    <a:pt x="352" y="6"/>
                  </a:cubicBezTo>
                  <a:cubicBezTo>
                    <a:pt x="352" y="1"/>
                    <a:pt x="357" y="1"/>
                    <a:pt x="357"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1"/>
            <p:cNvSpPr/>
            <p:nvPr/>
          </p:nvSpPr>
          <p:spPr>
            <a:xfrm>
              <a:off x="5630579" y="2700970"/>
              <a:ext cx="16041" cy="8334"/>
            </a:xfrm>
            <a:custGeom>
              <a:avLst/>
              <a:gdLst/>
              <a:ahLst/>
              <a:cxnLst/>
              <a:rect l="l" t="t" r="r" b="b"/>
              <a:pathLst>
                <a:path w="179" h="93" extrusionOk="0">
                  <a:moveTo>
                    <a:pt x="178" y="27"/>
                  </a:moveTo>
                  <a:cubicBezTo>
                    <a:pt x="141" y="17"/>
                    <a:pt x="108" y="27"/>
                    <a:pt x="76" y="38"/>
                  </a:cubicBezTo>
                  <a:cubicBezTo>
                    <a:pt x="49" y="54"/>
                    <a:pt x="33" y="76"/>
                    <a:pt x="6" y="92"/>
                  </a:cubicBezTo>
                  <a:cubicBezTo>
                    <a:pt x="6" y="92"/>
                    <a:pt x="0" y="87"/>
                    <a:pt x="0" y="87"/>
                  </a:cubicBezTo>
                  <a:cubicBezTo>
                    <a:pt x="38" y="33"/>
                    <a:pt x="119" y="0"/>
                    <a:pt x="178" y="22"/>
                  </a:cubicBezTo>
                  <a:cubicBezTo>
                    <a:pt x="178" y="22"/>
                    <a:pt x="178" y="27"/>
                    <a:pt x="178"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1"/>
            <p:cNvSpPr/>
            <p:nvPr/>
          </p:nvSpPr>
          <p:spPr>
            <a:xfrm>
              <a:off x="5608803" y="2670500"/>
              <a:ext cx="29125" cy="38267"/>
            </a:xfrm>
            <a:custGeom>
              <a:avLst/>
              <a:gdLst/>
              <a:ahLst/>
              <a:cxnLst/>
              <a:rect l="l" t="t" r="r" b="b"/>
              <a:pathLst>
                <a:path w="325" h="427" extrusionOk="0">
                  <a:moveTo>
                    <a:pt x="249" y="416"/>
                  </a:moveTo>
                  <a:cubicBezTo>
                    <a:pt x="324" y="313"/>
                    <a:pt x="211" y="222"/>
                    <a:pt x="130" y="168"/>
                  </a:cubicBezTo>
                  <a:cubicBezTo>
                    <a:pt x="70" y="130"/>
                    <a:pt x="22" y="81"/>
                    <a:pt x="5" y="11"/>
                  </a:cubicBezTo>
                  <a:cubicBezTo>
                    <a:pt x="0" y="5"/>
                    <a:pt x="11" y="0"/>
                    <a:pt x="16" y="5"/>
                  </a:cubicBezTo>
                  <a:cubicBezTo>
                    <a:pt x="49" y="59"/>
                    <a:pt x="70" y="108"/>
                    <a:pt x="124" y="146"/>
                  </a:cubicBezTo>
                  <a:cubicBezTo>
                    <a:pt x="162" y="173"/>
                    <a:pt x="200" y="195"/>
                    <a:pt x="232" y="232"/>
                  </a:cubicBezTo>
                  <a:cubicBezTo>
                    <a:pt x="286" y="286"/>
                    <a:pt x="308" y="362"/>
                    <a:pt x="254" y="421"/>
                  </a:cubicBezTo>
                  <a:cubicBezTo>
                    <a:pt x="254" y="427"/>
                    <a:pt x="249" y="421"/>
                    <a:pt x="249" y="4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41"/>
            <p:cNvSpPr/>
            <p:nvPr/>
          </p:nvSpPr>
          <p:spPr>
            <a:xfrm>
              <a:off x="5601544" y="2671396"/>
              <a:ext cx="9230" cy="19447"/>
            </a:xfrm>
            <a:custGeom>
              <a:avLst/>
              <a:gdLst/>
              <a:ahLst/>
              <a:cxnLst/>
              <a:rect l="l" t="t" r="r" b="b"/>
              <a:pathLst>
                <a:path w="103" h="217" extrusionOk="0">
                  <a:moveTo>
                    <a:pt x="103" y="12"/>
                  </a:moveTo>
                  <a:cubicBezTo>
                    <a:pt x="86" y="39"/>
                    <a:pt x="65" y="71"/>
                    <a:pt x="54" y="98"/>
                  </a:cubicBezTo>
                  <a:cubicBezTo>
                    <a:pt x="43" y="141"/>
                    <a:pt x="54" y="174"/>
                    <a:pt x="65" y="212"/>
                  </a:cubicBezTo>
                  <a:cubicBezTo>
                    <a:pt x="65" y="212"/>
                    <a:pt x="59" y="217"/>
                    <a:pt x="59" y="212"/>
                  </a:cubicBezTo>
                  <a:cubicBezTo>
                    <a:pt x="0" y="152"/>
                    <a:pt x="49" y="60"/>
                    <a:pt x="92" y="6"/>
                  </a:cubicBezTo>
                  <a:cubicBezTo>
                    <a:pt x="97" y="1"/>
                    <a:pt x="103" y="6"/>
                    <a:pt x="103"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41"/>
            <p:cNvSpPr/>
            <p:nvPr/>
          </p:nvSpPr>
          <p:spPr>
            <a:xfrm>
              <a:off x="5603426" y="2687886"/>
              <a:ext cx="5467" cy="9768"/>
            </a:xfrm>
            <a:custGeom>
              <a:avLst/>
              <a:gdLst/>
              <a:ahLst/>
              <a:cxnLst/>
              <a:rect l="l" t="t" r="r" b="b"/>
              <a:pathLst>
                <a:path w="61" h="109" extrusionOk="0">
                  <a:moveTo>
                    <a:pt x="38" y="28"/>
                  </a:moveTo>
                  <a:cubicBezTo>
                    <a:pt x="22" y="22"/>
                    <a:pt x="17" y="38"/>
                    <a:pt x="17" y="49"/>
                  </a:cubicBezTo>
                  <a:cubicBezTo>
                    <a:pt x="22" y="60"/>
                    <a:pt x="28" y="65"/>
                    <a:pt x="33" y="76"/>
                  </a:cubicBezTo>
                  <a:cubicBezTo>
                    <a:pt x="38" y="82"/>
                    <a:pt x="60" y="98"/>
                    <a:pt x="55" y="109"/>
                  </a:cubicBezTo>
                  <a:cubicBezTo>
                    <a:pt x="55" y="109"/>
                    <a:pt x="55" y="109"/>
                    <a:pt x="49" y="109"/>
                  </a:cubicBezTo>
                  <a:cubicBezTo>
                    <a:pt x="38" y="109"/>
                    <a:pt x="28" y="92"/>
                    <a:pt x="22" y="87"/>
                  </a:cubicBezTo>
                  <a:cubicBezTo>
                    <a:pt x="17" y="76"/>
                    <a:pt x="6" y="65"/>
                    <a:pt x="6" y="49"/>
                  </a:cubicBezTo>
                  <a:cubicBezTo>
                    <a:pt x="1" y="28"/>
                    <a:pt x="17" y="1"/>
                    <a:pt x="38" y="22"/>
                  </a:cubicBezTo>
                  <a:cubicBezTo>
                    <a:pt x="44" y="22"/>
                    <a:pt x="38" y="33"/>
                    <a:pt x="33"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41"/>
            <p:cNvSpPr/>
            <p:nvPr/>
          </p:nvSpPr>
          <p:spPr>
            <a:xfrm>
              <a:off x="5602440" y="2696131"/>
              <a:ext cx="12188" cy="14160"/>
            </a:xfrm>
            <a:custGeom>
              <a:avLst/>
              <a:gdLst/>
              <a:ahLst/>
              <a:cxnLst/>
              <a:rect l="l" t="t" r="r" b="b"/>
              <a:pathLst>
                <a:path w="136" h="158" extrusionOk="0">
                  <a:moveTo>
                    <a:pt x="49" y="6"/>
                  </a:moveTo>
                  <a:cubicBezTo>
                    <a:pt x="28" y="6"/>
                    <a:pt x="6" y="11"/>
                    <a:pt x="17" y="38"/>
                  </a:cubicBezTo>
                  <a:cubicBezTo>
                    <a:pt x="28" y="54"/>
                    <a:pt x="44" y="71"/>
                    <a:pt x="60" y="81"/>
                  </a:cubicBezTo>
                  <a:cubicBezTo>
                    <a:pt x="82" y="108"/>
                    <a:pt x="114" y="125"/>
                    <a:pt x="136" y="152"/>
                  </a:cubicBezTo>
                  <a:cubicBezTo>
                    <a:pt x="136" y="152"/>
                    <a:pt x="136" y="157"/>
                    <a:pt x="130" y="157"/>
                  </a:cubicBezTo>
                  <a:cubicBezTo>
                    <a:pt x="120" y="152"/>
                    <a:pt x="103" y="141"/>
                    <a:pt x="93" y="130"/>
                  </a:cubicBezTo>
                  <a:cubicBezTo>
                    <a:pt x="66" y="108"/>
                    <a:pt x="44" y="92"/>
                    <a:pt x="28" y="71"/>
                  </a:cubicBezTo>
                  <a:cubicBezTo>
                    <a:pt x="17" y="54"/>
                    <a:pt x="1" y="38"/>
                    <a:pt x="6" y="22"/>
                  </a:cubicBezTo>
                  <a:cubicBezTo>
                    <a:pt x="6" y="0"/>
                    <a:pt x="33" y="0"/>
                    <a:pt x="49" y="0"/>
                  </a:cubicBezTo>
                  <a:cubicBezTo>
                    <a:pt x="49" y="0"/>
                    <a:pt x="49" y="6"/>
                    <a:pt x="4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1"/>
            <p:cNvSpPr/>
            <p:nvPr/>
          </p:nvSpPr>
          <p:spPr>
            <a:xfrm>
              <a:off x="5594195" y="2710201"/>
              <a:ext cx="20970" cy="17924"/>
            </a:xfrm>
            <a:custGeom>
              <a:avLst/>
              <a:gdLst/>
              <a:ahLst/>
              <a:cxnLst/>
              <a:rect l="l" t="t" r="r" b="b"/>
              <a:pathLst>
                <a:path w="234" h="200" extrusionOk="0">
                  <a:moveTo>
                    <a:pt x="233" y="5"/>
                  </a:moveTo>
                  <a:cubicBezTo>
                    <a:pt x="163" y="11"/>
                    <a:pt x="136" y="81"/>
                    <a:pt x="104" y="130"/>
                  </a:cubicBezTo>
                  <a:cubicBezTo>
                    <a:pt x="82" y="157"/>
                    <a:pt x="44" y="200"/>
                    <a:pt x="6" y="189"/>
                  </a:cubicBezTo>
                  <a:cubicBezTo>
                    <a:pt x="1" y="184"/>
                    <a:pt x="1" y="184"/>
                    <a:pt x="1" y="178"/>
                  </a:cubicBezTo>
                  <a:cubicBezTo>
                    <a:pt x="28" y="162"/>
                    <a:pt x="50" y="162"/>
                    <a:pt x="71" y="135"/>
                  </a:cubicBezTo>
                  <a:cubicBezTo>
                    <a:pt x="93" y="119"/>
                    <a:pt x="109" y="92"/>
                    <a:pt x="125" y="65"/>
                  </a:cubicBezTo>
                  <a:cubicBezTo>
                    <a:pt x="152" y="27"/>
                    <a:pt x="185" y="0"/>
                    <a:pt x="233" y="0"/>
                  </a:cubicBezTo>
                  <a:cubicBezTo>
                    <a:pt x="233" y="0"/>
                    <a:pt x="233" y="5"/>
                    <a:pt x="233"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1"/>
            <p:cNvSpPr/>
            <p:nvPr/>
          </p:nvSpPr>
          <p:spPr>
            <a:xfrm>
              <a:off x="5645545" y="2705361"/>
              <a:ext cx="2509" cy="5377"/>
            </a:xfrm>
            <a:custGeom>
              <a:avLst/>
              <a:gdLst/>
              <a:ahLst/>
              <a:cxnLst/>
              <a:rect l="l" t="t" r="r" b="b"/>
              <a:pathLst>
                <a:path w="28" h="60" extrusionOk="0">
                  <a:moveTo>
                    <a:pt x="22" y="5"/>
                  </a:moveTo>
                  <a:cubicBezTo>
                    <a:pt x="28" y="22"/>
                    <a:pt x="28" y="38"/>
                    <a:pt x="11" y="54"/>
                  </a:cubicBezTo>
                  <a:cubicBezTo>
                    <a:pt x="6" y="59"/>
                    <a:pt x="1" y="54"/>
                    <a:pt x="6" y="49"/>
                  </a:cubicBezTo>
                  <a:cubicBezTo>
                    <a:pt x="17" y="32"/>
                    <a:pt x="22" y="22"/>
                    <a:pt x="17" y="5"/>
                  </a:cubicBezTo>
                  <a:cubicBezTo>
                    <a:pt x="17" y="0"/>
                    <a:pt x="22"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1"/>
            <p:cNvSpPr/>
            <p:nvPr/>
          </p:nvSpPr>
          <p:spPr>
            <a:xfrm>
              <a:off x="5645097" y="2710201"/>
              <a:ext cx="4929" cy="5825"/>
            </a:xfrm>
            <a:custGeom>
              <a:avLst/>
              <a:gdLst/>
              <a:ahLst/>
              <a:cxnLst/>
              <a:rect l="l" t="t" r="r" b="b"/>
              <a:pathLst>
                <a:path w="55" h="65" extrusionOk="0">
                  <a:moveTo>
                    <a:pt x="16" y="0"/>
                  </a:moveTo>
                  <a:cubicBezTo>
                    <a:pt x="38" y="16"/>
                    <a:pt x="54" y="38"/>
                    <a:pt x="54" y="59"/>
                  </a:cubicBezTo>
                  <a:cubicBezTo>
                    <a:pt x="54" y="65"/>
                    <a:pt x="43" y="65"/>
                    <a:pt x="43" y="65"/>
                  </a:cubicBezTo>
                  <a:cubicBezTo>
                    <a:pt x="38" y="54"/>
                    <a:pt x="33" y="49"/>
                    <a:pt x="22" y="43"/>
                  </a:cubicBezTo>
                  <a:cubicBezTo>
                    <a:pt x="16" y="38"/>
                    <a:pt x="6" y="32"/>
                    <a:pt x="6" y="27"/>
                  </a:cubicBezTo>
                  <a:cubicBezTo>
                    <a:pt x="0" y="22"/>
                    <a:pt x="6" y="22"/>
                    <a:pt x="6" y="22"/>
                  </a:cubicBezTo>
                  <a:cubicBezTo>
                    <a:pt x="27" y="22"/>
                    <a:pt x="43" y="43"/>
                    <a:pt x="49" y="59"/>
                  </a:cubicBezTo>
                  <a:cubicBezTo>
                    <a:pt x="49" y="59"/>
                    <a:pt x="43" y="59"/>
                    <a:pt x="43" y="59"/>
                  </a:cubicBezTo>
                  <a:cubicBezTo>
                    <a:pt x="38" y="38"/>
                    <a:pt x="33" y="22"/>
                    <a:pt x="16" y="5"/>
                  </a:cubicBezTo>
                  <a:cubicBezTo>
                    <a:pt x="11" y="5"/>
                    <a:pt x="16" y="0"/>
                    <a:pt x="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1"/>
            <p:cNvSpPr/>
            <p:nvPr/>
          </p:nvSpPr>
          <p:spPr>
            <a:xfrm>
              <a:off x="5611671" y="2712082"/>
              <a:ext cx="34502" cy="16579"/>
            </a:xfrm>
            <a:custGeom>
              <a:avLst/>
              <a:gdLst/>
              <a:ahLst/>
              <a:cxnLst/>
              <a:rect l="l" t="t" r="r" b="b"/>
              <a:pathLst>
                <a:path w="385" h="185" extrusionOk="0">
                  <a:moveTo>
                    <a:pt x="379" y="6"/>
                  </a:moveTo>
                  <a:cubicBezTo>
                    <a:pt x="346" y="38"/>
                    <a:pt x="325" y="82"/>
                    <a:pt x="292" y="114"/>
                  </a:cubicBezTo>
                  <a:cubicBezTo>
                    <a:pt x="265" y="141"/>
                    <a:pt x="227" y="157"/>
                    <a:pt x="190" y="163"/>
                  </a:cubicBezTo>
                  <a:cubicBezTo>
                    <a:pt x="125" y="184"/>
                    <a:pt x="38" y="168"/>
                    <a:pt x="0" y="103"/>
                  </a:cubicBezTo>
                  <a:cubicBezTo>
                    <a:pt x="0" y="98"/>
                    <a:pt x="6" y="93"/>
                    <a:pt x="11" y="98"/>
                  </a:cubicBezTo>
                  <a:cubicBezTo>
                    <a:pt x="71" y="147"/>
                    <a:pt x="136" y="163"/>
                    <a:pt x="211" y="141"/>
                  </a:cubicBezTo>
                  <a:cubicBezTo>
                    <a:pt x="287" y="120"/>
                    <a:pt x="314" y="49"/>
                    <a:pt x="373" y="1"/>
                  </a:cubicBezTo>
                  <a:cubicBezTo>
                    <a:pt x="379" y="1"/>
                    <a:pt x="384" y="6"/>
                    <a:pt x="37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1"/>
            <p:cNvSpPr/>
            <p:nvPr/>
          </p:nvSpPr>
          <p:spPr>
            <a:xfrm>
              <a:off x="5608803" y="2719879"/>
              <a:ext cx="5377" cy="10664"/>
            </a:xfrm>
            <a:custGeom>
              <a:avLst/>
              <a:gdLst/>
              <a:ahLst/>
              <a:cxnLst/>
              <a:rect l="l" t="t" r="r" b="b"/>
              <a:pathLst>
                <a:path w="60" h="119" extrusionOk="0">
                  <a:moveTo>
                    <a:pt x="59" y="6"/>
                  </a:moveTo>
                  <a:cubicBezTo>
                    <a:pt x="43" y="27"/>
                    <a:pt x="32" y="43"/>
                    <a:pt x="27" y="65"/>
                  </a:cubicBezTo>
                  <a:cubicBezTo>
                    <a:pt x="27" y="81"/>
                    <a:pt x="27" y="108"/>
                    <a:pt x="11" y="119"/>
                  </a:cubicBezTo>
                  <a:cubicBezTo>
                    <a:pt x="5" y="119"/>
                    <a:pt x="5" y="119"/>
                    <a:pt x="5" y="119"/>
                  </a:cubicBezTo>
                  <a:cubicBezTo>
                    <a:pt x="0" y="97"/>
                    <a:pt x="11" y="70"/>
                    <a:pt x="16" y="54"/>
                  </a:cubicBezTo>
                  <a:cubicBezTo>
                    <a:pt x="22" y="33"/>
                    <a:pt x="32" y="11"/>
                    <a:pt x="54" y="0"/>
                  </a:cubicBezTo>
                  <a:cubicBezTo>
                    <a:pt x="54" y="0"/>
                    <a:pt x="59" y="0"/>
                    <a:pt x="5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1"/>
            <p:cNvSpPr/>
            <p:nvPr/>
          </p:nvSpPr>
          <p:spPr>
            <a:xfrm>
              <a:off x="5607817" y="2722299"/>
              <a:ext cx="1523" cy="7797"/>
            </a:xfrm>
            <a:custGeom>
              <a:avLst/>
              <a:gdLst/>
              <a:ahLst/>
              <a:cxnLst/>
              <a:rect l="l" t="t" r="r" b="b"/>
              <a:pathLst>
                <a:path w="17" h="87" extrusionOk="0">
                  <a:moveTo>
                    <a:pt x="6" y="6"/>
                  </a:moveTo>
                  <a:cubicBezTo>
                    <a:pt x="6" y="22"/>
                    <a:pt x="11" y="33"/>
                    <a:pt x="11" y="49"/>
                  </a:cubicBezTo>
                  <a:cubicBezTo>
                    <a:pt x="11" y="60"/>
                    <a:pt x="16" y="70"/>
                    <a:pt x="16" y="81"/>
                  </a:cubicBezTo>
                  <a:cubicBezTo>
                    <a:pt x="16" y="87"/>
                    <a:pt x="16" y="87"/>
                    <a:pt x="16" y="87"/>
                  </a:cubicBezTo>
                  <a:cubicBezTo>
                    <a:pt x="0" y="65"/>
                    <a:pt x="0" y="27"/>
                    <a:pt x="6" y="6"/>
                  </a:cubicBezTo>
                  <a:cubicBezTo>
                    <a:pt x="6" y="0"/>
                    <a:pt x="6" y="0"/>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1"/>
            <p:cNvSpPr/>
            <p:nvPr/>
          </p:nvSpPr>
          <p:spPr>
            <a:xfrm>
              <a:off x="5596615" y="2723195"/>
              <a:ext cx="12277" cy="4929"/>
            </a:xfrm>
            <a:custGeom>
              <a:avLst/>
              <a:gdLst/>
              <a:ahLst/>
              <a:cxnLst/>
              <a:rect l="l" t="t" r="r" b="b"/>
              <a:pathLst>
                <a:path w="137" h="55" extrusionOk="0">
                  <a:moveTo>
                    <a:pt x="131" y="6"/>
                  </a:moveTo>
                  <a:cubicBezTo>
                    <a:pt x="98" y="33"/>
                    <a:pt x="44" y="55"/>
                    <a:pt x="1" y="33"/>
                  </a:cubicBezTo>
                  <a:cubicBezTo>
                    <a:pt x="1" y="28"/>
                    <a:pt x="1" y="28"/>
                    <a:pt x="1" y="28"/>
                  </a:cubicBezTo>
                  <a:cubicBezTo>
                    <a:pt x="17" y="23"/>
                    <a:pt x="39" y="23"/>
                    <a:pt x="55" y="23"/>
                  </a:cubicBezTo>
                  <a:cubicBezTo>
                    <a:pt x="82" y="17"/>
                    <a:pt x="104" y="12"/>
                    <a:pt x="125" y="1"/>
                  </a:cubicBezTo>
                  <a:cubicBezTo>
                    <a:pt x="131" y="1"/>
                    <a:pt x="136" y="6"/>
                    <a:pt x="13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1"/>
            <p:cNvSpPr/>
            <p:nvPr/>
          </p:nvSpPr>
          <p:spPr>
            <a:xfrm>
              <a:off x="5624217" y="2702404"/>
              <a:ext cx="10306" cy="13174"/>
            </a:xfrm>
            <a:custGeom>
              <a:avLst/>
              <a:gdLst/>
              <a:ahLst/>
              <a:cxnLst/>
              <a:rect l="l" t="t" r="r" b="b"/>
              <a:pathLst>
                <a:path w="115" h="147" extrusionOk="0">
                  <a:moveTo>
                    <a:pt x="6" y="141"/>
                  </a:moveTo>
                  <a:cubicBezTo>
                    <a:pt x="71" y="125"/>
                    <a:pt x="77" y="55"/>
                    <a:pt x="104" y="1"/>
                  </a:cubicBezTo>
                  <a:cubicBezTo>
                    <a:pt x="104" y="1"/>
                    <a:pt x="109" y="1"/>
                    <a:pt x="109" y="6"/>
                  </a:cubicBezTo>
                  <a:cubicBezTo>
                    <a:pt x="114" y="38"/>
                    <a:pt x="93" y="71"/>
                    <a:pt x="82" y="98"/>
                  </a:cubicBezTo>
                  <a:cubicBezTo>
                    <a:pt x="66" y="119"/>
                    <a:pt x="39" y="146"/>
                    <a:pt x="6" y="146"/>
                  </a:cubicBezTo>
                  <a:cubicBezTo>
                    <a:pt x="1" y="146"/>
                    <a:pt x="1" y="141"/>
                    <a:pt x="6" y="1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1"/>
            <p:cNvSpPr/>
            <p:nvPr/>
          </p:nvSpPr>
          <p:spPr>
            <a:xfrm>
              <a:off x="5611222" y="2680179"/>
              <a:ext cx="16041" cy="19447"/>
            </a:xfrm>
            <a:custGeom>
              <a:avLst/>
              <a:gdLst/>
              <a:ahLst/>
              <a:cxnLst/>
              <a:rect l="l" t="t" r="r" b="b"/>
              <a:pathLst>
                <a:path w="179" h="217" extrusionOk="0">
                  <a:moveTo>
                    <a:pt x="5" y="0"/>
                  </a:moveTo>
                  <a:cubicBezTo>
                    <a:pt x="27" y="49"/>
                    <a:pt x="60" y="87"/>
                    <a:pt x="92" y="124"/>
                  </a:cubicBezTo>
                  <a:cubicBezTo>
                    <a:pt x="119" y="151"/>
                    <a:pt x="151" y="173"/>
                    <a:pt x="178" y="205"/>
                  </a:cubicBezTo>
                  <a:cubicBezTo>
                    <a:pt x="178" y="211"/>
                    <a:pt x="173" y="216"/>
                    <a:pt x="173" y="216"/>
                  </a:cubicBezTo>
                  <a:cubicBezTo>
                    <a:pt x="97" y="173"/>
                    <a:pt x="32" y="81"/>
                    <a:pt x="5" y="5"/>
                  </a:cubicBezTo>
                  <a:cubicBezTo>
                    <a:pt x="0" y="0"/>
                    <a:pt x="5" y="0"/>
                    <a:pt x="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1"/>
            <p:cNvSpPr/>
            <p:nvPr/>
          </p:nvSpPr>
          <p:spPr>
            <a:xfrm>
              <a:off x="5625202" y="2699984"/>
              <a:ext cx="3495" cy="6901"/>
            </a:xfrm>
            <a:custGeom>
              <a:avLst/>
              <a:gdLst/>
              <a:ahLst/>
              <a:cxnLst/>
              <a:rect l="l" t="t" r="r" b="b"/>
              <a:pathLst>
                <a:path w="39" h="77" extrusionOk="0">
                  <a:moveTo>
                    <a:pt x="28" y="6"/>
                  </a:moveTo>
                  <a:cubicBezTo>
                    <a:pt x="12" y="22"/>
                    <a:pt x="17" y="38"/>
                    <a:pt x="28" y="55"/>
                  </a:cubicBezTo>
                  <a:cubicBezTo>
                    <a:pt x="28" y="60"/>
                    <a:pt x="39" y="71"/>
                    <a:pt x="28" y="76"/>
                  </a:cubicBezTo>
                  <a:cubicBezTo>
                    <a:pt x="28" y="76"/>
                    <a:pt x="22" y="76"/>
                    <a:pt x="22" y="76"/>
                  </a:cubicBezTo>
                  <a:cubicBezTo>
                    <a:pt x="6" y="55"/>
                    <a:pt x="1" y="17"/>
                    <a:pt x="28" y="1"/>
                  </a:cubicBezTo>
                  <a:cubicBezTo>
                    <a:pt x="28" y="1"/>
                    <a:pt x="33" y="6"/>
                    <a:pt x="28"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1"/>
            <p:cNvSpPr/>
            <p:nvPr/>
          </p:nvSpPr>
          <p:spPr>
            <a:xfrm>
              <a:off x="5621797" y="2704375"/>
              <a:ext cx="5467" cy="9231"/>
            </a:xfrm>
            <a:custGeom>
              <a:avLst/>
              <a:gdLst/>
              <a:ahLst/>
              <a:cxnLst/>
              <a:rect l="l" t="t" r="r" b="b"/>
              <a:pathLst>
                <a:path w="61" h="103" extrusionOk="0">
                  <a:moveTo>
                    <a:pt x="55" y="27"/>
                  </a:moveTo>
                  <a:cubicBezTo>
                    <a:pt x="33" y="16"/>
                    <a:pt x="28" y="38"/>
                    <a:pt x="28" y="60"/>
                  </a:cubicBezTo>
                  <a:cubicBezTo>
                    <a:pt x="28" y="65"/>
                    <a:pt x="33" y="76"/>
                    <a:pt x="39" y="81"/>
                  </a:cubicBezTo>
                  <a:cubicBezTo>
                    <a:pt x="39" y="87"/>
                    <a:pt x="44" y="92"/>
                    <a:pt x="39" y="97"/>
                  </a:cubicBezTo>
                  <a:cubicBezTo>
                    <a:pt x="39" y="97"/>
                    <a:pt x="39" y="97"/>
                    <a:pt x="39" y="97"/>
                  </a:cubicBezTo>
                  <a:cubicBezTo>
                    <a:pt x="17" y="103"/>
                    <a:pt x="1" y="0"/>
                    <a:pt x="55" y="22"/>
                  </a:cubicBezTo>
                  <a:cubicBezTo>
                    <a:pt x="60" y="22"/>
                    <a:pt x="60" y="27"/>
                    <a:pt x="55"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1"/>
            <p:cNvSpPr/>
            <p:nvPr/>
          </p:nvSpPr>
          <p:spPr>
            <a:xfrm>
              <a:off x="5610685" y="2690306"/>
              <a:ext cx="13173" cy="15593"/>
            </a:xfrm>
            <a:custGeom>
              <a:avLst/>
              <a:gdLst/>
              <a:ahLst/>
              <a:cxnLst/>
              <a:rect l="l" t="t" r="r" b="b"/>
              <a:pathLst>
                <a:path w="147" h="174" extrusionOk="0">
                  <a:moveTo>
                    <a:pt x="1" y="1"/>
                  </a:moveTo>
                  <a:cubicBezTo>
                    <a:pt x="22" y="28"/>
                    <a:pt x="44" y="60"/>
                    <a:pt x="66" y="92"/>
                  </a:cubicBezTo>
                  <a:cubicBezTo>
                    <a:pt x="87" y="119"/>
                    <a:pt x="120" y="141"/>
                    <a:pt x="141" y="168"/>
                  </a:cubicBezTo>
                  <a:cubicBezTo>
                    <a:pt x="147" y="168"/>
                    <a:pt x="141" y="173"/>
                    <a:pt x="141" y="173"/>
                  </a:cubicBezTo>
                  <a:cubicBezTo>
                    <a:pt x="103" y="163"/>
                    <a:pt x="76" y="130"/>
                    <a:pt x="55" y="103"/>
                  </a:cubicBezTo>
                  <a:cubicBezTo>
                    <a:pt x="33" y="71"/>
                    <a:pt x="17" y="38"/>
                    <a:pt x="1" y="1"/>
                  </a:cubicBez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1"/>
            <p:cNvSpPr/>
            <p:nvPr/>
          </p:nvSpPr>
          <p:spPr>
            <a:xfrm>
              <a:off x="5612656" y="2701956"/>
              <a:ext cx="5915" cy="5377"/>
            </a:xfrm>
            <a:custGeom>
              <a:avLst/>
              <a:gdLst/>
              <a:ahLst/>
              <a:cxnLst/>
              <a:rect l="l" t="t" r="r" b="b"/>
              <a:pathLst>
                <a:path w="66" h="60" extrusionOk="0">
                  <a:moveTo>
                    <a:pt x="11" y="0"/>
                  </a:moveTo>
                  <a:cubicBezTo>
                    <a:pt x="27" y="22"/>
                    <a:pt x="49" y="38"/>
                    <a:pt x="65" y="60"/>
                  </a:cubicBezTo>
                  <a:cubicBezTo>
                    <a:pt x="65" y="60"/>
                    <a:pt x="65" y="60"/>
                    <a:pt x="65" y="60"/>
                  </a:cubicBezTo>
                  <a:cubicBezTo>
                    <a:pt x="44" y="43"/>
                    <a:pt x="22" y="27"/>
                    <a:pt x="6" y="6"/>
                  </a:cubicBezTo>
                  <a:cubicBezTo>
                    <a:pt x="0" y="6"/>
                    <a:pt x="6" y="0"/>
                    <a:pt x="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1"/>
            <p:cNvSpPr/>
            <p:nvPr/>
          </p:nvSpPr>
          <p:spPr>
            <a:xfrm>
              <a:off x="5645097" y="2700432"/>
              <a:ext cx="6363" cy="5467"/>
            </a:xfrm>
            <a:custGeom>
              <a:avLst/>
              <a:gdLst/>
              <a:ahLst/>
              <a:cxnLst/>
              <a:rect l="l" t="t" r="r" b="b"/>
              <a:pathLst>
                <a:path w="71" h="61" extrusionOk="0">
                  <a:moveTo>
                    <a:pt x="33" y="55"/>
                  </a:moveTo>
                  <a:cubicBezTo>
                    <a:pt x="43" y="55"/>
                    <a:pt x="54" y="50"/>
                    <a:pt x="60" y="44"/>
                  </a:cubicBezTo>
                  <a:cubicBezTo>
                    <a:pt x="65" y="44"/>
                    <a:pt x="65" y="50"/>
                    <a:pt x="65" y="50"/>
                  </a:cubicBezTo>
                  <a:cubicBezTo>
                    <a:pt x="54" y="55"/>
                    <a:pt x="43" y="50"/>
                    <a:pt x="33" y="50"/>
                  </a:cubicBezTo>
                  <a:cubicBezTo>
                    <a:pt x="27" y="50"/>
                    <a:pt x="22" y="44"/>
                    <a:pt x="27" y="44"/>
                  </a:cubicBezTo>
                  <a:cubicBezTo>
                    <a:pt x="38" y="33"/>
                    <a:pt x="43" y="17"/>
                    <a:pt x="43" y="6"/>
                  </a:cubicBezTo>
                  <a:cubicBezTo>
                    <a:pt x="43" y="6"/>
                    <a:pt x="49" y="6"/>
                    <a:pt x="49" y="12"/>
                  </a:cubicBezTo>
                  <a:lnTo>
                    <a:pt x="43" y="12"/>
                  </a:lnTo>
                  <a:cubicBezTo>
                    <a:pt x="49" y="12"/>
                    <a:pt x="49" y="6"/>
                    <a:pt x="49" y="6"/>
                  </a:cubicBezTo>
                  <a:cubicBezTo>
                    <a:pt x="43" y="17"/>
                    <a:pt x="38" y="28"/>
                    <a:pt x="27" y="33"/>
                  </a:cubicBezTo>
                  <a:cubicBezTo>
                    <a:pt x="22" y="39"/>
                    <a:pt x="11" y="44"/>
                    <a:pt x="0" y="39"/>
                  </a:cubicBezTo>
                  <a:cubicBezTo>
                    <a:pt x="0" y="33"/>
                    <a:pt x="0" y="33"/>
                    <a:pt x="0" y="33"/>
                  </a:cubicBezTo>
                  <a:cubicBezTo>
                    <a:pt x="6" y="28"/>
                    <a:pt x="6" y="28"/>
                    <a:pt x="11" y="28"/>
                  </a:cubicBezTo>
                  <a:cubicBezTo>
                    <a:pt x="16" y="28"/>
                    <a:pt x="22" y="23"/>
                    <a:pt x="27" y="23"/>
                  </a:cubicBezTo>
                  <a:cubicBezTo>
                    <a:pt x="38" y="17"/>
                    <a:pt x="38" y="12"/>
                    <a:pt x="43" y="1"/>
                  </a:cubicBezTo>
                  <a:cubicBezTo>
                    <a:pt x="43" y="1"/>
                    <a:pt x="49" y="1"/>
                    <a:pt x="49" y="1"/>
                  </a:cubicBezTo>
                  <a:cubicBezTo>
                    <a:pt x="54" y="1"/>
                    <a:pt x="54" y="1"/>
                    <a:pt x="54" y="6"/>
                  </a:cubicBezTo>
                  <a:cubicBezTo>
                    <a:pt x="54" y="23"/>
                    <a:pt x="49" y="39"/>
                    <a:pt x="38" y="50"/>
                  </a:cubicBezTo>
                  <a:cubicBezTo>
                    <a:pt x="33" y="50"/>
                    <a:pt x="33" y="44"/>
                    <a:pt x="33" y="44"/>
                  </a:cubicBezTo>
                  <a:cubicBezTo>
                    <a:pt x="43" y="39"/>
                    <a:pt x="54" y="44"/>
                    <a:pt x="65" y="44"/>
                  </a:cubicBezTo>
                  <a:cubicBezTo>
                    <a:pt x="65" y="44"/>
                    <a:pt x="70" y="50"/>
                    <a:pt x="65" y="50"/>
                  </a:cubicBezTo>
                  <a:cubicBezTo>
                    <a:pt x="60" y="60"/>
                    <a:pt x="49" y="60"/>
                    <a:pt x="33" y="60"/>
                  </a:cubicBezTo>
                  <a:cubicBezTo>
                    <a:pt x="33" y="60"/>
                    <a:pt x="33" y="55"/>
                    <a:pt x="33" y="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1"/>
            <p:cNvSpPr/>
            <p:nvPr/>
          </p:nvSpPr>
          <p:spPr>
            <a:xfrm>
              <a:off x="5627622" y="2667095"/>
              <a:ext cx="14607" cy="37370"/>
            </a:xfrm>
            <a:custGeom>
              <a:avLst/>
              <a:gdLst/>
              <a:ahLst/>
              <a:cxnLst/>
              <a:rect l="l" t="t" r="r" b="b"/>
              <a:pathLst>
                <a:path w="163" h="417" extrusionOk="0">
                  <a:moveTo>
                    <a:pt x="98" y="411"/>
                  </a:moveTo>
                  <a:cubicBezTo>
                    <a:pt x="163" y="368"/>
                    <a:pt x="71" y="243"/>
                    <a:pt x="49" y="195"/>
                  </a:cubicBezTo>
                  <a:cubicBezTo>
                    <a:pt x="22" y="141"/>
                    <a:pt x="1" y="70"/>
                    <a:pt x="12" y="6"/>
                  </a:cubicBezTo>
                  <a:cubicBezTo>
                    <a:pt x="17" y="0"/>
                    <a:pt x="28" y="0"/>
                    <a:pt x="28" y="11"/>
                  </a:cubicBezTo>
                  <a:cubicBezTo>
                    <a:pt x="33" y="60"/>
                    <a:pt x="33" y="108"/>
                    <a:pt x="55" y="162"/>
                  </a:cubicBezTo>
                  <a:cubicBezTo>
                    <a:pt x="71" y="200"/>
                    <a:pt x="98" y="243"/>
                    <a:pt x="114" y="281"/>
                  </a:cubicBezTo>
                  <a:cubicBezTo>
                    <a:pt x="130" y="319"/>
                    <a:pt x="147" y="395"/>
                    <a:pt x="98" y="416"/>
                  </a:cubicBezTo>
                  <a:cubicBezTo>
                    <a:pt x="98" y="416"/>
                    <a:pt x="93" y="411"/>
                    <a:pt x="98" y="4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1"/>
            <p:cNvSpPr/>
            <p:nvPr/>
          </p:nvSpPr>
          <p:spPr>
            <a:xfrm>
              <a:off x="5624217" y="2668977"/>
              <a:ext cx="4481" cy="9768"/>
            </a:xfrm>
            <a:custGeom>
              <a:avLst/>
              <a:gdLst/>
              <a:ahLst/>
              <a:cxnLst/>
              <a:rect l="l" t="t" r="r" b="b"/>
              <a:pathLst>
                <a:path w="50" h="109" extrusionOk="0">
                  <a:moveTo>
                    <a:pt x="50" y="1"/>
                  </a:moveTo>
                  <a:cubicBezTo>
                    <a:pt x="39" y="17"/>
                    <a:pt x="28" y="39"/>
                    <a:pt x="23" y="55"/>
                  </a:cubicBezTo>
                  <a:cubicBezTo>
                    <a:pt x="17" y="71"/>
                    <a:pt x="17" y="93"/>
                    <a:pt x="12" y="109"/>
                  </a:cubicBezTo>
                  <a:cubicBezTo>
                    <a:pt x="12" y="109"/>
                    <a:pt x="6" y="109"/>
                    <a:pt x="6" y="109"/>
                  </a:cubicBezTo>
                  <a:cubicBezTo>
                    <a:pt x="1" y="87"/>
                    <a:pt x="6" y="66"/>
                    <a:pt x="12" y="55"/>
                  </a:cubicBezTo>
                  <a:cubicBezTo>
                    <a:pt x="23" y="33"/>
                    <a:pt x="33" y="17"/>
                    <a:pt x="50" y="1"/>
                  </a:cubicBezTo>
                  <a:cubicBezTo>
                    <a:pt x="50" y="1"/>
                    <a:pt x="50"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1"/>
            <p:cNvSpPr/>
            <p:nvPr/>
          </p:nvSpPr>
          <p:spPr>
            <a:xfrm>
              <a:off x="5620363" y="2672920"/>
              <a:ext cx="5915" cy="13084"/>
            </a:xfrm>
            <a:custGeom>
              <a:avLst/>
              <a:gdLst/>
              <a:ahLst/>
              <a:cxnLst/>
              <a:rect l="l" t="t" r="r" b="b"/>
              <a:pathLst>
                <a:path w="66" h="146" extrusionOk="0">
                  <a:moveTo>
                    <a:pt x="66" y="11"/>
                  </a:moveTo>
                  <a:cubicBezTo>
                    <a:pt x="39" y="22"/>
                    <a:pt x="28" y="49"/>
                    <a:pt x="22" y="70"/>
                  </a:cubicBezTo>
                  <a:cubicBezTo>
                    <a:pt x="17" y="86"/>
                    <a:pt x="17" y="97"/>
                    <a:pt x="17" y="108"/>
                  </a:cubicBezTo>
                  <a:cubicBezTo>
                    <a:pt x="17" y="124"/>
                    <a:pt x="28" y="130"/>
                    <a:pt x="28" y="146"/>
                  </a:cubicBezTo>
                  <a:cubicBezTo>
                    <a:pt x="28" y="146"/>
                    <a:pt x="28" y="146"/>
                    <a:pt x="22" y="146"/>
                  </a:cubicBezTo>
                  <a:cubicBezTo>
                    <a:pt x="1" y="135"/>
                    <a:pt x="6" y="92"/>
                    <a:pt x="12" y="70"/>
                  </a:cubicBezTo>
                  <a:cubicBezTo>
                    <a:pt x="17" y="43"/>
                    <a:pt x="33" y="11"/>
                    <a:pt x="60" y="0"/>
                  </a:cubicBezTo>
                  <a:cubicBezTo>
                    <a:pt x="66" y="0"/>
                    <a:pt x="66" y="5"/>
                    <a:pt x="60"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1"/>
            <p:cNvSpPr/>
            <p:nvPr/>
          </p:nvSpPr>
          <p:spPr>
            <a:xfrm>
              <a:off x="5630042" y="2687438"/>
              <a:ext cx="2061" cy="1972"/>
            </a:xfrm>
            <a:custGeom>
              <a:avLst/>
              <a:gdLst/>
              <a:ahLst/>
              <a:cxnLst/>
              <a:rect l="l" t="t" r="r" b="b"/>
              <a:pathLst>
                <a:path w="23" h="22" extrusionOk="0">
                  <a:moveTo>
                    <a:pt x="6" y="6"/>
                  </a:moveTo>
                  <a:cubicBezTo>
                    <a:pt x="12" y="11"/>
                    <a:pt x="17" y="11"/>
                    <a:pt x="17" y="16"/>
                  </a:cubicBezTo>
                  <a:cubicBezTo>
                    <a:pt x="22" y="22"/>
                    <a:pt x="17" y="22"/>
                    <a:pt x="17" y="22"/>
                  </a:cubicBezTo>
                  <a:cubicBezTo>
                    <a:pt x="12" y="16"/>
                    <a:pt x="6" y="11"/>
                    <a:pt x="1" y="6"/>
                  </a:cubicBezTo>
                  <a:cubicBezTo>
                    <a:pt x="1" y="6"/>
                    <a:pt x="6" y="0"/>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1"/>
            <p:cNvSpPr/>
            <p:nvPr/>
          </p:nvSpPr>
          <p:spPr>
            <a:xfrm>
              <a:off x="5644559" y="2707243"/>
              <a:ext cx="1075" cy="1075"/>
            </a:xfrm>
            <a:custGeom>
              <a:avLst/>
              <a:gdLst/>
              <a:ahLst/>
              <a:cxnLst/>
              <a:rect l="l" t="t" r="r" b="b"/>
              <a:pathLst>
                <a:path w="12" h="12" extrusionOk="0">
                  <a:moveTo>
                    <a:pt x="1" y="11"/>
                  </a:moveTo>
                  <a:cubicBezTo>
                    <a:pt x="1" y="11"/>
                    <a:pt x="1" y="6"/>
                    <a:pt x="1" y="6"/>
                  </a:cubicBezTo>
                  <a:cubicBezTo>
                    <a:pt x="1" y="6"/>
                    <a:pt x="1" y="1"/>
                    <a:pt x="1" y="1"/>
                  </a:cubicBezTo>
                  <a:lnTo>
                    <a:pt x="6" y="1"/>
                  </a:lnTo>
                  <a:cubicBezTo>
                    <a:pt x="6" y="1"/>
                    <a:pt x="6" y="1"/>
                    <a:pt x="6" y="1"/>
                  </a:cubicBezTo>
                  <a:lnTo>
                    <a:pt x="6" y="1"/>
                  </a:lnTo>
                  <a:cubicBezTo>
                    <a:pt x="6" y="1"/>
                    <a:pt x="12" y="6"/>
                    <a:pt x="12" y="6"/>
                  </a:cubicBezTo>
                  <a:lnTo>
                    <a:pt x="12" y="11"/>
                  </a:lnTo>
                  <a:cubicBezTo>
                    <a:pt x="12" y="11"/>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1"/>
            <p:cNvSpPr/>
            <p:nvPr/>
          </p:nvSpPr>
          <p:spPr>
            <a:xfrm>
              <a:off x="5678972" y="2681613"/>
              <a:ext cx="4481" cy="14608"/>
            </a:xfrm>
            <a:custGeom>
              <a:avLst/>
              <a:gdLst/>
              <a:ahLst/>
              <a:cxnLst/>
              <a:rect l="l" t="t" r="r" b="b"/>
              <a:pathLst>
                <a:path w="50" h="163" extrusionOk="0">
                  <a:moveTo>
                    <a:pt x="11" y="157"/>
                  </a:moveTo>
                  <a:cubicBezTo>
                    <a:pt x="6" y="119"/>
                    <a:pt x="0" y="33"/>
                    <a:pt x="38" y="6"/>
                  </a:cubicBezTo>
                  <a:cubicBezTo>
                    <a:pt x="44" y="0"/>
                    <a:pt x="49" y="6"/>
                    <a:pt x="49" y="11"/>
                  </a:cubicBezTo>
                  <a:cubicBezTo>
                    <a:pt x="44" y="38"/>
                    <a:pt x="27" y="60"/>
                    <a:pt x="27" y="87"/>
                  </a:cubicBezTo>
                  <a:cubicBezTo>
                    <a:pt x="22" y="108"/>
                    <a:pt x="27" y="135"/>
                    <a:pt x="22" y="157"/>
                  </a:cubicBezTo>
                  <a:cubicBezTo>
                    <a:pt x="22" y="162"/>
                    <a:pt x="17" y="162"/>
                    <a:pt x="11" y="1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1"/>
            <p:cNvSpPr/>
            <p:nvPr/>
          </p:nvSpPr>
          <p:spPr>
            <a:xfrm>
              <a:off x="5696357" y="2669963"/>
              <a:ext cx="6900" cy="17565"/>
            </a:xfrm>
            <a:custGeom>
              <a:avLst/>
              <a:gdLst/>
              <a:ahLst/>
              <a:cxnLst/>
              <a:rect l="l" t="t" r="r" b="b"/>
              <a:pathLst>
                <a:path w="77" h="196" extrusionOk="0">
                  <a:moveTo>
                    <a:pt x="28" y="6"/>
                  </a:moveTo>
                  <a:cubicBezTo>
                    <a:pt x="12" y="71"/>
                    <a:pt x="28" y="125"/>
                    <a:pt x="71" y="179"/>
                  </a:cubicBezTo>
                  <a:cubicBezTo>
                    <a:pt x="77" y="184"/>
                    <a:pt x="71" y="195"/>
                    <a:pt x="60" y="184"/>
                  </a:cubicBezTo>
                  <a:cubicBezTo>
                    <a:pt x="6" y="146"/>
                    <a:pt x="1" y="65"/>
                    <a:pt x="17" y="1"/>
                  </a:cubicBezTo>
                  <a:cubicBezTo>
                    <a:pt x="23" y="1"/>
                    <a:pt x="28" y="1"/>
                    <a:pt x="2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1"/>
            <p:cNvSpPr/>
            <p:nvPr/>
          </p:nvSpPr>
          <p:spPr>
            <a:xfrm>
              <a:off x="5694924" y="2674354"/>
              <a:ext cx="6363" cy="15056"/>
            </a:xfrm>
            <a:custGeom>
              <a:avLst/>
              <a:gdLst/>
              <a:ahLst/>
              <a:cxnLst/>
              <a:rect l="l" t="t" r="r" b="b"/>
              <a:pathLst>
                <a:path w="71" h="168" extrusionOk="0">
                  <a:moveTo>
                    <a:pt x="17" y="6"/>
                  </a:moveTo>
                  <a:cubicBezTo>
                    <a:pt x="22" y="33"/>
                    <a:pt x="22" y="60"/>
                    <a:pt x="28" y="81"/>
                  </a:cubicBezTo>
                  <a:cubicBezTo>
                    <a:pt x="28" y="97"/>
                    <a:pt x="33" y="108"/>
                    <a:pt x="39" y="125"/>
                  </a:cubicBezTo>
                  <a:cubicBezTo>
                    <a:pt x="44" y="135"/>
                    <a:pt x="60" y="141"/>
                    <a:pt x="71" y="157"/>
                  </a:cubicBezTo>
                  <a:cubicBezTo>
                    <a:pt x="71" y="157"/>
                    <a:pt x="71" y="168"/>
                    <a:pt x="66" y="168"/>
                  </a:cubicBezTo>
                  <a:cubicBezTo>
                    <a:pt x="1" y="157"/>
                    <a:pt x="6" y="54"/>
                    <a:pt x="6" y="6"/>
                  </a:cubicBezTo>
                  <a:cubicBezTo>
                    <a:pt x="6" y="0"/>
                    <a:pt x="17" y="0"/>
                    <a:pt x="17"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1"/>
            <p:cNvSpPr/>
            <p:nvPr/>
          </p:nvSpPr>
          <p:spPr>
            <a:xfrm>
              <a:off x="5569551" y="2696579"/>
              <a:ext cx="10754" cy="3943"/>
            </a:xfrm>
            <a:custGeom>
              <a:avLst/>
              <a:gdLst/>
              <a:ahLst/>
              <a:cxnLst/>
              <a:rect l="l" t="t" r="r" b="b"/>
              <a:pathLst>
                <a:path w="120" h="44" extrusionOk="0">
                  <a:moveTo>
                    <a:pt x="6" y="28"/>
                  </a:moveTo>
                  <a:cubicBezTo>
                    <a:pt x="38" y="17"/>
                    <a:pt x="87" y="1"/>
                    <a:pt x="114" y="28"/>
                  </a:cubicBezTo>
                  <a:cubicBezTo>
                    <a:pt x="119" y="33"/>
                    <a:pt x="114" y="44"/>
                    <a:pt x="103" y="39"/>
                  </a:cubicBezTo>
                  <a:cubicBezTo>
                    <a:pt x="92" y="39"/>
                    <a:pt x="76" y="33"/>
                    <a:pt x="60" y="28"/>
                  </a:cubicBezTo>
                  <a:cubicBezTo>
                    <a:pt x="44" y="28"/>
                    <a:pt x="27" y="28"/>
                    <a:pt x="11" y="33"/>
                  </a:cubicBezTo>
                  <a:cubicBezTo>
                    <a:pt x="6" y="33"/>
                    <a:pt x="0" y="28"/>
                    <a:pt x="6"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1"/>
            <p:cNvSpPr/>
            <p:nvPr/>
          </p:nvSpPr>
          <p:spPr>
            <a:xfrm>
              <a:off x="5699315" y="2652577"/>
              <a:ext cx="6811" cy="7349"/>
            </a:xfrm>
            <a:custGeom>
              <a:avLst/>
              <a:gdLst/>
              <a:ahLst/>
              <a:cxnLst/>
              <a:rect l="l" t="t" r="r" b="b"/>
              <a:pathLst>
                <a:path w="76" h="82" extrusionOk="0">
                  <a:moveTo>
                    <a:pt x="76" y="6"/>
                  </a:moveTo>
                  <a:cubicBezTo>
                    <a:pt x="76" y="22"/>
                    <a:pt x="65" y="38"/>
                    <a:pt x="54" y="49"/>
                  </a:cubicBezTo>
                  <a:cubicBezTo>
                    <a:pt x="44" y="60"/>
                    <a:pt x="27" y="81"/>
                    <a:pt x="6" y="81"/>
                  </a:cubicBezTo>
                  <a:cubicBezTo>
                    <a:pt x="6" y="81"/>
                    <a:pt x="0" y="76"/>
                    <a:pt x="6" y="76"/>
                  </a:cubicBezTo>
                  <a:cubicBezTo>
                    <a:pt x="11" y="60"/>
                    <a:pt x="27" y="54"/>
                    <a:pt x="38" y="43"/>
                  </a:cubicBezTo>
                  <a:cubicBezTo>
                    <a:pt x="49" y="33"/>
                    <a:pt x="60" y="22"/>
                    <a:pt x="65" y="6"/>
                  </a:cubicBezTo>
                  <a:cubicBezTo>
                    <a:pt x="65" y="0"/>
                    <a:pt x="76" y="0"/>
                    <a:pt x="7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1"/>
            <p:cNvSpPr/>
            <p:nvPr/>
          </p:nvSpPr>
          <p:spPr>
            <a:xfrm>
              <a:off x="5698329" y="2650157"/>
              <a:ext cx="5377" cy="7349"/>
            </a:xfrm>
            <a:custGeom>
              <a:avLst/>
              <a:gdLst/>
              <a:ahLst/>
              <a:cxnLst/>
              <a:rect l="l" t="t" r="r" b="b"/>
              <a:pathLst>
                <a:path w="60" h="82" extrusionOk="0">
                  <a:moveTo>
                    <a:pt x="60" y="11"/>
                  </a:moveTo>
                  <a:cubicBezTo>
                    <a:pt x="55" y="27"/>
                    <a:pt x="49" y="38"/>
                    <a:pt x="38" y="49"/>
                  </a:cubicBezTo>
                  <a:cubicBezTo>
                    <a:pt x="33" y="60"/>
                    <a:pt x="17" y="76"/>
                    <a:pt x="6" y="76"/>
                  </a:cubicBezTo>
                  <a:cubicBezTo>
                    <a:pt x="1" y="81"/>
                    <a:pt x="1" y="76"/>
                    <a:pt x="1" y="70"/>
                  </a:cubicBezTo>
                  <a:cubicBezTo>
                    <a:pt x="6" y="60"/>
                    <a:pt x="17" y="54"/>
                    <a:pt x="28" y="49"/>
                  </a:cubicBezTo>
                  <a:cubicBezTo>
                    <a:pt x="38" y="38"/>
                    <a:pt x="49" y="22"/>
                    <a:pt x="55" y="6"/>
                  </a:cubicBezTo>
                  <a:cubicBezTo>
                    <a:pt x="55" y="0"/>
                    <a:pt x="60" y="6"/>
                    <a:pt x="60"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1"/>
            <p:cNvSpPr/>
            <p:nvPr/>
          </p:nvSpPr>
          <p:spPr>
            <a:xfrm>
              <a:off x="5697343" y="2645766"/>
              <a:ext cx="5467" cy="7349"/>
            </a:xfrm>
            <a:custGeom>
              <a:avLst/>
              <a:gdLst/>
              <a:ahLst/>
              <a:cxnLst/>
              <a:rect l="l" t="t" r="r" b="b"/>
              <a:pathLst>
                <a:path w="61" h="82" extrusionOk="0">
                  <a:moveTo>
                    <a:pt x="60" y="11"/>
                  </a:moveTo>
                  <a:cubicBezTo>
                    <a:pt x="55" y="27"/>
                    <a:pt x="49" y="44"/>
                    <a:pt x="39" y="55"/>
                  </a:cubicBezTo>
                  <a:cubicBezTo>
                    <a:pt x="33" y="65"/>
                    <a:pt x="22" y="82"/>
                    <a:pt x="6" y="82"/>
                  </a:cubicBezTo>
                  <a:cubicBezTo>
                    <a:pt x="1" y="82"/>
                    <a:pt x="1" y="76"/>
                    <a:pt x="1" y="76"/>
                  </a:cubicBezTo>
                  <a:cubicBezTo>
                    <a:pt x="6" y="65"/>
                    <a:pt x="17" y="60"/>
                    <a:pt x="22" y="49"/>
                  </a:cubicBezTo>
                  <a:cubicBezTo>
                    <a:pt x="33" y="38"/>
                    <a:pt x="44" y="27"/>
                    <a:pt x="44" y="11"/>
                  </a:cubicBezTo>
                  <a:cubicBezTo>
                    <a:pt x="49" y="0"/>
                    <a:pt x="60" y="6"/>
                    <a:pt x="55"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1"/>
            <p:cNvSpPr/>
            <p:nvPr/>
          </p:nvSpPr>
          <p:spPr>
            <a:xfrm>
              <a:off x="5696895" y="2643794"/>
              <a:ext cx="2957" cy="3495"/>
            </a:xfrm>
            <a:custGeom>
              <a:avLst/>
              <a:gdLst/>
              <a:ahLst/>
              <a:cxnLst/>
              <a:rect l="l" t="t" r="r" b="b"/>
              <a:pathLst>
                <a:path w="33" h="39" extrusionOk="0">
                  <a:moveTo>
                    <a:pt x="33" y="6"/>
                  </a:moveTo>
                  <a:cubicBezTo>
                    <a:pt x="27" y="17"/>
                    <a:pt x="17" y="33"/>
                    <a:pt x="6" y="39"/>
                  </a:cubicBezTo>
                  <a:cubicBezTo>
                    <a:pt x="6" y="39"/>
                    <a:pt x="0" y="39"/>
                    <a:pt x="6" y="33"/>
                  </a:cubicBezTo>
                  <a:cubicBezTo>
                    <a:pt x="11" y="28"/>
                    <a:pt x="22" y="17"/>
                    <a:pt x="27" y="6"/>
                  </a:cubicBezTo>
                  <a:cubicBezTo>
                    <a:pt x="33" y="1"/>
                    <a:pt x="33" y="6"/>
                    <a:pt x="33"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1"/>
            <p:cNvSpPr/>
            <p:nvPr/>
          </p:nvSpPr>
          <p:spPr>
            <a:xfrm>
              <a:off x="5753980" y="2770154"/>
              <a:ext cx="6900" cy="7438"/>
            </a:xfrm>
            <a:custGeom>
              <a:avLst/>
              <a:gdLst/>
              <a:ahLst/>
              <a:cxnLst/>
              <a:rect l="l" t="t" r="r" b="b"/>
              <a:pathLst>
                <a:path w="77" h="83" extrusionOk="0">
                  <a:moveTo>
                    <a:pt x="71" y="12"/>
                  </a:moveTo>
                  <a:cubicBezTo>
                    <a:pt x="66" y="28"/>
                    <a:pt x="55" y="39"/>
                    <a:pt x="44" y="55"/>
                  </a:cubicBezTo>
                  <a:cubicBezTo>
                    <a:pt x="39" y="66"/>
                    <a:pt x="22" y="82"/>
                    <a:pt x="6" y="77"/>
                  </a:cubicBezTo>
                  <a:cubicBezTo>
                    <a:pt x="6" y="77"/>
                    <a:pt x="1" y="77"/>
                    <a:pt x="6" y="71"/>
                  </a:cubicBezTo>
                  <a:cubicBezTo>
                    <a:pt x="6" y="60"/>
                    <a:pt x="22" y="55"/>
                    <a:pt x="33" y="44"/>
                  </a:cubicBezTo>
                  <a:cubicBezTo>
                    <a:pt x="44" y="33"/>
                    <a:pt x="55" y="23"/>
                    <a:pt x="66" y="6"/>
                  </a:cubicBezTo>
                  <a:cubicBezTo>
                    <a:pt x="66" y="1"/>
                    <a:pt x="77" y="6"/>
                    <a:pt x="7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1"/>
            <p:cNvSpPr/>
            <p:nvPr/>
          </p:nvSpPr>
          <p:spPr>
            <a:xfrm>
              <a:off x="5752546" y="2767287"/>
              <a:ext cx="5467" cy="7349"/>
            </a:xfrm>
            <a:custGeom>
              <a:avLst/>
              <a:gdLst/>
              <a:ahLst/>
              <a:cxnLst/>
              <a:rect l="l" t="t" r="r" b="b"/>
              <a:pathLst>
                <a:path w="61" h="82" extrusionOk="0">
                  <a:moveTo>
                    <a:pt x="60" y="11"/>
                  </a:moveTo>
                  <a:cubicBezTo>
                    <a:pt x="55" y="28"/>
                    <a:pt x="49" y="38"/>
                    <a:pt x="38" y="55"/>
                  </a:cubicBezTo>
                  <a:cubicBezTo>
                    <a:pt x="33" y="65"/>
                    <a:pt x="22" y="82"/>
                    <a:pt x="6" y="82"/>
                  </a:cubicBezTo>
                  <a:cubicBezTo>
                    <a:pt x="6" y="82"/>
                    <a:pt x="1" y="76"/>
                    <a:pt x="1" y="76"/>
                  </a:cubicBezTo>
                  <a:cubicBezTo>
                    <a:pt x="6" y="65"/>
                    <a:pt x="22" y="60"/>
                    <a:pt x="28" y="49"/>
                  </a:cubicBezTo>
                  <a:cubicBezTo>
                    <a:pt x="38" y="38"/>
                    <a:pt x="44" y="22"/>
                    <a:pt x="49" y="6"/>
                  </a:cubicBezTo>
                  <a:cubicBezTo>
                    <a:pt x="49" y="1"/>
                    <a:pt x="60" y="6"/>
                    <a:pt x="60"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1"/>
            <p:cNvSpPr/>
            <p:nvPr/>
          </p:nvSpPr>
          <p:spPr>
            <a:xfrm>
              <a:off x="5749141" y="2761461"/>
              <a:ext cx="7348" cy="7349"/>
            </a:xfrm>
            <a:custGeom>
              <a:avLst/>
              <a:gdLst/>
              <a:ahLst/>
              <a:cxnLst/>
              <a:rect l="l" t="t" r="r" b="b"/>
              <a:pathLst>
                <a:path w="82" h="82" extrusionOk="0">
                  <a:moveTo>
                    <a:pt x="76" y="12"/>
                  </a:moveTo>
                  <a:cubicBezTo>
                    <a:pt x="66" y="28"/>
                    <a:pt x="60" y="44"/>
                    <a:pt x="44" y="55"/>
                  </a:cubicBezTo>
                  <a:cubicBezTo>
                    <a:pt x="33" y="66"/>
                    <a:pt x="17" y="82"/>
                    <a:pt x="1" y="76"/>
                  </a:cubicBezTo>
                  <a:cubicBezTo>
                    <a:pt x="1" y="71"/>
                    <a:pt x="1" y="71"/>
                    <a:pt x="1" y="66"/>
                  </a:cubicBezTo>
                  <a:cubicBezTo>
                    <a:pt x="12" y="55"/>
                    <a:pt x="28" y="55"/>
                    <a:pt x="39" y="44"/>
                  </a:cubicBezTo>
                  <a:cubicBezTo>
                    <a:pt x="49" y="33"/>
                    <a:pt x="60" y="17"/>
                    <a:pt x="66" y="6"/>
                  </a:cubicBezTo>
                  <a:cubicBezTo>
                    <a:pt x="71" y="1"/>
                    <a:pt x="82" y="6"/>
                    <a:pt x="76"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1"/>
            <p:cNvSpPr/>
            <p:nvPr/>
          </p:nvSpPr>
          <p:spPr>
            <a:xfrm>
              <a:off x="5747259" y="2758056"/>
              <a:ext cx="3943" cy="3495"/>
            </a:xfrm>
            <a:custGeom>
              <a:avLst/>
              <a:gdLst/>
              <a:ahLst/>
              <a:cxnLst/>
              <a:rect l="l" t="t" r="r" b="b"/>
              <a:pathLst>
                <a:path w="44" h="39" extrusionOk="0">
                  <a:moveTo>
                    <a:pt x="38" y="12"/>
                  </a:moveTo>
                  <a:cubicBezTo>
                    <a:pt x="33" y="23"/>
                    <a:pt x="22" y="39"/>
                    <a:pt x="6" y="39"/>
                  </a:cubicBezTo>
                  <a:cubicBezTo>
                    <a:pt x="0" y="39"/>
                    <a:pt x="0" y="39"/>
                    <a:pt x="0" y="33"/>
                  </a:cubicBezTo>
                  <a:cubicBezTo>
                    <a:pt x="6" y="28"/>
                    <a:pt x="11" y="28"/>
                    <a:pt x="16" y="23"/>
                  </a:cubicBezTo>
                  <a:cubicBezTo>
                    <a:pt x="22" y="17"/>
                    <a:pt x="27" y="12"/>
                    <a:pt x="33" y="6"/>
                  </a:cubicBezTo>
                  <a:cubicBezTo>
                    <a:pt x="38" y="1"/>
                    <a:pt x="43" y="6"/>
                    <a:pt x="38"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1"/>
            <p:cNvSpPr/>
            <p:nvPr/>
          </p:nvSpPr>
          <p:spPr>
            <a:xfrm>
              <a:off x="5744302" y="2749901"/>
              <a:ext cx="6452" cy="7349"/>
            </a:xfrm>
            <a:custGeom>
              <a:avLst/>
              <a:gdLst/>
              <a:ahLst/>
              <a:cxnLst/>
              <a:rect l="l" t="t" r="r" b="b"/>
              <a:pathLst>
                <a:path w="72" h="82" extrusionOk="0">
                  <a:moveTo>
                    <a:pt x="66" y="11"/>
                  </a:moveTo>
                  <a:cubicBezTo>
                    <a:pt x="55" y="38"/>
                    <a:pt x="39" y="70"/>
                    <a:pt x="6" y="81"/>
                  </a:cubicBezTo>
                  <a:cubicBezTo>
                    <a:pt x="6" y="81"/>
                    <a:pt x="1" y="76"/>
                    <a:pt x="6" y="70"/>
                  </a:cubicBezTo>
                  <a:cubicBezTo>
                    <a:pt x="12" y="65"/>
                    <a:pt x="22" y="54"/>
                    <a:pt x="28" y="43"/>
                  </a:cubicBezTo>
                  <a:cubicBezTo>
                    <a:pt x="39" y="32"/>
                    <a:pt x="49" y="22"/>
                    <a:pt x="55" y="5"/>
                  </a:cubicBezTo>
                  <a:cubicBezTo>
                    <a:pt x="60" y="0"/>
                    <a:pt x="71" y="5"/>
                    <a:pt x="6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1"/>
            <p:cNvSpPr/>
            <p:nvPr/>
          </p:nvSpPr>
          <p:spPr>
            <a:xfrm>
              <a:off x="5649936" y="2784762"/>
              <a:ext cx="18909" cy="4929"/>
            </a:xfrm>
            <a:custGeom>
              <a:avLst/>
              <a:gdLst/>
              <a:ahLst/>
              <a:cxnLst/>
              <a:rect l="l" t="t" r="r" b="b"/>
              <a:pathLst>
                <a:path w="211" h="55" extrusionOk="0">
                  <a:moveTo>
                    <a:pt x="206" y="32"/>
                  </a:moveTo>
                  <a:cubicBezTo>
                    <a:pt x="141" y="43"/>
                    <a:pt x="65" y="54"/>
                    <a:pt x="6" y="11"/>
                  </a:cubicBezTo>
                  <a:cubicBezTo>
                    <a:pt x="0" y="11"/>
                    <a:pt x="6" y="0"/>
                    <a:pt x="11" y="0"/>
                  </a:cubicBezTo>
                  <a:cubicBezTo>
                    <a:pt x="44" y="5"/>
                    <a:pt x="76" y="22"/>
                    <a:pt x="114" y="27"/>
                  </a:cubicBezTo>
                  <a:cubicBezTo>
                    <a:pt x="146" y="27"/>
                    <a:pt x="173" y="27"/>
                    <a:pt x="206" y="27"/>
                  </a:cubicBezTo>
                  <a:cubicBezTo>
                    <a:pt x="211" y="27"/>
                    <a:pt x="211" y="27"/>
                    <a:pt x="206" y="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1"/>
            <p:cNvSpPr/>
            <p:nvPr/>
          </p:nvSpPr>
          <p:spPr>
            <a:xfrm>
              <a:off x="5574390" y="2809407"/>
              <a:ext cx="12188" cy="4929"/>
            </a:xfrm>
            <a:custGeom>
              <a:avLst/>
              <a:gdLst/>
              <a:ahLst/>
              <a:cxnLst/>
              <a:rect l="l" t="t" r="r" b="b"/>
              <a:pathLst>
                <a:path w="136" h="55" extrusionOk="0">
                  <a:moveTo>
                    <a:pt x="130" y="44"/>
                  </a:moveTo>
                  <a:cubicBezTo>
                    <a:pt x="103" y="49"/>
                    <a:pt x="82" y="55"/>
                    <a:pt x="60" y="44"/>
                  </a:cubicBezTo>
                  <a:cubicBezTo>
                    <a:pt x="38" y="38"/>
                    <a:pt x="11" y="28"/>
                    <a:pt x="0" y="6"/>
                  </a:cubicBezTo>
                  <a:cubicBezTo>
                    <a:pt x="0" y="1"/>
                    <a:pt x="0" y="1"/>
                    <a:pt x="6" y="1"/>
                  </a:cubicBezTo>
                  <a:cubicBezTo>
                    <a:pt x="22" y="1"/>
                    <a:pt x="33" y="17"/>
                    <a:pt x="49" y="22"/>
                  </a:cubicBezTo>
                  <a:cubicBezTo>
                    <a:pt x="71" y="33"/>
                    <a:pt x="103" y="44"/>
                    <a:pt x="130" y="38"/>
                  </a:cubicBezTo>
                  <a:cubicBezTo>
                    <a:pt x="130" y="38"/>
                    <a:pt x="136" y="44"/>
                    <a:pt x="130"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1"/>
            <p:cNvSpPr/>
            <p:nvPr/>
          </p:nvSpPr>
          <p:spPr>
            <a:xfrm>
              <a:off x="5855694" y="2587694"/>
              <a:ext cx="187475" cy="258098"/>
            </a:xfrm>
            <a:custGeom>
              <a:avLst/>
              <a:gdLst/>
              <a:ahLst/>
              <a:cxnLst/>
              <a:rect l="l" t="t" r="r" b="b"/>
              <a:pathLst>
                <a:path w="2092" h="2880" extrusionOk="0">
                  <a:moveTo>
                    <a:pt x="1097" y="751"/>
                  </a:moveTo>
                  <a:cubicBezTo>
                    <a:pt x="1097" y="751"/>
                    <a:pt x="1038" y="692"/>
                    <a:pt x="1022" y="708"/>
                  </a:cubicBezTo>
                  <a:cubicBezTo>
                    <a:pt x="1005" y="724"/>
                    <a:pt x="995" y="594"/>
                    <a:pt x="995" y="594"/>
                  </a:cubicBezTo>
                  <a:cubicBezTo>
                    <a:pt x="995" y="594"/>
                    <a:pt x="908" y="589"/>
                    <a:pt x="935" y="551"/>
                  </a:cubicBezTo>
                  <a:cubicBezTo>
                    <a:pt x="962" y="519"/>
                    <a:pt x="1005" y="459"/>
                    <a:pt x="1005" y="422"/>
                  </a:cubicBezTo>
                  <a:cubicBezTo>
                    <a:pt x="1005" y="378"/>
                    <a:pt x="984" y="346"/>
                    <a:pt x="919" y="281"/>
                  </a:cubicBezTo>
                  <a:cubicBezTo>
                    <a:pt x="854" y="216"/>
                    <a:pt x="1411" y="0"/>
                    <a:pt x="1438" y="324"/>
                  </a:cubicBezTo>
                  <a:cubicBezTo>
                    <a:pt x="1438" y="470"/>
                    <a:pt x="1362" y="546"/>
                    <a:pt x="1362" y="546"/>
                  </a:cubicBezTo>
                  <a:cubicBezTo>
                    <a:pt x="1351" y="594"/>
                    <a:pt x="1340" y="643"/>
                    <a:pt x="1330" y="692"/>
                  </a:cubicBezTo>
                  <a:cubicBezTo>
                    <a:pt x="1330" y="692"/>
                    <a:pt x="1432" y="751"/>
                    <a:pt x="1556" y="848"/>
                  </a:cubicBezTo>
                  <a:cubicBezTo>
                    <a:pt x="1708" y="924"/>
                    <a:pt x="2091" y="1362"/>
                    <a:pt x="1594" y="1459"/>
                  </a:cubicBezTo>
                  <a:cubicBezTo>
                    <a:pt x="1486" y="1707"/>
                    <a:pt x="1454" y="1929"/>
                    <a:pt x="1529" y="2194"/>
                  </a:cubicBezTo>
                  <a:cubicBezTo>
                    <a:pt x="1551" y="2258"/>
                    <a:pt x="1783" y="2556"/>
                    <a:pt x="1783" y="2556"/>
                  </a:cubicBezTo>
                  <a:cubicBezTo>
                    <a:pt x="1762" y="2631"/>
                    <a:pt x="1697" y="2647"/>
                    <a:pt x="1675" y="2723"/>
                  </a:cubicBezTo>
                  <a:cubicBezTo>
                    <a:pt x="1600" y="2739"/>
                    <a:pt x="1524" y="2750"/>
                    <a:pt x="1454" y="2766"/>
                  </a:cubicBezTo>
                  <a:cubicBezTo>
                    <a:pt x="1454" y="2766"/>
                    <a:pt x="1578" y="2658"/>
                    <a:pt x="1594" y="2588"/>
                  </a:cubicBezTo>
                  <a:cubicBezTo>
                    <a:pt x="1535" y="2458"/>
                    <a:pt x="1308" y="2367"/>
                    <a:pt x="1259" y="2286"/>
                  </a:cubicBezTo>
                  <a:cubicBezTo>
                    <a:pt x="1205" y="2199"/>
                    <a:pt x="1092" y="1918"/>
                    <a:pt x="1092" y="1918"/>
                  </a:cubicBezTo>
                  <a:cubicBezTo>
                    <a:pt x="1092" y="1918"/>
                    <a:pt x="886" y="2177"/>
                    <a:pt x="832" y="2242"/>
                  </a:cubicBezTo>
                  <a:cubicBezTo>
                    <a:pt x="778" y="2302"/>
                    <a:pt x="562" y="2653"/>
                    <a:pt x="557" y="2685"/>
                  </a:cubicBezTo>
                  <a:cubicBezTo>
                    <a:pt x="557" y="2712"/>
                    <a:pt x="611" y="2804"/>
                    <a:pt x="600" y="2842"/>
                  </a:cubicBezTo>
                  <a:cubicBezTo>
                    <a:pt x="584" y="2880"/>
                    <a:pt x="206" y="2869"/>
                    <a:pt x="206" y="2869"/>
                  </a:cubicBezTo>
                  <a:cubicBezTo>
                    <a:pt x="206" y="2869"/>
                    <a:pt x="244" y="2777"/>
                    <a:pt x="325" y="2750"/>
                  </a:cubicBezTo>
                  <a:cubicBezTo>
                    <a:pt x="476" y="2718"/>
                    <a:pt x="492" y="2372"/>
                    <a:pt x="557" y="2167"/>
                  </a:cubicBezTo>
                  <a:cubicBezTo>
                    <a:pt x="579" y="2107"/>
                    <a:pt x="854" y="1664"/>
                    <a:pt x="854" y="1664"/>
                  </a:cubicBezTo>
                  <a:cubicBezTo>
                    <a:pt x="876" y="1475"/>
                    <a:pt x="838" y="1329"/>
                    <a:pt x="838" y="1119"/>
                  </a:cubicBezTo>
                  <a:lnTo>
                    <a:pt x="514" y="1275"/>
                  </a:lnTo>
                  <a:lnTo>
                    <a:pt x="163" y="1021"/>
                  </a:lnTo>
                  <a:cubicBezTo>
                    <a:pt x="130" y="1000"/>
                    <a:pt x="0" y="946"/>
                    <a:pt x="27" y="859"/>
                  </a:cubicBezTo>
                  <a:cubicBezTo>
                    <a:pt x="49" y="773"/>
                    <a:pt x="157" y="730"/>
                    <a:pt x="195" y="757"/>
                  </a:cubicBezTo>
                  <a:cubicBezTo>
                    <a:pt x="211" y="767"/>
                    <a:pt x="227" y="816"/>
                    <a:pt x="244" y="832"/>
                  </a:cubicBezTo>
                  <a:cubicBezTo>
                    <a:pt x="298" y="902"/>
                    <a:pt x="519" y="1086"/>
                    <a:pt x="519" y="1086"/>
                  </a:cubicBezTo>
                  <a:cubicBezTo>
                    <a:pt x="519" y="1086"/>
                    <a:pt x="843" y="805"/>
                    <a:pt x="924" y="789"/>
                  </a:cubicBezTo>
                  <a:cubicBezTo>
                    <a:pt x="1011" y="778"/>
                    <a:pt x="1097" y="746"/>
                    <a:pt x="1097" y="7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1"/>
            <p:cNvSpPr/>
            <p:nvPr/>
          </p:nvSpPr>
          <p:spPr>
            <a:xfrm>
              <a:off x="5852826" y="2597373"/>
              <a:ext cx="170985" cy="251377"/>
            </a:xfrm>
            <a:custGeom>
              <a:avLst/>
              <a:gdLst/>
              <a:ahLst/>
              <a:cxnLst/>
              <a:rect l="l" t="t" r="r" b="b"/>
              <a:pathLst>
                <a:path w="1908" h="2805" extrusionOk="0">
                  <a:moveTo>
                    <a:pt x="1151" y="622"/>
                  </a:moveTo>
                  <a:cubicBezTo>
                    <a:pt x="1151" y="622"/>
                    <a:pt x="1075" y="540"/>
                    <a:pt x="1032" y="578"/>
                  </a:cubicBezTo>
                  <a:lnTo>
                    <a:pt x="1032" y="578"/>
                  </a:lnTo>
                  <a:cubicBezTo>
                    <a:pt x="1005" y="600"/>
                    <a:pt x="1059" y="486"/>
                    <a:pt x="1059" y="486"/>
                  </a:cubicBezTo>
                  <a:cubicBezTo>
                    <a:pt x="1054" y="465"/>
                    <a:pt x="1043" y="454"/>
                    <a:pt x="1021" y="454"/>
                  </a:cubicBezTo>
                  <a:cubicBezTo>
                    <a:pt x="1016" y="454"/>
                    <a:pt x="1010" y="459"/>
                    <a:pt x="1005" y="465"/>
                  </a:cubicBezTo>
                  <a:cubicBezTo>
                    <a:pt x="994" y="470"/>
                    <a:pt x="989" y="470"/>
                    <a:pt x="989" y="465"/>
                  </a:cubicBezTo>
                  <a:cubicBezTo>
                    <a:pt x="1005" y="443"/>
                    <a:pt x="1021" y="422"/>
                    <a:pt x="1037" y="395"/>
                  </a:cubicBezTo>
                  <a:lnTo>
                    <a:pt x="1037" y="395"/>
                  </a:lnTo>
                  <a:cubicBezTo>
                    <a:pt x="1054" y="368"/>
                    <a:pt x="1064" y="341"/>
                    <a:pt x="1070" y="314"/>
                  </a:cubicBezTo>
                  <a:cubicBezTo>
                    <a:pt x="1070" y="287"/>
                    <a:pt x="1064" y="260"/>
                    <a:pt x="1043" y="233"/>
                  </a:cubicBezTo>
                  <a:cubicBezTo>
                    <a:pt x="1027" y="211"/>
                    <a:pt x="1005" y="184"/>
                    <a:pt x="973" y="151"/>
                  </a:cubicBezTo>
                  <a:lnTo>
                    <a:pt x="967" y="151"/>
                  </a:lnTo>
                  <a:cubicBezTo>
                    <a:pt x="967" y="151"/>
                    <a:pt x="978" y="157"/>
                    <a:pt x="978" y="157"/>
                  </a:cubicBezTo>
                  <a:lnTo>
                    <a:pt x="978" y="157"/>
                  </a:lnTo>
                  <a:cubicBezTo>
                    <a:pt x="994" y="141"/>
                    <a:pt x="1027" y="124"/>
                    <a:pt x="1070" y="108"/>
                  </a:cubicBezTo>
                  <a:cubicBezTo>
                    <a:pt x="1113" y="92"/>
                    <a:pt x="1162" y="76"/>
                    <a:pt x="1216" y="76"/>
                  </a:cubicBezTo>
                  <a:cubicBezTo>
                    <a:pt x="1324" y="65"/>
                    <a:pt x="1426" y="97"/>
                    <a:pt x="1443" y="216"/>
                  </a:cubicBezTo>
                  <a:cubicBezTo>
                    <a:pt x="1443" y="351"/>
                    <a:pt x="1372" y="416"/>
                    <a:pt x="1372" y="416"/>
                  </a:cubicBezTo>
                  <a:cubicBezTo>
                    <a:pt x="1367" y="422"/>
                    <a:pt x="1362" y="427"/>
                    <a:pt x="1362" y="432"/>
                  </a:cubicBezTo>
                  <a:lnTo>
                    <a:pt x="1329" y="573"/>
                  </a:lnTo>
                  <a:cubicBezTo>
                    <a:pt x="1329" y="589"/>
                    <a:pt x="1334" y="600"/>
                    <a:pt x="1345" y="611"/>
                  </a:cubicBezTo>
                  <a:cubicBezTo>
                    <a:pt x="1356" y="616"/>
                    <a:pt x="1453" y="676"/>
                    <a:pt x="1567" y="767"/>
                  </a:cubicBezTo>
                  <a:lnTo>
                    <a:pt x="1572" y="773"/>
                  </a:lnTo>
                  <a:cubicBezTo>
                    <a:pt x="1632" y="800"/>
                    <a:pt x="1729" y="886"/>
                    <a:pt x="1788" y="984"/>
                  </a:cubicBezTo>
                  <a:cubicBezTo>
                    <a:pt x="1815" y="1032"/>
                    <a:pt x="1837" y="1081"/>
                    <a:pt x="1837" y="1124"/>
                  </a:cubicBezTo>
                  <a:cubicBezTo>
                    <a:pt x="1842" y="1167"/>
                    <a:pt x="1832" y="1210"/>
                    <a:pt x="1799" y="1243"/>
                  </a:cubicBezTo>
                  <a:cubicBezTo>
                    <a:pt x="1761" y="1275"/>
                    <a:pt x="1707" y="1308"/>
                    <a:pt x="1615" y="1324"/>
                  </a:cubicBezTo>
                  <a:cubicBezTo>
                    <a:pt x="1605" y="1324"/>
                    <a:pt x="1599" y="1335"/>
                    <a:pt x="1594" y="1340"/>
                  </a:cubicBezTo>
                  <a:lnTo>
                    <a:pt x="1594" y="1340"/>
                  </a:lnTo>
                  <a:cubicBezTo>
                    <a:pt x="1540" y="1470"/>
                    <a:pt x="1507" y="1589"/>
                    <a:pt x="1491" y="1713"/>
                  </a:cubicBezTo>
                  <a:cubicBezTo>
                    <a:pt x="1480" y="1832"/>
                    <a:pt x="1491" y="1961"/>
                    <a:pt x="1529" y="2091"/>
                  </a:cubicBezTo>
                  <a:cubicBezTo>
                    <a:pt x="1551" y="2156"/>
                    <a:pt x="1734" y="2394"/>
                    <a:pt x="1778" y="2453"/>
                  </a:cubicBezTo>
                  <a:cubicBezTo>
                    <a:pt x="1767" y="2475"/>
                    <a:pt x="1756" y="2496"/>
                    <a:pt x="1740" y="2512"/>
                  </a:cubicBezTo>
                  <a:cubicBezTo>
                    <a:pt x="1718" y="2534"/>
                    <a:pt x="1696" y="2556"/>
                    <a:pt x="1686" y="2594"/>
                  </a:cubicBezTo>
                  <a:lnTo>
                    <a:pt x="1572" y="2610"/>
                  </a:lnTo>
                  <a:cubicBezTo>
                    <a:pt x="1610" y="2572"/>
                    <a:pt x="1648" y="2523"/>
                    <a:pt x="1653" y="2485"/>
                  </a:cubicBezTo>
                  <a:cubicBezTo>
                    <a:pt x="1653" y="2480"/>
                    <a:pt x="1653" y="2475"/>
                    <a:pt x="1648" y="2469"/>
                  </a:cubicBezTo>
                  <a:lnTo>
                    <a:pt x="1648" y="2469"/>
                  </a:lnTo>
                  <a:cubicBezTo>
                    <a:pt x="1610" y="2383"/>
                    <a:pt x="1518" y="2318"/>
                    <a:pt x="1437" y="2259"/>
                  </a:cubicBezTo>
                  <a:cubicBezTo>
                    <a:pt x="1383" y="2221"/>
                    <a:pt x="1334" y="2188"/>
                    <a:pt x="1313" y="2161"/>
                  </a:cubicBezTo>
                  <a:cubicBezTo>
                    <a:pt x="1264" y="2080"/>
                    <a:pt x="1151" y="1799"/>
                    <a:pt x="1151" y="1799"/>
                  </a:cubicBezTo>
                  <a:cubicBezTo>
                    <a:pt x="1140" y="1783"/>
                    <a:pt x="1124" y="1778"/>
                    <a:pt x="1108" y="1783"/>
                  </a:cubicBezTo>
                  <a:cubicBezTo>
                    <a:pt x="1102" y="1783"/>
                    <a:pt x="1097" y="1789"/>
                    <a:pt x="1097" y="1794"/>
                  </a:cubicBezTo>
                  <a:cubicBezTo>
                    <a:pt x="1081" y="1810"/>
                    <a:pt x="891" y="2059"/>
                    <a:pt x="837" y="2113"/>
                  </a:cubicBezTo>
                  <a:cubicBezTo>
                    <a:pt x="810" y="2145"/>
                    <a:pt x="740" y="2253"/>
                    <a:pt x="681" y="2356"/>
                  </a:cubicBezTo>
                  <a:cubicBezTo>
                    <a:pt x="616" y="2458"/>
                    <a:pt x="562" y="2556"/>
                    <a:pt x="557" y="2577"/>
                  </a:cubicBezTo>
                  <a:cubicBezTo>
                    <a:pt x="557" y="2594"/>
                    <a:pt x="567" y="2621"/>
                    <a:pt x="578" y="2648"/>
                  </a:cubicBezTo>
                  <a:lnTo>
                    <a:pt x="578" y="2648"/>
                  </a:lnTo>
                  <a:cubicBezTo>
                    <a:pt x="589" y="2680"/>
                    <a:pt x="605" y="2712"/>
                    <a:pt x="600" y="2729"/>
                  </a:cubicBezTo>
                  <a:cubicBezTo>
                    <a:pt x="594" y="2739"/>
                    <a:pt x="384" y="2734"/>
                    <a:pt x="286" y="2729"/>
                  </a:cubicBezTo>
                  <a:cubicBezTo>
                    <a:pt x="303" y="2707"/>
                    <a:pt x="330" y="2680"/>
                    <a:pt x="362" y="2669"/>
                  </a:cubicBezTo>
                  <a:cubicBezTo>
                    <a:pt x="486" y="2642"/>
                    <a:pt x="529" y="2442"/>
                    <a:pt x="573" y="2253"/>
                  </a:cubicBezTo>
                  <a:cubicBezTo>
                    <a:pt x="589" y="2188"/>
                    <a:pt x="600" y="2123"/>
                    <a:pt x="616" y="2069"/>
                  </a:cubicBezTo>
                  <a:cubicBezTo>
                    <a:pt x="632" y="2015"/>
                    <a:pt x="908" y="1572"/>
                    <a:pt x="908" y="1572"/>
                  </a:cubicBezTo>
                  <a:cubicBezTo>
                    <a:pt x="913" y="1567"/>
                    <a:pt x="913" y="1562"/>
                    <a:pt x="913" y="1562"/>
                  </a:cubicBezTo>
                  <a:cubicBezTo>
                    <a:pt x="929" y="1448"/>
                    <a:pt x="918" y="1351"/>
                    <a:pt x="913" y="1243"/>
                  </a:cubicBezTo>
                  <a:cubicBezTo>
                    <a:pt x="902" y="1173"/>
                    <a:pt x="897" y="1097"/>
                    <a:pt x="897" y="1011"/>
                  </a:cubicBezTo>
                  <a:cubicBezTo>
                    <a:pt x="897" y="994"/>
                    <a:pt x="886" y="978"/>
                    <a:pt x="870" y="978"/>
                  </a:cubicBezTo>
                  <a:cubicBezTo>
                    <a:pt x="864" y="978"/>
                    <a:pt x="859" y="984"/>
                    <a:pt x="854" y="984"/>
                  </a:cubicBezTo>
                  <a:lnTo>
                    <a:pt x="551" y="1129"/>
                  </a:lnTo>
                  <a:cubicBezTo>
                    <a:pt x="438" y="1048"/>
                    <a:pt x="324" y="967"/>
                    <a:pt x="211" y="886"/>
                  </a:cubicBezTo>
                  <a:cubicBezTo>
                    <a:pt x="205" y="886"/>
                    <a:pt x="195" y="881"/>
                    <a:pt x="184" y="870"/>
                  </a:cubicBezTo>
                  <a:lnTo>
                    <a:pt x="184" y="870"/>
                  </a:lnTo>
                  <a:cubicBezTo>
                    <a:pt x="146" y="848"/>
                    <a:pt x="70" y="805"/>
                    <a:pt x="86" y="757"/>
                  </a:cubicBezTo>
                  <a:lnTo>
                    <a:pt x="86" y="757"/>
                  </a:lnTo>
                  <a:cubicBezTo>
                    <a:pt x="86" y="746"/>
                    <a:pt x="92" y="740"/>
                    <a:pt x="97" y="730"/>
                  </a:cubicBezTo>
                  <a:cubicBezTo>
                    <a:pt x="113" y="708"/>
                    <a:pt x="135" y="692"/>
                    <a:pt x="157" y="686"/>
                  </a:cubicBezTo>
                  <a:cubicBezTo>
                    <a:pt x="173" y="676"/>
                    <a:pt x="195" y="670"/>
                    <a:pt x="205" y="676"/>
                  </a:cubicBezTo>
                  <a:cubicBezTo>
                    <a:pt x="211" y="676"/>
                    <a:pt x="211" y="676"/>
                    <a:pt x="211" y="676"/>
                  </a:cubicBezTo>
                  <a:cubicBezTo>
                    <a:pt x="211" y="681"/>
                    <a:pt x="222" y="692"/>
                    <a:pt x="227" y="708"/>
                  </a:cubicBezTo>
                  <a:cubicBezTo>
                    <a:pt x="232" y="724"/>
                    <a:pt x="243" y="735"/>
                    <a:pt x="249" y="746"/>
                  </a:cubicBezTo>
                  <a:cubicBezTo>
                    <a:pt x="308" y="821"/>
                    <a:pt x="529" y="1000"/>
                    <a:pt x="529" y="1000"/>
                  </a:cubicBezTo>
                  <a:cubicBezTo>
                    <a:pt x="546" y="1011"/>
                    <a:pt x="562" y="1011"/>
                    <a:pt x="573" y="1000"/>
                  </a:cubicBezTo>
                  <a:cubicBezTo>
                    <a:pt x="594" y="978"/>
                    <a:pt x="886" y="724"/>
                    <a:pt x="962" y="713"/>
                  </a:cubicBezTo>
                  <a:cubicBezTo>
                    <a:pt x="1048" y="697"/>
                    <a:pt x="1140" y="670"/>
                    <a:pt x="1140" y="670"/>
                  </a:cubicBezTo>
                  <a:cubicBezTo>
                    <a:pt x="1156" y="665"/>
                    <a:pt x="1162" y="649"/>
                    <a:pt x="1156" y="632"/>
                  </a:cubicBezTo>
                  <a:cubicBezTo>
                    <a:pt x="1156" y="627"/>
                    <a:pt x="1151" y="622"/>
                    <a:pt x="1151" y="622"/>
                  </a:cubicBezTo>
                  <a:lnTo>
                    <a:pt x="1151" y="622"/>
                  </a:lnTo>
                  <a:close/>
                  <a:moveTo>
                    <a:pt x="1075" y="622"/>
                  </a:moveTo>
                  <a:lnTo>
                    <a:pt x="1075" y="622"/>
                  </a:lnTo>
                  <a:cubicBezTo>
                    <a:pt x="1070" y="627"/>
                    <a:pt x="1064" y="627"/>
                    <a:pt x="1064" y="627"/>
                  </a:cubicBezTo>
                  <a:lnTo>
                    <a:pt x="1081" y="627"/>
                  </a:lnTo>
                  <a:cubicBezTo>
                    <a:pt x="1081" y="627"/>
                    <a:pt x="1075" y="622"/>
                    <a:pt x="1075" y="622"/>
                  </a:cubicBezTo>
                  <a:close/>
                  <a:moveTo>
                    <a:pt x="1000" y="513"/>
                  </a:moveTo>
                  <a:cubicBezTo>
                    <a:pt x="1005" y="557"/>
                    <a:pt x="1021" y="632"/>
                    <a:pt x="1054" y="632"/>
                  </a:cubicBezTo>
                  <a:cubicBezTo>
                    <a:pt x="1021" y="643"/>
                    <a:pt x="983" y="649"/>
                    <a:pt x="951" y="654"/>
                  </a:cubicBezTo>
                  <a:cubicBezTo>
                    <a:pt x="870" y="670"/>
                    <a:pt x="621" y="875"/>
                    <a:pt x="551" y="940"/>
                  </a:cubicBezTo>
                  <a:cubicBezTo>
                    <a:pt x="492" y="892"/>
                    <a:pt x="340" y="762"/>
                    <a:pt x="297" y="713"/>
                  </a:cubicBezTo>
                  <a:cubicBezTo>
                    <a:pt x="292" y="708"/>
                    <a:pt x="286" y="692"/>
                    <a:pt x="281" y="681"/>
                  </a:cubicBezTo>
                  <a:cubicBezTo>
                    <a:pt x="270" y="659"/>
                    <a:pt x="259" y="638"/>
                    <a:pt x="243" y="627"/>
                  </a:cubicBezTo>
                  <a:cubicBezTo>
                    <a:pt x="238" y="622"/>
                    <a:pt x="232" y="622"/>
                    <a:pt x="222" y="616"/>
                  </a:cubicBezTo>
                  <a:cubicBezTo>
                    <a:pt x="195" y="611"/>
                    <a:pt x="162" y="616"/>
                    <a:pt x="130" y="632"/>
                  </a:cubicBezTo>
                  <a:cubicBezTo>
                    <a:pt x="97" y="643"/>
                    <a:pt x="70" y="665"/>
                    <a:pt x="49" y="697"/>
                  </a:cubicBezTo>
                  <a:cubicBezTo>
                    <a:pt x="38" y="708"/>
                    <a:pt x="32" y="724"/>
                    <a:pt x="27" y="740"/>
                  </a:cubicBezTo>
                  <a:lnTo>
                    <a:pt x="27" y="746"/>
                  </a:lnTo>
                  <a:cubicBezTo>
                    <a:pt x="0" y="838"/>
                    <a:pt x="97" y="892"/>
                    <a:pt x="157" y="924"/>
                  </a:cubicBezTo>
                  <a:lnTo>
                    <a:pt x="157" y="924"/>
                  </a:lnTo>
                  <a:cubicBezTo>
                    <a:pt x="162" y="929"/>
                    <a:pt x="173" y="935"/>
                    <a:pt x="178" y="940"/>
                  </a:cubicBezTo>
                  <a:lnTo>
                    <a:pt x="529" y="1189"/>
                  </a:lnTo>
                  <a:cubicBezTo>
                    <a:pt x="535" y="1200"/>
                    <a:pt x="551" y="1200"/>
                    <a:pt x="562" y="1194"/>
                  </a:cubicBezTo>
                  <a:lnTo>
                    <a:pt x="837" y="1059"/>
                  </a:lnTo>
                  <a:cubicBezTo>
                    <a:pt x="843" y="1129"/>
                    <a:pt x="848" y="1189"/>
                    <a:pt x="848" y="1248"/>
                  </a:cubicBezTo>
                  <a:cubicBezTo>
                    <a:pt x="859" y="1351"/>
                    <a:pt x="864" y="1443"/>
                    <a:pt x="854" y="1545"/>
                  </a:cubicBezTo>
                  <a:cubicBezTo>
                    <a:pt x="821" y="1599"/>
                    <a:pt x="578" y="1994"/>
                    <a:pt x="562" y="2048"/>
                  </a:cubicBezTo>
                  <a:cubicBezTo>
                    <a:pt x="540" y="2107"/>
                    <a:pt x="529" y="2172"/>
                    <a:pt x="513" y="2242"/>
                  </a:cubicBezTo>
                  <a:cubicBezTo>
                    <a:pt x="475" y="2410"/>
                    <a:pt x="438" y="2588"/>
                    <a:pt x="351" y="2610"/>
                  </a:cubicBezTo>
                  <a:cubicBezTo>
                    <a:pt x="346" y="2610"/>
                    <a:pt x="346" y="2610"/>
                    <a:pt x="346" y="2610"/>
                  </a:cubicBezTo>
                  <a:cubicBezTo>
                    <a:pt x="254" y="2642"/>
                    <a:pt x="211" y="2750"/>
                    <a:pt x="211" y="2750"/>
                  </a:cubicBezTo>
                  <a:lnTo>
                    <a:pt x="211" y="2750"/>
                  </a:lnTo>
                  <a:cubicBezTo>
                    <a:pt x="211" y="2750"/>
                    <a:pt x="211" y="2756"/>
                    <a:pt x="211" y="2756"/>
                  </a:cubicBezTo>
                  <a:cubicBezTo>
                    <a:pt x="211" y="2777"/>
                    <a:pt x="222" y="2788"/>
                    <a:pt x="238" y="2788"/>
                  </a:cubicBezTo>
                  <a:cubicBezTo>
                    <a:pt x="238" y="2788"/>
                    <a:pt x="638" y="2804"/>
                    <a:pt x="659" y="2745"/>
                  </a:cubicBezTo>
                  <a:cubicBezTo>
                    <a:pt x="670" y="2712"/>
                    <a:pt x="654" y="2664"/>
                    <a:pt x="638" y="2626"/>
                  </a:cubicBezTo>
                  <a:lnTo>
                    <a:pt x="638" y="2626"/>
                  </a:lnTo>
                  <a:cubicBezTo>
                    <a:pt x="627" y="2604"/>
                    <a:pt x="621" y="2583"/>
                    <a:pt x="621" y="2577"/>
                  </a:cubicBezTo>
                  <a:cubicBezTo>
                    <a:pt x="621" y="2567"/>
                    <a:pt x="675" y="2480"/>
                    <a:pt x="735" y="2383"/>
                  </a:cubicBezTo>
                  <a:cubicBezTo>
                    <a:pt x="794" y="2286"/>
                    <a:pt x="859" y="2183"/>
                    <a:pt x="886" y="2156"/>
                  </a:cubicBezTo>
                  <a:cubicBezTo>
                    <a:pt x="929" y="2107"/>
                    <a:pt x="1054" y="1945"/>
                    <a:pt x="1113" y="1870"/>
                  </a:cubicBezTo>
                  <a:cubicBezTo>
                    <a:pt x="1151" y="1956"/>
                    <a:pt x="1226" y="2129"/>
                    <a:pt x="1264" y="2194"/>
                  </a:cubicBezTo>
                  <a:cubicBezTo>
                    <a:pt x="1291" y="2232"/>
                    <a:pt x="1345" y="2269"/>
                    <a:pt x="1399" y="2307"/>
                  </a:cubicBezTo>
                  <a:cubicBezTo>
                    <a:pt x="1475" y="2361"/>
                    <a:pt x="1556" y="2421"/>
                    <a:pt x="1594" y="2485"/>
                  </a:cubicBezTo>
                  <a:cubicBezTo>
                    <a:pt x="1572" y="2539"/>
                    <a:pt x="1475" y="2626"/>
                    <a:pt x="1464" y="2631"/>
                  </a:cubicBezTo>
                  <a:cubicBezTo>
                    <a:pt x="1453" y="2637"/>
                    <a:pt x="1453" y="2648"/>
                    <a:pt x="1453" y="2664"/>
                  </a:cubicBezTo>
                  <a:cubicBezTo>
                    <a:pt x="1453" y="2680"/>
                    <a:pt x="1470" y="2691"/>
                    <a:pt x="1486" y="2685"/>
                  </a:cubicBezTo>
                  <a:lnTo>
                    <a:pt x="1713" y="2648"/>
                  </a:lnTo>
                  <a:cubicBezTo>
                    <a:pt x="1723" y="2648"/>
                    <a:pt x="1734" y="2637"/>
                    <a:pt x="1740" y="2626"/>
                  </a:cubicBezTo>
                  <a:cubicBezTo>
                    <a:pt x="1745" y="2594"/>
                    <a:pt x="1767" y="2572"/>
                    <a:pt x="1783" y="2550"/>
                  </a:cubicBezTo>
                  <a:cubicBezTo>
                    <a:pt x="1805" y="2523"/>
                    <a:pt x="1832" y="2502"/>
                    <a:pt x="1842" y="2453"/>
                  </a:cubicBezTo>
                  <a:lnTo>
                    <a:pt x="1842" y="2453"/>
                  </a:lnTo>
                  <a:cubicBezTo>
                    <a:pt x="1842" y="2442"/>
                    <a:pt x="1842" y="2437"/>
                    <a:pt x="1837" y="2426"/>
                  </a:cubicBezTo>
                  <a:cubicBezTo>
                    <a:pt x="1837" y="2426"/>
                    <a:pt x="1610" y="2134"/>
                    <a:pt x="1588" y="2075"/>
                  </a:cubicBezTo>
                  <a:cubicBezTo>
                    <a:pt x="1551" y="1951"/>
                    <a:pt x="1540" y="1832"/>
                    <a:pt x="1556" y="1718"/>
                  </a:cubicBezTo>
                  <a:cubicBezTo>
                    <a:pt x="1567" y="1605"/>
                    <a:pt x="1599" y="1497"/>
                    <a:pt x="1648" y="1378"/>
                  </a:cubicBezTo>
                  <a:cubicBezTo>
                    <a:pt x="1740" y="1356"/>
                    <a:pt x="1799" y="1324"/>
                    <a:pt x="1842" y="1286"/>
                  </a:cubicBezTo>
                  <a:cubicBezTo>
                    <a:pt x="1891" y="1237"/>
                    <a:pt x="1907" y="1178"/>
                    <a:pt x="1902" y="1119"/>
                  </a:cubicBezTo>
                  <a:cubicBezTo>
                    <a:pt x="1896" y="1065"/>
                    <a:pt x="1875" y="1005"/>
                    <a:pt x="1842" y="951"/>
                  </a:cubicBezTo>
                  <a:cubicBezTo>
                    <a:pt x="1778" y="843"/>
                    <a:pt x="1669" y="751"/>
                    <a:pt x="1605" y="713"/>
                  </a:cubicBezTo>
                  <a:cubicBezTo>
                    <a:pt x="1513" y="643"/>
                    <a:pt x="1432" y="589"/>
                    <a:pt x="1394" y="567"/>
                  </a:cubicBezTo>
                  <a:lnTo>
                    <a:pt x="1421" y="449"/>
                  </a:lnTo>
                  <a:cubicBezTo>
                    <a:pt x="1443" y="427"/>
                    <a:pt x="1502" y="346"/>
                    <a:pt x="1502" y="216"/>
                  </a:cubicBezTo>
                  <a:lnTo>
                    <a:pt x="1502" y="211"/>
                  </a:lnTo>
                  <a:cubicBezTo>
                    <a:pt x="1486" y="43"/>
                    <a:pt x="1351" y="0"/>
                    <a:pt x="1210" y="11"/>
                  </a:cubicBezTo>
                  <a:cubicBezTo>
                    <a:pt x="1156" y="16"/>
                    <a:pt x="1097" y="33"/>
                    <a:pt x="1048" y="49"/>
                  </a:cubicBezTo>
                  <a:cubicBezTo>
                    <a:pt x="1000" y="65"/>
                    <a:pt x="956" y="92"/>
                    <a:pt x="935" y="114"/>
                  </a:cubicBezTo>
                  <a:lnTo>
                    <a:pt x="935" y="114"/>
                  </a:lnTo>
                  <a:cubicBezTo>
                    <a:pt x="908" y="141"/>
                    <a:pt x="902" y="168"/>
                    <a:pt x="924" y="189"/>
                  </a:cubicBezTo>
                  <a:lnTo>
                    <a:pt x="929" y="195"/>
                  </a:lnTo>
                  <a:cubicBezTo>
                    <a:pt x="956" y="227"/>
                    <a:pt x="978" y="249"/>
                    <a:pt x="994" y="265"/>
                  </a:cubicBezTo>
                  <a:cubicBezTo>
                    <a:pt x="1005" y="281"/>
                    <a:pt x="1005" y="292"/>
                    <a:pt x="1005" y="308"/>
                  </a:cubicBezTo>
                  <a:cubicBezTo>
                    <a:pt x="1005" y="324"/>
                    <a:pt x="1000" y="341"/>
                    <a:pt x="989" y="362"/>
                  </a:cubicBezTo>
                  <a:lnTo>
                    <a:pt x="989" y="362"/>
                  </a:lnTo>
                  <a:cubicBezTo>
                    <a:pt x="973" y="384"/>
                    <a:pt x="956" y="405"/>
                    <a:pt x="940" y="427"/>
                  </a:cubicBezTo>
                  <a:cubicBezTo>
                    <a:pt x="897" y="486"/>
                    <a:pt x="962" y="508"/>
                    <a:pt x="1000" y="51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1"/>
            <p:cNvSpPr/>
            <p:nvPr/>
          </p:nvSpPr>
          <p:spPr>
            <a:xfrm>
              <a:off x="5799505" y="2581869"/>
              <a:ext cx="115783" cy="243132"/>
            </a:xfrm>
            <a:custGeom>
              <a:avLst/>
              <a:gdLst/>
              <a:ahLst/>
              <a:cxnLst/>
              <a:rect l="l" t="t" r="r" b="b"/>
              <a:pathLst>
                <a:path w="1292" h="2713" extrusionOk="0">
                  <a:moveTo>
                    <a:pt x="93" y="2712"/>
                  </a:moveTo>
                  <a:lnTo>
                    <a:pt x="1135" y="416"/>
                  </a:lnTo>
                  <a:lnTo>
                    <a:pt x="1260" y="373"/>
                  </a:lnTo>
                  <a:lnTo>
                    <a:pt x="1292" y="0"/>
                  </a:lnTo>
                  <a:lnTo>
                    <a:pt x="1027" y="238"/>
                  </a:lnTo>
                  <a:lnTo>
                    <a:pt x="1054" y="368"/>
                  </a:lnTo>
                  <a:lnTo>
                    <a:pt x="1" y="268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1"/>
            <p:cNvSpPr/>
            <p:nvPr/>
          </p:nvSpPr>
          <p:spPr>
            <a:xfrm>
              <a:off x="5796100" y="2579449"/>
              <a:ext cx="122145" cy="248420"/>
            </a:xfrm>
            <a:custGeom>
              <a:avLst/>
              <a:gdLst/>
              <a:ahLst/>
              <a:cxnLst/>
              <a:rect l="l" t="t" r="r" b="b"/>
              <a:pathLst>
                <a:path w="1363" h="2772" extrusionOk="0">
                  <a:moveTo>
                    <a:pt x="158" y="2750"/>
                  </a:moveTo>
                  <a:lnTo>
                    <a:pt x="1195" y="470"/>
                  </a:lnTo>
                  <a:lnTo>
                    <a:pt x="1308" y="427"/>
                  </a:lnTo>
                  <a:cubicBezTo>
                    <a:pt x="1319" y="427"/>
                    <a:pt x="1330" y="416"/>
                    <a:pt x="1330" y="400"/>
                  </a:cubicBezTo>
                  <a:lnTo>
                    <a:pt x="1362" y="33"/>
                  </a:lnTo>
                  <a:cubicBezTo>
                    <a:pt x="1362" y="17"/>
                    <a:pt x="1352" y="0"/>
                    <a:pt x="1335" y="0"/>
                  </a:cubicBezTo>
                  <a:cubicBezTo>
                    <a:pt x="1325" y="0"/>
                    <a:pt x="1319" y="0"/>
                    <a:pt x="1314" y="6"/>
                  </a:cubicBezTo>
                  <a:lnTo>
                    <a:pt x="1044" y="243"/>
                  </a:lnTo>
                  <a:cubicBezTo>
                    <a:pt x="1038" y="249"/>
                    <a:pt x="1033" y="260"/>
                    <a:pt x="1038" y="270"/>
                  </a:cubicBezTo>
                  <a:lnTo>
                    <a:pt x="1038" y="270"/>
                  </a:lnTo>
                  <a:lnTo>
                    <a:pt x="1060" y="389"/>
                  </a:lnTo>
                  <a:lnTo>
                    <a:pt x="6" y="2696"/>
                  </a:lnTo>
                  <a:cubicBezTo>
                    <a:pt x="1" y="2712"/>
                    <a:pt x="6" y="2729"/>
                    <a:pt x="23" y="2739"/>
                  </a:cubicBezTo>
                  <a:cubicBezTo>
                    <a:pt x="23" y="2739"/>
                    <a:pt x="28" y="2739"/>
                    <a:pt x="28" y="2739"/>
                  </a:cubicBezTo>
                  <a:lnTo>
                    <a:pt x="120" y="2767"/>
                  </a:lnTo>
                  <a:cubicBezTo>
                    <a:pt x="136" y="2772"/>
                    <a:pt x="152" y="2767"/>
                    <a:pt x="158" y="2750"/>
                  </a:cubicBezTo>
                  <a:close/>
                  <a:moveTo>
                    <a:pt x="1146" y="433"/>
                  </a:moveTo>
                  <a:lnTo>
                    <a:pt x="114" y="2702"/>
                  </a:lnTo>
                  <a:lnTo>
                    <a:pt x="77" y="2691"/>
                  </a:lnTo>
                  <a:lnTo>
                    <a:pt x="1119" y="406"/>
                  </a:lnTo>
                  <a:cubicBezTo>
                    <a:pt x="1125" y="400"/>
                    <a:pt x="1125" y="395"/>
                    <a:pt x="1125" y="384"/>
                  </a:cubicBezTo>
                  <a:lnTo>
                    <a:pt x="1098" y="276"/>
                  </a:lnTo>
                  <a:lnTo>
                    <a:pt x="1292" y="103"/>
                  </a:lnTo>
                  <a:lnTo>
                    <a:pt x="1271" y="379"/>
                  </a:lnTo>
                  <a:lnTo>
                    <a:pt x="1162" y="416"/>
                  </a:lnTo>
                  <a:cubicBezTo>
                    <a:pt x="1157" y="422"/>
                    <a:pt x="1146" y="427"/>
                    <a:pt x="1146"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1"/>
            <p:cNvSpPr/>
            <p:nvPr/>
          </p:nvSpPr>
          <p:spPr>
            <a:xfrm>
              <a:off x="5916185" y="2646214"/>
              <a:ext cx="88719" cy="114352"/>
            </a:xfrm>
            <a:custGeom>
              <a:avLst/>
              <a:gdLst/>
              <a:ahLst/>
              <a:cxnLst/>
              <a:rect l="l" t="t" r="r" b="b"/>
              <a:pathLst>
                <a:path w="990" h="1276" extrusionOk="0">
                  <a:moveTo>
                    <a:pt x="492" y="1276"/>
                  </a:moveTo>
                  <a:cubicBezTo>
                    <a:pt x="768" y="1276"/>
                    <a:pt x="989" y="990"/>
                    <a:pt x="989" y="638"/>
                  </a:cubicBezTo>
                  <a:cubicBezTo>
                    <a:pt x="989" y="287"/>
                    <a:pt x="768" y="1"/>
                    <a:pt x="492" y="1"/>
                  </a:cubicBezTo>
                  <a:cubicBezTo>
                    <a:pt x="222" y="1"/>
                    <a:pt x="1" y="287"/>
                    <a:pt x="1" y="638"/>
                  </a:cubicBezTo>
                  <a:cubicBezTo>
                    <a:pt x="1" y="990"/>
                    <a:pt x="222" y="1276"/>
                    <a:pt x="492" y="12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1"/>
            <p:cNvSpPr/>
            <p:nvPr/>
          </p:nvSpPr>
          <p:spPr>
            <a:xfrm>
              <a:off x="5913317" y="2643794"/>
              <a:ext cx="94006" cy="119191"/>
            </a:xfrm>
            <a:custGeom>
              <a:avLst/>
              <a:gdLst/>
              <a:ahLst/>
              <a:cxnLst/>
              <a:rect l="l" t="t" r="r" b="b"/>
              <a:pathLst>
                <a:path w="1049" h="1330" extrusionOk="0">
                  <a:moveTo>
                    <a:pt x="524" y="1330"/>
                  </a:moveTo>
                  <a:cubicBezTo>
                    <a:pt x="670" y="1330"/>
                    <a:pt x="805" y="1254"/>
                    <a:pt x="897" y="1135"/>
                  </a:cubicBezTo>
                  <a:cubicBezTo>
                    <a:pt x="994" y="1011"/>
                    <a:pt x="1048" y="849"/>
                    <a:pt x="1048" y="665"/>
                  </a:cubicBezTo>
                  <a:cubicBezTo>
                    <a:pt x="1048" y="487"/>
                    <a:pt x="994" y="320"/>
                    <a:pt x="897" y="201"/>
                  </a:cubicBezTo>
                  <a:cubicBezTo>
                    <a:pt x="805" y="77"/>
                    <a:pt x="670" y="1"/>
                    <a:pt x="524" y="1"/>
                  </a:cubicBezTo>
                  <a:cubicBezTo>
                    <a:pt x="379" y="1"/>
                    <a:pt x="249" y="77"/>
                    <a:pt x="152" y="201"/>
                  </a:cubicBezTo>
                  <a:cubicBezTo>
                    <a:pt x="60" y="320"/>
                    <a:pt x="0" y="487"/>
                    <a:pt x="0" y="665"/>
                  </a:cubicBezTo>
                  <a:cubicBezTo>
                    <a:pt x="0" y="849"/>
                    <a:pt x="60" y="1011"/>
                    <a:pt x="152" y="1135"/>
                  </a:cubicBezTo>
                  <a:cubicBezTo>
                    <a:pt x="249" y="1254"/>
                    <a:pt x="379" y="1330"/>
                    <a:pt x="524" y="1330"/>
                  </a:cubicBezTo>
                  <a:close/>
                  <a:moveTo>
                    <a:pt x="849" y="1098"/>
                  </a:moveTo>
                  <a:cubicBezTo>
                    <a:pt x="768" y="1206"/>
                    <a:pt x="654" y="1271"/>
                    <a:pt x="524" y="1271"/>
                  </a:cubicBezTo>
                  <a:cubicBezTo>
                    <a:pt x="400" y="1271"/>
                    <a:pt x="287" y="1206"/>
                    <a:pt x="200" y="1098"/>
                  </a:cubicBezTo>
                  <a:cubicBezTo>
                    <a:pt x="114" y="984"/>
                    <a:pt x="65" y="833"/>
                    <a:pt x="65" y="665"/>
                  </a:cubicBezTo>
                  <a:cubicBezTo>
                    <a:pt x="65" y="498"/>
                    <a:pt x="114" y="347"/>
                    <a:pt x="200" y="233"/>
                  </a:cubicBezTo>
                  <a:cubicBezTo>
                    <a:pt x="287" y="125"/>
                    <a:pt x="400" y="60"/>
                    <a:pt x="524" y="60"/>
                  </a:cubicBezTo>
                  <a:cubicBezTo>
                    <a:pt x="654" y="60"/>
                    <a:pt x="768" y="125"/>
                    <a:pt x="849" y="233"/>
                  </a:cubicBezTo>
                  <a:cubicBezTo>
                    <a:pt x="935" y="347"/>
                    <a:pt x="989" y="498"/>
                    <a:pt x="989" y="665"/>
                  </a:cubicBezTo>
                  <a:cubicBezTo>
                    <a:pt x="989" y="833"/>
                    <a:pt x="935" y="984"/>
                    <a:pt x="849" y="10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1"/>
            <p:cNvSpPr/>
            <p:nvPr/>
          </p:nvSpPr>
          <p:spPr>
            <a:xfrm>
              <a:off x="5944324" y="2615296"/>
              <a:ext cx="36384" cy="27692"/>
            </a:xfrm>
            <a:custGeom>
              <a:avLst/>
              <a:gdLst/>
              <a:ahLst/>
              <a:cxnLst/>
              <a:rect l="l" t="t" r="r" b="b"/>
              <a:pathLst>
                <a:path w="406" h="309" extrusionOk="0">
                  <a:moveTo>
                    <a:pt x="27" y="130"/>
                  </a:moveTo>
                  <a:cubicBezTo>
                    <a:pt x="38" y="114"/>
                    <a:pt x="38" y="97"/>
                    <a:pt x="49" y="81"/>
                  </a:cubicBezTo>
                  <a:cubicBezTo>
                    <a:pt x="60" y="60"/>
                    <a:pt x="92" y="43"/>
                    <a:pt x="119" y="38"/>
                  </a:cubicBezTo>
                  <a:cubicBezTo>
                    <a:pt x="162" y="22"/>
                    <a:pt x="216" y="27"/>
                    <a:pt x="259" y="49"/>
                  </a:cubicBezTo>
                  <a:cubicBezTo>
                    <a:pt x="357" y="92"/>
                    <a:pt x="351" y="200"/>
                    <a:pt x="341" y="292"/>
                  </a:cubicBezTo>
                  <a:cubicBezTo>
                    <a:pt x="341" y="303"/>
                    <a:pt x="357" y="308"/>
                    <a:pt x="362" y="297"/>
                  </a:cubicBezTo>
                  <a:cubicBezTo>
                    <a:pt x="405" y="200"/>
                    <a:pt x="362" y="60"/>
                    <a:pt x="259" y="22"/>
                  </a:cubicBezTo>
                  <a:cubicBezTo>
                    <a:pt x="205" y="0"/>
                    <a:pt x="141" y="0"/>
                    <a:pt x="92" y="27"/>
                  </a:cubicBezTo>
                  <a:cubicBezTo>
                    <a:pt x="60" y="43"/>
                    <a:pt x="0" y="87"/>
                    <a:pt x="27" y="130"/>
                  </a:cubicBezTo>
                  <a:cubicBezTo>
                    <a:pt x="27" y="130"/>
                    <a:pt x="27" y="130"/>
                    <a:pt x="33" y="1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1"/>
            <p:cNvSpPr/>
            <p:nvPr/>
          </p:nvSpPr>
          <p:spPr>
            <a:xfrm>
              <a:off x="5945758" y="2630262"/>
              <a:ext cx="13173" cy="17027"/>
            </a:xfrm>
            <a:custGeom>
              <a:avLst/>
              <a:gdLst/>
              <a:ahLst/>
              <a:cxnLst/>
              <a:rect l="l" t="t" r="r" b="b"/>
              <a:pathLst>
                <a:path w="147" h="190" extrusionOk="0">
                  <a:moveTo>
                    <a:pt x="17" y="136"/>
                  </a:moveTo>
                  <a:cubicBezTo>
                    <a:pt x="17" y="103"/>
                    <a:pt x="22" y="76"/>
                    <a:pt x="49" y="55"/>
                  </a:cubicBezTo>
                  <a:cubicBezTo>
                    <a:pt x="76" y="38"/>
                    <a:pt x="108" y="33"/>
                    <a:pt x="130" y="17"/>
                  </a:cubicBezTo>
                  <a:cubicBezTo>
                    <a:pt x="130" y="11"/>
                    <a:pt x="125" y="11"/>
                    <a:pt x="125" y="11"/>
                  </a:cubicBezTo>
                  <a:cubicBezTo>
                    <a:pt x="125" y="28"/>
                    <a:pt x="130" y="49"/>
                    <a:pt x="130" y="65"/>
                  </a:cubicBezTo>
                  <a:cubicBezTo>
                    <a:pt x="125" y="87"/>
                    <a:pt x="98" y="98"/>
                    <a:pt x="87" y="114"/>
                  </a:cubicBezTo>
                  <a:cubicBezTo>
                    <a:pt x="65" y="130"/>
                    <a:pt x="71" y="157"/>
                    <a:pt x="76" y="179"/>
                  </a:cubicBezTo>
                  <a:cubicBezTo>
                    <a:pt x="76" y="190"/>
                    <a:pt x="87" y="184"/>
                    <a:pt x="87" y="179"/>
                  </a:cubicBezTo>
                  <a:cubicBezTo>
                    <a:pt x="87" y="152"/>
                    <a:pt x="81" y="130"/>
                    <a:pt x="108" y="114"/>
                  </a:cubicBezTo>
                  <a:cubicBezTo>
                    <a:pt x="119" y="103"/>
                    <a:pt x="125" y="98"/>
                    <a:pt x="135" y="87"/>
                  </a:cubicBezTo>
                  <a:cubicBezTo>
                    <a:pt x="146" y="65"/>
                    <a:pt x="141" y="33"/>
                    <a:pt x="135" y="6"/>
                  </a:cubicBezTo>
                  <a:cubicBezTo>
                    <a:pt x="135" y="6"/>
                    <a:pt x="130" y="1"/>
                    <a:pt x="125" y="6"/>
                  </a:cubicBezTo>
                  <a:cubicBezTo>
                    <a:pt x="92" y="28"/>
                    <a:pt x="49" y="38"/>
                    <a:pt x="22" y="65"/>
                  </a:cubicBezTo>
                  <a:cubicBezTo>
                    <a:pt x="0" y="87"/>
                    <a:pt x="6" y="114"/>
                    <a:pt x="6" y="136"/>
                  </a:cubicBezTo>
                  <a:cubicBezTo>
                    <a:pt x="6" y="141"/>
                    <a:pt x="17" y="141"/>
                    <a:pt x="17" y="1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1"/>
            <p:cNvSpPr/>
            <p:nvPr/>
          </p:nvSpPr>
          <p:spPr>
            <a:xfrm>
              <a:off x="5961261" y="2620135"/>
              <a:ext cx="12188" cy="13174"/>
            </a:xfrm>
            <a:custGeom>
              <a:avLst/>
              <a:gdLst/>
              <a:ahLst/>
              <a:cxnLst/>
              <a:rect l="l" t="t" r="r" b="b"/>
              <a:pathLst>
                <a:path w="136" h="147" extrusionOk="0">
                  <a:moveTo>
                    <a:pt x="0" y="16"/>
                  </a:moveTo>
                  <a:cubicBezTo>
                    <a:pt x="43" y="6"/>
                    <a:pt x="70" y="33"/>
                    <a:pt x="87" y="65"/>
                  </a:cubicBezTo>
                  <a:cubicBezTo>
                    <a:pt x="97" y="76"/>
                    <a:pt x="103" y="92"/>
                    <a:pt x="108" y="108"/>
                  </a:cubicBezTo>
                  <a:cubicBezTo>
                    <a:pt x="108" y="119"/>
                    <a:pt x="114" y="130"/>
                    <a:pt x="119" y="141"/>
                  </a:cubicBezTo>
                  <a:cubicBezTo>
                    <a:pt x="119" y="141"/>
                    <a:pt x="130" y="146"/>
                    <a:pt x="130" y="141"/>
                  </a:cubicBezTo>
                  <a:cubicBezTo>
                    <a:pt x="135" y="108"/>
                    <a:pt x="108" y="65"/>
                    <a:pt x="92" y="49"/>
                  </a:cubicBezTo>
                  <a:cubicBezTo>
                    <a:pt x="65" y="16"/>
                    <a:pt x="38" y="0"/>
                    <a:pt x="0" y="11"/>
                  </a:cubicBezTo>
                  <a:cubicBezTo>
                    <a:pt x="0" y="11"/>
                    <a:pt x="0" y="16"/>
                    <a:pt x="0"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1"/>
            <p:cNvSpPr/>
            <p:nvPr/>
          </p:nvSpPr>
          <p:spPr>
            <a:xfrm>
              <a:off x="5942801" y="2607051"/>
              <a:ext cx="8872" cy="11650"/>
            </a:xfrm>
            <a:custGeom>
              <a:avLst/>
              <a:gdLst/>
              <a:ahLst/>
              <a:cxnLst/>
              <a:rect l="l" t="t" r="r" b="b"/>
              <a:pathLst>
                <a:path w="99" h="130" extrusionOk="0">
                  <a:moveTo>
                    <a:pt x="1" y="6"/>
                  </a:moveTo>
                  <a:cubicBezTo>
                    <a:pt x="28" y="22"/>
                    <a:pt x="39" y="38"/>
                    <a:pt x="55" y="60"/>
                  </a:cubicBezTo>
                  <a:cubicBezTo>
                    <a:pt x="66" y="81"/>
                    <a:pt x="71" y="108"/>
                    <a:pt x="87" y="125"/>
                  </a:cubicBezTo>
                  <a:cubicBezTo>
                    <a:pt x="93" y="130"/>
                    <a:pt x="98" y="130"/>
                    <a:pt x="98" y="125"/>
                  </a:cubicBezTo>
                  <a:cubicBezTo>
                    <a:pt x="87" y="98"/>
                    <a:pt x="71" y="76"/>
                    <a:pt x="60" y="54"/>
                  </a:cubicBezTo>
                  <a:cubicBezTo>
                    <a:pt x="44" y="33"/>
                    <a:pt x="28" y="16"/>
                    <a:pt x="6" y="6"/>
                  </a:cubicBezTo>
                  <a:cubicBezTo>
                    <a:pt x="1" y="0"/>
                    <a:pt x="1" y="6"/>
                    <a:pt x="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1"/>
            <p:cNvSpPr/>
            <p:nvPr/>
          </p:nvSpPr>
          <p:spPr>
            <a:xfrm>
              <a:off x="5951045" y="2605618"/>
              <a:ext cx="5915" cy="12188"/>
            </a:xfrm>
            <a:custGeom>
              <a:avLst/>
              <a:gdLst/>
              <a:ahLst/>
              <a:cxnLst/>
              <a:rect l="l" t="t" r="r" b="b"/>
              <a:pathLst>
                <a:path w="66" h="136" extrusionOk="0">
                  <a:moveTo>
                    <a:pt x="1" y="0"/>
                  </a:moveTo>
                  <a:cubicBezTo>
                    <a:pt x="17" y="22"/>
                    <a:pt x="28" y="43"/>
                    <a:pt x="33" y="76"/>
                  </a:cubicBezTo>
                  <a:cubicBezTo>
                    <a:pt x="39" y="92"/>
                    <a:pt x="39" y="119"/>
                    <a:pt x="55" y="130"/>
                  </a:cubicBezTo>
                  <a:cubicBezTo>
                    <a:pt x="55" y="135"/>
                    <a:pt x="66" y="130"/>
                    <a:pt x="66" y="124"/>
                  </a:cubicBezTo>
                  <a:cubicBezTo>
                    <a:pt x="66" y="103"/>
                    <a:pt x="49" y="76"/>
                    <a:pt x="44" y="54"/>
                  </a:cubicBezTo>
                  <a:cubicBezTo>
                    <a:pt x="33" y="32"/>
                    <a:pt x="22" y="11"/>
                    <a:pt x="1" y="0"/>
                  </a:cubicBez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1"/>
            <p:cNvSpPr/>
            <p:nvPr/>
          </p:nvSpPr>
          <p:spPr>
            <a:xfrm>
              <a:off x="5960276" y="2604094"/>
              <a:ext cx="2509" cy="13711"/>
            </a:xfrm>
            <a:custGeom>
              <a:avLst/>
              <a:gdLst/>
              <a:ahLst/>
              <a:cxnLst/>
              <a:rect l="l" t="t" r="r" b="b"/>
              <a:pathLst>
                <a:path w="28" h="153" extrusionOk="0">
                  <a:moveTo>
                    <a:pt x="0" y="1"/>
                  </a:moveTo>
                  <a:cubicBezTo>
                    <a:pt x="0" y="44"/>
                    <a:pt x="22" y="93"/>
                    <a:pt x="6" y="136"/>
                  </a:cubicBezTo>
                  <a:cubicBezTo>
                    <a:pt x="6" y="147"/>
                    <a:pt x="22" y="152"/>
                    <a:pt x="22" y="136"/>
                  </a:cubicBezTo>
                  <a:cubicBezTo>
                    <a:pt x="27" y="87"/>
                    <a:pt x="11" y="49"/>
                    <a:pt x="6" y="1"/>
                  </a:cubicBezTo>
                  <a:cubicBezTo>
                    <a:pt x="6" y="1"/>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1"/>
            <p:cNvSpPr/>
            <p:nvPr/>
          </p:nvSpPr>
          <p:spPr>
            <a:xfrm>
              <a:off x="5967086" y="2603646"/>
              <a:ext cx="4391" cy="15056"/>
            </a:xfrm>
            <a:custGeom>
              <a:avLst/>
              <a:gdLst/>
              <a:ahLst/>
              <a:cxnLst/>
              <a:rect l="l" t="t" r="r" b="b"/>
              <a:pathLst>
                <a:path w="49" h="168" extrusionOk="0">
                  <a:moveTo>
                    <a:pt x="38" y="6"/>
                  </a:moveTo>
                  <a:cubicBezTo>
                    <a:pt x="27" y="27"/>
                    <a:pt x="32" y="54"/>
                    <a:pt x="27" y="81"/>
                  </a:cubicBezTo>
                  <a:cubicBezTo>
                    <a:pt x="22" y="103"/>
                    <a:pt x="11" y="130"/>
                    <a:pt x="0" y="152"/>
                  </a:cubicBezTo>
                  <a:cubicBezTo>
                    <a:pt x="0" y="163"/>
                    <a:pt x="11" y="168"/>
                    <a:pt x="16" y="163"/>
                  </a:cubicBezTo>
                  <a:cubicBezTo>
                    <a:pt x="43" y="114"/>
                    <a:pt x="43" y="60"/>
                    <a:pt x="49" y="6"/>
                  </a:cubicBezTo>
                  <a:cubicBezTo>
                    <a:pt x="49" y="0"/>
                    <a:pt x="38" y="0"/>
                    <a:pt x="3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1"/>
            <p:cNvSpPr/>
            <p:nvPr/>
          </p:nvSpPr>
          <p:spPr>
            <a:xfrm>
              <a:off x="5970940" y="2608933"/>
              <a:ext cx="10754" cy="13174"/>
            </a:xfrm>
            <a:custGeom>
              <a:avLst/>
              <a:gdLst/>
              <a:ahLst/>
              <a:cxnLst/>
              <a:rect l="l" t="t" r="r" b="b"/>
              <a:pathLst>
                <a:path w="120" h="147" extrusionOk="0">
                  <a:moveTo>
                    <a:pt x="114" y="1"/>
                  </a:moveTo>
                  <a:cubicBezTo>
                    <a:pt x="92" y="50"/>
                    <a:pt x="60" y="98"/>
                    <a:pt x="11" y="131"/>
                  </a:cubicBezTo>
                  <a:cubicBezTo>
                    <a:pt x="0" y="136"/>
                    <a:pt x="11" y="147"/>
                    <a:pt x="22" y="141"/>
                  </a:cubicBezTo>
                  <a:cubicBezTo>
                    <a:pt x="71" y="114"/>
                    <a:pt x="103" y="66"/>
                    <a:pt x="119" y="6"/>
                  </a:cubicBezTo>
                  <a:cubicBezTo>
                    <a:pt x="119" y="1"/>
                    <a:pt x="114" y="1"/>
                    <a:pt x="10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1"/>
            <p:cNvSpPr/>
            <p:nvPr/>
          </p:nvSpPr>
          <p:spPr>
            <a:xfrm>
              <a:off x="5976227" y="2621032"/>
              <a:ext cx="5915" cy="5915"/>
            </a:xfrm>
            <a:custGeom>
              <a:avLst/>
              <a:gdLst/>
              <a:ahLst/>
              <a:cxnLst/>
              <a:rect l="l" t="t" r="r" b="b"/>
              <a:pathLst>
                <a:path w="66" h="66" extrusionOk="0">
                  <a:moveTo>
                    <a:pt x="66" y="1"/>
                  </a:moveTo>
                  <a:cubicBezTo>
                    <a:pt x="60" y="17"/>
                    <a:pt x="44" y="23"/>
                    <a:pt x="28" y="33"/>
                  </a:cubicBezTo>
                  <a:cubicBezTo>
                    <a:pt x="22" y="39"/>
                    <a:pt x="1" y="44"/>
                    <a:pt x="1" y="60"/>
                  </a:cubicBezTo>
                  <a:cubicBezTo>
                    <a:pt x="1" y="60"/>
                    <a:pt x="1" y="66"/>
                    <a:pt x="6" y="66"/>
                  </a:cubicBezTo>
                  <a:cubicBezTo>
                    <a:pt x="12" y="66"/>
                    <a:pt x="17" y="60"/>
                    <a:pt x="22" y="55"/>
                  </a:cubicBezTo>
                  <a:cubicBezTo>
                    <a:pt x="28" y="50"/>
                    <a:pt x="33" y="50"/>
                    <a:pt x="39" y="44"/>
                  </a:cubicBezTo>
                  <a:cubicBezTo>
                    <a:pt x="55" y="33"/>
                    <a:pt x="60" y="17"/>
                    <a:pt x="66" y="1"/>
                  </a:cubicBezTo>
                  <a:cubicBezTo>
                    <a:pt x="66" y="1"/>
                    <a:pt x="66"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1"/>
            <p:cNvSpPr/>
            <p:nvPr/>
          </p:nvSpPr>
          <p:spPr>
            <a:xfrm>
              <a:off x="5893422" y="2610457"/>
              <a:ext cx="11291" cy="9768"/>
            </a:xfrm>
            <a:custGeom>
              <a:avLst/>
              <a:gdLst/>
              <a:ahLst/>
              <a:cxnLst/>
              <a:rect l="l" t="t" r="r" b="b"/>
              <a:pathLst>
                <a:path w="126" h="109" extrusionOk="0">
                  <a:moveTo>
                    <a:pt x="6" y="5"/>
                  </a:moveTo>
                  <a:cubicBezTo>
                    <a:pt x="1" y="33"/>
                    <a:pt x="22" y="60"/>
                    <a:pt x="44" y="76"/>
                  </a:cubicBezTo>
                  <a:cubicBezTo>
                    <a:pt x="66" y="92"/>
                    <a:pt x="104" y="108"/>
                    <a:pt x="120" y="81"/>
                  </a:cubicBezTo>
                  <a:cubicBezTo>
                    <a:pt x="125" y="81"/>
                    <a:pt x="120" y="76"/>
                    <a:pt x="120" y="76"/>
                  </a:cubicBezTo>
                  <a:cubicBezTo>
                    <a:pt x="109" y="76"/>
                    <a:pt x="104" y="76"/>
                    <a:pt x="93" y="76"/>
                  </a:cubicBezTo>
                  <a:cubicBezTo>
                    <a:pt x="82" y="76"/>
                    <a:pt x="71" y="70"/>
                    <a:pt x="60" y="65"/>
                  </a:cubicBezTo>
                  <a:cubicBezTo>
                    <a:pt x="33" y="49"/>
                    <a:pt x="22" y="27"/>
                    <a:pt x="12" y="5"/>
                  </a:cubicBezTo>
                  <a:cubicBezTo>
                    <a:pt x="12" y="0"/>
                    <a:pt x="6" y="0"/>
                    <a:pt x="6"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1"/>
            <p:cNvSpPr/>
            <p:nvPr/>
          </p:nvSpPr>
          <p:spPr>
            <a:xfrm>
              <a:off x="5897365" y="2585723"/>
              <a:ext cx="16041" cy="32083"/>
            </a:xfrm>
            <a:custGeom>
              <a:avLst/>
              <a:gdLst/>
              <a:ahLst/>
              <a:cxnLst/>
              <a:rect l="l" t="t" r="r" b="b"/>
              <a:pathLst>
                <a:path w="179" h="358" extrusionOk="0">
                  <a:moveTo>
                    <a:pt x="11" y="346"/>
                  </a:moveTo>
                  <a:cubicBezTo>
                    <a:pt x="38" y="287"/>
                    <a:pt x="76" y="238"/>
                    <a:pt x="103" y="179"/>
                  </a:cubicBezTo>
                  <a:cubicBezTo>
                    <a:pt x="114" y="152"/>
                    <a:pt x="119" y="125"/>
                    <a:pt x="130" y="103"/>
                  </a:cubicBezTo>
                  <a:cubicBezTo>
                    <a:pt x="146" y="71"/>
                    <a:pt x="168" y="38"/>
                    <a:pt x="178" y="6"/>
                  </a:cubicBezTo>
                  <a:cubicBezTo>
                    <a:pt x="178" y="1"/>
                    <a:pt x="173" y="1"/>
                    <a:pt x="173" y="1"/>
                  </a:cubicBezTo>
                  <a:cubicBezTo>
                    <a:pt x="130" y="38"/>
                    <a:pt x="114" y="109"/>
                    <a:pt x="97" y="157"/>
                  </a:cubicBezTo>
                  <a:cubicBezTo>
                    <a:pt x="70" y="222"/>
                    <a:pt x="27" y="276"/>
                    <a:pt x="0" y="346"/>
                  </a:cubicBezTo>
                  <a:cubicBezTo>
                    <a:pt x="0" y="352"/>
                    <a:pt x="11" y="357"/>
                    <a:pt x="11" y="3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1"/>
            <p:cNvSpPr/>
            <p:nvPr/>
          </p:nvSpPr>
          <p:spPr>
            <a:xfrm>
              <a:off x="5892526" y="2603198"/>
              <a:ext cx="12636" cy="1972"/>
            </a:xfrm>
            <a:custGeom>
              <a:avLst/>
              <a:gdLst/>
              <a:ahLst/>
              <a:cxnLst/>
              <a:rect l="l" t="t" r="r" b="b"/>
              <a:pathLst>
                <a:path w="141" h="22" extrusionOk="0">
                  <a:moveTo>
                    <a:pt x="5" y="16"/>
                  </a:moveTo>
                  <a:cubicBezTo>
                    <a:pt x="49" y="22"/>
                    <a:pt x="92" y="22"/>
                    <a:pt x="130" y="16"/>
                  </a:cubicBezTo>
                  <a:cubicBezTo>
                    <a:pt x="141" y="16"/>
                    <a:pt x="141" y="5"/>
                    <a:pt x="130" y="5"/>
                  </a:cubicBezTo>
                  <a:cubicBezTo>
                    <a:pt x="92" y="5"/>
                    <a:pt x="49" y="0"/>
                    <a:pt x="5" y="5"/>
                  </a:cubicBezTo>
                  <a:cubicBezTo>
                    <a:pt x="0" y="5"/>
                    <a:pt x="0" y="16"/>
                    <a:pt x="5"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1"/>
            <p:cNvSpPr/>
            <p:nvPr/>
          </p:nvSpPr>
          <p:spPr>
            <a:xfrm>
              <a:off x="5903638" y="2603646"/>
              <a:ext cx="8334" cy="10754"/>
            </a:xfrm>
            <a:custGeom>
              <a:avLst/>
              <a:gdLst/>
              <a:ahLst/>
              <a:cxnLst/>
              <a:rect l="l" t="t" r="r" b="b"/>
              <a:pathLst>
                <a:path w="93" h="120" extrusionOk="0">
                  <a:moveTo>
                    <a:pt x="6" y="6"/>
                  </a:moveTo>
                  <a:cubicBezTo>
                    <a:pt x="0" y="27"/>
                    <a:pt x="17" y="49"/>
                    <a:pt x="33" y="71"/>
                  </a:cubicBezTo>
                  <a:cubicBezTo>
                    <a:pt x="44" y="87"/>
                    <a:pt x="65" y="114"/>
                    <a:pt x="81" y="119"/>
                  </a:cubicBezTo>
                  <a:cubicBezTo>
                    <a:pt x="87" y="119"/>
                    <a:pt x="92" y="114"/>
                    <a:pt x="92" y="109"/>
                  </a:cubicBezTo>
                  <a:cubicBezTo>
                    <a:pt x="81" y="92"/>
                    <a:pt x="65" y="81"/>
                    <a:pt x="49" y="71"/>
                  </a:cubicBezTo>
                  <a:cubicBezTo>
                    <a:pt x="33" y="49"/>
                    <a:pt x="22" y="27"/>
                    <a:pt x="17" y="0"/>
                  </a:cubicBezTo>
                  <a:cubicBezTo>
                    <a:pt x="17" y="0"/>
                    <a:pt x="6" y="0"/>
                    <a:pt x="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1"/>
            <p:cNvSpPr/>
            <p:nvPr/>
          </p:nvSpPr>
          <p:spPr>
            <a:xfrm>
              <a:off x="5976765" y="2796322"/>
              <a:ext cx="25271" cy="6363"/>
            </a:xfrm>
            <a:custGeom>
              <a:avLst/>
              <a:gdLst/>
              <a:ahLst/>
              <a:cxnLst/>
              <a:rect l="l" t="t" r="r" b="b"/>
              <a:pathLst>
                <a:path w="282" h="71" extrusionOk="0">
                  <a:moveTo>
                    <a:pt x="0" y="44"/>
                  </a:moveTo>
                  <a:cubicBezTo>
                    <a:pt x="97" y="71"/>
                    <a:pt x="189" y="71"/>
                    <a:pt x="276" y="17"/>
                  </a:cubicBezTo>
                  <a:cubicBezTo>
                    <a:pt x="281" y="12"/>
                    <a:pt x="281" y="1"/>
                    <a:pt x="270" y="6"/>
                  </a:cubicBezTo>
                  <a:cubicBezTo>
                    <a:pt x="238" y="17"/>
                    <a:pt x="200" y="33"/>
                    <a:pt x="162" y="44"/>
                  </a:cubicBezTo>
                  <a:cubicBezTo>
                    <a:pt x="108" y="55"/>
                    <a:pt x="54" y="49"/>
                    <a:pt x="6" y="39"/>
                  </a:cubicBezTo>
                  <a:cubicBezTo>
                    <a:pt x="0" y="33"/>
                    <a:pt x="0" y="39"/>
                    <a:pt x="0"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1"/>
            <p:cNvSpPr/>
            <p:nvPr/>
          </p:nvSpPr>
          <p:spPr>
            <a:xfrm>
              <a:off x="5983486" y="2798742"/>
              <a:ext cx="20432" cy="6363"/>
            </a:xfrm>
            <a:custGeom>
              <a:avLst/>
              <a:gdLst/>
              <a:ahLst/>
              <a:cxnLst/>
              <a:rect l="l" t="t" r="r" b="b"/>
              <a:pathLst>
                <a:path w="228" h="71" extrusionOk="0">
                  <a:moveTo>
                    <a:pt x="6" y="60"/>
                  </a:moveTo>
                  <a:cubicBezTo>
                    <a:pt x="76" y="71"/>
                    <a:pt x="174" y="71"/>
                    <a:pt x="222" y="12"/>
                  </a:cubicBezTo>
                  <a:cubicBezTo>
                    <a:pt x="228" y="6"/>
                    <a:pt x="222" y="1"/>
                    <a:pt x="222" y="6"/>
                  </a:cubicBezTo>
                  <a:cubicBezTo>
                    <a:pt x="190" y="17"/>
                    <a:pt x="163" y="39"/>
                    <a:pt x="125" y="44"/>
                  </a:cubicBezTo>
                  <a:cubicBezTo>
                    <a:pt x="87" y="55"/>
                    <a:pt x="44" y="49"/>
                    <a:pt x="6" y="49"/>
                  </a:cubicBezTo>
                  <a:cubicBezTo>
                    <a:pt x="1" y="49"/>
                    <a:pt x="1" y="55"/>
                    <a:pt x="6" y="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1"/>
            <p:cNvSpPr/>
            <p:nvPr/>
          </p:nvSpPr>
          <p:spPr>
            <a:xfrm>
              <a:off x="5902653" y="2796322"/>
              <a:ext cx="12636" cy="16579"/>
            </a:xfrm>
            <a:custGeom>
              <a:avLst/>
              <a:gdLst/>
              <a:ahLst/>
              <a:cxnLst/>
              <a:rect l="l" t="t" r="r" b="b"/>
              <a:pathLst>
                <a:path w="141" h="185" extrusionOk="0">
                  <a:moveTo>
                    <a:pt x="6" y="6"/>
                  </a:moveTo>
                  <a:cubicBezTo>
                    <a:pt x="1" y="76"/>
                    <a:pt x="55" y="163"/>
                    <a:pt x="125" y="184"/>
                  </a:cubicBezTo>
                  <a:cubicBezTo>
                    <a:pt x="136" y="184"/>
                    <a:pt x="141" y="168"/>
                    <a:pt x="130" y="168"/>
                  </a:cubicBezTo>
                  <a:cubicBezTo>
                    <a:pt x="71" y="147"/>
                    <a:pt x="17" y="71"/>
                    <a:pt x="11" y="6"/>
                  </a:cubicBezTo>
                  <a:cubicBezTo>
                    <a:pt x="11" y="1"/>
                    <a:pt x="6" y="1"/>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1"/>
            <p:cNvSpPr/>
            <p:nvPr/>
          </p:nvSpPr>
          <p:spPr>
            <a:xfrm>
              <a:off x="5902653" y="2804119"/>
              <a:ext cx="11202" cy="11650"/>
            </a:xfrm>
            <a:custGeom>
              <a:avLst/>
              <a:gdLst/>
              <a:ahLst/>
              <a:cxnLst/>
              <a:rect l="l" t="t" r="r" b="b"/>
              <a:pathLst>
                <a:path w="125" h="130" extrusionOk="0">
                  <a:moveTo>
                    <a:pt x="1" y="6"/>
                  </a:moveTo>
                  <a:cubicBezTo>
                    <a:pt x="11" y="33"/>
                    <a:pt x="22" y="60"/>
                    <a:pt x="38" y="81"/>
                  </a:cubicBezTo>
                  <a:cubicBezTo>
                    <a:pt x="60" y="103"/>
                    <a:pt x="87" y="130"/>
                    <a:pt x="114" y="130"/>
                  </a:cubicBezTo>
                  <a:cubicBezTo>
                    <a:pt x="125" y="130"/>
                    <a:pt x="125" y="119"/>
                    <a:pt x="119" y="114"/>
                  </a:cubicBezTo>
                  <a:cubicBezTo>
                    <a:pt x="92" y="108"/>
                    <a:pt x="71" y="92"/>
                    <a:pt x="49" y="70"/>
                  </a:cubicBezTo>
                  <a:cubicBezTo>
                    <a:pt x="33" y="54"/>
                    <a:pt x="17" y="27"/>
                    <a:pt x="6" y="0"/>
                  </a:cubicBezTo>
                  <a:cubicBezTo>
                    <a:pt x="1" y="0"/>
                    <a:pt x="1" y="0"/>
                    <a:pt x="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1"/>
            <p:cNvSpPr/>
            <p:nvPr/>
          </p:nvSpPr>
          <p:spPr>
            <a:xfrm>
              <a:off x="5895842" y="2820519"/>
              <a:ext cx="9768" cy="9320"/>
            </a:xfrm>
            <a:custGeom>
              <a:avLst/>
              <a:gdLst/>
              <a:ahLst/>
              <a:cxnLst/>
              <a:rect l="l" t="t" r="r" b="b"/>
              <a:pathLst>
                <a:path w="109" h="104" extrusionOk="0">
                  <a:moveTo>
                    <a:pt x="6" y="1"/>
                  </a:moveTo>
                  <a:cubicBezTo>
                    <a:pt x="1" y="49"/>
                    <a:pt x="55" y="104"/>
                    <a:pt x="104" y="98"/>
                  </a:cubicBezTo>
                  <a:cubicBezTo>
                    <a:pt x="109" y="98"/>
                    <a:pt x="109" y="82"/>
                    <a:pt x="98" y="82"/>
                  </a:cubicBezTo>
                  <a:cubicBezTo>
                    <a:pt x="60" y="77"/>
                    <a:pt x="12" y="44"/>
                    <a:pt x="12" y="1"/>
                  </a:cubicBezTo>
                  <a:cubicBezTo>
                    <a:pt x="12" y="1"/>
                    <a:pt x="6" y="1"/>
                    <a:pt x="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1"/>
            <p:cNvSpPr/>
            <p:nvPr/>
          </p:nvSpPr>
          <p:spPr>
            <a:xfrm>
              <a:off x="5899247" y="2833155"/>
              <a:ext cx="9320" cy="10754"/>
            </a:xfrm>
            <a:custGeom>
              <a:avLst/>
              <a:gdLst/>
              <a:ahLst/>
              <a:cxnLst/>
              <a:rect l="l" t="t" r="r" b="b"/>
              <a:pathLst>
                <a:path w="104" h="120" extrusionOk="0">
                  <a:moveTo>
                    <a:pt x="93" y="6"/>
                  </a:moveTo>
                  <a:cubicBezTo>
                    <a:pt x="66" y="11"/>
                    <a:pt x="44" y="27"/>
                    <a:pt x="28" y="49"/>
                  </a:cubicBezTo>
                  <a:cubicBezTo>
                    <a:pt x="17" y="65"/>
                    <a:pt x="1" y="98"/>
                    <a:pt x="17" y="114"/>
                  </a:cubicBezTo>
                  <a:cubicBezTo>
                    <a:pt x="17" y="119"/>
                    <a:pt x="22" y="119"/>
                    <a:pt x="22" y="114"/>
                  </a:cubicBezTo>
                  <a:cubicBezTo>
                    <a:pt x="28" y="108"/>
                    <a:pt x="28" y="103"/>
                    <a:pt x="28" y="98"/>
                  </a:cubicBezTo>
                  <a:cubicBezTo>
                    <a:pt x="28" y="81"/>
                    <a:pt x="33" y="71"/>
                    <a:pt x="39" y="60"/>
                  </a:cubicBezTo>
                  <a:cubicBezTo>
                    <a:pt x="49" y="38"/>
                    <a:pt x="76" y="22"/>
                    <a:pt x="98" y="11"/>
                  </a:cubicBezTo>
                  <a:cubicBezTo>
                    <a:pt x="103" y="11"/>
                    <a:pt x="98" y="0"/>
                    <a:pt x="93"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1"/>
            <p:cNvSpPr/>
            <p:nvPr/>
          </p:nvSpPr>
          <p:spPr>
            <a:xfrm>
              <a:off x="6005800" y="2809407"/>
              <a:ext cx="5915" cy="14160"/>
            </a:xfrm>
            <a:custGeom>
              <a:avLst/>
              <a:gdLst/>
              <a:ahLst/>
              <a:cxnLst/>
              <a:rect l="l" t="t" r="r" b="b"/>
              <a:pathLst>
                <a:path w="66" h="158" extrusionOk="0">
                  <a:moveTo>
                    <a:pt x="33" y="1"/>
                  </a:moveTo>
                  <a:cubicBezTo>
                    <a:pt x="6" y="22"/>
                    <a:pt x="0" y="49"/>
                    <a:pt x="6" y="82"/>
                  </a:cubicBezTo>
                  <a:cubicBezTo>
                    <a:pt x="11" y="103"/>
                    <a:pt x="33" y="157"/>
                    <a:pt x="65" y="152"/>
                  </a:cubicBezTo>
                  <a:cubicBezTo>
                    <a:pt x="65" y="152"/>
                    <a:pt x="65" y="146"/>
                    <a:pt x="65" y="146"/>
                  </a:cubicBezTo>
                  <a:cubicBezTo>
                    <a:pt x="60" y="136"/>
                    <a:pt x="54" y="136"/>
                    <a:pt x="49" y="130"/>
                  </a:cubicBezTo>
                  <a:cubicBezTo>
                    <a:pt x="38" y="119"/>
                    <a:pt x="27" y="103"/>
                    <a:pt x="22" y="92"/>
                  </a:cubicBezTo>
                  <a:cubicBezTo>
                    <a:pt x="11" y="65"/>
                    <a:pt x="11" y="22"/>
                    <a:pt x="33" y="1"/>
                  </a:cubicBezTo>
                  <a:cubicBezTo>
                    <a:pt x="33" y="1"/>
                    <a:pt x="33" y="1"/>
                    <a:pt x="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1"/>
            <p:cNvSpPr/>
            <p:nvPr/>
          </p:nvSpPr>
          <p:spPr>
            <a:xfrm>
              <a:off x="5954899" y="2653025"/>
              <a:ext cx="43194" cy="60133"/>
            </a:xfrm>
            <a:custGeom>
              <a:avLst/>
              <a:gdLst/>
              <a:ahLst/>
              <a:cxnLst/>
              <a:rect l="l" t="t" r="r" b="b"/>
              <a:pathLst>
                <a:path w="482" h="671" extrusionOk="0">
                  <a:moveTo>
                    <a:pt x="6" y="28"/>
                  </a:moveTo>
                  <a:cubicBezTo>
                    <a:pt x="125" y="11"/>
                    <a:pt x="239" y="114"/>
                    <a:pt x="309" y="206"/>
                  </a:cubicBezTo>
                  <a:cubicBezTo>
                    <a:pt x="352" y="265"/>
                    <a:pt x="385" y="335"/>
                    <a:pt x="406" y="406"/>
                  </a:cubicBezTo>
                  <a:cubicBezTo>
                    <a:pt x="433" y="487"/>
                    <a:pt x="428" y="573"/>
                    <a:pt x="439" y="654"/>
                  </a:cubicBezTo>
                  <a:cubicBezTo>
                    <a:pt x="439" y="665"/>
                    <a:pt x="449" y="670"/>
                    <a:pt x="449" y="660"/>
                  </a:cubicBezTo>
                  <a:cubicBezTo>
                    <a:pt x="482" y="498"/>
                    <a:pt x="417" y="303"/>
                    <a:pt x="320" y="179"/>
                  </a:cubicBezTo>
                  <a:cubicBezTo>
                    <a:pt x="244" y="82"/>
                    <a:pt x="131" y="1"/>
                    <a:pt x="6" y="22"/>
                  </a:cubicBezTo>
                  <a:cubicBezTo>
                    <a:pt x="1" y="22"/>
                    <a:pt x="1" y="28"/>
                    <a:pt x="6"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1"/>
            <p:cNvSpPr/>
            <p:nvPr/>
          </p:nvSpPr>
          <p:spPr>
            <a:xfrm>
              <a:off x="5924429" y="2706257"/>
              <a:ext cx="32530" cy="44181"/>
            </a:xfrm>
            <a:custGeom>
              <a:avLst/>
              <a:gdLst/>
              <a:ahLst/>
              <a:cxnLst/>
              <a:rect l="l" t="t" r="r" b="b"/>
              <a:pathLst>
                <a:path w="363" h="493" extrusionOk="0">
                  <a:moveTo>
                    <a:pt x="6" y="6"/>
                  </a:moveTo>
                  <a:cubicBezTo>
                    <a:pt x="1" y="114"/>
                    <a:pt x="33" y="217"/>
                    <a:pt x="98" y="309"/>
                  </a:cubicBezTo>
                  <a:cubicBezTo>
                    <a:pt x="157" y="390"/>
                    <a:pt x="255" y="476"/>
                    <a:pt x="352" y="492"/>
                  </a:cubicBezTo>
                  <a:cubicBezTo>
                    <a:pt x="357" y="492"/>
                    <a:pt x="363" y="487"/>
                    <a:pt x="357" y="482"/>
                  </a:cubicBezTo>
                  <a:cubicBezTo>
                    <a:pt x="314" y="460"/>
                    <a:pt x="271" y="438"/>
                    <a:pt x="233" y="411"/>
                  </a:cubicBezTo>
                  <a:cubicBezTo>
                    <a:pt x="190" y="384"/>
                    <a:pt x="157" y="347"/>
                    <a:pt x="125" y="309"/>
                  </a:cubicBezTo>
                  <a:cubicBezTo>
                    <a:pt x="55" y="222"/>
                    <a:pt x="11" y="114"/>
                    <a:pt x="6" y="6"/>
                  </a:cubicBezTo>
                  <a:cubicBezTo>
                    <a:pt x="6" y="1"/>
                    <a:pt x="6" y="1"/>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1"/>
            <p:cNvSpPr/>
            <p:nvPr/>
          </p:nvSpPr>
          <p:spPr>
            <a:xfrm>
              <a:off x="5936079" y="2700970"/>
              <a:ext cx="16041" cy="8334"/>
            </a:xfrm>
            <a:custGeom>
              <a:avLst/>
              <a:gdLst/>
              <a:ahLst/>
              <a:cxnLst/>
              <a:rect l="l" t="t" r="r" b="b"/>
              <a:pathLst>
                <a:path w="179" h="93" extrusionOk="0">
                  <a:moveTo>
                    <a:pt x="6" y="27"/>
                  </a:moveTo>
                  <a:cubicBezTo>
                    <a:pt x="38" y="17"/>
                    <a:pt x="71" y="27"/>
                    <a:pt x="103" y="38"/>
                  </a:cubicBezTo>
                  <a:cubicBezTo>
                    <a:pt x="130" y="54"/>
                    <a:pt x="152" y="76"/>
                    <a:pt x="173" y="92"/>
                  </a:cubicBezTo>
                  <a:cubicBezTo>
                    <a:pt x="179" y="92"/>
                    <a:pt x="179" y="87"/>
                    <a:pt x="179" y="87"/>
                  </a:cubicBezTo>
                  <a:cubicBezTo>
                    <a:pt x="146" y="33"/>
                    <a:pt x="60" y="0"/>
                    <a:pt x="0" y="22"/>
                  </a:cubicBezTo>
                  <a:cubicBezTo>
                    <a:pt x="0" y="22"/>
                    <a:pt x="0" y="27"/>
                    <a:pt x="6"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1"/>
            <p:cNvSpPr/>
            <p:nvPr/>
          </p:nvSpPr>
          <p:spPr>
            <a:xfrm>
              <a:off x="5945220" y="2670500"/>
              <a:ext cx="28677" cy="38267"/>
            </a:xfrm>
            <a:custGeom>
              <a:avLst/>
              <a:gdLst/>
              <a:ahLst/>
              <a:cxnLst/>
              <a:rect l="l" t="t" r="r" b="b"/>
              <a:pathLst>
                <a:path w="320" h="427" extrusionOk="0">
                  <a:moveTo>
                    <a:pt x="71" y="416"/>
                  </a:moveTo>
                  <a:cubicBezTo>
                    <a:pt x="1" y="313"/>
                    <a:pt x="109" y="222"/>
                    <a:pt x="190" y="168"/>
                  </a:cubicBezTo>
                  <a:cubicBezTo>
                    <a:pt x="249" y="130"/>
                    <a:pt x="298" y="81"/>
                    <a:pt x="320" y="11"/>
                  </a:cubicBezTo>
                  <a:cubicBezTo>
                    <a:pt x="320" y="5"/>
                    <a:pt x="309" y="0"/>
                    <a:pt x="303" y="5"/>
                  </a:cubicBezTo>
                  <a:cubicBezTo>
                    <a:pt x="271" y="59"/>
                    <a:pt x="249" y="108"/>
                    <a:pt x="195" y="146"/>
                  </a:cubicBezTo>
                  <a:cubicBezTo>
                    <a:pt x="158" y="173"/>
                    <a:pt x="120" y="195"/>
                    <a:pt x="87" y="232"/>
                  </a:cubicBezTo>
                  <a:cubicBezTo>
                    <a:pt x="33" y="286"/>
                    <a:pt x="12" y="362"/>
                    <a:pt x="66" y="421"/>
                  </a:cubicBezTo>
                  <a:cubicBezTo>
                    <a:pt x="66" y="427"/>
                    <a:pt x="71" y="421"/>
                    <a:pt x="71" y="4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1"/>
            <p:cNvSpPr/>
            <p:nvPr/>
          </p:nvSpPr>
          <p:spPr>
            <a:xfrm>
              <a:off x="5971926" y="2671396"/>
              <a:ext cx="9230" cy="19447"/>
            </a:xfrm>
            <a:custGeom>
              <a:avLst/>
              <a:gdLst/>
              <a:ahLst/>
              <a:cxnLst/>
              <a:rect l="l" t="t" r="r" b="b"/>
              <a:pathLst>
                <a:path w="103" h="217" extrusionOk="0">
                  <a:moveTo>
                    <a:pt x="5" y="12"/>
                  </a:moveTo>
                  <a:cubicBezTo>
                    <a:pt x="22" y="39"/>
                    <a:pt x="38" y="71"/>
                    <a:pt x="49" y="98"/>
                  </a:cubicBezTo>
                  <a:cubicBezTo>
                    <a:pt x="65" y="141"/>
                    <a:pt x="49" y="174"/>
                    <a:pt x="38" y="212"/>
                  </a:cubicBezTo>
                  <a:cubicBezTo>
                    <a:pt x="38" y="212"/>
                    <a:pt x="43" y="217"/>
                    <a:pt x="43" y="212"/>
                  </a:cubicBezTo>
                  <a:cubicBezTo>
                    <a:pt x="103" y="152"/>
                    <a:pt x="54" y="60"/>
                    <a:pt x="11" y="6"/>
                  </a:cubicBezTo>
                  <a:cubicBezTo>
                    <a:pt x="11" y="1"/>
                    <a:pt x="0" y="6"/>
                    <a:pt x="5"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1"/>
            <p:cNvSpPr/>
            <p:nvPr/>
          </p:nvSpPr>
          <p:spPr>
            <a:xfrm>
              <a:off x="5973808" y="2687886"/>
              <a:ext cx="5467" cy="9768"/>
            </a:xfrm>
            <a:custGeom>
              <a:avLst/>
              <a:gdLst/>
              <a:ahLst/>
              <a:cxnLst/>
              <a:rect l="l" t="t" r="r" b="b"/>
              <a:pathLst>
                <a:path w="61" h="109" extrusionOk="0">
                  <a:moveTo>
                    <a:pt x="28" y="28"/>
                  </a:moveTo>
                  <a:cubicBezTo>
                    <a:pt x="44" y="22"/>
                    <a:pt x="49" y="38"/>
                    <a:pt x="44" y="49"/>
                  </a:cubicBezTo>
                  <a:cubicBezTo>
                    <a:pt x="44" y="60"/>
                    <a:pt x="33" y="65"/>
                    <a:pt x="28" y="76"/>
                  </a:cubicBezTo>
                  <a:cubicBezTo>
                    <a:pt x="22" y="82"/>
                    <a:pt x="1" y="98"/>
                    <a:pt x="6" y="109"/>
                  </a:cubicBezTo>
                  <a:cubicBezTo>
                    <a:pt x="6" y="109"/>
                    <a:pt x="6" y="109"/>
                    <a:pt x="12" y="109"/>
                  </a:cubicBezTo>
                  <a:cubicBezTo>
                    <a:pt x="22" y="109"/>
                    <a:pt x="33" y="92"/>
                    <a:pt x="39" y="87"/>
                  </a:cubicBezTo>
                  <a:cubicBezTo>
                    <a:pt x="44" y="76"/>
                    <a:pt x="55" y="65"/>
                    <a:pt x="55" y="49"/>
                  </a:cubicBezTo>
                  <a:cubicBezTo>
                    <a:pt x="60" y="28"/>
                    <a:pt x="44" y="1"/>
                    <a:pt x="22" y="22"/>
                  </a:cubicBezTo>
                  <a:cubicBezTo>
                    <a:pt x="17" y="22"/>
                    <a:pt x="22" y="33"/>
                    <a:pt x="28"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1"/>
            <p:cNvSpPr/>
            <p:nvPr/>
          </p:nvSpPr>
          <p:spPr>
            <a:xfrm>
              <a:off x="5967983" y="2696131"/>
              <a:ext cx="12188" cy="14160"/>
            </a:xfrm>
            <a:custGeom>
              <a:avLst/>
              <a:gdLst/>
              <a:ahLst/>
              <a:cxnLst/>
              <a:rect l="l" t="t" r="r" b="b"/>
              <a:pathLst>
                <a:path w="136" h="158" extrusionOk="0">
                  <a:moveTo>
                    <a:pt x="93" y="6"/>
                  </a:moveTo>
                  <a:cubicBezTo>
                    <a:pt x="109" y="6"/>
                    <a:pt x="136" y="11"/>
                    <a:pt x="120" y="38"/>
                  </a:cubicBezTo>
                  <a:cubicBezTo>
                    <a:pt x="109" y="54"/>
                    <a:pt x="93" y="71"/>
                    <a:pt x="82" y="81"/>
                  </a:cubicBezTo>
                  <a:cubicBezTo>
                    <a:pt x="55" y="108"/>
                    <a:pt x="22" y="125"/>
                    <a:pt x="1" y="152"/>
                  </a:cubicBezTo>
                  <a:cubicBezTo>
                    <a:pt x="1" y="152"/>
                    <a:pt x="1" y="157"/>
                    <a:pt x="6" y="157"/>
                  </a:cubicBezTo>
                  <a:cubicBezTo>
                    <a:pt x="22" y="152"/>
                    <a:pt x="33" y="141"/>
                    <a:pt x="49" y="130"/>
                  </a:cubicBezTo>
                  <a:cubicBezTo>
                    <a:pt x="71" y="108"/>
                    <a:pt x="93" y="92"/>
                    <a:pt x="114" y="71"/>
                  </a:cubicBezTo>
                  <a:cubicBezTo>
                    <a:pt x="120" y="54"/>
                    <a:pt x="136" y="38"/>
                    <a:pt x="136" y="22"/>
                  </a:cubicBezTo>
                  <a:cubicBezTo>
                    <a:pt x="131" y="0"/>
                    <a:pt x="109" y="0"/>
                    <a:pt x="93" y="0"/>
                  </a:cubicBezTo>
                  <a:cubicBezTo>
                    <a:pt x="87" y="0"/>
                    <a:pt x="87" y="6"/>
                    <a:pt x="93"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1"/>
            <p:cNvSpPr/>
            <p:nvPr/>
          </p:nvSpPr>
          <p:spPr>
            <a:xfrm>
              <a:off x="5967534" y="2710201"/>
              <a:ext cx="20880" cy="17924"/>
            </a:xfrm>
            <a:custGeom>
              <a:avLst/>
              <a:gdLst/>
              <a:ahLst/>
              <a:cxnLst/>
              <a:rect l="l" t="t" r="r" b="b"/>
              <a:pathLst>
                <a:path w="233" h="200" extrusionOk="0">
                  <a:moveTo>
                    <a:pt x="0" y="5"/>
                  </a:moveTo>
                  <a:cubicBezTo>
                    <a:pt x="71" y="11"/>
                    <a:pt x="98" y="81"/>
                    <a:pt x="136" y="130"/>
                  </a:cubicBezTo>
                  <a:cubicBezTo>
                    <a:pt x="152" y="157"/>
                    <a:pt x="195" y="200"/>
                    <a:pt x="233" y="189"/>
                  </a:cubicBezTo>
                  <a:cubicBezTo>
                    <a:pt x="233" y="184"/>
                    <a:pt x="233" y="184"/>
                    <a:pt x="233" y="178"/>
                  </a:cubicBezTo>
                  <a:cubicBezTo>
                    <a:pt x="211" y="162"/>
                    <a:pt x="184" y="162"/>
                    <a:pt x="163" y="135"/>
                  </a:cubicBezTo>
                  <a:cubicBezTo>
                    <a:pt x="141" y="119"/>
                    <a:pt x="130" y="92"/>
                    <a:pt x="109" y="65"/>
                  </a:cubicBezTo>
                  <a:cubicBezTo>
                    <a:pt x="82" y="27"/>
                    <a:pt x="54" y="0"/>
                    <a:pt x="0" y="0"/>
                  </a:cubicBezTo>
                  <a:cubicBezTo>
                    <a:pt x="0" y="0"/>
                    <a:pt x="0" y="5"/>
                    <a:pt x="0"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1"/>
            <p:cNvSpPr/>
            <p:nvPr/>
          </p:nvSpPr>
          <p:spPr>
            <a:xfrm>
              <a:off x="5934646" y="2705361"/>
              <a:ext cx="2509" cy="5377"/>
            </a:xfrm>
            <a:custGeom>
              <a:avLst/>
              <a:gdLst/>
              <a:ahLst/>
              <a:cxnLst/>
              <a:rect l="l" t="t" r="r" b="b"/>
              <a:pathLst>
                <a:path w="28" h="60" extrusionOk="0">
                  <a:moveTo>
                    <a:pt x="5" y="5"/>
                  </a:moveTo>
                  <a:cubicBezTo>
                    <a:pt x="0" y="22"/>
                    <a:pt x="0" y="38"/>
                    <a:pt x="16" y="54"/>
                  </a:cubicBezTo>
                  <a:cubicBezTo>
                    <a:pt x="22" y="59"/>
                    <a:pt x="27" y="54"/>
                    <a:pt x="22" y="49"/>
                  </a:cubicBezTo>
                  <a:cubicBezTo>
                    <a:pt x="11" y="32"/>
                    <a:pt x="11" y="22"/>
                    <a:pt x="11" y="5"/>
                  </a:cubicBezTo>
                  <a:cubicBezTo>
                    <a:pt x="11" y="0"/>
                    <a:pt x="11" y="0"/>
                    <a:pt x="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1"/>
            <p:cNvSpPr/>
            <p:nvPr/>
          </p:nvSpPr>
          <p:spPr>
            <a:xfrm>
              <a:off x="5932674" y="2710201"/>
              <a:ext cx="4929" cy="5825"/>
            </a:xfrm>
            <a:custGeom>
              <a:avLst/>
              <a:gdLst/>
              <a:ahLst/>
              <a:cxnLst/>
              <a:rect l="l" t="t" r="r" b="b"/>
              <a:pathLst>
                <a:path w="55" h="65" extrusionOk="0">
                  <a:moveTo>
                    <a:pt x="38" y="0"/>
                  </a:moveTo>
                  <a:cubicBezTo>
                    <a:pt x="17" y="16"/>
                    <a:pt x="0" y="38"/>
                    <a:pt x="6" y="59"/>
                  </a:cubicBezTo>
                  <a:cubicBezTo>
                    <a:pt x="6" y="65"/>
                    <a:pt x="11" y="65"/>
                    <a:pt x="17" y="65"/>
                  </a:cubicBezTo>
                  <a:cubicBezTo>
                    <a:pt x="17" y="54"/>
                    <a:pt x="27" y="49"/>
                    <a:pt x="33" y="43"/>
                  </a:cubicBezTo>
                  <a:cubicBezTo>
                    <a:pt x="38" y="38"/>
                    <a:pt x="49" y="32"/>
                    <a:pt x="54" y="27"/>
                  </a:cubicBezTo>
                  <a:cubicBezTo>
                    <a:pt x="54" y="22"/>
                    <a:pt x="54" y="22"/>
                    <a:pt x="49" y="22"/>
                  </a:cubicBezTo>
                  <a:cubicBezTo>
                    <a:pt x="33" y="22"/>
                    <a:pt x="11" y="43"/>
                    <a:pt x="6" y="59"/>
                  </a:cubicBezTo>
                  <a:cubicBezTo>
                    <a:pt x="11" y="59"/>
                    <a:pt x="11" y="59"/>
                    <a:pt x="17" y="59"/>
                  </a:cubicBezTo>
                  <a:cubicBezTo>
                    <a:pt x="17" y="38"/>
                    <a:pt x="22" y="22"/>
                    <a:pt x="44" y="5"/>
                  </a:cubicBezTo>
                  <a:cubicBezTo>
                    <a:pt x="44" y="5"/>
                    <a:pt x="44" y="0"/>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1"/>
            <p:cNvSpPr/>
            <p:nvPr/>
          </p:nvSpPr>
          <p:spPr>
            <a:xfrm>
              <a:off x="5937065" y="2712082"/>
              <a:ext cx="34412" cy="16579"/>
            </a:xfrm>
            <a:custGeom>
              <a:avLst/>
              <a:gdLst/>
              <a:ahLst/>
              <a:cxnLst/>
              <a:rect l="l" t="t" r="r" b="b"/>
              <a:pathLst>
                <a:path w="384" h="185" extrusionOk="0">
                  <a:moveTo>
                    <a:pt x="0" y="6"/>
                  </a:moveTo>
                  <a:cubicBezTo>
                    <a:pt x="38" y="38"/>
                    <a:pt x="60" y="82"/>
                    <a:pt x="92" y="114"/>
                  </a:cubicBezTo>
                  <a:cubicBezTo>
                    <a:pt x="114" y="141"/>
                    <a:pt x="151" y="157"/>
                    <a:pt x="189" y="163"/>
                  </a:cubicBezTo>
                  <a:cubicBezTo>
                    <a:pt x="254" y="184"/>
                    <a:pt x="340" y="168"/>
                    <a:pt x="378" y="103"/>
                  </a:cubicBezTo>
                  <a:cubicBezTo>
                    <a:pt x="384" y="98"/>
                    <a:pt x="373" y="93"/>
                    <a:pt x="373" y="98"/>
                  </a:cubicBezTo>
                  <a:cubicBezTo>
                    <a:pt x="308" y="147"/>
                    <a:pt x="249" y="163"/>
                    <a:pt x="168" y="141"/>
                  </a:cubicBezTo>
                  <a:cubicBezTo>
                    <a:pt x="92" y="120"/>
                    <a:pt x="65" y="49"/>
                    <a:pt x="5" y="1"/>
                  </a:cubicBezTo>
                  <a:cubicBezTo>
                    <a:pt x="5" y="1"/>
                    <a:pt x="0" y="6"/>
                    <a:pt x="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1"/>
            <p:cNvSpPr/>
            <p:nvPr/>
          </p:nvSpPr>
          <p:spPr>
            <a:xfrm>
              <a:off x="5968520" y="2719879"/>
              <a:ext cx="5377" cy="10664"/>
            </a:xfrm>
            <a:custGeom>
              <a:avLst/>
              <a:gdLst/>
              <a:ahLst/>
              <a:cxnLst/>
              <a:rect l="l" t="t" r="r" b="b"/>
              <a:pathLst>
                <a:path w="60" h="119" extrusionOk="0">
                  <a:moveTo>
                    <a:pt x="0" y="6"/>
                  </a:moveTo>
                  <a:cubicBezTo>
                    <a:pt x="16" y="27"/>
                    <a:pt x="27" y="43"/>
                    <a:pt x="33" y="65"/>
                  </a:cubicBezTo>
                  <a:cubicBezTo>
                    <a:pt x="38" y="81"/>
                    <a:pt x="38" y="108"/>
                    <a:pt x="49" y="119"/>
                  </a:cubicBezTo>
                  <a:cubicBezTo>
                    <a:pt x="54" y="119"/>
                    <a:pt x="54" y="119"/>
                    <a:pt x="54" y="119"/>
                  </a:cubicBezTo>
                  <a:cubicBezTo>
                    <a:pt x="60" y="97"/>
                    <a:pt x="49" y="70"/>
                    <a:pt x="43" y="54"/>
                  </a:cubicBezTo>
                  <a:cubicBezTo>
                    <a:pt x="38" y="33"/>
                    <a:pt x="27" y="11"/>
                    <a:pt x="6" y="0"/>
                  </a:cubicBezTo>
                  <a:cubicBezTo>
                    <a:pt x="6" y="0"/>
                    <a:pt x="0" y="0"/>
                    <a:pt x="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1"/>
            <p:cNvSpPr/>
            <p:nvPr/>
          </p:nvSpPr>
          <p:spPr>
            <a:xfrm>
              <a:off x="5973359" y="2722299"/>
              <a:ext cx="1972" cy="7797"/>
            </a:xfrm>
            <a:custGeom>
              <a:avLst/>
              <a:gdLst/>
              <a:ahLst/>
              <a:cxnLst/>
              <a:rect l="l" t="t" r="r" b="b"/>
              <a:pathLst>
                <a:path w="22" h="87" extrusionOk="0">
                  <a:moveTo>
                    <a:pt x="11" y="6"/>
                  </a:moveTo>
                  <a:cubicBezTo>
                    <a:pt x="11" y="22"/>
                    <a:pt x="11" y="33"/>
                    <a:pt x="6" y="49"/>
                  </a:cubicBezTo>
                  <a:cubicBezTo>
                    <a:pt x="6" y="60"/>
                    <a:pt x="0" y="70"/>
                    <a:pt x="0" y="81"/>
                  </a:cubicBezTo>
                  <a:cubicBezTo>
                    <a:pt x="0" y="87"/>
                    <a:pt x="0" y="87"/>
                    <a:pt x="0" y="87"/>
                  </a:cubicBezTo>
                  <a:cubicBezTo>
                    <a:pt x="22" y="65"/>
                    <a:pt x="17" y="27"/>
                    <a:pt x="17" y="6"/>
                  </a:cubicBezTo>
                  <a:cubicBezTo>
                    <a:pt x="17" y="0"/>
                    <a:pt x="11" y="0"/>
                    <a:pt x="1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1"/>
            <p:cNvSpPr/>
            <p:nvPr/>
          </p:nvSpPr>
          <p:spPr>
            <a:xfrm>
              <a:off x="5973808" y="2723195"/>
              <a:ext cx="12725" cy="4929"/>
            </a:xfrm>
            <a:custGeom>
              <a:avLst/>
              <a:gdLst/>
              <a:ahLst/>
              <a:cxnLst/>
              <a:rect l="l" t="t" r="r" b="b"/>
              <a:pathLst>
                <a:path w="142" h="55" extrusionOk="0">
                  <a:moveTo>
                    <a:pt x="6" y="6"/>
                  </a:moveTo>
                  <a:cubicBezTo>
                    <a:pt x="39" y="33"/>
                    <a:pt x="98" y="55"/>
                    <a:pt x="136" y="33"/>
                  </a:cubicBezTo>
                  <a:cubicBezTo>
                    <a:pt x="141" y="28"/>
                    <a:pt x="141" y="28"/>
                    <a:pt x="136" y="28"/>
                  </a:cubicBezTo>
                  <a:cubicBezTo>
                    <a:pt x="120" y="23"/>
                    <a:pt x="98" y="23"/>
                    <a:pt x="82" y="23"/>
                  </a:cubicBezTo>
                  <a:cubicBezTo>
                    <a:pt x="55" y="17"/>
                    <a:pt x="33" y="12"/>
                    <a:pt x="12" y="1"/>
                  </a:cubicBezTo>
                  <a:cubicBezTo>
                    <a:pt x="6" y="1"/>
                    <a:pt x="1" y="6"/>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1"/>
            <p:cNvSpPr/>
            <p:nvPr/>
          </p:nvSpPr>
          <p:spPr>
            <a:xfrm>
              <a:off x="5948177" y="2702404"/>
              <a:ext cx="10216" cy="13174"/>
            </a:xfrm>
            <a:custGeom>
              <a:avLst/>
              <a:gdLst/>
              <a:ahLst/>
              <a:cxnLst/>
              <a:rect l="l" t="t" r="r" b="b"/>
              <a:pathLst>
                <a:path w="114" h="147" extrusionOk="0">
                  <a:moveTo>
                    <a:pt x="114" y="141"/>
                  </a:moveTo>
                  <a:cubicBezTo>
                    <a:pt x="44" y="125"/>
                    <a:pt x="38" y="55"/>
                    <a:pt x="11" y="1"/>
                  </a:cubicBezTo>
                  <a:cubicBezTo>
                    <a:pt x="11" y="1"/>
                    <a:pt x="6" y="1"/>
                    <a:pt x="6" y="6"/>
                  </a:cubicBezTo>
                  <a:cubicBezTo>
                    <a:pt x="0" y="38"/>
                    <a:pt x="22" y="71"/>
                    <a:pt x="38" y="98"/>
                  </a:cubicBezTo>
                  <a:cubicBezTo>
                    <a:pt x="54" y="119"/>
                    <a:pt x="76" y="146"/>
                    <a:pt x="108" y="146"/>
                  </a:cubicBezTo>
                  <a:cubicBezTo>
                    <a:pt x="114" y="146"/>
                    <a:pt x="114" y="141"/>
                    <a:pt x="108" y="1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1"/>
            <p:cNvSpPr/>
            <p:nvPr/>
          </p:nvSpPr>
          <p:spPr>
            <a:xfrm>
              <a:off x="5955436" y="2680179"/>
              <a:ext cx="16041" cy="19447"/>
            </a:xfrm>
            <a:custGeom>
              <a:avLst/>
              <a:gdLst/>
              <a:ahLst/>
              <a:cxnLst/>
              <a:rect l="l" t="t" r="r" b="b"/>
              <a:pathLst>
                <a:path w="179" h="217" extrusionOk="0">
                  <a:moveTo>
                    <a:pt x="173" y="0"/>
                  </a:moveTo>
                  <a:cubicBezTo>
                    <a:pt x="152" y="49"/>
                    <a:pt x="125" y="87"/>
                    <a:pt x="87" y="124"/>
                  </a:cubicBezTo>
                  <a:cubicBezTo>
                    <a:pt x="60" y="151"/>
                    <a:pt x="27" y="173"/>
                    <a:pt x="6" y="205"/>
                  </a:cubicBezTo>
                  <a:cubicBezTo>
                    <a:pt x="0" y="211"/>
                    <a:pt x="6" y="216"/>
                    <a:pt x="11" y="216"/>
                  </a:cubicBezTo>
                  <a:cubicBezTo>
                    <a:pt x="81" y="173"/>
                    <a:pt x="146" y="81"/>
                    <a:pt x="179" y="5"/>
                  </a:cubicBezTo>
                  <a:cubicBezTo>
                    <a:pt x="179" y="0"/>
                    <a:pt x="173" y="0"/>
                    <a:pt x="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1"/>
            <p:cNvSpPr/>
            <p:nvPr/>
          </p:nvSpPr>
          <p:spPr>
            <a:xfrm>
              <a:off x="5954002" y="2699984"/>
              <a:ext cx="3943" cy="6901"/>
            </a:xfrm>
            <a:custGeom>
              <a:avLst/>
              <a:gdLst/>
              <a:ahLst/>
              <a:cxnLst/>
              <a:rect l="l" t="t" r="r" b="b"/>
              <a:pathLst>
                <a:path w="44" h="77" extrusionOk="0">
                  <a:moveTo>
                    <a:pt x="11" y="6"/>
                  </a:moveTo>
                  <a:cubicBezTo>
                    <a:pt x="27" y="22"/>
                    <a:pt x="22" y="38"/>
                    <a:pt x="16" y="55"/>
                  </a:cubicBezTo>
                  <a:cubicBezTo>
                    <a:pt x="11" y="60"/>
                    <a:pt x="0" y="71"/>
                    <a:pt x="11" y="76"/>
                  </a:cubicBezTo>
                  <a:cubicBezTo>
                    <a:pt x="16" y="76"/>
                    <a:pt x="16" y="76"/>
                    <a:pt x="16" y="76"/>
                  </a:cubicBezTo>
                  <a:cubicBezTo>
                    <a:pt x="38" y="55"/>
                    <a:pt x="43" y="17"/>
                    <a:pt x="16" y="1"/>
                  </a:cubicBezTo>
                  <a:cubicBezTo>
                    <a:pt x="11" y="1"/>
                    <a:pt x="6" y="6"/>
                    <a:pt x="1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1"/>
            <p:cNvSpPr/>
            <p:nvPr/>
          </p:nvSpPr>
          <p:spPr>
            <a:xfrm>
              <a:off x="5955436" y="2704375"/>
              <a:ext cx="5377" cy="9231"/>
            </a:xfrm>
            <a:custGeom>
              <a:avLst/>
              <a:gdLst/>
              <a:ahLst/>
              <a:cxnLst/>
              <a:rect l="l" t="t" r="r" b="b"/>
              <a:pathLst>
                <a:path w="60" h="103" extrusionOk="0">
                  <a:moveTo>
                    <a:pt x="6" y="27"/>
                  </a:moveTo>
                  <a:cubicBezTo>
                    <a:pt x="27" y="16"/>
                    <a:pt x="33" y="38"/>
                    <a:pt x="33" y="60"/>
                  </a:cubicBezTo>
                  <a:cubicBezTo>
                    <a:pt x="33" y="65"/>
                    <a:pt x="27" y="76"/>
                    <a:pt x="27" y="81"/>
                  </a:cubicBezTo>
                  <a:cubicBezTo>
                    <a:pt x="22" y="87"/>
                    <a:pt x="22" y="92"/>
                    <a:pt x="22" y="97"/>
                  </a:cubicBezTo>
                  <a:cubicBezTo>
                    <a:pt x="22" y="97"/>
                    <a:pt x="22" y="97"/>
                    <a:pt x="27" y="97"/>
                  </a:cubicBezTo>
                  <a:cubicBezTo>
                    <a:pt x="44" y="103"/>
                    <a:pt x="60" y="0"/>
                    <a:pt x="6" y="22"/>
                  </a:cubicBezTo>
                  <a:cubicBezTo>
                    <a:pt x="0" y="22"/>
                    <a:pt x="0" y="27"/>
                    <a:pt x="6"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1"/>
            <p:cNvSpPr/>
            <p:nvPr/>
          </p:nvSpPr>
          <p:spPr>
            <a:xfrm>
              <a:off x="5959290" y="2690306"/>
              <a:ext cx="13173" cy="15593"/>
            </a:xfrm>
            <a:custGeom>
              <a:avLst/>
              <a:gdLst/>
              <a:ahLst/>
              <a:cxnLst/>
              <a:rect l="l" t="t" r="r" b="b"/>
              <a:pathLst>
                <a:path w="147" h="174" extrusionOk="0">
                  <a:moveTo>
                    <a:pt x="141" y="1"/>
                  </a:moveTo>
                  <a:cubicBezTo>
                    <a:pt x="119" y="28"/>
                    <a:pt x="98" y="60"/>
                    <a:pt x="76" y="92"/>
                  </a:cubicBezTo>
                  <a:cubicBezTo>
                    <a:pt x="55" y="119"/>
                    <a:pt x="22" y="141"/>
                    <a:pt x="1" y="168"/>
                  </a:cubicBezTo>
                  <a:cubicBezTo>
                    <a:pt x="1" y="168"/>
                    <a:pt x="1" y="173"/>
                    <a:pt x="6" y="173"/>
                  </a:cubicBezTo>
                  <a:cubicBezTo>
                    <a:pt x="38" y="163"/>
                    <a:pt x="65" y="130"/>
                    <a:pt x="87" y="103"/>
                  </a:cubicBezTo>
                  <a:cubicBezTo>
                    <a:pt x="114" y="71"/>
                    <a:pt x="130" y="38"/>
                    <a:pt x="146" y="1"/>
                  </a:cubicBezTo>
                  <a:cubicBezTo>
                    <a:pt x="146" y="1"/>
                    <a:pt x="141" y="1"/>
                    <a:pt x="1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1"/>
            <p:cNvSpPr/>
            <p:nvPr/>
          </p:nvSpPr>
          <p:spPr>
            <a:xfrm>
              <a:off x="5964129" y="2701956"/>
              <a:ext cx="5915" cy="5377"/>
            </a:xfrm>
            <a:custGeom>
              <a:avLst/>
              <a:gdLst/>
              <a:ahLst/>
              <a:cxnLst/>
              <a:rect l="l" t="t" r="r" b="b"/>
              <a:pathLst>
                <a:path w="66" h="60" extrusionOk="0">
                  <a:moveTo>
                    <a:pt x="60" y="0"/>
                  </a:moveTo>
                  <a:cubicBezTo>
                    <a:pt x="38" y="22"/>
                    <a:pt x="17" y="38"/>
                    <a:pt x="1" y="60"/>
                  </a:cubicBezTo>
                  <a:cubicBezTo>
                    <a:pt x="1" y="60"/>
                    <a:pt x="6" y="60"/>
                    <a:pt x="6" y="60"/>
                  </a:cubicBezTo>
                  <a:cubicBezTo>
                    <a:pt x="22" y="43"/>
                    <a:pt x="44" y="27"/>
                    <a:pt x="65" y="6"/>
                  </a:cubicBezTo>
                  <a:cubicBezTo>
                    <a:pt x="65" y="6"/>
                    <a:pt x="60"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1"/>
            <p:cNvSpPr/>
            <p:nvPr/>
          </p:nvSpPr>
          <p:spPr>
            <a:xfrm>
              <a:off x="5931240" y="2700432"/>
              <a:ext cx="6363" cy="5467"/>
            </a:xfrm>
            <a:custGeom>
              <a:avLst/>
              <a:gdLst/>
              <a:ahLst/>
              <a:cxnLst/>
              <a:rect l="l" t="t" r="r" b="b"/>
              <a:pathLst>
                <a:path w="71" h="61" extrusionOk="0">
                  <a:moveTo>
                    <a:pt x="38" y="55"/>
                  </a:moveTo>
                  <a:cubicBezTo>
                    <a:pt x="27" y="55"/>
                    <a:pt x="16" y="50"/>
                    <a:pt x="11" y="44"/>
                  </a:cubicBezTo>
                  <a:cubicBezTo>
                    <a:pt x="11" y="44"/>
                    <a:pt x="6" y="50"/>
                    <a:pt x="6" y="50"/>
                  </a:cubicBezTo>
                  <a:cubicBezTo>
                    <a:pt x="16" y="55"/>
                    <a:pt x="27" y="50"/>
                    <a:pt x="38" y="50"/>
                  </a:cubicBezTo>
                  <a:cubicBezTo>
                    <a:pt x="43" y="50"/>
                    <a:pt x="49" y="44"/>
                    <a:pt x="43" y="44"/>
                  </a:cubicBezTo>
                  <a:cubicBezTo>
                    <a:pt x="33" y="33"/>
                    <a:pt x="27" y="17"/>
                    <a:pt x="27" y="6"/>
                  </a:cubicBezTo>
                  <a:lnTo>
                    <a:pt x="22" y="12"/>
                  </a:lnTo>
                  <a:lnTo>
                    <a:pt x="27" y="12"/>
                  </a:lnTo>
                  <a:cubicBezTo>
                    <a:pt x="22" y="12"/>
                    <a:pt x="22" y="6"/>
                    <a:pt x="22" y="6"/>
                  </a:cubicBezTo>
                  <a:cubicBezTo>
                    <a:pt x="27" y="17"/>
                    <a:pt x="33" y="28"/>
                    <a:pt x="43" y="33"/>
                  </a:cubicBezTo>
                  <a:cubicBezTo>
                    <a:pt x="49" y="39"/>
                    <a:pt x="60" y="44"/>
                    <a:pt x="70" y="39"/>
                  </a:cubicBezTo>
                  <a:cubicBezTo>
                    <a:pt x="70" y="33"/>
                    <a:pt x="70" y="33"/>
                    <a:pt x="70" y="33"/>
                  </a:cubicBezTo>
                  <a:cubicBezTo>
                    <a:pt x="65" y="28"/>
                    <a:pt x="65" y="28"/>
                    <a:pt x="60" y="28"/>
                  </a:cubicBezTo>
                  <a:cubicBezTo>
                    <a:pt x="54" y="28"/>
                    <a:pt x="49" y="23"/>
                    <a:pt x="43" y="23"/>
                  </a:cubicBezTo>
                  <a:cubicBezTo>
                    <a:pt x="38" y="17"/>
                    <a:pt x="33" y="12"/>
                    <a:pt x="27" y="1"/>
                  </a:cubicBezTo>
                  <a:cubicBezTo>
                    <a:pt x="27" y="1"/>
                    <a:pt x="22" y="1"/>
                    <a:pt x="22" y="1"/>
                  </a:cubicBezTo>
                  <a:cubicBezTo>
                    <a:pt x="16" y="1"/>
                    <a:pt x="16" y="1"/>
                    <a:pt x="16" y="6"/>
                  </a:cubicBezTo>
                  <a:cubicBezTo>
                    <a:pt x="16" y="23"/>
                    <a:pt x="22" y="39"/>
                    <a:pt x="33" y="50"/>
                  </a:cubicBezTo>
                  <a:cubicBezTo>
                    <a:pt x="38" y="50"/>
                    <a:pt x="38" y="44"/>
                    <a:pt x="38" y="44"/>
                  </a:cubicBezTo>
                  <a:cubicBezTo>
                    <a:pt x="27" y="39"/>
                    <a:pt x="16" y="44"/>
                    <a:pt x="6" y="44"/>
                  </a:cubicBezTo>
                  <a:cubicBezTo>
                    <a:pt x="6" y="44"/>
                    <a:pt x="0" y="50"/>
                    <a:pt x="6" y="50"/>
                  </a:cubicBezTo>
                  <a:cubicBezTo>
                    <a:pt x="11" y="60"/>
                    <a:pt x="22" y="60"/>
                    <a:pt x="38" y="60"/>
                  </a:cubicBezTo>
                  <a:cubicBezTo>
                    <a:pt x="38" y="60"/>
                    <a:pt x="38" y="55"/>
                    <a:pt x="38" y="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1"/>
            <p:cNvSpPr/>
            <p:nvPr/>
          </p:nvSpPr>
          <p:spPr>
            <a:xfrm>
              <a:off x="5940919" y="2667095"/>
              <a:ext cx="14070" cy="37370"/>
            </a:xfrm>
            <a:custGeom>
              <a:avLst/>
              <a:gdLst/>
              <a:ahLst/>
              <a:cxnLst/>
              <a:rect l="l" t="t" r="r" b="b"/>
              <a:pathLst>
                <a:path w="157" h="417" extrusionOk="0">
                  <a:moveTo>
                    <a:pt x="60" y="411"/>
                  </a:moveTo>
                  <a:cubicBezTo>
                    <a:pt x="0" y="368"/>
                    <a:pt x="87" y="243"/>
                    <a:pt x="108" y="195"/>
                  </a:cubicBezTo>
                  <a:cubicBezTo>
                    <a:pt x="135" y="141"/>
                    <a:pt x="157" y="70"/>
                    <a:pt x="146" y="6"/>
                  </a:cubicBezTo>
                  <a:cubicBezTo>
                    <a:pt x="146" y="0"/>
                    <a:pt x="135" y="0"/>
                    <a:pt x="135" y="11"/>
                  </a:cubicBezTo>
                  <a:cubicBezTo>
                    <a:pt x="130" y="60"/>
                    <a:pt x="125" y="108"/>
                    <a:pt x="103" y="162"/>
                  </a:cubicBezTo>
                  <a:cubicBezTo>
                    <a:pt x="87" y="200"/>
                    <a:pt x="65" y="243"/>
                    <a:pt x="49" y="281"/>
                  </a:cubicBezTo>
                  <a:cubicBezTo>
                    <a:pt x="33" y="319"/>
                    <a:pt x="11" y="395"/>
                    <a:pt x="60" y="416"/>
                  </a:cubicBezTo>
                  <a:cubicBezTo>
                    <a:pt x="60" y="416"/>
                    <a:pt x="65" y="411"/>
                    <a:pt x="60" y="4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1"/>
            <p:cNvSpPr/>
            <p:nvPr/>
          </p:nvSpPr>
          <p:spPr>
            <a:xfrm>
              <a:off x="5954002" y="2668977"/>
              <a:ext cx="4391" cy="9768"/>
            </a:xfrm>
            <a:custGeom>
              <a:avLst/>
              <a:gdLst/>
              <a:ahLst/>
              <a:cxnLst/>
              <a:rect l="l" t="t" r="r" b="b"/>
              <a:pathLst>
                <a:path w="49" h="109" extrusionOk="0">
                  <a:moveTo>
                    <a:pt x="0" y="1"/>
                  </a:moveTo>
                  <a:cubicBezTo>
                    <a:pt x="16" y="17"/>
                    <a:pt x="22" y="39"/>
                    <a:pt x="27" y="55"/>
                  </a:cubicBezTo>
                  <a:cubicBezTo>
                    <a:pt x="33" y="71"/>
                    <a:pt x="33" y="93"/>
                    <a:pt x="38" y="109"/>
                  </a:cubicBezTo>
                  <a:cubicBezTo>
                    <a:pt x="43" y="109"/>
                    <a:pt x="43" y="109"/>
                    <a:pt x="43" y="109"/>
                  </a:cubicBezTo>
                  <a:cubicBezTo>
                    <a:pt x="49" y="87"/>
                    <a:pt x="43" y="66"/>
                    <a:pt x="38" y="55"/>
                  </a:cubicBezTo>
                  <a:cubicBezTo>
                    <a:pt x="33" y="33"/>
                    <a:pt x="16" y="17"/>
                    <a:pt x="6" y="1"/>
                  </a:cubicBezTo>
                  <a:cubicBezTo>
                    <a:pt x="0" y="1"/>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1"/>
            <p:cNvSpPr/>
            <p:nvPr/>
          </p:nvSpPr>
          <p:spPr>
            <a:xfrm>
              <a:off x="5956422" y="2672920"/>
              <a:ext cx="5915" cy="13084"/>
            </a:xfrm>
            <a:custGeom>
              <a:avLst/>
              <a:gdLst/>
              <a:ahLst/>
              <a:cxnLst/>
              <a:rect l="l" t="t" r="r" b="b"/>
              <a:pathLst>
                <a:path w="66" h="146" extrusionOk="0">
                  <a:moveTo>
                    <a:pt x="6" y="11"/>
                  </a:moveTo>
                  <a:cubicBezTo>
                    <a:pt x="27" y="22"/>
                    <a:pt x="38" y="49"/>
                    <a:pt x="43" y="70"/>
                  </a:cubicBezTo>
                  <a:cubicBezTo>
                    <a:pt x="49" y="86"/>
                    <a:pt x="49" y="97"/>
                    <a:pt x="49" y="108"/>
                  </a:cubicBezTo>
                  <a:cubicBezTo>
                    <a:pt x="49" y="124"/>
                    <a:pt x="38" y="130"/>
                    <a:pt x="38" y="146"/>
                  </a:cubicBezTo>
                  <a:cubicBezTo>
                    <a:pt x="38" y="146"/>
                    <a:pt x="38" y="146"/>
                    <a:pt x="43" y="146"/>
                  </a:cubicBezTo>
                  <a:cubicBezTo>
                    <a:pt x="65" y="135"/>
                    <a:pt x="60" y="92"/>
                    <a:pt x="54" y="70"/>
                  </a:cubicBezTo>
                  <a:cubicBezTo>
                    <a:pt x="49" y="43"/>
                    <a:pt x="33" y="11"/>
                    <a:pt x="6" y="0"/>
                  </a:cubicBezTo>
                  <a:cubicBezTo>
                    <a:pt x="0" y="0"/>
                    <a:pt x="0" y="5"/>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1"/>
            <p:cNvSpPr/>
            <p:nvPr/>
          </p:nvSpPr>
          <p:spPr>
            <a:xfrm>
              <a:off x="5951045" y="2687438"/>
              <a:ext cx="1523" cy="1972"/>
            </a:xfrm>
            <a:custGeom>
              <a:avLst/>
              <a:gdLst/>
              <a:ahLst/>
              <a:cxnLst/>
              <a:rect l="l" t="t" r="r" b="b"/>
              <a:pathLst>
                <a:path w="17" h="22" extrusionOk="0">
                  <a:moveTo>
                    <a:pt x="12" y="6"/>
                  </a:moveTo>
                  <a:cubicBezTo>
                    <a:pt x="12" y="11"/>
                    <a:pt x="6" y="11"/>
                    <a:pt x="1" y="16"/>
                  </a:cubicBezTo>
                  <a:cubicBezTo>
                    <a:pt x="1" y="22"/>
                    <a:pt x="1" y="22"/>
                    <a:pt x="1" y="22"/>
                  </a:cubicBezTo>
                  <a:cubicBezTo>
                    <a:pt x="6" y="16"/>
                    <a:pt x="12" y="11"/>
                    <a:pt x="17" y="6"/>
                  </a:cubicBezTo>
                  <a:cubicBezTo>
                    <a:pt x="17" y="6"/>
                    <a:pt x="12" y="0"/>
                    <a:pt x="12"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1"/>
            <p:cNvSpPr/>
            <p:nvPr/>
          </p:nvSpPr>
          <p:spPr>
            <a:xfrm>
              <a:off x="5937065" y="2707243"/>
              <a:ext cx="986" cy="1075"/>
            </a:xfrm>
            <a:custGeom>
              <a:avLst/>
              <a:gdLst/>
              <a:ahLst/>
              <a:cxnLst/>
              <a:rect l="l" t="t" r="r" b="b"/>
              <a:pathLst>
                <a:path w="11" h="12" extrusionOk="0">
                  <a:moveTo>
                    <a:pt x="11" y="11"/>
                  </a:moveTo>
                  <a:lnTo>
                    <a:pt x="11" y="6"/>
                  </a:lnTo>
                  <a:cubicBezTo>
                    <a:pt x="11" y="6"/>
                    <a:pt x="11" y="1"/>
                    <a:pt x="11" y="1"/>
                  </a:cubicBezTo>
                  <a:lnTo>
                    <a:pt x="11" y="1"/>
                  </a:lnTo>
                  <a:cubicBezTo>
                    <a:pt x="11" y="1"/>
                    <a:pt x="5" y="1"/>
                    <a:pt x="5" y="1"/>
                  </a:cubicBezTo>
                  <a:lnTo>
                    <a:pt x="5" y="1"/>
                  </a:lnTo>
                  <a:cubicBezTo>
                    <a:pt x="5" y="1"/>
                    <a:pt x="0" y="6"/>
                    <a:pt x="0" y="6"/>
                  </a:cubicBezTo>
                  <a:cubicBezTo>
                    <a:pt x="0" y="11"/>
                    <a:pt x="0" y="11"/>
                    <a:pt x="0" y="11"/>
                  </a:cubicBezTo>
                  <a:cubicBezTo>
                    <a:pt x="5" y="11"/>
                    <a:pt x="11" y="11"/>
                    <a:pt x="1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1"/>
            <p:cNvSpPr/>
            <p:nvPr/>
          </p:nvSpPr>
          <p:spPr>
            <a:xfrm>
              <a:off x="5899247" y="2681613"/>
              <a:ext cx="4481" cy="14608"/>
            </a:xfrm>
            <a:custGeom>
              <a:avLst/>
              <a:gdLst/>
              <a:ahLst/>
              <a:cxnLst/>
              <a:rect l="l" t="t" r="r" b="b"/>
              <a:pathLst>
                <a:path w="50" h="163" extrusionOk="0">
                  <a:moveTo>
                    <a:pt x="39" y="157"/>
                  </a:moveTo>
                  <a:cubicBezTo>
                    <a:pt x="49" y="119"/>
                    <a:pt x="49" y="33"/>
                    <a:pt x="11" y="6"/>
                  </a:cubicBezTo>
                  <a:cubicBezTo>
                    <a:pt x="6" y="0"/>
                    <a:pt x="1" y="6"/>
                    <a:pt x="1" y="11"/>
                  </a:cubicBezTo>
                  <a:cubicBezTo>
                    <a:pt x="11" y="38"/>
                    <a:pt x="22" y="60"/>
                    <a:pt x="28" y="87"/>
                  </a:cubicBezTo>
                  <a:cubicBezTo>
                    <a:pt x="28" y="108"/>
                    <a:pt x="28" y="135"/>
                    <a:pt x="33" y="157"/>
                  </a:cubicBezTo>
                  <a:cubicBezTo>
                    <a:pt x="33" y="162"/>
                    <a:pt x="39" y="162"/>
                    <a:pt x="39" y="1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1"/>
            <p:cNvSpPr/>
            <p:nvPr/>
          </p:nvSpPr>
          <p:spPr>
            <a:xfrm>
              <a:off x="5879442" y="2669963"/>
              <a:ext cx="6811" cy="17565"/>
            </a:xfrm>
            <a:custGeom>
              <a:avLst/>
              <a:gdLst/>
              <a:ahLst/>
              <a:cxnLst/>
              <a:rect l="l" t="t" r="r" b="b"/>
              <a:pathLst>
                <a:path w="76" h="196" extrusionOk="0">
                  <a:moveTo>
                    <a:pt x="49" y="6"/>
                  </a:moveTo>
                  <a:cubicBezTo>
                    <a:pt x="70" y="71"/>
                    <a:pt x="49" y="125"/>
                    <a:pt x="6" y="179"/>
                  </a:cubicBezTo>
                  <a:cubicBezTo>
                    <a:pt x="0" y="184"/>
                    <a:pt x="11" y="195"/>
                    <a:pt x="16" y="184"/>
                  </a:cubicBezTo>
                  <a:cubicBezTo>
                    <a:pt x="70" y="146"/>
                    <a:pt x="76" y="65"/>
                    <a:pt x="60" y="1"/>
                  </a:cubicBezTo>
                  <a:cubicBezTo>
                    <a:pt x="54" y="1"/>
                    <a:pt x="49" y="1"/>
                    <a:pt x="4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41"/>
            <p:cNvSpPr/>
            <p:nvPr/>
          </p:nvSpPr>
          <p:spPr>
            <a:xfrm>
              <a:off x="5881324" y="2674354"/>
              <a:ext cx="6452" cy="15056"/>
            </a:xfrm>
            <a:custGeom>
              <a:avLst/>
              <a:gdLst/>
              <a:ahLst/>
              <a:cxnLst/>
              <a:rect l="l" t="t" r="r" b="b"/>
              <a:pathLst>
                <a:path w="72" h="168" extrusionOk="0">
                  <a:moveTo>
                    <a:pt x="55" y="6"/>
                  </a:moveTo>
                  <a:cubicBezTo>
                    <a:pt x="55" y="33"/>
                    <a:pt x="55" y="60"/>
                    <a:pt x="49" y="81"/>
                  </a:cubicBezTo>
                  <a:cubicBezTo>
                    <a:pt x="44" y="97"/>
                    <a:pt x="39" y="108"/>
                    <a:pt x="33" y="125"/>
                  </a:cubicBezTo>
                  <a:cubicBezTo>
                    <a:pt x="28" y="135"/>
                    <a:pt x="12" y="141"/>
                    <a:pt x="1" y="157"/>
                  </a:cubicBezTo>
                  <a:cubicBezTo>
                    <a:pt x="1" y="157"/>
                    <a:pt x="1" y="168"/>
                    <a:pt x="6" y="168"/>
                  </a:cubicBezTo>
                  <a:cubicBezTo>
                    <a:pt x="71" y="157"/>
                    <a:pt x="66" y="54"/>
                    <a:pt x="66" y="6"/>
                  </a:cubicBezTo>
                  <a:cubicBezTo>
                    <a:pt x="66" y="0"/>
                    <a:pt x="55" y="0"/>
                    <a:pt x="55"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41"/>
            <p:cNvSpPr/>
            <p:nvPr/>
          </p:nvSpPr>
          <p:spPr>
            <a:xfrm>
              <a:off x="6002395" y="2696579"/>
              <a:ext cx="10754" cy="3943"/>
            </a:xfrm>
            <a:custGeom>
              <a:avLst/>
              <a:gdLst/>
              <a:ahLst/>
              <a:cxnLst/>
              <a:rect l="l" t="t" r="r" b="b"/>
              <a:pathLst>
                <a:path w="120" h="44" extrusionOk="0">
                  <a:moveTo>
                    <a:pt x="114" y="28"/>
                  </a:moveTo>
                  <a:cubicBezTo>
                    <a:pt x="82" y="17"/>
                    <a:pt x="33" y="1"/>
                    <a:pt x="6" y="28"/>
                  </a:cubicBezTo>
                  <a:cubicBezTo>
                    <a:pt x="0" y="33"/>
                    <a:pt x="6" y="44"/>
                    <a:pt x="17" y="39"/>
                  </a:cubicBezTo>
                  <a:cubicBezTo>
                    <a:pt x="33" y="39"/>
                    <a:pt x="44" y="33"/>
                    <a:pt x="60" y="28"/>
                  </a:cubicBezTo>
                  <a:cubicBezTo>
                    <a:pt x="76" y="28"/>
                    <a:pt x="98" y="28"/>
                    <a:pt x="114" y="33"/>
                  </a:cubicBezTo>
                  <a:cubicBezTo>
                    <a:pt x="114" y="33"/>
                    <a:pt x="119" y="28"/>
                    <a:pt x="11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1"/>
            <p:cNvSpPr/>
            <p:nvPr/>
          </p:nvSpPr>
          <p:spPr>
            <a:xfrm>
              <a:off x="5876485" y="2652577"/>
              <a:ext cx="6900" cy="7349"/>
            </a:xfrm>
            <a:custGeom>
              <a:avLst/>
              <a:gdLst/>
              <a:ahLst/>
              <a:cxnLst/>
              <a:rect l="l" t="t" r="r" b="b"/>
              <a:pathLst>
                <a:path w="77" h="82" extrusionOk="0">
                  <a:moveTo>
                    <a:pt x="6" y="6"/>
                  </a:moveTo>
                  <a:cubicBezTo>
                    <a:pt x="1" y="22"/>
                    <a:pt x="12" y="38"/>
                    <a:pt x="22" y="49"/>
                  </a:cubicBezTo>
                  <a:cubicBezTo>
                    <a:pt x="33" y="60"/>
                    <a:pt x="55" y="81"/>
                    <a:pt x="71" y="81"/>
                  </a:cubicBezTo>
                  <a:cubicBezTo>
                    <a:pt x="76" y="81"/>
                    <a:pt x="76" y="76"/>
                    <a:pt x="76" y="76"/>
                  </a:cubicBezTo>
                  <a:cubicBezTo>
                    <a:pt x="66" y="60"/>
                    <a:pt x="49" y="54"/>
                    <a:pt x="39" y="43"/>
                  </a:cubicBezTo>
                  <a:cubicBezTo>
                    <a:pt x="28" y="33"/>
                    <a:pt x="17" y="22"/>
                    <a:pt x="17" y="6"/>
                  </a:cubicBezTo>
                  <a:cubicBezTo>
                    <a:pt x="12" y="0"/>
                    <a:pt x="6" y="0"/>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1"/>
            <p:cNvSpPr/>
            <p:nvPr/>
          </p:nvSpPr>
          <p:spPr>
            <a:xfrm>
              <a:off x="5878905" y="2650157"/>
              <a:ext cx="5467" cy="7349"/>
            </a:xfrm>
            <a:custGeom>
              <a:avLst/>
              <a:gdLst/>
              <a:ahLst/>
              <a:cxnLst/>
              <a:rect l="l" t="t" r="r" b="b"/>
              <a:pathLst>
                <a:path w="61" h="82" extrusionOk="0">
                  <a:moveTo>
                    <a:pt x="1" y="11"/>
                  </a:moveTo>
                  <a:cubicBezTo>
                    <a:pt x="6" y="27"/>
                    <a:pt x="12" y="38"/>
                    <a:pt x="22" y="49"/>
                  </a:cubicBezTo>
                  <a:cubicBezTo>
                    <a:pt x="28" y="60"/>
                    <a:pt x="44" y="76"/>
                    <a:pt x="55" y="76"/>
                  </a:cubicBezTo>
                  <a:cubicBezTo>
                    <a:pt x="60" y="81"/>
                    <a:pt x="60" y="76"/>
                    <a:pt x="60" y="70"/>
                  </a:cubicBezTo>
                  <a:cubicBezTo>
                    <a:pt x="55" y="60"/>
                    <a:pt x="44" y="54"/>
                    <a:pt x="33" y="49"/>
                  </a:cubicBezTo>
                  <a:cubicBezTo>
                    <a:pt x="22" y="38"/>
                    <a:pt x="12" y="22"/>
                    <a:pt x="12" y="6"/>
                  </a:cubicBezTo>
                  <a:cubicBezTo>
                    <a:pt x="6" y="0"/>
                    <a:pt x="1" y="6"/>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1"/>
            <p:cNvSpPr/>
            <p:nvPr/>
          </p:nvSpPr>
          <p:spPr>
            <a:xfrm>
              <a:off x="5879890" y="2645766"/>
              <a:ext cx="5377" cy="7349"/>
            </a:xfrm>
            <a:custGeom>
              <a:avLst/>
              <a:gdLst/>
              <a:ahLst/>
              <a:cxnLst/>
              <a:rect l="l" t="t" r="r" b="b"/>
              <a:pathLst>
                <a:path w="60" h="82" extrusionOk="0">
                  <a:moveTo>
                    <a:pt x="6" y="11"/>
                  </a:moveTo>
                  <a:cubicBezTo>
                    <a:pt x="6" y="27"/>
                    <a:pt x="17" y="44"/>
                    <a:pt x="22" y="55"/>
                  </a:cubicBezTo>
                  <a:cubicBezTo>
                    <a:pt x="33" y="65"/>
                    <a:pt x="44" y="82"/>
                    <a:pt x="55" y="82"/>
                  </a:cubicBezTo>
                  <a:cubicBezTo>
                    <a:pt x="60" y="82"/>
                    <a:pt x="60" y="76"/>
                    <a:pt x="60" y="76"/>
                  </a:cubicBezTo>
                  <a:cubicBezTo>
                    <a:pt x="55" y="65"/>
                    <a:pt x="44" y="60"/>
                    <a:pt x="38" y="49"/>
                  </a:cubicBezTo>
                  <a:cubicBezTo>
                    <a:pt x="28" y="38"/>
                    <a:pt x="22" y="27"/>
                    <a:pt x="17" y="11"/>
                  </a:cubicBezTo>
                  <a:cubicBezTo>
                    <a:pt x="11" y="0"/>
                    <a:pt x="1" y="6"/>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1"/>
            <p:cNvSpPr/>
            <p:nvPr/>
          </p:nvSpPr>
          <p:spPr>
            <a:xfrm>
              <a:off x="5882758" y="2643794"/>
              <a:ext cx="3047" cy="3495"/>
            </a:xfrm>
            <a:custGeom>
              <a:avLst/>
              <a:gdLst/>
              <a:ahLst/>
              <a:cxnLst/>
              <a:rect l="l" t="t" r="r" b="b"/>
              <a:pathLst>
                <a:path w="34" h="39" extrusionOk="0">
                  <a:moveTo>
                    <a:pt x="1" y="6"/>
                  </a:moveTo>
                  <a:cubicBezTo>
                    <a:pt x="12" y="17"/>
                    <a:pt x="17" y="33"/>
                    <a:pt x="28" y="39"/>
                  </a:cubicBezTo>
                  <a:cubicBezTo>
                    <a:pt x="33" y="39"/>
                    <a:pt x="33" y="39"/>
                    <a:pt x="33" y="33"/>
                  </a:cubicBezTo>
                  <a:cubicBezTo>
                    <a:pt x="23" y="28"/>
                    <a:pt x="12" y="17"/>
                    <a:pt x="6" y="6"/>
                  </a:cubicBezTo>
                  <a:cubicBezTo>
                    <a:pt x="6" y="1"/>
                    <a:pt x="1" y="6"/>
                    <a:pt x="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1"/>
            <p:cNvSpPr/>
            <p:nvPr/>
          </p:nvSpPr>
          <p:spPr>
            <a:xfrm>
              <a:off x="5822267" y="2770154"/>
              <a:ext cx="6363" cy="7438"/>
            </a:xfrm>
            <a:custGeom>
              <a:avLst/>
              <a:gdLst/>
              <a:ahLst/>
              <a:cxnLst/>
              <a:rect l="l" t="t" r="r" b="b"/>
              <a:pathLst>
                <a:path w="71" h="83" extrusionOk="0">
                  <a:moveTo>
                    <a:pt x="1" y="12"/>
                  </a:moveTo>
                  <a:cubicBezTo>
                    <a:pt x="11" y="28"/>
                    <a:pt x="17" y="39"/>
                    <a:pt x="28" y="55"/>
                  </a:cubicBezTo>
                  <a:cubicBezTo>
                    <a:pt x="38" y="66"/>
                    <a:pt x="55" y="82"/>
                    <a:pt x="65" y="77"/>
                  </a:cubicBezTo>
                  <a:cubicBezTo>
                    <a:pt x="71" y="77"/>
                    <a:pt x="71" y="77"/>
                    <a:pt x="71" y="71"/>
                  </a:cubicBezTo>
                  <a:cubicBezTo>
                    <a:pt x="65" y="60"/>
                    <a:pt x="49" y="55"/>
                    <a:pt x="44" y="44"/>
                  </a:cubicBezTo>
                  <a:cubicBezTo>
                    <a:pt x="28" y="33"/>
                    <a:pt x="17" y="23"/>
                    <a:pt x="11" y="6"/>
                  </a:cubicBezTo>
                  <a:cubicBezTo>
                    <a:pt x="6" y="1"/>
                    <a:pt x="1" y="6"/>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1"/>
            <p:cNvSpPr/>
            <p:nvPr/>
          </p:nvSpPr>
          <p:spPr>
            <a:xfrm>
              <a:off x="5824687" y="2767287"/>
              <a:ext cx="5467" cy="7349"/>
            </a:xfrm>
            <a:custGeom>
              <a:avLst/>
              <a:gdLst/>
              <a:ahLst/>
              <a:cxnLst/>
              <a:rect l="l" t="t" r="r" b="b"/>
              <a:pathLst>
                <a:path w="61" h="82" extrusionOk="0">
                  <a:moveTo>
                    <a:pt x="6" y="11"/>
                  </a:moveTo>
                  <a:cubicBezTo>
                    <a:pt x="6" y="28"/>
                    <a:pt x="11" y="38"/>
                    <a:pt x="22" y="55"/>
                  </a:cubicBezTo>
                  <a:cubicBezTo>
                    <a:pt x="28" y="65"/>
                    <a:pt x="44" y="82"/>
                    <a:pt x="55" y="82"/>
                  </a:cubicBezTo>
                  <a:cubicBezTo>
                    <a:pt x="55" y="82"/>
                    <a:pt x="60" y="76"/>
                    <a:pt x="60" y="76"/>
                  </a:cubicBezTo>
                  <a:cubicBezTo>
                    <a:pt x="55" y="65"/>
                    <a:pt x="44" y="60"/>
                    <a:pt x="33" y="49"/>
                  </a:cubicBezTo>
                  <a:cubicBezTo>
                    <a:pt x="22" y="38"/>
                    <a:pt x="17" y="22"/>
                    <a:pt x="11" y="6"/>
                  </a:cubicBezTo>
                  <a:cubicBezTo>
                    <a:pt x="11" y="1"/>
                    <a:pt x="1" y="6"/>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1"/>
            <p:cNvSpPr/>
            <p:nvPr/>
          </p:nvSpPr>
          <p:spPr>
            <a:xfrm>
              <a:off x="5826659" y="2761461"/>
              <a:ext cx="7348" cy="7349"/>
            </a:xfrm>
            <a:custGeom>
              <a:avLst/>
              <a:gdLst/>
              <a:ahLst/>
              <a:cxnLst/>
              <a:rect l="l" t="t" r="r" b="b"/>
              <a:pathLst>
                <a:path w="82" h="82" extrusionOk="0">
                  <a:moveTo>
                    <a:pt x="0" y="12"/>
                  </a:moveTo>
                  <a:cubicBezTo>
                    <a:pt x="11" y="28"/>
                    <a:pt x="22" y="44"/>
                    <a:pt x="33" y="55"/>
                  </a:cubicBezTo>
                  <a:cubicBezTo>
                    <a:pt x="44" y="66"/>
                    <a:pt x="60" y="82"/>
                    <a:pt x="76" y="76"/>
                  </a:cubicBezTo>
                  <a:cubicBezTo>
                    <a:pt x="81" y="71"/>
                    <a:pt x="81" y="71"/>
                    <a:pt x="76" y="66"/>
                  </a:cubicBezTo>
                  <a:cubicBezTo>
                    <a:pt x="71" y="55"/>
                    <a:pt x="54" y="55"/>
                    <a:pt x="44" y="44"/>
                  </a:cubicBezTo>
                  <a:cubicBezTo>
                    <a:pt x="27" y="33"/>
                    <a:pt x="22" y="17"/>
                    <a:pt x="11" y="6"/>
                  </a:cubicBezTo>
                  <a:cubicBezTo>
                    <a:pt x="6" y="1"/>
                    <a:pt x="0" y="6"/>
                    <a:pt x="0"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1"/>
            <p:cNvSpPr/>
            <p:nvPr/>
          </p:nvSpPr>
          <p:spPr>
            <a:xfrm>
              <a:off x="5831498" y="2758056"/>
              <a:ext cx="4391" cy="3495"/>
            </a:xfrm>
            <a:custGeom>
              <a:avLst/>
              <a:gdLst/>
              <a:ahLst/>
              <a:cxnLst/>
              <a:rect l="l" t="t" r="r" b="b"/>
              <a:pathLst>
                <a:path w="49" h="39" extrusionOk="0">
                  <a:moveTo>
                    <a:pt x="6" y="12"/>
                  </a:moveTo>
                  <a:cubicBezTo>
                    <a:pt x="17" y="23"/>
                    <a:pt x="27" y="39"/>
                    <a:pt x="38" y="39"/>
                  </a:cubicBezTo>
                  <a:cubicBezTo>
                    <a:pt x="44" y="39"/>
                    <a:pt x="49" y="39"/>
                    <a:pt x="44" y="33"/>
                  </a:cubicBezTo>
                  <a:cubicBezTo>
                    <a:pt x="38" y="28"/>
                    <a:pt x="33" y="28"/>
                    <a:pt x="27" y="23"/>
                  </a:cubicBezTo>
                  <a:cubicBezTo>
                    <a:pt x="22" y="17"/>
                    <a:pt x="17" y="12"/>
                    <a:pt x="11" y="6"/>
                  </a:cubicBezTo>
                  <a:cubicBezTo>
                    <a:pt x="6" y="1"/>
                    <a:pt x="0" y="6"/>
                    <a:pt x="6"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1"/>
            <p:cNvSpPr/>
            <p:nvPr/>
          </p:nvSpPr>
          <p:spPr>
            <a:xfrm>
              <a:off x="5832484" y="2749901"/>
              <a:ext cx="5825" cy="7349"/>
            </a:xfrm>
            <a:custGeom>
              <a:avLst/>
              <a:gdLst/>
              <a:ahLst/>
              <a:cxnLst/>
              <a:rect l="l" t="t" r="r" b="b"/>
              <a:pathLst>
                <a:path w="65" h="82" extrusionOk="0">
                  <a:moveTo>
                    <a:pt x="0" y="11"/>
                  </a:moveTo>
                  <a:cubicBezTo>
                    <a:pt x="16" y="38"/>
                    <a:pt x="33" y="70"/>
                    <a:pt x="60" y="81"/>
                  </a:cubicBezTo>
                  <a:cubicBezTo>
                    <a:pt x="65" y="81"/>
                    <a:pt x="65" y="76"/>
                    <a:pt x="65" y="70"/>
                  </a:cubicBezTo>
                  <a:cubicBezTo>
                    <a:pt x="54" y="65"/>
                    <a:pt x="43" y="54"/>
                    <a:pt x="38" y="43"/>
                  </a:cubicBezTo>
                  <a:cubicBezTo>
                    <a:pt x="27" y="32"/>
                    <a:pt x="22" y="22"/>
                    <a:pt x="11" y="5"/>
                  </a:cubicBezTo>
                  <a:cubicBezTo>
                    <a:pt x="11" y="0"/>
                    <a:pt x="0" y="5"/>
                    <a:pt x="0"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1"/>
            <p:cNvSpPr/>
            <p:nvPr/>
          </p:nvSpPr>
          <p:spPr>
            <a:xfrm>
              <a:off x="5913765" y="2784762"/>
              <a:ext cx="18998" cy="4929"/>
            </a:xfrm>
            <a:custGeom>
              <a:avLst/>
              <a:gdLst/>
              <a:ahLst/>
              <a:cxnLst/>
              <a:rect l="l" t="t" r="r" b="b"/>
              <a:pathLst>
                <a:path w="212" h="55" extrusionOk="0">
                  <a:moveTo>
                    <a:pt x="6" y="32"/>
                  </a:moveTo>
                  <a:cubicBezTo>
                    <a:pt x="71" y="43"/>
                    <a:pt x="152" y="54"/>
                    <a:pt x="206" y="11"/>
                  </a:cubicBezTo>
                  <a:cubicBezTo>
                    <a:pt x="211" y="11"/>
                    <a:pt x="211" y="0"/>
                    <a:pt x="201" y="0"/>
                  </a:cubicBezTo>
                  <a:cubicBezTo>
                    <a:pt x="168" y="5"/>
                    <a:pt x="136" y="22"/>
                    <a:pt x="98" y="27"/>
                  </a:cubicBezTo>
                  <a:cubicBezTo>
                    <a:pt x="71" y="27"/>
                    <a:pt x="39" y="27"/>
                    <a:pt x="6" y="27"/>
                  </a:cubicBezTo>
                  <a:cubicBezTo>
                    <a:pt x="6" y="27"/>
                    <a:pt x="1" y="27"/>
                    <a:pt x="6" y="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1"/>
            <p:cNvSpPr/>
            <p:nvPr/>
          </p:nvSpPr>
          <p:spPr>
            <a:xfrm>
              <a:off x="5996570" y="2809407"/>
              <a:ext cx="12188" cy="4929"/>
            </a:xfrm>
            <a:custGeom>
              <a:avLst/>
              <a:gdLst/>
              <a:ahLst/>
              <a:cxnLst/>
              <a:rect l="l" t="t" r="r" b="b"/>
              <a:pathLst>
                <a:path w="136" h="55" extrusionOk="0">
                  <a:moveTo>
                    <a:pt x="1" y="44"/>
                  </a:moveTo>
                  <a:cubicBezTo>
                    <a:pt x="28" y="49"/>
                    <a:pt x="49" y="55"/>
                    <a:pt x="76" y="44"/>
                  </a:cubicBezTo>
                  <a:cubicBezTo>
                    <a:pt x="92" y="38"/>
                    <a:pt x="125" y="28"/>
                    <a:pt x="130" y="6"/>
                  </a:cubicBezTo>
                  <a:cubicBezTo>
                    <a:pt x="136" y="1"/>
                    <a:pt x="130" y="1"/>
                    <a:pt x="125" y="1"/>
                  </a:cubicBezTo>
                  <a:cubicBezTo>
                    <a:pt x="109" y="1"/>
                    <a:pt x="98" y="17"/>
                    <a:pt x="82" y="22"/>
                  </a:cubicBezTo>
                  <a:cubicBezTo>
                    <a:pt x="60" y="33"/>
                    <a:pt x="28" y="44"/>
                    <a:pt x="6" y="38"/>
                  </a:cubicBezTo>
                  <a:cubicBezTo>
                    <a:pt x="1" y="38"/>
                    <a:pt x="1" y="44"/>
                    <a:pt x="1"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9" name="Google Shape;1899;p41"/>
          <p:cNvSpPr/>
          <p:nvPr/>
        </p:nvSpPr>
        <p:spPr>
          <a:xfrm>
            <a:off x="5304403" y="1393175"/>
            <a:ext cx="1493755" cy="354270"/>
          </a:xfrm>
          <a:custGeom>
            <a:avLst/>
            <a:gdLst/>
            <a:ahLst/>
            <a:cxnLst/>
            <a:rect l="l" t="t" r="r" b="b"/>
            <a:pathLst>
              <a:path w="21007" h="4982" extrusionOk="0">
                <a:moveTo>
                  <a:pt x="7390" y="0"/>
                </a:moveTo>
                <a:cubicBezTo>
                  <a:pt x="6906" y="0"/>
                  <a:pt x="6452" y="217"/>
                  <a:pt x="6076" y="802"/>
                </a:cubicBezTo>
                <a:cubicBezTo>
                  <a:pt x="5738" y="1349"/>
                  <a:pt x="5561" y="1943"/>
                  <a:pt x="5111" y="2425"/>
                </a:cubicBezTo>
                <a:cubicBezTo>
                  <a:pt x="4549" y="3004"/>
                  <a:pt x="3874" y="3325"/>
                  <a:pt x="3054" y="3358"/>
                </a:cubicBezTo>
                <a:cubicBezTo>
                  <a:pt x="3032" y="3358"/>
                  <a:pt x="3011" y="3358"/>
                  <a:pt x="2989" y="3358"/>
                </a:cubicBezTo>
                <a:cubicBezTo>
                  <a:pt x="2336" y="3358"/>
                  <a:pt x="1667" y="3100"/>
                  <a:pt x="1099" y="3100"/>
                </a:cubicBezTo>
                <a:cubicBezTo>
                  <a:pt x="651" y="3100"/>
                  <a:pt x="265" y="3261"/>
                  <a:pt x="0" y="3840"/>
                </a:cubicBezTo>
                <a:cubicBezTo>
                  <a:pt x="1827" y="4306"/>
                  <a:pt x="3623" y="4982"/>
                  <a:pt x="6322" y="4982"/>
                </a:cubicBezTo>
                <a:cubicBezTo>
                  <a:pt x="6971" y="4982"/>
                  <a:pt x="7672" y="4943"/>
                  <a:pt x="8438" y="4852"/>
                </a:cubicBezTo>
                <a:cubicBezTo>
                  <a:pt x="11620" y="4483"/>
                  <a:pt x="14931" y="4161"/>
                  <a:pt x="18290" y="3888"/>
                </a:cubicBezTo>
                <a:cubicBezTo>
                  <a:pt x="18770" y="3843"/>
                  <a:pt x="19266" y="3823"/>
                  <a:pt x="19779" y="3823"/>
                </a:cubicBezTo>
                <a:cubicBezTo>
                  <a:pt x="20177" y="3823"/>
                  <a:pt x="20586" y="3835"/>
                  <a:pt x="21007" y="3856"/>
                </a:cubicBezTo>
                <a:cubicBezTo>
                  <a:pt x="20685" y="3647"/>
                  <a:pt x="20364" y="3438"/>
                  <a:pt x="20042" y="3245"/>
                </a:cubicBezTo>
                <a:cubicBezTo>
                  <a:pt x="18933" y="2602"/>
                  <a:pt x="17648" y="2120"/>
                  <a:pt x="16442" y="1718"/>
                </a:cubicBezTo>
                <a:cubicBezTo>
                  <a:pt x="15649" y="1451"/>
                  <a:pt x="14932" y="1364"/>
                  <a:pt x="14215" y="1364"/>
                </a:cubicBezTo>
                <a:cubicBezTo>
                  <a:pt x="13466" y="1364"/>
                  <a:pt x="12716" y="1459"/>
                  <a:pt x="11878" y="1541"/>
                </a:cubicBezTo>
                <a:cubicBezTo>
                  <a:pt x="11764" y="1552"/>
                  <a:pt x="11653" y="1557"/>
                  <a:pt x="11543" y="1557"/>
                </a:cubicBezTo>
                <a:cubicBezTo>
                  <a:pt x="10833" y="1557"/>
                  <a:pt x="10208" y="1335"/>
                  <a:pt x="9595" y="931"/>
                </a:cubicBezTo>
                <a:cubicBezTo>
                  <a:pt x="8887" y="471"/>
                  <a:pt x="8104" y="0"/>
                  <a:pt x="7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extBox 3">
            <a:extLst>
              <a:ext uri="{FF2B5EF4-FFF2-40B4-BE49-F238E27FC236}">
                <a16:creationId xmlns:a16="http://schemas.microsoft.com/office/drawing/2014/main" id="{DBB8FE2E-47D9-8F37-5989-D1E8357C6140}"/>
              </a:ext>
            </a:extLst>
          </p:cNvPr>
          <p:cNvSpPr txBox="1"/>
          <p:nvPr/>
        </p:nvSpPr>
        <p:spPr>
          <a:xfrm>
            <a:off x="1233024" y="1417588"/>
            <a:ext cx="4549177" cy="2308324"/>
          </a:xfrm>
          <a:prstGeom prst="rect">
            <a:avLst/>
          </a:prstGeom>
          <a:noFill/>
        </p:spPr>
        <p:txBody>
          <a:bodyPr wrap="square" rtlCol="0">
            <a:spAutoFit/>
          </a:bodyPr>
          <a:lstStyle/>
          <a:p>
            <a:pPr algn="r"/>
            <a:r>
              <a:rPr lang="ar-EG" sz="2400" dirty="0">
                <a:latin typeface="Microsoft Sans Serif" panose="020B0604020202020204" pitchFamily="34" charset="0"/>
                <a:ea typeface="Microsoft Sans Serif" panose="020B0604020202020204" pitchFamily="34" charset="0"/>
                <a:cs typeface="Microsoft Sans Serif" panose="020B0604020202020204" pitchFamily="34" charset="0"/>
              </a:rPr>
              <a:t>قضى أرسطو سنواته الأولى في دراسة الفلسفة في أكاديمية أفلاطون لكنه كان مختلفا عن أستاذه في كثير من الآراء. بعد وفاة أفلاطون أسس أرسطو مدرسته الخاصة في أثينا وسماها اللِّيكايون وهناك بدأ في تعليم تلاميذه ووضع أسس العلم والمنطق.</a:t>
            </a:r>
            <a:endParaRPr lang="en-US" sz="24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6"/>
        <p:cNvGrpSpPr/>
        <p:nvPr/>
      </p:nvGrpSpPr>
      <p:grpSpPr>
        <a:xfrm>
          <a:off x="0" y="0"/>
          <a:ext cx="0" cy="0"/>
          <a:chOff x="0" y="0"/>
          <a:chExt cx="0" cy="0"/>
        </a:xfrm>
      </p:grpSpPr>
      <p:sp>
        <p:nvSpPr>
          <p:cNvPr id="1327" name="Google Shape;1327;p40"/>
          <p:cNvSpPr txBox="1">
            <a:spLocks noGrp="1"/>
          </p:cNvSpPr>
          <p:nvPr>
            <p:ph type="title"/>
          </p:nvPr>
        </p:nvSpPr>
        <p:spPr>
          <a:xfrm>
            <a:off x="720000" y="360358"/>
            <a:ext cx="7704000" cy="1166150"/>
          </a:xfrm>
          <a:prstGeom prst="rect">
            <a:avLst/>
          </a:prstGeom>
        </p:spPr>
        <p:txBody>
          <a:bodyPr spcFirstLastPara="1" wrap="square" lIns="91425" tIns="91425" rIns="91425" bIns="91425" anchor="t" anchorCtr="0">
            <a:noAutofit/>
          </a:bodyPr>
          <a:lstStyle/>
          <a:p>
            <a:pPr lvl="0"/>
            <a:r>
              <a:rPr lang="ar-EG" sz="7000" b="1"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rPr>
              <a:t>أفكاره الفلسفية</a:t>
            </a:r>
            <a:endParaRPr sz="7000" b="1"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328" name="Google Shape;1328;p40"/>
          <p:cNvSpPr txBox="1">
            <a:spLocks noGrp="1"/>
          </p:cNvSpPr>
          <p:nvPr>
            <p:ph type="subTitle" idx="1"/>
          </p:nvPr>
        </p:nvSpPr>
        <p:spPr>
          <a:xfrm>
            <a:off x="1591735" y="1526507"/>
            <a:ext cx="6138332" cy="3079359"/>
          </a:xfrm>
          <a:prstGeom prst="rect">
            <a:avLst/>
          </a:prstGeom>
        </p:spPr>
        <p:txBody>
          <a:bodyPr spcFirstLastPara="1" wrap="square" lIns="91425" tIns="91425" rIns="91425" bIns="91425" anchor="t" anchorCtr="0">
            <a:noAutofit/>
          </a:bodyPr>
          <a:lstStyle/>
          <a:p>
            <a:pPr marL="0" lvl="0" indent="0"/>
            <a:r>
              <a:rPr lang="ar-EG" sz="2400" dirty="0">
                <a:latin typeface="Microsoft Sans Serif" panose="020B0604020202020204" pitchFamily="34" charset="0"/>
                <a:ea typeface="Microsoft Sans Serif" panose="020B0604020202020204" pitchFamily="34" charset="0"/>
                <a:cs typeface="Microsoft Sans Serif" panose="020B0604020202020204" pitchFamily="34" charset="0"/>
              </a:rPr>
              <a:t>كان أرسطو يؤمن بأن العقل هو أساس المعرفة وأن كل إنسان يستطيع الوصول إلى الحقيقة بالتفكير المنطقي والملاحظة.</a:t>
            </a:r>
            <a:r>
              <a:rPr lang="en-US" sz="2400" dirty="0">
                <a:latin typeface="Microsoft Sans Serif" panose="020B0604020202020204" pitchFamily="34" charset="0"/>
                <a:ea typeface="Microsoft Sans Serif" panose="020B0604020202020204" pitchFamily="34" charset="0"/>
                <a:cs typeface="Microsoft Sans Serif" panose="020B0604020202020204" pitchFamily="34" charset="0"/>
              </a:rPr>
              <a:t> </a:t>
            </a:r>
            <a:r>
              <a:rPr lang="ar-EG" sz="2400" dirty="0">
                <a:latin typeface="Microsoft Sans Serif" panose="020B0604020202020204" pitchFamily="34" charset="0"/>
                <a:ea typeface="Microsoft Sans Serif" panose="020B0604020202020204" pitchFamily="34" charset="0"/>
                <a:cs typeface="Microsoft Sans Serif" panose="020B0604020202020204" pitchFamily="34" charset="0"/>
              </a:rPr>
              <a:t>في الأخلاق دعا إلى "الوسط الذهبي” يدل ذلك على الاعتدال بين الإفراط والتفريط.في السياسة اعتبر الإنسان كائناً سياسياً يعيش ضمن مجتمع لتحقيق الخير العام.في الفن والشعر كتب كتابه المشهور "فن الشعر" الذي تحدث فيه عن جمال المأساة ودور الفن في تهذيب النفس.</a:t>
            </a:r>
            <a:endParaRPr sz="24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pSp>
        <p:nvGrpSpPr>
          <p:cNvPr id="1330" name="Google Shape;1330;p40"/>
          <p:cNvGrpSpPr/>
          <p:nvPr/>
        </p:nvGrpSpPr>
        <p:grpSpPr>
          <a:xfrm>
            <a:off x="7881125" y="2871450"/>
            <a:ext cx="866249" cy="1663718"/>
            <a:chOff x="6367325" y="2226975"/>
            <a:chExt cx="866249" cy="1663718"/>
          </a:xfrm>
        </p:grpSpPr>
        <p:sp>
          <p:nvSpPr>
            <p:cNvPr id="1331" name="Google Shape;1331;p40"/>
            <p:cNvSpPr/>
            <p:nvPr/>
          </p:nvSpPr>
          <p:spPr>
            <a:xfrm>
              <a:off x="6367325" y="2236918"/>
              <a:ext cx="858458" cy="1644345"/>
            </a:xfrm>
            <a:custGeom>
              <a:avLst/>
              <a:gdLst/>
              <a:ahLst/>
              <a:cxnLst/>
              <a:rect l="l" t="t" r="r" b="b"/>
              <a:pathLst>
                <a:path w="8375" h="16042" extrusionOk="0">
                  <a:moveTo>
                    <a:pt x="627" y="44"/>
                  </a:moveTo>
                  <a:cubicBezTo>
                    <a:pt x="627" y="44"/>
                    <a:pt x="3107" y="157"/>
                    <a:pt x="3874" y="141"/>
                  </a:cubicBezTo>
                  <a:cubicBezTo>
                    <a:pt x="4647" y="120"/>
                    <a:pt x="5803" y="1"/>
                    <a:pt x="6030" y="12"/>
                  </a:cubicBezTo>
                  <a:cubicBezTo>
                    <a:pt x="6262" y="22"/>
                    <a:pt x="6300" y="136"/>
                    <a:pt x="6300" y="222"/>
                  </a:cubicBezTo>
                  <a:cubicBezTo>
                    <a:pt x="6300" y="309"/>
                    <a:pt x="6295" y="460"/>
                    <a:pt x="6295" y="460"/>
                  </a:cubicBezTo>
                  <a:cubicBezTo>
                    <a:pt x="6295" y="460"/>
                    <a:pt x="6948" y="676"/>
                    <a:pt x="7175" y="687"/>
                  </a:cubicBezTo>
                  <a:cubicBezTo>
                    <a:pt x="7407" y="703"/>
                    <a:pt x="8067" y="790"/>
                    <a:pt x="8077" y="865"/>
                  </a:cubicBezTo>
                  <a:cubicBezTo>
                    <a:pt x="8094" y="946"/>
                    <a:pt x="8164" y="1351"/>
                    <a:pt x="8072" y="1443"/>
                  </a:cubicBezTo>
                  <a:cubicBezTo>
                    <a:pt x="7980" y="1535"/>
                    <a:pt x="7861" y="1605"/>
                    <a:pt x="7861" y="1605"/>
                  </a:cubicBezTo>
                  <a:cubicBezTo>
                    <a:pt x="7861" y="1605"/>
                    <a:pt x="7678" y="1551"/>
                    <a:pt x="7661" y="1638"/>
                  </a:cubicBezTo>
                  <a:cubicBezTo>
                    <a:pt x="7651" y="1730"/>
                    <a:pt x="8304" y="1967"/>
                    <a:pt x="8342" y="2718"/>
                  </a:cubicBezTo>
                  <a:cubicBezTo>
                    <a:pt x="8375" y="3464"/>
                    <a:pt x="8348" y="4317"/>
                    <a:pt x="7364" y="4420"/>
                  </a:cubicBezTo>
                  <a:cubicBezTo>
                    <a:pt x="6381" y="4517"/>
                    <a:pt x="6473" y="4285"/>
                    <a:pt x="6473" y="4285"/>
                  </a:cubicBezTo>
                  <a:cubicBezTo>
                    <a:pt x="6473" y="4285"/>
                    <a:pt x="6521" y="4501"/>
                    <a:pt x="6451" y="4615"/>
                  </a:cubicBezTo>
                  <a:cubicBezTo>
                    <a:pt x="6381" y="4728"/>
                    <a:pt x="6127" y="4809"/>
                    <a:pt x="6127" y="4825"/>
                  </a:cubicBezTo>
                  <a:cubicBezTo>
                    <a:pt x="6127" y="4836"/>
                    <a:pt x="6127" y="11957"/>
                    <a:pt x="6127" y="11957"/>
                  </a:cubicBezTo>
                  <a:cubicBezTo>
                    <a:pt x="6127" y="11957"/>
                    <a:pt x="6305" y="11941"/>
                    <a:pt x="6359" y="12081"/>
                  </a:cubicBezTo>
                  <a:cubicBezTo>
                    <a:pt x="6413" y="12216"/>
                    <a:pt x="6408" y="12276"/>
                    <a:pt x="6435" y="12281"/>
                  </a:cubicBezTo>
                  <a:cubicBezTo>
                    <a:pt x="6457" y="12286"/>
                    <a:pt x="8191" y="13605"/>
                    <a:pt x="8180" y="13810"/>
                  </a:cubicBezTo>
                  <a:cubicBezTo>
                    <a:pt x="8175" y="14010"/>
                    <a:pt x="8234" y="15425"/>
                    <a:pt x="8115" y="15436"/>
                  </a:cubicBezTo>
                  <a:cubicBezTo>
                    <a:pt x="7996" y="15447"/>
                    <a:pt x="2280" y="16041"/>
                    <a:pt x="2199" y="15971"/>
                  </a:cubicBezTo>
                  <a:cubicBezTo>
                    <a:pt x="2118" y="15906"/>
                    <a:pt x="632" y="14080"/>
                    <a:pt x="600" y="13978"/>
                  </a:cubicBezTo>
                  <a:cubicBezTo>
                    <a:pt x="568" y="13875"/>
                    <a:pt x="530" y="12465"/>
                    <a:pt x="573" y="12422"/>
                  </a:cubicBezTo>
                  <a:cubicBezTo>
                    <a:pt x="616" y="12384"/>
                    <a:pt x="2080" y="12308"/>
                    <a:pt x="2080" y="12308"/>
                  </a:cubicBezTo>
                  <a:cubicBezTo>
                    <a:pt x="2080" y="12308"/>
                    <a:pt x="2070" y="12162"/>
                    <a:pt x="2134" y="12054"/>
                  </a:cubicBezTo>
                  <a:cubicBezTo>
                    <a:pt x="2199" y="11946"/>
                    <a:pt x="2361" y="11843"/>
                    <a:pt x="2361" y="11843"/>
                  </a:cubicBezTo>
                  <a:lnTo>
                    <a:pt x="2313" y="4669"/>
                  </a:lnTo>
                  <a:cubicBezTo>
                    <a:pt x="2313" y="4669"/>
                    <a:pt x="1983" y="4577"/>
                    <a:pt x="1956" y="4404"/>
                  </a:cubicBezTo>
                  <a:cubicBezTo>
                    <a:pt x="1929" y="4231"/>
                    <a:pt x="2064" y="4015"/>
                    <a:pt x="2064" y="4015"/>
                  </a:cubicBezTo>
                  <a:lnTo>
                    <a:pt x="2032" y="3648"/>
                  </a:lnTo>
                  <a:cubicBezTo>
                    <a:pt x="2032" y="3648"/>
                    <a:pt x="827" y="4096"/>
                    <a:pt x="416" y="3015"/>
                  </a:cubicBezTo>
                  <a:cubicBezTo>
                    <a:pt x="0" y="1935"/>
                    <a:pt x="443" y="1346"/>
                    <a:pt x="562" y="1265"/>
                  </a:cubicBezTo>
                  <a:cubicBezTo>
                    <a:pt x="681" y="1178"/>
                    <a:pt x="962" y="881"/>
                    <a:pt x="962" y="881"/>
                  </a:cubicBezTo>
                  <a:cubicBezTo>
                    <a:pt x="962" y="881"/>
                    <a:pt x="967" y="784"/>
                    <a:pt x="940" y="784"/>
                  </a:cubicBezTo>
                  <a:cubicBezTo>
                    <a:pt x="913" y="779"/>
                    <a:pt x="600" y="784"/>
                    <a:pt x="578" y="660"/>
                  </a:cubicBezTo>
                  <a:cubicBezTo>
                    <a:pt x="551" y="530"/>
                    <a:pt x="541" y="66"/>
                    <a:pt x="622" y="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0"/>
            <p:cNvSpPr/>
            <p:nvPr/>
          </p:nvSpPr>
          <p:spPr>
            <a:xfrm>
              <a:off x="6381163" y="2226975"/>
              <a:ext cx="852411" cy="1663718"/>
            </a:xfrm>
            <a:custGeom>
              <a:avLst/>
              <a:gdLst/>
              <a:ahLst/>
              <a:cxnLst/>
              <a:rect l="l" t="t" r="r" b="b"/>
              <a:pathLst>
                <a:path w="8316" h="16231" extrusionOk="0">
                  <a:moveTo>
                    <a:pt x="503" y="38"/>
                  </a:moveTo>
                  <a:cubicBezTo>
                    <a:pt x="633" y="44"/>
                    <a:pt x="2994" y="157"/>
                    <a:pt x="3739" y="136"/>
                  </a:cubicBezTo>
                  <a:cubicBezTo>
                    <a:pt x="4150" y="125"/>
                    <a:pt x="4674" y="87"/>
                    <a:pt x="5106" y="54"/>
                  </a:cubicBezTo>
                  <a:cubicBezTo>
                    <a:pt x="5479" y="27"/>
                    <a:pt x="5787" y="0"/>
                    <a:pt x="5900" y="6"/>
                  </a:cubicBezTo>
                  <a:cubicBezTo>
                    <a:pt x="6041" y="17"/>
                    <a:pt x="6127" y="54"/>
                    <a:pt x="6176" y="109"/>
                  </a:cubicBezTo>
                  <a:cubicBezTo>
                    <a:pt x="6241" y="173"/>
                    <a:pt x="6257" y="249"/>
                    <a:pt x="6257" y="319"/>
                  </a:cubicBezTo>
                  <a:cubicBezTo>
                    <a:pt x="6257" y="357"/>
                    <a:pt x="6257" y="427"/>
                    <a:pt x="6257" y="481"/>
                  </a:cubicBezTo>
                  <a:cubicBezTo>
                    <a:pt x="6424" y="535"/>
                    <a:pt x="6873" y="676"/>
                    <a:pt x="7046" y="687"/>
                  </a:cubicBezTo>
                  <a:cubicBezTo>
                    <a:pt x="7186" y="697"/>
                    <a:pt x="7478" y="730"/>
                    <a:pt x="7694" y="773"/>
                  </a:cubicBezTo>
                  <a:cubicBezTo>
                    <a:pt x="7878" y="811"/>
                    <a:pt x="8018" y="865"/>
                    <a:pt x="8034" y="946"/>
                  </a:cubicBezTo>
                  <a:cubicBezTo>
                    <a:pt x="8040" y="984"/>
                    <a:pt x="8061" y="1108"/>
                    <a:pt x="8072" y="1238"/>
                  </a:cubicBezTo>
                  <a:cubicBezTo>
                    <a:pt x="8077" y="1389"/>
                    <a:pt x="8067" y="1546"/>
                    <a:pt x="7996" y="1616"/>
                  </a:cubicBezTo>
                  <a:cubicBezTo>
                    <a:pt x="7899" y="1713"/>
                    <a:pt x="7770" y="1794"/>
                    <a:pt x="7770" y="1794"/>
                  </a:cubicBezTo>
                  <a:cubicBezTo>
                    <a:pt x="7759" y="1800"/>
                    <a:pt x="7748" y="1800"/>
                    <a:pt x="7737" y="1805"/>
                  </a:cubicBezTo>
                  <a:cubicBezTo>
                    <a:pt x="7942" y="1967"/>
                    <a:pt x="8267" y="2259"/>
                    <a:pt x="8299" y="2810"/>
                  </a:cubicBezTo>
                  <a:cubicBezTo>
                    <a:pt x="8315" y="3193"/>
                    <a:pt x="8315" y="3609"/>
                    <a:pt x="8180" y="3950"/>
                  </a:cubicBezTo>
                  <a:cubicBezTo>
                    <a:pt x="8045" y="4301"/>
                    <a:pt x="7770" y="4560"/>
                    <a:pt x="7240" y="4614"/>
                  </a:cubicBezTo>
                  <a:cubicBezTo>
                    <a:pt x="6829" y="4658"/>
                    <a:pt x="6586" y="4636"/>
                    <a:pt x="6440" y="4587"/>
                  </a:cubicBezTo>
                  <a:cubicBezTo>
                    <a:pt x="6440" y="4652"/>
                    <a:pt x="6424" y="4717"/>
                    <a:pt x="6392" y="4771"/>
                  </a:cubicBezTo>
                  <a:cubicBezTo>
                    <a:pt x="6327" y="4874"/>
                    <a:pt x="6176" y="4939"/>
                    <a:pt x="6084" y="4982"/>
                  </a:cubicBezTo>
                  <a:cubicBezTo>
                    <a:pt x="6084" y="4982"/>
                    <a:pt x="6084" y="4982"/>
                    <a:pt x="6084" y="4976"/>
                  </a:cubicBezTo>
                  <a:lnTo>
                    <a:pt x="6084" y="4971"/>
                  </a:lnTo>
                  <a:cubicBezTo>
                    <a:pt x="6084" y="5635"/>
                    <a:pt x="6084" y="11173"/>
                    <a:pt x="6084" y="11962"/>
                  </a:cubicBezTo>
                  <a:cubicBezTo>
                    <a:pt x="6160" y="11978"/>
                    <a:pt x="6262" y="12022"/>
                    <a:pt x="6311" y="12140"/>
                  </a:cubicBezTo>
                  <a:cubicBezTo>
                    <a:pt x="6338" y="12205"/>
                    <a:pt x="6349" y="12254"/>
                    <a:pt x="6359" y="12286"/>
                  </a:cubicBezTo>
                  <a:lnTo>
                    <a:pt x="6343" y="12292"/>
                  </a:lnTo>
                  <a:cubicBezTo>
                    <a:pt x="6478" y="12389"/>
                    <a:pt x="7159" y="12902"/>
                    <a:pt x="7634" y="13318"/>
                  </a:cubicBezTo>
                  <a:cubicBezTo>
                    <a:pt x="7926" y="13572"/>
                    <a:pt x="8142" y="13799"/>
                    <a:pt x="8137" y="13912"/>
                  </a:cubicBezTo>
                  <a:cubicBezTo>
                    <a:pt x="8137" y="13961"/>
                    <a:pt x="8137" y="14080"/>
                    <a:pt x="8142" y="14237"/>
                  </a:cubicBezTo>
                  <a:cubicBezTo>
                    <a:pt x="8153" y="14755"/>
                    <a:pt x="8164" y="15620"/>
                    <a:pt x="7991" y="15636"/>
                  </a:cubicBezTo>
                  <a:cubicBezTo>
                    <a:pt x="7959" y="15641"/>
                    <a:pt x="7845" y="15652"/>
                    <a:pt x="7656" y="15668"/>
                  </a:cubicBezTo>
                  <a:cubicBezTo>
                    <a:pt x="6403" y="15798"/>
                    <a:pt x="2113" y="16230"/>
                    <a:pt x="2016" y="16155"/>
                  </a:cubicBezTo>
                  <a:cubicBezTo>
                    <a:pt x="1962" y="16111"/>
                    <a:pt x="1470" y="15512"/>
                    <a:pt x="1038" y="14977"/>
                  </a:cubicBezTo>
                  <a:cubicBezTo>
                    <a:pt x="703" y="14555"/>
                    <a:pt x="400" y="14166"/>
                    <a:pt x="379" y="14107"/>
                  </a:cubicBezTo>
                  <a:cubicBezTo>
                    <a:pt x="362" y="14042"/>
                    <a:pt x="341" y="13583"/>
                    <a:pt x="330" y="13172"/>
                  </a:cubicBezTo>
                  <a:cubicBezTo>
                    <a:pt x="325" y="12816"/>
                    <a:pt x="335" y="12481"/>
                    <a:pt x="379" y="12443"/>
                  </a:cubicBezTo>
                  <a:cubicBezTo>
                    <a:pt x="438" y="12389"/>
                    <a:pt x="1546" y="12324"/>
                    <a:pt x="1859" y="12308"/>
                  </a:cubicBezTo>
                  <a:cubicBezTo>
                    <a:pt x="1864" y="12243"/>
                    <a:pt x="1886" y="12162"/>
                    <a:pt x="1929" y="12092"/>
                  </a:cubicBezTo>
                  <a:cubicBezTo>
                    <a:pt x="1983" y="12005"/>
                    <a:pt x="2080" y="11924"/>
                    <a:pt x="2140" y="11881"/>
                  </a:cubicBezTo>
                  <a:lnTo>
                    <a:pt x="2086" y="4841"/>
                  </a:lnTo>
                  <a:cubicBezTo>
                    <a:pt x="1978" y="4798"/>
                    <a:pt x="1762" y="4690"/>
                    <a:pt x="1729" y="4517"/>
                  </a:cubicBezTo>
                  <a:cubicBezTo>
                    <a:pt x="1708" y="4350"/>
                    <a:pt x="1794" y="4161"/>
                    <a:pt x="1837" y="4085"/>
                  </a:cubicBezTo>
                  <a:lnTo>
                    <a:pt x="1821" y="3874"/>
                  </a:lnTo>
                  <a:cubicBezTo>
                    <a:pt x="1497" y="3955"/>
                    <a:pt x="562" y="4112"/>
                    <a:pt x="195" y="3150"/>
                  </a:cubicBezTo>
                  <a:cubicBezTo>
                    <a:pt x="38" y="2729"/>
                    <a:pt x="0" y="2378"/>
                    <a:pt x="22" y="2097"/>
                  </a:cubicBezTo>
                  <a:cubicBezTo>
                    <a:pt x="65" y="1610"/>
                    <a:pt x="292" y="1330"/>
                    <a:pt x="379" y="1270"/>
                  </a:cubicBezTo>
                  <a:cubicBezTo>
                    <a:pt x="454" y="1216"/>
                    <a:pt x="611" y="1065"/>
                    <a:pt x="697" y="973"/>
                  </a:cubicBezTo>
                  <a:cubicBezTo>
                    <a:pt x="573" y="962"/>
                    <a:pt x="384" y="924"/>
                    <a:pt x="357" y="773"/>
                  </a:cubicBezTo>
                  <a:cubicBezTo>
                    <a:pt x="341" y="692"/>
                    <a:pt x="330" y="481"/>
                    <a:pt x="341" y="325"/>
                  </a:cubicBezTo>
                  <a:cubicBezTo>
                    <a:pt x="352" y="179"/>
                    <a:pt x="389" y="65"/>
                    <a:pt x="470" y="38"/>
                  </a:cubicBezTo>
                  <a:cubicBezTo>
                    <a:pt x="481" y="38"/>
                    <a:pt x="492" y="33"/>
                    <a:pt x="503" y="38"/>
                  </a:cubicBezTo>
                  <a:lnTo>
                    <a:pt x="503" y="38"/>
                  </a:lnTo>
                  <a:close/>
                  <a:moveTo>
                    <a:pt x="3745" y="335"/>
                  </a:moveTo>
                  <a:cubicBezTo>
                    <a:pt x="3015" y="357"/>
                    <a:pt x="768" y="254"/>
                    <a:pt x="514" y="244"/>
                  </a:cubicBezTo>
                  <a:cubicBezTo>
                    <a:pt x="508" y="254"/>
                    <a:pt x="525" y="292"/>
                    <a:pt x="525" y="341"/>
                  </a:cubicBezTo>
                  <a:cubicBezTo>
                    <a:pt x="514" y="481"/>
                    <a:pt x="519" y="665"/>
                    <a:pt x="535" y="735"/>
                  </a:cubicBezTo>
                  <a:cubicBezTo>
                    <a:pt x="541" y="773"/>
                    <a:pt x="741" y="778"/>
                    <a:pt x="795" y="778"/>
                  </a:cubicBezTo>
                  <a:cubicBezTo>
                    <a:pt x="805" y="778"/>
                    <a:pt x="811" y="778"/>
                    <a:pt x="816" y="778"/>
                  </a:cubicBezTo>
                  <a:cubicBezTo>
                    <a:pt x="914" y="789"/>
                    <a:pt x="924" y="935"/>
                    <a:pt x="924" y="973"/>
                  </a:cubicBezTo>
                  <a:cubicBezTo>
                    <a:pt x="924" y="1000"/>
                    <a:pt x="914" y="1027"/>
                    <a:pt x="892" y="1049"/>
                  </a:cubicBezTo>
                  <a:cubicBezTo>
                    <a:pt x="892" y="1049"/>
                    <a:pt x="600" y="1357"/>
                    <a:pt x="476" y="1443"/>
                  </a:cubicBezTo>
                  <a:cubicBezTo>
                    <a:pt x="411" y="1492"/>
                    <a:pt x="238" y="1713"/>
                    <a:pt x="206" y="2118"/>
                  </a:cubicBezTo>
                  <a:cubicBezTo>
                    <a:pt x="184" y="2372"/>
                    <a:pt x="217" y="2686"/>
                    <a:pt x="362" y="3069"/>
                  </a:cubicBezTo>
                  <a:cubicBezTo>
                    <a:pt x="730" y="4025"/>
                    <a:pt x="1778" y="3680"/>
                    <a:pt x="1864" y="3647"/>
                  </a:cubicBezTo>
                  <a:cubicBezTo>
                    <a:pt x="1875" y="3647"/>
                    <a:pt x="1886" y="3642"/>
                    <a:pt x="1891" y="3642"/>
                  </a:cubicBezTo>
                  <a:cubicBezTo>
                    <a:pt x="1945" y="3636"/>
                    <a:pt x="1989" y="3680"/>
                    <a:pt x="1994" y="3734"/>
                  </a:cubicBezTo>
                  <a:lnTo>
                    <a:pt x="2021" y="4107"/>
                  </a:lnTo>
                  <a:lnTo>
                    <a:pt x="2021" y="4107"/>
                  </a:lnTo>
                  <a:cubicBezTo>
                    <a:pt x="2021" y="4128"/>
                    <a:pt x="2016" y="4150"/>
                    <a:pt x="2005" y="4171"/>
                  </a:cubicBezTo>
                  <a:cubicBezTo>
                    <a:pt x="2005" y="4171"/>
                    <a:pt x="1891" y="4350"/>
                    <a:pt x="1913" y="4485"/>
                  </a:cubicBezTo>
                  <a:cubicBezTo>
                    <a:pt x="1929" y="4587"/>
                    <a:pt x="2172" y="4658"/>
                    <a:pt x="2199" y="4668"/>
                  </a:cubicBezTo>
                  <a:cubicBezTo>
                    <a:pt x="2237" y="4679"/>
                    <a:pt x="2270" y="4717"/>
                    <a:pt x="2270" y="4766"/>
                  </a:cubicBezTo>
                  <a:lnTo>
                    <a:pt x="2318" y="11930"/>
                  </a:lnTo>
                  <a:cubicBezTo>
                    <a:pt x="2324" y="11967"/>
                    <a:pt x="2307" y="12005"/>
                    <a:pt x="2275" y="12027"/>
                  </a:cubicBezTo>
                  <a:cubicBezTo>
                    <a:pt x="2275" y="12027"/>
                    <a:pt x="2135" y="12119"/>
                    <a:pt x="2075" y="12205"/>
                  </a:cubicBezTo>
                  <a:cubicBezTo>
                    <a:pt x="2037" y="12275"/>
                    <a:pt x="2037" y="12378"/>
                    <a:pt x="2043" y="12394"/>
                  </a:cubicBezTo>
                  <a:lnTo>
                    <a:pt x="2043" y="12405"/>
                  </a:lnTo>
                  <a:cubicBezTo>
                    <a:pt x="2043" y="12459"/>
                    <a:pt x="2005" y="12508"/>
                    <a:pt x="1951" y="12508"/>
                  </a:cubicBezTo>
                  <a:cubicBezTo>
                    <a:pt x="1951" y="12508"/>
                    <a:pt x="519" y="12578"/>
                    <a:pt x="497" y="12600"/>
                  </a:cubicBezTo>
                  <a:cubicBezTo>
                    <a:pt x="492" y="12600"/>
                    <a:pt x="508" y="12864"/>
                    <a:pt x="514" y="13172"/>
                  </a:cubicBezTo>
                  <a:cubicBezTo>
                    <a:pt x="519" y="13561"/>
                    <a:pt x="535" y="13994"/>
                    <a:pt x="552" y="14042"/>
                  </a:cubicBezTo>
                  <a:cubicBezTo>
                    <a:pt x="562" y="14069"/>
                    <a:pt x="849" y="14437"/>
                    <a:pt x="1173" y="14847"/>
                  </a:cubicBezTo>
                  <a:cubicBezTo>
                    <a:pt x="1600" y="15371"/>
                    <a:pt x="2075" y="15955"/>
                    <a:pt x="2118" y="15987"/>
                  </a:cubicBezTo>
                  <a:cubicBezTo>
                    <a:pt x="2162" y="16025"/>
                    <a:pt x="6403" y="15593"/>
                    <a:pt x="7640" y="15468"/>
                  </a:cubicBezTo>
                  <a:lnTo>
                    <a:pt x="7975" y="15436"/>
                  </a:lnTo>
                  <a:cubicBezTo>
                    <a:pt x="7980" y="15436"/>
                    <a:pt x="7964" y="14690"/>
                    <a:pt x="7959" y="14242"/>
                  </a:cubicBezTo>
                  <a:cubicBezTo>
                    <a:pt x="7953" y="14080"/>
                    <a:pt x="7953" y="13950"/>
                    <a:pt x="7953" y="13902"/>
                  </a:cubicBezTo>
                  <a:cubicBezTo>
                    <a:pt x="7959" y="13869"/>
                    <a:pt x="7770" y="13691"/>
                    <a:pt x="7516" y="13475"/>
                  </a:cubicBezTo>
                  <a:cubicBezTo>
                    <a:pt x="7013" y="13032"/>
                    <a:pt x="6295" y="12481"/>
                    <a:pt x="6278" y="12475"/>
                  </a:cubicBezTo>
                  <a:cubicBezTo>
                    <a:pt x="6214" y="12465"/>
                    <a:pt x="6203" y="12427"/>
                    <a:pt x="6181" y="12346"/>
                  </a:cubicBezTo>
                  <a:cubicBezTo>
                    <a:pt x="6176" y="12319"/>
                    <a:pt x="6165" y="12275"/>
                    <a:pt x="6138" y="12216"/>
                  </a:cubicBezTo>
                  <a:cubicBezTo>
                    <a:pt x="6111" y="12146"/>
                    <a:pt x="5997" y="12157"/>
                    <a:pt x="5997" y="12157"/>
                  </a:cubicBezTo>
                  <a:lnTo>
                    <a:pt x="5992" y="12157"/>
                  </a:lnTo>
                  <a:cubicBezTo>
                    <a:pt x="5938" y="12157"/>
                    <a:pt x="5900" y="12108"/>
                    <a:pt x="5900" y="12054"/>
                  </a:cubicBezTo>
                  <a:cubicBezTo>
                    <a:pt x="5900" y="12032"/>
                    <a:pt x="5900" y="4944"/>
                    <a:pt x="5900" y="4939"/>
                  </a:cubicBezTo>
                  <a:cubicBezTo>
                    <a:pt x="5889" y="4852"/>
                    <a:pt x="5938" y="4830"/>
                    <a:pt x="6014" y="4793"/>
                  </a:cubicBezTo>
                  <a:cubicBezTo>
                    <a:pt x="6089" y="4760"/>
                    <a:pt x="6208" y="4706"/>
                    <a:pt x="6241" y="4652"/>
                  </a:cubicBezTo>
                  <a:cubicBezTo>
                    <a:pt x="6278" y="4598"/>
                    <a:pt x="6262" y="4490"/>
                    <a:pt x="6251" y="4436"/>
                  </a:cubicBezTo>
                  <a:cubicBezTo>
                    <a:pt x="6235" y="4387"/>
                    <a:pt x="6246" y="4350"/>
                    <a:pt x="6246" y="4350"/>
                  </a:cubicBezTo>
                  <a:cubicBezTo>
                    <a:pt x="6268" y="4296"/>
                    <a:pt x="6316" y="4269"/>
                    <a:pt x="6365" y="4285"/>
                  </a:cubicBezTo>
                  <a:cubicBezTo>
                    <a:pt x="6397" y="4301"/>
                    <a:pt x="6419" y="4328"/>
                    <a:pt x="6424" y="4360"/>
                  </a:cubicBezTo>
                  <a:cubicBezTo>
                    <a:pt x="6424" y="4371"/>
                    <a:pt x="6430" y="4398"/>
                    <a:pt x="6435" y="4431"/>
                  </a:cubicBezTo>
                  <a:cubicBezTo>
                    <a:pt x="6478" y="4452"/>
                    <a:pt x="6640" y="4474"/>
                    <a:pt x="7218" y="4414"/>
                  </a:cubicBezTo>
                  <a:cubicBezTo>
                    <a:pt x="7672" y="4366"/>
                    <a:pt x="7905" y="4155"/>
                    <a:pt x="8013" y="3869"/>
                  </a:cubicBezTo>
                  <a:cubicBezTo>
                    <a:pt x="8132" y="3566"/>
                    <a:pt x="8132" y="3183"/>
                    <a:pt x="8115" y="2821"/>
                  </a:cubicBezTo>
                  <a:cubicBezTo>
                    <a:pt x="8088" y="2324"/>
                    <a:pt x="7759" y="2064"/>
                    <a:pt x="7586" y="1929"/>
                  </a:cubicBezTo>
                  <a:cubicBezTo>
                    <a:pt x="7489" y="1854"/>
                    <a:pt x="7424" y="1805"/>
                    <a:pt x="7435" y="1719"/>
                  </a:cubicBezTo>
                  <a:cubicBezTo>
                    <a:pt x="7462" y="1562"/>
                    <a:pt x="7629" y="1578"/>
                    <a:pt x="7710" y="1594"/>
                  </a:cubicBezTo>
                  <a:cubicBezTo>
                    <a:pt x="7748" y="1567"/>
                    <a:pt x="7818" y="1519"/>
                    <a:pt x="7872" y="1465"/>
                  </a:cubicBezTo>
                  <a:cubicBezTo>
                    <a:pt x="7894" y="1443"/>
                    <a:pt x="7894" y="1351"/>
                    <a:pt x="7888" y="1254"/>
                  </a:cubicBezTo>
                  <a:cubicBezTo>
                    <a:pt x="7883" y="1135"/>
                    <a:pt x="7861" y="1022"/>
                    <a:pt x="7856" y="984"/>
                  </a:cubicBezTo>
                  <a:cubicBezTo>
                    <a:pt x="7851" y="962"/>
                    <a:pt x="7775" y="995"/>
                    <a:pt x="7661" y="968"/>
                  </a:cubicBezTo>
                  <a:cubicBezTo>
                    <a:pt x="7451" y="930"/>
                    <a:pt x="7170" y="892"/>
                    <a:pt x="7035" y="887"/>
                  </a:cubicBezTo>
                  <a:cubicBezTo>
                    <a:pt x="6797" y="870"/>
                    <a:pt x="6138" y="654"/>
                    <a:pt x="6133" y="654"/>
                  </a:cubicBezTo>
                  <a:lnTo>
                    <a:pt x="6133" y="654"/>
                  </a:lnTo>
                  <a:cubicBezTo>
                    <a:pt x="6095" y="638"/>
                    <a:pt x="6068" y="600"/>
                    <a:pt x="6068" y="552"/>
                  </a:cubicBezTo>
                  <a:cubicBezTo>
                    <a:pt x="6068" y="552"/>
                    <a:pt x="6073" y="416"/>
                    <a:pt x="6073" y="314"/>
                  </a:cubicBezTo>
                  <a:cubicBezTo>
                    <a:pt x="6073" y="298"/>
                    <a:pt x="6068" y="271"/>
                    <a:pt x="6051" y="260"/>
                  </a:cubicBezTo>
                  <a:cubicBezTo>
                    <a:pt x="6030" y="233"/>
                    <a:pt x="5981" y="211"/>
                    <a:pt x="5889" y="211"/>
                  </a:cubicBezTo>
                  <a:cubicBezTo>
                    <a:pt x="5792" y="206"/>
                    <a:pt x="5490" y="227"/>
                    <a:pt x="5117" y="254"/>
                  </a:cubicBezTo>
                  <a:cubicBezTo>
                    <a:pt x="4685" y="287"/>
                    <a:pt x="4161" y="325"/>
                    <a:pt x="3745" y="335"/>
                  </a:cubicBezTo>
                  <a:lnTo>
                    <a:pt x="3745" y="335"/>
                  </a:lnTo>
                  <a:close/>
                  <a:moveTo>
                    <a:pt x="7645" y="1762"/>
                  </a:moveTo>
                  <a:cubicBezTo>
                    <a:pt x="7634" y="1751"/>
                    <a:pt x="7618" y="1746"/>
                    <a:pt x="7618" y="1751"/>
                  </a:cubicBezTo>
                  <a:cubicBezTo>
                    <a:pt x="7613" y="1778"/>
                    <a:pt x="7629" y="1767"/>
                    <a:pt x="7645" y="1762"/>
                  </a:cubicBezTo>
                  <a:close/>
                  <a:moveTo>
                    <a:pt x="6084" y="4976"/>
                  </a:moveTo>
                  <a:cubicBezTo>
                    <a:pt x="6084" y="4976"/>
                    <a:pt x="6084" y="4966"/>
                    <a:pt x="6084" y="4960"/>
                  </a:cubicBezTo>
                  <a:lnTo>
                    <a:pt x="6084" y="4971"/>
                  </a:lnTo>
                  <a:close/>
                  <a:moveTo>
                    <a:pt x="6359" y="12286"/>
                  </a:moveTo>
                  <a:cubicBezTo>
                    <a:pt x="6359" y="12286"/>
                    <a:pt x="6338" y="12281"/>
                    <a:pt x="6322" y="12281"/>
                  </a:cubicBezTo>
                  <a:cubicBezTo>
                    <a:pt x="6327" y="12281"/>
                    <a:pt x="6332" y="12286"/>
                    <a:pt x="6343" y="122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0"/>
            <p:cNvSpPr/>
            <p:nvPr/>
          </p:nvSpPr>
          <p:spPr>
            <a:xfrm>
              <a:off x="6473108" y="2245221"/>
              <a:ext cx="695684" cy="1641578"/>
            </a:xfrm>
            <a:custGeom>
              <a:avLst/>
              <a:gdLst/>
              <a:ahLst/>
              <a:cxnLst/>
              <a:rect l="l" t="t" r="r" b="b"/>
              <a:pathLst>
                <a:path w="6787" h="16015" extrusionOk="0">
                  <a:moveTo>
                    <a:pt x="1529" y="800"/>
                  </a:moveTo>
                  <a:cubicBezTo>
                    <a:pt x="1535" y="800"/>
                    <a:pt x="1540" y="795"/>
                    <a:pt x="1551" y="800"/>
                  </a:cubicBezTo>
                  <a:cubicBezTo>
                    <a:pt x="1599" y="817"/>
                    <a:pt x="1643" y="822"/>
                    <a:pt x="1691" y="833"/>
                  </a:cubicBezTo>
                  <a:cubicBezTo>
                    <a:pt x="1740" y="844"/>
                    <a:pt x="1783" y="844"/>
                    <a:pt x="1832" y="865"/>
                  </a:cubicBezTo>
                  <a:cubicBezTo>
                    <a:pt x="1859" y="876"/>
                    <a:pt x="1853" y="925"/>
                    <a:pt x="1821" y="930"/>
                  </a:cubicBezTo>
                  <a:cubicBezTo>
                    <a:pt x="1729" y="946"/>
                    <a:pt x="1621" y="898"/>
                    <a:pt x="1535" y="865"/>
                  </a:cubicBezTo>
                  <a:cubicBezTo>
                    <a:pt x="1508" y="854"/>
                    <a:pt x="1513" y="822"/>
                    <a:pt x="1524" y="806"/>
                  </a:cubicBezTo>
                  <a:cubicBezTo>
                    <a:pt x="1491" y="833"/>
                    <a:pt x="1459" y="790"/>
                    <a:pt x="1475" y="752"/>
                  </a:cubicBezTo>
                  <a:cubicBezTo>
                    <a:pt x="1491" y="703"/>
                    <a:pt x="1529" y="649"/>
                    <a:pt x="1518" y="595"/>
                  </a:cubicBezTo>
                  <a:cubicBezTo>
                    <a:pt x="1508" y="546"/>
                    <a:pt x="1475" y="509"/>
                    <a:pt x="1443" y="476"/>
                  </a:cubicBezTo>
                  <a:cubicBezTo>
                    <a:pt x="1356" y="401"/>
                    <a:pt x="1254" y="352"/>
                    <a:pt x="1146" y="309"/>
                  </a:cubicBezTo>
                  <a:cubicBezTo>
                    <a:pt x="957" y="233"/>
                    <a:pt x="762" y="179"/>
                    <a:pt x="562" y="152"/>
                  </a:cubicBezTo>
                  <a:cubicBezTo>
                    <a:pt x="530" y="147"/>
                    <a:pt x="530" y="82"/>
                    <a:pt x="568" y="82"/>
                  </a:cubicBezTo>
                  <a:cubicBezTo>
                    <a:pt x="670" y="87"/>
                    <a:pt x="773" y="109"/>
                    <a:pt x="870" y="136"/>
                  </a:cubicBezTo>
                  <a:cubicBezTo>
                    <a:pt x="1021" y="168"/>
                    <a:pt x="1167" y="206"/>
                    <a:pt x="1308" y="276"/>
                  </a:cubicBezTo>
                  <a:cubicBezTo>
                    <a:pt x="1475" y="363"/>
                    <a:pt x="1740" y="600"/>
                    <a:pt x="1529" y="800"/>
                  </a:cubicBezTo>
                  <a:lnTo>
                    <a:pt x="1529" y="800"/>
                  </a:lnTo>
                  <a:close/>
                  <a:moveTo>
                    <a:pt x="1389" y="1049"/>
                  </a:moveTo>
                  <a:cubicBezTo>
                    <a:pt x="1389" y="1114"/>
                    <a:pt x="1389" y="1184"/>
                    <a:pt x="1383" y="1249"/>
                  </a:cubicBezTo>
                  <a:cubicBezTo>
                    <a:pt x="1378" y="1357"/>
                    <a:pt x="1367" y="1476"/>
                    <a:pt x="1400" y="1578"/>
                  </a:cubicBezTo>
                  <a:cubicBezTo>
                    <a:pt x="1400" y="1595"/>
                    <a:pt x="1410" y="1616"/>
                    <a:pt x="1427" y="1616"/>
                  </a:cubicBezTo>
                  <a:cubicBezTo>
                    <a:pt x="1502" y="1627"/>
                    <a:pt x="1578" y="1638"/>
                    <a:pt x="1654" y="1654"/>
                  </a:cubicBezTo>
                  <a:cubicBezTo>
                    <a:pt x="1616" y="1681"/>
                    <a:pt x="1583" y="1708"/>
                    <a:pt x="1556" y="1740"/>
                  </a:cubicBezTo>
                  <a:cubicBezTo>
                    <a:pt x="1551" y="1735"/>
                    <a:pt x="1551" y="1735"/>
                    <a:pt x="1545" y="1730"/>
                  </a:cubicBezTo>
                  <a:cubicBezTo>
                    <a:pt x="1362" y="1649"/>
                    <a:pt x="1183" y="1557"/>
                    <a:pt x="1000" y="1481"/>
                  </a:cubicBezTo>
                  <a:cubicBezTo>
                    <a:pt x="822" y="1405"/>
                    <a:pt x="627" y="1357"/>
                    <a:pt x="443" y="1422"/>
                  </a:cubicBezTo>
                  <a:cubicBezTo>
                    <a:pt x="92" y="1551"/>
                    <a:pt x="6" y="2043"/>
                    <a:pt x="38" y="2400"/>
                  </a:cubicBezTo>
                  <a:cubicBezTo>
                    <a:pt x="71" y="2724"/>
                    <a:pt x="211" y="3140"/>
                    <a:pt x="497" y="3269"/>
                  </a:cubicBezTo>
                  <a:cubicBezTo>
                    <a:pt x="627" y="3329"/>
                    <a:pt x="794" y="3302"/>
                    <a:pt x="903" y="3199"/>
                  </a:cubicBezTo>
                  <a:cubicBezTo>
                    <a:pt x="1011" y="3107"/>
                    <a:pt x="1059" y="2929"/>
                    <a:pt x="1086" y="2783"/>
                  </a:cubicBezTo>
                  <a:cubicBezTo>
                    <a:pt x="1097" y="2718"/>
                    <a:pt x="1108" y="2643"/>
                    <a:pt x="1102" y="2572"/>
                  </a:cubicBezTo>
                  <a:cubicBezTo>
                    <a:pt x="1146" y="2664"/>
                    <a:pt x="1146" y="2713"/>
                    <a:pt x="1216" y="2772"/>
                  </a:cubicBezTo>
                  <a:cubicBezTo>
                    <a:pt x="1216" y="2772"/>
                    <a:pt x="1216" y="2772"/>
                    <a:pt x="1221" y="2778"/>
                  </a:cubicBezTo>
                  <a:cubicBezTo>
                    <a:pt x="1183" y="2983"/>
                    <a:pt x="1140" y="3269"/>
                    <a:pt x="1319" y="3993"/>
                  </a:cubicBezTo>
                  <a:cubicBezTo>
                    <a:pt x="1329" y="4042"/>
                    <a:pt x="1400" y="4031"/>
                    <a:pt x="1394" y="3983"/>
                  </a:cubicBezTo>
                  <a:cubicBezTo>
                    <a:pt x="1324" y="3707"/>
                    <a:pt x="1292" y="3426"/>
                    <a:pt x="1292" y="2999"/>
                  </a:cubicBezTo>
                  <a:cubicBezTo>
                    <a:pt x="1292" y="2697"/>
                    <a:pt x="1373" y="2243"/>
                    <a:pt x="1443" y="2102"/>
                  </a:cubicBezTo>
                  <a:cubicBezTo>
                    <a:pt x="1518" y="1940"/>
                    <a:pt x="1605" y="1778"/>
                    <a:pt x="1745" y="1676"/>
                  </a:cubicBezTo>
                  <a:cubicBezTo>
                    <a:pt x="1794" y="1686"/>
                    <a:pt x="1843" y="1692"/>
                    <a:pt x="1891" y="1681"/>
                  </a:cubicBezTo>
                  <a:cubicBezTo>
                    <a:pt x="1924" y="1676"/>
                    <a:pt x="1924" y="1622"/>
                    <a:pt x="1897" y="1605"/>
                  </a:cubicBezTo>
                  <a:cubicBezTo>
                    <a:pt x="1816" y="1568"/>
                    <a:pt x="1729" y="1568"/>
                    <a:pt x="1648" y="1551"/>
                  </a:cubicBezTo>
                  <a:cubicBezTo>
                    <a:pt x="1589" y="1541"/>
                    <a:pt x="1524" y="1541"/>
                    <a:pt x="1464" y="1541"/>
                  </a:cubicBezTo>
                  <a:cubicBezTo>
                    <a:pt x="1475" y="1443"/>
                    <a:pt x="1459" y="1346"/>
                    <a:pt x="1459" y="1249"/>
                  </a:cubicBezTo>
                  <a:cubicBezTo>
                    <a:pt x="1459" y="1114"/>
                    <a:pt x="1464" y="979"/>
                    <a:pt x="1459" y="844"/>
                  </a:cubicBezTo>
                  <a:cubicBezTo>
                    <a:pt x="1454" y="800"/>
                    <a:pt x="1394" y="800"/>
                    <a:pt x="1394" y="849"/>
                  </a:cubicBezTo>
                  <a:cubicBezTo>
                    <a:pt x="1394" y="898"/>
                    <a:pt x="1394" y="946"/>
                    <a:pt x="1394" y="1000"/>
                  </a:cubicBezTo>
                  <a:cubicBezTo>
                    <a:pt x="1394" y="1000"/>
                    <a:pt x="1389" y="995"/>
                    <a:pt x="1389" y="995"/>
                  </a:cubicBezTo>
                  <a:cubicBezTo>
                    <a:pt x="1210" y="881"/>
                    <a:pt x="1016" y="790"/>
                    <a:pt x="822" y="730"/>
                  </a:cubicBezTo>
                  <a:cubicBezTo>
                    <a:pt x="665" y="687"/>
                    <a:pt x="411" y="649"/>
                    <a:pt x="346" y="865"/>
                  </a:cubicBezTo>
                  <a:cubicBezTo>
                    <a:pt x="335" y="903"/>
                    <a:pt x="373" y="935"/>
                    <a:pt x="400" y="908"/>
                  </a:cubicBezTo>
                  <a:cubicBezTo>
                    <a:pt x="460" y="854"/>
                    <a:pt x="514" y="811"/>
                    <a:pt x="595" y="806"/>
                  </a:cubicBezTo>
                  <a:cubicBezTo>
                    <a:pt x="686" y="800"/>
                    <a:pt x="778" y="827"/>
                    <a:pt x="865" y="854"/>
                  </a:cubicBezTo>
                  <a:cubicBezTo>
                    <a:pt x="1038" y="908"/>
                    <a:pt x="1194" y="1016"/>
                    <a:pt x="1367" y="1054"/>
                  </a:cubicBezTo>
                  <a:cubicBezTo>
                    <a:pt x="1378" y="1054"/>
                    <a:pt x="1389" y="1054"/>
                    <a:pt x="1394" y="1049"/>
                  </a:cubicBezTo>
                  <a:lnTo>
                    <a:pt x="1394" y="1049"/>
                  </a:lnTo>
                  <a:close/>
                  <a:moveTo>
                    <a:pt x="1502" y="1805"/>
                  </a:moveTo>
                  <a:cubicBezTo>
                    <a:pt x="1459" y="1865"/>
                    <a:pt x="1421" y="1930"/>
                    <a:pt x="1394" y="2011"/>
                  </a:cubicBezTo>
                  <a:cubicBezTo>
                    <a:pt x="1329" y="2183"/>
                    <a:pt x="1297" y="2383"/>
                    <a:pt x="1281" y="2572"/>
                  </a:cubicBezTo>
                  <a:cubicBezTo>
                    <a:pt x="1275" y="2610"/>
                    <a:pt x="1270" y="2648"/>
                    <a:pt x="1270" y="2680"/>
                  </a:cubicBezTo>
                  <a:cubicBezTo>
                    <a:pt x="1248" y="2648"/>
                    <a:pt x="1227" y="2616"/>
                    <a:pt x="1210" y="2583"/>
                  </a:cubicBezTo>
                  <a:cubicBezTo>
                    <a:pt x="1178" y="2518"/>
                    <a:pt x="1146" y="2448"/>
                    <a:pt x="1113" y="2383"/>
                  </a:cubicBezTo>
                  <a:cubicBezTo>
                    <a:pt x="1081" y="2324"/>
                    <a:pt x="1043" y="2275"/>
                    <a:pt x="994" y="2232"/>
                  </a:cubicBezTo>
                  <a:cubicBezTo>
                    <a:pt x="984" y="2221"/>
                    <a:pt x="978" y="2216"/>
                    <a:pt x="973" y="2210"/>
                  </a:cubicBezTo>
                  <a:cubicBezTo>
                    <a:pt x="930" y="2173"/>
                    <a:pt x="881" y="2146"/>
                    <a:pt x="827" y="2124"/>
                  </a:cubicBezTo>
                  <a:cubicBezTo>
                    <a:pt x="822" y="2124"/>
                    <a:pt x="822" y="2119"/>
                    <a:pt x="816" y="2119"/>
                  </a:cubicBezTo>
                  <a:cubicBezTo>
                    <a:pt x="789" y="2102"/>
                    <a:pt x="757" y="2081"/>
                    <a:pt x="724" y="2070"/>
                  </a:cubicBezTo>
                  <a:cubicBezTo>
                    <a:pt x="546" y="1989"/>
                    <a:pt x="395" y="2048"/>
                    <a:pt x="373" y="2275"/>
                  </a:cubicBezTo>
                  <a:cubicBezTo>
                    <a:pt x="373" y="2319"/>
                    <a:pt x="427" y="2329"/>
                    <a:pt x="433" y="2286"/>
                  </a:cubicBezTo>
                  <a:cubicBezTo>
                    <a:pt x="443" y="2227"/>
                    <a:pt x="465" y="2162"/>
                    <a:pt x="514" y="2135"/>
                  </a:cubicBezTo>
                  <a:cubicBezTo>
                    <a:pt x="573" y="2108"/>
                    <a:pt x="649" y="2135"/>
                    <a:pt x="703" y="2162"/>
                  </a:cubicBezTo>
                  <a:cubicBezTo>
                    <a:pt x="713" y="2167"/>
                    <a:pt x="730" y="2173"/>
                    <a:pt x="740" y="2183"/>
                  </a:cubicBezTo>
                  <a:cubicBezTo>
                    <a:pt x="740" y="2183"/>
                    <a:pt x="746" y="2189"/>
                    <a:pt x="746" y="2189"/>
                  </a:cubicBezTo>
                  <a:cubicBezTo>
                    <a:pt x="719" y="2200"/>
                    <a:pt x="697" y="2216"/>
                    <a:pt x="676" y="2232"/>
                  </a:cubicBezTo>
                  <a:cubicBezTo>
                    <a:pt x="535" y="2351"/>
                    <a:pt x="508" y="2637"/>
                    <a:pt x="632" y="2778"/>
                  </a:cubicBezTo>
                  <a:cubicBezTo>
                    <a:pt x="670" y="2821"/>
                    <a:pt x="730" y="2848"/>
                    <a:pt x="784" y="2832"/>
                  </a:cubicBezTo>
                  <a:cubicBezTo>
                    <a:pt x="773" y="2853"/>
                    <a:pt x="767" y="2875"/>
                    <a:pt x="751" y="2897"/>
                  </a:cubicBezTo>
                  <a:cubicBezTo>
                    <a:pt x="719" y="2934"/>
                    <a:pt x="659" y="2913"/>
                    <a:pt x="627" y="2891"/>
                  </a:cubicBezTo>
                  <a:cubicBezTo>
                    <a:pt x="530" y="2832"/>
                    <a:pt x="449" y="2708"/>
                    <a:pt x="422" y="2589"/>
                  </a:cubicBezTo>
                  <a:cubicBezTo>
                    <a:pt x="411" y="2545"/>
                    <a:pt x="357" y="2562"/>
                    <a:pt x="362" y="2605"/>
                  </a:cubicBezTo>
                  <a:cubicBezTo>
                    <a:pt x="389" y="2772"/>
                    <a:pt x="487" y="2940"/>
                    <a:pt x="632" y="3005"/>
                  </a:cubicBezTo>
                  <a:cubicBezTo>
                    <a:pt x="670" y="3021"/>
                    <a:pt x="713" y="3021"/>
                    <a:pt x="751" y="3005"/>
                  </a:cubicBezTo>
                  <a:cubicBezTo>
                    <a:pt x="838" y="2961"/>
                    <a:pt x="876" y="2848"/>
                    <a:pt x="881" y="2751"/>
                  </a:cubicBezTo>
                  <a:cubicBezTo>
                    <a:pt x="908" y="2675"/>
                    <a:pt x="876" y="2583"/>
                    <a:pt x="838" y="2518"/>
                  </a:cubicBezTo>
                  <a:cubicBezTo>
                    <a:pt x="805" y="2475"/>
                    <a:pt x="746" y="2529"/>
                    <a:pt x="773" y="2572"/>
                  </a:cubicBezTo>
                  <a:cubicBezTo>
                    <a:pt x="794" y="2621"/>
                    <a:pt x="822" y="2670"/>
                    <a:pt x="794" y="2718"/>
                  </a:cubicBezTo>
                  <a:cubicBezTo>
                    <a:pt x="767" y="2762"/>
                    <a:pt x="697" y="2713"/>
                    <a:pt x="676" y="2686"/>
                  </a:cubicBezTo>
                  <a:cubicBezTo>
                    <a:pt x="638" y="2648"/>
                    <a:pt x="632" y="2572"/>
                    <a:pt x="638" y="2518"/>
                  </a:cubicBezTo>
                  <a:cubicBezTo>
                    <a:pt x="643" y="2389"/>
                    <a:pt x="719" y="2275"/>
                    <a:pt x="838" y="2264"/>
                  </a:cubicBezTo>
                  <a:lnTo>
                    <a:pt x="843" y="2264"/>
                  </a:lnTo>
                  <a:cubicBezTo>
                    <a:pt x="913" y="2335"/>
                    <a:pt x="967" y="2421"/>
                    <a:pt x="1011" y="2518"/>
                  </a:cubicBezTo>
                  <a:cubicBezTo>
                    <a:pt x="1011" y="2524"/>
                    <a:pt x="1016" y="2529"/>
                    <a:pt x="1016" y="2529"/>
                  </a:cubicBezTo>
                  <a:cubicBezTo>
                    <a:pt x="1021" y="2562"/>
                    <a:pt x="1021" y="2589"/>
                    <a:pt x="1021" y="2621"/>
                  </a:cubicBezTo>
                  <a:cubicBezTo>
                    <a:pt x="1016" y="2789"/>
                    <a:pt x="967" y="3005"/>
                    <a:pt x="854" y="3118"/>
                  </a:cubicBezTo>
                  <a:cubicBezTo>
                    <a:pt x="735" y="3232"/>
                    <a:pt x="557" y="3205"/>
                    <a:pt x="433" y="3107"/>
                  </a:cubicBezTo>
                  <a:cubicBezTo>
                    <a:pt x="162" y="2891"/>
                    <a:pt x="81" y="2356"/>
                    <a:pt x="141" y="2005"/>
                  </a:cubicBezTo>
                  <a:cubicBezTo>
                    <a:pt x="173" y="1794"/>
                    <a:pt x="297" y="1584"/>
                    <a:pt x="492" y="1519"/>
                  </a:cubicBezTo>
                  <a:cubicBezTo>
                    <a:pt x="616" y="1470"/>
                    <a:pt x="751" y="1497"/>
                    <a:pt x="876" y="1541"/>
                  </a:cubicBezTo>
                  <a:cubicBezTo>
                    <a:pt x="946" y="1562"/>
                    <a:pt x="1016" y="1595"/>
                    <a:pt x="1086" y="1622"/>
                  </a:cubicBezTo>
                  <a:cubicBezTo>
                    <a:pt x="1227" y="1686"/>
                    <a:pt x="1356" y="1767"/>
                    <a:pt x="1502" y="1805"/>
                  </a:cubicBezTo>
                  <a:lnTo>
                    <a:pt x="1502" y="1805"/>
                  </a:lnTo>
                  <a:close/>
                  <a:moveTo>
                    <a:pt x="3442" y="3383"/>
                  </a:moveTo>
                  <a:cubicBezTo>
                    <a:pt x="3755" y="3577"/>
                    <a:pt x="3544" y="4096"/>
                    <a:pt x="3328" y="4193"/>
                  </a:cubicBezTo>
                  <a:cubicBezTo>
                    <a:pt x="3253" y="4231"/>
                    <a:pt x="3172" y="4199"/>
                    <a:pt x="3107" y="4150"/>
                  </a:cubicBezTo>
                  <a:cubicBezTo>
                    <a:pt x="3074" y="4123"/>
                    <a:pt x="3107" y="4074"/>
                    <a:pt x="3134" y="4091"/>
                  </a:cubicBezTo>
                  <a:cubicBezTo>
                    <a:pt x="3426" y="4247"/>
                    <a:pt x="3755" y="3631"/>
                    <a:pt x="3345" y="3388"/>
                  </a:cubicBezTo>
                  <a:cubicBezTo>
                    <a:pt x="3318" y="3372"/>
                    <a:pt x="3258" y="3329"/>
                    <a:pt x="3280" y="3313"/>
                  </a:cubicBezTo>
                  <a:cubicBezTo>
                    <a:pt x="3264" y="3302"/>
                    <a:pt x="3247" y="3296"/>
                    <a:pt x="3231" y="3286"/>
                  </a:cubicBezTo>
                  <a:cubicBezTo>
                    <a:pt x="3312" y="3442"/>
                    <a:pt x="3269" y="3664"/>
                    <a:pt x="3199" y="3815"/>
                  </a:cubicBezTo>
                  <a:cubicBezTo>
                    <a:pt x="3145" y="3929"/>
                    <a:pt x="3069" y="4037"/>
                    <a:pt x="2988" y="4128"/>
                  </a:cubicBezTo>
                  <a:cubicBezTo>
                    <a:pt x="2999" y="4150"/>
                    <a:pt x="3004" y="4177"/>
                    <a:pt x="3020" y="4193"/>
                  </a:cubicBezTo>
                  <a:cubicBezTo>
                    <a:pt x="3047" y="4226"/>
                    <a:pt x="3074" y="4247"/>
                    <a:pt x="3112" y="4263"/>
                  </a:cubicBezTo>
                  <a:cubicBezTo>
                    <a:pt x="3145" y="4280"/>
                    <a:pt x="3128" y="4334"/>
                    <a:pt x="3096" y="4323"/>
                  </a:cubicBezTo>
                  <a:cubicBezTo>
                    <a:pt x="3053" y="4307"/>
                    <a:pt x="3004" y="4285"/>
                    <a:pt x="2972" y="4247"/>
                  </a:cubicBezTo>
                  <a:cubicBezTo>
                    <a:pt x="2956" y="4231"/>
                    <a:pt x="2945" y="4209"/>
                    <a:pt x="2929" y="4193"/>
                  </a:cubicBezTo>
                  <a:cubicBezTo>
                    <a:pt x="2885" y="4236"/>
                    <a:pt x="2837" y="4280"/>
                    <a:pt x="2788" y="4318"/>
                  </a:cubicBezTo>
                  <a:cubicBezTo>
                    <a:pt x="2821" y="4323"/>
                    <a:pt x="2848" y="4323"/>
                    <a:pt x="2880" y="4328"/>
                  </a:cubicBezTo>
                  <a:cubicBezTo>
                    <a:pt x="2983" y="4334"/>
                    <a:pt x="3091" y="4350"/>
                    <a:pt x="3193" y="4366"/>
                  </a:cubicBezTo>
                  <a:cubicBezTo>
                    <a:pt x="3382" y="4399"/>
                    <a:pt x="3571" y="4469"/>
                    <a:pt x="3766" y="4469"/>
                  </a:cubicBezTo>
                  <a:cubicBezTo>
                    <a:pt x="3804" y="4469"/>
                    <a:pt x="3809" y="4528"/>
                    <a:pt x="3771" y="4534"/>
                  </a:cubicBezTo>
                  <a:cubicBezTo>
                    <a:pt x="3582" y="4571"/>
                    <a:pt x="3399" y="4501"/>
                    <a:pt x="3210" y="4463"/>
                  </a:cubicBezTo>
                  <a:cubicBezTo>
                    <a:pt x="3101" y="4447"/>
                    <a:pt x="2988" y="4431"/>
                    <a:pt x="2875" y="4420"/>
                  </a:cubicBezTo>
                  <a:cubicBezTo>
                    <a:pt x="2793" y="4415"/>
                    <a:pt x="2707" y="4431"/>
                    <a:pt x="2626" y="4431"/>
                  </a:cubicBezTo>
                  <a:cubicBezTo>
                    <a:pt x="2226" y="4647"/>
                    <a:pt x="1740" y="4571"/>
                    <a:pt x="1410" y="4247"/>
                  </a:cubicBezTo>
                  <a:cubicBezTo>
                    <a:pt x="1383" y="4220"/>
                    <a:pt x="1416" y="4172"/>
                    <a:pt x="1448" y="4193"/>
                  </a:cubicBezTo>
                  <a:cubicBezTo>
                    <a:pt x="1572" y="4307"/>
                    <a:pt x="1724" y="4382"/>
                    <a:pt x="1880" y="4426"/>
                  </a:cubicBezTo>
                  <a:cubicBezTo>
                    <a:pt x="2097" y="4480"/>
                    <a:pt x="2329" y="4463"/>
                    <a:pt x="2534" y="4366"/>
                  </a:cubicBezTo>
                  <a:cubicBezTo>
                    <a:pt x="2540" y="4361"/>
                    <a:pt x="2545" y="4355"/>
                    <a:pt x="2550" y="4350"/>
                  </a:cubicBezTo>
                  <a:cubicBezTo>
                    <a:pt x="2561" y="4350"/>
                    <a:pt x="2572" y="4345"/>
                    <a:pt x="2588" y="4339"/>
                  </a:cubicBezTo>
                  <a:cubicBezTo>
                    <a:pt x="2615" y="4323"/>
                    <a:pt x="2642" y="4301"/>
                    <a:pt x="2669" y="4285"/>
                  </a:cubicBezTo>
                  <a:cubicBezTo>
                    <a:pt x="2831" y="4161"/>
                    <a:pt x="2983" y="4010"/>
                    <a:pt x="3085" y="3826"/>
                  </a:cubicBezTo>
                  <a:cubicBezTo>
                    <a:pt x="3128" y="3745"/>
                    <a:pt x="3166" y="3658"/>
                    <a:pt x="3177" y="3567"/>
                  </a:cubicBezTo>
                  <a:cubicBezTo>
                    <a:pt x="3193" y="3458"/>
                    <a:pt x="3172" y="3383"/>
                    <a:pt x="3134" y="3286"/>
                  </a:cubicBezTo>
                  <a:cubicBezTo>
                    <a:pt x="3134" y="3275"/>
                    <a:pt x="3134" y="3264"/>
                    <a:pt x="3134" y="3259"/>
                  </a:cubicBezTo>
                  <a:cubicBezTo>
                    <a:pt x="3020" y="3080"/>
                    <a:pt x="2837" y="2907"/>
                    <a:pt x="2637" y="2897"/>
                  </a:cubicBezTo>
                  <a:cubicBezTo>
                    <a:pt x="2442" y="2886"/>
                    <a:pt x="2291" y="3032"/>
                    <a:pt x="2280" y="3253"/>
                  </a:cubicBezTo>
                  <a:cubicBezTo>
                    <a:pt x="2275" y="3307"/>
                    <a:pt x="2286" y="3372"/>
                    <a:pt x="2296" y="3426"/>
                  </a:cubicBezTo>
                  <a:cubicBezTo>
                    <a:pt x="2329" y="3540"/>
                    <a:pt x="2410" y="3680"/>
                    <a:pt x="2540" y="3626"/>
                  </a:cubicBezTo>
                  <a:cubicBezTo>
                    <a:pt x="2577" y="3610"/>
                    <a:pt x="2610" y="3572"/>
                    <a:pt x="2631" y="3534"/>
                  </a:cubicBezTo>
                  <a:cubicBezTo>
                    <a:pt x="2658" y="3480"/>
                    <a:pt x="2675" y="3404"/>
                    <a:pt x="2653" y="3350"/>
                  </a:cubicBezTo>
                  <a:cubicBezTo>
                    <a:pt x="2653" y="3404"/>
                    <a:pt x="2637" y="3453"/>
                    <a:pt x="2615" y="3502"/>
                  </a:cubicBezTo>
                  <a:cubicBezTo>
                    <a:pt x="2556" y="3599"/>
                    <a:pt x="2426" y="3626"/>
                    <a:pt x="2356" y="3529"/>
                  </a:cubicBezTo>
                  <a:cubicBezTo>
                    <a:pt x="2340" y="3507"/>
                    <a:pt x="2350" y="3458"/>
                    <a:pt x="2383" y="3464"/>
                  </a:cubicBezTo>
                  <a:cubicBezTo>
                    <a:pt x="2415" y="3469"/>
                    <a:pt x="2453" y="3491"/>
                    <a:pt x="2486" y="3486"/>
                  </a:cubicBezTo>
                  <a:cubicBezTo>
                    <a:pt x="2513" y="3480"/>
                    <a:pt x="2540" y="3458"/>
                    <a:pt x="2550" y="3431"/>
                  </a:cubicBezTo>
                  <a:cubicBezTo>
                    <a:pt x="2572" y="3383"/>
                    <a:pt x="2577" y="3334"/>
                    <a:pt x="2577" y="3280"/>
                  </a:cubicBezTo>
                  <a:cubicBezTo>
                    <a:pt x="2550" y="3269"/>
                    <a:pt x="2545" y="3232"/>
                    <a:pt x="2556" y="3205"/>
                  </a:cubicBezTo>
                  <a:cubicBezTo>
                    <a:pt x="2556" y="3205"/>
                    <a:pt x="2556" y="3205"/>
                    <a:pt x="2556" y="3199"/>
                  </a:cubicBezTo>
                  <a:cubicBezTo>
                    <a:pt x="2540" y="3161"/>
                    <a:pt x="2588" y="3129"/>
                    <a:pt x="2610" y="3167"/>
                  </a:cubicBezTo>
                  <a:cubicBezTo>
                    <a:pt x="2610" y="3172"/>
                    <a:pt x="2615" y="3178"/>
                    <a:pt x="2615" y="3183"/>
                  </a:cubicBezTo>
                  <a:cubicBezTo>
                    <a:pt x="2821" y="3248"/>
                    <a:pt x="2772" y="3550"/>
                    <a:pt x="2648" y="3680"/>
                  </a:cubicBezTo>
                  <a:cubicBezTo>
                    <a:pt x="2604" y="3723"/>
                    <a:pt x="2550" y="3745"/>
                    <a:pt x="2491" y="3745"/>
                  </a:cubicBezTo>
                  <a:cubicBezTo>
                    <a:pt x="2340" y="3745"/>
                    <a:pt x="2215" y="3572"/>
                    <a:pt x="2188" y="3415"/>
                  </a:cubicBezTo>
                  <a:cubicBezTo>
                    <a:pt x="2161" y="3226"/>
                    <a:pt x="2205" y="3021"/>
                    <a:pt x="2340" y="2891"/>
                  </a:cubicBezTo>
                  <a:cubicBezTo>
                    <a:pt x="2388" y="2843"/>
                    <a:pt x="2453" y="2810"/>
                    <a:pt x="2518" y="2794"/>
                  </a:cubicBezTo>
                  <a:cubicBezTo>
                    <a:pt x="2761" y="2740"/>
                    <a:pt x="3004" y="2934"/>
                    <a:pt x="3145" y="3140"/>
                  </a:cubicBezTo>
                  <a:cubicBezTo>
                    <a:pt x="3534" y="3415"/>
                    <a:pt x="4133" y="3383"/>
                    <a:pt x="4533" y="3145"/>
                  </a:cubicBezTo>
                  <a:cubicBezTo>
                    <a:pt x="4636" y="3086"/>
                    <a:pt x="4733" y="3015"/>
                    <a:pt x="4841" y="2956"/>
                  </a:cubicBezTo>
                  <a:cubicBezTo>
                    <a:pt x="5084" y="2805"/>
                    <a:pt x="5354" y="2675"/>
                    <a:pt x="5641" y="2751"/>
                  </a:cubicBezTo>
                  <a:cubicBezTo>
                    <a:pt x="5808" y="2794"/>
                    <a:pt x="5976" y="2886"/>
                    <a:pt x="6062" y="3053"/>
                  </a:cubicBezTo>
                  <a:cubicBezTo>
                    <a:pt x="6149" y="3215"/>
                    <a:pt x="6127" y="3431"/>
                    <a:pt x="6008" y="3567"/>
                  </a:cubicBezTo>
                  <a:cubicBezTo>
                    <a:pt x="5884" y="3712"/>
                    <a:pt x="5689" y="3810"/>
                    <a:pt x="5522" y="3691"/>
                  </a:cubicBezTo>
                  <a:cubicBezTo>
                    <a:pt x="5365" y="3577"/>
                    <a:pt x="5306" y="3372"/>
                    <a:pt x="5435" y="3205"/>
                  </a:cubicBezTo>
                  <a:cubicBezTo>
                    <a:pt x="5468" y="3161"/>
                    <a:pt x="5522" y="3221"/>
                    <a:pt x="5489" y="3264"/>
                  </a:cubicBezTo>
                  <a:cubicBezTo>
                    <a:pt x="5484" y="3307"/>
                    <a:pt x="5489" y="3350"/>
                    <a:pt x="5522" y="3383"/>
                  </a:cubicBezTo>
                  <a:cubicBezTo>
                    <a:pt x="5576" y="3431"/>
                    <a:pt x="5673" y="3421"/>
                    <a:pt x="5733" y="3388"/>
                  </a:cubicBezTo>
                  <a:cubicBezTo>
                    <a:pt x="5781" y="3356"/>
                    <a:pt x="5830" y="3307"/>
                    <a:pt x="5841" y="3248"/>
                  </a:cubicBezTo>
                  <a:cubicBezTo>
                    <a:pt x="5851" y="3156"/>
                    <a:pt x="5781" y="3107"/>
                    <a:pt x="5727" y="3059"/>
                  </a:cubicBezTo>
                  <a:cubicBezTo>
                    <a:pt x="5700" y="3032"/>
                    <a:pt x="5722" y="2972"/>
                    <a:pt x="5760" y="2988"/>
                  </a:cubicBezTo>
                  <a:cubicBezTo>
                    <a:pt x="5857" y="3026"/>
                    <a:pt x="5938" y="3134"/>
                    <a:pt x="5922" y="3248"/>
                  </a:cubicBezTo>
                  <a:cubicBezTo>
                    <a:pt x="5911" y="3350"/>
                    <a:pt x="5846" y="3431"/>
                    <a:pt x="5765" y="3475"/>
                  </a:cubicBezTo>
                  <a:cubicBezTo>
                    <a:pt x="5727" y="3496"/>
                    <a:pt x="5679" y="3507"/>
                    <a:pt x="5635" y="3507"/>
                  </a:cubicBezTo>
                  <a:cubicBezTo>
                    <a:pt x="5554" y="3507"/>
                    <a:pt x="5479" y="3475"/>
                    <a:pt x="5441" y="3410"/>
                  </a:cubicBezTo>
                  <a:cubicBezTo>
                    <a:pt x="5441" y="3496"/>
                    <a:pt x="5489" y="3572"/>
                    <a:pt x="5560" y="3615"/>
                  </a:cubicBezTo>
                  <a:cubicBezTo>
                    <a:pt x="5657" y="3675"/>
                    <a:pt x="5765" y="3669"/>
                    <a:pt x="5862" y="3599"/>
                  </a:cubicBezTo>
                  <a:cubicBezTo>
                    <a:pt x="5949" y="3540"/>
                    <a:pt x="6019" y="3437"/>
                    <a:pt x="6035" y="3323"/>
                  </a:cubicBezTo>
                  <a:cubicBezTo>
                    <a:pt x="6046" y="3232"/>
                    <a:pt x="6019" y="3151"/>
                    <a:pt x="5965" y="3075"/>
                  </a:cubicBezTo>
                  <a:cubicBezTo>
                    <a:pt x="5749" y="2783"/>
                    <a:pt x="5381" y="2799"/>
                    <a:pt x="5090" y="2940"/>
                  </a:cubicBezTo>
                  <a:cubicBezTo>
                    <a:pt x="4987" y="2988"/>
                    <a:pt x="4884" y="3053"/>
                    <a:pt x="4787" y="3118"/>
                  </a:cubicBezTo>
                  <a:cubicBezTo>
                    <a:pt x="4728" y="3372"/>
                    <a:pt x="4771" y="3648"/>
                    <a:pt x="4906" y="3869"/>
                  </a:cubicBezTo>
                  <a:cubicBezTo>
                    <a:pt x="5009" y="4042"/>
                    <a:pt x="5138" y="4145"/>
                    <a:pt x="5284" y="4269"/>
                  </a:cubicBezTo>
                  <a:cubicBezTo>
                    <a:pt x="5322" y="4296"/>
                    <a:pt x="5300" y="4355"/>
                    <a:pt x="5257" y="4350"/>
                  </a:cubicBezTo>
                  <a:cubicBezTo>
                    <a:pt x="5198" y="4339"/>
                    <a:pt x="5144" y="4307"/>
                    <a:pt x="5095" y="4269"/>
                  </a:cubicBezTo>
                  <a:cubicBezTo>
                    <a:pt x="4955" y="4399"/>
                    <a:pt x="4749" y="4453"/>
                    <a:pt x="4571" y="4480"/>
                  </a:cubicBezTo>
                  <a:cubicBezTo>
                    <a:pt x="4349" y="4517"/>
                    <a:pt x="4128" y="4523"/>
                    <a:pt x="3906" y="4550"/>
                  </a:cubicBezTo>
                  <a:cubicBezTo>
                    <a:pt x="3869" y="4550"/>
                    <a:pt x="3863" y="4490"/>
                    <a:pt x="3896" y="4485"/>
                  </a:cubicBezTo>
                  <a:cubicBezTo>
                    <a:pt x="4096" y="4442"/>
                    <a:pt x="4301" y="4431"/>
                    <a:pt x="4501" y="4399"/>
                  </a:cubicBezTo>
                  <a:cubicBezTo>
                    <a:pt x="4603" y="4377"/>
                    <a:pt x="4706" y="4355"/>
                    <a:pt x="4803" y="4323"/>
                  </a:cubicBezTo>
                  <a:cubicBezTo>
                    <a:pt x="4879" y="4291"/>
                    <a:pt x="4949" y="4247"/>
                    <a:pt x="5019" y="4204"/>
                  </a:cubicBezTo>
                  <a:cubicBezTo>
                    <a:pt x="4955" y="4128"/>
                    <a:pt x="4890" y="4042"/>
                    <a:pt x="4836" y="3956"/>
                  </a:cubicBezTo>
                  <a:cubicBezTo>
                    <a:pt x="4830" y="3993"/>
                    <a:pt x="4814" y="4031"/>
                    <a:pt x="4798" y="4064"/>
                  </a:cubicBezTo>
                  <a:cubicBezTo>
                    <a:pt x="4744" y="4193"/>
                    <a:pt x="4625" y="4328"/>
                    <a:pt x="4490" y="4328"/>
                  </a:cubicBezTo>
                  <a:cubicBezTo>
                    <a:pt x="4468" y="4328"/>
                    <a:pt x="4441" y="4328"/>
                    <a:pt x="4420" y="4318"/>
                  </a:cubicBezTo>
                  <a:cubicBezTo>
                    <a:pt x="4398" y="4312"/>
                    <a:pt x="4214" y="4323"/>
                    <a:pt x="4133" y="4026"/>
                  </a:cubicBezTo>
                  <a:cubicBezTo>
                    <a:pt x="4112" y="3950"/>
                    <a:pt x="4101" y="3410"/>
                    <a:pt x="4214" y="3469"/>
                  </a:cubicBezTo>
                  <a:cubicBezTo>
                    <a:pt x="4155" y="3664"/>
                    <a:pt x="4150" y="3891"/>
                    <a:pt x="4209" y="4042"/>
                  </a:cubicBezTo>
                  <a:cubicBezTo>
                    <a:pt x="4279" y="4220"/>
                    <a:pt x="4522" y="4334"/>
                    <a:pt x="4668" y="4118"/>
                  </a:cubicBezTo>
                  <a:cubicBezTo>
                    <a:pt x="4728" y="4026"/>
                    <a:pt x="4755" y="3934"/>
                    <a:pt x="4771" y="3826"/>
                  </a:cubicBezTo>
                  <a:cubicBezTo>
                    <a:pt x="4695" y="3653"/>
                    <a:pt x="4652" y="3361"/>
                    <a:pt x="4701" y="3172"/>
                  </a:cubicBezTo>
                  <a:cubicBezTo>
                    <a:pt x="4636" y="3215"/>
                    <a:pt x="4566" y="3259"/>
                    <a:pt x="4490" y="3296"/>
                  </a:cubicBezTo>
                  <a:cubicBezTo>
                    <a:pt x="4436" y="3377"/>
                    <a:pt x="4301" y="3556"/>
                    <a:pt x="4312" y="3831"/>
                  </a:cubicBezTo>
                  <a:cubicBezTo>
                    <a:pt x="4312" y="3869"/>
                    <a:pt x="4268" y="3826"/>
                    <a:pt x="4263" y="3788"/>
                  </a:cubicBezTo>
                  <a:cubicBezTo>
                    <a:pt x="4258" y="3637"/>
                    <a:pt x="4295" y="3448"/>
                    <a:pt x="4393" y="3350"/>
                  </a:cubicBezTo>
                  <a:cubicBezTo>
                    <a:pt x="4004" y="3475"/>
                    <a:pt x="4171" y="3486"/>
                    <a:pt x="3766" y="3442"/>
                  </a:cubicBezTo>
                  <a:cubicBezTo>
                    <a:pt x="3890" y="3588"/>
                    <a:pt x="3847" y="3831"/>
                    <a:pt x="3788" y="4004"/>
                  </a:cubicBezTo>
                  <a:cubicBezTo>
                    <a:pt x="3717" y="4215"/>
                    <a:pt x="3539" y="4361"/>
                    <a:pt x="3258" y="4372"/>
                  </a:cubicBezTo>
                  <a:cubicBezTo>
                    <a:pt x="3220" y="4372"/>
                    <a:pt x="3220" y="4312"/>
                    <a:pt x="3253" y="4307"/>
                  </a:cubicBezTo>
                  <a:cubicBezTo>
                    <a:pt x="3517" y="4269"/>
                    <a:pt x="3636" y="4166"/>
                    <a:pt x="3701" y="3966"/>
                  </a:cubicBezTo>
                  <a:cubicBezTo>
                    <a:pt x="3755" y="3804"/>
                    <a:pt x="3798" y="3545"/>
                    <a:pt x="3669" y="3421"/>
                  </a:cubicBezTo>
                  <a:cubicBezTo>
                    <a:pt x="3653" y="3415"/>
                    <a:pt x="3463" y="3388"/>
                    <a:pt x="3442" y="3383"/>
                  </a:cubicBezTo>
                  <a:lnTo>
                    <a:pt x="3442" y="3383"/>
                  </a:lnTo>
                  <a:close/>
                  <a:moveTo>
                    <a:pt x="4976" y="12205"/>
                  </a:moveTo>
                  <a:cubicBezTo>
                    <a:pt x="4987" y="12189"/>
                    <a:pt x="4998" y="12173"/>
                    <a:pt x="5003" y="12157"/>
                  </a:cubicBezTo>
                  <a:cubicBezTo>
                    <a:pt x="5041" y="12081"/>
                    <a:pt x="5041" y="12033"/>
                    <a:pt x="4982" y="11973"/>
                  </a:cubicBezTo>
                  <a:cubicBezTo>
                    <a:pt x="4955" y="11941"/>
                    <a:pt x="4982" y="11892"/>
                    <a:pt x="5019" y="11903"/>
                  </a:cubicBezTo>
                  <a:cubicBezTo>
                    <a:pt x="5057" y="11914"/>
                    <a:pt x="5090" y="11941"/>
                    <a:pt x="5106" y="11984"/>
                  </a:cubicBezTo>
                  <a:cubicBezTo>
                    <a:pt x="5133" y="12054"/>
                    <a:pt x="5100" y="12141"/>
                    <a:pt x="5068" y="12200"/>
                  </a:cubicBezTo>
                  <a:cubicBezTo>
                    <a:pt x="5046" y="12249"/>
                    <a:pt x="5014" y="12303"/>
                    <a:pt x="4976" y="12346"/>
                  </a:cubicBezTo>
                  <a:cubicBezTo>
                    <a:pt x="4911" y="12422"/>
                    <a:pt x="4841" y="12492"/>
                    <a:pt x="4755" y="12540"/>
                  </a:cubicBezTo>
                  <a:cubicBezTo>
                    <a:pt x="4652" y="12594"/>
                    <a:pt x="4544" y="12605"/>
                    <a:pt x="4431" y="12622"/>
                  </a:cubicBezTo>
                  <a:cubicBezTo>
                    <a:pt x="4409" y="12627"/>
                    <a:pt x="4398" y="12605"/>
                    <a:pt x="4398" y="12589"/>
                  </a:cubicBezTo>
                  <a:cubicBezTo>
                    <a:pt x="4231" y="12616"/>
                    <a:pt x="4058" y="12627"/>
                    <a:pt x="3890" y="12654"/>
                  </a:cubicBezTo>
                  <a:cubicBezTo>
                    <a:pt x="3852" y="12665"/>
                    <a:pt x="3836" y="12600"/>
                    <a:pt x="3869" y="12584"/>
                  </a:cubicBezTo>
                  <a:cubicBezTo>
                    <a:pt x="4182" y="12400"/>
                    <a:pt x="4679" y="12589"/>
                    <a:pt x="4895" y="12233"/>
                  </a:cubicBezTo>
                  <a:cubicBezTo>
                    <a:pt x="4890" y="12227"/>
                    <a:pt x="4884" y="12222"/>
                    <a:pt x="4884" y="12211"/>
                  </a:cubicBezTo>
                  <a:cubicBezTo>
                    <a:pt x="4874" y="12135"/>
                    <a:pt x="4874" y="12060"/>
                    <a:pt x="4868" y="11984"/>
                  </a:cubicBezTo>
                  <a:cubicBezTo>
                    <a:pt x="4868" y="11914"/>
                    <a:pt x="4857" y="11844"/>
                    <a:pt x="4879" y="11779"/>
                  </a:cubicBezTo>
                  <a:cubicBezTo>
                    <a:pt x="4890" y="11735"/>
                    <a:pt x="4938" y="11735"/>
                    <a:pt x="4949" y="11779"/>
                  </a:cubicBezTo>
                  <a:cubicBezTo>
                    <a:pt x="4971" y="11849"/>
                    <a:pt x="4960" y="11935"/>
                    <a:pt x="4955" y="12016"/>
                  </a:cubicBezTo>
                  <a:cubicBezTo>
                    <a:pt x="4955" y="12043"/>
                    <a:pt x="4955" y="12076"/>
                    <a:pt x="4955" y="12103"/>
                  </a:cubicBezTo>
                  <a:cubicBezTo>
                    <a:pt x="4971" y="12076"/>
                    <a:pt x="5014" y="12097"/>
                    <a:pt x="5003" y="12135"/>
                  </a:cubicBezTo>
                  <a:cubicBezTo>
                    <a:pt x="4998" y="12157"/>
                    <a:pt x="4987" y="12184"/>
                    <a:pt x="4976" y="12205"/>
                  </a:cubicBezTo>
                  <a:lnTo>
                    <a:pt x="4976" y="12205"/>
                  </a:lnTo>
                  <a:close/>
                  <a:moveTo>
                    <a:pt x="1470" y="14275"/>
                  </a:moveTo>
                  <a:cubicBezTo>
                    <a:pt x="1265" y="13956"/>
                    <a:pt x="1016" y="13680"/>
                    <a:pt x="805" y="13372"/>
                  </a:cubicBezTo>
                  <a:cubicBezTo>
                    <a:pt x="568" y="13038"/>
                    <a:pt x="346" y="12681"/>
                    <a:pt x="76" y="12378"/>
                  </a:cubicBezTo>
                  <a:lnTo>
                    <a:pt x="49" y="12351"/>
                  </a:lnTo>
                  <a:lnTo>
                    <a:pt x="38" y="12384"/>
                  </a:lnTo>
                  <a:cubicBezTo>
                    <a:pt x="33" y="12395"/>
                    <a:pt x="27" y="12405"/>
                    <a:pt x="22" y="12416"/>
                  </a:cubicBezTo>
                  <a:lnTo>
                    <a:pt x="17" y="12427"/>
                  </a:lnTo>
                  <a:lnTo>
                    <a:pt x="17" y="12438"/>
                  </a:lnTo>
                  <a:cubicBezTo>
                    <a:pt x="17" y="12438"/>
                    <a:pt x="17" y="12438"/>
                    <a:pt x="17" y="12443"/>
                  </a:cubicBezTo>
                  <a:cubicBezTo>
                    <a:pt x="17" y="12443"/>
                    <a:pt x="22" y="12449"/>
                    <a:pt x="22" y="12454"/>
                  </a:cubicBezTo>
                  <a:cubicBezTo>
                    <a:pt x="0" y="12481"/>
                    <a:pt x="17" y="12535"/>
                    <a:pt x="54" y="12535"/>
                  </a:cubicBezTo>
                  <a:cubicBezTo>
                    <a:pt x="65" y="12535"/>
                    <a:pt x="76" y="12530"/>
                    <a:pt x="81" y="12524"/>
                  </a:cubicBezTo>
                  <a:cubicBezTo>
                    <a:pt x="314" y="12821"/>
                    <a:pt x="519" y="13140"/>
                    <a:pt x="730" y="13454"/>
                  </a:cubicBezTo>
                  <a:cubicBezTo>
                    <a:pt x="951" y="13788"/>
                    <a:pt x="1221" y="14080"/>
                    <a:pt x="1437" y="14421"/>
                  </a:cubicBezTo>
                  <a:cubicBezTo>
                    <a:pt x="1437" y="14426"/>
                    <a:pt x="1443" y="14431"/>
                    <a:pt x="1448" y="14431"/>
                  </a:cubicBezTo>
                  <a:cubicBezTo>
                    <a:pt x="1437" y="14675"/>
                    <a:pt x="1437" y="14918"/>
                    <a:pt x="1437" y="15161"/>
                  </a:cubicBezTo>
                  <a:cubicBezTo>
                    <a:pt x="1432" y="15431"/>
                    <a:pt x="1410" y="15701"/>
                    <a:pt x="1448" y="15966"/>
                  </a:cubicBezTo>
                  <a:cubicBezTo>
                    <a:pt x="1454" y="16014"/>
                    <a:pt x="1513" y="16014"/>
                    <a:pt x="1524" y="15966"/>
                  </a:cubicBezTo>
                  <a:cubicBezTo>
                    <a:pt x="1551" y="15717"/>
                    <a:pt x="1535" y="15458"/>
                    <a:pt x="1535" y="15209"/>
                  </a:cubicBezTo>
                  <a:cubicBezTo>
                    <a:pt x="1529" y="14939"/>
                    <a:pt x="1529" y="14675"/>
                    <a:pt x="1518" y="14404"/>
                  </a:cubicBezTo>
                  <a:cubicBezTo>
                    <a:pt x="1518" y="14399"/>
                    <a:pt x="1524" y="14399"/>
                    <a:pt x="1524" y="14394"/>
                  </a:cubicBezTo>
                  <a:cubicBezTo>
                    <a:pt x="1724" y="14383"/>
                    <a:pt x="1924" y="14377"/>
                    <a:pt x="2124" y="14377"/>
                  </a:cubicBezTo>
                  <a:cubicBezTo>
                    <a:pt x="2334" y="14377"/>
                    <a:pt x="2534" y="14323"/>
                    <a:pt x="2739" y="14280"/>
                  </a:cubicBezTo>
                  <a:cubicBezTo>
                    <a:pt x="3199" y="14172"/>
                    <a:pt x="3674" y="14172"/>
                    <a:pt x="4144" y="14123"/>
                  </a:cubicBezTo>
                  <a:cubicBezTo>
                    <a:pt x="4614" y="14080"/>
                    <a:pt x="5084" y="14015"/>
                    <a:pt x="5549" y="13934"/>
                  </a:cubicBezTo>
                  <a:cubicBezTo>
                    <a:pt x="5911" y="13875"/>
                    <a:pt x="6327" y="13659"/>
                    <a:pt x="6694" y="13794"/>
                  </a:cubicBezTo>
                  <a:cubicBezTo>
                    <a:pt x="6754" y="13816"/>
                    <a:pt x="6786" y="13702"/>
                    <a:pt x="6721" y="13680"/>
                  </a:cubicBezTo>
                  <a:cubicBezTo>
                    <a:pt x="6494" y="13583"/>
                    <a:pt x="6257" y="13632"/>
                    <a:pt x="6030" y="13691"/>
                  </a:cubicBezTo>
                  <a:cubicBezTo>
                    <a:pt x="5905" y="13729"/>
                    <a:pt x="5776" y="13767"/>
                    <a:pt x="5641" y="13794"/>
                  </a:cubicBezTo>
                  <a:cubicBezTo>
                    <a:pt x="5160" y="13891"/>
                    <a:pt x="4668" y="13945"/>
                    <a:pt x="4177" y="13994"/>
                  </a:cubicBezTo>
                  <a:cubicBezTo>
                    <a:pt x="3712" y="14048"/>
                    <a:pt x="3242" y="14053"/>
                    <a:pt x="2783" y="14150"/>
                  </a:cubicBezTo>
                  <a:cubicBezTo>
                    <a:pt x="2567" y="14194"/>
                    <a:pt x="2350" y="14264"/>
                    <a:pt x="2124" y="14264"/>
                  </a:cubicBezTo>
                  <a:cubicBezTo>
                    <a:pt x="1918" y="14264"/>
                    <a:pt x="1708" y="14242"/>
                    <a:pt x="1508" y="14296"/>
                  </a:cubicBezTo>
                  <a:cubicBezTo>
                    <a:pt x="1502" y="14280"/>
                    <a:pt x="1486" y="14269"/>
                    <a:pt x="1470" y="14269"/>
                  </a:cubicBezTo>
                  <a:lnTo>
                    <a:pt x="1470" y="14269"/>
                  </a:lnTo>
                  <a:close/>
                  <a:moveTo>
                    <a:pt x="6327" y="952"/>
                  </a:moveTo>
                  <a:cubicBezTo>
                    <a:pt x="6014" y="860"/>
                    <a:pt x="5679" y="898"/>
                    <a:pt x="5354" y="838"/>
                  </a:cubicBezTo>
                  <a:cubicBezTo>
                    <a:pt x="5160" y="806"/>
                    <a:pt x="4965" y="752"/>
                    <a:pt x="4765" y="730"/>
                  </a:cubicBezTo>
                  <a:cubicBezTo>
                    <a:pt x="4587" y="709"/>
                    <a:pt x="4409" y="703"/>
                    <a:pt x="4231" y="703"/>
                  </a:cubicBezTo>
                  <a:cubicBezTo>
                    <a:pt x="3485" y="709"/>
                    <a:pt x="2750" y="881"/>
                    <a:pt x="2010" y="925"/>
                  </a:cubicBezTo>
                  <a:cubicBezTo>
                    <a:pt x="1972" y="930"/>
                    <a:pt x="1967" y="865"/>
                    <a:pt x="2005" y="860"/>
                  </a:cubicBezTo>
                  <a:cubicBezTo>
                    <a:pt x="2766" y="746"/>
                    <a:pt x="3528" y="584"/>
                    <a:pt x="4301" y="590"/>
                  </a:cubicBezTo>
                  <a:cubicBezTo>
                    <a:pt x="4495" y="595"/>
                    <a:pt x="4690" y="600"/>
                    <a:pt x="4879" y="633"/>
                  </a:cubicBezTo>
                  <a:cubicBezTo>
                    <a:pt x="5063" y="660"/>
                    <a:pt x="5246" y="714"/>
                    <a:pt x="5430" y="736"/>
                  </a:cubicBezTo>
                  <a:cubicBezTo>
                    <a:pt x="5733" y="773"/>
                    <a:pt x="6046" y="746"/>
                    <a:pt x="6343" y="838"/>
                  </a:cubicBezTo>
                  <a:cubicBezTo>
                    <a:pt x="6381" y="817"/>
                    <a:pt x="6419" y="806"/>
                    <a:pt x="6462" y="795"/>
                  </a:cubicBezTo>
                  <a:cubicBezTo>
                    <a:pt x="6511" y="784"/>
                    <a:pt x="6559" y="763"/>
                    <a:pt x="6613" y="773"/>
                  </a:cubicBezTo>
                  <a:cubicBezTo>
                    <a:pt x="6646" y="779"/>
                    <a:pt x="6651" y="833"/>
                    <a:pt x="6624" y="854"/>
                  </a:cubicBezTo>
                  <a:cubicBezTo>
                    <a:pt x="6575" y="881"/>
                    <a:pt x="6527" y="876"/>
                    <a:pt x="6478" y="887"/>
                  </a:cubicBezTo>
                  <a:cubicBezTo>
                    <a:pt x="6457" y="892"/>
                    <a:pt x="6430" y="898"/>
                    <a:pt x="6408" y="908"/>
                  </a:cubicBezTo>
                  <a:cubicBezTo>
                    <a:pt x="6408" y="914"/>
                    <a:pt x="6403" y="925"/>
                    <a:pt x="6403" y="930"/>
                  </a:cubicBezTo>
                  <a:cubicBezTo>
                    <a:pt x="6424" y="1038"/>
                    <a:pt x="6446" y="1152"/>
                    <a:pt x="6457" y="1260"/>
                  </a:cubicBezTo>
                  <a:cubicBezTo>
                    <a:pt x="6467" y="1368"/>
                    <a:pt x="6489" y="1476"/>
                    <a:pt x="6467" y="1584"/>
                  </a:cubicBezTo>
                  <a:cubicBezTo>
                    <a:pt x="6457" y="1627"/>
                    <a:pt x="6397" y="1627"/>
                    <a:pt x="6392" y="1584"/>
                  </a:cubicBezTo>
                  <a:cubicBezTo>
                    <a:pt x="6370" y="1454"/>
                    <a:pt x="6370" y="1324"/>
                    <a:pt x="6354" y="1195"/>
                  </a:cubicBezTo>
                  <a:cubicBezTo>
                    <a:pt x="6348" y="1114"/>
                    <a:pt x="6332" y="1033"/>
                    <a:pt x="6327" y="952"/>
                  </a:cubicBezTo>
                  <a:lnTo>
                    <a:pt x="6327" y="952"/>
                  </a:lnTo>
                  <a:close/>
                  <a:moveTo>
                    <a:pt x="3982" y="1994"/>
                  </a:moveTo>
                  <a:cubicBezTo>
                    <a:pt x="4150" y="2005"/>
                    <a:pt x="4312" y="1978"/>
                    <a:pt x="4479" y="1967"/>
                  </a:cubicBezTo>
                  <a:cubicBezTo>
                    <a:pt x="4652" y="1957"/>
                    <a:pt x="4825" y="1962"/>
                    <a:pt x="4998" y="1973"/>
                  </a:cubicBezTo>
                  <a:cubicBezTo>
                    <a:pt x="5338" y="1989"/>
                    <a:pt x="5673" y="2027"/>
                    <a:pt x="5997" y="2129"/>
                  </a:cubicBezTo>
                  <a:cubicBezTo>
                    <a:pt x="6127" y="2173"/>
                    <a:pt x="6251" y="2227"/>
                    <a:pt x="6359" y="2313"/>
                  </a:cubicBezTo>
                  <a:cubicBezTo>
                    <a:pt x="6500" y="2432"/>
                    <a:pt x="6565" y="2621"/>
                    <a:pt x="6602" y="2810"/>
                  </a:cubicBezTo>
                  <a:cubicBezTo>
                    <a:pt x="6673" y="3129"/>
                    <a:pt x="6656" y="3486"/>
                    <a:pt x="6484" y="3761"/>
                  </a:cubicBezTo>
                  <a:cubicBezTo>
                    <a:pt x="6462" y="3793"/>
                    <a:pt x="6494" y="3837"/>
                    <a:pt x="6527" y="3815"/>
                  </a:cubicBezTo>
                  <a:cubicBezTo>
                    <a:pt x="6737" y="3658"/>
                    <a:pt x="6743" y="3215"/>
                    <a:pt x="6710" y="2967"/>
                  </a:cubicBezTo>
                  <a:cubicBezTo>
                    <a:pt x="6689" y="2778"/>
                    <a:pt x="6646" y="2572"/>
                    <a:pt x="6548" y="2410"/>
                  </a:cubicBezTo>
                  <a:cubicBezTo>
                    <a:pt x="6467" y="2270"/>
                    <a:pt x="6343" y="2183"/>
                    <a:pt x="6208" y="2108"/>
                  </a:cubicBezTo>
                  <a:cubicBezTo>
                    <a:pt x="6062" y="2027"/>
                    <a:pt x="5895" y="1989"/>
                    <a:pt x="5733" y="1957"/>
                  </a:cubicBezTo>
                  <a:cubicBezTo>
                    <a:pt x="5549" y="1913"/>
                    <a:pt x="5360" y="1897"/>
                    <a:pt x="5176" y="1881"/>
                  </a:cubicBezTo>
                  <a:cubicBezTo>
                    <a:pt x="4776" y="1854"/>
                    <a:pt x="4382" y="1897"/>
                    <a:pt x="3982" y="1930"/>
                  </a:cubicBezTo>
                  <a:cubicBezTo>
                    <a:pt x="3950" y="1935"/>
                    <a:pt x="3950" y="1989"/>
                    <a:pt x="3982" y="1994"/>
                  </a:cubicBezTo>
                  <a:lnTo>
                    <a:pt x="3982" y="1994"/>
                  </a:lnTo>
                  <a:close/>
                  <a:moveTo>
                    <a:pt x="1594" y="12049"/>
                  </a:moveTo>
                  <a:cubicBezTo>
                    <a:pt x="1589" y="12006"/>
                    <a:pt x="1643" y="11995"/>
                    <a:pt x="1654" y="12038"/>
                  </a:cubicBezTo>
                  <a:cubicBezTo>
                    <a:pt x="1681" y="12151"/>
                    <a:pt x="1816" y="12260"/>
                    <a:pt x="1902" y="12308"/>
                  </a:cubicBezTo>
                  <a:cubicBezTo>
                    <a:pt x="2026" y="12384"/>
                    <a:pt x="2156" y="12427"/>
                    <a:pt x="2291" y="12443"/>
                  </a:cubicBezTo>
                  <a:cubicBezTo>
                    <a:pt x="2545" y="12481"/>
                    <a:pt x="2810" y="12476"/>
                    <a:pt x="3058" y="12546"/>
                  </a:cubicBezTo>
                  <a:cubicBezTo>
                    <a:pt x="3096" y="12557"/>
                    <a:pt x="3085" y="12616"/>
                    <a:pt x="3047" y="12611"/>
                  </a:cubicBezTo>
                  <a:cubicBezTo>
                    <a:pt x="2729" y="12546"/>
                    <a:pt x="2399" y="12589"/>
                    <a:pt x="2086" y="12470"/>
                  </a:cubicBezTo>
                  <a:cubicBezTo>
                    <a:pt x="1902" y="12405"/>
                    <a:pt x="1621" y="12303"/>
                    <a:pt x="1594" y="12049"/>
                  </a:cubicBezTo>
                  <a:close/>
                  <a:moveTo>
                    <a:pt x="1681" y="8818"/>
                  </a:moveTo>
                  <a:cubicBezTo>
                    <a:pt x="1686" y="8780"/>
                    <a:pt x="1740" y="8780"/>
                    <a:pt x="1740" y="8818"/>
                  </a:cubicBezTo>
                  <a:cubicBezTo>
                    <a:pt x="1767" y="9277"/>
                    <a:pt x="1751" y="9731"/>
                    <a:pt x="1751" y="10190"/>
                  </a:cubicBezTo>
                  <a:cubicBezTo>
                    <a:pt x="1751" y="10633"/>
                    <a:pt x="1772" y="11071"/>
                    <a:pt x="1745" y="11514"/>
                  </a:cubicBezTo>
                  <a:cubicBezTo>
                    <a:pt x="1740" y="11557"/>
                    <a:pt x="1686" y="11557"/>
                    <a:pt x="1681" y="11514"/>
                  </a:cubicBezTo>
                  <a:cubicBezTo>
                    <a:pt x="1654" y="11055"/>
                    <a:pt x="1675" y="10601"/>
                    <a:pt x="1675" y="10142"/>
                  </a:cubicBezTo>
                  <a:cubicBezTo>
                    <a:pt x="1675" y="9704"/>
                    <a:pt x="1659" y="9261"/>
                    <a:pt x="1686" y="8818"/>
                  </a:cubicBezTo>
                  <a:lnTo>
                    <a:pt x="1686" y="8818"/>
                  </a:lnTo>
                  <a:close/>
                  <a:moveTo>
                    <a:pt x="1654" y="5609"/>
                  </a:moveTo>
                  <a:cubicBezTo>
                    <a:pt x="1659" y="5576"/>
                    <a:pt x="1702" y="5576"/>
                    <a:pt x="1708" y="5609"/>
                  </a:cubicBezTo>
                  <a:cubicBezTo>
                    <a:pt x="1729" y="5803"/>
                    <a:pt x="1713" y="5998"/>
                    <a:pt x="1718" y="6187"/>
                  </a:cubicBezTo>
                  <a:cubicBezTo>
                    <a:pt x="1718" y="6376"/>
                    <a:pt x="1718" y="6570"/>
                    <a:pt x="1718" y="6760"/>
                  </a:cubicBezTo>
                  <a:cubicBezTo>
                    <a:pt x="1724" y="7138"/>
                    <a:pt x="1740" y="7521"/>
                    <a:pt x="1713" y="7900"/>
                  </a:cubicBezTo>
                  <a:cubicBezTo>
                    <a:pt x="1708" y="7943"/>
                    <a:pt x="1654" y="7943"/>
                    <a:pt x="1648" y="7900"/>
                  </a:cubicBezTo>
                  <a:cubicBezTo>
                    <a:pt x="1621" y="7505"/>
                    <a:pt x="1637" y="7105"/>
                    <a:pt x="1643" y="6711"/>
                  </a:cubicBezTo>
                  <a:cubicBezTo>
                    <a:pt x="1643" y="6522"/>
                    <a:pt x="1643" y="6327"/>
                    <a:pt x="1643" y="6138"/>
                  </a:cubicBezTo>
                  <a:cubicBezTo>
                    <a:pt x="1648" y="5965"/>
                    <a:pt x="1637" y="5787"/>
                    <a:pt x="1654" y="5609"/>
                  </a:cubicBezTo>
                  <a:close/>
                  <a:moveTo>
                    <a:pt x="1610" y="5225"/>
                  </a:moveTo>
                  <a:cubicBezTo>
                    <a:pt x="1589" y="5209"/>
                    <a:pt x="1605" y="5166"/>
                    <a:pt x="1632" y="5171"/>
                  </a:cubicBezTo>
                  <a:cubicBezTo>
                    <a:pt x="1659" y="5177"/>
                    <a:pt x="1681" y="5204"/>
                    <a:pt x="1697" y="5236"/>
                  </a:cubicBezTo>
                  <a:cubicBezTo>
                    <a:pt x="1708" y="5263"/>
                    <a:pt x="1718" y="5301"/>
                    <a:pt x="1708" y="5333"/>
                  </a:cubicBezTo>
                  <a:cubicBezTo>
                    <a:pt x="1702" y="5355"/>
                    <a:pt x="1670" y="5360"/>
                    <a:pt x="1659" y="5339"/>
                  </a:cubicBezTo>
                  <a:cubicBezTo>
                    <a:pt x="1643" y="5317"/>
                    <a:pt x="1643" y="5290"/>
                    <a:pt x="1637" y="5268"/>
                  </a:cubicBezTo>
                  <a:cubicBezTo>
                    <a:pt x="1632" y="5252"/>
                    <a:pt x="1621" y="5231"/>
                    <a:pt x="1610" y="5225"/>
                  </a:cubicBezTo>
                  <a:lnTo>
                    <a:pt x="1610" y="5225"/>
                  </a:lnTo>
                  <a:close/>
                  <a:moveTo>
                    <a:pt x="1940" y="9990"/>
                  </a:moveTo>
                  <a:cubicBezTo>
                    <a:pt x="1929" y="10331"/>
                    <a:pt x="1934" y="10677"/>
                    <a:pt x="1929" y="11017"/>
                  </a:cubicBezTo>
                  <a:cubicBezTo>
                    <a:pt x="1929" y="11357"/>
                    <a:pt x="1907" y="11703"/>
                    <a:pt x="1934" y="12049"/>
                  </a:cubicBezTo>
                  <a:cubicBezTo>
                    <a:pt x="1940" y="12097"/>
                    <a:pt x="1999" y="12097"/>
                    <a:pt x="2005" y="12049"/>
                  </a:cubicBezTo>
                  <a:cubicBezTo>
                    <a:pt x="2032" y="11703"/>
                    <a:pt x="2010" y="11357"/>
                    <a:pt x="2010" y="11017"/>
                  </a:cubicBezTo>
                  <a:cubicBezTo>
                    <a:pt x="2005" y="10677"/>
                    <a:pt x="2010" y="10331"/>
                    <a:pt x="1999" y="9990"/>
                  </a:cubicBezTo>
                  <a:cubicBezTo>
                    <a:pt x="1999" y="9947"/>
                    <a:pt x="1940" y="9947"/>
                    <a:pt x="1940" y="9990"/>
                  </a:cubicBezTo>
                  <a:lnTo>
                    <a:pt x="1940" y="9990"/>
                  </a:lnTo>
                  <a:close/>
                  <a:moveTo>
                    <a:pt x="2318" y="10466"/>
                  </a:moveTo>
                  <a:cubicBezTo>
                    <a:pt x="2340" y="10612"/>
                    <a:pt x="2323" y="10774"/>
                    <a:pt x="2323" y="10925"/>
                  </a:cubicBezTo>
                  <a:cubicBezTo>
                    <a:pt x="2318" y="11066"/>
                    <a:pt x="2318" y="11206"/>
                    <a:pt x="2318" y="11346"/>
                  </a:cubicBezTo>
                  <a:cubicBezTo>
                    <a:pt x="2318" y="11487"/>
                    <a:pt x="2318" y="11627"/>
                    <a:pt x="2318" y="11773"/>
                  </a:cubicBezTo>
                  <a:cubicBezTo>
                    <a:pt x="2318" y="11914"/>
                    <a:pt x="2307" y="12060"/>
                    <a:pt x="2323" y="12200"/>
                  </a:cubicBezTo>
                  <a:cubicBezTo>
                    <a:pt x="2329" y="12243"/>
                    <a:pt x="2383" y="12243"/>
                    <a:pt x="2388" y="12200"/>
                  </a:cubicBezTo>
                  <a:cubicBezTo>
                    <a:pt x="2404" y="12076"/>
                    <a:pt x="2399" y="11946"/>
                    <a:pt x="2399" y="11816"/>
                  </a:cubicBezTo>
                  <a:cubicBezTo>
                    <a:pt x="2399" y="11676"/>
                    <a:pt x="2399" y="11536"/>
                    <a:pt x="2394" y="11395"/>
                  </a:cubicBezTo>
                  <a:cubicBezTo>
                    <a:pt x="2394" y="11255"/>
                    <a:pt x="2394" y="11109"/>
                    <a:pt x="2394" y="10968"/>
                  </a:cubicBezTo>
                  <a:cubicBezTo>
                    <a:pt x="2394" y="10806"/>
                    <a:pt x="2372" y="10628"/>
                    <a:pt x="2399" y="10466"/>
                  </a:cubicBezTo>
                  <a:cubicBezTo>
                    <a:pt x="2404" y="10428"/>
                    <a:pt x="2383" y="10396"/>
                    <a:pt x="2350" y="10401"/>
                  </a:cubicBezTo>
                  <a:cubicBezTo>
                    <a:pt x="2323" y="10412"/>
                    <a:pt x="2313" y="10433"/>
                    <a:pt x="2313" y="10466"/>
                  </a:cubicBezTo>
                  <a:close/>
                  <a:moveTo>
                    <a:pt x="4695" y="10223"/>
                  </a:moveTo>
                  <a:cubicBezTo>
                    <a:pt x="4674" y="10363"/>
                    <a:pt x="4684" y="10509"/>
                    <a:pt x="4684" y="10650"/>
                  </a:cubicBezTo>
                  <a:lnTo>
                    <a:pt x="4684" y="11114"/>
                  </a:lnTo>
                  <a:cubicBezTo>
                    <a:pt x="4684" y="11271"/>
                    <a:pt x="4684" y="11428"/>
                    <a:pt x="4684" y="11584"/>
                  </a:cubicBezTo>
                  <a:cubicBezTo>
                    <a:pt x="4684" y="11741"/>
                    <a:pt x="4674" y="11903"/>
                    <a:pt x="4695" y="12060"/>
                  </a:cubicBezTo>
                  <a:cubicBezTo>
                    <a:pt x="4701" y="12097"/>
                    <a:pt x="4755" y="12097"/>
                    <a:pt x="4760" y="12060"/>
                  </a:cubicBezTo>
                  <a:cubicBezTo>
                    <a:pt x="4776" y="11919"/>
                    <a:pt x="4765" y="11773"/>
                    <a:pt x="4765" y="11627"/>
                  </a:cubicBezTo>
                  <a:cubicBezTo>
                    <a:pt x="4765" y="11471"/>
                    <a:pt x="4765" y="11319"/>
                    <a:pt x="4765" y="11163"/>
                  </a:cubicBezTo>
                  <a:lnTo>
                    <a:pt x="4765" y="10693"/>
                  </a:lnTo>
                  <a:cubicBezTo>
                    <a:pt x="4765" y="10541"/>
                    <a:pt x="4782" y="10379"/>
                    <a:pt x="4755" y="10223"/>
                  </a:cubicBezTo>
                  <a:cubicBezTo>
                    <a:pt x="4749" y="10190"/>
                    <a:pt x="4701" y="10190"/>
                    <a:pt x="4695" y="10223"/>
                  </a:cubicBezTo>
                  <a:lnTo>
                    <a:pt x="4695" y="10223"/>
                  </a:lnTo>
                  <a:close/>
                  <a:moveTo>
                    <a:pt x="4355" y="10298"/>
                  </a:moveTo>
                  <a:cubicBezTo>
                    <a:pt x="4333" y="10628"/>
                    <a:pt x="4344" y="10952"/>
                    <a:pt x="4344" y="11282"/>
                  </a:cubicBezTo>
                  <a:cubicBezTo>
                    <a:pt x="4344" y="11433"/>
                    <a:pt x="4339" y="11590"/>
                    <a:pt x="4339" y="11746"/>
                  </a:cubicBezTo>
                  <a:cubicBezTo>
                    <a:pt x="4339" y="11903"/>
                    <a:pt x="4328" y="12060"/>
                    <a:pt x="4349" y="12216"/>
                  </a:cubicBezTo>
                  <a:cubicBezTo>
                    <a:pt x="4355" y="12260"/>
                    <a:pt x="4409" y="12260"/>
                    <a:pt x="4414" y="12216"/>
                  </a:cubicBezTo>
                  <a:cubicBezTo>
                    <a:pt x="4431" y="12076"/>
                    <a:pt x="4420" y="11935"/>
                    <a:pt x="4420" y="11795"/>
                  </a:cubicBezTo>
                  <a:cubicBezTo>
                    <a:pt x="4420" y="11622"/>
                    <a:pt x="4420" y="11449"/>
                    <a:pt x="4420" y="11282"/>
                  </a:cubicBezTo>
                  <a:cubicBezTo>
                    <a:pt x="4420" y="10952"/>
                    <a:pt x="4425" y="10628"/>
                    <a:pt x="4409" y="10298"/>
                  </a:cubicBezTo>
                  <a:cubicBezTo>
                    <a:pt x="4404" y="10261"/>
                    <a:pt x="4355" y="10261"/>
                    <a:pt x="4355" y="10298"/>
                  </a:cubicBezTo>
                  <a:lnTo>
                    <a:pt x="4355" y="10298"/>
                  </a:lnTo>
                  <a:close/>
                  <a:moveTo>
                    <a:pt x="3831" y="10282"/>
                  </a:moveTo>
                  <a:cubicBezTo>
                    <a:pt x="3809" y="10433"/>
                    <a:pt x="3825" y="10595"/>
                    <a:pt x="3825" y="10752"/>
                  </a:cubicBezTo>
                  <a:lnTo>
                    <a:pt x="3825" y="11314"/>
                  </a:lnTo>
                  <a:cubicBezTo>
                    <a:pt x="3825" y="11692"/>
                    <a:pt x="3798" y="12070"/>
                    <a:pt x="3831" y="12443"/>
                  </a:cubicBezTo>
                  <a:cubicBezTo>
                    <a:pt x="3831" y="12492"/>
                    <a:pt x="3890" y="12492"/>
                    <a:pt x="3896" y="12443"/>
                  </a:cubicBezTo>
                  <a:cubicBezTo>
                    <a:pt x="3923" y="12087"/>
                    <a:pt x="3896" y="11725"/>
                    <a:pt x="3896" y="11363"/>
                  </a:cubicBezTo>
                  <a:lnTo>
                    <a:pt x="3896" y="10801"/>
                  </a:lnTo>
                  <a:cubicBezTo>
                    <a:pt x="3896" y="10628"/>
                    <a:pt x="3912" y="10450"/>
                    <a:pt x="3890" y="10282"/>
                  </a:cubicBezTo>
                  <a:cubicBezTo>
                    <a:pt x="3885" y="10244"/>
                    <a:pt x="3836" y="10244"/>
                    <a:pt x="3831" y="10282"/>
                  </a:cubicBezTo>
                  <a:lnTo>
                    <a:pt x="3831" y="10282"/>
                  </a:lnTo>
                  <a:close/>
                  <a:moveTo>
                    <a:pt x="3409" y="11109"/>
                  </a:moveTo>
                  <a:cubicBezTo>
                    <a:pt x="3415" y="11076"/>
                    <a:pt x="3458" y="11076"/>
                    <a:pt x="3463" y="11109"/>
                  </a:cubicBezTo>
                  <a:cubicBezTo>
                    <a:pt x="3474" y="11282"/>
                    <a:pt x="3474" y="11449"/>
                    <a:pt x="3474" y="11617"/>
                  </a:cubicBezTo>
                  <a:cubicBezTo>
                    <a:pt x="3474" y="11773"/>
                    <a:pt x="3480" y="11925"/>
                    <a:pt x="3469" y="12081"/>
                  </a:cubicBezTo>
                  <a:cubicBezTo>
                    <a:pt x="3463" y="12124"/>
                    <a:pt x="3409" y="12124"/>
                    <a:pt x="3404" y="12081"/>
                  </a:cubicBezTo>
                  <a:cubicBezTo>
                    <a:pt x="3388" y="11908"/>
                    <a:pt x="3399" y="11741"/>
                    <a:pt x="3399" y="11573"/>
                  </a:cubicBezTo>
                  <a:cubicBezTo>
                    <a:pt x="3399" y="11417"/>
                    <a:pt x="3399" y="11265"/>
                    <a:pt x="3409" y="11109"/>
                  </a:cubicBezTo>
                  <a:lnTo>
                    <a:pt x="3409" y="11109"/>
                  </a:lnTo>
                  <a:close/>
                  <a:moveTo>
                    <a:pt x="2783" y="10477"/>
                  </a:moveTo>
                  <a:cubicBezTo>
                    <a:pt x="2788" y="10439"/>
                    <a:pt x="2831" y="10439"/>
                    <a:pt x="2837" y="10477"/>
                  </a:cubicBezTo>
                  <a:cubicBezTo>
                    <a:pt x="2864" y="10785"/>
                    <a:pt x="2848" y="11103"/>
                    <a:pt x="2848" y="11417"/>
                  </a:cubicBezTo>
                  <a:lnTo>
                    <a:pt x="2848" y="11887"/>
                  </a:lnTo>
                  <a:cubicBezTo>
                    <a:pt x="2848" y="12027"/>
                    <a:pt x="2853" y="12173"/>
                    <a:pt x="2837" y="12314"/>
                  </a:cubicBezTo>
                  <a:cubicBezTo>
                    <a:pt x="2837" y="12351"/>
                    <a:pt x="2783" y="12351"/>
                    <a:pt x="2777" y="12314"/>
                  </a:cubicBezTo>
                  <a:cubicBezTo>
                    <a:pt x="2761" y="12173"/>
                    <a:pt x="2772" y="12027"/>
                    <a:pt x="2772" y="11887"/>
                  </a:cubicBezTo>
                  <a:lnTo>
                    <a:pt x="2772" y="11417"/>
                  </a:lnTo>
                  <a:cubicBezTo>
                    <a:pt x="2772" y="11103"/>
                    <a:pt x="2750" y="10785"/>
                    <a:pt x="2783" y="10477"/>
                  </a:cubicBezTo>
                  <a:close/>
                  <a:moveTo>
                    <a:pt x="5203" y="12330"/>
                  </a:moveTo>
                  <a:cubicBezTo>
                    <a:pt x="5203" y="12265"/>
                    <a:pt x="5187" y="12200"/>
                    <a:pt x="5171" y="12141"/>
                  </a:cubicBezTo>
                  <a:cubicBezTo>
                    <a:pt x="5154" y="12103"/>
                    <a:pt x="5106" y="12119"/>
                    <a:pt x="5106" y="12157"/>
                  </a:cubicBezTo>
                  <a:cubicBezTo>
                    <a:pt x="5111" y="12216"/>
                    <a:pt x="5122" y="12270"/>
                    <a:pt x="5122" y="12330"/>
                  </a:cubicBezTo>
                  <a:cubicBezTo>
                    <a:pt x="5117" y="12341"/>
                    <a:pt x="5111" y="12362"/>
                    <a:pt x="5117" y="12373"/>
                  </a:cubicBezTo>
                  <a:cubicBezTo>
                    <a:pt x="5100" y="12454"/>
                    <a:pt x="5046" y="12524"/>
                    <a:pt x="4998" y="12584"/>
                  </a:cubicBezTo>
                  <a:cubicBezTo>
                    <a:pt x="4895" y="12703"/>
                    <a:pt x="4765" y="12751"/>
                    <a:pt x="4625" y="12800"/>
                  </a:cubicBezTo>
                  <a:cubicBezTo>
                    <a:pt x="4495" y="12843"/>
                    <a:pt x="4366" y="12870"/>
                    <a:pt x="4231" y="12892"/>
                  </a:cubicBezTo>
                  <a:cubicBezTo>
                    <a:pt x="4101" y="12908"/>
                    <a:pt x="3971" y="12913"/>
                    <a:pt x="3852" y="12973"/>
                  </a:cubicBezTo>
                  <a:cubicBezTo>
                    <a:pt x="3809" y="12994"/>
                    <a:pt x="3831" y="13070"/>
                    <a:pt x="3874" y="13059"/>
                  </a:cubicBezTo>
                  <a:cubicBezTo>
                    <a:pt x="4187" y="12994"/>
                    <a:pt x="4506" y="12962"/>
                    <a:pt x="4798" y="12816"/>
                  </a:cubicBezTo>
                  <a:cubicBezTo>
                    <a:pt x="4938" y="12751"/>
                    <a:pt x="5041" y="12654"/>
                    <a:pt x="5138" y="12524"/>
                  </a:cubicBezTo>
                  <a:cubicBezTo>
                    <a:pt x="5160" y="12497"/>
                    <a:pt x="5176" y="12470"/>
                    <a:pt x="5187" y="12438"/>
                  </a:cubicBezTo>
                  <a:cubicBezTo>
                    <a:pt x="5284" y="12540"/>
                    <a:pt x="5311" y="12740"/>
                    <a:pt x="5284" y="12881"/>
                  </a:cubicBezTo>
                  <a:cubicBezTo>
                    <a:pt x="5246" y="13038"/>
                    <a:pt x="5127" y="13156"/>
                    <a:pt x="5009" y="13248"/>
                  </a:cubicBezTo>
                  <a:cubicBezTo>
                    <a:pt x="4928" y="13313"/>
                    <a:pt x="4841" y="13367"/>
                    <a:pt x="4749" y="13410"/>
                  </a:cubicBezTo>
                  <a:cubicBezTo>
                    <a:pt x="4593" y="13486"/>
                    <a:pt x="4414" y="13535"/>
                    <a:pt x="4236" y="13529"/>
                  </a:cubicBezTo>
                  <a:cubicBezTo>
                    <a:pt x="4204" y="13524"/>
                    <a:pt x="4198" y="13583"/>
                    <a:pt x="4236" y="13589"/>
                  </a:cubicBezTo>
                  <a:cubicBezTo>
                    <a:pt x="4549" y="13632"/>
                    <a:pt x="4922" y="13475"/>
                    <a:pt x="5154" y="13243"/>
                  </a:cubicBezTo>
                  <a:cubicBezTo>
                    <a:pt x="5273" y="13124"/>
                    <a:pt x="5365" y="12978"/>
                    <a:pt x="5376" y="12794"/>
                  </a:cubicBezTo>
                  <a:cubicBezTo>
                    <a:pt x="5387" y="12665"/>
                    <a:pt x="5327" y="12395"/>
                    <a:pt x="5203" y="12330"/>
                  </a:cubicBezTo>
                  <a:lnTo>
                    <a:pt x="5203" y="12330"/>
                  </a:lnTo>
                  <a:close/>
                  <a:moveTo>
                    <a:pt x="2696" y="13659"/>
                  </a:moveTo>
                  <a:cubicBezTo>
                    <a:pt x="2669" y="13653"/>
                    <a:pt x="2675" y="13599"/>
                    <a:pt x="2707" y="13599"/>
                  </a:cubicBezTo>
                  <a:cubicBezTo>
                    <a:pt x="2880" y="13616"/>
                    <a:pt x="3058" y="13621"/>
                    <a:pt x="3237" y="13616"/>
                  </a:cubicBezTo>
                  <a:cubicBezTo>
                    <a:pt x="3415" y="13610"/>
                    <a:pt x="3588" y="13562"/>
                    <a:pt x="3766" y="13562"/>
                  </a:cubicBezTo>
                  <a:cubicBezTo>
                    <a:pt x="3798" y="13562"/>
                    <a:pt x="3809" y="13616"/>
                    <a:pt x="3777" y="13626"/>
                  </a:cubicBezTo>
                  <a:cubicBezTo>
                    <a:pt x="3609" y="13697"/>
                    <a:pt x="3415" y="13697"/>
                    <a:pt x="3237" y="13697"/>
                  </a:cubicBezTo>
                  <a:cubicBezTo>
                    <a:pt x="3053" y="13702"/>
                    <a:pt x="2875" y="13691"/>
                    <a:pt x="2696" y="13659"/>
                  </a:cubicBezTo>
                  <a:close/>
                  <a:moveTo>
                    <a:pt x="1335" y="12265"/>
                  </a:moveTo>
                  <a:cubicBezTo>
                    <a:pt x="1335" y="12249"/>
                    <a:pt x="1335" y="12238"/>
                    <a:pt x="1335" y="12222"/>
                  </a:cubicBezTo>
                  <a:cubicBezTo>
                    <a:pt x="1340" y="12168"/>
                    <a:pt x="1405" y="12157"/>
                    <a:pt x="1416" y="12211"/>
                  </a:cubicBezTo>
                  <a:cubicBezTo>
                    <a:pt x="1475" y="12670"/>
                    <a:pt x="1940" y="12708"/>
                    <a:pt x="2248" y="12843"/>
                  </a:cubicBezTo>
                  <a:cubicBezTo>
                    <a:pt x="2280" y="12859"/>
                    <a:pt x="2264" y="12913"/>
                    <a:pt x="2232" y="12902"/>
                  </a:cubicBezTo>
                  <a:cubicBezTo>
                    <a:pt x="2037" y="12838"/>
                    <a:pt x="1843" y="12800"/>
                    <a:pt x="1659" y="12697"/>
                  </a:cubicBezTo>
                  <a:cubicBezTo>
                    <a:pt x="1535" y="12622"/>
                    <a:pt x="1405" y="12513"/>
                    <a:pt x="1356" y="12362"/>
                  </a:cubicBezTo>
                  <a:cubicBezTo>
                    <a:pt x="1281" y="12454"/>
                    <a:pt x="1232" y="12546"/>
                    <a:pt x="1232" y="12681"/>
                  </a:cubicBezTo>
                  <a:cubicBezTo>
                    <a:pt x="1232" y="12832"/>
                    <a:pt x="1281" y="12967"/>
                    <a:pt x="1373" y="13075"/>
                  </a:cubicBezTo>
                  <a:cubicBezTo>
                    <a:pt x="1481" y="13200"/>
                    <a:pt x="1605" y="13291"/>
                    <a:pt x="1751" y="13351"/>
                  </a:cubicBezTo>
                  <a:cubicBezTo>
                    <a:pt x="1880" y="13399"/>
                    <a:pt x="2021" y="13421"/>
                    <a:pt x="2151" y="13475"/>
                  </a:cubicBezTo>
                  <a:cubicBezTo>
                    <a:pt x="2188" y="13491"/>
                    <a:pt x="2172" y="13556"/>
                    <a:pt x="2134" y="13545"/>
                  </a:cubicBezTo>
                  <a:cubicBezTo>
                    <a:pt x="1951" y="13508"/>
                    <a:pt x="1778" y="13481"/>
                    <a:pt x="1610" y="13389"/>
                  </a:cubicBezTo>
                  <a:cubicBezTo>
                    <a:pt x="1459" y="13308"/>
                    <a:pt x="1308" y="13183"/>
                    <a:pt x="1221" y="13016"/>
                  </a:cubicBezTo>
                  <a:cubicBezTo>
                    <a:pt x="1119" y="12816"/>
                    <a:pt x="1108" y="12373"/>
                    <a:pt x="1335" y="12265"/>
                  </a:cubicBezTo>
                  <a:lnTo>
                    <a:pt x="1335" y="12265"/>
                  </a:lnTo>
                  <a:close/>
                  <a:moveTo>
                    <a:pt x="2475" y="12622"/>
                  </a:moveTo>
                  <a:cubicBezTo>
                    <a:pt x="2442" y="12616"/>
                    <a:pt x="2448" y="12562"/>
                    <a:pt x="2480" y="12567"/>
                  </a:cubicBezTo>
                  <a:cubicBezTo>
                    <a:pt x="2540" y="12567"/>
                    <a:pt x="2604" y="12557"/>
                    <a:pt x="2658" y="12600"/>
                  </a:cubicBezTo>
                  <a:cubicBezTo>
                    <a:pt x="2680" y="12616"/>
                    <a:pt x="2669" y="12659"/>
                    <a:pt x="2642" y="12659"/>
                  </a:cubicBezTo>
                  <a:cubicBezTo>
                    <a:pt x="2610" y="12665"/>
                    <a:pt x="2583" y="12654"/>
                    <a:pt x="2550" y="12643"/>
                  </a:cubicBezTo>
                  <a:cubicBezTo>
                    <a:pt x="2523" y="12638"/>
                    <a:pt x="2502" y="12632"/>
                    <a:pt x="2475" y="12627"/>
                  </a:cubicBezTo>
                  <a:lnTo>
                    <a:pt x="2475" y="12627"/>
                  </a:lnTo>
                  <a:close/>
                  <a:moveTo>
                    <a:pt x="2259" y="12524"/>
                  </a:moveTo>
                  <a:cubicBezTo>
                    <a:pt x="2291" y="12530"/>
                    <a:pt x="2286" y="12584"/>
                    <a:pt x="2253" y="12589"/>
                  </a:cubicBezTo>
                  <a:cubicBezTo>
                    <a:pt x="2021" y="12594"/>
                    <a:pt x="1767" y="12481"/>
                    <a:pt x="1594" y="12314"/>
                  </a:cubicBezTo>
                  <a:cubicBezTo>
                    <a:pt x="1551" y="12270"/>
                    <a:pt x="1508" y="12222"/>
                    <a:pt x="1475" y="12173"/>
                  </a:cubicBezTo>
                  <a:cubicBezTo>
                    <a:pt x="1416" y="12081"/>
                    <a:pt x="1373" y="11957"/>
                    <a:pt x="1464" y="11876"/>
                  </a:cubicBezTo>
                  <a:cubicBezTo>
                    <a:pt x="1497" y="11854"/>
                    <a:pt x="1529" y="11892"/>
                    <a:pt x="1518" y="11925"/>
                  </a:cubicBezTo>
                  <a:cubicBezTo>
                    <a:pt x="1486" y="12022"/>
                    <a:pt x="1508" y="12081"/>
                    <a:pt x="1567" y="12157"/>
                  </a:cubicBezTo>
                  <a:cubicBezTo>
                    <a:pt x="1616" y="12216"/>
                    <a:pt x="1675" y="12270"/>
                    <a:pt x="1735" y="12314"/>
                  </a:cubicBezTo>
                  <a:cubicBezTo>
                    <a:pt x="1891" y="12432"/>
                    <a:pt x="2075" y="12492"/>
                    <a:pt x="2259" y="12524"/>
                  </a:cubicBezTo>
                  <a:lnTo>
                    <a:pt x="2259" y="12524"/>
                  </a:lnTo>
                  <a:close/>
                  <a:moveTo>
                    <a:pt x="4711" y="6192"/>
                  </a:moveTo>
                  <a:cubicBezTo>
                    <a:pt x="4695" y="6111"/>
                    <a:pt x="4803" y="6111"/>
                    <a:pt x="4792" y="6192"/>
                  </a:cubicBezTo>
                  <a:cubicBezTo>
                    <a:pt x="4771" y="6338"/>
                    <a:pt x="4792" y="6500"/>
                    <a:pt x="4792" y="6651"/>
                  </a:cubicBezTo>
                  <a:cubicBezTo>
                    <a:pt x="4792" y="6776"/>
                    <a:pt x="4792" y="6900"/>
                    <a:pt x="4792" y="7030"/>
                  </a:cubicBezTo>
                  <a:cubicBezTo>
                    <a:pt x="4792" y="7278"/>
                    <a:pt x="4792" y="7532"/>
                    <a:pt x="4792" y="7781"/>
                  </a:cubicBezTo>
                  <a:cubicBezTo>
                    <a:pt x="4792" y="8289"/>
                    <a:pt x="4803" y="8791"/>
                    <a:pt x="4787" y="9293"/>
                  </a:cubicBezTo>
                  <a:cubicBezTo>
                    <a:pt x="4782" y="9342"/>
                    <a:pt x="4717" y="9342"/>
                    <a:pt x="4717" y="9293"/>
                  </a:cubicBezTo>
                  <a:cubicBezTo>
                    <a:pt x="4701" y="8775"/>
                    <a:pt x="4711" y="8256"/>
                    <a:pt x="4711" y="7737"/>
                  </a:cubicBezTo>
                  <a:lnTo>
                    <a:pt x="4711" y="6981"/>
                  </a:lnTo>
                  <a:cubicBezTo>
                    <a:pt x="4711" y="6857"/>
                    <a:pt x="4711" y="6727"/>
                    <a:pt x="4711" y="6603"/>
                  </a:cubicBezTo>
                  <a:cubicBezTo>
                    <a:pt x="4711" y="6468"/>
                    <a:pt x="4728" y="6322"/>
                    <a:pt x="4711" y="6192"/>
                  </a:cubicBezTo>
                  <a:lnTo>
                    <a:pt x="4711" y="6192"/>
                  </a:lnTo>
                  <a:close/>
                  <a:moveTo>
                    <a:pt x="4349" y="6014"/>
                  </a:moveTo>
                  <a:cubicBezTo>
                    <a:pt x="4355" y="5976"/>
                    <a:pt x="4404" y="5976"/>
                    <a:pt x="4409" y="6014"/>
                  </a:cubicBezTo>
                  <a:cubicBezTo>
                    <a:pt x="4441" y="6263"/>
                    <a:pt x="4425" y="6522"/>
                    <a:pt x="4425" y="6776"/>
                  </a:cubicBezTo>
                  <a:lnTo>
                    <a:pt x="4425" y="7527"/>
                  </a:lnTo>
                  <a:cubicBezTo>
                    <a:pt x="4425" y="8051"/>
                    <a:pt x="4441" y="8569"/>
                    <a:pt x="4414" y="9088"/>
                  </a:cubicBezTo>
                  <a:cubicBezTo>
                    <a:pt x="4414" y="9137"/>
                    <a:pt x="4349" y="9137"/>
                    <a:pt x="4344" y="9088"/>
                  </a:cubicBezTo>
                  <a:cubicBezTo>
                    <a:pt x="4317" y="8569"/>
                    <a:pt x="4339" y="8051"/>
                    <a:pt x="4339" y="7527"/>
                  </a:cubicBezTo>
                  <a:lnTo>
                    <a:pt x="4339" y="6727"/>
                  </a:lnTo>
                  <a:cubicBezTo>
                    <a:pt x="4339" y="6489"/>
                    <a:pt x="4322" y="6246"/>
                    <a:pt x="4349" y="6014"/>
                  </a:cubicBezTo>
                  <a:close/>
                  <a:moveTo>
                    <a:pt x="3863" y="5998"/>
                  </a:moveTo>
                  <a:cubicBezTo>
                    <a:pt x="3869" y="5960"/>
                    <a:pt x="3917" y="5960"/>
                    <a:pt x="3923" y="5998"/>
                  </a:cubicBezTo>
                  <a:cubicBezTo>
                    <a:pt x="3955" y="6284"/>
                    <a:pt x="3933" y="6570"/>
                    <a:pt x="3933" y="6851"/>
                  </a:cubicBezTo>
                  <a:cubicBezTo>
                    <a:pt x="3933" y="7149"/>
                    <a:pt x="3939" y="7451"/>
                    <a:pt x="3939" y="7748"/>
                  </a:cubicBezTo>
                  <a:cubicBezTo>
                    <a:pt x="3939" y="8321"/>
                    <a:pt x="3955" y="8888"/>
                    <a:pt x="3928" y="9461"/>
                  </a:cubicBezTo>
                  <a:cubicBezTo>
                    <a:pt x="3923" y="9510"/>
                    <a:pt x="3863" y="9510"/>
                    <a:pt x="3863" y="9461"/>
                  </a:cubicBezTo>
                  <a:cubicBezTo>
                    <a:pt x="3831" y="8872"/>
                    <a:pt x="3847" y="8289"/>
                    <a:pt x="3852" y="7700"/>
                  </a:cubicBezTo>
                  <a:cubicBezTo>
                    <a:pt x="3852" y="7402"/>
                    <a:pt x="3852" y="7105"/>
                    <a:pt x="3852" y="6808"/>
                  </a:cubicBezTo>
                  <a:cubicBezTo>
                    <a:pt x="3852" y="6538"/>
                    <a:pt x="3836" y="6268"/>
                    <a:pt x="3863" y="5998"/>
                  </a:cubicBezTo>
                  <a:lnTo>
                    <a:pt x="3863" y="5998"/>
                  </a:lnTo>
                  <a:close/>
                  <a:moveTo>
                    <a:pt x="3393" y="6117"/>
                  </a:moveTo>
                  <a:cubicBezTo>
                    <a:pt x="3399" y="6073"/>
                    <a:pt x="3453" y="6073"/>
                    <a:pt x="3453" y="6117"/>
                  </a:cubicBezTo>
                  <a:cubicBezTo>
                    <a:pt x="3480" y="6446"/>
                    <a:pt x="3469" y="6787"/>
                    <a:pt x="3469" y="7122"/>
                  </a:cubicBezTo>
                  <a:cubicBezTo>
                    <a:pt x="3469" y="7451"/>
                    <a:pt x="3469" y="7786"/>
                    <a:pt x="3469" y="8121"/>
                  </a:cubicBezTo>
                  <a:cubicBezTo>
                    <a:pt x="3469" y="8759"/>
                    <a:pt x="3480" y="9396"/>
                    <a:pt x="3458" y="10034"/>
                  </a:cubicBezTo>
                  <a:cubicBezTo>
                    <a:pt x="3453" y="10082"/>
                    <a:pt x="3393" y="10082"/>
                    <a:pt x="3393" y="10034"/>
                  </a:cubicBezTo>
                  <a:cubicBezTo>
                    <a:pt x="3366" y="9380"/>
                    <a:pt x="3377" y="8726"/>
                    <a:pt x="3377" y="8072"/>
                  </a:cubicBezTo>
                  <a:cubicBezTo>
                    <a:pt x="3377" y="7737"/>
                    <a:pt x="3377" y="7408"/>
                    <a:pt x="3377" y="7073"/>
                  </a:cubicBezTo>
                  <a:cubicBezTo>
                    <a:pt x="3377" y="6754"/>
                    <a:pt x="3366" y="6430"/>
                    <a:pt x="3393" y="6111"/>
                  </a:cubicBezTo>
                  <a:lnTo>
                    <a:pt x="3393" y="6111"/>
                  </a:lnTo>
                  <a:close/>
                  <a:moveTo>
                    <a:pt x="2777" y="6095"/>
                  </a:moveTo>
                  <a:cubicBezTo>
                    <a:pt x="2783" y="6063"/>
                    <a:pt x="2826" y="6063"/>
                    <a:pt x="2831" y="6095"/>
                  </a:cubicBezTo>
                  <a:cubicBezTo>
                    <a:pt x="2848" y="6219"/>
                    <a:pt x="2842" y="6349"/>
                    <a:pt x="2842" y="6479"/>
                  </a:cubicBezTo>
                  <a:cubicBezTo>
                    <a:pt x="2842" y="6619"/>
                    <a:pt x="2842" y="6760"/>
                    <a:pt x="2842" y="6900"/>
                  </a:cubicBezTo>
                  <a:cubicBezTo>
                    <a:pt x="2842" y="7186"/>
                    <a:pt x="2842" y="7467"/>
                    <a:pt x="2848" y="7748"/>
                  </a:cubicBezTo>
                  <a:cubicBezTo>
                    <a:pt x="2848" y="8299"/>
                    <a:pt x="2864" y="8856"/>
                    <a:pt x="2837" y="9407"/>
                  </a:cubicBezTo>
                  <a:cubicBezTo>
                    <a:pt x="2837" y="9456"/>
                    <a:pt x="2772" y="9456"/>
                    <a:pt x="2772" y="9407"/>
                  </a:cubicBezTo>
                  <a:cubicBezTo>
                    <a:pt x="2745" y="8856"/>
                    <a:pt x="2761" y="8299"/>
                    <a:pt x="2761" y="7748"/>
                  </a:cubicBezTo>
                  <a:cubicBezTo>
                    <a:pt x="2761" y="7467"/>
                    <a:pt x="2761" y="7186"/>
                    <a:pt x="2761" y="6900"/>
                  </a:cubicBezTo>
                  <a:cubicBezTo>
                    <a:pt x="2761" y="6760"/>
                    <a:pt x="2761" y="6619"/>
                    <a:pt x="2761" y="6479"/>
                  </a:cubicBezTo>
                  <a:cubicBezTo>
                    <a:pt x="2761" y="6349"/>
                    <a:pt x="2756" y="6219"/>
                    <a:pt x="2777" y="6095"/>
                  </a:cubicBezTo>
                  <a:close/>
                  <a:moveTo>
                    <a:pt x="2302" y="5933"/>
                  </a:moveTo>
                  <a:cubicBezTo>
                    <a:pt x="2302" y="5895"/>
                    <a:pt x="2350" y="5895"/>
                    <a:pt x="2356" y="5933"/>
                  </a:cubicBezTo>
                  <a:cubicBezTo>
                    <a:pt x="2394" y="6419"/>
                    <a:pt x="2367" y="6905"/>
                    <a:pt x="2367" y="7392"/>
                  </a:cubicBezTo>
                  <a:cubicBezTo>
                    <a:pt x="2367" y="7883"/>
                    <a:pt x="2377" y="8370"/>
                    <a:pt x="2361" y="8856"/>
                  </a:cubicBezTo>
                  <a:cubicBezTo>
                    <a:pt x="2356" y="8904"/>
                    <a:pt x="2296" y="8904"/>
                    <a:pt x="2296" y="8856"/>
                  </a:cubicBezTo>
                  <a:cubicBezTo>
                    <a:pt x="2275" y="8370"/>
                    <a:pt x="2286" y="7883"/>
                    <a:pt x="2286" y="7392"/>
                  </a:cubicBezTo>
                  <a:cubicBezTo>
                    <a:pt x="2286" y="6905"/>
                    <a:pt x="2264" y="6419"/>
                    <a:pt x="2296" y="5933"/>
                  </a:cubicBezTo>
                  <a:lnTo>
                    <a:pt x="2296" y="5933"/>
                  </a:lnTo>
                  <a:close/>
                  <a:moveTo>
                    <a:pt x="1891" y="5668"/>
                  </a:moveTo>
                  <a:cubicBezTo>
                    <a:pt x="1891" y="5625"/>
                    <a:pt x="1945" y="5625"/>
                    <a:pt x="1951" y="5668"/>
                  </a:cubicBezTo>
                  <a:cubicBezTo>
                    <a:pt x="1972" y="5917"/>
                    <a:pt x="1961" y="6171"/>
                    <a:pt x="1961" y="6419"/>
                  </a:cubicBezTo>
                  <a:cubicBezTo>
                    <a:pt x="1961" y="6651"/>
                    <a:pt x="1961" y="6884"/>
                    <a:pt x="1961" y="7122"/>
                  </a:cubicBezTo>
                  <a:cubicBezTo>
                    <a:pt x="1961" y="7602"/>
                    <a:pt x="1967" y="8083"/>
                    <a:pt x="1951" y="8569"/>
                  </a:cubicBezTo>
                  <a:cubicBezTo>
                    <a:pt x="1951" y="8613"/>
                    <a:pt x="1891" y="8613"/>
                    <a:pt x="1891" y="8569"/>
                  </a:cubicBezTo>
                  <a:cubicBezTo>
                    <a:pt x="1875" y="8083"/>
                    <a:pt x="1880" y="7602"/>
                    <a:pt x="1880" y="7122"/>
                  </a:cubicBezTo>
                  <a:cubicBezTo>
                    <a:pt x="1880" y="6868"/>
                    <a:pt x="1880" y="6619"/>
                    <a:pt x="1880" y="6371"/>
                  </a:cubicBezTo>
                  <a:cubicBezTo>
                    <a:pt x="1880" y="6138"/>
                    <a:pt x="1870" y="5901"/>
                    <a:pt x="1891" y="5668"/>
                  </a:cubicBezTo>
                  <a:close/>
                  <a:moveTo>
                    <a:pt x="1762" y="5371"/>
                  </a:moveTo>
                  <a:cubicBezTo>
                    <a:pt x="1794" y="5328"/>
                    <a:pt x="1826" y="5349"/>
                    <a:pt x="1859" y="5382"/>
                  </a:cubicBezTo>
                  <a:cubicBezTo>
                    <a:pt x="1891" y="5414"/>
                    <a:pt x="1907" y="5468"/>
                    <a:pt x="1934" y="5501"/>
                  </a:cubicBezTo>
                  <a:cubicBezTo>
                    <a:pt x="1956" y="5528"/>
                    <a:pt x="1988" y="5512"/>
                    <a:pt x="1988" y="5479"/>
                  </a:cubicBezTo>
                  <a:cubicBezTo>
                    <a:pt x="1988" y="5409"/>
                    <a:pt x="1929" y="5333"/>
                    <a:pt x="1875" y="5295"/>
                  </a:cubicBezTo>
                  <a:cubicBezTo>
                    <a:pt x="1821" y="5252"/>
                    <a:pt x="1756" y="5268"/>
                    <a:pt x="1718" y="5333"/>
                  </a:cubicBezTo>
                  <a:cubicBezTo>
                    <a:pt x="1697" y="5366"/>
                    <a:pt x="1740" y="5403"/>
                    <a:pt x="1762" y="5371"/>
                  </a:cubicBezTo>
                  <a:lnTo>
                    <a:pt x="1762" y="5371"/>
                  </a:lnTo>
                  <a:close/>
                  <a:moveTo>
                    <a:pt x="2340" y="5528"/>
                  </a:moveTo>
                  <a:cubicBezTo>
                    <a:pt x="2356" y="5566"/>
                    <a:pt x="2307" y="5598"/>
                    <a:pt x="2291" y="5560"/>
                  </a:cubicBezTo>
                  <a:cubicBezTo>
                    <a:pt x="2269" y="5512"/>
                    <a:pt x="2226" y="5468"/>
                    <a:pt x="2183" y="5457"/>
                  </a:cubicBezTo>
                  <a:cubicBezTo>
                    <a:pt x="2140" y="5441"/>
                    <a:pt x="2113" y="5463"/>
                    <a:pt x="2075" y="5479"/>
                  </a:cubicBezTo>
                  <a:cubicBezTo>
                    <a:pt x="2048" y="5495"/>
                    <a:pt x="2026" y="5463"/>
                    <a:pt x="2037" y="5430"/>
                  </a:cubicBezTo>
                  <a:cubicBezTo>
                    <a:pt x="2064" y="5360"/>
                    <a:pt x="2145" y="5349"/>
                    <a:pt x="2205" y="5376"/>
                  </a:cubicBezTo>
                  <a:cubicBezTo>
                    <a:pt x="2269" y="5403"/>
                    <a:pt x="2313" y="5457"/>
                    <a:pt x="2340" y="5528"/>
                  </a:cubicBezTo>
                  <a:close/>
                  <a:moveTo>
                    <a:pt x="2793" y="5549"/>
                  </a:moveTo>
                  <a:cubicBezTo>
                    <a:pt x="2821" y="5576"/>
                    <a:pt x="2788" y="5625"/>
                    <a:pt x="2756" y="5603"/>
                  </a:cubicBezTo>
                  <a:cubicBezTo>
                    <a:pt x="2707" y="5571"/>
                    <a:pt x="2648" y="5528"/>
                    <a:pt x="2588" y="5512"/>
                  </a:cubicBezTo>
                  <a:cubicBezTo>
                    <a:pt x="2567" y="5506"/>
                    <a:pt x="2534" y="5495"/>
                    <a:pt x="2513" y="5517"/>
                  </a:cubicBezTo>
                  <a:cubicBezTo>
                    <a:pt x="2480" y="5539"/>
                    <a:pt x="2475" y="5587"/>
                    <a:pt x="2464" y="5620"/>
                  </a:cubicBezTo>
                  <a:cubicBezTo>
                    <a:pt x="2448" y="5657"/>
                    <a:pt x="2399" y="5641"/>
                    <a:pt x="2404" y="5603"/>
                  </a:cubicBezTo>
                  <a:cubicBezTo>
                    <a:pt x="2404" y="5544"/>
                    <a:pt x="2421" y="5479"/>
                    <a:pt x="2475" y="5447"/>
                  </a:cubicBezTo>
                  <a:cubicBezTo>
                    <a:pt x="2567" y="5393"/>
                    <a:pt x="2718" y="5479"/>
                    <a:pt x="2793" y="5549"/>
                  </a:cubicBezTo>
                  <a:lnTo>
                    <a:pt x="2793" y="5549"/>
                  </a:lnTo>
                  <a:close/>
                  <a:moveTo>
                    <a:pt x="3291" y="5560"/>
                  </a:moveTo>
                  <a:cubicBezTo>
                    <a:pt x="3307" y="5571"/>
                    <a:pt x="3301" y="5603"/>
                    <a:pt x="3285" y="5609"/>
                  </a:cubicBezTo>
                  <a:cubicBezTo>
                    <a:pt x="3274" y="5614"/>
                    <a:pt x="3269" y="5614"/>
                    <a:pt x="3258" y="5609"/>
                  </a:cubicBezTo>
                  <a:cubicBezTo>
                    <a:pt x="3204" y="5571"/>
                    <a:pt x="3123" y="5544"/>
                    <a:pt x="3058" y="5566"/>
                  </a:cubicBezTo>
                  <a:cubicBezTo>
                    <a:pt x="3037" y="5576"/>
                    <a:pt x="3015" y="5593"/>
                    <a:pt x="2999" y="5614"/>
                  </a:cubicBezTo>
                  <a:cubicBezTo>
                    <a:pt x="2977" y="5652"/>
                    <a:pt x="2966" y="5722"/>
                    <a:pt x="2961" y="5765"/>
                  </a:cubicBezTo>
                  <a:cubicBezTo>
                    <a:pt x="2956" y="5803"/>
                    <a:pt x="2907" y="5803"/>
                    <a:pt x="2896" y="5765"/>
                  </a:cubicBezTo>
                  <a:cubicBezTo>
                    <a:pt x="2875" y="5663"/>
                    <a:pt x="2929" y="5528"/>
                    <a:pt x="3026" y="5490"/>
                  </a:cubicBezTo>
                  <a:cubicBezTo>
                    <a:pt x="3118" y="5457"/>
                    <a:pt x="3215" y="5490"/>
                    <a:pt x="3291" y="5560"/>
                  </a:cubicBezTo>
                  <a:close/>
                  <a:moveTo>
                    <a:pt x="3766" y="5555"/>
                  </a:moveTo>
                  <a:cubicBezTo>
                    <a:pt x="3793" y="5576"/>
                    <a:pt x="3771" y="5625"/>
                    <a:pt x="3739" y="5614"/>
                  </a:cubicBezTo>
                  <a:cubicBezTo>
                    <a:pt x="3685" y="5587"/>
                    <a:pt x="3620" y="5576"/>
                    <a:pt x="3566" y="5598"/>
                  </a:cubicBezTo>
                  <a:cubicBezTo>
                    <a:pt x="3534" y="5614"/>
                    <a:pt x="3501" y="5636"/>
                    <a:pt x="3485" y="5674"/>
                  </a:cubicBezTo>
                  <a:cubicBezTo>
                    <a:pt x="3469" y="5706"/>
                    <a:pt x="3469" y="5749"/>
                    <a:pt x="3458" y="5782"/>
                  </a:cubicBezTo>
                  <a:cubicBezTo>
                    <a:pt x="3447" y="5819"/>
                    <a:pt x="3409" y="5819"/>
                    <a:pt x="3399" y="5782"/>
                  </a:cubicBezTo>
                  <a:cubicBezTo>
                    <a:pt x="3377" y="5684"/>
                    <a:pt x="3442" y="5571"/>
                    <a:pt x="3517" y="5533"/>
                  </a:cubicBezTo>
                  <a:cubicBezTo>
                    <a:pt x="3604" y="5490"/>
                    <a:pt x="3690" y="5501"/>
                    <a:pt x="3766" y="5560"/>
                  </a:cubicBezTo>
                  <a:lnTo>
                    <a:pt x="3766" y="5560"/>
                  </a:lnTo>
                  <a:close/>
                  <a:moveTo>
                    <a:pt x="4306" y="5609"/>
                  </a:moveTo>
                  <a:cubicBezTo>
                    <a:pt x="4328" y="5641"/>
                    <a:pt x="4290" y="5679"/>
                    <a:pt x="4263" y="5657"/>
                  </a:cubicBezTo>
                  <a:cubicBezTo>
                    <a:pt x="4209" y="5609"/>
                    <a:pt x="4133" y="5571"/>
                    <a:pt x="4063" y="5593"/>
                  </a:cubicBezTo>
                  <a:cubicBezTo>
                    <a:pt x="4031" y="5603"/>
                    <a:pt x="3998" y="5620"/>
                    <a:pt x="3982" y="5652"/>
                  </a:cubicBezTo>
                  <a:cubicBezTo>
                    <a:pt x="3960" y="5695"/>
                    <a:pt x="3960" y="5744"/>
                    <a:pt x="3950" y="5792"/>
                  </a:cubicBezTo>
                  <a:cubicBezTo>
                    <a:pt x="3939" y="5825"/>
                    <a:pt x="3896" y="5825"/>
                    <a:pt x="3885" y="5792"/>
                  </a:cubicBezTo>
                  <a:cubicBezTo>
                    <a:pt x="3858" y="5674"/>
                    <a:pt x="3928" y="5533"/>
                    <a:pt x="4031" y="5506"/>
                  </a:cubicBezTo>
                  <a:cubicBezTo>
                    <a:pt x="4133" y="5479"/>
                    <a:pt x="4241" y="5517"/>
                    <a:pt x="4306" y="5609"/>
                  </a:cubicBezTo>
                  <a:close/>
                  <a:moveTo>
                    <a:pt x="4630" y="5485"/>
                  </a:moveTo>
                  <a:cubicBezTo>
                    <a:pt x="4652" y="5501"/>
                    <a:pt x="4641" y="5544"/>
                    <a:pt x="4614" y="5544"/>
                  </a:cubicBezTo>
                  <a:cubicBezTo>
                    <a:pt x="4566" y="5544"/>
                    <a:pt x="4501" y="5528"/>
                    <a:pt x="4463" y="5576"/>
                  </a:cubicBezTo>
                  <a:cubicBezTo>
                    <a:pt x="4425" y="5625"/>
                    <a:pt x="4425" y="5706"/>
                    <a:pt x="4414" y="5765"/>
                  </a:cubicBezTo>
                  <a:cubicBezTo>
                    <a:pt x="4404" y="5803"/>
                    <a:pt x="4360" y="5803"/>
                    <a:pt x="4355" y="5765"/>
                  </a:cubicBezTo>
                  <a:cubicBezTo>
                    <a:pt x="4333" y="5701"/>
                    <a:pt x="4339" y="5625"/>
                    <a:pt x="4376" y="5566"/>
                  </a:cubicBezTo>
                  <a:cubicBezTo>
                    <a:pt x="4404" y="5512"/>
                    <a:pt x="4452" y="5468"/>
                    <a:pt x="4512" y="5457"/>
                  </a:cubicBezTo>
                  <a:cubicBezTo>
                    <a:pt x="4555" y="5452"/>
                    <a:pt x="4593" y="5457"/>
                    <a:pt x="4630" y="5485"/>
                  </a:cubicBezTo>
                  <a:lnTo>
                    <a:pt x="4630" y="5485"/>
                  </a:lnTo>
                  <a:close/>
                  <a:moveTo>
                    <a:pt x="4847" y="5371"/>
                  </a:moveTo>
                  <a:cubicBezTo>
                    <a:pt x="4874" y="5382"/>
                    <a:pt x="4868" y="5430"/>
                    <a:pt x="4841" y="5430"/>
                  </a:cubicBezTo>
                  <a:cubicBezTo>
                    <a:pt x="4760" y="5425"/>
                    <a:pt x="4755" y="5582"/>
                    <a:pt x="4755" y="5641"/>
                  </a:cubicBezTo>
                  <a:cubicBezTo>
                    <a:pt x="4749" y="5711"/>
                    <a:pt x="4771" y="5787"/>
                    <a:pt x="4755" y="5852"/>
                  </a:cubicBezTo>
                  <a:cubicBezTo>
                    <a:pt x="4749" y="5884"/>
                    <a:pt x="4711" y="5890"/>
                    <a:pt x="4701" y="5863"/>
                  </a:cubicBezTo>
                  <a:cubicBezTo>
                    <a:pt x="4679" y="5819"/>
                    <a:pt x="4684" y="5760"/>
                    <a:pt x="4684" y="5711"/>
                  </a:cubicBezTo>
                  <a:cubicBezTo>
                    <a:pt x="4684" y="5652"/>
                    <a:pt x="4684" y="5587"/>
                    <a:pt x="4695" y="5533"/>
                  </a:cubicBezTo>
                  <a:cubicBezTo>
                    <a:pt x="4711" y="5447"/>
                    <a:pt x="4749" y="5344"/>
                    <a:pt x="4847" y="5371"/>
                  </a:cubicBezTo>
                  <a:lnTo>
                    <a:pt x="4847" y="5371"/>
                  </a:lnTo>
                  <a:close/>
                  <a:moveTo>
                    <a:pt x="3215" y="4950"/>
                  </a:moveTo>
                  <a:cubicBezTo>
                    <a:pt x="3182" y="4939"/>
                    <a:pt x="3199" y="4879"/>
                    <a:pt x="3231" y="4890"/>
                  </a:cubicBezTo>
                  <a:cubicBezTo>
                    <a:pt x="3534" y="4987"/>
                    <a:pt x="3863" y="4966"/>
                    <a:pt x="4177" y="4912"/>
                  </a:cubicBezTo>
                  <a:cubicBezTo>
                    <a:pt x="4447" y="4858"/>
                    <a:pt x="4728" y="4798"/>
                    <a:pt x="4992" y="4690"/>
                  </a:cubicBezTo>
                  <a:cubicBezTo>
                    <a:pt x="5025" y="4680"/>
                    <a:pt x="5052" y="4734"/>
                    <a:pt x="5025" y="4761"/>
                  </a:cubicBezTo>
                  <a:cubicBezTo>
                    <a:pt x="4976" y="4815"/>
                    <a:pt x="4922" y="4831"/>
                    <a:pt x="4857" y="4847"/>
                  </a:cubicBezTo>
                  <a:cubicBezTo>
                    <a:pt x="4776" y="4869"/>
                    <a:pt x="4695" y="4890"/>
                    <a:pt x="4614" y="4912"/>
                  </a:cubicBezTo>
                  <a:cubicBezTo>
                    <a:pt x="4463" y="4955"/>
                    <a:pt x="4306" y="4993"/>
                    <a:pt x="4155" y="5014"/>
                  </a:cubicBezTo>
                  <a:cubicBezTo>
                    <a:pt x="3836" y="5068"/>
                    <a:pt x="3517" y="5074"/>
                    <a:pt x="3215" y="4950"/>
                  </a:cubicBezTo>
                  <a:lnTo>
                    <a:pt x="3215" y="4950"/>
                  </a:lnTo>
                  <a:close/>
                  <a:moveTo>
                    <a:pt x="3058" y="4869"/>
                  </a:moveTo>
                  <a:cubicBezTo>
                    <a:pt x="2826" y="4750"/>
                    <a:pt x="2583" y="4766"/>
                    <a:pt x="2334" y="4744"/>
                  </a:cubicBezTo>
                  <a:cubicBezTo>
                    <a:pt x="2199" y="4734"/>
                    <a:pt x="2064" y="4707"/>
                    <a:pt x="1929" y="4669"/>
                  </a:cubicBezTo>
                  <a:cubicBezTo>
                    <a:pt x="1799" y="4636"/>
                    <a:pt x="1681" y="4582"/>
                    <a:pt x="1545" y="4561"/>
                  </a:cubicBezTo>
                  <a:cubicBezTo>
                    <a:pt x="1497" y="4555"/>
                    <a:pt x="1486" y="4636"/>
                    <a:pt x="1529" y="4658"/>
                  </a:cubicBezTo>
                  <a:cubicBezTo>
                    <a:pt x="1545" y="4663"/>
                    <a:pt x="1556" y="4669"/>
                    <a:pt x="1567" y="4674"/>
                  </a:cubicBezTo>
                  <a:cubicBezTo>
                    <a:pt x="1789" y="4771"/>
                    <a:pt x="2026" y="4809"/>
                    <a:pt x="2259" y="4842"/>
                  </a:cubicBezTo>
                  <a:cubicBezTo>
                    <a:pt x="2518" y="4874"/>
                    <a:pt x="2788" y="4831"/>
                    <a:pt x="3037" y="4928"/>
                  </a:cubicBezTo>
                  <a:cubicBezTo>
                    <a:pt x="3074" y="4944"/>
                    <a:pt x="3091" y="4885"/>
                    <a:pt x="3058" y="4869"/>
                  </a:cubicBezTo>
                  <a:lnTo>
                    <a:pt x="3058" y="4869"/>
                  </a:lnTo>
                  <a:close/>
                  <a:moveTo>
                    <a:pt x="4317" y="3918"/>
                  </a:moveTo>
                  <a:cubicBezTo>
                    <a:pt x="4322" y="3950"/>
                    <a:pt x="4322" y="4193"/>
                    <a:pt x="4517" y="4172"/>
                  </a:cubicBezTo>
                  <a:cubicBezTo>
                    <a:pt x="4533" y="4166"/>
                    <a:pt x="4522" y="4134"/>
                    <a:pt x="4506" y="4128"/>
                  </a:cubicBezTo>
                  <a:cubicBezTo>
                    <a:pt x="4398" y="4101"/>
                    <a:pt x="4376" y="4010"/>
                    <a:pt x="4360" y="3912"/>
                  </a:cubicBezTo>
                  <a:cubicBezTo>
                    <a:pt x="4355" y="3874"/>
                    <a:pt x="4312" y="3874"/>
                    <a:pt x="4317" y="3918"/>
                  </a:cubicBezTo>
                  <a:lnTo>
                    <a:pt x="4317" y="3918"/>
                  </a:lnTo>
                  <a:close/>
                  <a:moveTo>
                    <a:pt x="5046" y="3340"/>
                  </a:moveTo>
                  <a:cubicBezTo>
                    <a:pt x="5025" y="3486"/>
                    <a:pt x="5019" y="3658"/>
                    <a:pt x="5073" y="3793"/>
                  </a:cubicBezTo>
                  <a:cubicBezTo>
                    <a:pt x="5090" y="3831"/>
                    <a:pt x="5138" y="3810"/>
                    <a:pt x="5133" y="3772"/>
                  </a:cubicBezTo>
                  <a:cubicBezTo>
                    <a:pt x="5117" y="3626"/>
                    <a:pt x="5084" y="3496"/>
                    <a:pt x="5106" y="3350"/>
                  </a:cubicBezTo>
                  <a:cubicBezTo>
                    <a:pt x="5111" y="3313"/>
                    <a:pt x="5057" y="3296"/>
                    <a:pt x="5046" y="3340"/>
                  </a:cubicBezTo>
                  <a:close/>
                  <a:moveTo>
                    <a:pt x="5916" y="2437"/>
                  </a:moveTo>
                  <a:cubicBezTo>
                    <a:pt x="6068" y="2529"/>
                    <a:pt x="6186" y="2686"/>
                    <a:pt x="6257" y="2864"/>
                  </a:cubicBezTo>
                  <a:cubicBezTo>
                    <a:pt x="6316" y="3021"/>
                    <a:pt x="6343" y="3199"/>
                    <a:pt x="6311" y="3367"/>
                  </a:cubicBezTo>
                  <a:cubicBezTo>
                    <a:pt x="6289" y="3518"/>
                    <a:pt x="6219" y="3648"/>
                    <a:pt x="6111" y="3750"/>
                  </a:cubicBezTo>
                  <a:cubicBezTo>
                    <a:pt x="5943" y="3907"/>
                    <a:pt x="5689" y="3918"/>
                    <a:pt x="5500" y="3799"/>
                  </a:cubicBezTo>
                  <a:cubicBezTo>
                    <a:pt x="5338" y="3696"/>
                    <a:pt x="5100" y="3345"/>
                    <a:pt x="5311" y="3172"/>
                  </a:cubicBezTo>
                  <a:cubicBezTo>
                    <a:pt x="5344" y="3145"/>
                    <a:pt x="5317" y="3080"/>
                    <a:pt x="5279" y="3102"/>
                  </a:cubicBezTo>
                  <a:cubicBezTo>
                    <a:pt x="5100" y="3183"/>
                    <a:pt x="5122" y="3388"/>
                    <a:pt x="5192" y="3550"/>
                  </a:cubicBezTo>
                  <a:cubicBezTo>
                    <a:pt x="5225" y="3626"/>
                    <a:pt x="5268" y="3707"/>
                    <a:pt x="5322" y="3766"/>
                  </a:cubicBezTo>
                  <a:cubicBezTo>
                    <a:pt x="5506" y="3983"/>
                    <a:pt x="5814" y="4042"/>
                    <a:pt x="6051" y="3907"/>
                  </a:cubicBezTo>
                  <a:cubicBezTo>
                    <a:pt x="6305" y="3756"/>
                    <a:pt x="6430" y="3426"/>
                    <a:pt x="6403" y="3113"/>
                  </a:cubicBezTo>
                  <a:cubicBezTo>
                    <a:pt x="6381" y="2794"/>
                    <a:pt x="6197" y="2524"/>
                    <a:pt x="5943" y="2378"/>
                  </a:cubicBezTo>
                  <a:cubicBezTo>
                    <a:pt x="5911" y="2362"/>
                    <a:pt x="5884" y="2416"/>
                    <a:pt x="5916" y="2437"/>
                  </a:cubicBezTo>
                  <a:lnTo>
                    <a:pt x="5916" y="2437"/>
                  </a:lnTo>
                  <a:close/>
                  <a:moveTo>
                    <a:pt x="2437" y="2556"/>
                  </a:moveTo>
                  <a:cubicBezTo>
                    <a:pt x="2469" y="2562"/>
                    <a:pt x="2464" y="2616"/>
                    <a:pt x="2432" y="2610"/>
                  </a:cubicBezTo>
                  <a:cubicBezTo>
                    <a:pt x="2367" y="2605"/>
                    <a:pt x="2302" y="2616"/>
                    <a:pt x="2242" y="2653"/>
                  </a:cubicBezTo>
                  <a:cubicBezTo>
                    <a:pt x="2064" y="2762"/>
                    <a:pt x="1988" y="3048"/>
                    <a:pt x="1988" y="3264"/>
                  </a:cubicBezTo>
                  <a:cubicBezTo>
                    <a:pt x="1983" y="3421"/>
                    <a:pt x="2005" y="3594"/>
                    <a:pt x="2075" y="3729"/>
                  </a:cubicBezTo>
                  <a:cubicBezTo>
                    <a:pt x="2145" y="3864"/>
                    <a:pt x="2237" y="3918"/>
                    <a:pt x="2372" y="3929"/>
                  </a:cubicBezTo>
                  <a:cubicBezTo>
                    <a:pt x="2410" y="3929"/>
                    <a:pt x="2421" y="3999"/>
                    <a:pt x="2377" y="4010"/>
                  </a:cubicBezTo>
                  <a:cubicBezTo>
                    <a:pt x="2318" y="4026"/>
                    <a:pt x="2253" y="4026"/>
                    <a:pt x="2194" y="3999"/>
                  </a:cubicBezTo>
                  <a:cubicBezTo>
                    <a:pt x="2086" y="3950"/>
                    <a:pt x="2016" y="3837"/>
                    <a:pt x="1972" y="3723"/>
                  </a:cubicBezTo>
                  <a:cubicBezTo>
                    <a:pt x="1924" y="3583"/>
                    <a:pt x="1902" y="3426"/>
                    <a:pt x="1907" y="3280"/>
                  </a:cubicBezTo>
                  <a:cubicBezTo>
                    <a:pt x="1907" y="3048"/>
                    <a:pt x="1972" y="2745"/>
                    <a:pt x="2161" y="2610"/>
                  </a:cubicBezTo>
                  <a:cubicBezTo>
                    <a:pt x="2242" y="2551"/>
                    <a:pt x="2340" y="2540"/>
                    <a:pt x="2437" y="2556"/>
                  </a:cubicBezTo>
                  <a:lnTo>
                    <a:pt x="2437" y="2556"/>
                  </a:lnTo>
                  <a:close/>
                  <a:moveTo>
                    <a:pt x="3825" y="1946"/>
                  </a:moveTo>
                  <a:cubicBezTo>
                    <a:pt x="3863" y="1951"/>
                    <a:pt x="3858" y="2016"/>
                    <a:pt x="3825" y="2011"/>
                  </a:cubicBezTo>
                  <a:cubicBezTo>
                    <a:pt x="3561" y="2000"/>
                    <a:pt x="3301" y="2021"/>
                    <a:pt x="3037" y="2054"/>
                  </a:cubicBezTo>
                  <a:cubicBezTo>
                    <a:pt x="2815" y="2081"/>
                    <a:pt x="2572" y="2075"/>
                    <a:pt x="2367" y="2173"/>
                  </a:cubicBezTo>
                  <a:cubicBezTo>
                    <a:pt x="2188" y="2254"/>
                    <a:pt x="2026" y="2405"/>
                    <a:pt x="1913" y="2578"/>
                  </a:cubicBezTo>
                  <a:cubicBezTo>
                    <a:pt x="1789" y="2772"/>
                    <a:pt x="1713" y="2999"/>
                    <a:pt x="1729" y="3237"/>
                  </a:cubicBezTo>
                  <a:cubicBezTo>
                    <a:pt x="1735" y="3394"/>
                    <a:pt x="1789" y="3556"/>
                    <a:pt x="1853" y="3691"/>
                  </a:cubicBezTo>
                  <a:cubicBezTo>
                    <a:pt x="1961" y="3902"/>
                    <a:pt x="2156" y="4128"/>
                    <a:pt x="2383" y="4155"/>
                  </a:cubicBezTo>
                  <a:cubicBezTo>
                    <a:pt x="2410" y="4155"/>
                    <a:pt x="2432" y="4155"/>
                    <a:pt x="2459" y="4155"/>
                  </a:cubicBezTo>
                  <a:cubicBezTo>
                    <a:pt x="2658" y="4139"/>
                    <a:pt x="2793" y="3945"/>
                    <a:pt x="2853" y="3745"/>
                  </a:cubicBezTo>
                  <a:cubicBezTo>
                    <a:pt x="2912" y="3550"/>
                    <a:pt x="2950" y="3296"/>
                    <a:pt x="2810" y="3140"/>
                  </a:cubicBezTo>
                  <a:cubicBezTo>
                    <a:pt x="2777" y="3102"/>
                    <a:pt x="2821" y="3042"/>
                    <a:pt x="2858" y="3075"/>
                  </a:cubicBezTo>
                  <a:cubicBezTo>
                    <a:pt x="2923" y="3140"/>
                    <a:pt x="2966" y="3226"/>
                    <a:pt x="2977" y="3323"/>
                  </a:cubicBezTo>
                  <a:cubicBezTo>
                    <a:pt x="2993" y="3442"/>
                    <a:pt x="2988" y="3561"/>
                    <a:pt x="2966" y="3675"/>
                  </a:cubicBezTo>
                  <a:cubicBezTo>
                    <a:pt x="2923" y="3896"/>
                    <a:pt x="2804" y="4139"/>
                    <a:pt x="2610" y="4231"/>
                  </a:cubicBezTo>
                  <a:cubicBezTo>
                    <a:pt x="2545" y="4263"/>
                    <a:pt x="2480" y="4274"/>
                    <a:pt x="2410" y="4269"/>
                  </a:cubicBezTo>
                  <a:cubicBezTo>
                    <a:pt x="2102" y="4236"/>
                    <a:pt x="1848" y="3945"/>
                    <a:pt x="1724" y="3648"/>
                  </a:cubicBezTo>
                  <a:cubicBezTo>
                    <a:pt x="1681" y="3545"/>
                    <a:pt x="1648" y="3426"/>
                    <a:pt x="1637" y="3313"/>
                  </a:cubicBezTo>
                  <a:cubicBezTo>
                    <a:pt x="1610" y="3064"/>
                    <a:pt x="1670" y="2810"/>
                    <a:pt x="1783" y="2599"/>
                  </a:cubicBezTo>
                  <a:cubicBezTo>
                    <a:pt x="1886" y="2400"/>
                    <a:pt x="2048" y="2221"/>
                    <a:pt x="2232" y="2119"/>
                  </a:cubicBezTo>
                  <a:cubicBezTo>
                    <a:pt x="2453" y="1994"/>
                    <a:pt x="2685" y="1989"/>
                    <a:pt x="2923" y="1962"/>
                  </a:cubicBezTo>
                  <a:cubicBezTo>
                    <a:pt x="3226" y="1924"/>
                    <a:pt x="3523" y="1897"/>
                    <a:pt x="3825" y="1946"/>
                  </a:cubicBezTo>
                  <a:lnTo>
                    <a:pt x="3825" y="1946"/>
                  </a:lnTo>
                  <a:close/>
                  <a:moveTo>
                    <a:pt x="1070" y="3226"/>
                  </a:moveTo>
                  <a:cubicBezTo>
                    <a:pt x="1081" y="3188"/>
                    <a:pt x="1129" y="3210"/>
                    <a:pt x="1119" y="3242"/>
                  </a:cubicBezTo>
                  <a:cubicBezTo>
                    <a:pt x="1081" y="3399"/>
                    <a:pt x="1005" y="3540"/>
                    <a:pt x="881" y="3621"/>
                  </a:cubicBezTo>
                  <a:cubicBezTo>
                    <a:pt x="773" y="3685"/>
                    <a:pt x="627" y="3739"/>
                    <a:pt x="503" y="3691"/>
                  </a:cubicBezTo>
                  <a:cubicBezTo>
                    <a:pt x="476" y="3675"/>
                    <a:pt x="476" y="3615"/>
                    <a:pt x="508" y="3610"/>
                  </a:cubicBezTo>
                  <a:cubicBezTo>
                    <a:pt x="622" y="3588"/>
                    <a:pt x="735" y="3610"/>
                    <a:pt x="843" y="3545"/>
                  </a:cubicBezTo>
                  <a:cubicBezTo>
                    <a:pt x="951" y="3475"/>
                    <a:pt x="1021" y="3356"/>
                    <a:pt x="1070" y="3226"/>
                  </a:cubicBezTo>
                  <a:close/>
                  <a:moveTo>
                    <a:pt x="5003" y="28"/>
                  </a:moveTo>
                  <a:cubicBezTo>
                    <a:pt x="5030" y="1"/>
                    <a:pt x="5073" y="33"/>
                    <a:pt x="5052" y="71"/>
                  </a:cubicBezTo>
                  <a:cubicBezTo>
                    <a:pt x="5025" y="125"/>
                    <a:pt x="4982" y="201"/>
                    <a:pt x="4982" y="265"/>
                  </a:cubicBezTo>
                  <a:cubicBezTo>
                    <a:pt x="4976" y="292"/>
                    <a:pt x="4982" y="314"/>
                    <a:pt x="4998" y="336"/>
                  </a:cubicBezTo>
                  <a:cubicBezTo>
                    <a:pt x="5019" y="357"/>
                    <a:pt x="5068" y="368"/>
                    <a:pt x="5095" y="384"/>
                  </a:cubicBezTo>
                  <a:cubicBezTo>
                    <a:pt x="5122" y="401"/>
                    <a:pt x="5117" y="449"/>
                    <a:pt x="5084" y="455"/>
                  </a:cubicBezTo>
                  <a:cubicBezTo>
                    <a:pt x="5084" y="460"/>
                    <a:pt x="5079" y="460"/>
                    <a:pt x="5073" y="460"/>
                  </a:cubicBezTo>
                  <a:cubicBezTo>
                    <a:pt x="4987" y="482"/>
                    <a:pt x="4901" y="401"/>
                    <a:pt x="4901" y="303"/>
                  </a:cubicBezTo>
                  <a:cubicBezTo>
                    <a:pt x="4895" y="201"/>
                    <a:pt x="4944" y="103"/>
                    <a:pt x="5003" y="28"/>
                  </a:cubicBezTo>
                  <a:lnTo>
                    <a:pt x="5003" y="28"/>
                  </a:lnTo>
                  <a:close/>
                  <a:moveTo>
                    <a:pt x="2145" y="1611"/>
                  </a:moveTo>
                  <a:cubicBezTo>
                    <a:pt x="2875" y="1546"/>
                    <a:pt x="3604" y="1481"/>
                    <a:pt x="4339" y="1476"/>
                  </a:cubicBezTo>
                  <a:cubicBezTo>
                    <a:pt x="4684" y="1470"/>
                    <a:pt x="5025" y="1492"/>
                    <a:pt x="5371" y="1519"/>
                  </a:cubicBezTo>
                  <a:cubicBezTo>
                    <a:pt x="5679" y="1546"/>
                    <a:pt x="5986" y="1595"/>
                    <a:pt x="6300" y="1616"/>
                  </a:cubicBezTo>
                  <a:cubicBezTo>
                    <a:pt x="6348" y="1622"/>
                    <a:pt x="6359" y="1530"/>
                    <a:pt x="6311" y="1514"/>
                  </a:cubicBezTo>
                  <a:cubicBezTo>
                    <a:pt x="6014" y="1438"/>
                    <a:pt x="5706" y="1432"/>
                    <a:pt x="5403" y="1405"/>
                  </a:cubicBezTo>
                  <a:cubicBezTo>
                    <a:pt x="5063" y="1378"/>
                    <a:pt x="4717" y="1357"/>
                    <a:pt x="4376" y="1362"/>
                  </a:cubicBezTo>
                  <a:cubicBezTo>
                    <a:pt x="3626" y="1362"/>
                    <a:pt x="2885" y="1449"/>
                    <a:pt x="2145" y="1551"/>
                  </a:cubicBezTo>
                  <a:cubicBezTo>
                    <a:pt x="2107" y="1557"/>
                    <a:pt x="2113" y="1616"/>
                    <a:pt x="2145" y="16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4" name="Google Shape;1334;p40"/>
          <p:cNvGrpSpPr/>
          <p:nvPr/>
        </p:nvGrpSpPr>
        <p:grpSpPr>
          <a:xfrm rot="-5762506">
            <a:off x="1118656" y="3903525"/>
            <a:ext cx="570395" cy="754340"/>
            <a:chOff x="2847550" y="729425"/>
            <a:chExt cx="366520" cy="484718"/>
          </a:xfrm>
        </p:grpSpPr>
        <p:sp>
          <p:nvSpPr>
            <p:cNvPr id="1335" name="Google Shape;1335;p40"/>
            <p:cNvSpPr/>
            <p:nvPr/>
          </p:nvSpPr>
          <p:spPr>
            <a:xfrm>
              <a:off x="2847550" y="733777"/>
              <a:ext cx="366520" cy="480366"/>
            </a:xfrm>
            <a:custGeom>
              <a:avLst/>
              <a:gdLst/>
              <a:ahLst/>
              <a:cxnLst/>
              <a:rect l="l" t="t" r="r" b="b"/>
              <a:pathLst>
                <a:path w="6074" h="7175" extrusionOk="0">
                  <a:moveTo>
                    <a:pt x="3523" y="767"/>
                  </a:moveTo>
                  <a:cubicBezTo>
                    <a:pt x="3599" y="870"/>
                    <a:pt x="3680" y="967"/>
                    <a:pt x="3777" y="1054"/>
                  </a:cubicBezTo>
                  <a:cubicBezTo>
                    <a:pt x="3869" y="1140"/>
                    <a:pt x="3972" y="1205"/>
                    <a:pt x="4080" y="1259"/>
                  </a:cubicBezTo>
                  <a:cubicBezTo>
                    <a:pt x="4161" y="1302"/>
                    <a:pt x="4242" y="1335"/>
                    <a:pt x="4328" y="1372"/>
                  </a:cubicBezTo>
                  <a:cubicBezTo>
                    <a:pt x="4399" y="1405"/>
                    <a:pt x="4469" y="1443"/>
                    <a:pt x="4539" y="1491"/>
                  </a:cubicBezTo>
                  <a:cubicBezTo>
                    <a:pt x="4582" y="1518"/>
                    <a:pt x="4626" y="1545"/>
                    <a:pt x="4669" y="1567"/>
                  </a:cubicBezTo>
                  <a:cubicBezTo>
                    <a:pt x="4712" y="1588"/>
                    <a:pt x="4750" y="1588"/>
                    <a:pt x="4798" y="1588"/>
                  </a:cubicBezTo>
                  <a:cubicBezTo>
                    <a:pt x="4890" y="1578"/>
                    <a:pt x="4993" y="1540"/>
                    <a:pt x="5079" y="1507"/>
                  </a:cubicBezTo>
                  <a:cubicBezTo>
                    <a:pt x="5317" y="1410"/>
                    <a:pt x="5555" y="1432"/>
                    <a:pt x="5776" y="1567"/>
                  </a:cubicBezTo>
                  <a:cubicBezTo>
                    <a:pt x="5841" y="1610"/>
                    <a:pt x="5906" y="1659"/>
                    <a:pt x="5960" y="1718"/>
                  </a:cubicBezTo>
                  <a:cubicBezTo>
                    <a:pt x="5982" y="1734"/>
                    <a:pt x="5998" y="1756"/>
                    <a:pt x="6014" y="1778"/>
                  </a:cubicBezTo>
                  <a:cubicBezTo>
                    <a:pt x="6063" y="1842"/>
                    <a:pt x="6073" y="1923"/>
                    <a:pt x="6003" y="1977"/>
                  </a:cubicBezTo>
                  <a:cubicBezTo>
                    <a:pt x="5938" y="2026"/>
                    <a:pt x="5863" y="2010"/>
                    <a:pt x="5814" y="1950"/>
                  </a:cubicBezTo>
                  <a:cubicBezTo>
                    <a:pt x="5803" y="1945"/>
                    <a:pt x="5760" y="1945"/>
                    <a:pt x="5744" y="1945"/>
                  </a:cubicBezTo>
                  <a:cubicBezTo>
                    <a:pt x="5706" y="1945"/>
                    <a:pt x="5674" y="1945"/>
                    <a:pt x="5636" y="1950"/>
                  </a:cubicBezTo>
                  <a:cubicBezTo>
                    <a:pt x="5463" y="1967"/>
                    <a:pt x="5295" y="2015"/>
                    <a:pt x="5128" y="2069"/>
                  </a:cubicBezTo>
                  <a:cubicBezTo>
                    <a:pt x="4993" y="2107"/>
                    <a:pt x="4863" y="2123"/>
                    <a:pt x="4723" y="2102"/>
                  </a:cubicBezTo>
                  <a:cubicBezTo>
                    <a:pt x="4588" y="2085"/>
                    <a:pt x="4463" y="2037"/>
                    <a:pt x="4339" y="1977"/>
                  </a:cubicBezTo>
                  <a:cubicBezTo>
                    <a:pt x="4199" y="1913"/>
                    <a:pt x="4064" y="1842"/>
                    <a:pt x="3929" y="1778"/>
                  </a:cubicBezTo>
                  <a:cubicBezTo>
                    <a:pt x="3696" y="1669"/>
                    <a:pt x="3502" y="1486"/>
                    <a:pt x="3367" y="1264"/>
                  </a:cubicBezTo>
                  <a:cubicBezTo>
                    <a:pt x="3345" y="1232"/>
                    <a:pt x="3324" y="1183"/>
                    <a:pt x="3307" y="1145"/>
                  </a:cubicBezTo>
                  <a:cubicBezTo>
                    <a:pt x="3302" y="1129"/>
                    <a:pt x="3296" y="1118"/>
                    <a:pt x="3291" y="1102"/>
                  </a:cubicBezTo>
                  <a:cubicBezTo>
                    <a:pt x="3269" y="1167"/>
                    <a:pt x="3253" y="1232"/>
                    <a:pt x="3232" y="1302"/>
                  </a:cubicBezTo>
                  <a:cubicBezTo>
                    <a:pt x="3242" y="1324"/>
                    <a:pt x="3248" y="1351"/>
                    <a:pt x="3259" y="1372"/>
                  </a:cubicBezTo>
                  <a:cubicBezTo>
                    <a:pt x="3259" y="1378"/>
                    <a:pt x="3259" y="1378"/>
                    <a:pt x="3264" y="1383"/>
                  </a:cubicBezTo>
                  <a:cubicBezTo>
                    <a:pt x="3318" y="1513"/>
                    <a:pt x="3383" y="1642"/>
                    <a:pt x="3464" y="1756"/>
                  </a:cubicBezTo>
                  <a:cubicBezTo>
                    <a:pt x="3540" y="1859"/>
                    <a:pt x="3626" y="1945"/>
                    <a:pt x="3718" y="2021"/>
                  </a:cubicBezTo>
                  <a:cubicBezTo>
                    <a:pt x="3788" y="2080"/>
                    <a:pt x="3864" y="2134"/>
                    <a:pt x="3934" y="2183"/>
                  </a:cubicBezTo>
                  <a:cubicBezTo>
                    <a:pt x="3999" y="2231"/>
                    <a:pt x="4064" y="2291"/>
                    <a:pt x="4118" y="2345"/>
                  </a:cubicBezTo>
                  <a:cubicBezTo>
                    <a:pt x="4150" y="2383"/>
                    <a:pt x="4188" y="2420"/>
                    <a:pt x="4226" y="2453"/>
                  </a:cubicBezTo>
                  <a:cubicBezTo>
                    <a:pt x="4264" y="2480"/>
                    <a:pt x="4301" y="2491"/>
                    <a:pt x="4350" y="2496"/>
                  </a:cubicBezTo>
                  <a:cubicBezTo>
                    <a:pt x="4442" y="2507"/>
                    <a:pt x="4550" y="2496"/>
                    <a:pt x="4642" y="2480"/>
                  </a:cubicBezTo>
                  <a:cubicBezTo>
                    <a:pt x="4896" y="2437"/>
                    <a:pt x="5123" y="2512"/>
                    <a:pt x="5306" y="2691"/>
                  </a:cubicBezTo>
                  <a:cubicBezTo>
                    <a:pt x="5366" y="2745"/>
                    <a:pt x="5414" y="2809"/>
                    <a:pt x="5458" y="2880"/>
                  </a:cubicBezTo>
                  <a:cubicBezTo>
                    <a:pt x="5474" y="2901"/>
                    <a:pt x="5485" y="2923"/>
                    <a:pt x="5495" y="2945"/>
                  </a:cubicBezTo>
                  <a:cubicBezTo>
                    <a:pt x="5533" y="3020"/>
                    <a:pt x="5522" y="3101"/>
                    <a:pt x="5441" y="3139"/>
                  </a:cubicBezTo>
                  <a:cubicBezTo>
                    <a:pt x="5366" y="3177"/>
                    <a:pt x="5301" y="3139"/>
                    <a:pt x="5263" y="3074"/>
                  </a:cubicBezTo>
                  <a:cubicBezTo>
                    <a:pt x="5252" y="3063"/>
                    <a:pt x="5209" y="3053"/>
                    <a:pt x="5198" y="3047"/>
                  </a:cubicBezTo>
                  <a:cubicBezTo>
                    <a:pt x="5160" y="3042"/>
                    <a:pt x="5123" y="3036"/>
                    <a:pt x="5090" y="3031"/>
                  </a:cubicBezTo>
                  <a:cubicBezTo>
                    <a:pt x="4917" y="3015"/>
                    <a:pt x="4739" y="3026"/>
                    <a:pt x="4566" y="3036"/>
                  </a:cubicBezTo>
                  <a:cubicBezTo>
                    <a:pt x="4431" y="3047"/>
                    <a:pt x="4296" y="3036"/>
                    <a:pt x="4166" y="2988"/>
                  </a:cubicBezTo>
                  <a:cubicBezTo>
                    <a:pt x="4037" y="2939"/>
                    <a:pt x="3923" y="2863"/>
                    <a:pt x="3815" y="2782"/>
                  </a:cubicBezTo>
                  <a:cubicBezTo>
                    <a:pt x="3696" y="2691"/>
                    <a:pt x="3577" y="2588"/>
                    <a:pt x="3459" y="2496"/>
                  </a:cubicBezTo>
                  <a:cubicBezTo>
                    <a:pt x="3291" y="2366"/>
                    <a:pt x="3151" y="2140"/>
                    <a:pt x="3059" y="1929"/>
                  </a:cubicBezTo>
                  <a:cubicBezTo>
                    <a:pt x="3032" y="2053"/>
                    <a:pt x="3005" y="2177"/>
                    <a:pt x="2978" y="2302"/>
                  </a:cubicBezTo>
                  <a:cubicBezTo>
                    <a:pt x="3134" y="2383"/>
                    <a:pt x="3302" y="2496"/>
                    <a:pt x="3426" y="2620"/>
                  </a:cubicBezTo>
                  <a:cubicBezTo>
                    <a:pt x="3534" y="2739"/>
                    <a:pt x="3621" y="2869"/>
                    <a:pt x="3696" y="3009"/>
                  </a:cubicBezTo>
                  <a:cubicBezTo>
                    <a:pt x="3777" y="3155"/>
                    <a:pt x="3848" y="3301"/>
                    <a:pt x="3950" y="3431"/>
                  </a:cubicBezTo>
                  <a:cubicBezTo>
                    <a:pt x="3999" y="3496"/>
                    <a:pt x="4064" y="3555"/>
                    <a:pt x="4129" y="3604"/>
                  </a:cubicBezTo>
                  <a:cubicBezTo>
                    <a:pt x="4242" y="3690"/>
                    <a:pt x="4366" y="3760"/>
                    <a:pt x="4490" y="3831"/>
                  </a:cubicBezTo>
                  <a:cubicBezTo>
                    <a:pt x="4534" y="3858"/>
                    <a:pt x="4582" y="3879"/>
                    <a:pt x="4626" y="3906"/>
                  </a:cubicBezTo>
                  <a:cubicBezTo>
                    <a:pt x="4690" y="3949"/>
                    <a:pt x="4750" y="4009"/>
                    <a:pt x="4728" y="4095"/>
                  </a:cubicBezTo>
                  <a:cubicBezTo>
                    <a:pt x="4712" y="4171"/>
                    <a:pt x="4642" y="4198"/>
                    <a:pt x="4572" y="4203"/>
                  </a:cubicBezTo>
                  <a:cubicBezTo>
                    <a:pt x="4523" y="4209"/>
                    <a:pt x="4474" y="4203"/>
                    <a:pt x="4426" y="4203"/>
                  </a:cubicBezTo>
                  <a:cubicBezTo>
                    <a:pt x="3837" y="4160"/>
                    <a:pt x="3378" y="3728"/>
                    <a:pt x="3205" y="3177"/>
                  </a:cubicBezTo>
                  <a:cubicBezTo>
                    <a:pt x="3145" y="2988"/>
                    <a:pt x="3053" y="2804"/>
                    <a:pt x="2929" y="2647"/>
                  </a:cubicBezTo>
                  <a:cubicBezTo>
                    <a:pt x="2924" y="2642"/>
                    <a:pt x="2918" y="2637"/>
                    <a:pt x="2913" y="2631"/>
                  </a:cubicBezTo>
                  <a:cubicBezTo>
                    <a:pt x="2886" y="2804"/>
                    <a:pt x="2853" y="2982"/>
                    <a:pt x="2837" y="3155"/>
                  </a:cubicBezTo>
                  <a:cubicBezTo>
                    <a:pt x="2989" y="3231"/>
                    <a:pt x="3156" y="3339"/>
                    <a:pt x="3269" y="3458"/>
                  </a:cubicBezTo>
                  <a:cubicBezTo>
                    <a:pt x="3372" y="3560"/>
                    <a:pt x="3448" y="3679"/>
                    <a:pt x="3518" y="3809"/>
                  </a:cubicBezTo>
                  <a:cubicBezTo>
                    <a:pt x="3588" y="3933"/>
                    <a:pt x="3653" y="4068"/>
                    <a:pt x="3740" y="4182"/>
                  </a:cubicBezTo>
                  <a:cubicBezTo>
                    <a:pt x="3783" y="4241"/>
                    <a:pt x="3842" y="4290"/>
                    <a:pt x="3896" y="4333"/>
                  </a:cubicBezTo>
                  <a:cubicBezTo>
                    <a:pt x="3999" y="4409"/>
                    <a:pt x="4107" y="4473"/>
                    <a:pt x="4215" y="4533"/>
                  </a:cubicBezTo>
                  <a:cubicBezTo>
                    <a:pt x="4258" y="4555"/>
                    <a:pt x="4301" y="4576"/>
                    <a:pt x="4339" y="4603"/>
                  </a:cubicBezTo>
                  <a:cubicBezTo>
                    <a:pt x="4404" y="4641"/>
                    <a:pt x="4458" y="4700"/>
                    <a:pt x="4436" y="4781"/>
                  </a:cubicBezTo>
                  <a:cubicBezTo>
                    <a:pt x="4420" y="4857"/>
                    <a:pt x="4355" y="4890"/>
                    <a:pt x="4285" y="4895"/>
                  </a:cubicBezTo>
                  <a:cubicBezTo>
                    <a:pt x="4242" y="4895"/>
                    <a:pt x="4199" y="4895"/>
                    <a:pt x="4156" y="4890"/>
                  </a:cubicBezTo>
                  <a:cubicBezTo>
                    <a:pt x="3621" y="4852"/>
                    <a:pt x="3205" y="4463"/>
                    <a:pt x="3053" y="3966"/>
                  </a:cubicBezTo>
                  <a:cubicBezTo>
                    <a:pt x="3021" y="3868"/>
                    <a:pt x="2978" y="3777"/>
                    <a:pt x="2929" y="3685"/>
                  </a:cubicBezTo>
                  <a:cubicBezTo>
                    <a:pt x="2897" y="3620"/>
                    <a:pt x="2859" y="3555"/>
                    <a:pt x="2816" y="3490"/>
                  </a:cubicBezTo>
                  <a:cubicBezTo>
                    <a:pt x="2810" y="3512"/>
                    <a:pt x="2810" y="3539"/>
                    <a:pt x="2810" y="3560"/>
                  </a:cubicBezTo>
                  <a:cubicBezTo>
                    <a:pt x="2805" y="3739"/>
                    <a:pt x="2799" y="3928"/>
                    <a:pt x="2810" y="4106"/>
                  </a:cubicBezTo>
                  <a:cubicBezTo>
                    <a:pt x="2918" y="4160"/>
                    <a:pt x="3053" y="4247"/>
                    <a:pt x="3134" y="4333"/>
                  </a:cubicBezTo>
                  <a:cubicBezTo>
                    <a:pt x="3215" y="4409"/>
                    <a:pt x="3269" y="4501"/>
                    <a:pt x="3324" y="4598"/>
                  </a:cubicBezTo>
                  <a:cubicBezTo>
                    <a:pt x="3372" y="4690"/>
                    <a:pt x="3421" y="4781"/>
                    <a:pt x="3486" y="4868"/>
                  </a:cubicBezTo>
                  <a:cubicBezTo>
                    <a:pt x="3513" y="4906"/>
                    <a:pt x="3550" y="4938"/>
                    <a:pt x="3594" y="4971"/>
                  </a:cubicBezTo>
                  <a:cubicBezTo>
                    <a:pt x="3664" y="5025"/>
                    <a:pt x="3740" y="5068"/>
                    <a:pt x="3821" y="5111"/>
                  </a:cubicBezTo>
                  <a:cubicBezTo>
                    <a:pt x="3853" y="5127"/>
                    <a:pt x="3885" y="5149"/>
                    <a:pt x="3912" y="5165"/>
                  </a:cubicBezTo>
                  <a:cubicBezTo>
                    <a:pt x="3977" y="5203"/>
                    <a:pt x="4020" y="5257"/>
                    <a:pt x="3999" y="5338"/>
                  </a:cubicBezTo>
                  <a:cubicBezTo>
                    <a:pt x="3983" y="5403"/>
                    <a:pt x="3923" y="5441"/>
                    <a:pt x="3858" y="5441"/>
                  </a:cubicBezTo>
                  <a:cubicBezTo>
                    <a:pt x="3821" y="5446"/>
                    <a:pt x="3788" y="5441"/>
                    <a:pt x="3756" y="5441"/>
                  </a:cubicBezTo>
                  <a:cubicBezTo>
                    <a:pt x="3394" y="5414"/>
                    <a:pt x="3064" y="5041"/>
                    <a:pt x="2913" y="4700"/>
                  </a:cubicBezTo>
                  <a:cubicBezTo>
                    <a:pt x="2913" y="4765"/>
                    <a:pt x="2918" y="4825"/>
                    <a:pt x="2924" y="4890"/>
                  </a:cubicBezTo>
                  <a:cubicBezTo>
                    <a:pt x="2929" y="4987"/>
                    <a:pt x="2935" y="5089"/>
                    <a:pt x="2929" y="5187"/>
                  </a:cubicBezTo>
                  <a:cubicBezTo>
                    <a:pt x="2924" y="5311"/>
                    <a:pt x="2897" y="5419"/>
                    <a:pt x="2848" y="5532"/>
                  </a:cubicBezTo>
                  <a:cubicBezTo>
                    <a:pt x="2778" y="5684"/>
                    <a:pt x="2670" y="5824"/>
                    <a:pt x="2567" y="5948"/>
                  </a:cubicBezTo>
                  <a:cubicBezTo>
                    <a:pt x="2443" y="6094"/>
                    <a:pt x="2324" y="6240"/>
                    <a:pt x="2216" y="6391"/>
                  </a:cubicBezTo>
                  <a:cubicBezTo>
                    <a:pt x="2140" y="6494"/>
                    <a:pt x="2075" y="6591"/>
                    <a:pt x="2011" y="6699"/>
                  </a:cubicBezTo>
                  <a:cubicBezTo>
                    <a:pt x="2000" y="6721"/>
                    <a:pt x="1984" y="6753"/>
                    <a:pt x="1978" y="6780"/>
                  </a:cubicBezTo>
                  <a:cubicBezTo>
                    <a:pt x="1962" y="6824"/>
                    <a:pt x="1951" y="6862"/>
                    <a:pt x="1935" y="6905"/>
                  </a:cubicBezTo>
                  <a:cubicBezTo>
                    <a:pt x="1919" y="6959"/>
                    <a:pt x="1903" y="7013"/>
                    <a:pt x="1886" y="7072"/>
                  </a:cubicBezTo>
                  <a:cubicBezTo>
                    <a:pt x="1876" y="7094"/>
                    <a:pt x="1859" y="7159"/>
                    <a:pt x="1827" y="7169"/>
                  </a:cubicBezTo>
                  <a:cubicBezTo>
                    <a:pt x="1816" y="7175"/>
                    <a:pt x="1800" y="7175"/>
                    <a:pt x="1784" y="7169"/>
                  </a:cubicBezTo>
                  <a:cubicBezTo>
                    <a:pt x="1681" y="7153"/>
                    <a:pt x="1632" y="6964"/>
                    <a:pt x="1611" y="6883"/>
                  </a:cubicBezTo>
                  <a:cubicBezTo>
                    <a:pt x="1595" y="6824"/>
                    <a:pt x="1584" y="6759"/>
                    <a:pt x="1573" y="6699"/>
                  </a:cubicBezTo>
                  <a:cubicBezTo>
                    <a:pt x="1568" y="6662"/>
                    <a:pt x="1562" y="6624"/>
                    <a:pt x="1562" y="6586"/>
                  </a:cubicBezTo>
                  <a:cubicBezTo>
                    <a:pt x="1546" y="6267"/>
                    <a:pt x="1643" y="5965"/>
                    <a:pt x="1843" y="5716"/>
                  </a:cubicBezTo>
                  <a:cubicBezTo>
                    <a:pt x="1951" y="5586"/>
                    <a:pt x="2070" y="5468"/>
                    <a:pt x="2194" y="5343"/>
                  </a:cubicBezTo>
                  <a:cubicBezTo>
                    <a:pt x="2281" y="5257"/>
                    <a:pt x="2367" y="5170"/>
                    <a:pt x="2437" y="5073"/>
                  </a:cubicBezTo>
                  <a:cubicBezTo>
                    <a:pt x="2573" y="4890"/>
                    <a:pt x="2610" y="4684"/>
                    <a:pt x="2621" y="4463"/>
                  </a:cubicBezTo>
                  <a:cubicBezTo>
                    <a:pt x="2610" y="4355"/>
                    <a:pt x="2600" y="4252"/>
                    <a:pt x="2594" y="4144"/>
                  </a:cubicBezTo>
                  <a:cubicBezTo>
                    <a:pt x="2562" y="4187"/>
                    <a:pt x="2524" y="4225"/>
                    <a:pt x="2481" y="4263"/>
                  </a:cubicBezTo>
                  <a:cubicBezTo>
                    <a:pt x="2373" y="4360"/>
                    <a:pt x="2248" y="4430"/>
                    <a:pt x="2119" y="4490"/>
                  </a:cubicBezTo>
                  <a:cubicBezTo>
                    <a:pt x="1989" y="4555"/>
                    <a:pt x="1854" y="4614"/>
                    <a:pt x="1735" y="4695"/>
                  </a:cubicBezTo>
                  <a:cubicBezTo>
                    <a:pt x="1676" y="4738"/>
                    <a:pt x="1622" y="4792"/>
                    <a:pt x="1578" y="4846"/>
                  </a:cubicBezTo>
                  <a:cubicBezTo>
                    <a:pt x="1497" y="4944"/>
                    <a:pt x="1427" y="5052"/>
                    <a:pt x="1362" y="5154"/>
                  </a:cubicBezTo>
                  <a:cubicBezTo>
                    <a:pt x="1335" y="5208"/>
                    <a:pt x="1308" y="5257"/>
                    <a:pt x="1276" y="5311"/>
                  </a:cubicBezTo>
                  <a:cubicBezTo>
                    <a:pt x="1249" y="5354"/>
                    <a:pt x="1173" y="5489"/>
                    <a:pt x="1103" y="5468"/>
                  </a:cubicBezTo>
                  <a:cubicBezTo>
                    <a:pt x="984" y="5430"/>
                    <a:pt x="995" y="5170"/>
                    <a:pt x="1011" y="5079"/>
                  </a:cubicBezTo>
                  <a:cubicBezTo>
                    <a:pt x="1033" y="4857"/>
                    <a:pt x="1119" y="4657"/>
                    <a:pt x="1254" y="4484"/>
                  </a:cubicBezTo>
                  <a:cubicBezTo>
                    <a:pt x="1438" y="4252"/>
                    <a:pt x="1697" y="4095"/>
                    <a:pt x="1984" y="4020"/>
                  </a:cubicBezTo>
                  <a:cubicBezTo>
                    <a:pt x="2151" y="3976"/>
                    <a:pt x="2319" y="3901"/>
                    <a:pt x="2459" y="3798"/>
                  </a:cubicBezTo>
                  <a:cubicBezTo>
                    <a:pt x="2502" y="3760"/>
                    <a:pt x="2551" y="3723"/>
                    <a:pt x="2589" y="3679"/>
                  </a:cubicBezTo>
                  <a:cubicBezTo>
                    <a:pt x="2589" y="3663"/>
                    <a:pt x="2589" y="3641"/>
                    <a:pt x="2589" y="3620"/>
                  </a:cubicBezTo>
                  <a:cubicBezTo>
                    <a:pt x="2594" y="3566"/>
                    <a:pt x="2594" y="3506"/>
                    <a:pt x="2600" y="3447"/>
                  </a:cubicBezTo>
                  <a:cubicBezTo>
                    <a:pt x="2583" y="3469"/>
                    <a:pt x="2567" y="3485"/>
                    <a:pt x="2556" y="3506"/>
                  </a:cubicBezTo>
                  <a:cubicBezTo>
                    <a:pt x="2297" y="3814"/>
                    <a:pt x="1951" y="4009"/>
                    <a:pt x="1557" y="4074"/>
                  </a:cubicBezTo>
                  <a:cubicBezTo>
                    <a:pt x="1368" y="4106"/>
                    <a:pt x="1184" y="4144"/>
                    <a:pt x="1000" y="4187"/>
                  </a:cubicBezTo>
                  <a:cubicBezTo>
                    <a:pt x="881" y="4214"/>
                    <a:pt x="768" y="4247"/>
                    <a:pt x="649" y="4290"/>
                  </a:cubicBezTo>
                  <a:cubicBezTo>
                    <a:pt x="622" y="4301"/>
                    <a:pt x="595" y="4322"/>
                    <a:pt x="568" y="4333"/>
                  </a:cubicBezTo>
                  <a:cubicBezTo>
                    <a:pt x="536" y="4360"/>
                    <a:pt x="498" y="4387"/>
                    <a:pt x="460" y="4409"/>
                  </a:cubicBezTo>
                  <a:cubicBezTo>
                    <a:pt x="411" y="4446"/>
                    <a:pt x="368" y="4479"/>
                    <a:pt x="320" y="4517"/>
                  </a:cubicBezTo>
                  <a:cubicBezTo>
                    <a:pt x="303" y="4528"/>
                    <a:pt x="287" y="4538"/>
                    <a:pt x="271" y="4549"/>
                  </a:cubicBezTo>
                  <a:cubicBezTo>
                    <a:pt x="255" y="4560"/>
                    <a:pt x="239" y="4571"/>
                    <a:pt x="217" y="4565"/>
                  </a:cubicBezTo>
                  <a:cubicBezTo>
                    <a:pt x="212" y="4565"/>
                    <a:pt x="212" y="4560"/>
                    <a:pt x="206" y="4555"/>
                  </a:cubicBezTo>
                  <a:cubicBezTo>
                    <a:pt x="125" y="4457"/>
                    <a:pt x="174" y="4301"/>
                    <a:pt x="217" y="4198"/>
                  </a:cubicBezTo>
                  <a:cubicBezTo>
                    <a:pt x="239" y="4139"/>
                    <a:pt x="271" y="4079"/>
                    <a:pt x="303" y="4020"/>
                  </a:cubicBezTo>
                  <a:cubicBezTo>
                    <a:pt x="325" y="3987"/>
                    <a:pt x="352" y="3949"/>
                    <a:pt x="374" y="3917"/>
                  </a:cubicBezTo>
                  <a:cubicBezTo>
                    <a:pt x="568" y="3663"/>
                    <a:pt x="838" y="3490"/>
                    <a:pt x="1152" y="3436"/>
                  </a:cubicBezTo>
                  <a:cubicBezTo>
                    <a:pt x="1319" y="3404"/>
                    <a:pt x="1492" y="3388"/>
                    <a:pt x="1659" y="3371"/>
                  </a:cubicBezTo>
                  <a:cubicBezTo>
                    <a:pt x="1784" y="3361"/>
                    <a:pt x="1908" y="3355"/>
                    <a:pt x="2027" y="3323"/>
                  </a:cubicBezTo>
                  <a:cubicBezTo>
                    <a:pt x="2270" y="3258"/>
                    <a:pt x="2443" y="3107"/>
                    <a:pt x="2605" y="2923"/>
                  </a:cubicBezTo>
                  <a:cubicBezTo>
                    <a:pt x="2605" y="2918"/>
                    <a:pt x="2605" y="2918"/>
                    <a:pt x="2605" y="2918"/>
                  </a:cubicBezTo>
                  <a:lnTo>
                    <a:pt x="2697" y="2836"/>
                  </a:lnTo>
                  <a:cubicBezTo>
                    <a:pt x="2708" y="2755"/>
                    <a:pt x="2724" y="2674"/>
                    <a:pt x="2735" y="2599"/>
                  </a:cubicBezTo>
                  <a:cubicBezTo>
                    <a:pt x="2745" y="2534"/>
                    <a:pt x="2762" y="2469"/>
                    <a:pt x="2772" y="2404"/>
                  </a:cubicBezTo>
                  <a:cubicBezTo>
                    <a:pt x="2751" y="2420"/>
                    <a:pt x="2735" y="2431"/>
                    <a:pt x="2718" y="2447"/>
                  </a:cubicBezTo>
                  <a:cubicBezTo>
                    <a:pt x="2675" y="2480"/>
                    <a:pt x="2632" y="2512"/>
                    <a:pt x="2589" y="2539"/>
                  </a:cubicBezTo>
                  <a:cubicBezTo>
                    <a:pt x="2270" y="2739"/>
                    <a:pt x="1881" y="2793"/>
                    <a:pt x="1514" y="2761"/>
                  </a:cubicBezTo>
                  <a:cubicBezTo>
                    <a:pt x="1325" y="2745"/>
                    <a:pt x="1135" y="2734"/>
                    <a:pt x="946" y="2728"/>
                  </a:cubicBezTo>
                  <a:cubicBezTo>
                    <a:pt x="827" y="2728"/>
                    <a:pt x="703" y="2728"/>
                    <a:pt x="584" y="2745"/>
                  </a:cubicBezTo>
                  <a:cubicBezTo>
                    <a:pt x="476" y="2755"/>
                    <a:pt x="201" y="2815"/>
                    <a:pt x="120" y="2885"/>
                  </a:cubicBezTo>
                  <a:cubicBezTo>
                    <a:pt x="109" y="2896"/>
                    <a:pt x="93" y="2896"/>
                    <a:pt x="82" y="2885"/>
                  </a:cubicBezTo>
                  <a:cubicBezTo>
                    <a:pt x="1" y="2826"/>
                    <a:pt x="93" y="2674"/>
                    <a:pt x="131" y="2615"/>
                  </a:cubicBezTo>
                  <a:cubicBezTo>
                    <a:pt x="147" y="2583"/>
                    <a:pt x="168" y="2556"/>
                    <a:pt x="190" y="2529"/>
                  </a:cubicBezTo>
                  <a:cubicBezTo>
                    <a:pt x="255" y="2447"/>
                    <a:pt x="330" y="2372"/>
                    <a:pt x="411" y="2312"/>
                  </a:cubicBezTo>
                  <a:cubicBezTo>
                    <a:pt x="660" y="2118"/>
                    <a:pt x="968" y="2015"/>
                    <a:pt x="1281" y="2037"/>
                  </a:cubicBezTo>
                  <a:cubicBezTo>
                    <a:pt x="1454" y="2048"/>
                    <a:pt x="1622" y="2075"/>
                    <a:pt x="1789" y="2102"/>
                  </a:cubicBezTo>
                  <a:cubicBezTo>
                    <a:pt x="1908" y="2123"/>
                    <a:pt x="2032" y="2145"/>
                    <a:pt x="2157" y="2145"/>
                  </a:cubicBezTo>
                  <a:cubicBezTo>
                    <a:pt x="2416" y="2150"/>
                    <a:pt x="2627" y="2058"/>
                    <a:pt x="2837" y="1918"/>
                  </a:cubicBezTo>
                  <a:cubicBezTo>
                    <a:pt x="2853" y="1842"/>
                    <a:pt x="2875" y="1772"/>
                    <a:pt x="2897" y="1702"/>
                  </a:cubicBezTo>
                  <a:cubicBezTo>
                    <a:pt x="2864" y="1724"/>
                    <a:pt x="2837" y="1740"/>
                    <a:pt x="2805" y="1761"/>
                  </a:cubicBezTo>
                  <a:cubicBezTo>
                    <a:pt x="2578" y="1880"/>
                    <a:pt x="2319" y="1940"/>
                    <a:pt x="2059" y="1913"/>
                  </a:cubicBezTo>
                  <a:cubicBezTo>
                    <a:pt x="1908" y="1896"/>
                    <a:pt x="1757" y="1891"/>
                    <a:pt x="1605" y="1875"/>
                  </a:cubicBezTo>
                  <a:cubicBezTo>
                    <a:pt x="1470" y="1859"/>
                    <a:pt x="1335" y="1837"/>
                    <a:pt x="1211" y="1788"/>
                  </a:cubicBezTo>
                  <a:cubicBezTo>
                    <a:pt x="1081" y="1734"/>
                    <a:pt x="973" y="1653"/>
                    <a:pt x="881" y="1551"/>
                  </a:cubicBezTo>
                  <a:cubicBezTo>
                    <a:pt x="768" y="1421"/>
                    <a:pt x="644" y="1291"/>
                    <a:pt x="509" y="1189"/>
                  </a:cubicBezTo>
                  <a:cubicBezTo>
                    <a:pt x="476" y="1167"/>
                    <a:pt x="449" y="1145"/>
                    <a:pt x="417" y="1129"/>
                  </a:cubicBezTo>
                  <a:cubicBezTo>
                    <a:pt x="368" y="1102"/>
                    <a:pt x="325" y="1086"/>
                    <a:pt x="271" y="1081"/>
                  </a:cubicBezTo>
                  <a:cubicBezTo>
                    <a:pt x="228" y="1070"/>
                    <a:pt x="179" y="1070"/>
                    <a:pt x="136" y="1054"/>
                  </a:cubicBezTo>
                  <a:cubicBezTo>
                    <a:pt x="125" y="1048"/>
                    <a:pt x="114" y="1032"/>
                    <a:pt x="120" y="1016"/>
                  </a:cubicBezTo>
                  <a:cubicBezTo>
                    <a:pt x="136" y="919"/>
                    <a:pt x="249" y="864"/>
                    <a:pt x="336" y="832"/>
                  </a:cubicBezTo>
                  <a:cubicBezTo>
                    <a:pt x="406" y="810"/>
                    <a:pt x="509" y="789"/>
                    <a:pt x="579" y="789"/>
                  </a:cubicBezTo>
                  <a:cubicBezTo>
                    <a:pt x="838" y="783"/>
                    <a:pt x="1054" y="886"/>
                    <a:pt x="1211" y="1091"/>
                  </a:cubicBezTo>
                  <a:cubicBezTo>
                    <a:pt x="1270" y="1167"/>
                    <a:pt x="1335" y="1248"/>
                    <a:pt x="1411" y="1302"/>
                  </a:cubicBezTo>
                  <a:cubicBezTo>
                    <a:pt x="1449" y="1329"/>
                    <a:pt x="1487" y="1345"/>
                    <a:pt x="1530" y="1351"/>
                  </a:cubicBezTo>
                  <a:cubicBezTo>
                    <a:pt x="1578" y="1362"/>
                    <a:pt x="1632" y="1356"/>
                    <a:pt x="1681" y="1351"/>
                  </a:cubicBezTo>
                  <a:cubicBezTo>
                    <a:pt x="1762" y="1351"/>
                    <a:pt x="1843" y="1351"/>
                    <a:pt x="1924" y="1362"/>
                  </a:cubicBezTo>
                  <a:cubicBezTo>
                    <a:pt x="2016" y="1367"/>
                    <a:pt x="2102" y="1383"/>
                    <a:pt x="2194" y="1389"/>
                  </a:cubicBezTo>
                  <a:cubicBezTo>
                    <a:pt x="2319" y="1394"/>
                    <a:pt x="2437" y="1389"/>
                    <a:pt x="2562" y="1367"/>
                  </a:cubicBezTo>
                  <a:cubicBezTo>
                    <a:pt x="2745" y="1335"/>
                    <a:pt x="2891" y="1264"/>
                    <a:pt x="3059" y="1189"/>
                  </a:cubicBezTo>
                  <a:cubicBezTo>
                    <a:pt x="3086" y="1108"/>
                    <a:pt x="3107" y="1027"/>
                    <a:pt x="3134" y="946"/>
                  </a:cubicBezTo>
                  <a:cubicBezTo>
                    <a:pt x="3118" y="956"/>
                    <a:pt x="3097" y="962"/>
                    <a:pt x="3075" y="973"/>
                  </a:cubicBezTo>
                  <a:cubicBezTo>
                    <a:pt x="2853" y="1097"/>
                    <a:pt x="2589" y="1156"/>
                    <a:pt x="2335" y="1129"/>
                  </a:cubicBezTo>
                  <a:cubicBezTo>
                    <a:pt x="2184" y="1113"/>
                    <a:pt x="2032" y="1108"/>
                    <a:pt x="1881" y="1091"/>
                  </a:cubicBezTo>
                  <a:cubicBezTo>
                    <a:pt x="1746" y="1075"/>
                    <a:pt x="1611" y="1054"/>
                    <a:pt x="1487" y="1000"/>
                  </a:cubicBezTo>
                  <a:cubicBezTo>
                    <a:pt x="1357" y="946"/>
                    <a:pt x="1249" y="870"/>
                    <a:pt x="1157" y="762"/>
                  </a:cubicBezTo>
                  <a:cubicBezTo>
                    <a:pt x="1038" y="638"/>
                    <a:pt x="919" y="508"/>
                    <a:pt x="779" y="405"/>
                  </a:cubicBezTo>
                  <a:cubicBezTo>
                    <a:pt x="752" y="384"/>
                    <a:pt x="719" y="362"/>
                    <a:pt x="687" y="340"/>
                  </a:cubicBezTo>
                  <a:cubicBezTo>
                    <a:pt x="595" y="292"/>
                    <a:pt x="509" y="286"/>
                    <a:pt x="406" y="281"/>
                  </a:cubicBezTo>
                  <a:cubicBezTo>
                    <a:pt x="401" y="281"/>
                    <a:pt x="390" y="281"/>
                    <a:pt x="384" y="270"/>
                  </a:cubicBezTo>
                  <a:cubicBezTo>
                    <a:pt x="379" y="265"/>
                    <a:pt x="379" y="254"/>
                    <a:pt x="379" y="243"/>
                  </a:cubicBezTo>
                  <a:cubicBezTo>
                    <a:pt x="428" y="59"/>
                    <a:pt x="687" y="5"/>
                    <a:pt x="854" y="0"/>
                  </a:cubicBezTo>
                  <a:cubicBezTo>
                    <a:pt x="1108" y="0"/>
                    <a:pt x="1330" y="103"/>
                    <a:pt x="1481" y="303"/>
                  </a:cubicBezTo>
                  <a:cubicBezTo>
                    <a:pt x="1541" y="378"/>
                    <a:pt x="1605" y="465"/>
                    <a:pt x="1681" y="519"/>
                  </a:cubicBezTo>
                  <a:cubicBezTo>
                    <a:pt x="1719" y="546"/>
                    <a:pt x="1757" y="562"/>
                    <a:pt x="1805" y="567"/>
                  </a:cubicBezTo>
                  <a:cubicBezTo>
                    <a:pt x="1854" y="573"/>
                    <a:pt x="1903" y="567"/>
                    <a:pt x="1957" y="567"/>
                  </a:cubicBezTo>
                  <a:cubicBezTo>
                    <a:pt x="2038" y="562"/>
                    <a:pt x="2119" y="562"/>
                    <a:pt x="2200" y="573"/>
                  </a:cubicBezTo>
                  <a:cubicBezTo>
                    <a:pt x="2286" y="584"/>
                    <a:pt x="2378" y="594"/>
                    <a:pt x="2464" y="605"/>
                  </a:cubicBezTo>
                  <a:cubicBezTo>
                    <a:pt x="2589" y="611"/>
                    <a:pt x="2713" y="605"/>
                    <a:pt x="2832" y="584"/>
                  </a:cubicBezTo>
                  <a:cubicBezTo>
                    <a:pt x="2994" y="551"/>
                    <a:pt x="3156" y="513"/>
                    <a:pt x="3302" y="443"/>
                  </a:cubicBezTo>
                  <a:cubicBezTo>
                    <a:pt x="3329" y="367"/>
                    <a:pt x="3345" y="286"/>
                    <a:pt x="3378" y="211"/>
                  </a:cubicBezTo>
                  <a:lnTo>
                    <a:pt x="3388" y="189"/>
                  </a:lnTo>
                  <a:cubicBezTo>
                    <a:pt x="3410" y="135"/>
                    <a:pt x="3469" y="108"/>
                    <a:pt x="3518" y="130"/>
                  </a:cubicBezTo>
                  <a:lnTo>
                    <a:pt x="3572" y="151"/>
                  </a:lnTo>
                  <a:cubicBezTo>
                    <a:pt x="3621" y="173"/>
                    <a:pt x="3648" y="232"/>
                    <a:pt x="3626" y="286"/>
                  </a:cubicBezTo>
                  <a:lnTo>
                    <a:pt x="3615" y="313"/>
                  </a:lnTo>
                  <a:cubicBezTo>
                    <a:pt x="3604" y="346"/>
                    <a:pt x="3577" y="378"/>
                    <a:pt x="3561" y="411"/>
                  </a:cubicBezTo>
                  <a:cubicBezTo>
                    <a:pt x="3550" y="427"/>
                    <a:pt x="3540" y="443"/>
                    <a:pt x="3529" y="465"/>
                  </a:cubicBezTo>
                  <a:cubicBezTo>
                    <a:pt x="3561" y="459"/>
                    <a:pt x="3594" y="459"/>
                    <a:pt x="3631" y="454"/>
                  </a:cubicBezTo>
                  <a:cubicBezTo>
                    <a:pt x="3826" y="448"/>
                    <a:pt x="4026" y="394"/>
                    <a:pt x="4210" y="308"/>
                  </a:cubicBezTo>
                  <a:cubicBezTo>
                    <a:pt x="4734" y="70"/>
                    <a:pt x="5360" y="124"/>
                    <a:pt x="5787" y="540"/>
                  </a:cubicBezTo>
                  <a:cubicBezTo>
                    <a:pt x="5820" y="573"/>
                    <a:pt x="5857" y="605"/>
                    <a:pt x="5884" y="643"/>
                  </a:cubicBezTo>
                  <a:cubicBezTo>
                    <a:pt x="5928" y="697"/>
                    <a:pt x="5955" y="767"/>
                    <a:pt x="5906" y="837"/>
                  </a:cubicBezTo>
                  <a:cubicBezTo>
                    <a:pt x="5857" y="908"/>
                    <a:pt x="5776" y="902"/>
                    <a:pt x="5701" y="881"/>
                  </a:cubicBezTo>
                  <a:cubicBezTo>
                    <a:pt x="5652" y="870"/>
                    <a:pt x="5598" y="848"/>
                    <a:pt x="5549" y="832"/>
                  </a:cubicBezTo>
                  <a:cubicBezTo>
                    <a:pt x="5420" y="783"/>
                    <a:pt x="5285" y="740"/>
                    <a:pt x="5144" y="713"/>
                  </a:cubicBezTo>
                  <a:cubicBezTo>
                    <a:pt x="5063" y="697"/>
                    <a:pt x="4977" y="692"/>
                    <a:pt x="4896" y="697"/>
                  </a:cubicBezTo>
                  <a:cubicBezTo>
                    <a:pt x="4734" y="708"/>
                    <a:pt x="4572" y="751"/>
                    <a:pt x="4415" y="789"/>
                  </a:cubicBezTo>
                  <a:cubicBezTo>
                    <a:pt x="4258" y="827"/>
                    <a:pt x="4101" y="854"/>
                    <a:pt x="3939" y="843"/>
                  </a:cubicBezTo>
                  <a:cubicBezTo>
                    <a:pt x="3799" y="837"/>
                    <a:pt x="3658" y="810"/>
                    <a:pt x="3523" y="7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0"/>
            <p:cNvSpPr/>
            <p:nvPr/>
          </p:nvSpPr>
          <p:spPr>
            <a:xfrm>
              <a:off x="3013192" y="952232"/>
              <a:ext cx="113203" cy="102433"/>
            </a:xfrm>
            <a:custGeom>
              <a:avLst/>
              <a:gdLst/>
              <a:ahLst/>
              <a:cxnLst/>
              <a:rect l="l" t="t" r="r" b="b"/>
              <a:pathLst>
                <a:path w="1876" h="1530" extrusionOk="0">
                  <a:moveTo>
                    <a:pt x="0" y="0"/>
                  </a:moveTo>
                  <a:cubicBezTo>
                    <a:pt x="0" y="0"/>
                    <a:pt x="281" y="195"/>
                    <a:pt x="427" y="665"/>
                  </a:cubicBezTo>
                  <a:cubicBezTo>
                    <a:pt x="579" y="1135"/>
                    <a:pt x="962" y="1464"/>
                    <a:pt x="1416" y="1497"/>
                  </a:cubicBezTo>
                  <a:cubicBezTo>
                    <a:pt x="1875" y="1529"/>
                    <a:pt x="1167" y="1356"/>
                    <a:pt x="892" y="1000"/>
                  </a:cubicBezTo>
                  <a:cubicBezTo>
                    <a:pt x="616" y="638"/>
                    <a:pt x="627" y="27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0"/>
            <p:cNvSpPr/>
            <p:nvPr/>
          </p:nvSpPr>
          <p:spPr>
            <a:xfrm>
              <a:off x="3021640" y="959462"/>
              <a:ext cx="52257" cy="81813"/>
            </a:xfrm>
            <a:custGeom>
              <a:avLst/>
              <a:gdLst/>
              <a:ahLst/>
              <a:cxnLst/>
              <a:rect l="l" t="t" r="r" b="b"/>
              <a:pathLst>
                <a:path w="866" h="1222" extrusionOk="0">
                  <a:moveTo>
                    <a:pt x="860" y="1211"/>
                  </a:moveTo>
                  <a:cubicBezTo>
                    <a:pt x="757" y="1113"/>
                    <a:pt x="665" y="1011"/>
                    <a:pt x="601" y="886"/>
                  </a:cubicBezTo>
                  <a:cubicBezTo>
                    <a:pt x="536" y="773"/>
                    <a:pt x="509" y="643"/>
                    <a:pt x="460" y="519"/>
                  </a:cubicBezTo>
                  <a:cubicBezTo>
                    <a:pt x="379" y="314"/>
                    <a:pt x="233" y="103"/>
                    <a:pt x="22" y="6"/>
                  </a:cubicBezTo>
                  <a:cubicBezTo>
                    <a:pt x="12" y="0"/>
                    <a:pt x="1" y="17"/>
                    <a:pt x="12" y="22"/>
                  </a:cubicBezTo>
                  <a:cubicBezTo>
                    <a:pt x="77" y="119"/>
                    <a:pt x="195" y="179"/>
                    <a:pt x="276" y="265"/>
                  </a:cubicBezTo>
                  <a:cubicBezTo>
                    <a:pt x="363" y="373"/>
                    <a:pt x="411" y="508"/>
                    <a:pt x="466" y="632"/>
                  </a:cubicBezTo>
                  <a:cubicBezTo>
                    <a:pt x="563" y="865"/>
                    <a:pt x="660" y="1059"/>
                    <a:pt x="855" y="1221"/>
                  </a:cubicBezTo>
                  <a:cubicBezTo>
                    <a:pt x="860" y="1221"/>
                    <a:pt x="865" y="1216"/>
                    <a:pt x="860" y="12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0"/>
            <p:cNvSpPr/>
            <p:nvPr/>
          </p:nvSpPr>
          <p:spPr>
            <a:xfrm>
              <a:off x="2862575" y="935227"/>
              <a:ext cx="148080" cy="94466"/>
            </a:xfrm>
            <a:custGeom>
              <a:avLst/>
              <a:gdLst/>
              <a:ahLst/>
              <a:cxnLst/>
              <a:rect l="l" t="t" r="r" b="b"/>
              <a:pathLst>
                <a:path w="2454" h="1411" extrusionOk="0">
                  <a:moveTo>
                    <a:pt x="2453" y="0"/>
                  </a:moveTo>
                  <a:cubicBezTo>
                    <a:pt x="2453" y="0"/>
                    <a:pt x="2183" y="789"/>
                    <a:pt x="1281" y="940"/>
                  </a:cubicBezTo>
                  <a:cubicBezTo>
                    <a:pt x="384" y="1097"/>
                    <a:pt x="125" y="1248"/>
                    <a:pt x="60" y="1329"/>
                  </a:cubicBezTo>
                  <a:cubicBezTo>
                    <a:pt x="0" y="1410"/>
                    <a:pt x="216" y="687"/>
                    <a:pt x="930" y="557"/>
                  </a:cubicBezTo>
                  <a:cubicBezTo>
                    <a:pt x="1637" y="422"/>
                    <a:pt x="1924" y="600"/>
                    <a:pt x="24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0"/>
            <p:cNvSpPr/>
            <p:nvPr/>
          </p:nvSpPr>
          <p:spPr>
            <a:xfrm>
              <a:off x="2891239" y="940650"/>
              <a:ext cx="118392" cy="59050"/>
            </a:xfrm>
            <a:custGeom>
              <a:avLst/>
              <a:gdLst/>
              <a:ahLst/>
              <a:cxnLst/>
              <a:rect l="l" t="t" r="r" b="b"/>
              <a:pathLst>
                <a:path w="1962" h="882" extrusionOk="0">
                  <a:moveTo>
                    <a:pt x="17" y="876"/>
                  </a:moveTo>
                  <a:cubicBezTo>
                    <a:pt x="195" y="800"/>
                    <a:pt x="374" y="757"/>
                    <a:pt x="563" y="735"/>
                  </a:cubicBezTo>
                  <a:cubicBezTo>
                    <a:pt x="763" y="714"/>
                    <a:pt x="957" y="703"/>
                    <a:pt x="1152" y="643"/>
                  </a:cubicBezTo>
                  <a:cubicBezTo>
                    <a:pt x="1314" y="595"/>
                    <a:pt x="1476" y="514"/>
                    <a:pt x="1611" y="406"/>
                  </a:cubicBezTo>
                  <a:cubicBezTo>
                    <a:pt x="1735" y="314"/>
                    <a:pt x="1908" y="179"/>
                    <a:pt x="1957" y="27"/>
                  </a:cubicBezTo>
                  <a:cubicBezTo>
                    <a:pt x="1962" y="11"/>
                    <a:pt x="1946" y="0"/>
                    <a:pt x="1935" y="11"/>
                  </a:cubicBezTo>
                  <a:cubicBezTo>
                    <a:pt x="1822" y="141"/>
                    <a:pt x="1713" y="265"/>
                    <a:pt x="1578" y="373"/>
                  </a:cubicBezTo>
                  <a:cubicBezTo>
                    <a:pt x="1406" y="508"/>
                    <a:pt x="1200" y="600"/>
                    <a:pt x="989" y="649"/>
                  </a:cubicBezTo>
                  <a:cubicBezTo>
                    <a:pt x="660" y="719"/>
                    <a:pt x="303" y="670"/>
                    <a:pt x="6" y="859"/>
                  </a:cubicBezTo>
                  <a:cubicBezTo>
                    <a:pt x="1" y="865"/>
                    <a:pt x="6" y="881"/>
                    <a:pt x="17" y="8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0"/>
            <p:cNvSpPr/>
            <p:nvPr/>
          </p:nvSpPr>
          <p:spPr>
            <a:xfrm>
              <a:off x="3047105" y="782917"/>
              <a:ext cx="162080" cy="89044"/>
            </a:xfrm>
            <a:custGeom>
              <a:avLst/>
              <a:gdLst/>
              <a:ahLst/>
              <a:cxnLst/>
              <a:rect l="l" t="t" r="r" b="b"/>
              <a:pathLst>
                <a:path w="2686" h="1330" extrusionOk="0">
                  <a:moveTo>
                    <a:pt x="38" y="6"/>
                  </a:moveTo>
                  <a:cubicBezTo>
                    <a:pt x="0" y="217"/>
                    <a:pt x="222" y="714"/>
                    <a:pt x="676" y="930"/>
                  </a:cubicBezTo>
                  <a:cubicBezTo>
                    <a:pt x="1135" y="1141"/>
                    <a:pt x="1389" y="1330"/>
                    <a:pt x="1783" y="1211"/>
                  </a:cubicBezTo>
                  <a:cubicBezTo>
                    <a:pt x="2178" y="1087"/>
                    <a:pt x="2529" y="1027"/>
                    <a:pt x="2604" y="1130"/>
                  </a:cubicBezTo>
                  <a:cubicBezTo>
                    <a:pt x="2685" y="1227"/>
                    <a:pt x="2345" y="676"/>
                    <a:pt x="1821" y="892"/>
                  </a:cubicBezTo>
                  <a:cubicBezTo>
                    <a:pt x="1297" y="1103"/>
                    <a:pt x="1308" y="903"/>
                    <a:pt x="967" y="757"/>
                  </a:cubicBezTo>
                  <a:cubicBezTo>
                    <a:pt x="632" y="606"/>
                    <a:pt x="373" y="503"/>
                    <a:pt x="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0"/>
            <p:cNvSpPr/>
            <p:nvPr/>
          </p:nvSpPr>
          <p:spPr>
            <a:xfrm>
              <a:off x="3049036" y="786198"/>
              <a:ext cx="127564" cy="74181"/>
            </a:xfrm>
            <a:custGeom>
              <a:avLst/>
              <a:gdLst/>
              <a:ahLst/>
              <a:cxnLst/>
              <a:rect l="l" t="t" r="r" b="b"/>
              <a:pathLst>
                <a:path w="2114" h="1108" extrusionOk="0">
                  <a:moveTo>
                    <a:pt x="2113" y="941"/>
                  </a:moveTo>
                  <a:cubicBezTo>
                    <a:pt x="1946" y="951"/>
                    <a:pt x="1789" y="1000"/>
                    <a:pt x="1627" y="1032"/>
                  </a:cubicBezTo>
                  <a:cubicBezTo>
                    <a:pt x="1400" y="1081"/>
                    <a:pt x="1216" y="1049"/>
                    <a:pt x="1022" y="935"/>
                  </a:cubicBezTo>
                  <a:cubicBezTo>
                    <a:pt x="871" y="849"/>
                    <a:pt x="714" y="768"/>
                    <a:pt x="563" y="681"/>
                  </a:cubicBezTo>
                  <a:cubicBezTo>
                    <a:pt x="357" y="568"/>
                    <a:pt x="174" y="211"/>
                    <a:pt x="49" y="22"/>
                  </a:cubicBezTo>
                  <a:cubicBezTo>
                    <a:pt x="33" y="0"/>
                    <a:pt x="1" y="17"/>
                    <a:pt x="12" y="44"/>
                  </a:cubicBezTo>
                  <a:cubicBezTo>
                    <a:pt x="103" y="217"/>
                    <a:pt x="298" y="546"/>
                    <a:pt x="460" y="660"/>
                  </a:cubicBezTo>
                  <a:cubicBezTo>
                    <a:pt x="541" y="719"/>
                    <a:pt x="633" y="762"/>
                    <a:pt x="725" y="800"/>
                  </a:cubicBezTo>
                  <a:cubicBezTo>
                    <a:pt x="822" y="849"/>
                    <a:pt x="908" y="908"/>
                    <a:pt x="1000" y="962"/>
                  </a:cubicBezTo>
                  <a:cubicBezTo>
                    <a:pt x="1146" y="1049"/>
                    <a:pt x="1303" y="1108"/>
                    <a:pt x="1470" y="1086"/>
                  </a:cubicBezTo>
                  <a:cubicBezTo>
                    <a:pt x="1692" y="1059"/>
                    <a:pt x="1892" y="968"/>
                    <a:pt x="2113" y="946"/>
                  </a:cubicBezTo>
                  <a:cubicBezTo>
                    <a:pt x="2113" y="946"/>
                    <a:pt x="2113" y="935"/>
                    <a:pt x="2113" y="9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0"/>
            <p:cNvSpPr/>
            <p:nvPr/>
          </p:nvSpPr>
          <p:spPr>
            <a:xfrm>
              <a:off x="3030450" y="824560"/>
              <a:ext cx="145124" cy="118301"/>
            </a:xfrm>
            <a:custGeom>
              <a:avLst/>
              <a:gdLst/>
              <a:ahLst/>
              <a:cxnLst/>
              <a:rect l="l" t="t" r="r" b="b"/>
              <a:pathLst>
                <a:path w="2405" h="1767" extrusionOk="0">
                  <a:moveTo>
                    <a:pt x="82" y="0"/>
                  </a:moveTo>
                  <a:cubicBezTo>
                    <a:pt x="1" y="195"/>
                    <a:pt x="109" y="735"/>
                    <a:pt x="509" y="1037"/>
                  </a:cubicBezTo>
                  <a:cubicBezTo>
                    <a:pt x="908" y="1345"/>
                    <a:pt x="1114" y="1589"/>
                    <a:pt x="1524" y="1551"/>
                  </a:cubicBezTo>
                  <a:cubicBezTo>
                    <a:pt x="1940" y="1518"/>
                    <a:pt x="2292" y="1540"/>
                    <a:pt x="2346" y="1653"/>
                  </a:cubicBezTo>
                  <a:cubicBezTo>
                    <a:pt x="2405" y="1767"/>
                    <a:pt x="2189" y="1156"/>
                    <a:pt x="1632" y="1248"/>
                  </a:cubicBezTo>
                  <a:cubicBezTo>
                    <a:pt x="1076" y="1345"/>
                    <a:pt x="1125" y="1151"/>
                    <a:pt x="827" y="935"/>
                  </a:cubicBezTo>
                  <a:cubicBezTo>
                    <a:pt x="530" y="719"/>
                    <a:pt x="298" y="557"/>
                    <a:pt x="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0"/>
            <p:cNvSpPr/>
            <p:nvPr/>
          </p:nvSpPr>
          <p:spPr>
            <a:xfrm>
              <a:off x="3034373" y="827773"/>
              <a:ext cx="112539" cy="93395"/>
            </a:xfrm>
            <a:custGeom>
              <a:avLst/>
              <a:gdLst/>
              <a:ahLst/>
              <a:cxnLst/>
              <a:rect l="l" t="t" r="r" b="b"/>
              <a:pathLst>
                <a:path w="1865" h="1395" extrusionOk="0">
                  <a:moveTo>
                    <a:pt x="1859" y="1368"/>
                  </a:moveTo>
                  <a:cubicBezTo>
                    <a:pt x="1697" y="1341"/>
                    <a:pt x="1530" y="1357"/>
                    <a:pt x="1367" y="1357"/>
                  </a:cubicBezTo>
                  <a:cubicBezTo>
                    <a:pt x="1135" y="1351"/>
                    <a:pt x="962" y="1281"/>
                    <a:pt x="795" y="1125"/>
                  </a:cubicBezTo>
                  <a:cubicBezTo>
                    <a:pt x="665" y="1006"/>
                    <a:pt x="535" y="898"/>
                    <a:pt x="406" y="784"/>
                  </a:cubicBezTo>
                  <a:cubicBezTo>
                    <a:pt x="228" y="627"/>
                    <a:pt x="125" y="238"/>
                    <a:pt x="49" y="22"/>
                  </a:cubicBezTo>
                  <a:cubicBezTo>
                    <a:pt x="38" y="1"/>
                    <a:pt x="1" y="12"/>
                    <a:pt x="6" y="39"/>
                  </a:cubicBezTo>
                  <a:cubicBezTo>
                    <a:pt x="55" y="228"/>
                    <a:pt x="179" y="590"/>
                    <a:pt x="309" y="741"/>
                  </a:cubicBezTo>
                  <a:cubicBezTo>
                    <a:pt x="373" y="811"/>
                    <a:pt x="454" y="871"/>
                    <a:pt x="535" y="935"/>
                  </a:cubicBezTo>
                  <a:cubicBezTo>
                    <a:pt x="622" y="1000"/>
                    <a:pt x="698" y="1076"/>
                    <a:pt x="773" y="1152"/>
                  </a:cubicBezTo>
                  <a:cubicBezTo>
                    <a:pt x="897" y="1265"/>
                    <a:pt x="1033" y="1357"/>
                    <a:pt x="1205" y="1373"/>
                  </a:cubicBezTo>
                  <a:cubicBezTo>
                    <a:pt x="1422" y="1395"/>
                    <a:pt x="1643" y="1346"/>
                    <a:pt x="1859" y="1373"/>
                  </a:cubicBezTo>
                  <a:cubicBezTo>
                    <a:pt x="1865" y="1373"/>
                    <a:pt x="1865" y="1368"/>
                    <a:pt x="1859" y="13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0"/>
            <p:cNvSpPr/>
            <p:nvPr/>
          </p:nvSpPr>
          <p:spPr>
            <a:xfrm>
              <a:off x="2857326" y="868278"/>
              <a:ext cx="164373" cy="50748"/>
            </a:xfrm>
            <a:custGeom>
              <a:avLst/>
              <a:gdLst/>
              <a:ahLst/>
              <a:cxnLst/>
              <a:rect l="l" t="t" r="r" b="b"/>
              <a:pathLst>
                <a:path w="2724" h="758" extrusionOk="0">
                  <a:moveTo>
                    <a:pt x="2724" y="1"/>
                  </a:moveTo>
                  <a:cubicBezTo>
                    <a:pt x="2648" y="222"/>
                    <a:pt x="2270" y="698"/>
                    <a:pt x="1362" y="622"/>
                  </a:cubicBezTo>
                  <a:cubicBezTo>
                    <a:pt x="449" y="547"/>
                    <a:pt x="158" y="633"/>
                    <a:pt x="77" y="698"/>
                  </a:cubicBezTo>
                  <a:cubicBezTo>
                    <a:pt x="1" y="757"/>
                    <a:pt x="390" y="109"/>
                    <a:pt x="1114" y="163"/>
                  </a:cubicBezTo>
                  <a:cubicBezTo>
                    <a:pt x="1832" y="212"/>
                    <a:pt x="2070" y="449"/>
                    <a:pt x="27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0"/>
            <p:cNvSpPr/>
            <p:nvPr/>
          </p:nvSpPr>
          <p:spPr>
            <a:xfrm>
              <a:off x="2891902" y="869416"/>
              <a:ext cx="129495" cy="32939"/>
            </a:xfrm>
            <a:custGeom>
              <a:avLst/>
              <a:gdLst/>
              <a:ahLst/>
              <a:cxnLst/>
              <a:rect l="l" t="t" r="r" b="b"/>
              <a:pathLst>
                <a:path w="2146" h="492" extrusionOk="0">
                  <a:moveTo>
                    <a:pt x="17" y="427"/>
                  </a:moveTo>
                  <a:cubicBezTo>
                    <a:pt x="206" y="394"/>
                    <a:pt x="390" y="394"/>
                    <a:pt x="579" y="421"/>
                  </a:cubicBezTo>
                  <a:cubicBezTo>
                    <a:pt x="779" y="448"/>
                    <a:pt x="973" y="492"/>
                    <a:pt x="1173" y="481"/>
                  </a:cubicBezTo>
                  <a:cubicBezTo>
                    <a:pt x="1346" y="476"/>
                    <a:pt x="1519" y="438"/>
                    <a:pt x="1675" y="367"/>
                  </a:cubicBezTo>
                  <a:cubicBezTo>
                    <a:pt x="1821" y="308"/>
                    <a:pt x="2054" y="168"/>
                    <a:pt x="2135" y="27"/>
                  </a:cubicBezTo>
                  <a:cubicBezTo>
                    <a:pt x="2145" y="16"/>
                    <a:pt x="2129" y="0"/>
                    <a:pt x="2118" y="11"/>
                  </a:cubicBezTo>
                  <a:cubicBezTo>
                    <a:pt x="2010" y="119"/>
                    <a:pt x="1811" y="259"/>
                    <a:pt x="1654" y="330"/>
                  </a:cubicBezTo>
                  <a:cubicBezTo>
                    <a:pt x="1454" y="416"/>
                    <a:pt x="1232" y="454"/>
                    <a:pt x="1016" y="443"/>
                  </a:cubicBezTo>
                  <a:cubicBezTo>
                    <a:pt x="676" y="438"/>
                    <a:pt x="346" y="297"/>
                    <a:pt x="11" y="411"/>
                  </a:cubicBezTo>
                  <a:cubicBezTo>
                    <a:pt x="1" y="411"/>
                    <a:pt x="6" y="427"/>
                    <a:pt x="17" y="42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0"/>
            <p:cNvSpPr/>
            <p:nvPr/>
          </p:nvSpPr>
          <p:spPr>
            <a:xfrm>
              <a:off x="3019408" y="893651"/>
              <a:ext cx="126840" cy="115087"/>
            </a:xfrm>
            <a:custGeom>
              <a:avLst/>
              <a:gdLst/>
              <a:ahLst/>
              <a:cxnLst/>
              <a:rect l="l" t="t" r="r" b="b"/>
              <a:pathLst>
                <a:path w="2102" h="1719" extrusionOk="0">
                  <a:moveTo>
                    <a:pt x="0" y="5"/>
                  </a:moveTo>
                  <a:cubicBezTo>
                    <a:pt x="0" y="5"/>
                    <a:pt x="313" y="222"/>
                    <a:pt x="481" y="751"/>
                  </a:cubicBezTo>
                  <a:cubicBezTo>
                    <a:pt x="643" y="1280"/>
                    <a:pt x="1075" y="1648"/>
                    <a:pt x="1588" y="1686"/>
                  </a:cubicBezTo>
                  <a:cubicBezTo>
                    <a:pt x="2102" y="1718"/>
                    <a:pt x="1308" y="1524"/>
                    <a:pt x="1000" y="1124"/>
                  </a:cubicBezTo>
                  <a:cubicBezTo>
                    <a:pt x="692" y="719"/>
                    <a:pt x="697" y="3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0"/>
            <p:cNvSpPr/>
            <p:nvPr/>
          </p:nvSpPr>
          <p:spPr>
            <a:xfrm>
              <a:off x="3028821" y="901953"/>
              <a:ext cx="58412" cy="91922"/>
            </a:xfrm>
            <a:custGeom>
              <a:avLst/>
              <a:gdLst/>
              <a:ahLst/>
              <a:cxnLst/>
              <a:rect l="l" t="t" r="r" b="b"/>
              <a:pathLst>
                <a:path w="968" h="1373" extrusionOk="0">
                  <a:moveTo>
                    <a:pt x="962" y="1356"/>
                  </a:moveTo>
                  <a:cubicBezTo>
                    <a:pt x="849" y="1254"/>
                    <a:pt x="741" y="1135"/>
                    <a:pt x="671" y="994"/>
                  </a:cubicBezTo>
                  <a:cubicBezTo>
                    <a:pt x="600" y="865"/>
                    <a:pt x="568" y="719"/>
                    <a:pt x="514" y="584"/>
                  </a:cubicBezTo>
                  <a:cubicBezTo>
                    <a:pt x="422" y="351"/>
                    <a:pt x="260" y="114"/>
                    <a:pt x="22" y="6"/>
                  </a:cubicBezTo>
                  <a:cubicBezTo>
                    <a:pt x="12" y="0"/>
                    <a:pt x="1" y="22"/>
                    <a:pt x="12" y="27"/>
                  </a:cubicBezTo>
                  <a:cubicBezTo>
                    <a:pt x="87" y="135"/>
                    <a:pt x="222" y="200"/>
                    <a:pt x="309" y="303"/>
                  </a:cubicBezTo>
                  <a:cubicBezTo>
                    <a:pt x="406" y="416"/>
                    <a:pt x="460" y="573"/>
                    <a:pt x="525" y="713"/>
                  </a:cubicBezTo>
                  <a:cubicBezTo>
                    <a:pt x="627" y="967"/>
                    <a:pt x="736" y="1189"/>
                    <a:pt x="952" y="1367"/>
                  </a:cubicBezTo>
                  <a:cubicBezTo>
                    <a:pt x="962" y="1373"/>
                    <a:pt x="968" y="1362"/>
                    <a:pt x="962" y="13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0"/>
            <p:cNvSpPr/>
            <p:nvPr/>
          </p:nvSpPr>
          <p:spPr>
            <a:xfrm>
              <a:off x="2875610" y="729425"/>
              <a:ext cx="175114" cy="74917"/>
            </a:xfrm>
            <a:custGeom>
              <a:avLst/>
              <a:gdLst/>
              <a:ahLst/>
              <a:cxnLst/>
              <a:rect l="l" t="t" r="r" b="b"/>
              <a:pathLst>
                <a:path w="2902" h="1119" extrusionOk="0">
                  <a:moveTo>
                    <a:pt x="2902" y="600"/>
                  </a:moveTo>
                  <a:cubicBezTo>
                    <a:pt x="2826" y="800"/>
                    <a:pt x="2383" y="1119"/>
                    <a:pt x="1881" y="1070"/>
                  </a:cubicBezTo>
                  <a:cubicBezTo>
                    <a:pt x="1384" y="1016"/>
                    <a:pt x="1065" y="1054"/>
                    <a:pt x="789" y="746"/>
                  </a:cubicBezTo>
                  <a:cubicBezTo>
                    <a:pt x="508" y="438"/>
                    <a:pt x="238" y="211"/>
                    <a:pt x="119" y="254"/>
                  </a:cubicBezTo>
                  <a:cubicBezTo>
                    <a:pt x="0" y="303"/>
                    <a:pt x="573" y="0"/>
                    <a:pt x="919" y="454"/>
                  </a:cubicBezTo>
                  <a:cubicBezTo>
                    <a:pt x="1259" y="902"/>
                    <a:pt x="1357" y="724"/>
                    <a:pt x="1719" y="773"/>
                  </a:cubicBezTo>
                  <a:cubicBezTo>
                    <a:pt x="2086" y="816"/>
                    <a:pt x="2361" y="859"/>
                    <a:pt x="2902" y="60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0"/>
            <p:cNvSpPr/>
            <p:nvPr/>
          </p:nvSpPr>
          <p:spPr>
            <a:xfrm>
              <a:off x="2910790" y="753995"/>
              <a:ext cx="138667" cy="41308"/>
            </a:xfrm>
            <a:custGeom>
              <a:avLst/>
              <a:gdLst/>
              <a:ahLst/>
              <a:cxnLst/>
              <a:rect l="l" t="t" r="r" b="b"/>
              <a:pathLst>
                <a:path w="2298" h="617" extrusionOk="0">
                  <a:moveTo>
                    <a:pt x="6" y="6"/>
                  </a:moveTo>
                  <a:cubicBezTo>
                    <a:pt x="147" y="98"/>
                    <a:pt x="255" y="222"/>
                    <a:pt x="374" y="336"/>
                  </a:cubicBezTo>
                  <a:cubicBezTo>
                    <a:pt x="547" y="492"/>
                    <a:pt x="720" y="557"/>
                    <a:pt x="952" y="557"/>
                  </a:cubicBezTo>
                  <a:cubicBezTo>
                    <a:pt x="1125" y="557"/>
                    <a:pt x="1298" y="573"/>
                    <a:pt x="1471" y="579"/>
                  </a:cubicBezTo>
                  <a:cubicBezTo>
                    <a:pt x="1708" y="584"/>
                    <a:pt x="2049" y="368"/>
                    <a:pt x="2248" y="265"/>
                  </a:cubicBezTo>
                  <a:cubicBezTo>
                    <a:pt x="2276" y="255"/>
                    <a:pt x="2297" y="287"/>
                    <a:pt x="2270" y="303"/>
                  </a:cubicBezTo>
                  <a:cubicBezTo>
                    <a:pt x="2103" y="411"/>
                    <a:pt x="1768" y="589"/>
                    <a:pt x="1568" y="611"/>
                  </a:cubicBezTo>
                  <a:cubicBezTo>
                    <a:pt x="1471" y="617"/>
                    <a:pt x="1368" y="606"/>
                    <a:pt x="1271" y="595"/>
                  </a:cubicBezTo>
                  <a:cubicBezTo>
                    <a:pt x="1163" y="584"/>
                    <a:pt x="1060" y="589"/>
                    <a:pt x="952" y="589"/>
                  </a:cubicBezTo>
                  <a:cubicBezTo>
                    <a:pt x="784" y="595"/>
                    <a:pt x="617" y="562"/>
                    <a:pt x="482" y="460"/>
                  </a:cubicBezTo>
                  <a:cubicBezTo>
                    <a:pt x="309" y="325"/>
                    <a:pt x="185" y="141"/>
                    <a:pt x="6" y="11"/>
                  </a:cubicBezTo>
                  <a:cubicBezTo>
                    <a:pt x="1" y="6"/>
                    <a:pt x="6" y="1"/>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0"/>
            <p:cNvSpPr/>
            <p:nvPr/>
          </p:nvSpPr>
          <p:spPr>
            <a:xfrm>
              <a:off x="2859317" y="781846"/>
              <a:ext cx="175114" cy="74917"/>
            </a:xfrm>
            <a:custGeom>
              <a:avLst/>
              <a:gdLst/>
              <a:ahLst/>
              <a:cxnLst/>
              <a:rect l="l" t="t" r="r" b="b"/>
              <a:pathLst>
                <a:path w="2902" h="1119" extrusionOk="0">
                  <a:moveTo>
                    <a:pt x="2902" y="600"/>
                  </a:moveTo>
                  <a:cubicBezTo>
                    <a:pt x="2826" y="800"/>
                    <a:pt x="2378" y="1119"/>
                    <a:pt x="1880" y="1070"/>
                  </a:cubicBezTo>
                  <a:cubicBezTo>
                    <a:pt x="1378" y="1016"/>
                    <a:pt x="1059" y="1054"/>
                    <a:pt x="784" y="746"/>
                  </a:cubicBezTo>
                  <a:cubicBezTo>
                    <a:pt x="508" y="438"/>
                    <a:pt x="233" y="211"/>
                    <a:pt x="119" y="260"/>
                  </a:cubicBezTo>
                  <a:cubicBezTo>
                    <a:pt x="0" y="303"/>
                    <a:pt x="573" y="1"/>
                    <a:pt x="913" y="454"/>
                  </a:cubicBezTo>
                  <a:cubicBezTo>
                    <a:pt x="1254" y="903"/>
                    <a:pt x="1351" y="725"/>
                    <a:pt x="1718" y="773"/>
                  </a:cubicBezTo>
                  <a:cubicBezTo>
                    <a:pt x="2080" y="816"/>
                    <a:pt x="2356" y="860"/>
                    <a:pt x="2902" y="60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0"/>
            <p:cNvSpPr/>
            <p:nvPr/>
          </p:nvSpPr>
          <p:spPr>
            <a:xfrm>
              <a:off x="2894497" y="806417"/>
              <a:ext cx="138305" cy="41308"/>
            </a:xfrm>
            <a:custGeom>
              <a:avLst/>
              <a:gdLst/>
              <a:ahLst/>
              <a:cxnLst/>
              <a:rect l="l" t="t" r="r" b="b"/>
              <a:pathLst>
                <a:path w="2292" h="617" extrusionOk="0">
                  <a:moveTo>
                    <a:pt x="6" y="6"/>
                  </a:moveTo>
                  <a:cubicBezTo>
                    <a:pt x="141" y="98"/>
                    <a:pt x="249" y="223"/>
                    <a:pt x="374" y="336"/>
                  </a:cubicBezTo>
                  <a:cubicBezTo>
                    <a:pt x="541" y="493"/>
                    <a:pt x="714" y="557"/>
                    <a:pt x="946" y="557"/>
                  </a:cubicBezTo>
                  <a:cubicBezTo>
                    <a:pt x="1119" y="563"/>
                    <a:pt x="1292" y="574"/>
                    <a:pt x="1465" y="579"/>
                  </a:cubicBezTo>
                  <a:cubicBezTo>
                    <a:pt x="1703" y="584"/>
                    <a:pt x="2043" y="368"/>
                    <a:pt x="2243" y="266"/>
                  </a:cubicBezTo>
                  <a:cubicBezTo>
                    <a:pt x="2270" y="255"/>
                    <a:pt x="2292" y="293"/>
                    <a:pt x="2265" y="304"/>
                  </a:cubicBezTo>
                  <a:cubicBezTo>
                    <a:pt x="2102" y="412"/>
                    <a:pt x="1762" y="590"/>
                    <a:pt x="1568" y="611"/>
                  </a:cubicBezTo>
                  <a:cubicBezTo>
                    <a:pt x="1465" y="617"/>
                    <a:pt x="1368" y="606"/>
                    <a:pt x="1270" y="595"/>
                  </a:cubicBezTo>
                  <a:cubicBezTo>
                    <a:pt x="1162" y="584"/>
                    <a:pt x="1054" y="590"/>
                    <a:pt x="946" y="590"/>
                  </a:cubicBezTo>
                  <a:cubicBezTo>
                    <a:pt x="779" y="590"/>
                    <a:pt x="617" y="563"/>
                    <a:pt x="476" y="460"/>
                  </a:cubicBezTo>
                  <a:cubicBezTo>
                    <a:pt x="309" y="325"/>
                    <a:pt x="179" y="141"/>
                    <a:pt x="1" y="12"/>
                  </a:cubicBezTo>
                  <a:cubicBezTo>
                    <a:pt x="1" y="6"/>
                    <a:pt x="1" y="1"/>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0"/>
            <p:cNvSpPr/>
            <p:nvPr/>
          </p:nvSpPr>
          <p:spPr>
            <a:xfrm>
              <a:off x="3012227" y="1015900"/>
              <a:ext cx="82850" cy="75252"/>
            </a:xfrm>
            <a:custGeom>
              <a:avLst/>
              <a:gdLst/>
              <a:ahLst/>
              <a:cxnLst/>
              <a:rect l="l" t="t" r="r" b="b"/>
              <a:pathLst>
                <a:path w="1373" h="1124" extrusionOk="0">
                  <a:moveTo>
                    <a:pt x="0" y="0"/>
                  </a:moveTo>
                  <a:cubicBezTo>
                    <a:pt x="0" y="0"/>
                    <a:pt x="206" y="141"/>
                    <a:pt x="314" y="486"/>
                  </a:cubicBezTo>
                  <a:cubicBezTo>
                    <a:pt x="422" y="832"/>
                    <a:pt x="703" y="1075"/>
                    <a:pt x="1038" y="1097"/>
                  </a:cubicBezTo>
                  <a:cubicBezTo>
                    <a:pt x="1372" y="1124"/>
                    <a:pt x="854" y="994"/>
                    <a:pt x="649" y="735"/>
                  </a:cubicBezTo>
                  <a:cubicBezTo>
                    <a:pt x="449" y="470"/>
                    <a:pt x="454" y="205"/>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0"/>
            <p:cNvSpPr/>
            <p:nvPr/>
          </p:nvSpPr>
          <p:spPr>
            <a:xfrm>
              <a:off x="3018382" y="1021323"/>
              <a:ext cx="38197" cy="60121"/>
            </a:xfrm>
            <a:custGeom>
              <a:avLst/>
              <a:gdLst/>
              <a:ahLst/>
              <a:cxnLst/>
              <a:rect l="l" t="t" r="r" b="b"/>
              <a:pathLst>
                <a:path w="633" h="898" extrusionOk="0">
                  <a:moveTo>
                    <a:pt x="628" y="886"/>
                  </a:moveTo>
                  <a:cubicBezTo>
                    <a:pt x="552" y="816"/>
                    <a:pt x="487" y="740"/>
                    <a:pt x="438" y="649"/>
                  </a:cubicBezTo>
                  <a:cubicBezTo>
                    <a:pt x="390" y="562"/>
                    <a:pt x="374" y="470"/>
                    <a:pt x="336" y="378"/>
                  </a:cubicBezTo>
                  <a:cubicBezTo>
                    <a:pt x="276" y="227"/>
                    <a:pt x="168" y="76"/>
                    <a:pt x="12" y="0"/>
                  </a:cubicBezTo>
                  <a:cubicBezTo>
                    <a:pt x="6" y="0"/>
                    <a:pt x="1" y="11"/>
                    <a:pt x="6" y="16"/>
                  </a:cubicBezTo>
                  <a:cubicBezTo>
                    <a:pt x="55" y="87"/>
                    <a:pt x="141" y="130"/>
                    <a:pt x="201" y="195"/>
                  </a:cubicBezTo>
                  <a:cubicBezTo>
                    <a:pt x="266" y="270"/>
                    <a:pt x="303" y="373"/>
                    <a:pt x="341" y="465"/>
                  </a:cubicBezTo>
                  <a:cubicBezTo>
                    <a:pt x="411" y="632"/>
                    <a:pt x="482" y="773"/>
                    <a:pt x="622" y="892"/>
                  </a:cubicBezTo>
                  <a:cubicBezTo>
                    <a:pt x="628" y="897"/>
                    <a:pt x="633" y="886"/>
                    <a:pt x="628" y="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0"/>
            <p:cNvSpPr/>
            <p:nvPr/>
          </p:nvSpPr>
          <p:spPr>
            <a:xfrm>
              <a:off x="2912781" y="984769"/>
              <a:ext cx="97876" cy="120912"/>
            </a:xfrm>
            <a:custGeom>
              <a:avLst/>
              <a:gdLst/>
              <a:ahLst/>
              <a:cxnLst/>
              <a:rect l="l" t="t" r="r" b="b"/>
              <a:pathLst>
                <a:path w="1622" h="1806" extrusionOk="0">
                  <a:moveTo>
                    <a:pt x="1621" y="1"/>
                  </a:moveTo>
                  <a:cubicBezTo>
                    <a:pt x="1621" y="1"/>
                    <a:pt x="1410" y="271"/>
                    <a:pt x="935" y="400"/>
                  </a:cubicBezTo>
                  <a:cubicBezTo>
                    <a:pt x="460" y="525"/>
                    <a:pt x="108" y="892"/>
                    <a:pt x="54" y="1346"/>
                  </a:cubicBezTo>
                  <a:cubicBezTo>
                    <a:pt x="0" y="1805"/>
                    <a:pt x="211" y="1103"/>
                    <a:pt x="578" y="843"/>
                  </a:cubicBezTo>
                  <a:cubicBezTo>
                    <a:pt x="951" y="584"/>
                    <a:pt x="1313" y="611"/>
                    <a:pt x="1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0"/>
            <p:cNvSpPr/>
            <p:nvPr/>
          </p:nvSpPr>
          <p:spPr>
            <a:xfrm>
              <a:off x="2927444" y="993807"/>
              <a:ext cx="76333" cy="53962"/>
            </a:xfrm>
            <a:custGeom>
              <a:avLst/>
              <a:gdLst/>
              <a:ahLst/>
              <a:cxnLst/>
              <a:rect l="l" t="t" r="r" b="b"/>
              <a:pathLst>
                <a:path w="1265" h="806" extrusionOk="0">
                  <a:moveTo>
                    <a:pt x="17" y="800"/>
                  </a:moveTo>
                  <a:cubicBezTo>
                    <a:pt x="114" y="703"/>
                    <a:pt x="222" y="617"/>
                    <a:pt x="346" y="557"/>
                  </a:cubicBezTo>
                  <a:cubicBezTo>
                    <a:pt x="465" y="498"/>
                    <a:pt x="600" y="481"/>
                    <a:pt x="719" y="438"/>
                  </a:cubicBezTo>
                  <a:cubicBezTo>
                    <a:pt x="930" y="363"/>
                    <a:pt x="1151" y="228"/>
                    <a:pt x="1259" y="22"/>
                  </a:cubicBezTo>
                  <a:cubicBezTo>
                    <a:pt x="1265" y="11"/>
                    <a:pt x="1249" y="1"/>
                    <a:pt x="1238" y="6"/>
                  </a:cubicBezTo>
                  <a:cubicBezTo>
                    <a:pt x="1140" y="71"/>
                    <a:pt x="1076" y="190"/>
                    <a:pt x="984" y="260"/>
                  </a:cubicBezTo>
                  <a:cubicBezTo>
                    <a:pt x="876" y="346"/>
                    <a:pt x="735" y="390"/>
                    <a:pt x="606" y="438"/>
                  </a:cubicBezTo>
                  <a:cubicBezTo>
                    <a:pt x="373" y="519"/>
                    <a:pt x="173" y="606"/>
                    <a:pt x="6" y="795"/>
                  </a:cubicBezTo>
                  <a:cubicBezTo>
                    <a:pt x="1" y="800"/>
                    <a:pt x="11" y="806"/>
                    <a:pt x="11" y="8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0"/>
            <p:cNvSpPr/>
            <p:nvPr/>
          </p:nvSpPr>
          <p:spPr>
            <a:xfrm>
              <a:off x="2937220" y="1028152"/>
              <a:ext cx="94919" cy="178020"/>
            </a:xfrm>
            <a:custGeom>
              <a:avLst/>
              <a:gdLst/>
              <a:ahLst/>
              <a:cxnLst/>
              <a:rect l="l" t="t" r="r" b="b"/>
              <a:pathLst>
                <a:path w="1573" h="2659" extrusionOk="0">
                  <a:moveTo>
                    <a:pt x="1270" y="1"/>
                  </a:moveTo>
                  <a:cubicBezTo>
                    <a:pt x="1270" y="1"/>
                    <a:pt x="1573" y="773"/>
                    <a:pt x="978" y="1470"/>
                  </a:cubicBezTo>
                  <a:cubicBezTo>
                    <a:pt x="390" y="2173"/>
                    <a:pt x="292" y="2454"/>
                    <a:pt x="298" y="2556"/>
                  </a:cubicBezTo>
                  <a:cubicBezTo>
                    <a:pt x="303" y="2659"/>
                    <a:pt x="1" y="1967"/>
                    <a:pt x="460" y="1406"/>
                  </a:cubicBezTo>
                  <a:cubicBezTo>
                    <a:pt x="919" y="849"/>
                    <a:pt x="1254" y="795"/>
                    <a:pt x="12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0"/>
            <p:cNvSpPr/>
            <p:nvPr/>
          </p:nvSpPr>
          <p:spPr>
            <a:xfrm>
              <a:off x="2959366" y="1033575"/>
              <a:ext cx="61368" cy="128879"/>
            </a:xfrm>
            <a:custGeom>
              <a:avLst/>
              <a:gdLst/>
              <a:ahLst/>
              <a:cxnLst/>
              <a:rect l="l" t="t" r="r" b="b"/>
              <a:pathLst>
                <a:path w="1017" h="1925" extrusionOk="0">
                  <a:moveTo>
                    <a:pt x="17" y="1913"/>
                  </a:moveTo>
                  <a:cubicBezTo>
                    <a:pt x="104" y="1741"/>
                    <a:pt x="212" y="1595"/>
                    <a:pt x="341" y="1454"/>
                  </a:cubicBezTo>
                  <a:cubicBezTo>
                    <a:pt x="482" y="1308"/>
                    <a:pt x="628" y="1173"/>
                    <a:pt x="736" y="1006"/>
                  </a:cubicBezTo>
                  <a:cubicBezTo>
                    <a:pt x="833" y="860"/>
                    <a:pt x="898" y="698"/>
                    <a:pt x="936" y="530"/>
                  </a:cubicBezTo>
                  <a:cubicBezTo>
                    <a:pt x="968" y="379"/>
                    <a:pt x="1017" y="163"/>
                    <a:pt x="952" y="17"/>
                  </a:cubicBezTo>
                  <a:cubicBezTo>
                    <a:pt x="946" y="1"/>
                    <a:pt x="930" y="6"/>
                    <a:pt x="930" y="17"/>
                  </a:cubicBezTo>
                  <a:cubicBezTo>
                    <a:pt x="925" y="190"/>
                    <a:pt x="925" y="352"/>
                    <a:pt x="887" y="525"/>
                  </a:cubicBezTo>
                  <a:cubicBezTo>
                    <a:pt x="844" y="741"/>
                    <a:pt x="747" y="941"/>
                    <a:pt x="611" y="1114"/>
                  </a:cubicBezTo>
                  <a:cubicBezTo>
                    <a:pt x="412" y="1384"/>
                    <a:pt x="109" y="1573"/>
                    <a:pt x="1" y="1908"/>
                  </a:cubicBezTo>
                  <a:cubicBezTo>
                    <a:pt x="1" y="1919"/>
                    <a:pt x="12" y="1924"/>
                    <a:pt x="17" y="191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0"/>
            <p:cNvSpPr/>
            <p:nvPr/>
          </p:nvSpPr>
          <p:spPr>
            <a:xfrm>
              <a:off x="3051631" y="747501"/>
              <a:ext cx="162140" cy="52890"/>
            </a:xfrm>
            <a:custGeom>
              <a:avLst/>
              <a:gdLst/>
              <a:ahLst/>
              <a:cxnLst/>
              <a:rect l="l" t="t" r="r" b="b"/>
              <a:pathLst>
                <a:path w="2687" h="790" extrusionOk="0">
                  <a:moveTo>
                    <a:pt x="1" y="368"/>
                  </a:moveTo>
                  <a:cubicBezTo>
                    <a:pt x="1" y="368"/>
                    <a:pt x="379" y="454"/>
                    <a:pt x="882" y="227"/>
                  </a:cubicBezTo>
                  <a:cubicBezTo>
                    <a:pt x="1384" y="0"/>
                    <a:pt x="1946" y="71"/>
                    <a:pt x="2313" y="427"/>
                  </a:cubicBezTo>
                  <a:cubicBezTo>
                    <a:pt x="2686" y="789"/>
                    <a:pt x="2011" y="325"/>
                    <a:pt x="1503" y="362"/>
                  </a:cubicBezTo>
                  <a:cubicBezTo>
                    <a:pt x="1000" y="406"/>
                    <a:pt x="703" y="681"/>
                    <a:pt x="1" y="36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0"/>
            <p:cNvSpPr/>
            <p:nvPr/>
          </p:nvSpPr>
          <p:spPr>
            <a:xfrm>
              <a:off x="3064062" y="758012"/>
              <a:ext cx="99806" cy="24303"/>
            </a:xfrm>
            <a:custGeom>
              <a:avLst/>
              <a:gdLst/>
              <a:ahLst/>
              <a:cxnLst/>
              <a:rect l="l" t="t" r="r" b="b"/>
              <a:pathLst>
                <a:path w="1654" h="363" extrusionOk="0">
                  <a:moveTo>
                    <a:pt x="1648" y="59"/>
                  </a:moveTo>
                  <a:cubicBezTo>
                    <a:pt x="1491" y="43"/>
                    <a:pt x="1335" y="43"/>
                    <a:pt x="1178" y="81"/>
                  </a:cubicBezTo>
                  <a:cubicBezTo>
                    <a:pt x="1038" y="119"/>
                    <a:pt x="908" y="195"/>
                    <a:pt x="773" y="243"/>
                  </a:cubicBezTo>
                  <a:cubicBezTo>
                    <a:pt x="535" y="324"/>
                    <a:pt x="249" y="362"/>
                    <a:pt x="11" y="259"/>
                  </a:cubicBezTo>
                  <a:cubicBezTo>
                    <a:pt x="0" y="254"/>
                    <a:pt x="6" y="238"/>
                    <a:pt x="16" y="238"/>
                  </a:cubicBezTo>
                  <a:cubicBezTo>
                    <a:pt x="152" y="222"/>
                    <a:pt x="287" y="281"/>
                    <a:pt x="422" y="276"/>
                  </a:cubicBezTo>
                  <a:cubicBezTo>
                    <a:pt x="573" y="270"/>
                    <a:pt x="724" y="211"/>
                    <a:pt x="870" y="162"/>
                  </a:cubicBezTo>
                  <a:cubicBezTo>
                    <a:pt x="1135" y="70"/>
                    <a:pt x="1367" y="0"/>
                    <a:pt x="1648" y="43"/>
                  </a:cubicBezTo>
                  <a:cubicBezTo>
                    <a:pt x="1653" y="49"/>
                    <a:pt x="1653" y="59"/>
                    <a:pt x="1643" y="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0" name="Google Shape;1360;p40"/>
          <p:cNvGrpSpPr/>
          <p:nvPr/>
        </p:nvGrpSpPr>
        <p:grpSpPr>
          <a:xfrm>
            <a:off x="457277" y="3536931"/>
            <a:ext cx="799307" cy="998235"/>
            <a:chOff x="5462550" y="2226000"/>
            <a:chExt cx="657595" cy="821255"/>
          </a:xfrm>
        </p:grpSpPr>
        <p:sp>
          <p:nvSpPr>
            <p:cNvPr id="1361" name="Google Shape;1361;p40"/>
            <p:cNvSpPr/>
            <p:nvPr/>
          </p:nvSpPr>
          <p:spPr>
            <a:xfrm>
              <a:off x="5462550" y="2232721"/>
              <a:ext cx="657595" cy="807274"/>
            </a:xfrm>
            <a:custGeom>
              <a:avLst/>
              <a:gdLst/>
              <a:ahLst/>
              <a:cxnLst/>
              <a:rect l="l" t="t" r="r" b="b"/>
              <a:pathLst>
                <a:path w="7338" h="9008" extrusionOk="0">
                  <a:moveTo>
                    <a:pt x="3669" y="8986"/>
                  </a:moveTo>
                  <a:cubicBezTo>
                    <a:pt x="3874" y="8991"/>
                    <a:pt x="5392" y="9007"/>
                    <a:pt x="5527" y="8553"/>
                  </a:cubicBezTo>
                  <a:cubicBezTo>
                    <a:pt x="5587" y="7965"/>
                    <a:pt x="4857" y="7857"/>
                    <a:pt x="4857" y="7857"/>
                  </a:cubicBezTo>
                  <a:cubicBezTo>
                    <a:pt x="4857" y="7857"/>
                    <a:pt x="6273" y="7392"/>
                    <a:pt x="6694" y="5749"/>
                  </a:cubicBezTo>
                  <a:cubicBezTo>
                    <a:pt x="7110" y="4107"/>
                    <a:pt x="6786" y="3189"/>
                    <a:pt x="6786" y="2978"/>
                  </a:cubicBezTo>
                  <a:cubicBezTo>
                    <a:pt x="7337" y="1805"/>
                    <a:pt x="6543" y="525"/>
                    <a:pt x="5279" y="1443"/>
                  </a:cubicBezTo>
                  <a:cubicBezTo>
                    <a:pt x="5300" y="1319"/>
                    <a:pt x="5328" y="1195"/>
                    <a:pt x="5349" y="1071"/>
                  </a:cubicBezTo>
                  <a:cubicBezTo>
                    <a:pt x="5349" y="1071"/>
                    <a:pt x="5581" y="1060"/>
                    <a:pt x="5668" y="925"/>
                  </a:cubicBezTo>
                  <a:cubicBezTo>
                    <a:pt x="5754" y="795"/>
                    <a:pt x="5744" y="698"/>
                    <a:pt x="5771" y="682"/>
                  </a:cubicBezTo>
                  <a:cubicBezTo>
                    <a:pt x="5798" y="671"/>
                    <a:pt x="5965" y="514"/>
                    <a:pt x="5900" y="331"/>
                  </a:cubicBezTo>
                  <a:cubicBezTo>
                    <a:pt x="5835" y="152"/>
                    <a:pt x="4360" y="1"/>
                    <a:pt x="3669" y="50"/>
                  </a:cubicBezTo>
                  <a:cubicBezTo>
                    <a:pt x="2977" y="1"/>
                    <a:pt x="1508" y="152"/>
                    <a:pt x="1438" y="331"/>
                  </a:cubicBezTo>
                  <a:cubicBezTo>
                    <a:pt x="1373" y="514"/>
                    <a:pt x="1540" y="671"/>
                    <a:pt x="1567" y="682"/>
                  </a:cubicBezTo>
                  <a:cubicBezTo>
                    <a:pt x="1600" y="698"/>
                    <a:pt x="1589" y="795"/>
                    <a:pt x="1675" y="925"/>
                  </a:cubicBezTo>
                  <a:cubicBezTo>
                    <a:pt x="1762" y="1060"/>
                    <a:pt x="1989" y="1071"/>
                    <a:pt x="1989" y="1071"/>
                  </a:cubicBezTo>
                  <a:cubicBezTo>
                    <a:pt x="2010" y="1195"/>
                    <a:pt x="2037" y="1319"/>
                    <a:pt x="2059" y="1443"/>
                  </a:cubicBezTo>
                  <a:cubicBezTo>
                    <a:pt x="795" y="525"/>
                    <a:pt x="0" y="1805"/>
                    <a:pt x="552" y="2978"/>
                  </a:cubicBezTo>
                  <a:cubicBezTo>
                    <a:pt x="552" y="3189"/>
                    <a:pt x="227" y="4107"/>
                    <a:pt x="649" y="5749"/>
                  </a:cubicBezTo>
                  <a:cubicBezTo>
                    <a:pt x="1065" y="7392"/>
                    <a:pt x="2480" y="7857"/>
                    <a:pt x="2480" y="7857"/>
                  </a:cubicBezTo>
                  <a:cubicBezTo>
                    <a:pt x="2480" y="7857"/>
                    <a:pt x="1756" y="7965"/>
                    <a:pt x="1810" y="8553"/>
                  </a:cubicBezTo>
                  <a:cubicBezTo>
                    <a:pt x="1945" y="9007"/>
                    <a:pt x="3464" y="8991"/>
                    <a:pt x="3669" y="8986"/>
                  </a:cubicBezTo>
                  <a:close/>
                  <a:moveTo>
                    <a:pt x="1000" y="2708"/>
                  </a:moveTo>
                  <a:cubicBezTo>
                    <a:pt x="1000" y="2708"/>
                    <a:pt x="665" y="1881"/>
                    <a:pt x="1011" y="1606"/>
                  </a:cubicBezTo>
                  <a:cubicBezTo>
                    <a:pt x="1362" y="1335"/>
                    <a:pt x="1945" y="1719"/>
                    <a:pt x="2005" y="1800"/>
                  </a:cubicBezTo>
                  <a:cubicBezTo>
                    <a:pt x="2064" y="1887"/>
                    <a:pt x="2043" y="2130"/>
                    <a:pt x="2043" y="2130"/>
                  </a:cubicBezTo>
                  <a:cubicBezTo>
                    <a:pt x="1643" y="2157"/>
                    <a:pt x="1319" y="2578"/>
                    <a:pt x="1000" y="2708"/>
                  </a:cubicBezTo>
                  <a:lnTo>
                    <a:pt x="1000" y="2708"/>
                  </a:lnTo>
                  <a:close/>
                  <a:moveTo>
                    <a:pt x="6343" y="2708"/>
                  </a:moveTo>
                  <a:cubicBezTo>
                    <a:pt x="6024" y="2578"/>
                    <a:pt x="5695" y="2157"/>
                    <a:pt x="5295" y="2130"/>
                  </a:cubicBezTo>
                  <a:cubicBezTo>
                    <a:pt x="5295" y="2130"/>
                    <a:pt x="5273" y="1887"/>
                    <a:pt x="5333" y="1800"/>
                  </a:cubicBezTo>
                  <a:cubicBezTo>
                    <a:pt x="5392" y="1719"/>
                    <a:pt x="5976" y="1335"/>
                    <a:pt x="6327" y="1606"/>
                  </a:cubicBezTo>
                  <a:cubicBezTo>
                    <a:pt x="6673" y="1876"/>
                    <a:pt x="6338" y="2708"/>
                    <a:pt x="6338" y="270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0"/>
            <p:cNvSpPr/>
            <p:nvPr/>
          </p:nvSpPr>
          <p:spPr>
            <a:xfrm>
              <a:off x="5480921" y="2226000"/>
              <a:ext cx="620853" cy="821255"/>
            </a:xfrm>
            <a:custGeom>
              <a:avLst/>
              <a:gdLst/>
              <a:ahLst/>
              <a:cxnLst/>
              <a:rect l="l" t="t" r="r" b="b"/>
              <a:pathLst>
                <a:path w="6928" h="9164" extrusionOk="0">
                  <a:moveTo>
                    <a:pt x="3464" y="8963"/>
                  </a:moveTo>
                  <a:cubicBezTo>
                    <a:pt x="3567" y="8963"/>
                    <a:pt x="3993" y="8969"/>
                    <a:pt x="4409" y="8920"/>
                  </a:cubicBezTo>
                  <a:cubicBezTo>
                    <a:pt x="4793" y="8872"/>
                    <a:pt x="5166" y="8785"/>
                    <a:pt x="5225" y="8612"/>
                  </a:cubicBezTo>
                  <a:cubicBezTo>
                    <a:pt x="5268" y="8121"/>
                    <a:pt x="4642" y="8029"/>
                    <a:pt x="4642" y="8029"/>
                  </a:cubicBezTo>
                  <a:cubicBezTo>
                    <a:pt x="4588" y="8023"/>
                    <a:pt x="4550" y="7969"/>
                    <a:pt x="4561" y="7921"/>
                  </a:cubicBezTo>
                  <a:cubicBezTo>
                    <a:pt x="4566" y="7883"/>
                    <a:pt x="4588" y="7850"/>
                    <a:pt x="4625" y="7840"/>
                  </a:cubicBezTo>
                  <a:cubicBezTo>
                    <a:pt x="4674" y="7823"/>
                    <a:pt x="5992" y="7359"/>
                    <a:pt x="6392" y="5797"/>
                  </a:cubicBezTo>
                  <a:cubicBezTo>
                    <a:pt x="6727" y="4485"/>
                    <a:pt x="6581" y="3642"/>
                    <a:pt x="6511" y="3264"/>
                  </a:cubicBezTo>
                  <a:cubicBezTo>
                    <a:pt x="6495" y="3166"/>
                    <a:pt x="6484" y="3101"/>
                    <a:pt x="6484" y="3053"/>
                  </a:cubicBezTo>
                  <a:cubicBezTo>
                    <a:pt x="6484" y="3037"/>
                    <a:pt x="6489" y="3020"/>
                    <a:pt x="6495" y="3010"/>
                  </a:cubicBezTo>
                  <a:cubicBezTo>
                    <a:pt x="6673" y="2626"/>
                    <a:pt x="6706" y="2232"/>
                    <a:pt x="6614" y="1918"/>
                  </a:cubicBezTo>
                  <a:cubicBezTo>
                    <a:pt x="6565" y="1745"/>
                    <a:pt x="6479" y="1594"/>
                    <a:pt x="6365" y="1486"/>
                  </a:cubicBezTo>
                  <a:cubicBezTo>
                    <a:pt x="6257" y="1383"/>
                    <a:pt x="6117" y="1313"/>
                    <a:pt x="5949" y="1302"/>
                  </a:cubicBezTo>
                  <a:cubicBezTo>
                    <a:pt x="5722" y="1281"/>
                    <a:pt x="5441" y="1367"/>
                    <a:pt x="5128" y="1594"/>
                  </a:cubicBezTo>
                  <a:cubicBezTo>
                    <a:pt x="5085" y="1627"/>
                    <a:pt x="5025" y="1616"/>
                    <a:pt x="4993" y="1573"/>
                  </a:cubicBezTo>
                  <a:cubicBezTo>
                    <a:pt x="4977" y="1551"/>
                    <a:pt x="4971" y="1518"/>
                    <a:pt x="4977" y="1497"/>
                  </a:cubicBezTo>
                  <a:lnTo>
                    <a:pt x="5052" y="1124"/>
                  </a:lnTo>
                  <a:cubicBezTo>
                    <a:pt x="5058" y="1081"/>
                    <a:pt x="5101" y="1048"/>
                    <a:pt x="5144" y="1048"/>
                  </a:cubicBezTo>
                  <a:cubicBezTo>
                    <a:pt x="5171" y="1043"/>
                    <a:pt x="5328" y="1032"/>
                    <a:pt x="5382" y="946"/>
                  </a:cubicBezTo>
                  <a:cubicBezTo>
                    <a:pt x="5420" y="881"/>
                    <a:pt x="5436" y="827"/>
                    <a:pt x="5447" y="789"/>
                  </a:cubicBezTo>
                  <a:cubicBezTo>
                    <a:pt x="5463" y="730"/>
                    <a:pt x="5474" y="697"/>
                    <a:pt x="5522" y="670"/>
                  </a:cubicBezTo>
                  <a:lnTo>
                    <a:pt x="5522" y="670"/>
                  </a:lnTo>
                  <a:cubicBezTo>
                    <a:pt x="5539" y="659"/>
                    <a:pt x="5576" y="616"/>
                    <a:pt x="5603" y="551"/>
                  </a:cubicBezTo>
                  <a:cubicBezTo>
                    <a:pt x="5614" y="519"/>
                    <a:pt x="5620" y="476"/>
                    <a:pt x="5603" y="438"/>
                  </a:cubicBezTo>
                  <a:cubicBezTo>
                    <a:pt x="5587" y="389"/>
                    <a:pt x="5274" y="330"/>
                    <a:pt x="4879" y="281"/>
                  </a:cubicBezTo>
                  <a:cubicBezTo>
                    <a:pt x="4409" y="222"/>
                    <a:pt x="3831" y="189"/>
                    <a:pt x="3469" y="216"/>
                  </a:cubicBezTo>
                  <a:lnTo>
                    <a:pt x="3458" y="216"/>
                  </a:lnTo>
                  <a:cubicBezTo>
                    <a:pt x="3096" y="189"/>
                    <a:pt x="2518" y="222"/>
                    <a:pt x="2048" y="281"/>
                  </a:cubicBezTo>
                  <a:cubicBezTo>
                    <a:pt x="1654" y="330"/>
                    <a:pt x="1341" y="389"/>
                    <a:pt x="1324" y="438"/>
                  </a:cubicBezTo>
                  <a:cubicBezTo>
                    <a:pt x="1308" y="476"/>
                    <a:pt x="1314" y="519"/>
                    <a:pt x="1330" y="551"/>
                  </a:cubicBezTo>
                  <a:cubicBezTo>
                    <a:pt x="1351" y="622"/>
                    <a:pt x="1395" y="665"/>
                    <a:pt x="1405" y="670"/>
                  </a:cubicBezTo>
                  <a:cubicBezTo>
                    <a:pt x="1459" y="697"/>
                    <a:pt x="1470" y="730"/>
                    <a:pt x="1481" y="789"/>
                  </a:cubicBezTo>
                  <a:cubicBezTo>
                    <a:pt x="1492" y="827"/>
                    <a:pt x="1508" y="881"/>
                    <a:pt x="1551" y="946"/>
                  </a:cubicBezTo>
                  <a:cubicBezTo>
                    <a:pt x="1611" y="1038"/>
                    <a:pt x="1789" y="1048"/>
                    <a:pt x="1789" y="1048"/>
                  </a:cubicBezTo>
                  <a:cubicBezTo>
                    <a:pt x="1832" y="1048"/>
                    <a:pt x="1870" y="1081"/>
                    <a:pt x="1881" y="1124"/>
                  </a:cubicBezTo>
                  <a:lnTo>
                    <a:pt x="1881" y="1124"/>
                  </a:lnTo>
                  <a:lnTo>
                    <a:pt x="1951" y="1497"/>
                  </a:lnTo>
                  <a:cubicBezTo>
                    <a:pt x="1962" y="1551"/>
                    <a:pt x="1924" y="1600"/>
                    <a:pt x="1875" y="1610"/>
                  </a:cubicBezTo>
                  <a:cubicBezTo>
                    <a:pt x="1848" y="1616"/>
                    <a:pt x="1821" y="1610"/>
                    <a:pt x="1800" y="1594"/>
                  </a:cubicBezTo>
                  <a:cubicBezTo>
                    <a:pt x="1486" y="1367"/>
                    <a:pt x="1211" y="1281"/>
                    <a:pt x="979" y="1302"/>
                  </a:cubicBezTo>
                  <a:cubicBezTo>
                    <a:pt x="817" y="1313"/>
                    <a:pt x="676" y="1383"/>
                    <a:pt x="563" y="1486"/>
                  </a:cubicBezTo>
                  <a:cubicBezTo>
                    <a:pt x="449" y="1594"/>
                    <a:pt x="363" y="1745"/>
                    <a:pt x="314" y="1918"/>
                  </a:cubicBezTo>
                  <a:cubicBezTo>
                    <a:pt x="228" y="2232"/>
                    <a:pt x="255" y="2626"/>
                    <a:pt x="438" y="3015"/>
                  </a:cubicBezTo>
                  <a:cubicBezTo>
                    <a:pt x="444" y="3026"/>
                    <a:pt x="444" y="3042"/>
                    <a:pt x="444" y="3053"/>
                  </a:cubicBezTo>
                  <a:lnTo>
                    <a:pt x="444" y="3053"/>
                  </a:lnTo>
                  <a:cubicBezTo>
                    <a:pt x="444" y="3101"/>
                    <a:pt x="433" y="3166"/>
                    <a:pt x="417" y="3264"/>
                  </a:cubicBezTo>
                  <a:cubicBezTo>
                    <a:pt x="352" y="3642"/>
                    <a:pt x="201" y="4485"/>
                    <a:pt x="536" y="5797"/>
                  </a:cubicBezTo>
                  <a:cubicBezTo>
                    <a:pt x="946" y="7391"/>
                    <a:pt x="2302" y="7840"/>
                    <a:pt x="2308" y="7840"/>
                  </a:cubicBezTo>
                  <a:cubicBezTo>
                    <a:pt x="2356" y="7861"/>
                    <a:pt x="2383" y="7915"/>
                    <a:pt x="2367" y="7964"/>
                  </a:cubicBezTo>
                  <a:cubicBezTo>
                    <a:pt x="2356" y="8002"/>
                    <a:pt x="2324" y="8023"/>
                    <a:pt x="2291" y="8029"/>
                  </a:cubicBezTo>
                  <a:cubicBezTo>
                    <a:pt x="2259" y="8034"/>
                    <a:pt x="1665" y="8131"/>
                    <a:pt x="1703" y="8612"/>
                  </a:cubicBezTo>
                  <a:cubicBezTo>
                    <a:pt x="1762" y="8785"/>
                    <a:pt x="2135" y="8872"/>
                    <a:pt x="2518" y="8920"/>
                  </a:cubicBezTo>
                  <a:cubicBezTo>
                    <a:pt x="2940" y="8969"/>
                    <a:pt x="3361" y="8963"/>
                    <a:pt x="3464" y="8963"/>
                  </a:cubicBezTo>
                  <a:lnTo>
                    <a:pt x="3469" y="8963"/>
                  </a:lnTo>
                  <a:close/>
                  <a:moveTo>
                    <a:pt x="4431" y="9115"/>
                  </a:moveTo>
                  <a:cubicBezTo>
                    <a:pt x="4010" y="9163"/>
                    <a:pt x="3572" y="9158"/>
                    <a:pt x="3464" y="9158"/>
                  </a:cubicBezTo>
                  <a:cubicBezTo>
                    <a:pt x="3356" y="9158"/>
                    <a:pt x="2918" y="9163"/>
                    <a:pt x="2497" y="9115"/>
                  </a:cubicBezTo>
                  <a:cubicBezTo>
                    <a:pt x="2043" y="9055"/>
                    <a:pt x="1595" y="8931"/>
                    <a:pt x="1514" y="8655"/>
                  </a:cubicBezTo>
                  <a:lnTo>
                    <a:pt x="1514" y="8655"/>
                  </a:lnTo>
                  <a:cubicBezTo>
                    <a:pt x="1514" y="8650"/>
                    <a:pt x="1514" y="8645"/>
                    <a:pt x="1508" y="8639"/>
                  </a:cubicBezTo>
                  <a:cubicBezTo>
                    <a:pt x="1470" y="8218"/>
                    <a:pt x="1762" y="8013"/>
                    <a:pt x="1994" y="7915"/>
                  </a:cubicBezTo>
                  <a:cubicBezTo>
                    <a:pt x="1557" y="7694"/>
                    <a:pt x="671" y="7105"/>
                    <a:pt x="347" y="5846"/>
                  </a:cubicBezTo>
                  <a:cubicBezTo>
                    <a:pt x="1" y="4490"/>
                    <a:pt x="157" y="3620"/>
                    <a:pt x="228" y="3231"/>
                  </a:cubicBezTo>
                  <a:cubicBezTo>
                    <a:pt x="238" y="3161"/>
                    <a:pt x="249" y="3107"/>
                    <a:pt x="249" y="3074"/>
                  </a:cubicBezTo>
                  <a:cubicBezTo>
                    <a:pt x="60" y="2653"/>
                    <a:pt x="28" y="2215"/>
                    <a:pt x="130" y="1864"/>
                  </a:cubicBezTo>
                  <a:cubicBezTo>
                    <a:pt x="190" y="1659"/>
                    <a:pt x="292" y="1481"/>
                    <a:pt x="433" y="1346"/>
                  </a:cubicBezTo>
                  <a:cubicBezTo>
                    <a:pt x="573" y="1216"/>
                    <a:pt x="752" y="1129"/>
                    <a:pt x="962" y="1108"/>
                  </a:cubicBezTo>
                  <a:cubicBezTo>
                    <a:pt x="1184" y="1092"/>
                    <a:pt x="1443" y="1151"/>
                    <a:pt x="1719" y="1313"/>
                  </a:cubicBezTo>
                  <a:lnTo>
                    <a:pt x="1703" y="1232"/>
                  </a:lnTo>
                  <a:cubicBezTo>
                    <a:pt x="1611" y="1216"/>
                    <a:pt x="1465" y="1173"/>
                    <a:pt x="1389" y="1054"/>
                  </a:cubicBezTo>
                  <a:cubicBezTo>
                    <a:pt x="1330" y="962"/>
                    <a:pt x="1308" y="886"/>
                    <a:pt x="1297" y="838"/>
                  </a:cubicBezTo>
                  <a:cubicBezTo>
                    <a:pt x="1297" y="838"/>
                    <a:pt x="1297" y="838"/>
                    <a:pt x="1297" y="838"/>
                  </a:cubicBezTo>
                  <a:lnTo>
                    <a:pt x="1308" y="838"/>
                  </a:lnTo>
                  <a:cubicBezTo>
                    <a:pt x="1270" y="811"/>
                    <a:pt x="1184" y="724"/>
                    <a:pt x="1146" y="622"/>
                  </a:cubicBezTo>
                  <a:cubicBezTo>
                    <a:pt x="1119" y="546"/>
                    <a:pt x="1108" y="465"/>
                    <a:pt x="1146" y="373"/>
                  </a:cubicBezTo>
                  <a:cubicBezTo>
                    <a:pt x="1189" y="249"/>
                    <a:pt x="1562" y="152"/>
                    <a:pt x="2021" y="92"/>
                  </a:cubicBezTo>
                  <a:cubicBezTo>
                    <a:pt x="2508" y="33"/>
                    <a:pt x="3091" y="0"/>
                    <a:pt x="3464" y="27"/>
                  </a:cubicBezTo>
                  <a:cubicBezTo>
                    <a:pt x="3837" y="0"/>
                    <a:pt x="4426" y="33"/>
                    <a:pt x="4906" y="92"/>
                  </a:cubicBezTo>
                  <a:cubicBezTo>
                    <a:pt x="5366" y="152"/>
                    <a:pt x="5738" y="249"/>
                    <a:pt x="5787" y="373"/>
                  </a:cubicBezTo>
                  <a:cubicBezTo>
                    <a:pt x="5819" y="465"/>
                    <a:pt x="5809" y="551"/>
                    <a:pt x="5782" y="622"/>
                  </a:cubicBezTo>
                  <a:cubicBezTo>
                    <a:pt x="5749" y="719"/>
                    <a:pt x="5674" y="795"/>
                    <a:pt x="5636" y="827"/>
                  </a:cubicBezTo>
                  <a:cubicBezTo>
                    <a:pt x="5630" y="832"/>
                    <a:pt x="5625" y="832"/>
                    <a:pt x="5620" y="838"/>
                  </a:cubicBezTo>
                  <a:lnTo>
                    <a:pt x="5630" y="838"/>
                  </a:lnTo>
                  <a:lnTo>
                    <a:pt x="5630" y="838"/>
                  </a:lnTo>
                  <a:cubicBezTo>
                    <a:pt x="5620" y="886"/>
                    <a:pt x="5598" y="962"/>
                    <a:pt x="5539" y="1054"/>
                  </a:cubicBezTo>
                  <a:cubicBezTo>
                    <a:pt x="5463" y="1173"/>
                    <a:pt x="5317" y="1216"/>
                    <a:pt x="5225" y="1232"/>
                  </a:cubicBezTo>
                  <a:lnTo>
                    <a:pt x="5209" y="1313"/>
                  </a:lnTo>
                  <a:cubicBezTo>
                    <a:pt x="5490" y="1151"/>
                    <a:pt x="5744" y="1092"/>
                    <a:pt x="5965" y="1108"/>
                  </a:cubicBezTo>
                  <a:cubicBezTo>
                    <a:pt x="6176" y="1129"/>
                    <a:pt x="6354" y="1211"/>
                    <a:pt x="6500" y="1346"/>
                  </a:cubicBezTo>
                  <a:cubicBezTo>
                    <a:pt x="6635" y="1481"/>
                    <a:pt x="6743" y="1659"/>
                    <a:pt x="6797" y="1864"/>
                  </a:cubicBezTo>
                  <a:cubicBezTo>
                    <a:pt x="6900" y="2215"/>
                    <a:pt x="6868" y="2653"/>
                    <a:pt x="6678" y="3074"/>
                  </a:cubicBezTo>
                  <a:cubicBezTo>
                    <a:pt x="6678" y="3107"/>
                    <a:pt x="6689" y="3161"/>
                    <a:pt x="6700" y="3231"/>
                  </a:cubicBezTo>
                  <a:cubicBezTo>
                    <a:pt x="6770" y="3620"/>
                    <a:pt x="6927" y="4490"/>
                    <a:pt x="6581" y="5846"/>
                  </a:cubicBezTo>
                  <a:cubicBezTo>
                    <a:pt x="6257" y="7105"/>
                    <a:pt x="5371" y="7694"/>
                    <a:pt x="4933" y="7915"/>
                  </a:cubicBezTo>
                  <a:cubicBezTo>
                    <a:pt x="5166" y="8013"/>
                    <a:pt x="5457" y="8218"/>
                    <a:pt x="5420" y="8634"/>
                  </a:cubicBezTo>
                  <a:cubicBezTo>
                    <a:pt x="5420" y="8639"/>
                    <a:pt x="5414" y="8650"/>
                    <a:pt x="5414" y="8655"/>
                  </a:cubicBezTo>
                  <a:cubicBezTo>
                    <a:pt x="5333" y="8931"/>
                    <a:pt x="4885" y="9055"/>
                    <a:pt x="4431" y="9115"/>
                  </a:cubicBezTo>
                  <a:lnTo>
                    <a:pt x="4431" y="9115"/>
                  </a:lnTo>
                  <a:close/>
                  <a:moveTo>
                    <a:pt x="5609" y="843"/>
                  </a:moveTo>
                  <a:cubicBezTo>
                    <a:pt x="5614" y="843"/>
                    <a:pt x="5620" y="838"/>
                    <a:pt x="5620" y="838"/>
                  </a:cubicBezTo>
                  <a:lnTo>
                    <a:pt x="5630" y="838"/>
                  </a:lnTo>
                  <a:cubicBezTo>
                    <a:pt x="5620" y="838"/>
                    <a:pt x="5587" y="854"/>
                    <a:pt x="5609" y="843"/>
                  </a:cubicBezTo>
                  <a:lnTo>
                    <a:pt x="5609" y="843"/>
                  </a:lnTo>
                  <a:close/>
                  <a:moveTo>
                    <a:pt x="1319" y="843"/>
                  </a:moveTo>
                  <a:cubicBezTo>
                    <a:pt x="1346" y="854"/>
                    <a:pt x="1308" y="843"/>
                    <a:pt x="1297" y="838"/>
                  </a:cubicBezTo>
                  <a:lnTo>
                    <a:pt x="1308" y="838"/>
                  </a:lnTo>
                  <a:cubicBezTo>
                    <a:pt x="1314" y="838"/>
                    <a:pt x="1319" y="843"/>
                    <a:pt x="1319" y="843"/>
                  </a:cubicBezTo>
                  <a:close/>
                  <a:moveTo>
                    <a:pt x="849" y="2648"/>
                  </a:moveTo>
                  <a:cubicBezTo>
                    <a:pt x="773" y="2437"/>
                    <a:pt x="638" y="1935"/>
                    <a:pt x="865" y="1756"/>
                  </a:cubicBezTo>
                  <a:cubicBezTo>
                    <a:pt x="871" y="1756"/>
                    <a:pt x="876" y="1751"/>
                    <a:pt x="881" y="1745"/>
                  </a:cubicBezTo>
                  <a:cubicBezTo>
                    <a:pt x="1022" y="1654"/>
                    <a:pt x="1211" y="1675"/>
                    <a:pt x="1378" y="1735"/>
                  </a:cubicBezTo>
                  <a:cubicBezTo>
                    <a:pt x="1378" y="1740"/>
                    <a:pt x="1384" y="1740"/>
                    <a:pt x="1384" y="1740"/>
                  </a:cubicBezTo>
                  <a:cubicBezTo>
                    <a:pt x="1551" y="1799"/>
                    <a:pt x="1686" y="1891"/>
                    <a:pt x="1719" y="1929"/>
                  </a:cubicBezTo>
                  <a:lnTo>
                    <a:pt x="1724" y="1935"/>
                  </a:lnTo>
                  <a:cubicBezTo>
                    <a:pt x="1746" y="1967"/>
                    <a:pt x="1746" y="2053"/>
                    <a:pt x="1746" y="2118"/>
                  </a:cubicBezTo>
                  <a:cubicBezTo>
                    <a:pt x="1508" y="2167"/>
                    <a:pt x="1303" y="2318"/>
                    <a:pt x="1108" y="2464"/>
                  </a:cubicBezTo>
                  <a:cubicBezTo>
                    <a:pt x="1022" y="2534"/>
                    <a:pt x="930" y="2599"/>
                    <a:pt x="849" y="2653"/>
                  </a:cubicBezTo>
                  <a:lnTo>
                    <a:pt x="849" y="2653"/>
                  </a:lnTo>
                  <a:close/>
                  <a:moveTo>
                    <a:pt x="1227" y="2621"/>
                  </a:moveTo>
                  <a:cubicBezTo>
                    <a:pt x="1092" y="2718"/>
                    <a:pt x="962" y="2821"/>
                    <a:pt x="833" y="2875"/>
                  </a:cubicBezTo>
                  <a:lnTo>
                    <a:pt x="827" y="2875"/>
                  </a:lnTo>
                  <a:cubicBezTo>
                    <a:pt x="779" y="2896"/>
                    <a:pt x="725" y="2869"/>
                    <a:pt x="703" y="2821"/>
                  </a:cubicBezTo>
                  <a:cubicBezTo>
                    <a:pt x="703" y="2821"/>
                    <a:pt x="341" y="1924"/>
                    <a:pt x="746" y="1605"/>
                  </a:cubicBezTo>
                  <a:cubicBezTo>
                    <a:pt x="757" y="1600"/>
                    <a:pt x="768" y="1594"/>
                    <a:pt x="773" y="1589"/>
                  </a:cubicBezTo>
                  <a:cubicBezTo>
                    <a:pt x="979" y="1448"/>
                    <a:pt x="1227" y="1475"/>
                    <a:pt x="1443" y="1556"/>
                  </a:cubicBezTo>
                  <a:cubicBezTo>
                    <a:pt x="1443" y="1556"/>
                    <a:pt x="1449" y="1556"/>
                    <a:pt x="1449" y="1556"/>
                  </a:cubicBezTo>
                  <a:cubicBezTo>
                    <a:pt x="1649" y="1632"/>
                    <a:pt x="1811" y="1751"/>
                    <a:pt x="1865" y="1805"/>
                  </a:cubicBezTo>
                  <a:cubicBezTo>
                    <a:pt x="1870" y="1810"/>
                    <a:pt x="1870" y="1810"/>
                    <a:pt x="1870" y="1816"/>
                  </a:cubicBezTo>
                  <a:lnTo>
                    <a:pt x="1881" y="1821"/>
                  </a:lnTo>
                  <a:cubicBezTo>
                    <a:pt x="1957" y="1935"/>
                    <a:pt x="1930" y="2210"/>
                    <a:pt x="1930" y="2210"/>
                  </a:cubicBezTo>
                  <a:lnTo>
                    <a:pt x="1930" y="2210"/>
                  </a:lnTo>
                  <a:cubicBezTo>
                    <a:pt x="1930" y="2259"/>
                    <a:pt x="1892" y="2296"/>
                    <a:pt x="1843" y="2302"/>
                  </a:cubicBezTo>
                  <a:cubicBezTo>
                    <a:pt x="1627" y="2318"/>
                    <a:pt x="1422" y="2469"/>
                    <a:pt x="1227" y="2621"/>
                  </a:cubicBezTo>
                  <a:close/>
                  <a:moveTo>
                    <a:pt x="6100" y="2875"/>
                  </a:moveTo>
                  <a:cubicBezTo>
                    <a:pt x="5965" y="2815"/>
                    <a:pt x="5836" y="2718"/>
                    <a:pt x="5701" y="2621"/>
                  </a:cubicBezTo>
                  <a:cubicBezTo>
                    <a:pt x="5506" y="2475"/>
                    <a:pt x="5301" y="2318"/>
                    <a:pt x="5085" y="2302"/>
                  </a:cubicBezTo>
                  <a:cubicBezTo>
                    <a:pt x="5036" y="2296"/>
                    <a:pt x="4998" y="2259"/>
                    <a:pt x="4998" y="2210"/>
                  </a:cubicBezTo>
                  <a:lnTo>
                    <a:pt x="4998" y="2210"/>
                  </a:lnTo>
                  <a:cubicBezTo>
                    <a:pt x="4998" y="2210"/>
                    <a:pt x="4971" y="1935"/>
                    <a:pt x="5047" y="1821"/>
                  </a:cubicBezTo>
                  <a:cubicBezTo>
                    <a:pt x="5052" y="1821"/>
                    <a:pt x="5052" y="1816"/>
                    <a:pt x="5058" y="1816"/>
                  </a:cubicBezTo>
                  <a:cubicBezTo>
                    <a:pt x="5058" y="1810"/>
                    <a:pt x="5063" y="1805"/>
                    <a:pt x="5063" y="1805"/>
                  </a:cubicBezTo>
                  <a:cubicBezTo>
                    <a:pt x="5117" y="1745"/>
                    <a:pt x="5285" y="1632"/>
                    <a:pt x="5479" y="1556"/>
                  </a:cubicBezTo>
                  <a:cubicBezTo>
                    <a:pt x="5695" y="1475"/>
                    <a:pt x="5949" y="1448"/>
                    <a:pt x="6154" y="1583"/>
                  </a:cubicBezTo>
                  <a:cubicBezTo>
                    <a:pt x="6165" y="1589"/>
                    <a:pt x="6171" y="1600"/>
                    <a:pt x="6181" y="1605"/>
                  </a:cubicBezTo>
                  <a:cubicBezTo>
                    <a:pt x="6587" y="1924"/>
                    <a:pt x="6225" y="2815"/>
                    <a:pt x="6225" y="2821"/>
                  </a:cubicBezTo>
                  <a:cubicBezTo>
                    <a:pt x="6208" y="2869"/>
                    <a:pt x="6149" y="2891"/>
                    <a:pt x="6100" y="2875"/>
                  </a:cubicBezTo>
                  <a:lnTo>
                    <a:pt x="6100" y="2875"/>
                  </a:lnTo>
                  <a:close/>
                  <a:moveTo>
                    <a:pt x="5819" y="2464"/>
                  </a:moveTo>
                  <a:cubicBezTo>
                    <a:pt x="5625" y="2318"/>
                    <a:pt x="5420" y="2167"/>
                    <a:pt x="5187" y="2118"/>
                  </a:cubicBezTo>
                  <a:cubicBezTo>
                    <a:pt x="5182" y="2053"/>
                    <a:pt x="5187" y="1967"/>
                    <a:pt x="5209" y="1935"/>
                  </a:cubicBezTo>
                  <a:lnTo>
                    <a:pt x="5209" y="1935"/>
                  </a:lnTo>
                  <a:lnTo>
                    <a:pt x="5209" y="1929"/>
                  </a:lnTo>
                  <a:cubicBezTo>
                    <a:pt x="5247" y="1891"/>
                    <a:pt x="5376" y="1799"/>
                    <a:pt x="5544" y="1740"/>
                  </a:cubicBezTo>
                  <a:cubicBezTo>
                    <a:pt x="5711" y="1675"/>
                    <a:pt x="5906" y="1648"/>
                    <a:pt x="6046" y="1745"/>
                  </a:cubicBezTo>
                  <a:cubicBezTo>
                    <a:pt x="6052" y="1751"/>
                    <a:pt x="6057" y="1756"/>
                    <a:pt x="6063" y="1756"/>
                  </a:cubicBezTo>
                  <a:cubicBezTo>
                    <a:pt x="6289" y="1935"/>
                    <a:pt x="6154" y="2437"/>
                    <a:pt x="6084" y="2648"/>
                  </a:cubicBezTo>
                  <a:cubicBezTo>
                    <a:pt x="5998" y="2599"/>
                    <a:pt x="5911" y="2534"/>
                    <a:pt x="5819" y="2464"/>
                  </a:cubicBezTo>
                  <a:lnTo>
                    <a:pt x="5819" y="2464"/>
                  </a:lnTo>
                  <a:close/>
                  <a:moveTo>
                    <a:pt x="5209" y="1935"/>
                  </a:moveTo>
                  <a:cubicBezTo>
                    <a:pt x="5209" y="1935"/>
                    <a:pt x="5209" y="1935"/>
                    <a:pt x="5209" y="1935"/>
                  </a:cubicBezTo>
                  <a:lnTo>
                    <a:pt x="5209" y="193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0"/>
            <p:cNvSpPr/>
            <p:nvPr/>
          </p:nvSpPr>
          <p:spPr>
            <a:xfrm>
              <a:off x="5623321" y="2420110"/>
              <a:ext cx="330769" cy="42210"/>
            </a:xfrm>
            <a:custGeom>
              <a:avLst/>
              <a:gdLst/>
              <a:ahLst/>
              <a:cxnLst/>
              <a:rect l="l" t="t" r="r" b="b"/>
              <a:pathLst>
                <a:path w="3691" h="471" extrusionOk="0">
                  <a:moveTo>
                    <a:pt x="11" y="66"/>
                  </a:moveTo>
                  <a:cubicBezTo>
                    <a:pt x="16" y="33"/>
                    <a:pt x="49" y="12"/>
                    <a:pt x="81" y="17"/>
                  </a:cubicBezTo>
                  <a:cubicBezTo>
                    <a:pt x="114" y="17"/>
                    <a:pt x="135" y="49"/>
                    <a:pt x="135" y="82"/>
                  </a:cubicBezTo>
                  <a:cubicBezTo>
                    <a:pt x="124" y="136"/>
                    <a:pt x="265" y="190"/>
                    <a:pt x="481" y="239"/>
                  </a:cubicBezTo>
                  <a:cubicBezTo>
                    <a:pt x="746" y="293"/>
                    <a:pt x="1119" y="330"/>
                    <a:pt x="1518" y="341"/>
                  </a:cubicBezTo>
                  <a:cubicBezTo>
                    <a:pt x="1918" y="352"/>
                    <a:pt x="2340" y="341"/>
                    <a:pt x="2701" y="303"/>
                  </a:cubicBezTo>
                  <a:cubicBezTo>
                    <a:pt x="3199" y="255"/>
                    <a:pt x="3566" y="174"/>
                    <a:pt x="3566" y="60"/>
                  </a:cubicBezTo>
                  <a:cubicBezTo>
                    <a:pt x="3566" y="28"/>
                    <a:pt x="3593" y="1"/>
                    <a:pt x="3625" y="1"/>
                  </a:cubicBezTo>
                  <a:cubicBezTo>
                    <a:pt x="3658" y="1"/>
                    <a:pt x="3690" y="22"/>
                    <a:pt x="3690" y="60"/>
                  </a:cubicBezTo>
                  <a:cubicBezTo>
                    <a:pt x="3690" y="249"/>
                    <a:pt x="3274" y="374"/>
                    <a:pt x="2712" y="428"/>
                  </a:cubicBezTo>
                  <a:cubicBezTo>
                    <a:pt x="2345" y="460"/>
                    <a:pt x="1918" y="471"/>
                    <a:pt x="1518" y="460"/>
                  </a:cubicBezTo>
                  <a:cubicBezTo>
                    <a:pt x="1113" y="449"/>
                    <a:pt x="730" y="411"/>
                    <a:pt x="459" y="357"/>
                  </a:cubicBezTo>
                  <a:cubicBezTo>
                    <a:pt x="173" y="293"/>
                    <a:pt x="0" y="201"/>
                    <a:pt x="1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0"/>
            <p:cNvSpPr/>
            <p:nvPr/>
          </p:nvSpPr>
          <p:spPr>
            <a:xfrm>
              <a:off x="5605846" y="2426921"/>
              <a:ext cx="366167" cy="61567"/>
            </a:xfrm>
            <a:custGeom>
              <a:avLst/>
              <a:gdLst/>
              <a:ahLst/>
              <a:cxnLst/>
              <a:rect l="l" t="t" r="r" b="b"/>
              <a:pathLst>
                <a:path w="4086" h="687" extrusionOk="0">
                  <a:moveTo>
                    <a:pt x="6" y="98"/>
                  </a:moveTo>
                  <a:cubicBezTo>
                    <a:pt x="1" y="65"/>
                    <a:pt x="28" y="38"/>
                    <a:pt x="60" y="33"/>
                  </a:cubicBezTo>
                  <a:cubicBezTo>
                    <a:pt x="92" y="33"/>
                    <a:pt x="125" y="54"/>
                    <a:pt x="130" y="87"/>
                  </a:cubicBezTo>
                  <a:cubicBezTo>
                    <a:pt x="141" y="227"/>
                    <a:pt x="325" y="335"/>
                    <a:pt x="606" y="411"/>
                  </a:cubicBezTo>
                  <a:cubicBezTo>
                    <a:pt x="962" y="508"/>
                    <a:pt x="1465" y="557"/>
                    <a:pt x="1973" y="562"/>
                  </a:cubicBezTo>
                  <a:cubicBezTo>
                    <a:pt x="2189" y="562"/>
                    <a:pt x="2410" y="557"/>
                    <a:pt x="2626" y="541"/>
                  </a:cubicBezTo>
                  <a:cubicBezTo>
                    <a:pt x="2999" y="519"/>
                    <a:pt x="3345" y="465"/>
                    <a:pt x="3593" y="379"/>
                  </a:cubicBezTo>
                  <a:cubicBezTo>
                    <a:pt x="3820" y="303"/>
                    <a:pt x="3961" y="206"/>
                    <a:pt x="3961" y="81"/>
                  </a:cubicBezTo>
                  <a:lnTo>
                    <a:pt x="3961" y="71"/>
                  </a:lnTo>
                  <a:cubicBezTo>
                    <a:pt x="3961" y="38"/>
                    <a:pt x="3988" y="6"/>
                    <a:pt x="4020" y="6"/>
                  </a:cubicBezTo>
                  <a:cubicBezTo>
                    <a:pt x="4053" y="0"/>
                    <a:pt x="4085" y="27"/>
                    <a:pt x="4085" y="60"/>
                  </a:cubicBezTo>
                  <a:lnTo>
                    <a:pt x="4085" y="81"/>
                  </a:lnTo>
                  <a:cubicBezTo>
                    <a:pt x="4085" y="265"/>
                    <a:pt x="3907" y="400"/>
                    <a:pt x="3631" y="498"/>
                  </a:cubicBezTo>
                  <a:cubicBezTo>
                    <a:pt x="3372" y="584"/>
                    <a:pt x="3015" y="638"/>
                    <a:pt x="2632" y="665"/>
                  </a:cubicBezTo>
                  <a:cubicBezTo>
                    <a:pt x="2421" y="681"/>
                    <a:pt x="2194" y="687"/>
                    <a:pt x="1973" y="681"/>
                  </a:cubicBezTo>
                  <a:cubicBezTo>
                    <a:pt x="1454" y="681"/>
                    <a:pt x="941" y="633"/>
                    <a:pt x="579" y="530"/>
                  </a:cubicBezTo>
                  <a:cubicBezTo>
                    <a:pt x="244" y="438"/>
                    <a:pt x="28" y="298"/>
                    <a:pt x="6"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0"/>
            <p:cNvSpPr/>
            <p:nvPr/>
          </p:nvSpPr>
          <p:spPr>
            <a:xfrm>
              <a:off x="5584517" y="2256022"/>
              <a:ext cx="411691" cy="39790"/>
            </a:xfrm>
            <a:custGeom>
              <a:avLst/>
              <a:gdLst/>
              <a:ahLst/>
              <a:cxnLst/>
              <a:rect l="l" t="t" r="r" b="b"/>
              <a:pathLst>
                <a:path w="4594" h="444" extrusionOk="0">
                  <a:moveTo>
                    <a:pt x="6" y="92"/>
                  </a:moveTo>
                  <a:cubicBezTo>
                    <a:pt x="1" y="60"/>
                    <a:pt x="23" y="27"/>
                    <a:pt x="55" y="22"/>
                  </a:cubicBezTo>
                  <a:cubicBezTo>
                    <a:pt x="87" y="17"/>
                    <a:pt x="120" y="38"/>
                    <a:pt x="125" y="71"/>
                  </a:cubicBezTo>
                  <a:cubicBezTo>
                    <a:pt x="136" y="135"/>
                    <a:pt x="347" y="189"/>
                    <a:pt x="665" y="233"/>
                  </a:cubicBezTo>
                  <a:cubicBezTo>
                    <a:pt x="1071" y="292"/>
                    <a:pt x="1638" y="319"/>
                    <a:pt x="2216" y="319"/>
                  </a:cubicBezTo>
                  <a:cubicBezTo>
                    <a:pt x="2848" y="324"/>
                    <a:pt x="3486" y="297"/>
                    <a:pt x="3929" y="238"/>
                  </a:cubicBezTo>
                  <a:cubicBezTo>
                    <a:pt x="4107" y="211"/>
                    <a:pt x="4253" y="184"/>
                    <a:pt x="4350" y="146"/>
                  </a:cubicBezTo>
                  <a:cubicBezTo>
                    <a:pt x="4426" y="119"/>
                    <a:pt x="4474" y="92"/>
                    <a:pt x="4474" y="76"/>
                  </a:cubicBezTo>
                  <a:lnTo>
                    <a:pt x="4474" y="76"/>
                  </a:lnTo>
                  <a:cubicBezTo>
                    <a:pt x="4469" y="38"/>
                    <a:pt x="4491" y="11"/>
                    <a:pt x="4523" y="6"/>
                  </a:cubicBezTo>
                  <a:cubicBezTo>
                    <a:pt x="4555" y="0"/>
                    <a:pt x="4588" y="22"/>
                    <a:pt x="4593" y="60"/>
                  </a:cubicBezTo>
                  <a:cubicBezTo>
                    <a:pt x="4593" y="65"/>
                    <a:pt x="4593" y="71"/>
                    <a:pt x="4593" y="76"/>
                  </a:cubicBezTo>
                  <a:cubicBezTo>
                    <a:pt x="4593" y="152"/>
                    <a:pt x="4523" y="216"/>
                    <a:pt x="4393" y="260"/>
                  </a:cubicBezTo>
                  <a:cubicBezTo>
                    <a:pt x="4285" y="297"/>
                    <a:pt x="4129" y="330"/>
                    <a:pt x="3945" y="357"/>
                  </a:cubicBezTo>
                  <a:cubicBezTo>
                    <a:pt x="3496" y="416"/>
                    <a:pt x="2848" y="443"/>
                    <a:pt x="2216" y="443"/>
                  </a:cubicBezTo>
                  <a:cubicBezTo>
                    <a:pt x="1633" y="438"/>
                    <a:pt x="1060" y="411"/>
                    <a:pt x="649" y="357"/>
                  </a:cubicBezTo>
                  <a:cubicBezTo>
                    <a:pt x="276" y="303"/>
                    <a:pt x="33" y="216"/>
                    <a:pt x="6"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0"/>
            <p:cNvSpPr/>
            <p:nvPr/>
          </p:nvSpPr>
          <p:spPr>
            <a:xfrm>
              <a:off x="5566683" y="2825358"/>
              <a:ext cx="447448" cy="61119"/>
            </a:xfrm>
            <a:custGeom>
              <a:avLst/>
              <a:gdLst/>
              <a:ahLst/>
              <a:cxnLst/>
              <a:rect l="l" t="t" r="r" b="b"/>
              <a:pathLst>
                <a:path w="4993" h="682" extrusionOk="0">
                  <a:moveTo>
                    <a:pt x="4889" y="303"/>
                  </a:moveTo>
                  <a:cubicBezTo>
                    <a:pt x="4911" y="282"/>
                    <a:pt x="4954" y="282"/>
                    <a:pt x="4976" y="309"/>
                  </a:cubicBezTo>
                  <a:cubicBezTo>
                    <a:pt x="4992" y="336"/>
                    <a:pt x="4992" y="374"/>
                    <a:pt x="4965" y="395"/>
                  </a:cubicBezTo>
                  <a:cubicBezTo>
                    <a:pt x="4781" y="547"/>
                    <a:pt x="4592" y="444"/>
                    <a:pt x="4414" y="336"/>
                  </a:cubicBezTo>
                  <a:cubicBezTo>
                    <a:pt x="4414" y="336"/>
                    <a:pt x="4409" y="336"/>
                    <a:pt x="4409" y="336"/>
                  </a:cubicBezTo>
                  <a:cubicBezTo>
                    <a:pt x="4252" y="244"/>
                    <a:pt x="4101" y="158"/>
                    <a:pt x="3982" y="325"/>
                  </a:cubicBezTo>
                  <a:cubicBezTo>
                    <a:pt x="3922" y="401"/>
                    <a:pt x="3858" y="466"/>
                    <a:pt x="3793" y="520"/>
                  </a:cubicBezTo>
                  <a:cubicBezTo>
                    <a:pt x="3668" y="606"/>
                    <a:pt x="3539" y="649"/>
                    <a:pt x="3415" y="655"/>
                  </a:cubicBezTo>
                  <a:cubicBezTo>
                    <a:pt x="3290" y="655"/>
                    <a:pt x="3171" y="622"/>
                    <a:pt x="3080" y="552"/>
                  </a:cubicBezTo>
                  <a:cubicBezTo>
                    <a:pt x="3036" y="520"/>
                    <a:pt x="2999" y="482"/>
                    <a:pt x="2966" y="439"/>
                  </a:cubicBezTo>
                  <a:cubicBezTo>
                    <a:pt x="2950" y="422"/>
                    <a:pt x="2939" y="406"/>
                    <a:pt x="2928" y="390"/>
                  </a:cubicBezTo>
                  <a:cubicBezTo>
                    <a:pt x="2853" y="314"/>
                    <a:pt x="2755" y="276"/>
                    <a:pt x="2653" y="282"/>
                  </a:cubicBezTo>
                  <a:cubicBezTo>
                    <a:pt x="2545" y="282"/>
                    <a:pt x="2431" y="325"/>
                    <a:pt x="2329" y="401"/>
                  </a:cubicBezTo>
                  <a:cubicBezTo>
                    <a:pt x="2296" y="422"/>
                    <a:pt x="2269" y="449"/>
                    <a:pt x="2242" y="476"/>
                  </a:cubicBezTo>
                  <a:cubicBezTo>
                    <a:pt x="2221" y="493"/>
                    <a:pt x="2199" y="514"/>
                    <a:pt x="2177" y="530"/>
                  </a:cubicBezTo>
                  <a:cubicBezTo>
                    <a:pt x="2048" y="638"/>
                    <a:pt x="1902" y="682"/>
                    <a:pt x="1761" y="682"/>
                  </a:cubicBezTo>
                  <a:cubicBezTo>
                    <a:pt x="1626" y="676"/>
                    <a:pt x="1497" y="617"/>
                    <a:pt x="1394" y="514"/>
                  </a:cubicBezTo>
                  <a:cubicBezTo>
                    <a:pt x="1378" y="498"/>
                    <a:pt x="1367" y="482"/>
                    <a:pt x="1356" y="466"/>
                  </a:cubicBezTo>
                  <a:cubicBezTo>
                    <a:pt x="1329" y="439"/>
                    <a:pt x="1302" y="412"/>
                    <a:pt x="1280" y="390"/>
                  </a:cubicBezTo>
                  <a:cubicBezTo>
                    <a:pt x="1216" y="330"/>
                    <a:pt x="1145" y="298"/>
                    <a:pt x="1075" y="298"/>
                  </a:cubicBezTo>
                  <a:cubicBezTo>
                    <a:pt x="1010" y="293"/>
                    <a:pt x="940" y="314"/>
                    <a:pt x="875" y="368"/>
                  </a:cubicBezTo>
                  <a:cubicBezTo>
                    <a:pt x="854" y="390"/>
                    <a:pt x="832" y="412"/>
                    <a:pt x="805" y="439"/>
                  </a:cubicBezTo>
                  <a:cubicBezTo>
                    <a:pt x="789" y="460"/>
                    <a:pt x="767" y="482"/>
                    <a:pt x="740" y="498"/>
                  </a:cubicBezTo>
                  <a:cubicBezTo>
                    <a:pt x="638" y="579"/>
                    <a:pt x="519" y="601"/>
                    <a:pt x="405" y="579"/>
                  </a:cubicBezTo>
                  <a:cubicBezTo>
                    <a:pt x="292" y="563"/>
                    <a:pt x="184" y="509"/>
                    <a:pt x="97" y="439"/>
                  </a:cubicBezTo>
                  <a:cubicBezTo>
                    <a:pt x="70" y="412"/>
                    <a:pt x="43" y="384"/>
                    <a:pt x="22" y="357"/>
                  </a:cubicBezTo>
                  <a:cubicBezTo>
                    <a:pt x="0" y="330"/>
                    <a:pt x="5" y="293"/>
                    <a:pt x="32" y="271"/>
                  </a:cubicBezTo>
                  <a:cubicBezTo>
                    <a:pt x="59" y="249"/>
                    <a:pt x="97" y="255"/>
                    <a:pt x="119" y="282"/>
                  </a:cubicBezTo>
                  <a:cubicBezTo>
                    <a:pt x="135" y="303"/>
                    <a:pt x="157" y="325"/>
                    <a:pt x="178" y="347"/>
                  </a:cubicBezTo>
                  <a:cubicBezTo>
                    <a:pt x="243" y="406"/>
                    <a:pt x="335" y="449"/>
                    <a:pt x="421" y="460"/>
                  </a:cubicBezTo>
                  <a:cubicBezTo>
                    <a:pt x="508" y="476"/>
                    <a:pt x="594" y="460"/>
                    <a:pt x="670" y="401"/>
                  </a:cubicBezTo>
                  <a:cubicBezTo>
                    <a:pt x="686" y="390"/>
                    <a:pt x="697" y="374"/>
                    <a:pt x="713" y="357"/>
                  </a:cubicBezTo>
                  <a:cubicBezTo>
                    <a:pt x="740" y="325"/>
                    <a:pt x="773" y="298"/>
                    <a:pt x="800" y="276"/>
                  </a:cubicBezTo>
                  <a:cubicBezTo>
                    <a:pt x="891" y="201"/>
                    <a:pt x="989" y="168"/>
                    <a:pt x="1081" y="174"/>
                  </a:cubicBezTo>
                  <a:cubicBezTo>
                    <a:pt x="1178" y="179"/>
                    <a:pt x="1270" y="222"/>
                    <a:pt x="1356" y="298"/>
                  </a:cubicBezTo>
                  <a:cubicBezTo>
                    <a:pt x="1389" y="325"/>
                    <a:pt x="1421" y="357"/>
                    <a:pt x="1448" y="395"/>
                  </a:cubicBezTo>
                  <a:cubicBezTo>
                    <a:pt x="1459" y="406"/>
                    <a:pt x="1470" y="417"/>
                    <a:pt x="1480" y="428"/>
                  </a:cubicBezTo>
                  <a:cubicBezTo>
                    <a:pt x="1556" y="509"/>
                    <a:pt x="1659" y="557"/>
                    <a:pt x="1767" y="557"/>
                  </a:cubicBezTo>
                  <a:cubicBezTo>
                    <a:pt x="1875" y="563"/>
                    <a:pt x="1994" y="525"/>
                    <a:pt x="2102" y="433"/>
                  </a:cubicBezTo>
                  <a:cubicBezTo>
                    <a:pt x="2118" y="422"/>
                    <a:pt x="2139" y="406"/>
                    <a:pt x="2156" y="390"/>
                  </a:cubicBezTo>
                  <a:cubicBezTo>
                    <a:pt x="2188" y="357"/>
                    <a:pt x="2221" y="330"/>
                    <a:pt x="2253" y="309"/>
                  </a:cubicBezTo>
                  <a:cubicBezTo>
                    <a:pt x="2383" y="212"/>
                    <a:pt x="2518" y="163"/>
                    <a:pt x="2647" y="158"/>
                  </a:cubicBezTo>
                  <a:cubicBezTo>
                    <a:pt x="2782" y="158"/>
                    <a:pt x="2912" y="206"/>
                    <a:pt x="3015" y="309"/>
                  </a:cubicBezTo>
                  <a:cubicBezTo>
                    <a:pt x="3031" y="325"/>
                    <a:pt x="3047" y="347"/>
                    <a:pt x="3058" y="368"/>
                  </a:cubicBezTo>
                  <a:cubicBezTo>
                    <a:pt x="3085" y="401"/>
                    <a:pt x="3117" y="428"/>
                    <a:pt x="3150" y="455"/>
                  </a:cubicBezTo>
                  <a:cubicBezTo>
                    <a:pt x="3220" y="509"/>
                    <a:pt x="3312" y="536"/>
                    <a:pt x="3415" y="536"/>
                  </a:cubicBezTo>
                  <a:cubicBezTo>
                    <a:pt x="3512" y="530"/>
                    <a:pt x="3620" y="493"/>
                    <a:pt x="3717" y="422"/>
                  </a:cubicBezTo>
                  <a:cubicBezTo>
                    <a:pt x="3777" y="379"/>
                    <a:pt x="3831" y="325"/>
                    <a:pt x="3879" y="255"/>
                  </a:cubicBezTo>
                  <a:cubicBezTo>
                    <a:pt x="4063" y="1"/>
                    <a:pt x="4263" y="114"/>
                    <a:pt x="4468" y="233"/>
                  </a:cubicBezTo>
                  <a:lnTo>
                    <a:pt x="4473" y="233"/>
                  </a:lnTo>
                  <a:cubicBezTo>
                    <a:pt x="4619" y="320"/>
                    <a:pt x="4765" y="401"/>
                    <a:pt x="4889" y="3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0"/>
            <p:cNvSpPr/>
            <p:nvPr/>
          </p:nvSpPr>
          <p:spPr>
            <a:xfrm>
              <a:off x="5678524" y="2930479"/>
              <a:ext cx="225651" cy="45615"/>
            </a:xfrm>
            <a:custGeom>
              <a:avLst/>
              <a:gdLst/>
              <a:ahLst/>
              <a:cxnLst/>
              <a:rect l="l" t="t" r="r" b="b"/>
              <a:pathLst>
                <a:path w="2518" h="509" extrusionOk="0">
                  <a:moveTo>
                    <a:pt x="43" y="125"/>
                  </a:moveTo>
                  <a:cubicBezTo>
                    <a:pt x="11" y="108"/>
                    <a:pt x="0" y="76"/>
                    <a:pt x="16" y="44"/>
                  </a:cubicBezTo>
                  <a:cubicBezTo>
                    <a:pt x="32" y="16"/>
                    <a:pt x="70" y="0"/>
                    <a:pt x="97" y="16"/>
                  </a:cubicBezTo>
                  <a:cubicBezTo>
                    <a:pt x="103" y="16"/>
                    <a:pt x="778" y="378"/>
                    <a:pt x="2437" y="11"/>
                  </a:cubicBezTo>
                  <a:cubicBezTo>
                    <a:pt x="2469" y="6"/>
                    <a:pt x="2502" y="27"/>
                    <a:pt x="2507" y="60"/>
                  </a:cubicBezTo>
                  <a:cubicBezTo>
                    <a:pt x="2518" y="92"/>
                    <a:pt x="2496" y="125"/>
                    <a:pt x="2464" y="130"/>
                  </a:cubicBezTo>
                  <a:cubicBezTo>
                    <a:pt x="762" y="508"/>
                    <a:pt x="43" y="125"/>
                    <a:pt x="43"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0"/>
            <p:cNvSpPr/>
            <p:nvPr/>
          </p:nvSpPr>
          <p:spPr>
            <a:xfrm>
              <a:off x="5622783" y="2970179"/>
              <a:ext cx="338028" cy="52874"/>
            </a:xfrm>
            <a:custGeom>
              <a:avLst/>
              <a:gdLst/>
              <a:ahLst/>
              <a:cxnLst/>
              <a:rect l="l" t="t" r="r" b="b"/>
              <a:pathLst>
                <a:path w="3772" h="590" extrusionOk="0">
                  <a:moveTo>
                    <a:pt x="6" y="81"/>
                  </a:moveTo>
                  <a:cubicBezTo>
                    <a:pt x="1" y="49"/>
                    <a:pt x="17" y="17"/>
                    <a:pt x="49" y="6"/>
                  </a:cubicBezTo>
                  <a:cubicBezTo>
                    <a:pt x="82" y="0"/>
                    <a:pt x="114" y="17"/>
                    <a:pt x="125" y="49"/>
                  </a:cubicBezTo>
                  <a:cubicBezTo>
                    <a:pt x="125" y="54"/>
                    <a:pt x="217" y="465"/>
                    <a:pt x="1827" y="443"/>
                  </a:cubicBezTo>
                  <a:cubicBezTo>
                    <a:pt x="3453" y="416"/>
                    <a:pt x="3648" y="44"/>
                    <a:pt x="3648" y="44"/>
                  </a:cubicBezTo>
                  <a:cubicBezTo>
                    <a:pt x="3664" y="11"/>
                    <a:pt x="3702" y="6"/>
                    <a:pt x="3729" y="22"/>
                  </a:cubicBezTo>
                  <a:cubicBezTo>
                    <a:pt x="3761" y="38"/>
                    <a:pt x="3772" y="76"/>
                    <a:pt x="3756" y="103"/>
                  </a:cubicBezTo>
                  <a:cubicBezTo>
                    <a:pt x="3750" y="103"/>
                    <a:pt x="3523" y="535"/>
                    <a:pt x="1827" y="562"/>
                  </a:cubicBezTo>
                  <a:cubicBezTo>
                    <a:pt x="125" y="589"/>
                    <a:pt x="6" y="81"/>
                    <a:pt x="6" y="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0"/>
            <p:cNvSpPr/>
            <p:nvPr/>
          </p:nvSpPr>
          <p:spPr>
            <a:xfrm>
              <a:off x="5634433" y="2951808"/>
              <a:ext cx="315266" cy="41672"/>
            </a:xfrm>
            <a:custGeom>
              <a:avLst/>
              <a:gdLst/>
              <a:ahLst/>
              <a:cxnLst/>
              <a:rect l="l" t="t" r="r" b="b"/>
              <a:pathLst>
                <a:path w="3518" h="465" extrusionOk="0">
                  <a:moveTo>
                    <a:pt x="11" y="86"/>
                  </a:moveTo>
                  <a:cubicBezTo>
                    <a:pt x="0" y="54"/>
                    <a:pt x="17" y="22"/>
                    <a:pt x="49" y="11"/>
                  </a:cubicBezTo>
                  <a:cubicBezTo>
                    <a:pt x="81" y="0"/>
                    <a:pt x="114" y="16"/>
                    <a:pt x="125" y="49"/>
                  </a:cubicBezTo>
                  <a:cubicBezTo>
                    <a:pt x="125" y="49"/>
                    <a:pt x="206" y="346"/>
                    <a:pt x="1708" y="324"/>
                  </a:cubicBezTo>
                  <a:cubicBezTo>
                    <a:pt x="3215" y="308"/>
                    <a:pt x="3399" y="38"/>
                    <a:pt x="3399" y="38"/>
                  </a:cubicBezTo>
                  <a:cubicBezTo>
                    <a:pt x="3420" y="11"/>
                    <a:pt x="3458" y="5"/>
                    <a:pt x="3485" y="27"/>
                  </a:cubicBezTo>
                  <a:cubicBezTo>
                    <a:pt x="3512" y="43"/>
                    <a:pt x="3518" y="81"/>
                    <a:pt x="3496" y="108"/>
                  </a:cubicBezTo>
                  <a:cubicBezTo>
                    <a:pt x="3496" y="108"/>
                    <a:pt x="3280" y="427"/>
                    <a:pt x="1708" y="448"/>
                  </a:cubicBezTo>
                  <a:cubicBezTo>
                    <a:pt x="119" y="465"/>
                    <a:pt x="11" y="86"/>
                    <a:pt x="11" y="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0"/>
            <p:cNvSpPr/>
            <p:nvPr/>
          </p:nvSpPr>
          <p:spPr>
            <a:xfrm>
              <a:off x="5731756" y="2579897"/>
              <a:ext cx="69810" cy="87736"/>
            </a:xfrm>
            <a:custGeom>
              <a:avLst/>
              <a:gdLst/>
              <a:ahLst/>
              <a:cxnLst/>
              <a:rect l="l" t="t" r="r" b="b"/>
              <a:pathLst>
                <a:path w="779" h="979" extrusionOk="0">
                  <a:moveTo>
                    <a:pt x="632" y="957"/>
                  </a:moveTo>
                  <a:cubicBezTo>
                    <a:pt x="611" y="973"/>
                    <a:pt x="578" y="979"/>
                    <a:pt x="535" y="979"/>
                  </a:cubicBezTo>
                  <a:cubicBezTo>
                    <a:pt x="492" y="973"/>
                    <a:pt x="443" y="962"/>
                    <a:pt x="395" y="941"/>
                  </a:cubicBezTo>
                  <a:cubicBezTo>
                    <a:pt x="346" y="919"/>
                    <a:pt x="303" y="887"/>
                    <a:pt x="265" y="838"/>
                  </a:cubicBezTo>
                  <a:cubicBezTo>
                    <a:pt x="216" y="784"/>
                    <a:pt x="189" y="708"/>
                    <a:pt x="195" y="617"/>
                  </a:cubicBezTo>
                  <a:lnTo>
                    <a:pt x="195" y="617"/>
                  </a:lnTo>
                  <a:cubicBezTo>
                    <a:pt x="216" y="460"/>
                    <a:pt x="162" y="401"/>
                    <a:pt x="114" y="346"/>
                  </a:cubicBezTo>
                  <a:cubicBezTo>
                    <a:pt x="49" y="276"/>
                    <a:pt x="0" y="217"/>
                    <a:pt x="108" y="22"/>
                  </a:cubicBezTo>
                  <a:cubicBezTo>
                    <a:pt x="114" y="6"/>
                    <a:pt x="135" y="1"/>
                    <a:pt x="146" y="6"/>
                  </a:cubicBezTo>
                  <a:cubicBezTo>
                    <a:pt x="157" y="12"/>
                    <a:pt x="162" y="22"/>
                    <a:pt x="162" y="28"/>
                  </a:cubicBezTo>
                  <a:cubicBezTo>
                    <a:pt x="189" y="147"/>
                    <a:pt x="260" y="157"/>
                    <a:pt x="341" y="168"/>
                  </a:cubicBezTo>
                  <a:cubicBezTo>
                    <a:pt x="460" y="190"/>
                    <a:pt x="578" y="211"/>
                    <a:pt x="589" y="482"/>
                  </a:cubicBezTo>
                  <a:cubicBezTo>
                    <a:pt x="589" y="509"/>
                    <a:pt x="611" y="541"/>
                    <a:pt x="638" y="584"/>
                  </a:cubicBezTo>
                  <a:cubicBezTo>
                    <a:pt x="703" y="681"/>
                    <a:pt x="778" y="800"/>
                    <a:pt x="638" y="952"/>
                  </a:cubicBezTo>
                  <a:cubicBezTo>
                    <a:pt x="638" y="952"/>
                    <a:pt x="632" y="957"/>
                    <a:pt x="632" y="957"/>
                  </a:cubicBezTo>
                  <a:close/>
                  <a:moveTo>
                    <a:pt x="541" y="914"/>
                  </a:moveTo>
                  <a:cubicBezTo>
                    <a:pt x="562" y="919"/>
                    <a:pt x="584" y="914"/>
                    <a:pt x="595" y="908"/>
                  </a:cubicBezTo>
                  <a:cubicBezTo>
                    <a:pt x="697" y="795"/>
                    <a:pt x="638" y="698"/>
                    <a:pt x="584" y="617"/>
                  </a:cubicBezTo>
                  <a:cubicBezTo>
                    <a:pt x="557" y="568"/>
                    <a:pt x="530" y="525"/>
                    <a:pt x="530" y="487"/>
                  </a:cubicBezTo>
                  <a:cubicBezTo>
                    <a:pt x="519" y="260"/>
                    <a:pt x="422" y="244"/>
                    <a:pt x="330" y="228"/>
                  </a:cubicBezTo>
                  <a:cubicBezTo>
                    <a:pt x="249" y="217"/>
                    <a:pt x="173" y="206"/>
                    <a:pt x="130" y="114"/>
                  </a:cubicBezTo>
                  <a:cubicBezTo>
                    <a:pt x="87" y="222"/>
                    <a:pt x="119" y="260"/>
                    <a:pt x="162" y="309"/>
                  </a:cubicBezTo>
                  <a:cubicBezTo>
                    <a:pt x="216" y="368"/>
                    <a:pt x="276" y="438"/>
                    <a:pt x="254" y="622"/>
                  </a:cubicBezTo>
                  <a:cubicBezTo>
                    <a:pt x="254" y="698"/>
                    <a:pt x="276" y="757"/>
                    <a:pt x="314" y="800"/>
                  </a:cubicBezTo>
                  <a:cubicBezTo>
                    <a:pt x="341" y="838"/>
                    <a:pt x="379" y="865"/>
                    <a:pt x="422" y="887"/>
                  </a:cubicBezTo>
                  <a:cubicBezTo>
                    <a:pt x="460" y="903"/>
                    <a:pt x="503" y="914"/>
                    <a:pt x="535" y="9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0"/>
            <p:cNvSpPr/>
            <p:nvPr/>
          </p:nvSpPr>
          <p:spPr>
            <a:xfrm>
              <a:off x="5741434" y="2589576"/>
              <a:ext cx="46062" cy="73666"/>
            </a:xfrm>
            <a:custGeom>
              <a:avLst/>
              <a:gdLst/>
              <a:ahLst/>
              <a:cxnLst/>
              <a:rect l="l" t="t" r="r" b="b"/>
              <a:pathLst>
                <a:path w="514" h="822" extrusionOk="0">
                  <a:moveTo>
                    <a:pt x="22" y="12"/>
                  </a:moveTo>
                  <a:cubicBezTo>
                    <a:pt x="0" y="98"/>
                    <a:pt x="76" y="147"/>
                    <a:pt x="135" y="195"/>
                  </a:cubicBezTo>
                  <a:cubicBezTo>
                    <a:pt x="217" y="266"/>
                    <a:pt x="325" y="352"/>
                    <a:pt x="346" y="460"/>
                  </a:cubicBezTo>
                  <a:cubicBezTo>
                    <a:pt x="368" y="541"/>
                    <a:pt x="368" y="627"/>
                    <a:pt x="395" y="703"/>
                  </a:cubicBezTo>
                  <a:cubicBezTo>
                    <a:pt x="411" y="746"/>
                    <a:pt x="449" y="822"/>
                    <a:pt x="497" y="811"/>
                  </a:cubicBezTo>
                  <a:cubicBezTo>
                    <a:pt x="514" y="806"/>
                    <a:pt x="514" y="784"/>
                    <a:pt x="497" y="784"/>
                  </a:cubicBezTo>
                  <a:cubicBezTo>
                    <a:pt x="438" y="768"/>
                    <a:pt x="422" y="682"/>
                    <a:pt x="411" y="627"/>
                  </a:cubicBezTo>
                  <a:cubicBezTo>
                    <a:pt x="395" y="563"/>
                    <a:pt x="384" y="492"/>
                    <a:pt x="362" y="428"/>
                  </a:cubicBezTo>
                  <a:cubicBezTo>
                    <a:pt x="341" y="347"/>
                    <a:pt x="271" y="287"/>
                    <a:pt x="211" y="233"/>
                  </a:cubicBezTo>
                  <a:cubicBezTo>
                    <a:pt x="152" y="179"/>
                    <a:pt x="17" y="109"/>
                    <a:pt x="33" y="12"/>
                  </a:cubicBezTo>
                  <a:cubicBezTo>
                    <a:pt x="33" y="6"/>
                    <a:pt x="22" y="1"/>
                    <a:pt x="22"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0"/>
            <p:cNvSpPr/>
            <p:nvPr/>
          </p:nvSpPr>
          <p:spPr>
            <a:xfrm>
              <a:off x="5752546" y="2624975"/>
              <a:ext cx="28229" cy="30111"/>
            </a:xfrm>
            <a:custGeom>
              <a:avLst/>
              <a:gdLst/>
              <a:ahLst/>
              <a:cxnLst/>
              <a:rect l="l" t="t" r="r" b="b"/>
              <a:pathLst>
                <a:path w="315" h="336" extrusionOk="0">
                  <a:moveTo>
                    <a:pt x="1" y="11"/>
                  </a:moveTo>
                  <a:cubicBezTo>
                    <a:pt x="28" y="70"/>
                    <a:pt x="65" y="103"/>
                    <a:pt x="125" y="130"/>
                  </a:cubicBezTo>
                  <a:cubicBezTo>
                    <a:pt x="179" y="151"/>
                    <a:pt x="222" y="168"/>
                    <a:pt x="255" y="222"/>
                  </a:cubicBezTo>
                  <a:cubicBezTo>
                    <a:pt x="271" y="259"/>
                    <a:pt x="276" y="303"/>
                    <a:pt x="303" y="330"/>
                  </a:cubicBezTo>
                  <a:cubicBezTo>
                    <a:pt x="309" y="335"/>
                    <a:pt x="314" y="330"/>
                    <a:pt x="314" y="324"/>
                  </a:cubicBezTo>
                  <a:cubicBezTo>
                    <a:pt x="303" y="259"/>
                    <a:pt x="265" y="184"/>
                    <a:pt x="211" y="146"/>
                  </a:cubicBezTo>
                  <a:cubicBezTo>
                    <a:pt x="184" y="124"/>
                    <a:pt x="141" y="114"/>
                    <a:pt x="109" y="103"/>
                  </a:cubicBezTo>
                  <a:cubicBezTo>
                    <a:pt x="65" y="81"/>
                    <a:pt x="33" y="49"/>
                    <a:pt x="11" y="6"/>
                  </a:cubicBezTo>
                  <a:cubicBezTo>
                    <a:pt x="11" y="0"/>
                    <a:pt x="1" y="6"/>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0"/>
            <p:cNvSpPr/>
            <p:nvPr/>
          </p:nvSpPr>
          <p:spPr>
            <a:xfrm>
              <a:off x="5764196" y="2599792"/>
              <a:ext cx="9230" cy="28140"/>
            </a:xfrm>
            <a:custGeom>
              <a:avLst/>
              <a:gdLst/>
              <a:ahLst/>
              <a:cxnLst/>
              <a:rect l="l" t="t" r="r" b="b"/>
              <a:pathLst>
                <a:path w="103" h="314" extrusionOk="0">
                  <a:moveTo>
                    <a:pt x="6" y="11"/>
                  </a:moveTo>
                  <a:cubicBezTo>
                    <a:pt x="54" y="54"/>
                    <a:pt x="71" y="114"/>
                    <a:pt x="71" y="179"/>
                  </a:cubicBezTo>
                  <a:cubicBezTo>
                    <a:pt x="76" y="222"/>
                    <a:pt x="71" y="270"/>
                    <a:pt x="92" y="308"/>
                  </a:cubicBezTo>
                  <a:cubicBezTo>
                    <a:pt x="92" y="314"/>
                    <a:pt x="98" y="308"/>
                    <a:pt x="103" y="303"/>
                  </a:cubicBezTo>
                  <a:cubicBezTo>
                    <a:pt x="103" y="249"/>
                    <a:pt x="98" y="184"/>
                    <a:pt x="87" y="135"/>
                  </a:cubicBezTo>
                  <a:cubicBezTo>
                    <a:pt x="76" y="76"/>
                    <a:pt x="60" y="38"/>
                    <a:pt x="11" y="0"/>
                  </a:cubicBezTo>
                  <a:cubicBezTo>
                    <a:pt x="6" y="0"/>
                    <a:pt x="0" y="6"/>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0"/>
            <p:cNvSpPr/>
            <p:nvPr/>
          </p:nvSpPr>
          <p:spPr>
            <a:xfrm>
              <a:off x="6022200" y="2467070"/>
              <a:ext cx="49019" cy="44181"/>
            </a:xfrm>
            <a:custGeom>
              <a:avLst/>
              <a:gdLst/>
              <a:ahLst/>
              <a:cxnLst/>
              <a:rect l="l" t="t" r="r" b="b"/>
              <a:pathLst>
                <a:path w="547" h="493" extrusionOk="0">
                  <a:moveTo>
                    <a:pt x="114" y="6"/>
                  </a:moveTo>
                  <a:cubicBezTo>
                    <a:pt x="1" y="120"/>
                    <a:pt x="131" y="287"/>
                    <a:pt x="228" y="357"/>
                  </a:cubicBezTo>
                  <a:cubicBezTo>
                    <a:pt x="298" y="411"/>
                    <a:pt x="536" y="493"/>
                    <a:pt x="547" y="336"/>
                  </a:cubicBezTo>
                  <a:cubicBezTo>
                    <a:pt x="547" y="325"/>
                    <a:pt x="530" y="314"/>
                    <a:pt x="520" y="325"/>
                  </a:cubicBezTo>
                  <a:cubicBezTo>
                    <a:pt x="487" y="347"/>
                    <a:pt x="460" y="374"/>
                    <a:pt x="417" y="374"/>
                  </a:cubicBezTo>
                  <a:cubicBezTo>
                    <a:pt x="358" y="374"/>
                    <a:pt x="298" y="347"/>
                    <a:pt x="255" y="314"/>
                  </a:cubicBezTo>
                  <a:cubicBezTo>
                    <a:pt x="206" y="287"/>
                    <a:pt x="163" y="244"/>
                    <a:pt x="136" y="195"/>
                  </a:cubicBezTo>
                  <a:cubicBezTo>
                    <a:pt x="98" y="131"/>
                    <a:pt x="109" y="82"/>
                    <a:pt x="131" y="17"/>
                  </a:cubicBezTo>
                  <a:cubicBezTo>
                    <a:pt x="136" y="6"/>
                    <a:pt x="120" y="1"/>
                    <a:pt x="114"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0"/>
            <p:cNvSpPr/>
            <p:nvPr/>
          </p:nvSpPr>
          <p:spPr>
            <a:xfrm>
              <a:off x="6026143" y="2469489"/>
              <a:ext cx="48482" cy="32083"/>
            </a:xfrm>
            <a:custGeom>
              <a:avLst/>
              <a:gdLst/>
              <a:ahLst/>
              <a:cxnLst/>
              <a:rect l="l" t="t" r="r" b="b"/>
              <a:pathLst>
                <a:path w="541" h="358" extrusionOk="0">
                  <a:moveTo>
                    <a:pt x="70" y="12"/>
                  </a:moveTo>
                  <a:cubicBezTo>
                    <a:pt x="0" y="104"/>
                    <a:pt x="135" y="206"/>
                    <a:pt x="205" y="244"/>
                  </a:cubicBezTo>
                  <a:cubicBezTo>
                    <a:pt x="276" y="282"/>
                    <a:pt x="486" y="357"/>
                    <a:pt x="535" y="260"/>
                  </a:cubicBezTo>
                  <a:cubicBezTo>
                    <a:pt x="540" y="249"/>
                    <a:pt x="535" y="239"/>
                    <a:pt x="519" y="239"/>
                  </a:cubicBezTo>
                  <a:cubicBezTo>
                    <a:pt x="492" y="239"/>
                    <a:pt x="459" y="255"/>
                    <a:pt x="427" y="255"/>
                  </a:cubicBezTo>
                  <a:cubicBezTo>
                    <a:pt x="378" y="255"/>
                    <a:pt x="324" y="244"/>
                    <a:pt x="276" y="228"/>
                  </a:cubicBezTo>
                  <a:cubicBezTo>
                    <a:pt x="178" y="190"/>
                    <a:pt x="87" y="131"/>
                    <a:pt x="103" y="17"/>
                  </a:cubicBezTo>
                  <a:cubicBezTo>
                    <a:pt x="103" y="1"/>
                    <a:pt x="81" y="1"/>
                    <a:pt x="70"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0"/>
            <p:cNvSpPr/>
            <p:nvPr/>
          </p:nvSpPr>
          <p:spPr>
            <a:xfrm>
              <a:off x="6005800" y="2362039"/>
              <a:ext cx="58160" cy="95443"/>
            </a:xfrm>
            <a:custGeom>
              <a:avLst/>
              <a:gdLst/>
              <a:ahLst/>
              <a:cxnLst/>
              <a:rect l="l" t="t" r="r" b="b"/>
              <a:pathLst>
                <a:path w="649" h="1065" extrusionOk="0">
                  <a:moveTo>
                    <a:pt x="530" y="1059"/>
                  </a:moveTo>
                  <a:cubicBezTo>
                    <a:pt x="616" y="833"/>
                    <a:pt x="649" y="562"/>
                    <a:pt x="524" y="346"/>
                  </a:cubicBezTo>
                  <a:cubicBezTo>
                    <a:pt x="432" y="184"/>
                    <a:pt x="206" y="0"/>
                    <a:pt x="11" y="109"/>
                  </a:cubicBezTo>
                  <a:cubicBezTo>
                    <a:pt x="0" y="114"/>
                    <a:pt x="6" y="136"/>
                    <a:pt x="16" y="136"/>
                  </a:cubicBezTo>
                  <a:cubicBezTo>
                    <a:pt x="233" y="119"/>
                    <a:pt x="384" y="217"/>
                    <a:pt x="492" y="400"/>
                  </a:cubicBezTo>
                  <a:cubicBezTo>
                    <a:pt x="600" y="584"/>
                    <a:pt x="573" y="860"/>
                    <a:pt x="524" y="1059"/>
                  </a:cubicBezTo>
                  <a:cubicBezTo>
                    <a:pt x="519" y="1065"/>
                    <a:pt x="530" y="1065"/>
                    <a:pt x="535" y="10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0"/>
            <p:cNvSpPr/>
            <p:nvPr/>
          </p:nvSpPr>
          <p:spPr>
            <a:xfrm>
              <a:off x="5509061" y="2468055"/>
              <a:ext cx="48482" cy="41762"/>
            </a:xfrm>
            <a:custGeom>
              <a:avLst/>
              <a:gdLst/>
              <a:ahLst/>
              <a:cxnLst/>
              <a:rect l="l" t="t" r="r" b="b"/>
              <a:pathLst>
                <a:path w="541" h="466" extrusionOk="0">
                  <a:moveTo>
                    <a:pt x="411" y="44"/>
                  </a:moveTo>
                  <a:cubicBezTo>
                    <a:pt x="459" y="152"/>
                    <a:pt x="400" y="249"/>
                    <a:pt x="308" y="309"/>
                  </a:cubicBezTo>
                  <a:cubicBezTo>
                    <a:pt x="265" y="336"/>
                    <a:pt x="216" y="352"/>
                    <a:pt x="162" y="352"/>
                  </a:cubicBezTo>
                  <a:cubicBezTo>
                    <a:pt x="103" y="357"/>
                    <a:pt x="76" y="314"/>
                    <a:pt x="27" y="287"/>
                  </a:cubicBezTo>
                  <a:cubicBezTo>
                    <a:pt x="11" y="282"/>
                    <a:pt x="0" y="292"/>
                    <a:pt x="0" y="309"/>
                  </a:cubicBezTo>
                  <a:cubicBezTo>
                    <a:pt x="22" y="465"/>
                    <a:pt x="249" y="411"/>
                    <a:pt x="335" y="357"/>
                  </a:cubicBezTo>
                  <a:cubicBezTo>
                    <a:pt x="443" y="292"/>
                    <a:pt x="540" y="136"/>
                    <a:pt x="443" y="17"/>
                  </a:cubicBezTo>
                  <a:cubicBezTo>
                    <a:pt x="427" y="1"/>
                    <a:pt x="405" y="22"/>
                    <a:pt x="411"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0"/>
            <p:cNvSpPr/>
            <p:nvPr/>
          </p:nvSpPr>
          <p:spPr>
            <a:xfrm>
              <a:off x="5510942" y="2469489"/>
              <a:ext cx="56278" cy="50007"/>
            </a:xfrm>
            <a:custGeom>
              <a:avLst/>
              <a:gdLst/>
              <a:ahLst/>
              <a:cxnLst/>
              <a:rect l="l" t="t" r="r" b="b"/>
              <a:pathLst>
                <a:path w="628" h="558" extrusionOk="0">
                  <a:moveTo>
                    <a:pt x="455" y="23"/>
                  </a:moveTo>
                  <a:cubicBezTo>
                    <a:pt x="541" y="152"/>
                    <a:pt x="476" y="266"/>
                    <a:pt x="363" y="352"/>
                  </a:cubicBezTo>
                  <a:cubicBezTo>
                    <a:pt x="314" y="390"/>
                    <a:pt x="255" y="417"/>
                    <a:pt x="195" y="428"/>
                  </a:cubicBezTo>
                  <a:cubicBezTo>
                    <a:pt x="125" y="444"/>
                    <a:pt x="87" y="412"/>
                    <a:pt x="28" y="374"/>
                  </a:cubicBezTo>
                  <a:cubicBezTo>
                    <a:pt x="17" y="368"/>
                    <a:pt x="1" y="379"/>
                    <a:pt x="1" y="395"/>
                  </a:cubicBezTo>
                  <a:cubicBezTo>
                    <a:pt x="55" y="557"/>
                    <a:pt x="314" y="444"/>
                    <a:pt x="401" y="384"/>
                  </a:cubicBezTo>
                  <a:cubicBezTo>
                    <a:pt x="503" y="303"/>
                    <a:pt x="627" y="104"/>
                    <a:pt x="471" y="6"/>
                  </a:cubicBezTo>
                  <a:cubicBezTo>
                    <a:pt x="460" y="1"/>
                    <a:pt x="449" y="12"/>
                    <a:pt x="455" y="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0"/>
            <p:cNvSpPr/>
            <p:nvPr/>
          </p:nvSpPr>
          <p:spPr>
            <a:xfrm>
              <a:off x="5519635" y="2359619"/>
              <a:ext cx="63537" cy="96428"/>
            </a:xfrm>
            <a:custGeom>
              <a:avLst/>
              <a:gdLst/>
              <a:ahLst/>
              <a:cxnLst/>
              <a:rect l="l" t="t" r="r" b="b"/>
              <a:pathLst>
                <a:path w="709" h="1076" extrusionOk="0">
                  <a:moveTo>
                    <a:pt x="98" y="1054"/>
                  </a:moveTo>
                  <a:cubicBezTo>
                    <a:pt x="50" y="843"/>
                    <a:pt x="66" y="616"/>
                    <a:pt x="152" y="416"/>
                  </a:cubicBezTo>
                  <a:cubicBezTo>
                    <a:pt x="201" y="319"/>
                    <a:pt x="266" y="233"/>
                    <a:pt x="358" y="173"/>
                  </a:cubicBezTo>
                  <a:cubicBezTo>
                    <a:pt x="460" y="109"/>
                    <a:pt x="574" y="109"/>
                    <a:pt x="687" y="109"/>
                  </a:cubicBezTo>
                  <a:cubicBezTo>
                    <a:pt x="709" y="109"/>
                    <a:pt x="709" y="82"/>
                    <a:pt x="693" y="76"/>
                  </a:cubicBezTo>
                  <a:cubicBezTo>
                    <a:pt x="460" y="0"/>
                    <a:pt x="244" y="157"/>
                    <a:pt x="136" y="352"/>
                  </a:cubicBezTo>
                  <a:cubicBezTo>
                    <a:pt x="17" y="562"/>
                    <a:pt x="1" y="832"/>
                    <a:pt x="77" y="1059"/>
                  </a:cubicBezTo>
                  <a:cubicBezTo>
                    <a:pt x="82" y="1076"/>
                    <a:pt x="104" y="1065"/>
                    <a:pt x="98" y="10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0"/>
            <p:cNvSpPr/>
            <p:nvPr/>
          </p:nvSpPr>
          <p:spPr>
            <a:xfrm>
              <a:off x="5640258" y="2359171"/>
              <a:ext cx="16041" cy="45078"/>
            </a:xfrm>
            <a:custGeom>
              <a:avLst/>
              <a:gdLst/>
              <a:ahLst/>
              <a:cxnLst/>
              <a:rect l="l" t="t" r="r" b="b"/>
              <a:pathLst>
                <a:path w="179" h="503" extrusionOk="0">
                  <a:moveTo>
                    <a:pt x="11" y="27"/>
                  </a:moveTo>
                  <a:cubicBezTo>
                    <a:pt x="81" y="81"/>
                    <a:pt x="114" y="146"/>
                    <a:pt x="119" y="232"/>
                  </a:cubicBezTo>
                  <a:cubicBezTo>
                    <a:pt x="124" y="308"/>
                    <a:pt x="114" y="367"/>
                    <a:pt x="49" y="400"/>
                  </a:cubicBezTo>
                  <a:cubicBezTo>
                    <a:pt x="33" y="405"/>
                    <a:pt x="38" y="427"/>
                    <a:pt x="49" y="438"/>
                  </a:cubicBezTo>
                  <a:cubicBezTo>
                    <a:pt x="141" y="503"/>
                    <a:pt x="179" y="313"/>
                    <a:pt x="179" y="265"/>
                  </a:cubicBezTo>
                  <a:cubicBezTo>
                    <a:pt x="179" y="178"/>
                    <a:pt x="135" y="0"/>
                    <a:pt x="22" y="0"/>
                  </a:cubicBezTo>
                  <a:cubicBezTo>
                    <a:pt x="11" y="0"/>
                    <a:pt x="0" y="16"/>
                    <a:pt x="11"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0"/>
            <p:cNvSpPr/>
            <p:nvPr/>
          </p:nvSpPr>
          <p:spPr>
            <a:xfrm>
              <a:off x="5632461" y="2360605"/>
              <a:ext cx="15145" cy="32979"/>
            </a:xfrm>
            <a:custGeom>
              <a:avLst/>
              <a:gdLst/>
              <a:ahLst/>
              <a:cxnLst/>
              <a:rect l="l" t="t" r="r" b="b"/>
              <a:pathLst>
                <a:path w="169" h="368" extrusionOk="0">
                  <a:moveTo>
                    <a:pt x="93" y="27"/>
                  </a:moveTo>
                  <a:cubicBezTo>
                    <a:pt x="125" y="81"/>
                    <a:pt x="125" y="152"/>
                    <a:pt x="103" y="211"/>
                  </a:cubicBezTo>
                  <a:cubicBezTo>
                    <a:pt x="87" y="270"/>
                    <a:pt x="44" y="297"/>
                    <a:pt x="12" y="341"/>
                  </a:cubicBezTo>
                  <a:cubicBezTo>
                    <a:pt x="1" y="351"/>
                    <a:pt x="12" y="368"/>
                    <a:pt x="22" y="368"/>
                  </a:cubicBezTo>
                  <a:cubicBezTo>
                    <a:pt x="87" y="362"/>
                    <a:pt x="130" y="281"/>
                    <a:pt x="147" y="222"/>
                  </a:cubicBezTo>
                  <a:cubicBezTo>
                    <a:pt x="168" y="152"/>
                    <a:pt x="157" y="76"/>
                    <a:pt x="114" y="16"/>
                  </a:cubicBezTo>
                  <a:cubicBezTo>
                    <a:pt x="103" y="0"/>
                    <a:pt x="82" y="11"/>
                    <a:pt x="93"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0"/>
            <p:cNvSpPr/>
            <p:nvPr/>
          </p:nvSpPr>
          <p:spPr>
            <a:xfrm>
              <a:off x="5928820" y="2353346"/>
              <a:ext cx="11202" cy="44092"/>
            </a:xfrm>
            <a:custGeom>
              <a:avLst/>
              <a:gdLst/>
              <a:ahLst/>
              <a:cxnLst/>
              <a:rect l="l" t="t" r="r" b="b"/>
              <a:pathLst>
                <a:path w="125" h="492" extrusionOk="0">
                  <a:moveTo>
                    <a:pt x="97" y="11"/>
                  </a:moveTo>
                  <a:cubicBezTo>
                    <a:pt x="22" y="65"/>
                    <a:pt x="6" y="146"/>
                    <a:pt x="6" y="227"/>
                  </a:cubicBezTo>
                  <a:cubicBezTo>
                    <a:pt x="0" y="308"/>
                    <a:pt x="22" y="438"/>
                    <a:pt x="97" y="481"/>
                  </a:cubicBezTo>
                  <a:cubicBezTo>
                    <a:pt x="108" y="492"/>
                    <a:pt x="125" y="476"/>
                    <a:pt x="119" y="465"/>
                  </a:cubicBezTo>
                  <a:cubicBezTo>
                    <a:pt x="108" y="405"/>
                    <a:pt x="70" y="351"/>
                    <a:pt x="60" y="292"/>
                  </a:cubicBezTo>
                  <a:cubicBezTo>
                    <a:pt x="43" y="200"/>
                    <a:pt x="54" y="103"/>
                    <a:pt x="114" y="33"/>
                  </a:cubicBezTo>
                  <a:cubicBezTo>
                    <a:pt x="125" y="22"/>
                    <a:pt x="114" y="0"/>
                    <a:pt x="97"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0"/>
            <p:cNvSpPr/>
            <p:nvPr/>
          </p:nvSpPr>
          <p:spPr>
            <a:xfrm>
              <a:off x="5936527" y="2357647"/>
              <a:ext cx="10754" cy="34055"/>
            </a:xfrm>
            <a:custGeom>
              <a:avLst/>
              <a:gdLst/>
              <a:ahLst/>
              <a:cxnLst/>
              <a:rect l="l" t="t" r="r" b="b"/>
              <a:pathLst>
                <a:path w="120" h="380" extrusionOk="0">
                  <a:moveTo>
                    <a:pt x="49" y="12"/>
                  </a:moveTo>
                  <a:cubicBezTo>
                    <a:pt x="17" y="87"/>
                    <a:pt x="1" y="158"/>
                    <a:pt x="6" y="239"/>
                  </a:cubicBezTo>
                  <a:cubicBezTo>
                    <a:pt x="11" y="287"/>
                    <a:pt x="39" y="374"/>
                    <a:pt x="103" y="379"/>
                  </a:cubicBezTo>
                  <a:cubicBezTo>
                    <a:pt x="114" y="379"/>
                    <a:pt x="120" y="368"/>
                    <a:pt x="120" y="357"/>
                  </a:cubicBezTo>
                  <a:cubicBezTo>
                    <a:pt x="114" y="336"/>
                    <a:pt x="98" y="320"/>
                    <a:pt x="82" y="303"/>
                  </a:cubicBezTo>
                  <a:cubicBezTo>
                    <a:pt x="66" y="271"/>
                    <a:pt x="60" y="239"/>
                    <a:pt x="55" y="201"/>
                  </a:cubicBezTo>
                  <a:cubicBezTo>
                    <a:pt x="49" y="141"/>
                    <a:pt x="60" y="82"/>
                    <a:pt x="71" y="22"/>
                  </a:cubicBezTo>
                  <a:cubicBezTo>
                    <a:pt x="76" y="12"/>
                    <a:pt x="55" y="1"/>
                    <a:pt x="49"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0"/>
            <p:cNvSpPr/>
            <p:nvPr/>
          </p:nvSpPr>
          <p:spPr>
            <a:xfrm>
              <a:off x="5805778" y="2318485"/>
              <a:ext cx="164264" cy="14070"/>
            </a:xfrm>
            <a:custGeom>
              <a:avLst/>
              <a:gdLst/>
              <a:ahLst/>
              <a:cxnLst/>
              <a:rect l="l" t="t" r="r" b="b"/>
              <a:pathLst>
                <a:path w="1833" h="157" extrusionOk="0">
                  <a:moveTo>
                    <a:pt x="23" y="135"/>
                  </a:moveTo>
                  <a:cubicBezTo>
                    <a:pt x="341" y="146"/>
                    <a:pt x="660" y="119"/>
                    <a:pt x="973" y="135"/>
                  </a:cubicBezTo>
                  <a:cubicBezTo>
                    <a:pt x="1130" y="146"/>
                    <a:pt x="1281" y="157"/>
                    <a:pt x="1433" y="152"/>
                  </a:cubicBezTo>
                  <a:cubicBezTo>
                    <a:pt x="1562" y="146"/>
                    <a:pt x="1714" y="130"/>
                    <a:pt x="1816" y="43"/>
                  </a:cubicBezTo>
                  <a:cubicBezTo>
                    <a:pt x="1832" y="33"/>
                    <a:pt x="1822" y="0"/>
                    <a:pt x="1800" y="6"/>
                  </a:cubicBezTo>
                  <a:cubicBezTo>
                    <a:pt x="1660" y="22"/>
                    <a:pt x="1535" y="70"/>
                    <a:pt x="1395" y="76"/>
                  </a:cubicBezTo>
                  <a:cubicBezTo>
                    <a:pt x="1244" y="81"/>
                    <a:pt x="1087" y="65"/>
                    <a:pt x="936" y="54"/>
                  </a:cubicBezTo>
                  <a:cubicBezTo>
                    <a:pt x="633" y="38"/>
                    <a:pt x="320" y="49"/>
                    <a:pt x="17" y="103"/>
                  </a:cubicBezTo>
                  <a:cubicBezTo>
                    <a:pt x="1" y="108"/>
                    <a:pt x="6" y="135"/>
                    <a:pt x="23" y="13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0"/>
            <p:cNvSpPr/>
            <p:nvPr/>
          </p:nvSpPr>
          <p:spPr>
            <a:xfrm>
              <a:off x="5626636" y="2320367"/>
              <a:ext cx="141502" cy="16579"/>
            </a:xfrm>
            <a:custGeom>
              <a:avLst/>
              <a:gdLst/>
              <a:ahLst/>
              <a:cxnLst/>
              <a:rect l="l" t="t" r="r" b="b"/>
              <a:pathLst>
                <a:path w="1579" h="185" extrusionOk="0">
                  <a:moveTo>
                    <a:pt x="1562" y="82"/>
                  </a:moveTo>
                  <a:cubicBezTo>
                    <a:pt x="1438" y="82"/>
                    <a:pt x="1314" y="98"/>
                    <a:pt x="1184" y="87"/>
                  </a:cubicBezTo>
                  <a:cubicBezTo>
                    <a:pt x="1049" y="82"/>
                    <a:pt x="914" y="60"/>
                    <a:pt x="779" y="49"/>
                  </a:cubicBezTo>
                  <a:cubicBezTo>
                    <a:pt x="660" y="39"/>
                    <a:pt x="541" y="44"/>
                    <a:pt x="422" y="49"/>
                  </a:cubicBezTo>
                  <a:cubicBezTo>
                    <a:pt x="287" y="49"/>
                    <a:pt x="168" y="17"/>
                    <a:pt x="39" y="6"/>
                  </a:cubicBezTo>
                  <a:cubicBezTo>
                    <a:pt x="6" y="1"/>
                    <a:pt x="1" y="44"/>
                    <a:pt x="23" y="60"/>
                  </a:cubicBezTo>
                  <a:cubicBezTo>
                    <a:pt x="109" y="125"/>
                    <a:pt x="244" y="125"/>
                    <a:pt x="347" y="125"/>
                  </a:cubicBezTo>
                  <a:cubicBezTo>
                    <a:pt x="482" y="125"/>
                    <a:pt x="611" y="114"/>
                    <a:pt x="747" y="114"/>
                  </a:cubicBezTo>
                  <a:cubicBezTo>
                    <a:pt x="1017" y="114"/>
                    <a:pt x="1303" y="185"/>
                    <a:pt x="1568" y="104"/>
                  </a:cubicBezTo>
                  <a:cubicBezTo>
                    <a:pt x="1579" y="98"/>
                    <a:pt x="1579" y="82"/>
                    <a:pt x="1562" y="8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0"/>
            <p:cNvSpPr/>
            <p:nvPr/>
          </p:nvSpPr>
          <p:spPr>
            <a:xfrm>
              <a:off x="5595719" y="2285506"/>
              <a:ext cx="55292" cy="14160"/>
            </a:xfrm>
            <a:custGeom>
              <a:avLst/>
              <a:gdLst/>
              <a:ahLst/>
              <a:cxnLst/>
              <a:rect l="l" t="t" r="r" b="b"/>
              <a:pathLst>
                <a:path w="617" h="158" extrusionOk="0">
                  <a:moveTo>
                    <a:pt x="611" y="114"/>
                  </a:moveTo>
                  <a:cubicBezTo>
                    <a:pt x="519" y="114"/>
                    <a:pt x="422" y="104"/>
                    <a:pt x="324" y="93"/>
                  </a:cubicBezTo>
                  <a:cubicBezTo>
                    <a:pt x="265" y="87"/>
                    <a:pt x="205" y="82"/>
                    <a:pt x="146" y="60"/>
                  </a:cubicBezTo>
                  <a:cubicBezTo>
                    <a:pt x="103" y="49"/>
                    <a:pt x="70" y="12"/>
                    <a:pt x="22" y="6"/>
                  </a:cubicBezTo>
                  <a:cubicBezTo>
                    <a:pt x="11" y="1"/>
                    <a:pt x="0" y="12"/>
                    <a:pt x="0" y="28"/>
                  </a:cubicBezTo>
                  <a:cubicBezTo>
                    <a:pt x="11" y="114"/>
                    <a:pt x="141" y="136"/>
                    <a:pt x="211" y="141"/>
                  </a:cubicBezTo>
                  <a:cubicBezTo>
                    <a:pt x="351" y="158"/>
                    <a:pt x="476" y="120"/>
                    <a:pt x="611" y="114"/>
                  </a:cubicBezTo>
                  <a:cubicBezTo>
                    <a:pt x="616" y="114"/>
                    <a:pt x="616" y="114"/>
                    <a:pt x="611" y="11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0"/>
            <p:cNvSpPr/>
            <p:nvPr/>
          </p:nvSpPr>
          <p:spPr>
            <a:xfrm>
              <a:off x="5935094" y="2279770"/>
              <a:ext cx="58160" cy="20881"/>
            </a:xfrm>
            <a:custGeom>
              <a:avLst/>
              <a:gdLst/>
              <a:ahLst/>
              <a:cxnLst/>
              <a:rect l="l" t="t" r="r" b="b"/>
              <a:pathLst>
                <a:path w="649" h="233" extrusionOk="0">
                  <a:moveTo>
                    <a:pt x="6" y="200"/>
                  </a:moveTo>
                  <a:cubicBezTo>
                    <a:pt x="125" y="216"/>
                    <a:pt x="222" y="232"/>
                    <a:pt x="341" y="205"/>
                  </a:cubicBezTo>
                  <a:cubicBezTo>
                    <a:pt x="444" y="184"/>
                    <a:pt x="573" y="130"/>
                    <a:pt x="638" y="43"/>
                  </a:cubicBezTo>
                  <a:cubicBezTo>
                    <a:pt x="649" y="27"/>
                    <a:pt x="633" y="0"/>
                    <a:pt x="611" y="11"/>
                  </a:cubicBezTo>
                  <a:cubicBezTo>
                    <a:pt x="514" y="54"/>
                    <a:pt x="433" y="119"/>
                    <a:pt x="325" y="151"/>
                  </a:cubicBezTo>
                  <a:cubicBezTo>
                    <a:pt x="227" y="184"/>
                    <a:pt x="109" y="200"/>
                    <a:pt x="6" y="189"/>
                  </a:cubicBezTo>
                  <a:cubicBezTo>
                    <a:pt x="0" y="189"/>
                    <a:pt x="0" y="200"/>
                    <a:pt x="6" y="20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0"/>
            <p:cNvSpPr/>
            <p:nvPr/>
          </p:nvSpPr>
          <p:spPr>
            <a:xfrm>
              <a:off x="5833917" y="2257007"/>
              <a:ext cx="129852" cy="20433"/>
            </a:xfrm>
            <a:custGeom>
              <a:avLst/>
              <a:gdLst/>
              <a:ahLst/>
              <a:cxnLst/>
              <a:rect l="l" t="t" r="r" b="b"/>
              <a:pathLst>
                <a:path w="1449" h="228" extrusionOk="0">
                  <a:moveTo>
                    <a:pt x="11" y="33"/>
                  </a:moveTo>
                  <a:cubicBezTo>
                    <a:pt x="265" y="43"/>
                    <a:pt x="519" y="70"/>
                    <a:pt x="778" y="81"/>
                  </a:cubicBezTo>
                  <a:cubicBezTo>
                    <a:pt x="886" y="81"/>
                    <a:pt x="1000" y="92"/>
                    <a:pt x="1108" y="114"/>
                  </a:cubicBezTo>
                  <a:cubicBezTo>
                    <a:pt x="1216" y="135"/>
                    <a:pt x="1308" y="184"/>
                    <a:pt x="1416" y="216"/>
                  </a:cubicBezTo>
                  <a:cubicBezTo>
                    <a:pt x="1437" y="227"/>
                    <a:pt x="1448" y="195"/>
                    <a:pt x="1437" y="184"/>
                  </a:cubicBezTo>
                  <a:cubicBezTo>
                    <a:pt x="1313" y="43"/>
                    <a:pt x="1038" y="33"/>
                    <a:pt x="865" y="22"/>
                  </a:cubicBezTo>
                  <a:cubicBezTo>
                    <a:pt x="584" y="0"/>
                    <a:pt x="292" y="6"/>
                    <a:pt x="11" y="16"/>
                  </a:cubicBezTo>
                  <a:cubicBezTo>
                    <a:pt x="0" y="16"/>
                    <a:pt x="0" y="33"/>
                    <a:pt x="11"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0"/>
            <p:cNvSpPr/>
            <p:nvPr/>
          </p:nvSpPr>
          <p:spPr>
            <a:xfrm>
              <a:off x="5605397" y="2254588"/>
              <a:ext cx="139531" cy="22852"/>
            </a:xfrm>
            <a:custGeom>
              <a:avLst/>
              <a:gdLst/>
              <a:ahLst/>
              <a:cxnLst/>
              <a:rect l="l" t="t" r="r" b="b"/>
              <a:pathLst>
                <a:path w="1557" h="255" extrusionOk="0">
                  <a:moveTo>
                    <a:pt x="1551" y="33"/>
                  </a:moveTo>
                  <a:cubicBezTo>
                    <a:pt x="1264" y="0"/>
                    <a:pt x="978" y="60"/>
                    <a:pt x="692" y="60"/>
                  </a:cubicBezTo>
                  <a:cubicBezTo>
                    <a:pt x="573" y="60"/>
                    <a:pt x="459" y="76"/>
                    <a:pt x="341" y="97"/>
                  </a:cubicBezTo>
                  <a:cubicBezTo>
                    <a:pt x="238" y="119"/>
                    <a:pt x="97" y="141"/>
                    <a:pt x="16" y="216"/>
                  </a:cubicBezTo>
                  <a:cubicBezTo>
                    <a:pt x="0" y="227"/>
                    <a:pt x="11" y="254"/>
                    <a:pt x="33" y="254"/>
                  </a:cubicBezTo>
                  <a:cubicBezTo>
                    <a:pt x="130" y="243"/>
                    <a:pt x="227" y="195"/>
                    <a:pt x="324" y="168"/>
                  </a:cubicBezTo>
                  <a:cubicBezTo>
                    <a:pt x="454" y="135"/>
                    <a:pt x="589" y="119"/>
                    <a:pt x="724" y="103"/>
                  </a:cubicBezTo>
                  <a:cubicBezTo>
                    <a:pt x="854" y="92"/>
                    <a:pt x="984" y="92"/>
                    <a:pt x="1113" y="76"/>
                  </a:cubicBezTo>
                  <a:cubicBezTo>
                    <a:pt x="1254" y="60"/>
                    <a:pt x="1405" y="38"/>
                    <a:pt x="1551" y="43"/>
                  </a:cubicBezTo>
                  <a:cubicBezTo>
                    <a:pt x="1556" y="43"/>
                    <a:pt x="1556" y="33"/>
                    <a:pt x="1551"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0"/>
            <p:cNvSpPr/>
            <p:nvPr/>
          </p:nvSpPr>
          <p:spPr>
            <a:xfrm>
              <a:off x="5774861" y="2254050"/>
              <a:ext cx="21866" cy="6363"/>
            </a:xfrm>
            <a:custGeom>
              <a:avLst/>
              <a:gdLst/>
              <a:ahLst/>
              <a:cxnLst/>
              <a:rect l="l" t="t" r="r" b="b"/>
              <a:pathLst>
                <a:path w="244" h="71" extrusionOk="0">
                  <a:moveTo>
                    <a:pt x="16" y="66"/>
                  </a:moveTo>
                  <a:cubicBezTo>
                    <a:pt x="54" y="66"/>
                    <a:pt x="92" y="66"/>
                    <a:pt x="130" y="66"/>
                  </a:cubicBezTo>
                  <a:cubicBezTo>
                    <a:pt x="162" y="66"/>
                    <a:pt x="200" y="71"/>
                    <a:pt x="238" y="60"/>
                  </a:cubicBezTo>
                  <a:cubicBezTo>
                    <a:pt x="243" y="60"/>
                    <a:pt x="243" y="44"/>
                    <a:pt x="238" y="39"/>
                  </a:cubicBezTo>
                  <a:cubicBezTo>
                    <a:pt x="178" y="1"/>
                    <a:pt x="81" y="33"/>
                    <a:pt x="16" y="39"/>
                  </a:cubicBezTo>
                  <a:cubicBezTo>
                    <a:pt x="0" y="39"/>
                    <a:pt x="0" y="66"/>
                    <a:pt x="16"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0"/>
            <p:cNvSpPr/>
            <p:nvPr/>
          </p:nvSpPr>
          <p:spPr>
            <a:xfrm>
              <a:off x="5942352" y="2461334"/>
              <a:ext cx="40775" cy="29126"/>
            </a:xfrm>
            <a:custGeom>
              <a:avLst/>
              <a:gdLst/>
              <a:ahLst/>
              <a:cxnLst/>
              <a:rect l="l" t="t" r="r" b="b"/>
              <a:pathLst>
                <a:path w="455" h="325" extrusionOk="0">
                  <a:moveTo>
                    <a:pt x="33" y="313"/>
                  </a:moveTo>
                  <a:cubicBezTo>
                    <a:pt x="157" y="227"/>
                    <a:pt x="373" y="178"/>
                    <a:pt x="449" y="32"/>
                  </a:cubicBezTo>
                  <a:cubicBezTo>
                    <a:pt x="454" y="16"/>
                    <a:pt x="438" y="0"/>
                    <a:pt x="422" y="5"/>
                  </a:cubicBezTo>
                  <a:cubicBezTo>
                    <a:pt x="357" y="49"/>
                    <a:pt x="303" y="108"/>
                    <a:pt x="233" y="151"/>
                  </a:cubicBezTo>
                  <a:cubicBezTo>
                    <a:pt x="163" y="195"/>
                    <a:pt x="87" y="238"/>
                    <a:pt x="17" y="292"/>
                  </a:cubicBezTo>
                  <a:cubicBezTo>
                    <a:pt x="1" y="297"/>
                    <a:pt x="17" y="324"/>
                    <a:pt x="33" y="31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0"/>
            <p:cNvSpPr/>
            <p:nvPr/>
          </p:nvSpPr>
          <p:spPr>
            <a:xfrm>
              <a:off x="5907044" y="2491356"/>
              <a:ext cx="22852" cy="11202"/>
            </a:xfrm>
            <a:custGeom>
              <a:avLst/>
              <a:gdLst/>
              <a:ahLst/>
              <a:cxnLst/>
              <a:rect l="l" t="t" r="r" b="b"/>
              <a:pathLst>
                <a:path w="255" h="125" extrusionOk="0">
                  <a:moveTo>
                    <a:pt x="211" y="11"/>
                  </a:moveTo>
                  <a:cubicBezTo>
                    <a:pt x="151" y="32"/>
                    <a:pt x="65" y="32"/>
                    <a:pt x="11" y="76"/>
                  </a:cubicBezTo>
                  <a:cubicBezTo>
                    <a:pt x="0" y="86"/>
                    <a:pt x="11" y="103"/>
                    <a:pt x="22" y="103"/>
                  </a:cubicBezTo>
                  <a:cubicBezTo>
                    <a:pt x="81" y="124"/>
                    <a:pt x="168" y="86"/>
                    <a:pt x="227" y="65"/>
                  </a:cubicBezTo>
                  <a:cubicBezTo>
                    <a:pt x="254" y="54"/>
                    <a:pt x="243" y="0"/>
                    <a:pt x="21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0"/>
            <p:cNvSpPr/>
            <p:nvPr/>
          </p:nvSpPr>
          <p:spPr>
            <a:xfrm>
              <a:off x="5596615" y="2460796"/>
              <a:ext cx="53411" cy="30649"/>
            </a:xfrm>
            <a:custGeom>
              <a:avLst/>
              <a:gdLst/>
              <a:ahLst/>
              <a:cxnLst/>
              <a:rect l="l" t="t" r="r" b="b"/>
              <a:pathLst>
                <a:path w="596" h="342" extrusionOk="0">
                  <a:moveTo>
                    <a:pt x="17" y="44"/>
                  </a:moveTo>
                  <a:cubicBezTo>
                    <a:pt x="147" y="190"/>
                    <a:pt x="379" y="325"/>
                    <a:pt x="574" y="336"/>
                  </a:cubicBezTo>
                  <a:cubicBezTo>
                    <a:pt x="590" y="341"/>
                    <a:pt x="595" y="319"/>
                    <a:pt x="584" y="309"/>
                  </a:cubicBezTo>
                  <a:cubicBezTo>
                    <a:pt x="514" y="255"/>
                    <a:pt x="428" y="233"/>
                    <a:pt x="347" y="195"/>
                  </a:cubicBezTo>
                  <a:cubicBezTo>
                    <a:pt x="233" y="152"/>
                    <a:pt x="131" y="98"/>
                    <a:pt x="44" y="17"/>
                  </a:cubicBezTo>
                  <a:cubicBezTo>
                    <a:pt x="28" y="1"/>
                    <a:pt x="1" y="22"/>
                    <a:pt x="17"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0"/>
            <p:cNvSpPr/>
            <p:nvPr/>
          </p:nvSpPr>
          <p:spPr>
            <a:xfrm>
              <a:off x="5655761" y="2490370"/>
              <a:ext cx="18909" cy="8334"/>
            </a:xfrm>
            <a:custGeom>
              <a:avLst/>
              <a:gdLst/>
              <a:ahLst/>
              <a:cxnLst/>
              <a:rect l="l" t="t" r="r" b="b"/>
              <a:pathLst>
                <a:path w="211" h="93" extrusionOk="0">
                  <a:moveTo>
                    <a:pt x="33" y="60"/>
                  </a:moveTo>
                  <a:cubicBezTo>
                    <a:pt x="81" y="81"/>
                    <a:pt x="130" y="92"/>
                    <a:pt x="189" y="87"/>
                  </a:cubicBezTo>
                  <a:cubicBezTo>
                    <a:pt x="200" y="87"/>
                    <a:pt x="211" y="65"/>
                    <a:pt x="195" y="60"/>
                  </a:cubicBezTo>
                  <a:cubicBezTo>
                    <a:pt x="151" y="38"/>
                    <a:pt x="103" y="33"/>
                    <a:pt x="54" y="11"/>
                  </a:cubicBezTo>
                  <a:cubicBezTo>
                    <a:pt x="27" y="0"/>
                    <a:pt x="0" y="43"/>
                    <a:pt x="27" y="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0"/>
            <p:cNvSpPr/>
            <p:nvPr/>
          </p:nvSpPr>
          <p:spPr>
            <a:xfrm>
              <a:off x="5622783" y="2433732"/>
              <a:ext cx="15593" cy="17027"/>
            </a:xfrm>
            <a:custGeom>
              <a:avLst/>
              <a:gdLst/>
              <a:ahLst/>
              <a:cxnLst/>
              <a:rect l="l" t="t" r="r" b="b"/>
              <a:pathLst>
                <a:path w="174" h="190" extrusionOk="0">
                  <a:moveTo>
                    <a:pt x="136" y="11"/>
                  </a:moveTo>
                  <a:cubicBezTo>
                    <a:pt x="103" y="33"/>
                    <a:pt x="82" y="60"/>
                    <a:pt x="60" y="87"/>
                  </a:cubicBezTo>
                  <a:cubicBezTo>
                    <a:pt x="39" y="108"/>
                    <a:pt x="1" y="141"/>
                    <a:pt x="1" y="173"/>
                  </a:cubicBezTo>
                  <a:cubicBezTo>
                    <a:pt x="1" y="184"/>
                    <a:pt x="6" y="189"/>
                    <a:pt x="17" y="189"/>
                  </a:cubicBezTo>
                  <a:cubicBezTo>
                    <a:pt x="49" y="189"/>
                    <a:pt x="71" y="157"/>
                    <a:pt x="87" y="130"/>
                  </a:cubicBezTo>
                  <a:cubicBezTo>
                    <a:pt x="109" y="103"/>
                    <a:pt x="130" y="70"/>
                    <a:pt x="157" y="43"/>
                  </a:cubicBezTo>
                  <a:cubicBezTo>
                    <a:pt x="174" y="27"/>
                    <a:pt x="157" y="0"/>
                    <a:pt x="13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0"/>
            <p:cNvSpPr/>
            <p:nvPr/>
          </p:nvSpPr>
          <p:spPr>
            <a:xfrm>
              <a:off x="5637838" y="2441887"/>
              <a:ext cx="7797" cy="15593"/>
            </a:xfrm>
            <a:custGeom>
              <a:avLst/>
              <a:gdLst/>
              <a:ahLst/>
              <a:cxnLst/>
              <a:rect l="l" t="t" r="r" b="b"/>
              <a:pathLst>
                <a:path w="87" h="174" extrusionOk="0">
                  <a:moveTo>
                    <a:pt x="65" y="12"/>
                  </a:moveTo>
                  <a:cubicBezTo>
                    <a:pt x="43" y="33"/>
                    <a:pt x="33" y="60"/>
                    <a:pt x="22" y="87"/>
                  </a:cubicBezTo>
                  <a:cubicBezTo>
                    <a:pt x="11" y="109"/>
                    <a:pt x="0" y="136"/>
                    <a:pt x="6" y="163"/>
                  </a:cubicBezTo>
                  <a:cubicBezTo>
                    <a:pt x="6" y="174"/>
                    <a:pt x="16" y="174"/>
                    <a:pt x="22" y="168"/>
                  </a:cubicBezTo>
                  <a:cubicBezTo>
                    <a:pt x="38" y="152"/>
                    <a:pt x="43" y="131"/>
                    <a:pt x="49" y="109"/>
                  </a:cubicBezTo>
                  <a:cubicBezTo>
                    <a:pt x="54" y="77"/>
                    <a:pt x="65" y="50"/>
                    <a:pt x="81" y="23"/>
                  </a:cubicBezTo>
                  <a:cubicBezTo>
                    <a:pt x="87" y="12"/>
                    <a:pt x="70" y="1"/>
                    <a:pt x="65"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0"/>
            <p:cNvSpPr/>
            <p:nvPr/>
          </p:nvSpPr>
          <p:spPr>
            <a:xfrm>
              <a:off x="5653790" y="2440991"/>
              <a:ext cx="8334" cy="26168"/>
            </a:xfrm>
            <a:custGeom>
              <a:avLst/>
              <a:gdLst/>
              <a:ahLst/>
              <a:cxnLst/>
              <a:rect l="l" t="t" r="r" b="b"/>
              <a:pathLst>
                <a:path w="93" h="292" extrusionOk="0">
                  <a:moveTo>
                    <a:pt x="65" y="16"/>
                  </a:moveTo>
                  <a:cubicBezTo>
                    <a:pt x="60" y="65"/>
                    <a:pt x="44" y="114"/>
                    <a:pt x="28" y="162"/>
                  </a:cubicBezTo>
                  <a:cubicBezTo>
                    <a:pt x="17" y="200"/>
                    <a:pt x="1" y="249"/>
                    <a:pt x="22" y="281"/>
                  </a:cubicBezTo>
                  <a:cubicBezTo>
                    <a:pt x="22" y="292"/>
                    <a:pt x="33" y="292"/>
                    <a:pt x="38" y="286"/>
                  </a:cubicBezTo>
                  <a:cubicBezTo>
                    <a:pt x="65" y="254"/>
                    <a:pt x="65" y="211"/>
                    <a:pt x="71" y="173"/>
                  </a:cubicBezTo>
                  <a:cubicBezTo>
                    <a:pt x="82" y="124"/>
                    <a:pt x="87" y="70"/>
                    <a:pt x="92" y="22"/>
                  </a:cubicBezTo>
                  <a:cubicBezTo>
                    <a:pt x="92" y="6"/>
                    <a:pt x="71" y="0"/>
                    <a:pt x="65"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0"/>
            <p:cNvSpPr/>
            <p:nvPr/>
          </p:nvSpPr>
          <p:spPr>
            <a:xfrm>
              <a:off x="5669741" y="2449146"/>
              <a:ext cx="10306" cy="27244"/>
            </a:xfrm>
            <a:custGeom>
              <a:avLst/>
              <a:gdLst/>
              <a:ahLst/>
              <a:cxnLst/>
              <a:rect l="l" t="t" r="r" b="b"/>
              <a:pathLst>
                <a:path w="115" h="304" extrusionOk="0">
                  <a:moveTo>
                    <a:pt x="82" y="23"/>
                  </a:moveTo>
                  <a:cubicBezTo>
                    <a:pt x="76" y="71"/>
                    <a:pt x="60" y="114"/>
                    <a:pt x="44" y="163"/>
                  </a:cubicBezTo>
                  <a:cubicBezTo>
                    <a:pt x="28" y="206"/>
                    <a:pt x="6" y="244"/>
                    <a:pt x="1" y="287"/>
                  </a:cubicBezTo>
                  <a:cubicBezTo>
                    <a:pt x="1" y="304"/>
                    <a:pt x="17" y="304"/>
                    <a:pt x="28" y="298"/>
                  </a:cubicBezTo>
                  <a:cubicBezTo>
                    <a:pt x="98" y="233"/>
                    <a:pt x="114" y="114"/>
                    <a:pt x="109" y="23"/>
                  </a:cubicBezTo>
                  <a:cubicBezTo>
                    <a:pt x="109" y="1"/>
                    <a:pt x="82" y="1"/>
                    <a:pt x="82" y="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0"/>
            <p:cNvSpPr/>
            <p:nvPr/>
          </p:nvSpPr>
          <p:spPr>
            <a:xfrm>
              <a:off x="5697343" y="2450670"/>
              <a:ext cx="7886" cy="22315"/>
            </a:xfrm>
            <a:custGeom>
              <a:avLst/>
              <a:gdLst/>
              <a:ahLst/>
              <a:cxnLst/>
              <a:rect l="l" t="t" r="r" b="b"/>
              <a:pathLst>
                <a:path w="88" h="249" extrusionOk="0">
                  <a:moveTo>
                    <a:pt x="6" y="27"/>
                  </a:moveTo>
                  <a:cubicBezTo>
                    <a:pt x="1" y="65"/>
                    <a:pt x="6" y="103"/>
                    <a:pt x="6" y="141"/>
                  </a:cubicBezTo>
                  <a:cubicBezTo>
                    <a:pt x="6" y="173"/>
                    <a:pt x="6" y="205"/>
                    <a:pt x="22" y="238"/>
                  </a:cubicBezTo>
                  <a:cubicBezTo>
                    <a:pt x="33" y="249"/>
                    <a:pt x="44" y="249"/>
                    <a:pt x="49" y="238"/>
                  </a:cubicBezTo>
                  <a:cubicBezTo>
                    <a:pt x="87" y="178"/>
                    <a:pt x="66" y="70"/>
                    <a:pt x="39" y="16"/>
                  </a:cubicBezTo>
                  <a:cubicBezTo>
                    <a:pt x="33" y="0"/>
                    <a:pt x="6" y="11"/>
                    <a:pt x="1"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0"/>
            <p:cNvSpPr/>
            <p:nvPr/>
          </p:nvSpPr>
          <p:spPr>
            <a:xfrm>
              <a:off x="5719657" y="2449146"/>
              <a:ext cx="6363" cy="25272"/>
            </a:xfrm>
            <a:custGeom>
              <a:avLst/>
              <a:gdLst/>
              <a:ahLst/>
              <a:cxnLst/>
              <a:rect l="l" t="t" r="r" b="b"/>
              <a:pathLst>
                <a:path w="71" h="282" extrusionOk="0">
                  <a:moveTo>
                    <a:pt x="0" y="28"/>
                  </a:moveTo>
                  <a:cubicBezTo>
                    <a:pt x="6" y="71"/>
                    <a:pt x="6" y="114"/>
                    <a:pt x="6" y="158"/>
                  </a:cubicBezTo>
                  <a:cubicBezTo>
                    <a:pt x="6" y="195"/>
                    <a:pt x="6" y="239"/>
                    <a:pt x="33" y="271"/>
                  </a:cubicBezTo>
                  <a:cubicBezTo>
                    <a:pt x="38" y="282"/>
                    <a:pt x="54" y="282"/>
                    <a:pt x="60" y="271"/>
                  </a:cubicBezTo>
                  <a:cubicBezTo>
                    <a:pt x="71" y="233"/>
                    <a:pt x="65" y="195"/>
                    <a:pt x="60" y="158"/>
                  </a:cubicBezTo>
                  <a:cubicBezTo>
                    <a:pt x="54" y="114"/>
                    <a:pt x="54" y="71"/>
                    <a:pt x="49" y="28"/>
                  </a:cubicBezTo>
                  <a:cubicBezTo>
                    <a:pt x="44" y="1"/>
                    <a:pt x="0" y="1"/>
                    <a:pt x="0"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0"/>
            <p:cNvSpPr/>
            <p:nvPr/>
          </p:nvSpPr>
          <p:spPr>
            <a:xfrm>
              <a:off x="5740000" y="2454075"/>
              <a:ext cx="8334" cy="25183"/>
            </a:xfrm>
            <a:custGeom>
              <a:avLst/>
              <a:gdLst/>
              <a:ahLst/>
              <a:cxnLst/>
              <a:rect l="l" t="t" r="r" b="b"/>
              <a:pathLst>
                <a:path w="93" h="281" extrusionOk="0">
                  <a:moveTo>
                    <a:pt x="0" y="27"/>
                  </a:moveTo>
                  <a:cubicBezTo>
                    <a:pt x="11" y="76"/>
                    <a:pt x="6" y="119"/>
                    <a:pt x="11" y="167"/>
                  </a:cubicBezTo>
                  <a:cubicBezTo>
                    <a:pt x="11" y="205"/>
                    <a:pt x="16" y="259"/>
                    <a:pt x="54" y="276"/>
                  </a:cubicBezTo>
                  <a:cubicBezTo>
                    <a:pt x="65" y="281"/>
                    <a:pt x="76" y="276"/>
                    <a:pt x="81" y="265"/>
                  </a:cubicBezTo>
                  <a:cubicBezTo>
                    <a:pt x="92" y="232"/>
                    <a:pt x="70" y="195"/>
                    <a:pt x="65" y="162"/>
                  </a:cubicBezTo>
                  <a:cubicBezTo>
                    <a:pt x="54" y="113"/>
                    <a:pt x="49" y="65"/>
                    <a:pt x="38" y="22"/>
                  </a:cubicBezTo>
                  <a:cubicBezTo>
                    <a:pt x="33" y="0"/>
                    <a:pt x="0" y="5"/>
                    <a:pt x="0"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0"/>
            <p:cNvSpPr/>
            <p:nvPr/>
          </p:nvSpPr>
          <p:spPr>
            <a:xfrm>
              <a:off x="5761777" y="2455509"/>
              <a:ext cx="5915" cy="21867"/>
            </a:xfrm>
            <a:custGeom>
              <a:avLst/>
              <a:gdLst/>
              <a:ahLst/>
              <a:cxnLst/>
              <a:rect l="l" t="t" r="r" b="b"/>
              <a:pathLst>
                <a:path w="66" h="244" extrusionOk="0">
                  <a:moveTo>
                    <a:pt x="6" y="33"/>
                  </a:moveTo>
                  <a:cubicBezTo>
                    <a:pt x="6" y="65"/>
                    <a:pt x="11" y="97"/>
                    <a:pt x="11" y="135"/>
                  </a:cubicBezTo>
                  <a:cubicBezTo>
                    <a:pt x="11" y="168"/>
                    <a:pt x="0" y="200"/>
                    <a:pt x="22" y="233"/>
                  </a:cubicBezTo>
                  <a:cubicBezTo>
                    <a:pt x="27" y="243"/>
                    <a:pt x="44" y="243"/>
                    <a:pt x="49" y="233"/>
                  </a:cubicBezTo>
                  <a:cubicBezTo>
                    <a:pt x="65" y="206"/>
                    <a:pt x="60" y="179"/>
                    <a:pt x="60" y="151"/>
                  </a:cubicBezTo>
                  <a:cubicBezTo>
                    <a:pt x="60" y="108"/>
                    <a:pt x="54" y="70"/>
                    <a:pt x="49" y="33"/>
                  </a:cubicBezTo>
                  <a:cubicBezTo>
                    <a:pt x="44" y="6"/>
                    <a:pt x="0" y="0"/>
                    <a:pt x="6"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0"/>
            <p:cNvSpPr/>
            <p:nvPr/>
          </p:nvSpPr>
          <p:spPr>
            <a:xfrm>
              <a:off x="5787407" y="2459811"/>
              <a:ext cx="6900" cy="20970"/>
            </a:xfrm>
            <a:custGeom>
              <a:avLst/>
              <a:gdLst/>
              <a:ahLst/>
              <a:cxnLst/>
              <a:rect l="l" t="t" r="r" b="b"/>
              <a:pathLst>
                <a:path w="77" h="234" extrusionOk="0">
                  <a:moveTo>
                    <a:pt x="1" y="22"/>
                  </a:moveTo>
                  <a:cubicBezTo>
                    <a:pt x="1" y="66"/>
                    <a:pt x="6" y="103"/>
                    <a:pt x="11" y="141"/>
                  </a:cubicBezTo>
                  <a:cubicBezTo>
                    <a:pt x="11" y="179"/>
                    <a:pt x="11" y="212"/>
                    <a:pt x="44" y="233"/>
                  </a:cubicBezTo>
                  <a:cubicBezTo>
                    <a:pt x="49" y="233"/>
                    <a:pt x="60" y="233"/>
                    <a:pt x="60" y="228"/>
                  </a:cubicBezTo>
                  <a:cubicBezTo>
                    <a:pt x="76" y="195"/>
                    <a:pt x="65" y="168"/>
                    <a:pt x="60" y="136"/>
                  </a:cubicBezTo>
                  <a:cubicBezTo>
                    <a:pt x="55" y="98"/>
                    <a:pt x="49" y="60"/>
                    <a:pt x="38" y="22"/>
                  </a:cubicBezTo>
                  <a:cubicBezTo>
                    <a:pt x="33" y="1"/>
                    <a:pt x="6" y="6"/>
                    <a:pt x="1" y="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0"/>
            <p:cNvSpPr/>
            <p:nvPr/>
          </p:nvSpPr>
          <p:spPr>
            <a:xfrm>
              <a:off x="5805330" y="2459363"/>
              <a:ext cx="7348" cy="18999"/>
            </a:xfrm>
            <a:custGeom>
              <a:avLst/>
              <a:gdLst/>
              <a:ahLst/>
              <a:cxnLst/>
              <a:rect l="l" t="t" r="r" b="b"/>
              <a:pathLst>
                <a:path w="82" h="212" extrusionOk="0">
                  <a:moveTo>
                    <a:pt x="6" y="27"/>
                  </a:moveTo>
                  <a:cubicBezTo>
                    <a:pt x="11" y="60"/>
                    <a:pt x="22" y="87"/>
                    <a:pt x="28" y="119"/>
                  </a:cubicBezTo>
                  <a:cubicBezTo>
                    <a:pt x="33" y="146"/>
                    <a:pt x="33" y="179"/>
                    <a:pt x="55" y="200"/>
                  </a:cubicBezTo>
                  <a:cubicBezTo>
                    <a:pt x="60" y="211"/>
                    <a:pt x="71" y="206"/>
                    <a:pt x="76" y="200"/>
                  </a:cubicBezTo>
                  <a:cubicBezTo>
                    <a:pt x="82" y="173"/>
                    <a:pt x="71" y="146"/>
                    <a:pt x="65" y="125"/>
                  </a:cubicBezTo>
                  <a:cubicBezTo>
                    <a:pt x="55" y="87"/>
                    <a:pt x="44" y="54"/>
                    <a:pt x="38" y="22"/>
                  </a:cubicBezTo>
                  <a:cubicBezTo>
                    <a:pt x="33" y="0"/>
                    <a:pt x="1" y="11"/>
                    <a:pt x="6"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0"/>
            <p:cNvSpPr/>
            <p:nvPr/>
          </p:nvSpPr>
          <p:spPr>
            <a:xfrm>
              <a:off x="5827107" y="2454075"/>
              <a:ext cx="11740" cy="29574"/>
            </a:xfrm>
            <a:custGeom>
              <a:avLst/>
              <a:gdLst/>
              <a:ahLst/>
              <a:cxnLst/>
              <a:rect l="l" t="t" r="r" b="b"/>
              <a:pathLst>
                <a:path w="131" h="330" extrusionOk="0">
                  <a:moveTo>
                    <a:pt x="6" y="38"/>
                  </a:moveTo>
                  <a:cubicBezTo>
                    <a:pt x="22" y="119"/>
                    <a:pt x="17" y="286"/>
                    <a:pt x="103" y="324"/>
                  </a:cubicBezTo>
                  <a:cubicBezTo>
                    <a:pt x="120" y="330"/>
                    <a:pt x="130" y="324"/>
                    <a:pt x="130" y="313"/>
                  </a:cubicBezTo>
                  <a:cubicBezTo>
                    <a:pt x="130" y="265"/>
                    <a:pt x="103" y="227"/>
                    <a:pt x="93" y="184"/>
                  </a:cubicBezTo>
                  <a:cubicBezTo>
                    <a:pt x="71" y="130"/>
                    <a:pt x="66" y="81"/>
                    <a:pt x="49" y="27"/>
                  </a:cubicBezTo>
                  <a:cubicBezTo>
                    <a:pt x="44" y="0"/>
                    <a:pt x="1" y="11"/>
                    <a:pt x="6"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0"/>
            <p:cNvSpPr/>
            <p:nvPr/>
          </p:nvSpPr>
          <p:spPr>
            <a:xfrm>
              <a:off x="5850855" y="2456943"/>
              <a:ext cx="9320" cy="20433"/>
            </a:xfrm>
            <a:custGeom>
              <a:avLst/>
              <a:gdLst/>
              <a:ahLst/>
              <a:cxnLst/>
              <a:rect l="l" t="t" r="r" b="b"/>
              <a:pathLst>
                <a:path w="104" h="228" extrusionOk="0">
                  <a:moveTo>
                    <a:pt x="0" y="27"/>
                  </a:moveTo>
                  <a:cubicBezTo>
                    <a:pt x="0" y="65"/>
                    <a:pt x="11" y="98"/>
                    <a:pt x="22" y="135"/>
                  </a:cubicBezTo>
                  <a:cubicBezTo>
                    <a:pt x="33" y="168"/>
                    <a:pt x="49" y="206"/>
                    <a:pt x="81" y="227"/>
                  </a:cubicBezTo>
                  <a:cubicBezTo>
                    <a:pt x="87" y="227"/>
                    <a:pt x="98" y="227"/>
                    <a:pt x="98" y="217"/>
                  </a:cubicBezTo>
                  <a:cubicBezTo>
                    <a:pt x="103" y="190"/>
                    <a:pt x="92" y="163"/>
                    <a:pt x="81" y="135"/>
                  </a:cubicBezTo>
                  <a:cubicBezTo>
                    <a:pt x="65" y="103"/>
                    <a:pt x="49" y="60"/>
                    <a:pt x="44" y="22"/>
                  </a:cubicBezTo>
                  <a:cubicBezTo>
                    <a:pt x="38" y="0"/>
                    <a:pt x="0" y="6"/>
                    <a:pt x="0"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0"/>
            <p:cNvSpPr/>
            <p:nvPr/>
          </p:nvSpPr>
          <p:spPr>
            <a:xfrm>
              <a:off x="5881862" y="2457391"/>
              <a:ext cx="7797" cy="15593"/>
            </a:xfrm>
            <a:custGeom>
              <a:avLst/>
              <a:gdLst/>
              <a:ahLst/>
              <a:cxnLst/>
              <a:rect l="l" t="t" r="r" b="b"/>
              <a:pathLst>
                <a:path w="87" h="174" extrusionOk="0">
                  <a:moveTo>
                    <a:pt x="0" y="22"/>
                  </a:moveTo>
                  <a:cubicBezTo>
                    <a:pt x="6" y="66"/>
                    <a:pt x="11" y="163"/>
                    <a:pt x="65" y="174"/>
                  </a:cubicBezTo>
                  <a:cubicBezTo>
                    <a:pt x="70" y="174"/>
                    <a:pt x="81" y="168"/>
                    <a:pt x="81" y="163"/>
                  </a:cubicBezTo>
                  <a:cubicBezTo>
                    <a:pt x="87" y="136"/>
                    <a:pt x="76" y="120"/>
                    <a:pt x="65" y="98"/>
                  </a:cubicBezTo>
                  <a:cubicBezTo>
                    <a:pt x="49" y="76"/>
                    <a:pt x="43" y="44"/>
                    <a:pt x="38" y="17"/>
                  </a:cubicBezTo>
                  <a:cubicBezTo>
                    <a:pt x="33" y="1"/>
                    <a:pt x="0" y="1"/>
                    <a:pt x="0" y="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0"/>
            <p:cNvSpPr/>
            <p:nvPr/>
          </p:nvSpPr>
          <p:spPr>
            <a:xfrm>
              <a:off x="5897365" y="2447712"/>
              <a:ext cx="16489" cy="21867"/>
            </a:xfrm>
            <a:custGeom>
              <a:avLst/>
              <a:gdLst/>
              <a:ahLst/>
              <a:cxnLst/>
              <a:rect l="l" t="t" r="r" b="b"/>
              <a:pathLst>
                <a:path w="184" h="244" extrusionOk="0">
                  <a:moveTo>
                    <a:pt x="16" y="55"/>
                  </a:moveTo>
                  <a:cubicBezTo>
                    <a:pt x="43" y="87"/>
                    <a:pt x="65" y="130"/>
                    <a:pt x="92" y="168"/>
                  </a:cubicBezTo>
                  <a:cubicBezTo>
                    <a:pt x="108" y="201"/>
                    <a:pt x="130" y="238"/>
                    <a:pt x="168" y="244"/>
                  </a:cubicBezTo>
                  <a:cubicBezTo>
                    <a:pt x="173" y="244"/>
                    <a:pt x="184" y="238"/>
                    <a:pt x="184" y="233"/>
                  </a:cubicBezTo>
                  <a:cubicBezTo>
                    <a:pt x="178" y="190"/>
                    <a:pt x="146" y="163"/>
                    <a:pt x="124" y="130"/>
                  </a:cubicBezTo>
                  <a:cubicBezTo>
                    <a:pt x="103" y="93"/>
                    <a:pt x="76" y="55"/>
                    <a:pt x="49" y="22"/>
                  </a:cubicBezTo>
                  <a:cubicBezTo>
                    <a:pt x="27" y="1"/>
                    <a:pt x="0" y="33"/>
                    <a:pt x="16" y="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0"/>
            <p:cNvSpPr/>
            <p:nvPr/>
          </p:nvSpPr>
          <p:spPr>
            <a:xfrm>
              <a:off x="5922010" y="2442425"/>
              <a:ext cx="14159" cy="17475"/>
            </a:xfrm>
            <a:custGeom>
              <a:avLst/>
              <a:gdLst/>
              <a:ahLst/>
              <a:cxnLst/>
              <a:rect l="l" t="t" r="r" b="b"/>
              <a:pathLst>
                <a:path w="158" h="195" extrusionOk="0">
                  <a:moveTo>
                    <a:pt x="17" y="54"/>
                  </a:moveTo>
                  <a:cubicBezTo>
                    <a:pt x="33" y="81"/>
                    <a:pt x="49" y="108"/>
                    <a:pt x="71" y="135"/>
                  </a:cubicBezTo>
                  <a:cubicBezTo>
                    <a:pt x="87" y="157"/>
                    <a:pt x="109" y="195"/>
                    <a:pt x="141" y="189"/>
                  </a:cubicBezTo>
                  <a:cubicBezTo>
                    <a:pt x="152" y="189"/>
                    <a:pt x="157" y="184"/>
                    <a:pt x="157" y="173"/>
                  </a:cubicBezTo>
                  <a:cubicBezTo>
                    <a:pt x="157" y="152"/>
                    <a:pt x="136" y="130"/>
                    <a:pt x="114" y="114"/>
                  </a:cubicBezTo>
                  <a:cubicBezTo>
                    <a:pt x="92" y="87"/>
                    <a:pt x="76" y="60"/>
                    <a:pt x="55" y="27"/>
                  </a:cubicBezTo>
                  <a:cubicBezTo>
                    <a:pt x="38" y="0"/>
                    <a:pt x="1" y="22"/>
                    <a:pt x="17" y="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0"/>
            <p:cNvSpPr/>
            <p:nvPr/>
          </p:nvSpPr>
          <p:spPr>
            <a:xfrm>
              <a:off x="5810617" y="2422082"/>
              <a:ext cx="105208" cy="18461"/>
            </a:xfrm>
            <a:custGeom>
              <a:avLst/>
              <a:gdLst/>
              <a:ahLst/>
              <a:cxnLst/>
              <a:rect l="l" t="t" r="r" b="b"/>
              <a:pathLst>
                <a:path w="1174" h="206" extrusionOk="0">
                  <a:moveTo>
                    <a:pt x="17" y="168"/>
                  </a:moveTo>
                  <a:cubicBezTo>
                    <a:pt x="201" y="206"/>
                    <a:pt x="379" y="152"/>
                    <a:pt x="563" y="146"/>
                  </a:cubicBezTo>
                  <a:cubicBezTo>
                    <a:pt x="660" y="141"/>
                    <a:pt x="752" y="130"/>
                    <a:pt x="849" y="119"/>
                  </a:cubicBezTo>
                  <a:cubicBezTo>
                    <a:pt x="946" y="103"/>
                    <a:pt x="1071" y="103"/>
                    <a:pt x="1163" y="54"/>
                  </a:cubicBezTo>
                  <a:cubicBezTo>
                    <a:pt x="1173" y="49"/>
                    <a:pt x="1173" y="22"/>
                    <a:pt x="1157" y="22"/>
                  </a:cubicBezTo>
                  <a:cubicBezTo>
                    <a:pt x="1076" y="0"/>
                    <a:pt x="990" y="27"/>
                    <a:pt x="903" y="38"/>
                  </a:cubicBezTo>
                  <a:cubicBezTo>
                    <a:pt x="790" y="60"/>
                    <a:pt x="676" y="76"/>
                    <a:pt x="563" y="87"/>
                  </a:cubicBezTo>
                  <a:cubicBezTo>
                    <a:pt x="385" y="108"/>
                    <a:pt x="201" y="163"/>
                    <a:pt x="17" y="141"/>
                  </a:cubicBezTo>
                  <a:cubicBezTo>
                    <a:pt x="6" y="135"/>
                    <a:pt x="1" y="163"/>
                    <a:pt x="17" y="16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0"/>
            <p:cNvSpPr/>
            <p:nvPr/>
          </p:nvSpPr>
          <p:spPr>
            <a:xfrm>
              <a:off x="5769036" y="2430327"/>
              <a:ext cx="21418" cy="7349"/>
            </a:xfrm>
            <a:custGeom>
              <a:avLst/>
              <a:gdLst/>
              <a:ahLst/>
              <a:cxnLst/>
              <a:rect l="l" t="t" r="r" b="b"/>
              <a:pathLst>
                <a:path w="239" h="82" extrusionOk="0">
                  <a:moveTo>
                    <a:pt x="195" y="0"/>
                  </a:moveTo>
                  <a:cubicBezTo>
                    <a:pt x="162" y="0"/>
                    <a:pt x="125" y="0"/>
                    <a:pt x="92" y="0"/>
                  </a:cubicBezTo>
                  <a:cubicBezTo>
                    <a:pt x="65" y="0"/>
                    <a:pt x="27" y="0"/>
                    <a:pt x="11" y="22"/>
                  </a:cubicBezTo>
                  <a:cubicBezTo>
                    <a:pt x="0" y="33"/>
                    <a:pt x="0" y="43"/>
                    <a:pt x="11" y="54"/>
                  </a:cubicBezTo>
                  <a:cubicBezTo>
                    <a:pt x="27" y="81"/>
                    <a:pt x="65" y="76"/>
                    <a:pt x="92" y="76"/>
                  </a:cubicBezTo>
                  <a:cubicBezTo>
                    <a:pt x="125" y="71"/>
                    <a:pt x="162" y="65"/>
                    <a:pt x="195" y="65"/>
                  </a:cubicBezTo>
                  <a:cubicBezTo>
                    <a:pt x="238" y="60"/>
                    <a:pt x="238" y="6"/>
                    <a:pt x="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0"/>
            <p:cNvSpPr/>
            <p:nvPr/>
          </p:nvSpPr>
          <p:spPr>
            <a:xfrm>
              <a:off x="5893422" y="2582855"/>
              <a:ext cx="17027" cy="7797"/>
            </a:xfrm>
            <a:custGeom>
              <a:avLst/>
              <a:gdLst/>
              <a:ahLst/>
              <a:cxnLst/>
              <a:rect l="l" t="t" r="r" b="b"/>
              <a:pathLst>
                <a:path w="190" h="87" extrusionOk="0">
                  <a:moveTo>
                    <a:pt x="131" y="6"/>
                  </a:moveTo>
                  <a:cubicBezTo>
                    <a:pt x="104" y="11"/>
                    <a:pt x="66" y="6"/>
                    <a:pt x="33" y="16"/>
                  </a:cubicBezTo>
                  <a:cubicBezTo>
                    <a:pt x="6" y="27"/>
                    <a:pt x="1" y="70"/>
                    <a:pt x="33" y="76"/>
                  </a:cubicBezTo>
                  <a:cubicBezTo>
                    <a:pt x="71" y="87"/>
                    <a:pt x="114" y="70"/>
                    <a:pt x="147" y="65"/>
                  </a:cubicBezTo>
                  <a:cubicBezTo>
                    <a:pt x="190" y="54"/>
                    <a:pt x="168" y="0"/>
                    <a:pt x="13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0"/>
            <p:cNvSpPr/>
            <p:nvPr/>
          </p:nvSpPr>
          <p:spPr>
            <a:xfrm>
              <a:off x="5918156" y="2560092"/>
              <a:ext cx="140516" cy="27692"/>
            </a:xfrm>
            <a:custGeom>
              <a:avLst/>
              <a:gdLst/>
              <a:ahLst/>
              <a:cxnLst/>
              <a:rect l="l" t="t" r="r" b="b"/>
              <a:pathLst>
                <a:path w="1568" h="309" extrusionOk="0">
                  <a:moveTo>
                    <a:pt x="6" y="281"/>
                  </a:moveTo>
                  <a:cubicBezTo>
                    <a:pt x="276" y="292"/>
                    <a:pt x="530" y="308"/>
                    <a:pt x="795" y="260"/>
                  </a:cubicBezTo>
                  <a:cubicBezTo>
                    <a:pt x="924" y="238"/>
                    <a:pt x="1049" y="200"/>
                    <a:pt x="1173" y="162"/>
                  </a:cubicBezTo>
                  <a:cubicBezTo>
                    <a:pt x="1292" y="130"/>
                    <a:pt x="1432" y="108"/>
                    <a:pt x="1546" y="49"/>
                  </a:cubicBezTo>
                  <a:cubicBezTo>
                    <a:pt x="1567" y="38"/>
                    <a:pt x="1556" y="6"/>
                    <a:pt x="1535" y="6"/>
                  </a:cubicBezTo>
                  <a:cubicBezTo>
                    <a:pt x="1421" y="0"/>
                    <a:pt x="1297" y="49"/>
                    <a:pt x="1189" y="81"/>
                  </a:cubicBezTo>
                  <a:cubicBezTo>
                    <a:pt x="1065" y="119"/>
                    <a:pt x="940" y="157"/>
                    <a:pt x="816" y="184"/>
                  </a:cubicBezTo>
                  <a:cubicBezTo>
                    <a:pt x="557" y="238"/>
                    <a:pt x="276" y="254"/>
                    <a:pt x="11" y="265"/>
                  </a:cubicBezTo>
                  <a:cubicBezTo>
                    <a:pt x="0" y="265"/>
                    <a:pt x="0" y="281"/>
                    <a:pt x="11" y="28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0"/>
            <p:cNvSpPr/>
            <p:nvPr/>
          </p:nvSpPr>
          <p:spPr>
            <a:xfrm>
              <a:off x="5506641" y="2499511"/>
              <a:ext cx="570399" cy="61657"/>
            </a:xfrm>
            <a:custGeom>
              <a:avLst/>
              <a:gdLst/>
              <a:ahLst/>
              <a:cxnLst/>
              <a:rect l="l" t="t" r="r" b="b"/>
              <a:pathLst>
                <a:path w="6365" h="688" extrusionOk="0">
                  <a:moveTo>
                    <a:pt x="5" y="104"/>
                  </a:moveTo>
                  <a:cubicBezTo>
                    <a:pt x="0" y="66"/>
                    <a:pt x="22" y="39"/>
                    <a:pt x="54" y="33"/>
                  </a:cubicBezTo>
                  <a:cubicBezTo>
                    <a:pt x="92" y="28"/>
                    <a:pt x="119" y="49"/>
                    <a:pt x="124" y="82"/>
                  </a:cubicBezTo>
                  <a:cubicBezTo>
                    <a:pt x="146" y="222"/>
                    <a:pt x="449" y="330"/>
                    <a:pt x="902" y="411"/>
                  </a:cubicBezTo>
                  <a:cubicBezTo>
                    <a:pt x="1470" y="509"/>
                    <a:pt x="2264" y="557"/>
                    <a:pt x="3069" y="563"/>
                  </a:cubicBezTo>
                  <a:cubicBezTo>
                    <a:pt x="3744" y="563"/>
                    <a:pt x="4430" y="536"/>
                    <a:pt x="4992" y="476"/>
                  </a:cubicBezTo>
                  <a:cubicBezTo>
                    <a:pt x="5370" y="433"/>
                    <a:pt x="5695" y="379"/>
                    <a:pt x="5921" y="303"/>
                  </a:cubicBezTo>
                  <a:cubicBezTo>
                    <a:pt x="6127" y="233"/>
                    <a:pt x="6246" y="163"/>
                    <a:pt x="6246" y="82"/>
                  </a:cubicBezTo>
                  <a:lnTo>
                    <a:pt x="6246" y="71"/>
                  </a:lnTo>
                  <a:cubicBezTo>
                    <a:pt x="6240" y="39"/>
                    <a:pt x="6267" y="6"/>
                    <a:pt x="6300" y="6"/>
                  </a:cubicBezTo>
                  <a:cubicBezTo>
                    <a:pt x="6332" y="1"/>
                    <a:pt x="6364" y="22"/>
                    <a:pt x="6364" y="60"/>
                  </a:cubicBezTo>
                  <a:cubicBezTo>
                    <a:pt x="6364" y="66"/>
                    <a:pt x="6364" y="71"/>
                    <a:pt x="6364" y="82"/>
                  </a:cubicBezTo>
                  <a:cubicBezTo>
                    <a:pt x="6364" y="222"/>
                    <a:pt x="6213" y="336"/>
                    <a:pt x="5959" y="417"/>
                  </a:cubicBezTo>
                  <a:cubicBezTo>
                    <a:pt x="5722" y="498"/>
                    <a:pt x="5392" y="557"/>
                    <a:pt x="5008" y="595"/>
                  </a:cubicBezTo>
                  <a:cubicBezTo>
                    <a:pt x="4441" y="660"/>
                    <a:pt x="3750" y="687"/>
                    <a:pt x="3069" y="682"/>
                  </a:cubicBezTo>
                  <a:cubicBezTo>
                    <a:pt x="2258" y="676"/>
                    <a:pt x="1453" y="633"/>
                    <a:pt x="881" y="530"/>
                  </a:cubicBezTo>
                  <a:cubicBezTo>
                    <a:pt x="373" y="438"/>
                    <a:pt x="38" y="303"/>
                    <a:pt x="5" y="10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0"/>
            <p:cNvSpPr/>
            <p:nvPr/>
          </p:nvSpPr>
          <p:spPr>
            <a:xfrm>
              <a:off x="5518201" y="2563498"/>
              <a:ext cx="113901" cy="27602"/>
            </a:xfrm>
            <a:custGeom>
              <a:avLst/>
              <a:gdLst/>
              <a:ahLst/>
              <a:cxnLst/>
              <a:rect l="l" t="t" r="r" b="b"/>
              <a:pathLst>
                <a:path w="1271" h="308" extrusionOk="0">
                  <a:moveTo>
                    <a:pt x="6" y="11"/>
                  </a:moveTo>
                  <a:cubicBezTo>
                    <a:pt x="211" y="70"/>
                    <a:pt x="384" y="178"/>
                    <a:pt x="595" y="222"/>
                  </a:cubicBezTo>
                  <a:cubicBezTo>
                    <a:pt x="800" y="265"/>
                    <a:pt x="1038" y="308"/>
                    <a:pt x="1249" y="292"/>
                  </a:cubicBezTo>
                  <a:cubicBezTo>
                    <a:pt x="1270" y="286"/>
                    <a:pt x="1270" y="259"/>
                    <a:pt x="1254" y="254"/>
                  </a:cubicBezTo>
                  <a:cubicBezTo>
                    <a:pt x="1054" y="173"/>
                    <a:pt x="817" y="189"/>
                    <a:pt x="611" y="151"/>
                  </a:cubicBezTo>
                  <a:cubicBezTo>
                    <a:pt x="406" y="119"/>
                    <a:pt x="217" y="32"/>
                    <a:pt x="12" y="0"/>
                  </a:cubicBezTo>
                  <a:cubicBezTo>
                    <a:pt x="1" y="0"/>
                    <a:pt x="1" y="11"/>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0"/>
            <p:cNvSpPr/>
            <p:nvPr/>
          </p:nvSpPr>
          <p:spPr>
            <a:xfrm>
              <a:off x="5782568" y="2842296"/>
              <a:ext cx="33068" cy="33517"/>
            </a:xfrm>
            <a:custGeom>
              <a:avLst/>
              <a:gdLst/>
              <a:ahLst/>
              <a:cxnLst/>
              <a:rect l="l" t="t" r="r" b="b"/>
              <a:pathLst>
                <a:path w="369" h="374" extrusionOk="0">
                  <a:moveTo>
                    <a:pt x="28" y="368"/>
                  </a:moveTo>
                  <a:cubicBezTo>
                    <a:pt x="82" y="320"/>
                    <a:pt x="103" y="250"/>
                    <a:pt x="152" y="201"/>
                  </a:cubicBezTo>
                  <a:cubicBezTo>
                    <a:pt x="179" y="168"/>
                    <a:pt x="211" y="141"/>
                    <a:pt x="255" y="131"/>
                  </a:cubicBezTo>
                  <a:cubicBezTo>
                    <a:pt x="287" y="114"/>
                    <a:pt x="319" y="125"/>
                    <a:pt x="352" y="104"/>
                  </a:cubicBezTo>
                  <a:cubicBezTo>
                    <a:pt x="363" y="93"/>
                    <a:pt x="368" y="77"/>
                    <a:pt x="357" y="66"/>
                  </a:cubicBezTo>
                  <a:cubicBezTo>
                    <a:pt x="298" y="1"/>
                    <a:pt x="184" y="71"/>
                    <a:pt x="136" y="114"/>
                  </a:cubicBezTo>
                  <a:cubicBezTo>
                    <a:pt x="71" y="163"/>
                    <a:pt x="1" y="271"/>
                    <a:pt x="1" y="352"/>
                  </a:cubicBezTo>
                  <a:cubicBezTo>
                    <a:pt x="1" y="368"/>
                    <a:pt x="17" y="374"/>
                    <a:pt x="28" y="3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0"/>
            <p:cNvSpPr/>
            <p:nvPr/>
          </p:nvSpPr>
          <p:spPr>
            <a:xfrm>
              <a:off x="5860085" y="2852064"/>
              <a:ext cx="538" cy="538"/>
            </a:xfrm>
            <a:custGeom>
              <a:avLst/>
              <a:gdLst/>
              <a:ahLst/>
              <a:cxnLst/>
              <a:rect l="l" t="t" r="r" b="b"/>
              <a:pathLst>
                <a:path w="6" h="6" extrusionOk="0">
                  <a:moveTo>
                    <a:pt x="5" y="5"/>
                  </a:moveTo>
                  <a:cubicBezTo>
                    <a:pt x="5" y="5"/>
                    <a:pt x="5" y="0"/>
                    <a:pt x="5" y="0"/>
                  </a:cubicBezTo>
                  <a:cubicBezTo>
                    <a:pt x="0" y="0"/>
                    <a:pt x="0" y="5"/>
                    <a:pt x="5"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0"/>
            <p:cNvSpPr/>
            <p:nvPr/>
          </p:nvSpPr>
          <p:spPr>
            <a:xfrm>
              <a:off x="5857666" y="2851527"/>
              <a:ext cx="35846" cy="29126"/>
            </a:xfrm>
            <a:custGeom>
              <a:avLst/>
              <a:gdLst/>
              <a:ahLst/>
              <a:cxnLst/>
              <a:rect l="l" t="t" r="r" b="b"/>
              <a:pathLst>
                <a:path w="400" h="325" extrusionOk="0">
                  <a:moveTo>
                    <a:pt x="27" y="6"/>
                  </a:moveTo>
                  <a:cubicBezTo>
                    <a:pt x="0" y="87"/>
                    <a:pt x="86" y="157"/>
                    <a:pt x="146" y="195"/>
                  </a:cubicBezTo>
                  <a:cubicBezTo>
                    <a:pt x="195" y="228"/>
                    <a:pt x="340" y="325"/>
                    <a:pt x="389" y="265"/>
                  </a:cubicBezTo>
                  <a:cubicBezTo>
                    <a:pt x="400" y="260"/>
                    <a:pt x="400" y="249"/>
                    <a:pt x="394" y="238"/>
                  </a:cubicBezTo>
                  <a:cubicBezTo>
                    <a:pt x="384" y="217"/>
                    <a:pt x="362" y="211"/>
                    <a:pt x="340" y="206"/>
                  </a:cubicBezTo>
                  <a:cubicBezTo>
                    <a:pt x="297" y="195"/>
                    <a:pt x="254" y="174"/>
                    <a:pt x="216" y="152"/>
                  </a:cubicBezTo>
                  <a:cubicBezTo>
                    <a:pt x="146" y="120"/>
                    <a:pt x="86" y="65"/>
                    <a:pt x="38" y="1"/>
                  </a:cubicBezTo>
                  <a:cubicBezTo>
                    <a:pt x="32" y="1"/>
                    <a:pt x="27" y="1"/>
                    <a:pt x="27"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0"/>
            <p:cNvSpPr/>
            <p:nvPr/>
          </p:nvSpPr>
          <p:spPr>
            <a:xfrm>
              <a:off x="5925415" y="2841848"/>
              <a:ext cx="33964" cy="29126"/>
            </a:xfrm>
            <a:custGeom>
              <a:avLst/>
              <a:gdLst/>
              <a:ahLst/>
              <a:cxnLst/>
              <a:rect l="l" t="t" r="r" b="b"/>
              <a:pathLst>
                <a:path w="379" h="325" extrusionOk="0">
                  <a:moveTo>
                    <a:pt x="44" y="303"/>
                  </a:moveTo>
                  <a:cubicBezTo>
                    <a:pt x="98" y="238"/>
                    <a:pt x="141" y="184"/>
                    <a:pt x="217" y="141"/>
                  </a:cubicBezTo>
                  <a:cubicBezTo>
                    <a:pt x="265" y="114"/>
                    <a:pt x="352" y="92"/>
                    <a:pt x="373" y="38"/>
                  </a:cubicBezTo>
                  <a:cubicBezTo>
                    <a:pt x="379" y="28"/>
                    <a:pt x="379" y="11"/>
                    <a:pt x="362" y="6"/>
                  </a:cubicBezTo>
                  <a:cubicBezTo>
                    <a:pt x="292" y="1"/>
                    <a:pt x="206" y="60"/>
                    <a:pt x="152" y="98"/>
                  </a:cubicBezTo>
                  <a:cubicBezTo>
                    <a:pt x="87" y="141"/>
                    <a:pt x="22" y="211"/>
                    <a:pt x="6" y="287"/>
                  </a:cubicBezTo>
                  <a:cubicBezTo>
                    <a:pt x="0" y="314"/>
                    <a:pt x="33" y="325"/>
                    <a:pt x="49" y="30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0"/>
            <p:cNvSpPr/>
            <p:nvPr/>
          </p:nvSpPr>
          <p:spPr>
            <a:xfrm>
              <a:off x="5712399" y="2848121"/>
              <a:ext cx="25720" cy="33069"/>
            </a:xfrm>
            <a:custGeom>
              <a:avLst/>
              <a:gdLst/>
              <a:ahLst/>
              <a:cxnLst/>
              <a:rect l="l" t="t" r="r" b="b"/>
              <a:pathLst>
                <a:path w="287" h="369" extrusionOk="0">
                  <a:moveTo>
                    <a:pt x="22" y="28"/>
                  </a:moveTo>
                  <a:cubicBezTo>
                    <a:pt x="0" y="98"/>
                    <a:pt x="22" y="174"/>
                    <a:pt x="60" y="233"/>
                  </a:cubicBezTo>
                  <a:cubicBezTo>
                    <a:pt x="97" y="287"/>
                    <a:pt x="179" y="368"/>
                    <a:pt x="249" y="352"/>
                  </a:cubicBezTo>
                  <a:cubicBezTo>
                    <a:pt x="265" y="347"/>
                    <a:pt x="287" y="325"/>
                    <a:pt x="276" y="309"/>
                  </a:cubicBezTo>
                  <a:cubicBezTo>
                    <a:pt x="260" y="276"/>
                    <a:pt x="227" y="282"/>
                    <a:pt x="200" y="266"/>
                  </a:cubicBezTo>
                  <a:cubicBezTo>
                    <a:pt x="130" y="233"/>
                    <a:pt x="43" y="120"/>
                    <a:pt x="60" y="33"/>
                  </a:cubicBezTo>
                  <a:cubicBezTo>
                    <a:pt x="65" y="12"/>
                    <a:pt x="27" y="1"/>
                    <a:pt x="2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0"/>
            <p:cNvSpPr/>
            <p:nvPr/>
          </p:nvSpPr>
          <p:spPr>
            <a:xfrm>
              <a:off x="5654776" y="2849107"/>
              <a:ext cx="26705" cy="23301"/>
            </a:xfrm>
            <a:custGeom>
              <a:avLst/>
              <a:gdLst/>
              <a:ahLst/>
              <a:cxnLst/>
              <a:rect l="l" t="t" r="r" b="b"/>
              <a:pathLst>
                <a:path w="298" h="260" extrusionOk="0">
                  <a:moveTo>
                    <a:pt x="27" y="249"/>
                  </a:moveTo>
                  <a:cubicBezTo>
                    <a:pt x="38" y="206"/>
                    <a:pt x="98" y="168"/>
                    <a:pt x="135" y="147"/>
                  </a:cubicBezTo>
                  <a:cubicBezTo>
                    <a:pt x="184" y="114"/>
                    <a:pt x="233" y="92"/>
                    <a:pt x="281" y="65"/>
                  </a:cubicBezTo>
                  <a:cubicBezTo>
                    <a:pt x="287" y="60"/>
                    <a:pt x="297" y="49"/>
                    <a:pt x="297" y="38"/>
                  </a:cubicBezTo>
                  <a:cubicBezTo>
                    <a:pt x="297" y="28"/>
                    <a:pt x="292" y="22"/>
                    <a:pt x="287" y="11"/>
                  </a:cubicBezTo>
                  <a:cubicBezTo>
                    <a:pt x="270" y="1"/>
                    <a:pt x="260" y="1"/>
                    <a:pt x="243" y="6"/>
                  </a:cubicBezTo>
                  <a:cubicBezTo>
                    <a:pt x="184" y="33"/>
                    <a:pt x="130" y="71"/>
                    <a:pt x="81" y="114"/>
                  </a:cubicBezTo>
                  <a:cubicBezTo>
                    <a:pt x="38" y="147"/>
                    <a:pt x="0" y="195"/>
                    <a:pt x="11" y="249"/>
                  </a:cubicBezTo>
                  <a:cubicBezTo>
                    <a:pt x="11" y="260"/>
                    <a:pt x="22" y="260"/>
                    <a:pt x="27"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0"/>
            <p:cNvSpPr/>
            <p:nvPr/>
          </p:nvSpPr>
          <p:spPr>
            <a:xfrm>
              <a:off x="5659615" y="2941592"/>
              <a:ext cx="40237" cy="33965"/>
            </a:xfrm>
            <a:custGeom>
              <a:avLst/>
              <a:gdLst/>
              <a:ahLst/>
              <a:cxnLst/>
              <a:rect l="l" t="t" r="r" b="b"/>
              <a:pathLst>
                <a:path w="449" h="379" extrusionOk="0">
                  <a:moveTo>
                    <a:pt x="438" y="6"/>
                  </a:moveTo>
                  <a:cubicBezTo>
                    <a:pt x="341" y="1"/>
                    <a:pt x="276" y="33"/>
                    <a:pt x="206" y="98"/>
                  </a:cubicBezTo>
                  <a:cubicBezTo>
                    <a:pt x="135" y="157"/>
                    <a:pt x="44" y="254"/>
                    <a:pt x="11" y="336"/>
                  </a:cubicBezTo>
                  <a:cubicBezTo>
                    <a:pt x="0" y="357"/>
                    <a:pt x="17" y="379"/>
                    <a:pt x="38" y="368"/>
                  </a:cubicBezTo>
                  <a:cubicBezTo>
                    <a:pt x="103" y="330"/>
                    <a:pt x="141" y="254"/>
                    <a:pt x="184" y="195"/>
                  </a:cubicBezTo>
                  <a:cubicBezTo>
                    <a:pt x="249" y="125"/>
                    <a:pt x="335" y="38"/>
                    <a:pt x="438" y="28"/>
                  </a:cubicBezTo>
                  <a:cubicBezTo>
                    <a:pt x="449" y="28"/>
                    <a:pt x="449" y="11"/>
                    <a:pt x="43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0"/>
            <p:cNvSpPr/>
            <p:nvPr/>
          </p:nvSpPr>
          <p:spPr>
            <a:xfrm>
              <a:off x="5681392" y="2945445"/>
              <a:ext cx="28139" cy="33517"/>
            </a:xfrm>
            <a:custGeom>
              <a:avLst/>
              <a:gdLst/>
              <a:ahLst/>
              <a:cxnLst/>
              <a:rect l="l" t="t" r="r" b="b"/>
              <a:pathLst>
                <a:path w="314" h="374" extrusionOk="0">
                  <a:moveTo>
                    <a:pt x="292" y="6"/>
                  </a:moveTo>
                  <a:cubicBezTo>
                    <a:pt x="141" y="28"/>
                    <a:pt x="44" y="211"/>
                    <a:pt x="0" y="341"/>
                  </a:cubicBezTo>
                  <a:cubicBezTo>
                    <a:pt x="0" y="352"/>
                    <a:pt x="0" y="363"/>
                    <a:pt x="11" y="368"/>
                  </a:cubicBezTo>
                  <a:cubicBezTo>
                    <a:pt x="17" y="374"/>
                    <a:pt x="17" y="374"/>
                    <a:pt x="27" y="374"/>
                  </a:cubicBezTo>
                  <a:cubicBezTo>
                    <a:pt x="38" y="374"/>
                    <a:pt x="44" y="368"/>
                    <a:pt x="49" y="357"/>
                  </a:cubicBezTo>
                  <a:cubicBezTo>
                    <a:pt x="98" y="238"/>
                    <a:pt x="168" y="82"/>
                    <a:pt x="298" y="33"/>
                  </a:cubicBezTo>
                  <a:cubicBezTo>
                    <a:pt x="314" y="28"/>
                    <a:pt x="308" y="1"/>
                    <a:pt x="292"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0"/>
            <p:cNvSpPr/>
            <p:nvPr/>
          </p:nvSpPr>
          <p:spPr>
            <a:xfrm>
              <a:off x="5700749" y="2947865"/>
              <a:ext cx="19446" cy="34951"/>
            </a:xfrm>
            <a:custGeom>
              <a:avLst/>
              <a:gdLst/>
              <a:ahLst/>
              <a:cxnLst/>
              <a:rect l="l" t="t" r="r" b="b"/>
              <a:pathLst>
                <a:path w="217" h="390" extrusionOk="0">
                  <a:moveTo>
                    <a:pt x="179" y="17"/>
                  </a:moveTo>
                  <a:cubicBezTo>
                    <a:pt x="82" y="103"/>
                    <a:pt x="60" y="233"/>
                    <a:pt x="11" y="352"/>
                  </a:cubicBezTo>
                  <a:cubicBezTo>
                    <a:pt x="1" y="379"/>
                    <a:pt x="44" y="390"/>
                    <a:pt x="55" y="368"/>
                  </a:cubicBezTo>
                  <a:cubicBezTo>
                    <a:pt x="119" y="266"/>
                    <a:pt x="119" y="130"/>
                    <a:pt x="206" y="39"/>
                  </a:cubicBezTo>
                  <a:cubicBezTo>
                    <a:pt x="217" y="22"/>
                    <a:pt x="195" y="1"/>
                    <a:pt x="179"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0"/>
            <p:cNvSpPr/>
            <p:nvPr/>
          </p:nvSpPr>
          <p:spPr>
            <a:xfrm>
              <a:off x="5719657" y="2948851"/>
              <a:ext cx="17027" cy="39342"/>
            </a:xfrm>
            <a:custGeom>
              <a:avLst/>
              <a:gdLst/>
              <a:ahLst/>
              <a:cxnLst/>
              <a:rect l="l" t="t" r="r" b="b"/>
              <a:pathLst>
                <a:path w="190" h="439" extrusionOk="0">
                  <a:moveTo>
                    <a:pt x="179" y="11"/>
                  </a:moveTo>
                  <a:cubicBezTo>
                    <a:pt x="103" y="1"/>
                    <a:pt x="76" y="125"/>
                    <a:pt x="60" y="179"/>
                  </a:cubicBezTo>
                  <a:cubicBezTo>
                    <a:pt x="49" y="228"/>
                    <a:pt x="0" y="406"/>
                    <a:pt x="54" y="438"/>
                  </a:cubicBezTo>
                  <a:cubicBezTo>
                    <a:pt x="60" y="438"/>
                    <a:pt x="65" y="438"/>
                    <a:pt x="65" y="438"/>
                  </a:cubicBezTo>
                  <a:cubicBezTo>
                    <a:pt x="103" y="411"/>
                    <a:pt x="92" y="292"/>
                    <a:pt x="98" y="249"/>
                  </a:cubicBezTo>
                  <a:cubicBezTo>
                    <a:pt x="103" y="200"/>
                    <a:pt x="119" y="152"/>
                    <a:pt x="135" y="109"/>
                  </a:cubicBezTo>
                  <a:cubicBezTo>
                    <a:pt x="146" y="82"/>
                    <a:pt x="173" y="60"/>
                    <a:pt x="189" y="28"/>
                  </a:cubicBezTo>
                  <a:cubicBezTo>
                    <a:pt x="189" y="22"/>
                    <a:pt x="184" y="11"/>
                    <a:pt x="179"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0"/>
            <p:cNvSpPr/>
            <p:nvPr/>
          </p:nvSpPr>
          <p:spPr>
            <a:xfrm>
              <a:off x="5741882" y="2952256"/>
              <a:ext cx="8334" cy="33517"/>
            </a:xfrm>
            <a:custGeom>
              <a:avLst/>
              <a:gdLst/>
              <a:ahLst/>
              <a:cxnLst/>
              <a:rect l="l" t="t" r="r" b="b"/>
              <a:pathLst>
                <a:path w="93" h="374" extrusionOk="0">
                  <a:moveTo>
                    <a:pt x="66" y="17"/>
                  </a:moveTo>
                  <a:cubicBezTo>
                    <a:pt x="44" y="60"/>
                    <a:pt x="28" y="108"/>
                    <a:pt x="22" y="157"/>
                  </a:cubicBezTo>
                  <a:cubicBezTo>
                    <a:pt x="17" y="217"/>
                    <a:pt x="1" y="298"/>
                    <a:pt x="22" y="357"/>
                  </a:cubicBezTo>
                  <a:cubicBezTo>
                    <a:pt x="33" y="373"/>
                    <a:pt x="55" y="373"/>
                    <a:pt x="60" y="357"/>
                  </a:cubicBezTo>
                  <a:cubicBezTo>
                    <a:pt x="76" y="308"/>
                    <a:pt x="71" y="254"/>
                    <a:pt x="71" y="206"/>
                  </a:cubicBezTo>
                  <a:cubicBezTo>
                    <a:pt x="71" y="141"/>
                    <a:pt x="71" y="81"/>
                    <a:pt x="93" y="22"/>
                  </a:cubicBezTo>
                  <a:cubicBezTo>
                    <a:pt x="93" y="11"/>
                    <a:pt x="76" y="0"/>
                    <a:pt x="66"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0"/>
            <p:cNvSpPr/>
            <p:nvPr/>
          </p:nvSpPr>
          <p:spPr>
            <a:xfrm>
              <a:off x="5762225" y="2951270"/>
              <a:ext cx="7348" cy="37370"/>
            </a:xfrm>
            <a:custGeom>
              <a:avLst/>
              <a:gdLst/>
              <a:ahLst/>
              <a:cxnLst/>
              <a:rect l="l" t="t" r="r" b="b"/>
              <a:pathLst>
                <a:path w="82" h="417" extrusionOk="0">
                  <a:moveTo>
                    <a:pt x="49" y="17"/>
                  </a:moveTo>
                  <a:cubicBezTo>
                    <a:pt x="22" y="71"/>
                    <a:pt x="22" y="136"/>
                    <a:pt x="17" y="195"/>
                  </a:cubicBezTo>
                  <a:cubicBezTo>
                    <a:pt x="12" y="260"/>
                    <a:pt x="1" y="330"/>
                    <a:pt x="12" y="395"/>
                  </a:cubicBezTo>
                  <a:cubicBezTo>
                    <a:pt x="17" y="417"/>
                    <a:pt x="44" y="411"/>
                    <a:pt x="49" y="395"/>
                  </a:cubicBezTo>
                  <a:cubicBezTo>
                    <a:pt x="66" y="341"/>
                    <a:pt x="66" y="282"/>
                    <a:pt x="71" y="222"/>
                  </a:cubicBezTo>
                  <a:cubicBezTo>
                    <a:pt x="71" y="157"/>
                    <a:pt x="82" y="92"/>
                    <a:pt x="82" y="28"/>
                  </a:cubicBezTo>
                  <a:cubicBezTo>
                    <a:pt x="82" y="6"/>
                    <a:pt x="60" y="1"/>
                    <a:pt x="49"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0"/>
            <p:cNvSpPr/>
            <p:nvPr/>
          </p:nvSpPr>
          <p:spPr>
            <a:xfrm>
              <a:off x="5782568" y="2955661"/>
              <a:ext cx="8782" cy="28140"/>
            </a:xfrm>
            <a:custGeom>
              <a:avLst/>
              <a:gdLst/>
              <a:ahLst/>
              <a:cxnLst/>
              <a:rect l="l" t="t" r="r" b="b"/>
              <a:pathLst>
                <a:path w="98" h="314" extrusionOk="0">
                  <a:moveTo>
                    <a:pt x="49" y="11"/>
                  </a:moveTo>
                  <a:cubicBezTo>
                    <a:pt x="44" y="92"/>
                    <a:pt x="1" y="227"/>
                    <a:pt x="60" y="297"/>
                  </a:cubicBezTo>
                  <a:cubicBezTo>
                    <a:pt x="71" y="314"/>
                    <a:pt x="92" y="297"/>
                    <a:pt x="92" y="287"/>
                  </a:cubicBezTo>
                  <a:cubicBezTo>
                    <a:pt x="98" y="243"/>
                    <a:pt x="82" y="200"/>
                    <a:pt x="82" y="157"/>
                  </a:cubicBezTo>
                  <a:cubicBezTo>
                    <a:pt x="76" y="108"/>
                    <a:pt x="76" y="60"/>
                    <a:pt x="71" y="11"/>
                  </a:cubicBezTo>
                  <a:cubicBezTo>
                    <a:pt x="71" y="0"/>
                    <a:pt x="49" y="0"/>
                    <a:pt x="49"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0"/>
            <p:cNvSpPr/>
            <p:nvPr/>
          </p:nvSpPr>
          <p:spPr>
            <a:xfrm>
              <a:off x="5797085" y="2948402"/>
              <a:ext cx="18550" cy="36385"/>
            </a:xfrm>
            <a:custGeom>
              <a:avLst/>
              <a:gdLst/>
              <a:ahLst/>
              <a:cxnLst/>
              <a:rect l="l" t="t" r="r" b="b"/>
              <a:pathLst>
                <a:path w="207" h="406" extrusionOk="0">
                  <a:moveTo>
                    <a:pt x="12" y="38"/>
                  </a:moveTo>
                  <a:cubicBezTo>
                    <a:pt x="66" y="146"/>
                    <a:pt x="93" y="281"/>
                    <a:pt x="157" y="384"/>
                  </a:cubicBezTo>
                  <a:cubicBezTo>
                    <a:pt x="174" y="405"/>
                    <a:pt x="206" y="395"/>
                    <a:pt x="201" y="368"/>
                  </a:cubicBezTo>
                  <a:cubicBezTo>
                    <a:pt x="174" y="249"/>
                    <a:pt x="98" y="124"/>
                    <a:pt x="39" y="22"/>
                  </a:cubicBezTo>
                  <a:cubicBezTo>
                    <a:pt x="28" y="0"/>
                    <a:pt x="1" y="16"/>
                    <a:pt x="12" y="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0"/>
            <p:cNvSpPr/>
            <p:nvPr/>
          </p:nvSpPr>
          <p:spPr>
            <a:xfrm>
              <a:off x="5812141" y="2951808"/>
              <a:ext cx="25720" cy="30560"/>
            </a:xfrm>
            <a:custGeom>
              <a:avLst/>
              <a:gdLst/>
              <a:ahLst/>
              <a:cxnLst/>
              <a:rect l="l" t="t" r="r" b="b"/>
              <a:pathLst>
                <a:path w="287" h="341" extrusionOk="0">
                  <a:moveTo>
                    <a:pt x="11" y="32"/>
                  </a:moveTo>
                  <a:cubicBezTo>
                    <a:pt x="65" y="81"/>
                    <a:pt x="114" y="124"/>
                    <a:pt x="157" y="189"/>
                  </a:cubicBezTo>
                  <a:cubicBezTo>
                    <a:pt x="173" y="216"/>
                    <a:pt x="189" y="249"/>
                    <a:pt x="206" y="276"/>
                  </a:cubicBezTo>
                  <a:cubicBezTo>
                    <a:pt x="216" y="303"/>
                    <a:pt x="216" y="324"/>
                    <a:pt x="243" y="335"/>
                  </a:cubicBezTo>
                  <a:cubicBezTo>
                    <a:pt x="254" y="340"/>
                    <a:pt x="270" y="335"/>
                    <a:pt x="270" y="324"/>
                  </a:cubicBezTo>
                  <a:cubicBezTo>
                    <a:pt x="287" y="270"/>
                    <a:pt x="222" y="189"/>
                    <a:pt x="195" y="146"/>
                  </a:cubicBezTo>
                  <a:cubicBezTo>
                    <a:pt x="157" y="86"/>
                    <a:pt x="97" y="22"/>
                    <a:pt x="27" y="5"/>
                  </a:cubicBezTo>
                  <a:cubicBezTo>
                    <a:pt x="16" y="0"/>
                    <a:pt x="0" y="22"/>
                    <a:pt x="11" y="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0"/>
            <p:cNvSpPr/>
            <p:nvPr/>
          </p:nvSpPr>
          <p:spPr>
            <a:xfrm>
              <a:off x="5832932" y="2947417"/>
              <a:ext cx="28677" cy="34951"/>
            </a:xfrm>
            <a:custGeom>
              <a:avLst/>
              <a:gdLst/>
              <a:ahLst/>
              <a:cxnLst/>
              <a:rect l="l" t="t" r="r" b="b"/>
              <a:pathLst>
                <a:path w="320" h="390" extrusionOk="0">
                  <a:moveTo>
                    <a:pt x="17" y="44"/>
                  </a:moveTo>
                  <a:cubicBezTo>
                    <a:pt x="136" y="119"/>
                    <a:pt x="200" y="233"/>
                    <a:pt x="254" y="357"/>
                  </a:cubicBezTo>
                  <a:cubicBezTo>
                    <a:pt x="271" y="389"/>
                    <a:pt x="319" y="362"/>
                    <a:pt x="303" y="325"/>
                  </a:cubicBezTo>
                  <a:cubicBezTo>
                    <a:pt x="249" y="189"/>
                    <a:pt x="168" y="76"/>
                    <a:pt x="38" y="11"/>
                  </a:cubicBezTo>
                  <a:cubicBezTo>
                    <a:pt x="17" y="0"/>
                    <a:pt x="1" y="27"/>
                    <a:pt x="22"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0"/>
            <p:cNvSpPr/>
            <p:nvPr/>
          </p:nvSpPr>
          <p:spPr>
            <a:xfrm>
              <a:off x="5857128" y="2948851"/>
              <a:ext cx="25720" cy="30560"/>
            </a:xfrm>
            <a:custGeom>
              <a:avLst/>
              <a:gdLst/>
              <a:ahLst/>
              <a:cxnLst/>
              <a:rect l="l" t="t" r="r" b="b"/>
              <a:pathLst>
                <a:path w="287" h="341" extrusionOk="0">
                  <a:moveTo>
                    <a:pt x="11" y="33"/>
                  </a:moveTo>
                  <a:cubicBezTo>
                    <a:pt x="103" y="114"/>
                    <a:pt x="125" y="238"/>
                    <a:pt x="222" y="314"/>
                  </a:cubicBezTo>
                  <a:cubicBezTo>
                    <a:pt x="255" y="341"/>
                    <a:pt x="287" y="298"/>
                    <a:pt x="255" y="271"/>
                  </a:cubicBezTo>
                  <a:cubicBezTo>
                    <a:pt x="163" y="200"/>
                    <a:pt x="125" y="82"/>
                    <a:pt x="28" y="11"/>
                  </a:cubicBezTo>
                  <a:cubicBezTo>
                    <a:pt x="17" y="1"/>
                    <a:pt x="1" y="22"/>
                    <a:pt x="11"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0"/>
            <p:cNvSpPr/>
            <p:nvPr/>
          </p:nvSpPr>
          <p:spPr>
            <a:xfrm>
              <a:off x="5869764" y="2946431"/>
              <a:ext cx="27691" cy="28678"/>
            </a:xfrm>
            <a:custGeom>
              <a:avLst/>
              <a:gdLst/>
              <a:ahLst/>
              <a:cxnLst/>
              <a:rect l="l" t="t" r="r" b="b"/>
              <a:pathLst>
                <a:path w="309" h="320" extrusionOk="0">
                  <a:moveTo>
                    <a:pt x="22" y="33"/>
                  </a:moveTo>
                  <a:cubicBezTo>
                    <a:pt x="97" y="44"/>
                    <a:pt x="141" y="98"/>
                    <a:pt x="178" y="163"/>
                  </a:cubicBezTo>
                  <a:cubicBezTo>
                    <a:pt x="200" y="206"/>
                    <a:pt x="227" y="303"/>
                    <a:pt x="276" y="319"/>
                  </a:cubicBezTo>
                  <a:cubicBezTo>
                    <a:pt x="292" y="319"/>
                    <a:pt x="303" y="309"/>
                    <a:pt x="303" y="292"/>
                  </a:cubicBezTo>
                  <a:cubicBezTo>
                    <a:pt x="308" y="265"/>
                    <a:pt x="276" y="233"/>
                    <a:pt x="265" y="206"/>
                  </a:cubicBezTo>
                  <a:cubicBezTo>
                    <a:pt x="243" y="173"/>
                    <a:pt x="222" y="141"/>
                    <a:pt x="200" y="103"/>
                  </a:cubicBezTo>
                  <a:cubicBezTo>
                    <a:pt x="157" y="49"/>
                    <a:pt x="103" y="1"/>
                    <a:pt x="27" y="1"/>
                  </a:cubicBezTo>
                  <a:cubicBezTo>
                    <a:pt x="6" y="1"/>
                    <a:pt x="0" y="28"/>
                    <a:pt x="22" y="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0"/>
            <p:cNvSpPr/>
            <p:nvPr/>
          </p:nvSpPr>
          <p:spPr>
            <a:xfrm>
              <a:off x="5881324" y="2941143"/>
              <a:ext cx="40327" cy="29574"/>
            </a:xfrm>
            <a:custGeom>
              <a:avLst/>
              <a:gdLst/>
              <a:ahLst/>
              <a:cxnLst/>
              <a:rect l="l" t="t" r="r" b="b"/>
              <a:pathLst>
                <a:path w="450" h="330" extrusionOk="0">
                  <a:moveTo>
                    <a:pt x="22" y="38"/>
                  </a:moveTo>
                  <a:cubicBezTo>
                    <a:pt x="93" y="87"/>
                    <a:pt x="163" y="135"/>
                    <a:pt x="222" y="189"/>
                  </a:cubicBezTo>
                  <a:cubicBezTo>
                    <a:pt x="282" y="238"/>
                    <a:pt x="336" y="292"/>
                    <a:pt x="406" y="319"/>
                  </a:cubicBezTo>
                  <a:cubicBezTo>
                    <a:pt x="428" y="330"/>
                    <a:pt x="449" y="292"/>
                    <a:pt x="433" y="276"/>
                  </a:cubicBezTo>
                  <a:cubicBezTo>
                    <a:pt x="368" y="222"/>
                    <a:pt x="293" y="173"/>
                    <a:pt x="228" y="119"/>
                  </a:cubicBezTo>
                  <a:cubicBezTo>
                    <a:pt x="168" y="70"/>
                    <a:pt x="109" y="27"/>
                    <a:pt x="39" y="6"/>
                  </a:cubicBezTo>
                  <a:cubicBezTo>
                    <a:pt x="17" y="0"/>
                    <a:pt x="1" y="27"/>
                    <a:pt x="22" y="4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0"/>
            <p:cNvSpPr/>
            <p:nvPr/>
          </p:nvSpPr>
          <p:spPr>
            <a:xfrm>
              <a:off x="5751113" y="2914438"/>
              <a:ext cx="190880" cy="21956"/>
            </a:xfrm>
            <a:custGeom>
              <a:avLst/>
              <a:gdLst/>
              <a:ahLst/>
              <a:cxnLst/>
              <a:rect l="l" t="t" r="r" b="b"/>
              <a:pathLst>
                <a:path w="2130" h="245" extrusionOk="0">
                  <a:moveTo>
                    <a:pt x="11" y="223"/>
                  </a:moveTo>
                  <a:cubicBezTo>
                    <a:pt x="195" y="223"/>
                    <a:pt x="384" y="244"/>
                    <a:pt x="568" y="233"/>
                  </a:cubicBezTo>
                  <a:cubicBezTo>
                    <a:pt x="757" y="228"/>
                    <a:pt x="941" y="217"/>
                    <a:pt x="1130" y="212"/>
                  </a:cubicBezTo>
                  <a:cubicBezTo>
                    <a:pt x="1303" y="212"/>
                    <a:pt x="1481" y="201"/>
                    <a:pt x="1648" y="179"/>
                  </a:cubicBezTo>
                  <a:cubicBezTo>
                    <a:pt x="1740" y="168"/>
                    <a:pt x="1832" y="147"/>
                    <a:pt x="1918" y="125"/>
                  </a:cubicBezTo>
                  <a:cubicBezTo>
                    <a:pt x="1983" y="109"/>
                    <a:pt x="2064" y="98"/>
                    <a:pt x="2113" y="44"/>
                  </a:cubicBezTo>
                  <a:cubicBezTo>
                    <a:pt x="2129" y="28"/>
                    <a:pt x="2113" y="1"/>
                    <a:pt x="2086" y="6"/>
                  </a:cubicBezTo>
                  <a:cubicBezTo>
                    <a:pt x="1924" y="33"/>
                    <a:pt x="1767" y="87"/>
                    <a:pt x="1600" y="109"/>
                  </a:cubicBezTo>
                  <a:cubicBezTo>
                    <a:pt x="1432" y="131"/>
                    <a:pt x="1259" y="136"/>
                    <a:pt x="1092" y="141"/>
                  </a:cubicBezTo>
                  <a:cubicBezTo>
                    <a:pt x="730" y="147"/>
                    <a:pt x="368" y="185"/>
                    <a:pt x="11" y="206"/>
                  </a:cubicBezTo>
                  <a:cubicBezTo>
                    <a:pt x="0" y="206"/>
                    <a:pt x="0" y="223"/>
                    <a:pt x="11" y="2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0"/>
            <p:cNvSpPr/>
            <p:nvPr/>
          </p:nvSpPr>
          <p:spPr>
            <a:xfrm>
              <a:off x="5709979" y="2930479"/>
              <a:ext cx="22314" cy="5915"/>
            </a:xfrm>
            <a:custGeom>
              <a:avLst/>
              <a:gdLst/>
              <a:ahLst/>
              <a:cxnLst/>
              <a:rect l="l" t="t" r="r" b="b"/>
              <a:pathLst>
                <a:path w="249" h="66" extrusionOk="0">
                  <a:moveTo>
                    <a:pt x="227" y="11"/>
                  </a:moveTo>
                  <a:cubicBezTo>
                    <a:pt x="184" y="6"/>
                    <a:pt x="146" y="11"/>
                    <a:pt x="103" y="11"/>
                  </a:cubicBezTo>
                  <a:cubicBezTo>
                    <a:pt x="70" y="11"/>
                    <a:pt x="33" y="0"/>
                    <a:pt x="6" y="16"/>
                  </a:cubicBezTo>
                  <a:cubicBezTo>
                    <a:pt x="0" y="22"/>
                    <a:pt x="0" y="33"/>
                    <a:pt x="0" y="38"/>
                  </a:cubicBezTo>
                  <a:cubicBezTo>
                    <a:pt x="22" y="65"/>
                    <a:pt x="54" y="60"/>
                    <a:pt x="87" y="60"/>
                  </a:cubicBezTo>
                  <a:cubicBezTo>
                    <a:pt x="135" y="54"/>
                    <a:pt x="179" y="44"/>
                    <a:pt x="227" y="44"/>
                  </a:cubicBezTo>
                  <a:cubicBezTo>
                    <a:pt x="249" y="44"/>
                    <a:pt x="249" y="11"/>
                    <a:pt x="227"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0"/>
            <p:cNvSpPr/>
            <p:nvPr/>
          </p:nvSpPr>
          <p:spPr>
            <a:xfrm>
              <a:off x="5801925" y="2579897"/>
              <a:ext cx="69810" cy="87736"/>
            </a:xfrm>
            <a:custGeom>
              <a:avLst/>
              <a:gdLst/>
              <a:ahLst/>
              <a:cxnLst/>
              <a:rect l="l" t="t" r="r" b="b"/>
              <a:pathLst>
                <a:path w="779" h="979" extrusionOk="0">
                  <a:moveTo>
                    <a:pt x="184" y="908"/>
                  </a:moveTo>
                  <a:cubicBezTo>
                    <a:pt x="195" y="914"/>
                    <a:pt x="211" y="919"/>
                    <a:pt x="238" y="914"/>
                  </a:cubicBezTo>
                  <a:cubicBezTo>
                    <a:pt x="271" y="914"/>
                    <a:pt x="314" y="903"/>
                    <a:pt x="357" y="887"/>
                  </a:cubicBezTo>
                  <a:cubicBezTo>
                    <a:pt x="395" y="865"/>
                    <a:pt x="433" y="838"/>
                    <a:pt x="465" y="800"/>
                  </a:cubicBezTo>
                  <a:cubicBezTo>
                    <a:pt x="503" y="757"/>
                    <a:pt x="525" y="698"/>
                    <a:pt x="519" y="622"/>
                  </a:cubicBezTo>
                  <a:cubicBezTo>
                    <a:pt x="498" y="438"/>
                    <a:pt x="563" y="368"/>
                    <a:pt x="617" y="309"/>
                  </a:cubicBezTo>
                  <a:cubicBezTo>
                    <a:pt x="660" y="260"/>
                    <a:pt x="692" y="222"/>
                    <a:pt x="649" y="114"/>
                  </a:cubicBezTo>
                  <a:cubicBezTo>
                    <a:pt x="606" y="206"/>
                    <a:pt x="525" y="217"/>
                    <a:pt x="449" y="228"/>
                  </a:cubicBezTo>
                  <a:cubicBezTo>
                    <a:pt x="352" y="244"/>
                    <a:pt x="255" y="260"/>
                    <a:pt x="249" y="482"/>
                  </a:cubicBezTo>
                  <a:cubicBezTo>
                    <a:pt x="249" y="525"/>
                    <a:pt x="222" y="568"/>
                    <a:pt x="190" y="611"/>
                  </a:cubicBezTo>
                  <a:cubicBezTo>
                    <a:pt x="141" y="698"/>
                    <a:pt x="76" y="795"/>
                    <a:pt x="184" y="908"/>
                  </a:cubicBezTo>
                  <a:lnTo>
                    <a:pt x="184" y="908"/>
                  </a:lnTo>
                  <a:close/>
                  <a:moveTo>
                    <a:pt x="244" y="979"/>
                  </a:moveTo>
                  <a:cubicBezTo>
                    <a:pt x="201" y="979"/>
                    <a:pt x="168" y="973"/>
                    <a:pt x="147" y="957"/>
                  </a:cubicBezTo>
                  <a:cubicBezTo>
                    <a:pt x="141" y="957"/>
                    <a:pt x="141" y="952"/>
                    <a:pt x="141" y="952"/>
                  </a:cubicBezTo>
                  <a:cubicBezTo>
                    <a:pt x="1" y="800"/>
                    <a:pt x="76" y="681"/>
                    <a:pt x="141" y="584"/>
                  </a:cubicBezTo>
                  <a:cubicBezTo>
                    <a:pt x="163" y="541"/>
                    <a:pt x="184" y="509"/>
                    <a:pt x="190" y="482"/>
                  </a:cubicBezTo>
                  <a:cubicBezTo>
                    <a:pt x="201" y="211"/>
                    <a:pt x="320" y="190"/>
                    <a:pt x="438" y="168"/>
                  </a:cubicBezTo>
                  <a:cubicBezTo>
                    <a:pt x="514" y="157"/>
                    <a:pt x="590" y="147"/>
                    <a:pt x="611" y="28"/>
                  </a:cubicBezTo>
                  <a:cubicBezTo>
                    <a:pt x="617" y="22"/>
                    <a:pt x="622" y="12"/>
                    <a:pt x="627" y="6"/>
                  </a:cubicBezTo>
                  <a:cubicBezTo>
                    <a:pt x="644" y="1"/>
                    <a:pt x="660" y="6"/>
                    <a:pt x="671" y="22"/>
                  </a:cubicBezTo>
                  <a:cubicBezTo>
                    <a:pt x="779" y="217"/>
                    <a:pt x="725" y="276"/>
                    <a:pt x="660" y="346"/>
                  </a:cubicBezTo>
                  <a:cubicBezTo>
                    <a:pt x="617" y="401"/>
                    <a:pt x="563" y="460"/>
                    <a:pt x="579" y="617"/>
                  </a:cubicBezTo>
                  <a:lnTo>
                    <a:pt x="579" y="617"/>
                  </a:lnTo>
                  <a:cubicBezTo>
                    <a:pt x="584" y="708"/>
                    <a:pt x="557" y="784"/>
                    <a:pt x="509" y="838"/>
                  </a:cubicBezTo>
                  <a:cubicBezTo>
                    <a:pt x="476" y="881"/>
                    <a:pt x="428" y="919"/>
                    <a:pt x="379" y="941"/>
                  </a:cubicBezTo>
                  <a:cubicBezTo>
                    <a:pt x="330" y="962"/>
                    <a:pt x="282" y="973"/>
                    <a:pt x="244" y="97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0"/>
            <p:cNvSpPr/>
            <p:nvPr/>
          </p:nvSpPr>
          <p:spPr>
            <a:xfrm>
              <a:off x="5815994" y="2589576"/>
              <a:ext cx="46062" cy="73666"/>
            </a:xfrm>
            <a:custGeom>
              <a:avLst/>
              <a:gdLst/>
              <a:ahLst/>
              <a:cxnLst/>
              <a:rect l="l" t="t" r="r" b="b"/>
              <a:pathLst>
                <a:path w="514" h="822" extrusionOk="0">
                  <a:moveTo>
                    <a:pt x="492" y="12"/>
                  </a:moveTo>
                  <a:cubicBezTo>
                    <a:pt x="514" y="98"/>
                    <a:pt x="438" y="147"/>
                    <a:pt x="379" y="195"/>
                  </a:cubicBezTo>
                  <a:cubicBezTo>
                    <a:pt x="292" y="266"/>
                    <a:pt x="190" y="352"/>
                    <a:pt x="163" y="460"/>
                  </a:cubicBezTo>
                  <a:cubicBezTo>
                    <a:pt x="146" y="541"/>
                    <a:pt x="141" y="627"/>
                    <a:pt x="114" y="703"/>
                  </a:cubicBezTo>
                  <a:cubicBezTo>
                    <a:pt x="103" y="746"/>
                    <a:pt x="65" y="822"/>
                    <a:pt x="11" y="811"/>
                  </a:cubicBezTo>
                  <a:cubicBezTo>
                    <a:pt x="0" y="806"/>
                    <a:pt x="0" y="784"/>
                    <a:pt x="11" y="784"/>
                  </a:cubicBezTo>
                  <a:cubicBezTo>
                    <a:pt x="76" y="768"/>
                    <a:pt x="92" y="682"/>
                    <a:pt x="103" y="627"/>
                  </a:cubicBezTo>
                  <a:cubicBezTo>
                    <a:pt x="119" y="563"/>
                    <a:pt x="130" y="492"/>
                    <a:pt x="146" y="428"/>
                  </a:cubicBezTo>
                  <a:cubicBezTo>
                    <a:pt x="173" y="347"/>
                    <a:pt x="244" y="287"/>
                    <a:pt x="303" y="233"/>
                  </a:cubicBezTo>
                  <a:cubicBezTo>
                    <a:pt x="362" y="179"/>
                    <a:pt x="497" y="109"/>
                    <a:pt x="481" y="12"/>
                  </a:cubicBezTo>
                  <a:cubicBezTo>
                    <a:pt x="476" y="6"/>
                    <a:pt x="487" y="1"/>
                    <a:pt x="492"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0"/>
            <p:cNvSpPr/>
            <p:nvPr/>
          </p:nvSpPr>
          <p:spPr>
            <a:xfrm>
              <a:off x="5822267" y="2624975"/>
              <a:ext cx="28677" cy="30111"/>
            </a:xfrm>
            <a:custGeom>
              <a:avLst/>
              <a:gdLst/>
              <a:ahLst/>
              <a:cxnLst/>
              <a:rect l="l" t="t" r="r" b="b"/>
              <a:pathLst>
                <a:path w="320" h="336" extrusionOk="0">
                  <a:moveTo>
                    <a:pt x="319" y="11"/>
                  </a:moveTo>
                  <a:cubicBezTo>
                    <a:pt x="292" y="70"/>
                    <a:pt x="255" y="103"/>
                    <a:pt x="190" y="130"/>
                  </a:cubicBezTo>
                  <a:cubicBezTo>
                    <a:pt x="136" y="151"/>
                    <a:pt x="93" y="168"/>
                    <a:pt x="65" y="222"/>
                  </a:cubicBezTo>
                  <a:cubicBezTo>
                    <a:pt x="44" y="259"/>
                    <a:pt x="38" y="303"/>
                    <a:pt x="17" y="330"/>
                  </a:cubicBezTo>
                  <a:cubicBezTo>
                    <a:pt x="11" y="335"/>
                    <a:pt x="1" y="330"/>
                    <a:pt x="6" y="324"/>
                  </a:cubicBezTo>
                  <a:cubicBezTo>
                    <a:pt x="17" y="259"/>
                    <a:pt x="49" y="184"/>
                    <a:pt x="103" y="146"/>
                  </a:cubicBezTo>
                  <a:cubicBezTo>
                    <a:pt x="136" y="124"/>
                    <a:pt x="174" y="114"/>
                    <a:pt x="206" y="103"/>
                  </a:cubicBezTo>
                  <a:cubicBezTo>
                    <a:pt x="255" y="81"/>
                    <a:pt x="287" y="49"/>
                    <a:pt x="309" y="6"/>
                  </a:cubicBezTo>
                  <a:cubicBezTo>
                    <a:pt x="309" y="0"/>
                    <a:pt x="319" y="6"/>
                    <a:pt x="314"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0"/>
            <p:cNvSpPr/>
            <p:nvPr/>
          </p:nvSpPr>
          <p:spPr>
            <a:xfrm>
              <a:off x="5829526" y="2599792"/>
              <a:ext cx="9768" cy="28140"/>
            </a:xfrm>
            <a:custGeom>
              <a:avLst/>
              <a:gdLst/>
              <a:ahLst/>
              <a:cxnLst/>
              <a:rect l="l" t="t" r="r" b="b"/>
              <a:pathLst>
                <a:path w="109" h="314" extrusionOk="0">
                  <a:moveTo>
                    <a:pt x="103" y="11"/>
                  </a:moveTo>
                  <a:cubicBezTo>
                    <a:pt x="49" y="54"/>
                    <a:pt x="39" y="114"/>
                    <a:pt x="33" y="179"/>
                  </a:cubicBezTo>
                  <a:cubicBezTo>
                    <a:pt x="33" y="222"/>
                    <a:pt x="39" y="270"/>
                    <a:pt x="17" y="308"/>
                  </a:cubicBezTo>
                  <a:cubicBezTo>
                    <a:pt x="12" y="314"/>
                    <a:pt x="6" y="308"/>
                    <a:pt x="6" y="303"/>
                  </a:cubicBezTo>
                  <a:cubicBezTo>
                    <a:pt x="1" y="249"/>
                    <a:pt x="12" y="184"/>
                    <a:pt x="22" y="135"/>
                  </a:cubicBezTo>
                  <a:cubicBezTo>
                    <a:pt x="28" y="76"/>
                    <a:pt x="49" y="38"/>
                    <a:pt x="93" y="0"/>
                  </a:cubicBezTo>
                  <a:cubicBezTo>
                    <a:pt x="98" y="0"/>
                    <a:pt x="109" y="6"/>
                    <a:pt x="103"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0"/>
            <p:cNvSpPr/>
            <p:nvPr/>
          </p:nvSpPr>
          <p:spPr>
            <a:xfrm>
              <a:off x="6003381" y="2580435"/>
              <a:ext cx="60580" cy="92575"/>
            </a:xfrm>
            <a:custGeom>
              <a:avLst/>
              <a:gdLst/>
              <a:ahLst/>
              <a:cxnLst/>
              <a:rect l="l" t="t" r="r" b="b"/>
              <a:pathLst>
                <a:path w="676" h="1033" extrusionOk="0">
                  <a:moveTo>
                    <a:pt x="487" y="973"/>
                  </a:moveTo>
                  <a:cubicBezTo>
                    <a:pt x="497" y="973"/>
                    <a:pt x="514" y="956"/>
                    <a:pt x="530" y="940"/>
                  </a:cubicBezTo>
                  <a:cubicBezTo>
                    <a:pt x="557" y="913"/>
                    <a:pt x="578" y="875"/>
                    <a:pt x="589" y="832"/>
                  </a:cubicBezTo>
                  <a:cubicBezTo>
                    <a:pt x="605" y="789"/>
                    <a:pt x="611" y="746"/>
                    <a:pt x="605" y="697"/>
                  </a:cubicBezTo>
                  <a:cubicBezTo>
                    <a:pt x="600" y="638"/>
                    <a:pt x="573" y="578"/>
                    <a:pt x="519" y="530"/>
                  </a:cubicBezTo>
                  <a:cubicBezTo>
                    <a:pt x="373" y="422"/>
                    <a:pt x="368" y="324"/>
                    <a:pt x="362" y="243"/>
                  </a:cubicBezTo>
                  <a:cubicBezTo>
                    <a:pt x="357" y="184"/>
                    <a:pt x="351" y="130"/>
                    <a:pt x="243" y="87"/>
                  </a:cubicBezTo>
                  <a:cubicBezTo>
                    <a:pt x="276" y="178"/>
                    <a:pt x="233" y="243"/>
                    <a:pt x="189" y="308"/>
                  </a:cubicBezTo>
                  <a:cubicBezTo>
                    <a:pt x="130" y="389"/>
                    <a:pt x="76" y="465"/>
                    <a:pt x="227" y="627"/>
                  </a:cubicBezTo>
                  <a:cubicBezTo>
                    <a:pt x="260" y="659"/>
                    <a:pt x="270" y="708"/>
                    <a:pt x="281" y="762"/>
                  </a:cubicBezTo>
                  <a:cubicBezTo>
                    <a:pt x="303" y="854"/>
                    <a:pt x="330" y="967"/>
                    <a:pt x="487" y="973"/>
                  </a:cubicBezTo>
                  <a:lnTo>
                    <a:pt x="487" y="973"/>
                  </a:lnTo>
                  <a:close/>
                  <a:moveTo>
                    <a:pt x="578" y="978"/>
                  </a:moveTo>
                  <a:cubicBezTo>
                    <a:pt x="551" y="1010"/>
                    <a:pt x="519" y="1032"/>
                    <a:pt x="492" y="1032"/>
                  </a:cubicBezTo>
                  <a:lnTo>
                    <a:pt x="492" y="1032"/>
                  </a:lnTo>
                  <a:lnTo>
                    <a:pt x="492" y="1032"/>
                  </a:lnTo>
                  <a:cubicBezTo>
                    <a:pt x="287" y="1027"/>
                    <a:pt x="254" y="892"/>
                    <a:pt x="227" y="773"/>
                  </a:cubicBezTo>
                  <a:cubicBezTo>
                    <a:pt x="216" y="729"/>
                    <a:pt x="206" y="692"/>
                    <a:pt x="189" y="670"/>
                  </a:cubicBezTo>
                  <a:cubicBezTo>
                    <a:pt x="0" y="470"/>
                    <a:pt x="71" y="373"/>
                    <a:pt x="141" y="276"/>
                  </a:cubicBezTo>
                  <a:cubicBezTo>
                    <a:pt x="184" y="211"/>
                    <a:pt x="227" y="146"/>
                    <a:pt x="162" y="49"/>
                  </a:cubicBezTo>
                  <a:cubicBezTo>
                    <a:pt x="157" y="43"/>
                    <a:pt x="152" y="33"/>
                    <a:pt x="157" y="22"/>
                  </a:cubicBezTo>
                  <a:cubicBezTo>
                    <a:pt x="162" y="6"/>
                    <a:pt x="179" y="0"/>
                    <a:pt x="195" y="6"/>
                  </a:cubicBezTo>
                  <a:cubicBezTo>
                    <a:pt x="411" y="65"/>
                    <a:pt x="416" y="141"/>
                    <a:pt x="422" y="238"/>
                  </a:cubicBezTo>
                  <a:cubicBezTo>
                    <a:pt x="427" y="308"/>
                    <a:pt x="432" y="389"/>
                    <a:pt x="557" y="486"/>
                  </a:cubicBezTo>
                  <a:lnTo>
                    <a:pt x="557" y="486"/>
                  </a:lnTo>
                  <a:cubicBezTo>
                    <a:pt x="627" y="546"/>
                    <a:pt x="659" y="621"/>
                    <a:pt x="670" y="692"/>
                  </a:cubicBezTo>
                  <a:cubicBezTo>
                    <a:pt x="676" y="746"/>
                    <a:pt x="665" y="805"/>
                    <a:pt x="649" y="854"/>
                  </a:cubicBezTo>
                  <a:cubicBezTo>
                    <a:pt x="632" y="902"/>
                    <a:pt x="605" y="946"/>
                    <a:pt x="578" y="97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0"/>
            <p:cNvSpPr/>
            <p:nvPr/>
          </p:nvSpPr>
          <p:spPr>
            <a:xfrm>
              <a:off x="6024620" y="2588142"/>
              <a:ext cx="26795" cy="81462"/>
            </a:xfrm>
            <a:custGeom>
              <a:avLst/>
              <a:gdLst/>
              <a:ahLst/>
              <a:cxnLst/>
              <a:rect l="l" t="t" r="r" b="b"/>
              <a:pathLst>
                <a:path w="299" h="909" extrusionOk="0">
                  <a:moveTo>
                    <a:pt x="12" y="1"/>
                  </a:moveTo>
                  <a:cubicBezTo>
                    <a:pt x="87" y="44"/>
                    <a:pt x="71" y="136"/>
                    <a:pt x="66" y="211"/>
                  </a:cubicBezTo>
                  <a:cubicBezTo>
                    <a:pt x="55" y="319"/>
                    <a:pt x="44" y="454"/>
                    <a:pt x="109" y="552"/>
                  </a:cubicBezTo>
                  <a:cubicBezTo>
                    <a:pt x="152" y="622"/>
                    <a:pt x="206" y="681"/>
                    <a:pt x="244" y="757"/>
                  </a:cubicBezTo>
                  <a:cubicBezTo>
                    <a:pt x="266" y="795"/>
                    <a:pt x="298" y="876"/>
                    <a:pt x="250" y="903"/>
                  </a:cubicBezTo>
                  <a:cubicBezTo>
                    <a:pt x="239" y="908"/>
                    <a:pt x="222" y="897"/>
                    <a:pt x="228" y="887"/>
                  </a:cubicBezTo>
                  <a:cubicBezTo>
                    <a:pt x="260" y="827"/>
                    <a:pt x="212" y="757"/>
                    <a:pt x="185" y="714"/>
                  </a:cubicBezTo>
                  <a:cubicBezTo>
                    <a:pt x="147" y="654"/>
                    <a:pt x="104" y="600"/>
                    <a:pt x="71" y="541"/>
                  </a:cubicBezTo>
                  <a:cubicBezTo>
                    <a:pt x="33" y="471"/>
                    <a:pt x="33" y="373"/>
                    <a:pt x="39" y="298"/>
                  </a:cubicBezTo>
                  <a:cubicBezTo>
                    <a:pt x="44" y="217"/>
                    <a:pt x="87" y="71"/>
                    <a:pt x="6" y="17"/>
                  </a:cubicBezTo>
                  <a:cubicBezTo>
                    <a:pt x="1" y="11"/>
                    <a:pt x="6" y="1"/>
                    <a:pt x="12"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0"/>
            <p:cNvSpPr/>
            <p:nvPr/>
          </p:nvSpPr>
          <p:spPr>
            <a:xfrm>
              <a:off x="6039227" y="2619150"/>
              <a:ext cx="7348" cy="40776"/>
            </a:xfrm>
            <a:custGeom>
              <a:avLst/>
              <a:gdLst/>
              <a:ahLst/>
              <a:cxnLst/>
              <a:rect l="l" t="t" r="r" b="b"/>
              <a:pathLst>
                <a:path w="82" h="455" extrusionOk="0">
                  <a:moveTo>
                    <a:pt x="59" y="6"/>
                  </a:moveTo>
                  <a:cubicBezTo>
                    <a:pt x="81" y="65"/>
                    <a:pt x="81" y="119"/>
                    <a:pt x="54" y="179"/>
                  </a:cubicBezTo>
                  <a:cubicBezTo>
                    <a:pt x="32" y="233"/>
                    <a:pt x="16" y="276"/>
                    <a:pt x="32" y="335"/>
                  </a:cubicBezTo>
                  <a:cubicBezTo>
                    <a:pt x="49" y="373"/>
                    <a:pt x="70" y="406"/>
                    <a:pt x="76" y="449"/>
                  </a:cubicBezTo>
                  <a:cubicBezTo>
                    <a:pt x="76" y="454"/>
                    <a:pt x="65" y="454"/>
                    <a:pt x="65" y="449"/>
                  </a:cubicBezTo>
                  <a:cubicBezTo>
                    <a:pt x="27" y="395"/>
                    <a:pt x="0" y="319"/>
                    <a:pt x="5" y="254"/>
                  </a:cubicBezTo>
                  <a:cubicBezTo>
                    <a:pt x="11" y="216"/>
                    <a:pt x="32" y="184"/>
                    <a:pt x="49" y="146"/>
                  </a:cubicBezTo>
                  <a:cubicBezTo>
                    <a:pt x="65" y="103"/>
                    <a:pt x="65" y="60"/>
                    <a:pt x="49" y="11"/>
                  </a:cubicBezTo>
                  <a:cubicBezTo>
                    <a:pt x="43" y="6"/>
                    <a:pt x="54" y="0"/>
                    <a:pt x="5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0"/>
            <p:cNvSpPr/>
            <p:nvPr/>
          </p:nvSpPr>
          <p:spPr>
            <a:xfrm>
              <a:off x="6016465" y="2609919"/>
              <a:ext cx="15593" cy="25810"/>
            </a:xfrm>
            <a:custGeom>
              <a:avLst/>
              <a:gdLst/>
              <a:ahLst/>
              <a:cxnLst/>
              <a:rect l="l" t="t" r="r" b="b"/>
              <a:pathLst>
                <a:path w="174" h="288" extrusionOk="0">
                  <a:moveTo>
                    <a:pt x="16" y="11"/>
                  </a:moveTo>
                  <a:cubicBezTo>
                    <a:pt x="16" y="76"/>
                    <a:pt x="49" y="125"/>
                    <a:pt x="92" y="174"/>
                  </a:cubicBezTo>
                  <a:cubicBezTo>
                    <a:pt x="119" y="206"/>
                    <a:pt x="157" y="238"/>
                    <a:pt x="168" y="276"/>
                  </a:cubicBezTo>
                  <a:cubicBezTo>
                    <a:pt x="173" y="282"/>
                    <a:pt x="162" y="287"/>
                    <a:pt x="162" y="282"/>
                  </a:cubicBezTo>
                  <a:cubicBezTo>
                    <a:pt x="119" y="249"/>
                    <a:pt x="81" y="195"/>
                    <a:pt x="49" y="152"/>
                  </a:cubicBezTo>
                  <a:cubicBezTo>
                    <a:pt x="16" y="109"/>
                    <a:pt x="0" y="66"/>
                    <a:pt x="6" y="11"/>
                  </a:cubicBezTo>
                  <a:cubicBezTo>
                    <a:pt x="6" y="1"/>
                    <a:pt x="16" y="1"/>
                    <a:pt x="1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0"/>
            <p:cNvSpPr/>
            <p:nvPr/>
          </p:nvSpPr>
          <p:spPr>
            <a:xfrm>
              <a:off x="5519187" y="2585723"/>
              <a:ext cx="60580" cy="93023"/>
            </a:xfrm>
            <a:custGeom>
              <a:avLst/>
              <a:gdLst/>
              <a:ahLst/>
              <a:cxnLst/>
              <a:rect l="l" t="t" r="r" b="b"/>
              <a:pathLst>
                <a:path w="676" h="1038" extrusionOk="0">
                  <a:moveTo>
                    <a:pt x="179" y="1038"/>
                  </a:moveTo>
                  <a:cubicBezTo>
                    <a:pt x="152" y="1038"/>
                    <a:pt x="125" y="1016"/>
                    <a:pt x="98" y="984"/>
                  </a:cubicBezTo>
                  <a:cubicBezTo>
                    <a:pt x="71" y="951"/>
                    <a:pt x="44" y="908"/>
                    <a:pt x="28" y="860"/>
                  </a:cubicBezTo>
                  <a:cubicBezTo>
                    <a:pt x="6" y="806"/>
                    <a:pt x="1" y="752"/>
                    <a:pt x="6" y="692"/>
                  </a:cubicBezTo>
                  <a:cubicBezTo>
                    <a:pt x="11" y="622"/>
                    <a:pt x="49" y="552"/>
                    <a:pt x="119" y="487"/>
                  </a:cubicBezTo>
                  <a:lnTo>
                    <a:pt x="119" y="487"/>
                  </a:lnTo>
                  <a:cubicBezTo>
                    <a:pt x="244" y="395"/>
                    <a:pt x="249" y="314"/>
                    <a:pt x="254" y="244"/>
                  </a:cubicBezTo>
                  <a:cubicBezTo>
                    <a:pt x="260" y="146"/>
                    <a:pt x="265" y="65"/>
                    <a:pt x="481" y="6"/>
                  </a:cubicBezTo>
                  <a:cubicBezTo>
                    <a:pt x="498" y="1"/>
                    <a:pt x="514" y="11"/>
                    <a:pt x="519" y="28"/>
                  </a:cubicBezTo>
                  <a:cubicBezTo>
                    <a:pt x="519" y="38"/>
                    <a:pt x="519" y="44"/>
                    <a:pt x="514" y="55"/>
                  </a:cubicBezTo>
                  <a:lnTo>
                    <a:pt x="514" y="55"/>
                  </a:lnTo>
                  <a:cubicBezTo>
                    <a:pt x="449" y="152"/>
                    <a:pt x="492" y="217"/>
                    <a:pt x="535" y="276"/>
                  </a:cubicBezTo>
                  <a:cubicBezTo>
                    <a:pt x="606" y="373"/>
                    <a:pt x="676" y="476"/>
                    <a:pt x="487" y="676"/>
                  </a:cubicBezTo>
                  <a:cubicBezTo>
                    <a:pt x="471" y="692"/>
                    <a:pt x="460" y="735"/>
                    <a:pt x="449" y="779"/>
                  </a:cubicBezTo>
                  <a:cubicBezTo>
                    <a:pt x="422" y="892"/>
                    <a:pt x="390" y="1032"/>
                    <a:pt x="184" y="1038"/>
                  </a:cubicBezTo>
                  <a:lnTo>
                    <a:pt x="179" y="1038"/>
                  </a:lnTo>
                  <a:lnTo>
                    <a:pt x="179" y="1038"/>
                  </a:lnTo>
                  <a:close/>
                  <a:moveTo>
                    <a:pt x="141" y="946"/>
                  </a:moveTo>
                  <a:cubicBezTo>
                    <a:pt x="157" y="962"/>
                    <a:pt x="173" y="978"/>
                    <a:pt x="184" y="978"/>
                  </a:cubicBezTo>
                  <a:cubicBezTo>
                    <a:pt x="341" y="973"/>
                    <a:pt x="368" y="860"/>
                    <a:pt x="390" y="768"/>
                  </a:cubicBezTo>
                  <a:cubicBezTo>
                    <a:pt x="400" y="714"/>
                    <a:pt x="417" y="665"/>
                    <a:pt x="444" y="633"/>
                  </a:cubicBezTo>
                  <a:cubicBezTo>
                    <a:pt x="595" y="471"/>
                    <a:pt x="541" y="395"/>
                    <a:pt x="487" y="314"/>
                  </a:cubicBezTo>
                  <a:cubicBezTo>
                    <a:pt x="438" y="249"/>
                    <a:pt x="395" y="184"/>
                    <a:pt x="427" y="92"/>
                  </a:cubicBezTo>
                  <a:cubicBezTo>
                    <a:pt x="319" y="136"/>
                    <a:pt x="319" y="184"/>
                    <a:pt x="314" y="249"/>
                  </a:cubicBezTo>
                  <a:cubicBezTo>
                    <a:pt x="309" y="330"/>
                    <a:pt x="303" y="427"/>
                    <a:pt x="157" y="535"/>
                  </a:cubicBezTo>
                  <a:cubicBezTo>
                    <a:pt x="98" y="584"/>
                    <a:pt x="71" y="643"/>
                    <a:pt x="65" y="703"/>
                  </a:cubicBezTo>
                  <a:cubicBezTo>
                    <a:pt x="60" y="746"/>
                    <a:pt x="65" y="795"/>
                    <a:pt x="82" y="838"/>
                  </a:cubicBezTo>
                  <a:cubicBezTo>
                    <a:pt x="98" y="881"/>
                    <a:pt x="119" y="919"/>
                    <a:pt x="141" y="9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0"/>
            <p:cNvSpPr/>
            <p:nvPr/>
          </p:nvSpPr>
          <p:spPr>
            <a:xfrm>
              <a:off x="5531823" y="2593967"/>
              <a:ext cx="26705" cy="81462"/>
            </a:xfrm>
            <a:custGeom>
              <a:avLst/>
              <a:gdLst/>
              <a:ahLst/>
              <a:cxnLst/>
              <a:rect l="l" t="t" r="r" b="b"/>
              <a:pathLst>
                <a:path w="298" h="909" extrusionOk="0">
                  <a:moveTo>
                    <a:pt x="286" y="0"/>
                  </a:moveTo>
                  <a:cubicBezTo>
                    <a:pt x="205" y="44"/>
                    <a:pt x="222" y="135"/>
                    <a:pt x="232" y="211"/>
                  </a:cubicBezTo>
                  <a:cubicBezTo>
                    <a:pt x="243" y="319"/>
                    <a:pt x="254" y="454"/>
                    <a:pt x="189" y="551"/>
                  </a:cubicBezTo>
                  <a:cubicBezTo>
                    <a:pt x="146" y="622"/>
                    <a:pt x="86" y="681"/>
                    <a:pt x="49" y="757"/>
                  </a:cubicBezTo>
                  <a:cubicBezTo>
                    <a:pt x="32" y="789"/>
                    <a:pt x="0" y="876"/>
                    <a:pt x="49" y="903"/>
                  </a:cubicBezTo>
                  <a:cubicBezTo>
                    <a:pt x="59" y="908"/>
                    <a:pt x="76" y="897"/>
                    <a:pt x="65" y="886"/>
                  </a:cubicBezTo>
                  <a:cubicBezTo>
                    <a:pt x="38" y="827"/>
                    <a:pt x="86" y="757"/>
                    <a:pt x="113" y="714"/>
                  </a:cubicBezTo>
                  <a:cubicBezTo>
                    <a:pt x="151" y="654"/>
                    <a:pt x="195" y="600"/>
                    <a:pt x="227" y="535"/>
                  </a:cubicBezTo>
                  <a:cubicBezTo>
                    <a:pt x="265" y="465"/>
                    <a:pt x="259" y="373"/>
                    <a:pt x="259" y="298"/>
                  </a:cubicBezTo>
                  <a:cubicBezTo>
                    <a:pt x="254" y="211"/>
                    <a:pt x="211" y="65"/>
                    <a:pt x="292" y="11"/>
                  </a:cubicBezTo>
                  <a:cubicBezTo>
                    <a:pt x="297" y="11"/>
                    <a:pt x="292" y="0"/>
                    <a:pt x="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0"/>
            <p:cNvSpPr/>
            <p:nvPr/>
          </p:nvSpPr>
          <p:spPr>
            <a:xfrm>
              <a:off x="5536124" y="2624975"/>
              <a:ext cx="7886" cy="40686"/>
            </a:xfrm>
            <a:custGeom>
              <a:avLst/>
              <a:gdLst/>
              <a:ahLst/>
              <a:cxnLst/>
              <a:rect l="l" t="t" r="r" b="b"/>
              <a:pathLst>
                <a:path w="88" h="454" extrusionOk="0">
                  <a:moveTo>
                    <a:pt x="28" y="6"/>
                  </a:moveTo>
                  <a:cubicBezTo>
                    <a:pt x="1" y="65"/>
                    <a:pt x="6" y="119"/>
                    <a:pt x="28" y="178"/>
                  </a:cubicBezTo>
                  <a:cubicBezTo>
                    <a:pt x="55" y="232"/>
                    <a:pt x="71" y="276"/>
                    <a:pt x="49" y="335"/>
                  </a:cubicBezTo>
                  <a:cubicBezTo>
                    <a:pt x="38" y="373"/>
                    <a:pt x="17" y="405"/>
                    <a:pt x="11" y="449"/>
                  </a:cubicBezTo>
                  <a:cubicBezTo>
                    <a:pt x="6" y="454"/>
                    <a:pt x="17" y="454"/>
                    <a:pt x="22" y="449"/>
                  </a:cubicBezTo>
                  <a:cubicBezTo>
                    <a:pt x="60" y="395"/>
                    <a:pt x="87" y="319"/>
                    <a:pt x="76" y="254"/>
                  </a:cubicBezTo>
                  <a:cubicBezTo>
                    <a:pt x="71" y="216"/>
                    <a:pt x="49" y="178"/>
                    <a:pt x="38" y="146"/>
                  </a:cubicBezTo>
                  <a:cubicBezTo>
                    <a:pt x="22" y="97"/>
                    <a:pt x="22" y="54"/>
                    <a:pt x="38" y="11"/>
                  </a:cubicBezTo>
                  <a:cubicBezTo>
                    <a:pt x="38" y="6"/>
                    <a:pt x="33" y="0"/>
                    <a:pt x="2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0"/>
            <p:cNvSpPr/>
            <p:nvPr/>
          </p:nvSpPr>
          <p:spPr>
            <a:xfrm>
              <a:off x="5551180" y="2615744"/>
              <a:ext cx="15593" cy="25720"/>
            </a:xfrm>
            <a:custGeom>
              <a:avLst/>
              <a:gdLst/>
              <a:ahLst/>
              <a:cxnLst/>
              <a:rect l="l" t="t" r="r" b="b"/>
              <a:pathLst>
                <a:path w="174" h="287" extrusionOk="0">
                  <a:moveTo>
                    <a:pt x="157" y="6"/>
                  </a:moveTo>
                  <a:cubicBezTo>
                    <a:pt x="157" y="76"/>
                    <a:pt x="124" y="125"/>
                    <a:pt x="81" y="173"/>
                  </a:cubicBezTo>
                  <a:cubicBezTo>
                    <a:pt x="54" y="206"/>
                    <a:pt x="16" y="238"/>
                    <a:pt x="0" y="276"/>
                  </a:cubicBezTo>
                  <a:cubicBezTo>
                    <a:pt x="0" y="281"/>
                    <a:pt x="6" y="287"/>
                    <a:pt x="11" y="281"/>
                  </a:cubicBezTo>
                  <a:cubicBezTo>
                    <a:pt x="49" y="249"/>
                    <a:pt x="92" y="195"/>
                    <a:pt x="124" y="152"/>
                  </a:cubicBezTo>
                  <a:cubicBezTo>
                    <a:pt x="157" y="109"/>
                    <a:pt x="173" y="65"/>
                    <a:pt x="162" y="6"/>
                  </a:cubicBezTo>
                  <a:cubicBezTo>
                    <a:pt x="162" y="1"/>
                    <a:pt x="157" y="1"/>
                    <a:pt x="157"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0"/>
            <p:cNvSpPr/>
            <p:nvPr/>
          </p:nvSpPr>
          <p:spPr>
            <a:xfrm>
              <a:off x="5539978" y="2587694"/>
              <a:ext cx="187027" cy="258098"/>
            </a:xfrm>
            <a:custGeom>
              <a:avLst/>
              <a:gdLst/>
              <a:ahLst/>
              <a:cxnLst/>
              <a:rect l="l" t="t" r="r" b="b"/>
              <a:pathLst>
                <a:path w="2087" h="2880" extrusionOk="0">
                  <a:moveTo>
                    <a:pt x="990" y="751"/>
                  </a:moveTo>
                  <a:cubicBezTo>
                    <a:pt x="990" y="751"/>
                    <a:pt x="1049" y="692"/>
                    <a:pt x="1065" y="708"/>
                  </a:cubicBezTo>
                  <a:cubicBezTo>
                    <a:pt x="1081" y="724"/>
                    <a:pt x="1092" y="594"/>
                    <a:pt x="1092" y="594"/>
                  </a:cubicBezTo>
                  <a:cubicBezTo>
                    <a:pt x="1092" y="594"/>
                    <a:pt x="1184" y="589"/>
                    <a:pt x="1152" y="551"/>
                  </a:cubicBezTo>
                  <a:cubicBezTo>
                    <a:pt x="1125" y="519"/>
                    <a:pt x="1087" y="459"/>
                    <a:pt x="1081" y="422"/>
                  </a:cubicBezTo>
                  <a:cubicBezTo>
                    <a:pt x="1081" y="378"/>
                    <a:pt x="1103" y="346"/>
                    <a:pt x="1173" y="281"/>
                  </a:cubicBezTo>
                  <a:cubicBezTo>
                    <a:pt x="1238" y="216"/>
                    <a:pt x="676" y="0"/>
                    <a:pt x="649" y="324"/>
                  </a:cubicBezTo>
                  <a:cubicBezTo>
                    <a:pt x="649" y="470"/>
                    <a:pt x="725" y="546"/>
                    <a:pt x="725" y="546"/>
                  </a:cubicBezTo>
                  <a:cubicBezTo>
                    <a:pt x="736" y="594"/>
                    <a:pt x="752" y="643"/>
                    <a:pt x="763" y="692"/>
                  </a:cubicBezTo>
                  <a:cubicBezTo>
                    <a:pt x="763" y="692"/>
                    <a:pt x="655" y="751"/>
                    <a:pt x="536" y="848"/>
                  </a:cubicBezTo>
                  <a:cubicBezTo>
                    <a:pt x="379" y="924"/>
                    <a:pt x="1" y="1362"/>
                    <a:pt x="498" y="1459"/>
                  </a:cubicBezTo>
                  <a:cubicBezTo>
                    <a:pt x="606" y="1707"/>
                    <a:pt x="638" y="1929"/>
                    <a:pt x="557" y="2194"/>
                  </a:cubicBezTo>
                  <a:cubicBezTo>
                    <a:pt x="541" y="2258"/>
                    <a:pt x="309" y="2556"/>
                    <a:pt x="309" y="2556"/>
                  </a:cubicBezTo>
                  <a:cubicBezTo>
                    <a:pt x="325" y="2631"/>
                    <a:pt x="390" y="2647"/>
                    <a:pt x="411" y="2723"/>
                  </a:cubicBezTo>
                  <a:cubicBezTo>
                    <a:pt x="487" y="2739"/>
                    <a:pt x="563" y="2750"/>
                    <a:pt x="638" y="2766"/>
                  </a:cubicBezTo>
                  <a:cubicBezTo>
                    <a:pt x="638" y="2766"/>
                    <a:pt x="509" y="2658"/>
                    <a:pt x="498" y="2588"/>
                  </a:cubicBezTo>
                  <a:cubicBezTo>
                    <a:pt x="557" y="2458"/>
                    <a:pt x="779" y="2367"/>
                    <a:pt x="833" y="2286"/>
                  </a:cubicBezTo>
                  <a:cubicBezTo>
                    <a:pt x="882" y="2199"/>
                    <a:pt x="1000" y="1918"/>
                    <a:pt x="1000" y="1918"/>
                  </a:cubicBezTo>
                  <a:cubicBezTo>
                    <a:pt x="1000" y="1918"/>
                    <a:pt x="1200" y="2177"/>
                    <a:pt x="1254" y="2242"/>
                  </a:cubicBezTo>
                  <a:cubicBezTo>
                    <a:pt x="1314" y="2302"/>
                    <a:pt x="1530" y="2653"/>
                    <a:pt x="1530" y="2685"/>
                  </a:cubicBezTo>
                  <a:cubicBezTo>
                    <a:pt x="1535" y="2712"/>
                    <a:pt x="1476" y="2804"/>
                    <a:pt x="1492" y="2842"/>
                  </a:cubicBezTo>
                  <a:cubicBezTo>
                    <a:pt x="1503" y="2880"/>
                    <a:pt x="1881" y="2869"/>
                    <a:pt x="1881" y="2869"/>
                  </a:cubicBezTo>
                  <a:cubicBezTo>
                    <a:pt x="1881" y="2869"/>
                    <a:pt x="1849" y="2777"/>
                    <a:pt x="1768" y="2750"/>
                  </a:cubicBezTo>
                  <a:cubicBezTo>
                    <a:pt x="1616" y="2718"/>
                    <a:pt x="1595" y="2372"/>
                    <a:pt x="1530" y="2167"/>
                  </a:cubicBezTo>
                  <a:cubicBezTo>
                    <a:pt x="1514" y="2107"/>
                    <a:pt x="1238" y="1664"/>
                    <a:pt x="1238" y="1664"/>
                  </a:cubicBezTo>
                  <a:cubicBezTo>
                    <a:pt x="1216" y="1475"/>
                    <a:pt x="1254" y="1329"/>
                    <a:pt x="1254" y="1119"/>
                  </a:cubicBezTo>
                  <a:lnTo>
                    <a:pt x="1573" y="1275"/>
                  </a:lnTo>
                  <a:lnTo>
                    <a:pt x="1924" y="1021"/>
                  </a:lnTo>
                  <a:cubicBezTo>
                    <a:pt x="1957" y="1000"/>
                    <a:pt x="2086" y="946"/>
                    <a:pt x="2065" y="859"/>
                  </a:cubicBezTo>
                  <a:cubicBezTo>
                    <a:pt x="2043" y="773"/>
                    <a:pt x="1935" y="730"/>
                    <a:pt x="1892" y="757"/>
                  </a:cubicBezTo>
                  <a:cubicBezTo>
                    <a:pt x="1876" y="767"/>
                    <a:pt x="1859" y="816"/>
                    <a:pt x="1849" y="832"/>
                  </a:cubicBezTo>
                  <a:cubicBezTo>
                    <a:pt x="1795" y="902"/>
                    <a:pt x="1573" y="1086"/>
                    <a:pt x="1573" y="1086"/>
                  </a:cubicBezTo>
                  <a:cubicBezTo>
                    <a:pt x="1573" y="1086"/>
                    <a:pt x="1249" y="805"/>
                    <a:pt x="1168" y="789"/>
                  </a:cubicBezTo>
                  <a:cubicBezTo>
                    <a:pt x="1081" y="778"/>
                    <a:pt x="990" y="746"/>
                    <a:pt x="990" y="7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0"/>
            <p:cNvSpPr/>
            <p:nvPr/>
          </p:nvSpPr>
          <p:spPr>
            <a:xfrm>
              <a:off x="5559335" y="2597373"/>
              <a:ext cx="170537" cy="251377"/>
            </a:xfrm>
            <a:custGeom>
              <a:avLst/>
              <a:gdLst/>
              <a:ahLst/>
              <a:cxnLst/>
              <a:rect l="l" t="t" r="r" b="b"/>
              <a:pathLst>
                <a:path w="1903" h="2805" extrusionOk="0">
                  <a:moveTo>
                    <a:pt x="752" y="622"/>
                  </a:moveTo>
                  <a:cubicBezTo>
                    <a:pt x="752" y="622"/>
                    <a:pt x="828" y="540"/>
                    <a:pt x="871" y="578"/>
                  </a:cubicBezTo>
                  <a:lnTo>
                    <a:pt x="871" y="578"/>
                  </a:lnTo>
                  <a:cubicBezTo>
                    <a:pt x="898" y="600"/>
                    <a:pt x="849" y="486"/>
                    <a:pt x="849" y="486"/>
                  </a:cubicBezTo>
                  <a:cubicBezTo>
                    <a:pt x="849" y="465"/>
                    <a:pt x="860" y="454"/>
                    <a:pt x="882" y="454"/>
                  </a:cubicBezTo>
                  <a:cubicBezTo>
                    <a:pt x="887" y="454"/>
                    <a:pt x="892" y="459"/>
                    <a:pt x="898" y="465"/>
                  </a:cubicBezTo>
                  <a:cubicBezTo>
                    <a:pt x="909" y="470"/>
                    <a:pt x="919" y="470"/>
                    <a:pt x="914" y="465"/>
                  </a:cubicBezTo>
                  <a:cubicBezTo>
                    <a:pt x="898" y="443"/>
                    <a:pt x="876" y="422"/>
                    <a:pt x="865" y="395"/>
                  </a:cubicBezTo>
                  <a:lnTo>
                    <a:pt x="865" y="395"/>
                  </a:lnTo>
                  <a:cubicBezTo>
                    <a:pt x="849" y="368"/>
                    <a:pt x="838" y="341"/>
                    <a:pt x="833" y="314"/>
                  </a:cubicBezTo>
                  <a:cubicBezTo>
                    <a:pt x="833" y="287"/>
                    <a:pt x="838" y="260"/>
                    <a:pt x="860" y="233"/>
                  </a:cubicBezTo>
                  <a:cubicBezTo>
                    <a:pt x="876" y="211"/>
                    <a:pt x="898" y="184"/>
                    <a:pt x="930" y="151"/>
                  </a:cubicBezTo>
                  <a:lnTo>
                    <a:pt x="936" y="151"/>
                  </a:lnTo>
                  <a:cubicBezTo>
                    <a:pt x="936" y="151"/>
                    <a:pt x="925" y="157"/>
                    <a:pt x="925" y="157"/>
                  </a:cubicBezTo>
                  <a:lnTo>
                    <a:pt x="925" y="157"/>
                  </a:lnTo>
                  <a:cubicBezTo>
                    <a:pt x="909" y="141"/>
                    <a:pt x="876" y="124"/>
                    <a:pt x="833" y="108"/>
                  </a:cubicBezTo>
                  <a:cubicBezTo>
                    <a:pt x="790" y="92"/>
                    <a:pt x="741" y="76"/>
                    <a:pt x="687" y="76"/>
                  </a:cubicBezTo>
                  <a:cubicBezTo>
                    <a:pt x="579" y="65"/>
                    <a:pt x="476" y="97"/>
                    <a:pt x="460" y="216"/>
                  </a:cubicBezTo>
                  <a:cubicBezTo>
                    <a:pt x="460" y="351"/>
                    <a:pt x="530" y="416"/>
                    <a:pt x="530" y="416"/>
                  </a:cubicBezTo>
                  <a:cubicBezTo>
                    <a:pt x="536" y="422"/>
                    <a:pt x="541" y="427"/>
                    <a:pt x="541" y="432"/>
                  </a:cubicBezTo>
                  <a:lnTo>
                    <a:pt x="574" y="573"/>
                  </a:lnTo>
                  <a:cubicBezTo>
                    <a:pt x="574" y="589"/>
                    <a:pt x="568" y="600"/>
                    <a:pt x="557" y="611"/>
                  </a:cubicBezTo>
                  <a:cubicBezTo>
                    <a:pt x="547" y="616"/>
                    <a:pt x="449" y="676"/>
                    <a:pt x="336" y="767"/>
                  </a:cubicBezTo>
                  <a:lnTo>
                    <a:pt x="331" y="773"/>
                  </a:lnTo>
                  <a:cubicBezTo>
                    <a:pt x="271" y="800"/>
                    <a:pt x="174" y="886"/>
                    <a:pt x="114" y="984"/>
                  </a:cubicBezTo>
                  <a:cubicBezTo>
                    <a:pt x="87" y="1032"/>
                    <a:pt x="66" y="1081"/>
                    <a:pt x="66" y="1124"/>
                  </a:cubicBezTo>
                  <a:cubicBezTo>
                    <a:pt x="60" y="1167"/>
                    <a:pt x="71" y="1210"/>
                    <a:pt x="104" y="1243"/>
                  </a:cubicBezTo>
                  <a:cubicBezTo>
                    <a:pt x="141" y="1275"/>
                    <a:pt x="195" y="1308"/>
                    <a:pt x="287" y="1324"/>
                  </a:cubicBezTo>
                  <a:cubicBezTo>
                    <a:pt x="298" y="1324"/>
                    <a:pt x="304" y="1335"/>
                    <a:pt x="309" y="1340"/>
                  </a:cubicBezTo>
                  <a:lnTo>
                    <a:pt x="309" y="1340"/>
                  </a:lnTo>
                  <a:cubicBezTo>
                    <a:pt x="363" y="1470"/>
                    <a:pt x="395" y="1589"/>
                    <a:pt x="412" y="1713"/>
                  </a:cubicBezTo>
                  <a:cubicBezTo>
                    <a:pt x="422" y="1832"/>
                    <a:pt x="412" y="1961"/>
                    <a:pt x="374" y="2091"/>
                  </a:cubicBezTo>
                  <a:cubicBezTo>
                    <a:pt x="352" y="2156"/>
                    <a:pt x="168" y="2394"/>
                    <a:pt x="125" y="2453"/>
                  </a:cubicBezTo>
                  <a:cubicBezTo>
                    <a:pt x="131" y="2475"/>
                    <a:pt x="147" y="2496"/>
                    <a:pt x="163" y="2512"/>
                  </a:cubicBezTo>
                  <a:cubicBezTo>
                    <a:pt x="185" y="2534"/>
                    <a:pt x="206" y="2556"/>
                    <a:pt x="217" y="2594"/>
                  </a:cubicBezTo>
                  <a:lnTo>
                    <a:pt x="325" y="2610"/>
                  </a:lnTo>
                  <a:cubicBezTo>
                    <a:pt x="293" y="2572"/>
                    <a:pt x="255" y="2523"/>
                    <a:pt x="250" y="2485"/>
                  </a:cubicBezTo>
                  <a:cubicBezTo>
                    <a:pt x="250" y="2480"/>
                    <a:pt x="250" y="2475"/>
                    <a:pt x="250" y="2469"/>
                  </a:cubicBezTo>
                  <a:lnTo>
                    <a:pt x="250" y="2469"/>
                  </a:lnTo>
                  <a:cubicBezTo>
                    <a:pt x="287" y="2383"/>
                    <a:pt x="385" y="2318"/>
                    <a:pt x="466" y="2259"/>
                  </a:cubicBezTo>
                  <a:cubicBezTo>
                    <a:pt x="520" y="2221"/>
                    <a:pt x="568" y="2188"/>
                    <a:pt x="584" y="2161"/>
                  </a:cubicBezTo>
                  <a:cubicBezTo>
                    <a:pt x="639" y="2080"/>
                    <a:pt x="752" y="1799"/>
                    <a:pt x="752" y="1799"/>
                  </a:cubicBezTo>
                  <a:cubicBezTo>
                    <a:pt x="763" y="1783"/>
                    <a:pt x="779" y="1778"/>
                    <a:pt x="795" y="1783"/>
                  </a:cubicBezTo>
                  <a:cubicBezTo>
                    <a:pt x="801" y="1783"/>
                    <a:pt x="806" y="1789"/>
                    <a:pt x="806" y="1794"/>
                  </a:cubicBezTo>
                  <a:cubicBezTo>
                    <a:pt x="822" y="1810"/>
                    <a:pt x="1011" y="2059"/>
                    <a:pt x="1060" y="2113"/>
                  </a:cubicBezTo>
                  <a:cubicBezTo>
                    <a:pt x="1092" y="2145"/>
                    <a:pt x="1163" y="2253"/>
                    <a:pt x="1222" y="2356"/>
                  </a:cubicBezTo>
                  <a:cubicBezTo>
                    <a:pt x="1287" y="2458"/>
                    <a:pt x="1341" y="2556"/>
                    <a:pt x="1346" y="2577"/>
                  </a:cubicBezTo>
                  <a:cubicBezTo>
                    <a:pt x="1346" y="2594"/>
                    <a:pt x="1335" y="2621"/>
                    <a:pt x="1325" y="2648"/>
                  </a:cubicBezTo>
                  <a:lnTo>
                    <a:pt x="1325" y="2648"/>
                  </a:lnTo>
                  <a:cubicBezTo>
                    <a:pt x="1314" y="2680"/>
                    <a:pt x="1298" y="2712"/>
                    <a:pt x="1303" y="2729"/>
                  </a:cubicBezTo>
                  <a:cubicBezTo>
                    <a:pt x="1308" y="2739"/>
                    <a:pt x="1519" y="2734"/>
                    <a:pt x="1616" y="2729"/>
                  </a:cubicBezTo>
                  <a:cubicBezTo>
                    <a:pt x="1600" y="2707"/>
                    <a:pt x="1573" y="2680"/>
                    <a:pt x="1541" y="2669"/>
                  </a:cubicBezTo>
                  <a:cubicBezTo>
                    <a:pt x="1411" y="2642"/>
                    <a:pt x="1373" y="2442"/>
                    <a:pt x="1330" y="2253"/>
                  </a:cubicBezTo>
                  <a:cubicBezTo>
                    <a:pt x="1314" y="2188"/>
                    <a:pt x="1303" y="2123"/>
                    <a:pt x="1287" y="2069"/>
                  </a:cubicBezTo>
                  <a:cubicBezTo>
                    <a:pt x="1271" y="2015"/>
                    <a:pt x="995" y="1572"/>
                    <a:pt x="995" y="1572"/>
                  </a:cubicBezTo>
                  <a:cubicBezTo>
                    <a:pt x="990" y="1567"/>
                    <a:pt x="990" y="1562"/>
                    <a:pt x="990" y="1562"/>
                  </a:cubicBezTo>
                  <a:cubicBezTo>
                    <a:pt x="979" y="1448"/>
                    <a:pt x="984" y="1351"/>
                    <a:pt x="995" y="1243"/>
                  </a:cubicBezTo>
                  <a:cubicBezTo>
                    <a:pt x="1000" y="1173"/>
                    <a:pt x="1006" y="1097"/>
                    <a:pt x="1006" y="1011"/>
                  </a:cubicBezTo>
                  <a:cubicBezTo>
                    <a:pt x="1006" y="994"/>
                    <a:pt x="1017" y="978"/>
                    <a:pt x="1033" y="978"/>
                  </a:cubicBezTo>
                  <a:cubicBezTo>
                    <a:pt x="1038" y="978"/>
                    <a:pt x="1044" y="984"/>
                    <a:pt x="1049" y="984"/>
                  </a:cubicBezTo>
                  <a:lnTo>
                    <a:pt x="1352" y="1129"/>
                  </a:lnTo>
                  <a:cubicBezTo>
                    <a:pt x="1465" y="1048"/>
                    <a:pt x="1579" y="967"/>
                    <a:pt x="1692" y="886"/>
                  </a:cubicBezTo>
                  <a:cubicBezTo>
                    <a:pt x="1697" y="886"/>
                    <a:pt x="1708" y="881"/>
                    <a:pt x="1719" y="870"/>
                  </a:cubicBezTo>
                  <a:lnTo>
                    <a:pt x="1719" y="870"/>
                  </a:lnTo>
                  <a:cubicBezTo>
                    <a:pt x="1757" y="848"/>
                    <a:pt x="1833" y="805"/>
                    <a:pt x="1816" y="757"/>
                  </a:cubicBezTo>
                  <a:lnTo>
                    <a:pt x="1816" y="757"/>
                  </a:lnTo>
                  <a:cubicBezTo>
                    <a:pt x="1816" y="746"/>
                    <a:pt x="1811" y="740"/>
                    <a:pt x="1805" y="730"/>
                  </a:cubicBezTo>
                  <a:cubicBezTo>
                    <a:pt x="1789" y="708"/>
                    <a:pt x="1768" y="692"/>
                    <a:pt x="1751" y="686"/>
                  </a:cubicBezTo>
                  <a:cubicBezTo>
                    <a:pt x="1730" y="676"/>
                    <a:pt x="1708" y="670"/>
                    <a:pt x="1697" y="676"/>
                  </a:cubicBezTo>
                  <a:cubicBezTo>
                    <a:pt x="1697" y="676"/>
                    <a:pt x="1692" y="676"/>
                    <a:pt x="1692" y="676"/>
                  </a:cubicBezTo>
                  <a:cubicBezTo>
                    <a:pt x="1692" y="681"/>
                    <a:pt x="1681" y="692"/>
                    <a:pt x="1676" y="708"/>
                  </a:cubicBezTo>
                  <a:cubicBezTo>
                    <a:pt x="1670" y="724"/>
                    <a:pt x="1660" y="735"/>
                    <a:pt x="1654" y="746"/>
                  </a:cubicBezTo>
                  <a:cubicBezTo>
                    <a:pt x="1595" y="821"/>
                    <a:pt x="1373" y="1000"/>
                    <a:pt x="1373" y="1000"/>
                  </a:cubicBezTo>
                  <a:cubicBezTo>
                    <a:pt x="1362" y="1011"/>
                    <a:pt x="1341" y="1011"/>
                    <a:pt x="1330" y="1000"/>
                  </a:cubicBezTo>
                  <a:cubicBezTo>
                    <a:pt x="1308" y="978"/>
                    <a:pt x="1017" y="724"/>
                    <a:pt x="941" y="713"/>
                  </a:cubicBezTo>
                  <a:cubicBezTo>
                    <a:pt x="855" y="697"/>
                    <a:pt x="768" y="670"/>
                    <a:pt x="768" y="670"/>
                  </a:cubicBezTo>
                  <a:cubicBezTo>
                    <a:pt x="752" y="665"/>
                    <a:pt x="741" y="649"/>
                    <a:pt x="747" y="632"/>
                  </a:cubicBezTo>
                  <a:cubicBezTo>
                    <a:pt x="747" y="627"/>
                    <a:pt x="752" y="622"/>
                    <a:pt x="752" y="622"/>
                  </a:cubicBezTo>
                  <a:lnTo>
                    <a:pt x="752" y="622"/>
                  </a:lnTo>
                  <a:close/>
                  <a:moveTo>
                    <a:pt x="828" y="622"/>
                  </a:moveTo>
                  <a:lnTo>
                    <a:pt x="828" y="622"/>
                  </a:lnTo>
                  <a:cubicBezTo>
                    <a:pt x="833" y="627"/>
                    <a:pt x="838" y="627"/>
                    <a:pt x="838" y="627"/>
                  </a:cubicBezTo>
                  <a:lnTo>
                    <a:pt x="822" y="627"/>
                  </a:lnTo>
                  <a:cubicBezTo>
                    <a:pt x="822" y="627"/>
                    <a:pt x="828" y="622"/>
                    <a:pt x="828" y="622"/>
                  </a:cubicBezTo>
                  <a:close/>
                  <a:moveTo>
                    <a:pt x="903" y="513"/>
                  </a:moveTo>
                  <a:cubicBezTo>
                    <a:pt x="898" y="557"/>
                    <a:pt x="887" y="632"/>
                    <a:pt x="855" y="632"/>
                  </a:cubicBezTo>
                  <a:cubicBezTo>
                    <a:pt x="882" y="643"/>
                    <a:pt x="919" y="649"/>
                    <a:pt x="957" y="654"/>
                  </a:cubicBezTo>
                  <a:cubicBezTo>
                    <a:pt x="1033" y="670"/>
                    <a:pt x="1281" y="875"/>
                    <a:pt x="1357" y="940"/>
                  </a:cubicBezTo>
                  <a:cubicBezTo>
                    <a:pt x="1411" y="892"/>
                    <a:pt x="1568" y="762"/>
                    <a:pt x="1606" y="713"/>
                  </a:cubicBezTo>
                  <a:cubicBezTo>
                    <a:pt x="1611" y="708"/>
                    <a:pt x="1616" y="692"/>
                    <a:pt x="1622" y="681"/>
                  </a:cubicBezTo>
                  <a:cubicBezTo>
                    <a:pt x="1633" y="659"/>
                    <a:pt x="1643" y="638"/>
                    <a:pt x="1660" y="627"/>
                  </a:cubicBezTo>
                  <a:cubicBezTo>
                    <a:pt x="1665" y="622"/>
                    <a:pt x="1676" y="622"/>
                    <a:pt x="1681" y="616"/>
                  </a:cubicBezTo>
                  <a:cubicBezTo>
                    <a:pt x="1708" y="611"/>
                    <a:pt x="1741" y="616"/>
                    <a:pt x="1773" y="632"/>
                  </a:cubicBezTo>
                  <a:cubicBezTo>
                    <a:pt x="1805" y="643"/>
                    <a:pt x="1838" y="665"/>
                    <a:pt x="1854" y="697"/>
                  </a:cubicBezTo>
                  <a:cubicBezTo>
                    <a:pt x="1865" y="708"/>
                    <a:pt x="1870" y="724"/>
                    <a:pt x="1876" y="740"/>
                  </a:cubicBezTo>
                  <a:lnTo>
                    <a:pt x="1876" y="746"/>
                  </a:lnTo>
                  <a:cubicBezTo>
                    <a:pt x="1903" y="838"/>
                    <a:pt x="1805" y="892"/>
                    <a:pt x="1751" y="924"/>
                  </a:cubicBezTo>
                  <a:lnTo>
                    <a:pt x="1751" y="924"/>
                  </a:lnTo>
                  <a:cubicBezTo>
                    <a:pt x="1741" y="929"/>
                    <a:pt x="1730" y="935"/>
                    <a:pt x="1730" y="940"/>
                  </a:cubicBezTo>
                  <a:lnTo>
                    <a:pt x="1379" y="1189"/>
                  </a:lnTo>
                  <a:cubicBezTo>
                    <a:pt x="1368" y="1200"/>
                    <a:pt x="1357" y="1200"/>
                    <a:pt x="1346" y="1194"/>
                  </a:cubicBezTo>
                  <a:lnTo>
                    <a:pt x="1065" y="1059"/>
                  </a:lnTo>
                  <a:cubicBezTo>
                    <a:pt x="1065" y="1129"/>
                    <a:pt x="1060" y="1189"/>
                    <a:pt x="1055" y="1248"/>
                  </a:cubicBezTo>
                  <a:cubicBezTo>
                    <a:pt x="1049" y="1351"/>
                    <a:pt x="1038" y="1443"/>
                    <a:pt x="1049" y="1545"/>
                  </a:cubicBezTo>
                  <a:cubicBezTo>
                    <a:pt x="1082" y="1599"/>
                    <a:pt x="1325" y="1994"/>
                    <a:pt x="1346" y="2048"/>
                  </a:cubicBezTo>
                  <a:cubicBezTo>
                    <a:pt x="1362" y="2107"/>
                    <a:pt x="1379" y="2172"/>
                    <a:pt x="1389" y="2242"/>
                  </a:cubicBezTo>
                  <a:cubicBezTo>
                    <a:pt x="1427" y="2410"/>
                    <a:pt x="1465" y="2588"/>
                    <a:pt x="1557" y="2610"/>
                  </a:cubicBezTo>
                  <a:cubicBezTo>
                    <a:pt x="1557" y="2610"/>
                    <a:pt x="1562" y="2610"/>
                    <a:pt x="1562" y="2610"/>
                  </a:cubicBezTo>
                  <a:cubicBezTo>
                    <a:pt x="1654" y="2642"/>
                    <a:pt x="1692" y="2750"/>
                    <a:pt x="1692" y="2750"/>
                  </a:cubicBezTo>
                  <a:lnTo>
                    <a:pt x="1692" y="2750"/>
                  </a:lnTo>
                  <a:cubicBezTo>
                    <a:pt x="1692" y="2750"/>
                    <a:pt x="1697" y="2756"/>
                    <a:pt x="1697" y="2756"/>
                  </a:cubicBezTo>
                  <a:cubicBezTo>
                    <a:pt x="1697" y="2777"/>
                    <a:pt x="1687" y="2788"/>
                    <a:pt x="1665" y="2788"/>
                  </a:cubicBezTo>
                  <a:cubicBezTo>
                    <a:pt x="1665" y="2788"/>
                    <a:pt x="1271" y="2804"/>
                    <a:pt x="1249" y="2745"/>
                  </a:cubicBezTo>
                  <a:cubicBezTo>
                    <a:pt x="1238" y="2712"/>
                    <a:pt x="1254" y="2664"/>
                    <a:pt x="1271" y="2626"/>
                  </a:cubicBezTo>
                  <a:lnTo>
                    <a:pt x="1271" y="2626"/>
                  </a:lnTo>
                  <a:cubicBezTo>
                    <a:pt x="1276" y="2604"/>
                    <a:pt x="1287" y="2583"/>
                    <a:pt x="1287" y="2577"/>
                  </a:cubicBezTo>
                  <a:cubicBezTo>
                    <a:pt x="1287" y="2567"/>
                    <a:pt x="1233" y="2480"/>
                    <a:pt x="1173" y="2383"/>
                  </a:cubicBezTo>
                  <a:cubicBezTo>
                    <a:pt x="1114" y="2286"/>
                    <a:pt x="1044" y="2183"/>
                    <a:pt x="1017" y="2156"/>
                  </a:cubicBezTo>
                  <a:cubicBezTo>
                    <a:pt x="979" y="2107"/>
                    <a:pt x="849" y="1945"/>
                    <a:pt x="790" y="1870"/>
                  </a:cubicBezTo>
                  <a:cubicBezTo>
                    <a:pt x="757" y="1956"/>
                    <a:pt x="682" y="2129"/>
                    <a:pt x="639" y="2194"/>
                  </a:cubicBezTo>
                  <a:cubicBezTo>
                    <a:pt x="617" y="2232"/>
                    <a:pt x="563" y="2269"/>
                    <a:pt x="503" y="2307"/>
                  </a:cubicBezTo>
                  <a:cubicBezTo>
                    <a:pt x="433" y="2361"/>
                    <a:pt x="347" y="2421"/>
                    <a:pt x="314" y="2485"/>
                  </a:cubicBezTo>
                  <a:cubicBezTo>
                    <a:pt x="331" y="2539"/>
                    <a:pt x="433" y="2626"/>
                    <a:pt x="439" y="2631"/>
                  </a:cubicBezTo>
                  <a:cubicBezTo>
                    <a:pt x="449" y="2637"/>
                    <a:pt x="455" y="2648"/>
                    <a:pt x="455" y="2664"/>
                  </a:cubicBezTo>
                  <a:cubicBezTo>
                    <a:pt x="449" y="2680"/>
                    <a:pt x="433" y="2691"/>
                    <a:pt x="417" y="2685"/>
                  </a:cubicBezTo>
                  <a:lnTo>
                    <a:pt x="190" y="2648"/>
                  </a:lnTo>
                  <a:cubicBezTo>
                    <a:pt x="179" y="2648"/>
                    <a:pt x="168" y="2637"/>
                    <a:pt x="168" y="2626"/>
                  </a:cubicBezTo>
                  <a:cubicBezTo>
                    <a:pt x="158" y="2594"/>
                    <a:pt x="141" y="2572"/>
                    <a:pt x="120" y="2550"/>
                  </a:cubicBezTo>
                  <a:cubicBezTo>
                    <a:pt x="98" y="2523"/>
                    <a:pt x="77" y="2502"/>
                    <a:pt x="60" y="2453"/>
                  </a:cubicBezTo>
                  <a:lnTo>
                    <a:pt x="60" y="2453"/>
                  </a:lnTo>
                  <a:cubicBezTo>
                    <a:pt x="60" y="2442"/>
                    <a:pt x="60" y="2437"/>
                    <a:pt x="66" y="2426"/>
                  </a:cubicBezTo>
                  <a:cubicBezTo>
                    <a:pt x="66" y="2426"/>
                    <a:pt x="298" y="2134"/>
                    <a:pt x="314" y="2075"/>
                  </a:cubicBezTo>
                  <a:cubicBezTo>
                    <a:pt x="352" y="1951"/>
                    <a:pt x="363" y="1832"/>
                    <a:pt x="352" y="1718"/>
                  </a:cubicBezTo>
                  <a:cubicBezTo>
                    <a:pt x="341" y="1605"/>
                    <a:pt x="309" y="1497"/>
                    <a:pt x="260" y="1378"/>
                  </a:cubicBezTo>
                  <a:cubicBezTo>
                    <a:pt x="168" y="1356"/>
                    <a:pt x="104" y="1324"/>
                    <a:pt x="66" y="1286"/>
                  </a:cubicBezTo>
                  <a:cubicBezTo>
                    <a:pt x="17" y="1237"/>
                    <a:pt x="1" y="1178"/>
                    <a:pt x="6" y="1119"/>
                  </a:cubicBezTo>
                  <a:cubicBezTo>
                    <a:pt x="12" y="1065"/>
                    <a:pt x="33" y="1005"/>
                    <a:pt x="66" y="951"/>
                  </a:cubicBezTo>
                  <a:cubicBezTo>
                    <a:pt x="131" y="843"/>
                    <a:pt x="239" y="751"/>
                    <a:pt x="304" y="713"/>
                  </a:cubicBezTo>
                  <a:cubicBezTo>
                    <a:pt x="395" y="643"/>
                    <a:pt x="476" y="589"/>
                    <a:pt x="509" y="567"/>
                  </a:cubicBezTo>
                  <a:lnTo>
                    <a:pt x="487" y="449"/>
                  </a:lnTo>
                  <a:cubicBezTo>
                    <a:pt x="466" y="427"/>
                    <a:pt x="406" y="346"/>
                    <a:pt x="406" y="216"/>
                  </a:cubicBezTo>
                  <a:lnTo>
                    <a:pt x="406" y="211"/>
                  </a:lnTo>
                  <a:cubicBezTo>
                    <a:pt x="417" y="43"/>
                    <a:pt x="557" y="0"/>
                    <a:pt x="693" y="11"/>
                  </a:cubicBezTo>
                  <a:cubicBezTo>
                    <a:pt x="752" y="16"/>
                    <a:pt x="811" y="33"/>
                    <a:pt x="855" y="49"/>
                  </a:cubicBezTo>
                  <a:cubicBezTo>
                    <a:pt x="909" y="65"/>
                    <a:pt x="946" y="92"/>
                    <a:pt x="968" y="114"/>
                  </a:cubicBezTo>
                  <a:lnTo>
                    <a:pt x="968" y="114"/>
                  </a:lnTo>
                  <a:cubicBezTo>
                    <a:pt x="995" y="141"/>
                    <a:pt x="1000" y="168"/>
                    <a:pt x="979" y="189"/>
                  </a:cubicBezTo>
                  <a:lnTo>
                    <a:pt x="979" y="195"/>
                  </a:lnTo>
                  <a:cubicBezTo>
                    <a:pt x="946" y="227"/>
                    <a:pt x="925" y="249"/>
                    <a:pt x="914" y="265"/>
                  </a:cubicBezTo>
                  <a:cubicBezTo>
                    <a:pt x="903" y="281"/>
                    <a:pt x="898" y="292"/>
                    <a:pt x="898" y="308"/>
                  </a:cubicBezTo>
                  <a:cubicBezTo>
                    <a:pt x="898" y="324"/>
                    <a:pt x="909" y="341"/>
                    <a:pt x="919" y="362"/>
                  </a:cubicBezTo>
                  <a:lnTo>
                    <a:pt x="919" y="362"/>
                  </a:lnTo>
                  <a:cubicBezTo>
                    <a:pt x="930" y="384"/>
                    <a:pt x="946" y="405"/>
                    <a:pt x="963" y="427"/>
                  </a:cubicBezTo>
                  <a:cubicBezTo>
                    <a:pt x="1011" y="486"/>
                    <a:pt x="946" y="508"/>
                    <a:pt x="909" y="51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0"/>
            <p:cNvSpPr/>
            <p:nvPr/>
          </p:nvSpPr>
          <p:spPr>
            <a:xfrm>
              <a:off x="5667322" y="2581869"/>
              <a:ext cx="116320" cy="243132"/>
            </a:xfrm>
            <a:custGeom>
              <a:avLst/>
              <a:gdLst/>
              <a:ahLst/>
              <a:cxnLst/>
              <a:rect l="l" t="t" r="r" b="b"/>
              <a:pathLst>
                <a:path w="1298" h="2713" extrusionOk="0">
                  <a:moveTo>
                    <a:pt x="1206" y="2712"/>
                  </a:moveTo>
                  <a:lnTo>
                    <a:pt x="157" y="416"/>
                  </a:lnTo>
                  <a:lnTo>
                    <a:pt x="33" y="373"/>
                  </a:lnTo>
                  <a:lnTo>
                    <a:pt x="1" y="0"/>
                  </a:lnTo>
                  <a:lnTo>
                    <a:pt x="266" y="238"/>
                  </a:lnTo>
                  <a:lnTo>
                    <a:pt x="239" y="368"/>
                  </a:lnTo>
                  <a:lnTo>
                    <a:pt x="1297" y="268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0"/>
            <p:cNvSpPr/>
            <p:nvPr/>
          </p:nvSpPr>
          <p:spPr>
            <a:xfrm>
              <a:off x="5664454" y="2579449"/>
              <a:ext cx="122056" cy="248420"/>
            </a:xfrm>
            <a:custGeom>
              <a:avLst/>
              <a:gdLst/>
              <a:ahLst/>
              <a:cxnLst/>
              <a:rect l="l" t="t" r="r" b="b"/>
              <a:pathLst>
                <a:path w="1362" h="2772" extrusionOk="0">
                  <a:moveTo>
                    <a:pt x="1211" y="2750"/>
                  </a:moveTo>
                  <a:lnTo>
                    <a:pt x="168" y="470"/>
                  </a:lnTo>
                  <a:lnTo>
                    <a:pt x="54" y="427"/>
                  </a:lnTo>
                  <a:cubicBezTo>
                    <a:pt x="44" y="427"/>
                    <a:pt x="38" y="416"/>
                    <a:pt x="38" y="400"/>
                  </a:cubicBezTo>
                  <a:lnTo>
                    <a:pt x="0" y="33"/>
                  </a:lnTo>
                  <a:cubicBezTo>
                    <a:pt x="0" y="17"/>
                    <a:pt x="11" y="0"/>
                    <a:pt x="33" y="0"/>
                  </a:cubicBezTo>
                  <a:cubicBezTo>
                    <a:pt x="38" y="0"/>
                    <a:pt x="49" y="0"/>
                    <a:pt x="54" y="6"/>
                  </a:cubicBezTo>
                  <a:lnTo>
                    <a:pt x="319" y="243"/>
                  </a:lnTo>
                  <a:cubicBezTo>
                    <a:pt x="325" y="249"/>
                    <a:pt x="330" y="260"/>
                    <a:pt x="330" y="270"/>
                  </a:cubicBezTo>
                  <a:lnTo>
                    <a:pt x="330" y="270"/>
                  </a:lnTo>
                  <a:lnTo>
                    <a:pt x="303" y="389"/>
                  </a:lnTo>
                  <a:lnTo>
                    <a:pt x="1356" y="2696"/>
                  </a:lnTo>
                  <a:cubicBezTo>
                    <a:pt x="1362" y="2712"/>
                    <a:pt x="1356" y="2729"/>
                    <a:pt x="1340" y="2739"/>
                  </a:cubicBezTo>
                  <a:cubicBezTo>
                    <a:pt x="1340" y="2739"/>
                    <a:pt x="1340" y="2739"/>
                    <a:pt x="1335" y="2739"/>
                  </a:cubicBezTo>
                  <a:lnTo>
                    <a:pt x="1248" y="2767"/>
                  </a:lnTo>
                  <a:cubicBezTo>
                    <a:pt x="1232" y="2772"/>
                    <a:pt x="1216" y="2767"/>
                    <a:pt x="1211" y="2750"/>
                  </a:cubicBezTo>
                  <a:close/>
                  <a:moveTo>
                    <a:pt x="222" y="433"/>
                  </a:moveTo>
                  <a:lnTo>
                    <a:pt x="1254" y="2702"/>
                  </a:lnTo>
                  <a:lnTo>
                    <a:pt x="1286" y="2691"/>
                  </a:lnTo>
                  <a:lnTo>
                    <a:pt x="243" y="406"/>
                  </a:lnTo>
                  <a:cubicBezTo>
                    <a:pt x="238" y="400"/>
                    <a:pt x="238" y="395"/>
                    <a:pt x="243" y="384"/>
                  </a:cubicBezTo>
                  <a:lnTo>
                    <a:pt x="265" y="276"/>
                  </a:lnTo>
                  <a:lnTo>
                    <a:pt x="71" y="103"/>
                  </a:lnTo>
                  <a:lnTo>
                    <a:pt x="98" y="379"/>
                  </a:lnTo>
                  <a:lnTo>
                    <a:pt x="200" y="416"/>
                  </a:lnTo>
                  <a:cubicBezTo>
                    <a:pt x="211" y="422"/>
                    <a:pt x="216" y="427"/>
                    <a:pt x="222"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0"/>
            <p:cNvSpPr/>
            <p:nvPr/>
          </p:nvSpPr>
          <p:spPr>
            <a:xfrm>
              <a:off x="5578244" y="2646214"/>
              <a:ext cx="88181" cy="114352"/>
            </a:xfrm>
            <a:custGeom>
              <a:avLst/>
              <a:gdLst/>
              <a:ahLst/>
              <a:cxnLst/>
              <a:rect l="l" t="t" r="r" b="b"/>
              <a:pathLst>
                <a:path w="984" h="1276" extrusionOk="0">
                  <a:moveTo>
                    <a:pt x="492" y="1276"/>
                  </a:moveTo>
                  <a:cubicBezTo>
                    <a:pt x="222" y="1276"/>
                    <a:pt x="1" y="990"/>
                    <a:pt x="1" y="638"/>
                  </a:cubicBezTo>
                  <a:cubicBezTo>
                    <a:pt x="1" y="287"/>
                    <a:pt x="222" y="1"/>
                    <a:pt x="492" y="1"/>
                  </a:cubicBezTo>
                  <a:cubicBezTo>
                    <a:pt x="762" y="1"/>
                    <a:pt x="984" y="287"/>
                    <a:pt x="984" y="638"/>
                  </a:cubicBezTo>
                  <a:cubicBezTo>
                    <a:pt x="984" y="990"/>
                    <a:pt x="762" y="1276"/>
                    <a:pt x="492" y="12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0"/>
            <p:cNvSpPr/>
            <p:nvPr/>
          </p:nvSpPr>
          <p:spPr>
            <a:xfrm>
              <a:off x="5575376" y="2643794"/>
              <a:ext cx="94006" cy="119191"/>
            </a:xfrm>
            <a:custGeom>
              <a:avLst/>
              <a:gdLst/>
              <a:ahLst/>
              <a:cxnLst/>
              <a:rect l="l" t="t" r="r" b="b"/>
              <a:pathLst>
                <a:path w="1049" h="1330" extrusionOk="0">
                  <a:moveTo>
                    <a:pt x="524" y="1330"/>
                  </a:moveTo>
                  <a:cubicBezTo>
                    <a:pt x="378" y="1330"/>
                    <a:pt x="249" y="1254"/>
                    <a:pt x="152" y="1135"/>
                  </a:cubicBezTo>
                  <a:cubicBezTo>
                    <a:pt x="60" y="1011"/>
                    <a:pt x="0" y="849"/>
                    <a:pt x="0" y="665"/>
                  </a:cubicBezTo>
                  <a:cubicBezTo>
                    <a:pt x="0" y="487"/>
                    <a:pt x="60" y="320"/>
                    <a:pt x="152" y="201"/>
                  </a:cubicBezTo>
                  <a:cubicBezTo>
                    <a:pt x="249" y="77"/>
                    <a:pt x="378" y="1"/>
                    <a:pt x="524" y="1"/>
                  </a:cubicBezTo>
                  <a:cubicBezTo>
                    <a:pt x="670" y="1"/>
                    <a:pt x="800" y="77"/>
                    <a:pt x="897" y="201"/>
                  </a:cubicBezTo>
                  <a:cubicBezTo>
                    <a:pt x="989" y="320"/>
                    <a:pt x="1048" y="487"/>
                    <a:pt x="1048" y="665"/>
                  </a:cubicBezTo>
                  <a:cubicBezTo>
                    <a:pt x="1048" y="849"/>
                    <a:pt x="989" y="1011"/>
                    <a:pt x="897" y="1135"/>
                  </a:cubicBezTo>
                  <a:cubicBezTo>
                    <a:pt x="800" y="1254"/>
                    <a:pt x="670" y="1330"/>
                    <a:pt x="524" y="1330"/>
                  </a:cubicBezTo>
                  <a:close/>
                  <a:moveTo>
                    <a:pt x="200" y="1098"/>
                  </a:moveTo>
                  <a:cubicBezTo>
                    <a:pt x="281" y="1206"/>
                    <a:pt x="400" y="1271"/>
                    <a:pt x="524" y="1271"/>
                  </a:cubicBezTo>
                  <a:cubicBezTo>
                    <a:pt x="649" y="1271"/>
                    <a:pt x="767" y="1206"/>
                    <a:pt x="848" y="1098"/>
                  </a:cubicBezTo>
                  <a:cubicBezTo>
                    <a:pt x="935" y="984"/>
                    <a:pt x="989" y="833"/>
                    <a:pt x="989" y="665"/>
                  </a:cubicBezTo>
                  <a:cubicBezTo>
                    <a:pt x="989" y="498"/>
                    <a:pt x="935" y="347"/>
                    <a:pt x="848" y="233"/>
                  </a:cubicBezTo>
                  <a:cubicBezTo>
                    <a:pt x="767" y="125"/>
                    <a:pt x="649" y="60"/>
                    <a:pt x="524" y="60"/>
                  </a:cubicBezTo>
                  <a:cubicBezTo>
                    <a:pt x="400" y="60"/>
                    <a:pt x="281" y="125"/>
                    <a:pt x="200" y="233"/>
                  </a:cubicBezTo>
                  <a:cubicBezTo>
                    <a:pt x="114" y="347"/>
                    <a:pt x="60" y="498"/>
                    <a:pt x="60" y="665"/>
                  </a:cubicBezTo>
                  <a:cubicBezTo>
                    <a:pt x="60" y="833"/>
                    <a:pt x="114" y="984"/>
                    <a:pt x="200" y="10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0"/>
            <p:cNvSpPr/>
            <p:nvPr/>
          </p:nvSpPr>
          <p:spPr>
            <a:xfrm>
              <a:off x="5602440" y="2615296"/>
              <a:ext cx="35936" cy="27692"/>
            </a:xfrm>
            <a:custGeom>
              <a:avLst/>
              <a:gdLst/>
              <a:ahLst/>
              <a:cxnLst/>
              <a:rect l="l" t="t" r="r" b="b"/>
              <a:pathLst>
                <a:path w="401" h="309" extrusionOk="0">
                  <a:moveTo>
                    <a:pt x="374" y="130"/>
                  </a:moveTo>
                  <a:cubicBezTo>
                    <a:pt x="363" y="114"/>
                    <a:pt x="363" y="97"/>
                    <a:pt x="352" y="81"/>
                  </a:cubicBezTo>
                  <a:cubicBezTo>
                    <a:pt x="341" y="60"/>
                    <a:pt x="309" y="43"/>
                    <a:pt x="282" y="38"/>
                  </a:cubicBezTo>
                  <a:cubicBezTo>
                    <a:pt x="239" y="22"/>
                    <a:pt x="185" y="27"/>
                    <a:pt x="141" y="49"/>
                  </a:cubicBezTo>
                  <a:cubicBezTo>
                    <a:pt x="44" y="92"/>
                    <a:pt x="49" y="200"/>
                    <a:pt x="60" y="292"/>
                  </a:cubicBezTo>
                  <a:cubicBezTo>
                    <a:pt x="60" y="303"/>
                    <a:pt x="44" y="308"/>
                    <a:pt x="39" y="297"/>
                  </a:cubicBezTo>
                  <a:cubicBezTo>
                    <a:pt x="1" y="200"/>
                    <a:pt x="39" y="60"/>
                    <a:pt x="147" y="22"/>
                  </a:cubicBezTo>
                  <a:cubicBezTo>
                    <a:pt x="201" y="0"/>
                    <a:pt x="260" y="0"/>
                    <a:pt x="309" y="27"/>
                  </a:cubicBezTo>
                  <a:cubicBezTo>
                    <a:pt x="347" y="43"/>
                    <a:pt x="401" y="87"/>
                    <a:pt x="374" y="130"/>
                  </a:cubicBezTo>
                  <a:cubicBezTo>
                    <a:pt x="374" y="130"/>
                    <a:pt x="374" y="130"/>
                    <a:pt x="374" y="1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0"/>
            <p:cNvSpPr/>
            <p:nvPr/>
          </p:nvSpPr>
          <p:spPr>
            <a:xfrm>
              <a:off x="5623769" y="2630262"/>
              <a:ext cx="13173" cy="17027"/>
            </a:xfrm>
            <a:custGeom>
              <a:avLst/>
              <a:gdLst/>
              <a:ahLst/>
              <a:cxnLst/>
              <a:rect l="l" t="t" r="r" b="b"/>
              <a:pathLst>
                <a:path w="147" h="190" extrusionOk="0">
                  <a:moveTo>
                    <a:pt x="136" y="136"/>
                  </a:moveTo>
                  <a:cubicBezTo>
                    <a:pt x="130" y="103"/>
                    <a:pt x="130" y="76"/>
                    <a:pt x="98" y="55"/>
                  </a:cubicBezTo>
                  <a:cubicBezTo>
                    <a:pt x="71" y="38"/>
                    <a:pt x="44" y="33"/>
                    <a:pt x="17" y="17"/>
                  </a:cubicBezTo>
                  <a:cubicBezTo>
                    <a:pt x="17" y="11"/>
                    <a:pt x="22" y="11"/>
                    <a:pt x="22" y="11"/>
                  </a:cubicBezTo>
                  <a:cubicBezTo>
                    <a:pt x="22" y="28"/>
                    <a:pt x="17" y="49"/>
                    <a:pt x="22" y="65"/>
                  </a:cubicBezTo>
                  <a:cubicBezTo>
                    <a:pt x="22" y="87"/>
                    <a:pt x="49" y="98"/>
                    <a:pt x="65" y="114"/>
                  </a:cubicBezTo>
                  <a:cubicBezTo>
                    <a:pt x="87" y="130"/>
                    <a:pt x="76" y="157"/>
                    <a:pt x="71" y="179"/>
                  </a:cubicBezTo>
                  <a:cubicBezTo>
                    <a:pt x="71" y="190"/>
                    <a:pt x="60" y="184"/>
                    <a:pt x="60" y="179"/>
                  </a:cubicBezTo>
                  <a:cubicBezTo>
                    <a:pt x="60" y="152"/>
                    <a:pt x="65" y="130"/>
                    <a:pt x="44" y="114"/>
                  </a:cubicBezTo>
                  <a:cubicBezTo>
                    <a:pt x="33" y="103"/>
                    <a:pt x="22" y="98"/>
                    <a:pt x="17" y="87"/>
                  </a:cubicBezTo>
                  <a:cubicBezTo>
                    <a:pt x="1" y="65"/>
                    <a:pt x="6" y="33"/>
                    <a:pt x="11" y="6"/>
                  </a:cubicBezTo>
                  <a:cubicBezTo>
                    <a:pt x="11" y="6"/>
                    <a:pt x="17" y="1"/>
                    <a:pt x="22" y="6"/>
                  </a:cubicBezTo>
                  <a:cubicBezTo>
                    <a:pt x="55" y="28"/>
                    <a:pt x="98" y="38"/>
                    <a:pt x="130" y="65"/>
                  </a:cubicBezTo>
                  <a:cubicBezTo>
                    <a:pt x="146" y="87"/>
                    <a:pt x="146" y="114"/>
                    <a:pt x="141" y="136"/>
                  </a:cubicBezTo>
                  <a:cubicBezTo>
                    <a:pt x="141" y="141"/>
                    <a:pt x="136" y="141"/>
                    <a:pt x="136" y="1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0"/>
            <p:cNvSpPr/>
            <p:nvPr/>
          </p:nvSpPr>
          <p:spPr>
            <a:xfrm>
              <a:off x="5609699" y="2620135"/>
              <a:ext cx="12188" cy="13174"/>
            </a:xfrm>
            <a:custGeom>
              <a:avLst/>
              <a:gdLst/>
              <a:ahLst/>
              <a:cxnLst/>
              <a:rect l="l" t="t" r="r" b="b"/>
              <a:pathLst>
                <a:path w="136" h="147" extrusionOk="0">
                  <a:moveTo>
                    <a:pt x="131" y="16"/>
                  </a:moveTo>
                  <a:cubicBezTo>
                    <a:pt x="93" y="6"/>
                    <a:pt x="66" y="33"/>
                    <a:pt x="44" y="65"/>
                  </a:cubicBezTo>
                  <a:cubicBezTo>
                    <a:pt x="39" y="76"/>
                    <a:pt x="33" y="92"/>
                    <a:pt x="28" y="108"/>
                  </a:cubicBezTo>
                  <a:cubicBezTo>
                    <a:pt x="22" y="119"/>
                    <a:pt x="22" y="130"/>
                    <a:pt x="17" y="141"/>
                  </a:cubicBezTo>
                  <a:cubicBezTo>
                    <a:pt x="12" y="141"/>
                    <a:pt x="6" y="146"/>
                    <a:pt x="6" y="141"/>
                  </a:cubicBezTo>
                  <a:cubicBezTo>
                    <a:pt x="1" y="108"/>
                    <a:pt x="28" y="65"/>
                    <a:pt x="44" y="49"/>
                  </a:cubicBezTo>
                  <a:cubicBezTo>
                    <a:pt x="66" y="16"/>
                    <a:pt x="98" y="0"/>
                    <a:pt x="131" y="11"/>
                  </a:cubicBezTo>
                  <a:cubicBezTo>
                    <a:pt x="136" y="11"/>
                    <a:pt x="136" y="16"/>
                    <a:pt x="131"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0"/>
            <p:cNvSpPr/>
            <p:nvPr/>
          </p:nvSpPr>
          <p:spPr>
            <a:xfrm>
              <a:off x="5631476" y="2607051"/>
              <a:ext cx="8334" cy="11650"/>
            </a:xfrm>
            <a:custGeom>
              <a:avLst/>
              <a:gdLst/>
              <a:ahLst/>
              <a:cxnLst/>
              <a:rect l="l" t="t" r="r" b="b"/>
              <a:pathLst>
                <a:path w="93" h="130" extrusionOk="0">
                  <a:moveTo>
                    <a:pt x="93" y="6"/>
                  </a:moveTo>
                  <a:cubicBezTo>
                    <a:pt x="71" y="22"/>
                    <a:pt x="55" y="38"/>
                    <a:pt x="39" y="60"/>
                  </a:cubicBezTo>
                  <a:cubicBezTo>
                    <a:pt x="28" y="81"/>
                    <a:pt x="23" y="108"/>
                    <a:pt x="6" y="125"/>
                  </a:cubicBezTo>
                  <a:cubicBezTo>
                    <a:pt x="6" y="130"/>
                    <a:pt x="1" y="130"/>
                    <a:pt x="1" y="125"/>
                  </a:cubicBezTo>
                  <a:cubicBezTo>
                    <a:pt x="6" y="98"/>
                    <a:pt x="23" y="76"/>
                    <a:pt x="39" y="54"/>
                  </a:cubicBezTo>
                  <a:cubicBezTo>
                    <a:pt x="50" y="33"/>
                    <a:pt x="66" y="16"/>
                    <a:pt x="93" y="6"/>
                  </a:cubicBezTo>
                  <a:cubicBezTo>
                    <a:pt x="93" y="0"/>
                    <a:pt x="93" y="6"/>
                    <a:pt x="93"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0"/>
            <p:cNvSpPr/>
            <p:nvPr/>
          </p:nvSpPr>
          <p:spPr>
            <a:xfrm>
              <a:off x="5626188" y="2605618"/>
              <a:ext cx="5915" cy="12188"/>
            </a:xfrm>
            <a:custGeom>
              <a:avLst/>
              <a:gdLst/>
              <a:ahLst/>
              <a:cxnLst/>
              <a:rect l="l" t="t" r="r" b="b"/>
              <a:pathLst>
                <a:path w="66" h="136" extrusionOk="0">
                  <a:moveTo>
                    <a:pt x="60" y="0"/>
                  </a:moveTo>
                  <a:cubicBezTo>
                    <a:pt x="44" y="22"/>
                    <a:pt x="33" y="43"/>
                    <a:pt x="28" y="76"/>
                  </a:cubicBezTo>
                  <a:cubicBezTo>
                    <a:pt x="22" y="92"/>
                    <a:pt x="22" y="119"/>
                    <a:pt x="11" y="130"/>
                  </a:cubicBezTo>
                  <a:cubicBezTo>
                    <a:pt x="6" y="135"/>
                    <a:pt x="1" y="130"/>
                    <a:pt x="1" y="124"/>
                  </a:cubicBezTo>
                  <a:cubicBezTo>
                    <a:pt x="1" y="103"/>
                    <a:pt x="11" y="76"/>
                    <a:pt x="17" y="54"/>
                  </a:cubicBezTo>
                  <a:cubicBezTo>
                    <a:pt x="28" y="32"/>
                    <a:pt x="38" y="11"/>
                    <a:pt x="60" y="0"/>
                  </a:cubicBezTo>
                  <a:cubicBezTo>
                    <a:pt x="60" y="0"/>
                    <a:pt x="65"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0"/>
            <p:cNvSpPr/>
            <p:nvPr/>
          </p:nvSpPr>
          <p:spPr>
            <a:xfrm>
              <a:off x="5619915" y="2604094"/>
              <a:ext cx="2509" cy="13711"/>
            </a:xfrm>
            <a:custGeom>
              <a:avLst/>
              <a:gdLst/>
              <a:ahLst/>
              <a:cxnLst/>
              <a:rect l="l" t="t" r="r" b="b"/>
              <a:pathLst>
                <a:path w="28" h="153" extrusionOk="0">
                  <a:moveTo>
                    <a:pt x="27" y="1"/>
                  </a:moveTo>
                  <a:cubicBezTo>
                    <a:pt x="27" y="44"/>
                    <a:pt x="6" y="93"/>
                    <a:pt x="22" y="136"/>
                  </a:cubicBezTo>
                  <a:cubicBezTo>
                    <a:pt x="27" y="147"/>
                    <a:pt x="11" y="152"/>
                    <a:pt x="11" y="136"/>
                  </a:cubicBezTo>
                  <a:cubicBezTo>
                    <a:pt x="0" y="87"/>
                    <a:pt x="17" y="49"/>
                    <a:pt x="27" y="1"/>
                  </a:cubicBezTo>
                  <a:cubicBezTo>
                    <a:pt x="27" y="1"/>
                    <a:pt x="27" y="1"/>
                    <a:pt x="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0"/>
            <p:cNvSpPr/>
            <p:nvPr/>
          </p:nvSpPr>
          <p:spPr>
            <a:xfrm>
              <a:off x="5611671" y="2603646"/>
              <a:ext cx="4481" cy="15056"/>
            </a:xfrm>
            <a:custGeom>
              <a:avLst/>
              <a:gdLst/>
              <a:ahLst/>
              <a:cxnLst/>
              <a:rect l="l" t="t" r="r" b="b"/>
              <a:pathLst>
                <a:path w="50" h="168" extrusionOk="0">
                  <a:moveTo>
                    <a:pt x="11" y="6"/>
                  </a:moveTo>
                  <a:cubicBezTo>
                    <a:pt x="17" y="27"/>
                    <a:pt x="17" y="54"/>
                    <a:pt x="17" y="81"/>
                  </a:cubicBezTo>
                  <a:cubicBezTo>
                    <a:pt x="22" y="103"/>
                    <a:pt x="33" y="130"/>
                    <a:pt x="44" y="152"/>
                  </a:cubicBezTo>
                  <a:cubicBezTo>
                    <a:pt x="49" y="163"/>
                    <a:pt x="33" y="168"/>
                    <a:pt x="27" y="163"/>
                  </a:cubicBezTo>
                  <a:cubicBezTo>
                    <a:pt x="6" y="114"/>
                    <a:pt x="0" y="60"/>
                    <a:pt x="0" y="6"/>
                  </a:cubicBezTo>
                  <a:cubicBezTo>
                    <a:pt x="0" y="0"/>
                    <a:pt x="6" y="0"/>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0"/>
            <p:cNvSpPr/>
            <p:nvPr/>
          </p:nvSpPr>
          <p:spPr>
            <a:xfrm>
              <a:off x="5601006" y="2608933"/>
              <a:ext cx="10754" cy="13174"/>
            </a:xfrm>
            <a:custGeom>
              <a:avLst/>
              <a:gdLst/>
              <a:ahLst/>
              <a:cxnLst/>
              <a:rect l="l" t="t" r="r" b="b"/>
              <a:pathLst>
                <a:path w="120" h="147" extrusionOk="0">
                  <a:moveTo>
                    <a:pt x="11" y="1"/>
                  </a:moveTo>
                  <a:cubicBezTo>
                    <a:pt x="33" y="50"/>
                    <a:pt x="65" y="98"/>
                    <a:pt x="109" y="131"/>
                  </a:cubicBezTo>
                  <a:cubicBezTo>
                    <a:pt x="119" y="136"/>
                    <a:pt x="109" y="147"/>
                    <a:pt x="103" y="141"/>
                  </a:cubicBezTo>
                  <a:cubicBezTo>
                    <a:pt x="49" y="114"/>
                    <a:pt x="17" y="66"/>
                    <a:pt x="1" y="6"/>
                  </a:cubicBezTo>
                  <a:cubicBezTo>
                    <a:pt x="1" y="1"/>
                    <a:pt x="6" y="1"/>
                    <a:pt x="1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0"/>
            <p:cNvSpPr/>
            <p:nvPr/>
          </p:nvSpPr>
          <p:spPr>
            <a:xfrm>
              <a:off x="5600558" y="2621032"/>
              <a:ext cx="5915" cy="5915"/>
            </a:xfrm>
            <a:custGeom>
              <a:avLst/>
              <a:gdLst/>
              <a:ahLst/>
              <a:cxnLst/>
              <a:rect l="l" t="t" r="r" b="b"/>
              <a:pathLst>
                <a:path w="66" h="66" extrusionOk="0">
                  <a:moveTo>
                    <a:pt x="0" y="1"/>
                  </a:moveTo>
                  <a:cubicBezTo>
                    <a:pt x="6" y="17"/>
                    <a:pt x="22" y="23"/>
                    <a:pt x="38" y="33"/>
                  </a:cubicBezTo>
                  <a:cubicBezTo>
                    <a:pt x="43" y="39"/>
                    <a:pt x="65" y="44"/>
                    <a:pt x="65" y="60"/>
                  </a:cubicBezTo>
                  <a:cubicBezTo>
                    <a:pt x="65" y="60"/>
                    <a:pt x="65" y="66"/>
                    <a:pt x="65" y="66"/>
                  </a:cubicBezTo>
                  <a:cubicBezTo>
                    <a:pt x="54" y="66"/>
                    <a:pt x="54" y="60"/>
                    <a:pt x="49" y="55"/>
                  </a:cubicBezTo>
                  <a:cubicBezTo>
                    <a:pt x="38" y="50"/>
                    <a:pt x="33" y="50"/>
                    <a:pt x="27" y="44"/>
                  </a:cubicBezTo>
                  <a:cubicBezTo>
                    <a:pt x="11" y="33"/>
                    <a:pt x="6" y="17"/>
                    <a:pt x="0" y="1"/>
                  </a:cubicBezTo>
                  <a:cubicBezTo>
                    <a:pt x="0" y="1"/>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0"/>
            <p:cNvSpPr/>
            <p:nvPr/>
          </p:nvSpPr>
          <p:spPr>
            <a:xfrm>
              <a:off x="5678524" y="2610457"/>
              <a:ext cx="10664" cy="9768"/>
            </a:xfrm>
            <a:custGeom>
              <a:avLst/>
              <a:gdLst/>
              <a:ahLst/>
              <a:cxnLst/>
              <a:rect l="l" t="t" r="r" b="b"/>
              <a:pathLst>
                <a:path w="119" h="109" extrusionOk="0">
                  <a:moveTo>
                    <a:pt x="119" y="5"/>
                  </a:moveTo>
                  <a:cubicBezTo>
                    <a:pt x="119" y="33"/>
                    <a:pt x="97" y="60"/>
                    <a:pt x="76" y="76"/>
                  </a:cubicBezTo>
                  <a:cubicBezTo>
                    <a:pt x="59" y="92"/>
                    <a:pt x="16" y="108"/>
                    <a:pt x="0" y="81"/>
                  </a:cubicBezTo>
                  <a:cubicBezTo>
                    <a:pt x="0" y="81"/>
                    <a:pt x="0" y="76"/>
                    <a:pt x="5" y="76"/>
                  </a:cubicBezTo>
                  <a:cubicBezTo>
                    <a:pt x="11" y="76"/>
                    <a:pt x="22" y="76"/>
                    <a:pt x="27" y="76"/>
                  </a:cubicBezTo>
                  <a:cubicBezTo>
                    <a:pt x="38" y="76"/>
                    <a:pt x="54" y="70"/>
                    <a:pt x="59" y="65"/>
                  </a:cubicBezTo>
                  <a:cubicBezTo>
                    <a:pt x="86" y="49"/>
                    <a:pt x="97" y="27"/>
                    <a:pt x="108" y="5"/>
                  </a:cubicBezTo>
                  <a:cubicBezTo>
                    <a:pt x="108" y="0"/>
                    <a:pt x="119" y="0"/>
                    <a:pt x="119"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0"/>
            <p:cNvSpPr/>
            <p:nvPr/>
          </p:nvSpPr>
          <p:spPr>
            <a:xfrm>
              <a:off x="5669293" y="2585723"/>
              <a:ext cx="16041" cy="32083"/>
            </a:xfrm>
            <a:custGeom>
              <a:avLst/>
              <a:gdLst/>
              <a:ahLst/>
              <a:cxnLst/>
              <a:rect l="l" t="t" r="r" b="b"/>
              <a:pathLst>
                <a:path w="179" h="358" extrusionOk="0">
                  <a:moveTo>
                    <a:pt x="168" y="346"/>
                  </a:moveTo>
                  <a:cubicBezTo>
                    <a:pt x="141" y="287"/>
                    <a:pt x="108" y="238"/>
                    <a:pt x="81" y="179"/>
                  </a:cubicBezTo>
                  <a:cubicBezTo>
                    <a:pt x="71" y="152"/>
                    <a:pt x="60" y="125"/>
                    <a:pt x="49" y="103"/>
                  </a:cubicBezTo>
                  <a:cubicBezTo>
                    <a:pt x="38" y="71"/>
                    <a:pt x="17" y="38"/>
                    <a:pt x="0" y="6"/>
                  </a:cubicBezTo>
                  <a:cubicBezTo>
                    <a:pt x="0" y="1"/>
                    <a:pt x="6" y="1"/>
                    <a:pt x="6" y="1"/>
                  </a:cubicBezTo>
                  <a:cubicBezTo>
                    <a:pt x="49" y="38"/>
                    <a:pt x="65" y="109"/>
                    <a:pt x="87" y="157"/>
                  </a:cubicBezTo>
                  <a:cubicBezTo>
                    <a:pt x="108" y="222"/>
                    <a:pt x="157" y="276"/>
                    <a:pt x="179" y="346"/>
                  </a:cubicBezTo>
                  <a:cubicBezTo>
                    <a:pt x="179" y="352"/>
                    <a:pt x="173" y="357"/>
                    <a:pt x="168" y="3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0"/>
            <p:cNvSpPr/>
            <p:nvPr/>
          </p:nvSpPr>
          <p:spPr>
            <a:xfrm>
              <a:off x="5677538" y="2603198"/>
              <a:ext cx="12636" cy="1972"/>
            </a:xfrm>
            <a:custGeom>
              <a:avLst/>
              <a:gdLst/>
              <a:ahLst/>
              <a:cxnLst/>
              <a:rect l="l" t="t" r="r" b="b"/>
              <a:pathLst>
                <a:path w="141" h="22" extrusionOk="0">
                  <a:moveTo>
                    <a:pt x="135" y="16"/>
                  </a:moveTo>
                  <a:cubicBezTo>
                    <a:pt x="92" y="22"/>
                    <a:pt x="49" y="22"/>
                    <a:pt x="11" y="16"/>
                  </a:cubicBezTo>
                  <a:cubicBezTo>
                    <a:pt x="0" y="16"/>
                    <a:pt x="0" y="5"/>
                    <a:pt x="11" y="5"/>
                  </a:cubicBezTo>
                  <a:cubicBezTo>
                    <a:pt x="49" y="5"/>
                    <a:pt x="92" y="0"/>
                    <a:pt x="135" y="5"/>
                  </a:cubicBezTo>
                  <a:cubicBezTo>
                    <a:pt x="141" y="5"/>
                    <a:pt x="141" y="16"/>
                    <a:pt x="135"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0"/>
            <p:cNvSpPr/>
            <p:nvPr/>
          </p:nvSpPr>
          <p:spPr>
            <a:xfrm>
              <a:off x="5670727" y="2603646"/>
              <a:ext cx="8334" cy="10754"/>
            </a:xfrm>
            <a:custGeom>
              <a:avLst/>
              <a:gdLst/>
              <a:ahLst/>
              <a:cxnLst/>
              <a:rect l="l" t="t" r="r" b="b"/>
              <a:pathLst>
                <a:path w="93" h="120" extrusionOk="0">
                  <a:moveTo>
                    <a:pt x="87" y="6"/>
                  </a:moveTo>
                  <a:cubicBezTo>
                    <a:pt x="92" y="27"/>
                    <a:pt x="76" y="49"/>
                    <a:pt x="65" y="71"/>
                  </a:cubicBezTo>
                  <a:cubicBezTo>
                    <a:pt x="55" y="87"/>
                    <a:pt x="33" y="114"/>
                    <a:pt x="11" y="119"/>
                  </a:cubicBezTo>
                  <a:cubicBezTo>
                    <a:pt x="6" y="119"/>
                    <a:pt x="1" y="114"/>
                    <a:pt x="6" y="109"/>
                  </a:cubicBezTo>
                  <a:cubicBezTo>
                    <a:pt x="11" y="92"/>
                    <a:pt x="33" y="81"/>
                    <a:pt x="44" y="71"/>
                  </a:cubicBezTo>
                  <a:cubicBezTo>
                    <a:pt x="60" y="49"/>
                    <a:pt x="71" y="27"/>
                    <a:pt x="82" y="0"/>
                  </a:cubicBezTo>
                  <a:cubicBezTo>
                    <a:pt x="82" y="0"/>
                    <a:pt x="87" y="0"/>
                    <a:pt x="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0"/>
            <p:cNvSpPr/>
            <p:nvPr/>
          </p:nvSpPr>
          <p:spPr>
            <a:xfrm>
              <a:off x="5580663" y="2796322"/>
              <a:ext cx="25809" cy="6363"/>
            </a:xfrm>
            <a:custGeom>
              <a:avLst/>
              <a:gdLst/>
              <a:ahLst/>
              <a:cxnLst/>
              <a:rect l="l" t="t" r="r" b="b"/>
              <a:pathLst>
                <a:path w="288" h="71" extrusionOk="0">
                  <a:moveTo>
                    <a:pt x="282" y="44"/>
                  </a:moveTo>
                  <a:cubicBezTo>
                    <a:pt x="184" y="71"/>
                    <a:pt x="93" y="71"/>
                    <a:pt x="6" y="17"/>
                  </a:cubicBezTo>
                  <a:cubicBezTo>
                    <a:pt x="1" y="12"/>
                    <a:pt x="6" y="1"/>
                    <a:pt x="12" y="6"/>
                  </a:cubicBezTo>
                  <a:cubicBezTo>
                    <a:pt x="49" y="17"/>
                    <a:pt x="82" y="33"/>
                    <a:pt x="125" y="44"/>
                  </a:cubicBezTo>
                  <a:cubicBezTo>
                    <a:pt x="174" y="55"/>
                    <a:pt x="228" y="49"/>
                    <a:pt x="282" y="39"/>
                  </a:cubicBezTo>
                  <a:cubicBezTo>
                    <a:pt x="282" y="33"/>
                    <a:pt x="287" y="39"/>
                    <a:pt x="282"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0"/>
            <p:cNvSpPr/>
            <p:nvPr/>
          </p:nvSpPr>
          <p:spPr>
            <a:xfrm>
              <a:off x="5578782" y="2798742"/>
              <a:ext cx="20880" cy="6363"/>
            </a:xfrm>
            <a:custGeom>
              <a:avLst/>
              <a:gdLst/>
              <a:ahLst/>
              <a:cxnLst/>
              <a:rect l="l" t="t" r="r" b="b"/>
              <a:pathLst>
                <a:path w="233" h="71" extrusionOk="0">
                  <a:moveTo>
                    <a:pt x="227" y="60"/>
                  </a:moveTo>
                  <a:cubicBezTo>
                    <a:pt x="157" y="71"/>
                    <a:pt x="54" y="71"/>
                    <a:pt x="5" y="12"/>
                  </a:cubicBezTo>
                  <a:cubicBezTo>
                    <a:pt x="0" y="6"/>
                    <a:pt x="5" y="1"/>
                    <a:pt x="11" y="6"/>
                  </a:cubicBezTo>
                  <a:cubicBezTo>
                    <a:pt x="43" y="17"/>
                    <a:pt x="70" y="39"/>
                    <a:pt x="103" y="44"/>
                  </a:cubicBezTo>
                  <a:cubicBezTo>
                    <a:pt x="141" y="55"/>
                    <a:pt x="184" y="49"/>
                    <a:pt x="227" y="49"/>
                  </a:cubicBezTo>
                  <a:cubicBezTo>
                    <a:pt x="227" y="49"/>
                    <a:pt x="232" y="55"/>
                    <a:pt x="227" y="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0"/>
            <p:cNvSpPr/>
            <p:nvPr/>
          </p:nvSpPr>
          <p:spPr>
            <a:xfrm>
              <a:off x="5667322" y="2796322"/>
              <a:ext cx="13173" cy="16579"/>
            </a:xfrm>
            <a:custGeom>
              <a:avLst/>
              <a:gdLst/>
              <a:ahLst/>
              <a:cxnLst/>
              <a:rect l="l" t="t" r="r" b="b"/>
              <a:pathLst>
                <a:path w="147" h="185" extrusionOk="0">
                  <a:moveTo>
                    <a:pt x="136" y="6"/>
                  </a:moveTo>
                  <a:cubicBezTo>
                    <a:pt x="147" y="76"/>
                    <a:pt x="87" y="163"/>
                    <a:pt x="17" y="184"/>
                  </a:cubicBezTo>
                  <a:cubicBezTo>
                    <a:pt x="6" y="184"/>
                    <a:pt x="1" y="168"/>
                    <a:pt x="12" y="168"/>
                  </a:cubicBezTo>
                  <a:cubicBezTo>
                    <a:pt x="76" y="147"/>
                    <a:pt x="130" y="71"/>
                    <a:pt x="130" y="6"/>
                  </a:cubicBezTo>
                  <a:cubicBezTo>
                    <a:pt x="130" y="1"/>
                    <a:pt x="136" y="1"/>
                    <a:pt x="13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0"/>
            <p:cNvSpPr/>
            <p:nvPr/>
          </p:nvSpPr>
          <p:spPr>
            <a:xfrm>
              <a:off x="5668756" y="2804119"/>
              <a:ext cx="11291" cy="11650"/>
            </a:xfrm>
            <a:custGeom>
              <a:avLst/>
              <a:gdLst/>
              <a:ahLst/>
              <a:cxnLst/>
              <a:rect l="l" t="t" r="r" b="b"/>
              <a:pathLst>
                <a:path w="126" h="130" extrusionOk="0">
                  <a:moveTo>
                    <a:pt x="125" y="6"/>
                  </a:moveTo>
                  <a:cubicBezTo>
                    <a:pt x="120" y="33"/>
                    <a:pt x="104" y="60"/>
                    <a:pt x="87" y="81"/>
                  </a:cubicBezTo>
                  <a:cubicBezTo>
                    <a:pt x="71" y="103"/>
                    <a:pt x="39" y="130"/>
                    <a:pt x="12" y="130"/>
                  </a:cubicBezTo>
                  <a:cubicBezTo>
                    <a:pt x="6" y="130"/>
                    <a:pt x="1" y="119"/>
                    <a:pt x="12" y="114"/>
                  </a:cubicBezTo>
                  <a:cubicBezTo>
                    <a:pt x="39" y="108"/>
                    <a:pt x="55" y="92"/>
                    <a:pt x="77" y="70"/>
                  </a:cubicBezTo>
                  <a:cubicBezTo>
                    <a:pt x="98" y="54"/>
                    <a:pt x="109" y="27"/>
                    <a:pt x="125" y="0"/>
                  </a:cubicBezTo>
                  <a:cubicBezTo>
                    <a:pt x="125" y="0"/>
                    <a:pt x="125" y="0"/>
                    <a:pt x="125"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0"/>
            <p:cNvSpPr/>
            <p:nvPr/>
          </p:nvSpPr>
          <p:spPr>
            <a:xfrm>
              <a:off x="5677000" y="2820519"/>
              <a:ext cx="10306" cy="9320"/>
            </a:xfrm>
            <a:custGeom>
              <a:avLst/>
              <a:gdLst/>
              <a:ahLst/>
              <a:cxnLst/>
              <a:rect l="l" t="t" r="r" b="b"/>
              <a:pathLst>
                <a:path w="115" h="104" extrusionOk="0">
                  <a:moveTo>
                    <a:pt x="103" y="1"/>
                  </a:moveTo>
                  <a:cubicBezTo>
                    <a:pt x="114" y="49"/>
                    <a:pt x="55" y="104"/>
                    <a:pt x="12" y="98"/>
                  </a:cubicBezTo>
                  <a:cubicBezTo>
                    <a:pt x="1" y="98"/>
                    <a:pt x="6" y="82"/>
                    <a:pt x="12" y="82"/>
                  </a:cubicBezTo>
                  <a:cubicBezTo>
                    <a:pt x="49" y="77"/>
                    <a:pt x="98" y="44"/>
                    <a:pt x="98" y="1"/>
                  </a:cubicBezTo>
                  <a:cubicBezTo>
                    <a:pt x="98" y="1"/>
                    <a:pt x="103" y="1"/>
                    <a:pt x="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0"/>
            <p:cNvSpPr/>
            <p:nvPr/>
          </p:nvSpPr>
          <p:spPr>
            <a:xfrm>
              <a:off x="5674133" y="2833155"/>
              <a:ext cx="9320" cy="10754"/>
            </a:xfrm>
            <a:custGeom>
              <a:avLst/>
              <a:gdLst/>
              <a:ahLst/>
              <a:cxnLst/>
              <a:rect l="l" t="t" r="r" b="b"/>
              <a:pathLst>
                <a:path w="104" h="120" extrusionOk="0">
                  <a:moveTo>
                    <a:pt x="11" y="6"/>
                  </a:moveTo>
                  <a:cubicBezTo>
                    <a:pt x="38" y="11"/>
                    <a:pt x="60" y="27"/>
                    <a:pt x="76" y="49"/>
                  </a:cubicBezTo>
                  <a:cubicBezTo>
                    <a:pt x="87" y="65"/>
                    <a:pt x="103" y="98"/>
                    <a:pt x="87" y="114"/>
                  </a:cubicBezTo>
                  <a:cubicBezTo>
                    <a:pt x="87" y="119"/>
                    <a:pt x="81" y="119"/>
                    <a:pt x="81" y="114"/>
                  </a:cubicBezTo>
                  <a:cubicBezTo>
                    <a:pt x="76" y="108"/>
                    <a:pt x="76" y="103"/>
                    <a:pt x="76" y="98"/>
                  </a:cubicBezTo>
                  <a:cubicBezTo>
                    <a:pt x="76" y="81"/>
                    <a:pt x="71" y="71"/>
                    <a:pt x="65" y="60"/>
                  </a:cubicBezTo>
                  <a:cubicBezTo>
                    <a:pt x="54" y="38"/>
                    <a:pt x="27" y="22"/>
                    <a:pt x="6" y="11"/>
                  </a:cubicBezTo>
                  <a:cubicBezTo>
                    <a:pt x="0" y="11"/>
                    <a:pt x="6" y="0"/>
                    <a:pt x="1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0"/>
            <p:cNvSpPr/>
            <p:nvPr/>
          </p:nvSpPr>
          <p:spPr>
            <a:xfrm>
              <a:off x="5570985" y="2809407"/>
              <a:ext cx="5915" cy="14160"/>
            </a:xfrm>
            <a:custGeom>
              <a:avLst/>
              <a:gdLst/>
              <a:ahLst/>
              <a:cxnLst/>
              <a:rect l="l" t="t" r="r" b="b"/>
              <a:pathLst>
                <a:path w="66" h="158" extrusionOk="0">
                  <a:moveTo>
                    <a:pt x="38" y="1"/>
                  </a:moveTo>
                  <a:cubicBezTo>
                    <a:pt x="65" y="22"/>
                    <a:pt x="65" y="49"/>
                    <a:pt x="60" y="82"/>
                  </a:cubicBezTo>
                  <a:cubicBezTo>
                    <a:pt x="55" y="103"/>
                    <a:pt x="33" y="157"/>
                    <a:pt x="6" y="152"/>
                  </a:cubicBezTo>
                  <a:cubicBezTo>
                    <a:pt x="1" y="152"/>
                    <a:pt x="1" y="146"/>
                    <a:pt x="1" y="146"/>
                  </a:cubicBezTo>
                  <a:cubicBezTo>
                    <a:pt x="6" y="136"/>
                    <a:pt x="11" y="136"/>
                    <a:pt x="17" y="130"/>
                  </a:cubicBezTo>
                  <a:cubicBezTo>
                    <a:pt x="33" y="119"/>
                    <a:pt x="38" y="103"/>
                    <a:pt x="44" y="92"/>
                  </a:cubicBezTo>
                  <a:cubicBezTo>
                    <a:pt x="55" y="65"/>
                    <a:pt x="55" y="22"/>
                    <a:pt x="33" y="1"/>
                  </a:cubicBezTo>
                  <a:cubicBezTo>
                    <a:pt x="33" y="1"/>
                    <a:pt x="33" y="1"/>
                    <a:pt x="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0"/>
            <p:cNvSpPr/>
            <p:nvPr/>
          </p:nvSpPr>
          <p:spPr>
            <a:xfrm>
              <a:off x="5584517" y="2653025"/>
              <a:ext cx="43194" cy="60133"/>
            </a:xfrm>
            <a:custGeom>
              <a:avLst/>
              <a:gdLst/>
              <a:ahLst/>
              <a:cxnLst/>
              <a:rect l="l" t="t" r="r" b="b"/>
              <a:pathLst>
                <a:path w="482" h="671" extrusionOk="0">
                  <a:moveTo>
                    <a:pt x="476" y="28"/>
                  </a:moveTo>
                  <a:cubicBezTo>
                    <a:pt x="358" y="11"/>
                    <a:pt x="244" y="114"/>
                    <a:pt x="179" y="206"/>
                  </a:cubicBezTo>
                  <a:cubicBezTo>
                    <a:pt x="131" y="265"/>
                    <a:pt x="98" y="335"/>
                    <a:pt x="77" y="406"/>
                  </a:cubicBezTo>
                  <a:cubicBezTo>
                    <a:pt x="55" y="487"/>
                    <a:pt x="55" y="573"/>
                    <a:pt x="50" y="654"/>
                  </a:cubicBezTo>
                  <a:cubicBezTo>
                    <a:pt x="50" y="665"/>
                    <a:pt x="33" y="670"/>
                    <a:pt x="33" y="660"/>
                  </a:cubicBezTo>
                  <a:cubicBezTo>
                    <a:pt x="1" y="498"/>
                    <a:pt x="66" y="303"/>
                    <a:pt x="168" y="179"/>
                  </a:cubicBezTo>
                  <a:cubicBezTo>
                    <a:pt x="244" y="82"/>
                    <a:pt x="352" y="1"/>
                    <a:pt x="482" y="22"/>
                  </a:cubicBezTo>
                  <a:cubicBezTo>
                    <a:pt x="482" y="22"/>
                    <a:pt x="482" y="28"/>
                    <a:pt x="48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0"/>
            <p:cNvSpPr/>
            <p:nvPr/>
          </p:nvSpPr>
          <p:spPr>
            <a:xfrm>
              <a:off x="5626188" y="2706257"/>
              <a:ext cx="32082" cy="44181"/>
            </a:xfrm>
            <a:custGeom>
              <a:avLst/>
              <a:gdLst/>
              <a:ahLst/>
              <a:cxnLst/>
              <a:rect l="l" t="t" r="r" b="b"/>
              <a:pathLst>
                <a:path w="358" h="493" extrusionOk="0">
                  <a:moveTo>
                    <a:pt x="357" y="6"/>
                  </a:moveTo>
                  <a:cubicBezTo>
                    <a:pt x="357" y="114"/>
                    <a:pt x="325" y="217"/>
                    <a:pt x="260" y="309"/>
                  </a:cubicBezTo>
                  <a:cubicBezTo>
                    <a:pt x="200" y="390"/>
                    <a:pt x="109" y="476"/>
                    <a:pt x="6" y="492"/>
                  </a:cubicBezTo>
                  <a:cubicBezTo>
                    <a:pt x="1" y="492"/>
                    <a:pt x="1" y="487"/>
                    <a:pt x="6" y="482"/>
                  </a:cubicBezTo>
                  <a:cubicBezTo>
                    <a:pt x="44" y="460"/>
                    <a:pt x="87" y="438"/>
                    <a:pt x="125" y="411"/>
                  </a:cubicBezTo>
                  <a:cubicBezTo>
                    <a:pt x="168" y="384"/>
                    <a:pt x="200" y="347"/>
                    <a:pt x="233" y="309"/>
                  </a:cubicBezTo>
                  <a:cubicBezTo>
                    <a:pt x="303" y="222"/>
                    <a:pt x="346" y="114"/>
                    <a:pt x="352" y="6"/>
                  </a:cubicBezTo>
                  <a:cubicBezTo>
                    <a:pt x="352" y="1"/>
                    <a:pt x="357" y="1"/>
                    <a:pt x="357"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0"/>
            <p:cNvSpPr/>
            <p:nvPr/>
          </p:nvSpPr>
          <p:spPr>
            <a:xfrm>
              <a:off x="5630579" y="2700970"/>
              <a:ext cx="16041" cy="8334"/>
            </a:xfrm>
            <a:custGeom>
              <a:avLst/>
              <a:gdLst/>
              <a:ahLst/>
              <a:cxnLst/>
              <a:rect l="l" t="t" r="r" b="b"/>
              <a:pathLst>
                <a:path w="179" h="93" extrusionOk="0">
                  <a:moveTo>
                    <a:pt x="178" y="27"/>
                  </a:moveTo>
                  <a:cubicBezTo>
                    <a:pt x="141" y="17"/>
                    <a:pt x="108" y="27"/>
                    <a:pt x="76" y="38"/>
                  </a:cubicBezTo>
                  <a:cubicBezTo>
                    <a:pt x="49" y="54"/>
                    <a:pt x="33" y="76"/>
                    <a:pt x="6" y="92"/>
                  </a:cubicBezTo>
                  <a:cubicBezTo>
                    <a:pt x="6" y="92"/>
                    <a:pt x="0" y="87"/>
                    <a:pt x="0" y="87"/>
                  </a:cubicBezTo>
                  <a:cubicBezTo>
                    <a:pt x="38" y="33"/>
                    <a:pt x="119" y="0"/>
                    <a:pt x="178" y="22"/>
                  </a:cubicBezTo>
                  <a:cubicBezTo>
                    <a:pt x="178" y="22"/>
                    <a:pt x="178" y="27"/>
                    <a:pt x="178"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0"/>
            <p:cNvSpPr/>
            <p:nvPr/>
          </p:nvSpPr>
          <p:spPr>
            <a:xfrm>
              <a:off x="5608803" y="2670500"/>
              <a:ext cx="29125" cy="38267"/>
            </a:xfrm>
            <a:custGeom>
              <a:avLst/>
              <a:gdLst/>
              <a:ahLst/>
              <a:cxnLst/>
              <a:rect l="l" t="t" r="r" b="b"/>
              <a:pathLst>
                <a:path w="325" h="427" extrusionOk="0">
                  <a:moveTo>
                    <a:pt x="249" y="416"/>
                  </a:moveTo>
                  <a:cubicBezTo>
                    <a:pt x="324" y="313"/>
                    <a:pt x="211" y="222"/>
                    <a:pt x="130" y="168"/>
                  </a:cubicBezTo>
                  <a:cubicBezTo>
                    <a:pt x="70" y="130"/>
                    <a:pt x="22" y="81"/>
                    <a:pt x="5" y="11"/>
                  </a:cubicBezTo>
                  <a:cubicBezTo>
                    <a:pt x="0" y="5"/>
                    <a:pt x="11" y="0"/>
                    <a:pt x="16" y="5"/>
                  </a:cubicBezTo>
                  <a:cubicBezTo>
                    <a:pt x="49" y="59"/>
                    <a:pt x="70" y="108"/>
                    <a:pt x="124" y="146"/>
                  </a:cubicBezTo>
                  <a:cubicBezTo>
                    <a:pt x="162" y="173"/>
                    <a:pt x="200" y="195"/>
                    <a:pt x="232" y="232"/>
                  </a:cubicBezTo>
                  <a:cubicBezTo>
                    <a:pt x="286" y="286"/>
                    <a:pt x="308" y="362"/>
                    <a:pt x="254" y="421"/>
                  </a:cubicBezTo>
                  <a:cubicBezTo>
                    <a:pt x="254" y="427"/>
                    <a:pt x="249" y="421"/>
                    <a:pt x="249" y="4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0"/>
            <p:cNvSpPr/>
            <p:nvPr/>
          </p:nvSpPr>
          <p:spPr>
            <a:xfrm>
              <a:off x="5601544" y="2671396"/>
              <a:ext cx="9230" cy="19447"/>
            </a:xfrm>
            <a:custGeom>
              <a:avLst/>
              <a:gdLst/>
              <a:ahLst/>
              <a:cxnLst/>
              <a:rect l="l" t="t" r="r" b="b"/>
              <a:pathLst>
                <a:path w="103" h="217" extrusionOk="0">
                  <a:moveTo>
                    <a:pt x="103" y="12"/>
                  </a:moveTo>
                  <a:cubicBezTo>
                    <a:pt x="86" y="39"/>
                    <a:pt x="65" y="71"/>
                    <a:pt x="54" y="98"/>
                  </a:cubicBezTo>
                  <a:cubicBezTo>
                    <a:pt x="43" y="141"/>
                    <a:pt x="54" y="174"/>
                    <a:pt x="65" y="212"/>
                  </a:cubicBezTo>
                  <a:cubicBezTo>
                    <a:pt x="65" y="212"/>
                    <a:pt x="59" y="217"/>
                    <a:pt x="59" y="212"/>
                  </a:cubicBezTo>
                  <a:cubicBezTo>
                    <a:pt x="0" y="152"/>
                    <a:pt x="49" y="60"/>
                    <a:pt x="92" y="6"/>
                  </a:cubicBezTo>
                  <a:cubicBezTo>
                    <a:pt x="97" y="1"/>
                    <a:pt x="103" y="6"/>
                    <a:pt x="103"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0"/>
            <p:cNvSpPr/>
            <p:nvPr/>
          </p:nvSpPr>
          <p:spPr>
            <a:xfrm>
              <a:off x="5603426" y="2687886"/>
              <a:ext cx="5467" cy="9768"/>
            </a:xfrm>
            <a:custGeom>
              <a:avLst/>
              <a:gdLst/>
              <a:ahLst/>
              <a:cxnLst/>
              <a:rect l="l" t="t" r="r" b="b"/>
              <a:pathLst>
                <a:path w="61" h="109" extrusionOk="0">
                  <a:moveTo>
                    <a:pt x="38" y="28"/>
                  </a:moveTo>
                  <a:cubicBezTo>
                    <a:pt x="22" y="22"/>
                    <a:pt x="17" y="38"/>
                    <a:pt x="17" y="49"/>
                  </a:cubicBezTo>
                  <a:cubicBezTo>
                    <a:pt x="22" y="60"/>
                    <a:pt x="28" y="65"/>
                    <a:pt x="33" y="76"/>
                  </a:cubicBezTo>
                  <a:cubicBezTo>
                    <a:pt x="38" y="82"/>
                    <a:pt x="60" y="98"/>
                    <a:pt x="55" y="109"/>
                  </a:cubicBezTo>
                  <a:cubicBezTo>
                    <a:pt x="55" y="109"/>
                    <a:pt x="55" y="109"/>
                    <a:pt x="49" y="109"/>
                  </a:cubicBezTo>
                  <a:cubicBezTo>
                    <a:pt x="38" y="109"/>
                    <a:pt x="28" y="92"/>
                    <a:pt x="22" y="87"/>
                  </a:cubicBezTo>
                  <a:cubicBezTo>
                    <a:pt x="17" y="76"/>
                    <a:pt x="6" y="65"/>
                    <a:pt x="6" y="49"/>
                  </a:cubicBezTo>
                  <a:cubicBezTo>
                    <a:pt x="1" y="28"/>
                    <a:pt x="17" y="1"/>
                    <a:pt x="38" y="22"/>
                  </a:cubicBezTo>
                  <a:cubicBezTo>
                    <a:pt x="44" y="22"/>
                    <a:pt x="38" y="33"/>
                    <a:pt x="33"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0"/>
            <p:cNvSpPr/>
            <p:nvPr/>
          </p:nvSpPr>
          <p:spPr>
            <a:xfrm>
              <a:off x="5602440" y="2696131"/>
              <a:ext cx="12188" cy="14160"/>
            </a:xfrm>
            <a:custGeom>
              <a:avLst/>
              <a:gdLst/>
              <a:ahLst/>
              <a:cxnLst/>
              <a:rect l="l" t="t" r="r" b="b"/>
              <a:pathLst>
                <a:path w="136" h="158" extrusionOk="0">
                  <a:moveTo>
                    <a:pt x="49" y="6"/>
                  </a:moveTo>
                  <a:cubicBezTo>
                    <a:pt x="28" y="6"/>
                    <a:pt x="6" y="11"/>
                    <a:pt x="17" y="38"/>
                  </a:cubicBezTo>
                  <a:cubicBezTo>
                    <a:pt x="28" y="54"/>
                    <a:pt x="44" y="71"/>
                    <a:pt x="60" y="81"/>
                  </a:cubicBezTo>
                  <a:cubicBezTo>
                    <a:pt x="82" y="108"/>
                    <a:pt x="114" y="125"/>
                    <a:pt x="136" y="152"/>
                  </a:cubicBezTo>
                  <a:cubicBezTo>
                    <a:pt x="136" y="152"/>
                    <a:pt x="136" y="157"/>
                    <a:pt x="130" y="157"/>
                  </a:cubicBezTo>
                  <a:cubicBezTo>
                    <a:pt x="120" y="152"/>
                    <a:pt x="103" y="141"/>
                    <a:pt x="93" y="130"/>
                  </a:cubicBezTo>
                  <a:cubicBezTo>
                    <a:pt x="66" y="108"/>
                    <a:pt x="44" y="92"/>
                    <a:pt x="28" y="71"/>
                  </a:cubicBezTo>
                  <a:cubicBezTo>
                    <a:pt x="17" y="54"/>
                    <a:pt x="1" y="38"/>
                    <a:pt x="6" y="22"/>
                  </a:cubicBezTo>
                  <a:cubicBezTo>
                    <a:pt x="6" y="0"/>
                    <a:pt x="33" y="0"/>
                    <a:pt x="49" y="0"/>
                  </a:cubicBezTo>
                  <a:cubicBezTo>
                    <a:pt x="49" y="0"/>
                    <a:pt x="49" y="6"/>
                    <a:pt x="4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0"/>
            <p:cNvSpPr/>
            <p:nvPr/>
          </p:nvSpPr>
          <p:spPr>
            <a:xfrm>
              <a:off x="5594195" y="2710201"/>
              <a:ext cx="20970" cy="17924"/>
            </a:xfrm>
            <a:custGeom>
              <a:avLst/>
              <a:gdLst/>
              <a:ahLst/>
              <a:cxnLst/>
              <a:rect l="l" t="t" r="r" b="b"/>
              <a:pathLst>
                <a:path w="234" h="200" extrusionOk="0">
                  <a:moveTo>
                    <a:pt x="233" y="5"/>
                  </a:moveTo>
                  <a:cubicBezTo>
                    <a:pt x="163" y="11"/>
                    <a:pt x="136" y="81"/>
                    <a:pt x="104" y="130"/>
                  </a:cubicBezTo>
                  <a:cubicBezTo>
                    <a:pt x="82" y="157"/>
                    <a:pt x="44" y="200"/>
                    <a:pt x="6" y="189"/>
                  </a:cubicBezTo>
                  <a:cubicBezTo>
                    <a:pt x="1" y="184"/>
                    <a:pt x="1" y="184"/>
                    <a:pt x="1" y="178"/>
                  </a:cubicBezTo>
                  <a:cubicBezTo>
                    <a:pt x="28" y="162"/>
                    <a:pt x="50" y="162"/>
                    <a:pt x="71" y="135"/>
                  </a:cubicBezTo>
                  <a:cubicBezTo>
                    <a:pt x="93" y="119"/>
                    <a:pt x="109" y="92"/>
                    <a:pt x="125" y="65"/>
                  </a:cubicBezTo>
                  <a:cubicBezTo>
                    <a:pt x="152" y="27"/>
                    <a:pt x="185" y="0"/>
                    <a:pt x="233" y="0"/>
                  </a:cubicBezTo>
                  <a:cubicBezTo>
                    <a:pt x="233" y="0"/>
                    <a:pt x="233" y="5"/>
                    <a:pt x="233"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0"/>
            <p:cNvSpPr/>
            <p:nvPr/>
          </p:nvSpPr>
          <p:spPr>
            <a:xfrm>
              <a:off x="5645545" y="2705361"/>
              <a:ext cx="2509" cy="5377"/>
            </a:xfrm>
            <a:custGeom>
              <a:avLst/>
              <a:gdLst/>
              <a:ahLst/>
              <a:cxnLst/>
              <a:rect l="l" t="t" r="r" b="b"/>
              <a:pathLst>
                <a:path w="28" h="60" extrusionOk="0">
                  <a:moveTo>
                    <a:pt x="22" y="5"/>
                  </a:moveTo>
                  <a:cubicBezTo>
                    <a:pt x="28" y="22"/>
                    <a:pt x="28" y="38"/>
                    <a:pt x="11" y="54"/>
                  </a:cubicBezTo>
                  <a:cubicBezTo>
                    <a:pt x="6" y="59"/>
                    <a:pt x="1" y="54"/>
                    <a:pt x="6" y="49"/>
                  </a:cubicBezTo>
                  <a:cubicBezTo>
                    <a:pt x="17" y="32"/>
                    <a:pt x="22" y="22"/>
                    <a:pt x="17" y="5"/>
                  </a:cubicBezTo>
                  <a:cubicBezTo>
                    <a:pt x="17" y="0"/>
                    <a:pt x="22" y="0"/>
                    <a:pt x="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0"/>
            <p:cNvSpPr/>
            <p:nvPr/>
          </p:nvSpPr>
          <p:spPr>
            <a:xfrm>
              <a:off x="5645097" y="2710201"/>
              <a:ext cx="4929" cy="5825"/>
            </a:xfrm>
            <a:custGeom>
              <a:avLst/>
              <a:gdLst/>
              <a:ahLst/>
              <a:cxnLst/>
              <a:rect l="l" t="t" r="r" b="b"/>
              <a:pathLst>
                <a:path w="55" h="65" extrusionOk="0">
                  <a:moveTo>
                    <a:pt x="16" y="0"/>
                  </a:moveTo>
                  <a:cubicBezTo>
                    <a:pt x="38" y="16"/>
                    <a:pt x="54" y="38"/>
                    <a:pt x="54" y="59"/>
                  </a:cubicBezTo>
                  <a:cubicBezTo>
                    <a:pt x="54" y="65"/>
                    <a:pt x="43" y="65"/>
                    <a:pt x="43" y="65"/>
                  </a:cubicBezTo>
                  <a:cubicBezTo>
                    <a:pt x="38" y="54"/>
                    <a:pt x="33" y="49"/>
                    <a:pt x="22" y="43"/>
                  </a:cubicBezTo>
                  <a:cubicBezTo>
                    <a:pt x="16" y="38"/>
                    <a:pt x="6" y="32"/>
                    <a:pt x="6" y="27"/>
                  </a:cubicBezTo>
                  <a:cubicBezTo>
                    <a:pt x="0" y="22"/>
                    <a:pt x="6" y="22"/>
                    <a:pt x="6" y="22"/>
                  </a:cubicBezTo>
                  <a:cubicBezTo>
                    <a:pt x="27" y="22"/>
                    <a:pt x="43" y="43"/>
                    <a:pt x="49" y="59"/>
                  </a:cubicBezTo>
                  <a:cubicBezTo>
                    <a:pt x="49" y="59"/>
                    <a:pt x="43" y="59"/>
                    <a:pt x="43" y="59"/>
                  </a:cubicBezTo>
                  <a:cubicBezTo>
                    <a:pt x="38" y="38"/>
                    <a:pt x="33" y="22"/>
                    <a:pt x="16" y="5"/>
                  </a:cubicBezTo>
                  <a:cubicBezTo>
                    <a:pt x="11" y="5"/>
                    <a:pt x="16" y="0"/>
                    <a:pt x="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0"/>
            <p:cNvSpPr/>
            <p:nvPr/>
          </p:nvSpPr>
          <p:spPr>
            <a:xfrm>
              <a:off x="5611671" y="2712082"/>
              <a:ext cx="34502" cy="16579"/>
            </a:xfrm>
            <a:custGeom>
              <a:avLst/>
              <a:gdLst/>
              <a:ahLst/>
              <a:cxnLst/>
              <a:rect l="l" t="t" r="r" b="b"/>
              <a:pathLst>
                <a:path w="385" h="185" extrusionOk="0">
                  <a:moveTo>
                    <a:pt x="379" y="6"/>
                  </a:moveTo>
                  <a:cubicBezTo>
                    <a:pt x="346" y="38"/>
                    <a:pt x="325" y="82"/>
                    <a:pt x="292" y="114"/>
                  </a:cubicBezTo>
                  <a:cubicBezTo>
                    <a:pt x="265" y="141"/>
                    <a:pt x="227" y="157"/>
                    <a:pt x="190" y="163"/>
                  </a:cubicBezTo>
                  <a:cubicBezTo>
                    <a:pt x="125" y="184"/>
                    <a:pt x="38" y="168"/>
                    <a:pt x="0" y="103"/>
                  </a:cubicBezTo>
                  <a:cubicBezTo>
                    <a:pt x="0" y="98"/>
                    <a:pt x="6" y="93"/>
                    <a:pt x="11" y="98"/>
                  </a:cubicBezTo>
                  <a:cubicBezTo>
                    <a:pt x="71" y="147"/>
                    <a:pt x="136" y="163"/>
                    <a:pt x="211" y="141"/>
                  </a:cubicBezTo>
                  <a:cubicBezTo>
                    <a:pt x="287" y="120"/>
                    <a:pt x="314" y="49"/>
                    <a:pt x="373" y="1"/>
                  </a:cubicBezTo>
                  <a:cubicBezTo>
                    <a:pt x="379" y="1"/>
                    <a:pt x="384" y="6"/>
                    <a:pt x="37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0"/>
            <p:cNvSpPr/>
            <p:nvPr/>
          </p:nvSpPr>
          <p:spPr>
            <a:xfrm>
              <a:off x="5608803" y="2719879"/>
              <a:ext cx="5377" cy="10664"/>
            </a:xfrm>
            <a:custGeom>
              <a:avLst/>
              <a:gdLst/>
              <a:ahLst/>
              <a:cxnLst/>
              <a:rect l="l" t="t" r="r" b="b"/>
              <a:pathLst>
                <a:path w="60" h="119" extrusionOk="0">
                  <a:moveTo>
                    <a:pt x="59" y="6"/>
                  </a:moveTo>
                  <a:cubicBezTo>
                    <a:pt x="43" y="27"/>
                    <a:pt x="32" y="43"/>
                    <a:pt x="27" y="65"/>
                  </a:cubicBezTo>
                  <a:cubicBezTo>
                    <a:pt x="27" y="81"/>
                    <a:pt x="27" y="108"/>
                    <a:pt x="11" y="119"/>
                  </a:cubicBezTo>
                  <a:cubicBezTo>
                    <a:pt x="5" y="119"/>
                    <a:pt x="5" y="119"/>
                    <a:pt x="5" y="119"/>
                  </a:cubicBezTo>
                  <a:cubicBezTo>
                    <a:pt x="0" y="97"/>
                    <a:pt x="11" y="70"/>
                    <a:pt x="16" y="54"/>
                  </a:cubicBezTo>
                  <a:cubicBezTo>
                    <a:pt x="22" y="33"/>
                    <a:pt x="32" y="11"/>
                    <a:pt x="54" y="0"/>
                  </a:cubicBezTo>
                  <a:cubicBezTo>
                    <a:pt x="54" y="0"/>
                    <a:pt x="59" y="0"/>
                    <a:pt x="5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0"/>
            <p:cNvSpPr/>
            <p:nvPr/>
          </p:nvSpPr>
          <p:spPr>
            <a:xfrm>
              <a:off x="5607817" y="2722299"/>
              <a:ext cx="1523" cy="7797"/>
            </a:xfrm>
            <a:custGeom>
              <a:avLst/>
              <a:gdLst/>
              <a:ahLst/>
              <a:cxnLst/>
              <a:rect l="l" t="t" r="r" b="b"/>
              <a:pathLst>
                <a:path w="17" h="87" extrusionOk="0">
                  <a:moveTo>
                    <a:pt x="6" y="6"/>
                  </a:moveTo>
                  <a:cubicBezTo>
                    <a:pt x="6" y="22"/>
                    <a:pt x="11" y="33"/>
                    <a:pt x="11" y="49"/>
                  </a:cubicBezTo>
                  <a:cubicBezTo>
                    <a:pt x="11" y="60"/>
                    <a:pt x="16" y="70"/>
                    <a:pt x="16" y="81"/>
                  </a:cubicBezTo>
                  <a:cubicBezTo>
                    <a:pt x="16" y="87"/>
                    <a:pt x="16" y="87"/>
                    <a:pt x="16" y="87"/>
                  </a:cubicBezTo>
                  <a:cubicBezTo>
                    <a:pt x="0" y="65"/>
                    <a:pt x="0" y="27"/>
                    <a:pt x="6" y="6"/>
                  </a:cubicBezTo>
                  <a:cubicBezTo>
                    <a:pt x="6" y="0"/>
                    <a:pt x="6" y="0"/>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0"/>
            <p:cNvSpPr/>
            <p:nvPr/>
          </p:nvSpPr>
          <p:spPr>
            <a:xfrm>
              <a:off x="5596615" y="2723195"/>
              <a:ext cx="12277" cy="4929"/>
            </a:xfrm>
            <a:custGeom>
              <a:avLst/>
              <a:gdLst/>
              <a:ahLst/>
              <a:cxnLst/>
              <a:rect l="l" t="t" r="r" b="b"/>
              <a:pathLst>
                <a:path w="137" h="55" extrusionOk="0">
                  <a:moveTo>
                    <a:pt x="131" y="6"/>
                  </a:moveTo>
                  <a:cubicBezTo>
                    <a:pt x="98" y="33"/>
                    <a:pt x="44" y="55"/>
                    <a:pt x="1" y="33"/>
                  </a:cubicBezTo>
                  <a:cubicBezTo>
                    <a:pt x="1" y="28"/>
                    <a:pt x="1" y="28"/>
                    <a:pt x="1" y="28"/>
                  </a:cubicBezTo>
                  <a:cubicBezTo>
                    <a:pt x="17" y="23"/>
                    <a:pt x="39" y="23"/>
                    <a:pt x="55" y="23"/>
                  </a:cubicBezTo>
                  <a:cubicBezTo>
                    <a:pt x="82" y="17"/>
                    <a:pt x="104" y="12"/>
                    <a:pt x="125" y="1"/>
                  </a:cubicBezTo>
                  <a:cubicBezTo>
                    <a:pt x="131" y="1"/>
                    <a:pt x="136" y="6"/>
                    <a:pt x="13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0"/>
            <p:cNvSpPr/>
            <p:nvPr/>
          </p:nvSpPr>
          <p:spPr>
            <a:xfrm>
              <a:off x="5624217" y="2702404"/>
              <a:ext cx="10306" cy="13174"/>
            </a:xfrm>
            <a:custGeom>
              <a:avLst/>
              <a:gdLst/>
              <a:ahLst/>
              <a:cxnLst/>
              <a:rect l="l" t="t" r="r" b="b"/>
              <a:pathLst>
                <a:path w="115" h="147" extrusionOk="0">
                  <a:moveTo>
                    <a:pt x="6" y="141"/>
                  </a:moveTo>
                  <a:cubicBezTo>
                    <a:pt x="71" y="125"/>
                    <a:pt x="77" y="55"/>
                    <a:pt x="104" y="1"/>
                  </a:cubicBezTo>
                  <a:cubicBezTo>
                    <a:pt x="104" y="1"/>
                    <a:pt x="109" y="1"/>
                    <a:pt x="109" y="6"/>
                  </a:cubicBezTo>
                  <a:cubicBezTo>
                    <a:pt x="114" y="38"/>
                    <a:pt x="93" y="71"/>
                    <a:pt x="82" y="98"/>
                  </a:cubicBezTo>
                  <a:cubicBezTo>
                    <a:pt x="66" y="119"/>
                    <a:pt x="39" y="146"/>
                    <a:pt x="6" y="146"/>
                  </a:cubicBezTo>
                  <a:cubicBezTo>
                    <a:pt x="1" y="146"/>
                    <a:pt x="1" y="141"/>
                    <a:pt x="6" y="1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0"/>
            <p:cNvSpPr/>
            <p:nvPr/>
          </p:nvSpPr>
          <p:spPr>
            <a:xfrm>
              <a:off x="5611222" y="2680179"/>
              <a:ext cx="16041" cy="19447"/>
            </a:xfrm>
            <a:custGeom>
              <a:avLst/>
              <a:gdLst/>
              <a:ahLst/>
              <a:cxnLst/>
              <a:rect l="l" t="t" r="r" b="b"/>
              <a:pathLst>
                <a:path w="179" h="217" extrusionOk="0">
                  <a:moveTo>
                    <a:pt x="5" y="0"/>
                  </a:moveTo>
                  <a:cubicBezTo>
                    <a:pt x="27" y="49"/>
                    <a:pt x="60" y="87"/>
                    <a:pt x="92" y="124"/>
                  </a:cubicBezTo>
                  <a:cubicBezTo>
                    <a:pt x="119" y="151"/>
                    <a:pt x="151" y="173"/>
                    <a:pt x="178" y="205"/>
                  </a:cubicBezTo>
                  <a:cubicBezTo>
                    <a:pt x="178" y="211"/>
                    <a:pt x="173" y="216"/>
                    <a:pt x="173" y="216"/>
                  </a:cubicBezTo>
                  <a:cubicBezTo>
                    <a:pt x="97" y="173"/>
                    <a:pt x="32" y="81"/>
                    <a:pt x="5" y="5"/>
                  </a:cubicBezTo>
                  <a:cubicBezTo>
                    <a:pt x="0" y="0"/>
                    <a:pt x="5" y="0"/>
                    <a:pt x="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0"/>
            <p:cNvSpPr/>
            <p:nvPr/>
          </p:nvSpPr>
          <p:spPr>
            <a:xfrm>
              <a:off x="5625202" y="2699984"/>
              <a:ext cx="3495" cy="6901"/>
            </a:xfrm>
            <a:custGeom>
              <a:avLst/>
              <a:gdLst/>
              <a:ahLst/>
              <a:cxnLst/>
              <a:rect l="l" t="t" r="r" b="b"/>
              <a:pathLst>
                <a:path w="39" h="77" extrusionOk="0">
                  <a:moveTo>
                    <a:pt x="28" y="6"/>
                  </a:moveTo>
                  <a:cubicBezTo>
                    <a:pt x="12" y="22"/>
                    <a:pt x="17" y="38"/>
                    <a:pt x="28" y="55"/>
                  </a:cubicBezTo>
                  <a:cubicBezTo>
                    <a:pt x="28" y="60"/>
                    <a:pt x="39" y="71"/>
                    <a:pt x="28" y="76"/>
                  </a:cubicBezTo>
                  <a:cubicBezTo>
                    <a:pt x="28" y="76"/>
                    <a:pt x="22" y="76"/>
                    <a:pt x="22" y="76"/>
                  </a:cubicBezTo>
                  <a:cubicBezTo>
                    <a:pt x="6" y="55"/>
                    <a:pt x="1" y="17"/>
                    <a:pt x="28" y="1"/>
                  </a:cubicBezTo>
                  <a:cubicBezTo>
                    <a:pt x="28" y="1"/>
                    <a:pt x="33" y="6"/>
                    <a:pt x="28"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0"/>
            <p:cNvSpPr/>
            <p:nvPr/>
          </p:nvSpPr>
          <p:spPr>
            <a:xfrm>
              <a:off x="5621797" y="2704375"/>
              <a:ext cx="5467" cy="9231"/>
            </a:xfrm>
            <a:custGeom>
              <a:avLst/>
              <a:gdLst/>
              <a:ahLst/>
              <a:cxnLst/>
              <a:rect l="l" t="t" r="r" b="b"/>
              <a:pathLst>
                <a:path w="61" h="103" extrusionOk="0">
                  <a:moveTo>
                    <a:pt x="55" y="27"/>
                  </a:moveTo>
                  <a:cubicBezTo>
                    <a:pt x="33" y="16"/>
                    <a:pt x="28" y="38"/>
                    <a:pt x="28" y="60"/>
                  </a:cubicBezTo>
                  <a:cubicBezTo>
                    <a:pt x="28" y="65"/>
                    <a:pt x="33" y="76"/>
                    <a:pt x="39" y="81"/>
                  </a:cubicBezTo>
                  <a:cubicBezTo>
                    <a:pt x="39" y="87"/>
                    <a:pt x="44" y="92"/>
                    <a:pt x="39" y="97"/>
                  </a:cubicBezTo>
                  <a:cubicBezTo>
                    <a:pt x="39" y="97"/>
                    <a:pt x="39" y="97"/>
                    <a:pt x="39" y="97"/>
                  </a:cubicBezTo>
                  <a:cubicBezTo>
                    <a:pt x="17" y="103"/>
                    <a:pt x="1" y="0"/>
                    <a:pt x="55" y="22"/>
                  </a:cubicBezTo>
                  <a:cubicBezTo>
                    <a:pt x="60" y="22"/>
                    <a:pt x="60" y="27"/>
                    <a:pt x="55"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0"/>
            <p:cNvSpPr/>
            <p:nvPr/>
          </p:nvSpPr>
          <p:spPr>
            <a:xfrm>
              <a:off x="5610685" y="2690306"/>
              <a:ext cx="13173" cy="15593"/>
            </a:xfrm>
            <a:custGeom>
              <a:avLst/>
              <a:gdLst/>
              <a:ahLst/>
              <a:cxnLst/>
              <a:rect l="l" t="t" r="r" b="b"/>
              <a:pathLst>
                <a:path w="147" h="174" extrusionOk="0">
                  <a:moveTo>
                    <a:pt x="1" y="1"/>
                  </a:moveTo>
                  <a:cubicBezTo>
                    <a:pt x="22" y="28"/>
                    <a:pt x="44" y="60"/>
                    <a:pt x="66" y="92"/>
                  </a:cubicBezTo>
                  <a:cubicBezTo>
                    <a:pt x="87" y="119"/>
                    <a:pt x="120" y="141"/>
                    <a:pt x="141" y="168"/>
                  </a:cubicBezTo>
                  <a:cubicBezTo>
                    <a:pt x="147" y="168"/>
                    <a:pt x="141" y="173"/>
                    <a:pt x="141" y="173"/>
                  </a:cubicBezTo>
                  <a:cubicBezTo>
                    <a:pt x="103" y="163"/>
                    <a:pt x="76" y="130"/>
                    <a:pt x="55" y="103"/>
                  </a:cubicBezTo>
                  <a:cubicBezTo>
                    <a:pt x="33" y="71"/>
                    <a:pt x="17" y="38"/>
                    <a:pt x="1" y="1"/>
                  </a:cubicBezTo>
                  <a:cubicBezTo>
                    <a:pt x="1" y="1"/>
                    <a:pt x="1" y="1"/>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0"/>
            <p:cNvSpPr/>
            <p:nvPr/>
          </p:nvSpPr>
          <p:spPr>
            <a:xfrm>
              <a:off x="5612656" y="2701956"/>
              <a:ext cx="5915" cy="5377"/>
            </a:xfrm>
            <a:custGeom>
              <a:avLst/>
              <a:gdLst/>
              <a:ahLst/>
              <a:cxnLst/>
              <a:rect l="l" t="t" r="r" b="b"/>
              <a:pathLst>
                <a:path w="66" h="60" extrusionOk="0">
                  <a:moveTo>
                    <a:pt x="11" y="0"/>
                  </a:moveTo>
                  <a:cubicBezTo>
                    <a:pt x="27" y="22"/>
                    <a:pt x="49" y="38"/>
                    <a:pt x="65" y="60"/>
                  </a:cubicBezTo>
                  <a:cubicBezTo>
                    <a:pt x="65" y="60"/>
                    <a:pt x="65" y="60"/>
                    <a:pt x="65" y="60"/>
                  </a:cubicBezTo>
                  <a:cubicBezTo>
                    <a:pt x="44" y="43"/>
                    <a:pt x="22" y="27"/>
                    <a:pt x="6" y="6"/>
                  </a:cubicBezTo>
                  <a:cubicBezTo>
                    <a:pt x="0" y="6"/>
                    <a:pt x="6" y="0"/>
                    <a:pt x="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0"/>
            <p:cNvSpPr/>
            <p:nvPr/>
          </p:nvSpPr>
          <p:spPr>
            <a:xfrm>
              <a:off x="5645097" y="2700432"/>
              <a:ext cx="6363" cy="5467"/>
            </a:xfrm>
            <a:custGeom>
              <a:avLst/>
              <a:gdLst/>
              <a:ahLst/>
              <a:cxnLst/>
              <a:rect l="l" t="t" r="r" b="b"/>
              <a:pathLst>
                <a:path w="71" h="61" extrusionOk="0">
                  <a:moveTo>
                    <a:pt x="33" y="55"/>
                  </a:moveTo>
                  <a:cubicBezTo>
                    <a:pt x="43" y="55"/>
                    <a:pt x="54" y="50"/>
                    <a:pt x="60" y="44"/>
                  </a:cubicBezTo>
                  <a:cubicBezTo>
                    <a:pt x="65" y="44"/>
                    <a:pt x="65" y="50"/>
                    <a:pt x="65" y="50"/>
                  </a:cubicBezTo>
                  <a:cubicBezTo>
                    <a:pt x="54" y="55"/>
                    <a:pt x="43" y="50"/>
                    <a:pt x="33" y="50"/>
                  </a:cubicBezTo>
                  <a:cubicBezTo>
                    <a:pt x="27" y="50"/>
                    <a:pt x="22" y="44"/>
                    <a:pt x="27" y="44"/>
                  </a:cubicBezTo>
                  <a:cubicBezTo>
                    <a:pt x="38" y="33"/>
                    <a:pt x="43" y="17"/>
                    <a:pt x="43" y="6"/>
                  </a:cubicBezTo>
                  <a:cubicBezTo>
                    <a:pt x="43" y="6"/>
                    <a:pt x="49" y="6"/>
                    <a:pt x="49" y="12"/>
                  </a:cubicBezTo>
                  <a:lnTo>
                    <a:pt x="43" y="12"/>
                  </a:lnTo>
                  <a:cubicBezTo>
                    <a:pt x="49" y="12"/>
                    <a:pt x="49" y="6"/>
                    <a:pt x="49" y="6"/>
                  </a:cubicBezTo>
                  <a:cubicBezTo>
                    <a:pt x="43" y="17"/>
                    <a:pt x="38" y="28"/>
                    <a:pt x="27" y="33"/>
                  </a:cubicBezTo>
                  <a:cubicBezTo>
                    <a:pt x="22" y="39"/>
                    <a:pt x="11" y="44"/>
                    <a:pt x="0" y="39"/>
                  </a:cubicBezTo>
                  <a:cubicBezTo>
                    <a:pt x="0" y="33"/>
                    <a:pt x="0" y="33"/>
                    <a:pt x="0" y="33"/>
                  </a:cubicBezTo>
                  <a:cubicBezTo>
                    <a:pt x="6" y="28"/>
                    <a:pt x="6" y="28"/>
                    <a:pt x="11" y="28"/>
                  </a:cubicBezTo>
                  <a:cubicBezTo>
                    <a:pt x="16" y="28"/>
                    <a:pt x="22" y="23"/>
                    <a:pt x="27" y="23"/>
                  </a:cubicBezTo>
                  <a:cubicBezTo>
                    <a:pt x="38" y="17"/>
                    <a:pt x="38" y="12"/>
                    <a:pt x="43" y="1"/>
                  </a:cubicBezTo>
                  <a:cubicBezTo>
                    <a:pt x="43" y="1"/>
                    <a:pt x="49" y="1"/>
                    <a:pt x="49" y="1"/>
                  </a:cubicBezTo>
                  <a:cubicBezTo>
                    <a:pt x="54" y="1"/>
                    <a:pt x="54" y="1"/>
                    <a:pt x="54" y="6"/>
                  </a:cubicBezTo>
                  <a:cubicBezTo>
                    <a:pt x="54" y="23"/>
                    <a:pt x="49" y="39"/>
                    <a:pt x="38" y="50"/>
                  </a:cubicBezTo>
                  <a:cubicBezTo>
                    <a:pt x="33" y="50"/>
                    <a:pt x="33" y="44"/>
                    <a:pt x="33" y="44"/>
                  </a:cubicBezTo>
                  <a:cubicBezTo>
                    <a:pt x="43" y="39"/>
                    <a:pt x="54" y="44"/>
                    <a:pt x="65" y="44"/>
                  </a:cubicBezTo>
                  <a:cubicBezTo>
                    <a:pt x="65" y="44"/>
                    <a:pt x="70" y="50"/>
                    <a:pt x="65" y="50"/>
                  </a:cubicBezTo>
                  <a:cubicBezTo>
                    <a:pt x="60" y="60"/>
                    <a:pt x="49" y="60"/>
                    <a:pt x="33" y="60"/>
                  </a:cubicBezTo>
                  <a:cubicBezTo>
                    <a:pt x="33" y="60"/>
                    <a:pt x="33" y="55"/>
                    <a:pt x="33" y="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0"/>
            <p:cNvSpPr/>
            <p:nvPr/>
          </p:nvSpPr>
          <p:spPr>
            <a:xfrm>
              <a:off x="5627622" y="2667095"/>
              <a:ext cx="14607" cy="37370"/>
            </a:xfrm>
            <a:custGeom>
              <a:avLst/>
              <a:gdLst/>
              <a:ahLst/>
              <a:cxnLst/>
              <a:rect l="l" t="t" r="r" b="b"/>
              <a:pathLst>
                <a:path w="163" h="417" extrusionOk="0">
                  <a:moveTo>
                    <a:pt x="98" y="411"/>
                  </a:moveTo>
                  <a:cubicBezTo>
                    <a:pt x="163" y="368"/>
                    <a:pt x="71" y="243"/>
                    <a:pt x="49" y="195"/>
                  </a:cubicBezTo>
                  <a:cubicBezTo>
                    <a:pt x="22" y="141"/>
                    <a:pt x="1" y="70"/>
                    <a:pt x="12" y="6"/>
                  </a:cubicBezTo>
                  <a:cubicBezTo>
                    <a:pt x="17" y="0"/>
                    <a:pt x="28" y="0"/>
                    <a:pt x="28" y="11"/>
                  </a:cubicBezTo>
                  <a:cubicBezTo>
                    <a:pt x="33" y="60"/>
                    <a:pt x="33" y="108"/>
                    <a:pt x="55" y="162"/>
                  </a:cubicBezTo>
                  <a:cubicBezTo>
                    <a:pt x="71" y="200"/>
                    <a:pt x="98" y="243"/>
                    <a:pt x="114" y="281"/>
                  </a:cubicBezTo>
                  <a:cubicBezTo>
                    <a:pt x="130" y="319"/>
                    <a:pt x="147" y="395"/>
                    <a:pt x="98" y="416"/>
                  </a:cubicBezTo>
                  <a:cubicBezTo>
                    <a:pt x="98" y="416"/>
                    <a:pt x="93" y="411"/>
                    <a:pt x="98" y="4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0"/>
            <p:cNvSpPr/>
            <p:nvPr/>
          </p:nvSpPr>
          <p:spPr>
            <a:xfrm>
              <a:off x="5624217" y="2668977"/>
              <a:ext cx="4481" cy="9768"/>
            </a:xfrm>
            <a:custGeom>
              <a:avLst/>
              <a:gdLst/>
              <a:ahLst/>
              <a:cxnLst/>
              <a:rect l="l" t="t" r="r" b="b"/>
              <a:pathLst>
                <a:path w="50" h="109" extrusionOk="0">
                  <a:moveTo>
                    <a:pt x="50" y="1"/>
                  </a:moveTo>
                  <a:cubicBezTo>
                    <a:pt x="39" y="17"/>
                    <a:pt x="28" y="39"/>
                    <a:pt x="23" y="55"/>
                  </a:cubicBezTo>
                  <a:cubicBezTo>
                    <a:pt x="17" y="71"/>
                    <a:pt x="17" y="93"/>
                    <a:pt x="12" y="109"/>
                  </a:cubicBezTo>
                  <a:cubicBezTo>
                    <a:pt x="12" y="109"/>
                    <a:pt x="6" y="109"/>
                    <a:pt x="6" y="109"/>
                  </a:cubicBezTo>
                  <a:cubicBezTo>
                    <a:pt x="1" y="87"/>
                    <a:pt x="6" y="66"/>
                    <a:pt x="12" y="55"/>
                  </a:cubicBezTo>
                  <a:cubicBezTo>
                    <a:pt x="23" y="33"/>
                    <a:pt x="33" y="17"/>
                    <a:pt x="50" y="1"/>
                  </a:cubicBezTo>
                  <a:cubicBezTo>
                    <a:pt x="50" y="1"/>
                    <a:pt x="50" y="1"/>
                    <a:pt x="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0"/>
            <p:cNvSpPr/>
            <p:nvPr/>
          </p:nvSpPr>
          <p:spPr>
            <a:xfrm>
              <a:off x="5620363" y="2672920"/>
              <a:ext cx="5915" cy="13084"/>
            </a:xfrm>
            <a:custGeom>
              <a:avLst/>
              <a:gdLst/>
              <a:ahLst/>
              <a:cxnLst/>
              <a:rect l="l" t="t" r="r" b="b"/>
              <a:pathLst>
                <a:path w="66" h="146" extrusionOk="0">
                  <a:moveTo>
                    <a:pt x="66" y="11"/>
                  </a:moveTo>
                  <a:cubicBezTo>
                    <a:pt x="39" y="22"/>
                    <a:pt x="28" y="49"/>
                    <a:pt x="22" y="70"/>
                  </a:cubicBezTo>
                  <a:cubicBezTo>
                    <a:pt x="17" y="86"/>
                    <a:pt x="17" y="97"/>
                    <a:pt x="17" y="108"/>
                  </a:cubicBezTo>
                  <a:cubicBezTo>
                    <a:pt x="17" y="124"/>
                    <a:pt x="28" y="130"/>
                    <a:pt x="28" y="146"/>
                  </a:cubicBezTo>
                  <a:cubicBezTo>
                    <a:pt x="28" y="146"/>
                    <a:pt x="28" y="146"/>
                    <a:pt x="22" y="146"/>
                  </a:cubicBezTo>
                  <a:cubicBezTo>
                    <a:pt x="1" y="135"/>
                    <a:pt x="6" y="92"/>
                    <a:pt x="12" y="70"/>
                  </a:cubicBezTo>
                  <a:cubicBezTo>
                    <a:pt x="17" y="43"/>
                    <a:pt x="33" y="11"/>
                    <a:pt x="60" y="0"/>
                  </a:cubicBezTo>
                  <a:cubicBezTo>
                    <a:pt x="66" y="0"/>
                    <a:pt x="66" y="5"/>
                    <a:pt x="60"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0"/>
            <p:cNvSpPr/>
            <p:nvPr/>
          </p:nvSpPr>
          <p:spPr>
            <a:xfrm>
              <a:off x="5630042" y="2687438"/>
              <a:ext cx="2061" cy="1972"/>
            </a:xfrm>
            <a:custGeom>
              <a:avLst/>
              <a:gdLst/>
              <a:ahLst/>
              <a:cxnLst/>
              <a:rect l="l" t="t" r="r" b="b"/>
              <a:pathLst>
                <a:path w="23" h="22" extrusionOk="0">
                  <a:moveTo>
                    <a:pt x="6" y="6"/>
                  </a:moveTo>
                  <a:cubicBezTo>
                    <a:pt x="12" y="11"/>
                    <a:pt x="17" y="11"/>
                    <a:pt x="17" y="16"/>
                  </a:cubicBezTo>
                  <a:cubicBezTo>
                    <a:pt x="22" y="22"/>
                    <a:pt x="17" y="22"/>
                    <a:pt x="17" y="22"/>
                  </a:cubicBezTo>
                  <a:cubicBezTo>
                    <a:pt x="12" y="16"/>
                    <a:pt x="6" y="11"/>
                    <a:pt x="1" y="6"/>
                  </a:cubicBezTo>
                  <a:cubicBezTo>
                    <a:pt x="1" y="6"/>
                    <a:pt x="6" y="0"/>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0"/>
            <p:cNvSpPr/>
            <p:nvPr/>
          </p:nvSpPr>
          <p:spPr>
            <a:xfrm>
              <a:off x="5644559" y="2707243"/>
              <a:ext cx="1075" cy="1075"/>
            </a:xfrm>
            <a:custGeom>
              <a:avLst/>
              <a:gdLst/>
              <a:ahLst/>
              <a:cxnLst/>
              <a:rect l="l" t="t" r="r" b="b"/>
              <a:pathLst>
                <a:path w="12" h="12" extrusionOk="0">
                  <a:moveTo>
                    <a:pt x="1" y="11"/>
                  </a:moveTo>
                  <a:cubicBezTo>
                    <a:pt x="1" y="11"/>
                    <a:pt x="1" y="6"/>
                    <a:pt x="1" y="6"/>
                  </a:cubicBezTo>
                  <a:cubicBezTo>
                    <a:pt x="1" y="6"/>
                    <a:pt x="1" y="1"/>
                    <a:pt x="1" y="1"/>
                  </a:cubicBezTo>
                  <a:lnTo>
                    <a:pt x="6" y="1"/>
                  </a:lnTo>
                  <a:cubicBezTo>
                    <a:pt x="6" y="1"/>
                    <a:pt x="6" y="1"/>
                    <a:pt x="6" y="1"/>
                  </a:cubicBezTo>
                  <a:lnTo>
                    <a:pt x="6" y="1"/>
                  </a:lnTo>
                  <a:cubicBezTo>
                    <a:pt x="6" y="1"/>
                    <a:pt x="12" y="6"/>
                    <a:pt x="12" y="6"/>
                  </a:cubicBezTo>
                  <a:lnTo>
                    <a:pt x="12" y="11"/>
                  </a:lnTo>
                  <a:cubicBezTo>
                    <a:pt x="12" y="11"/>
                    <a:pt x="1" y="11"/>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0"/>
            <p:cNvSpPr/>
            <p:nvPr/>
          </p:nvSpPr>
          <p:spPr>
            <a:xfrm>
              <a:off x="5678972" y="2681613"/>
              <a:ext cx="4481" cy="14608"/>
            </a:xfrm>
            <a:custGeom>
              <a:avLst/>
              <a:gdLst/>
              <a:ahLst/>
              <a:cxnLst/>
              <a:rect l="l" t="t" r="r" b="b"/>
              <a:pathLst>
                <a:path w="50" h="163" extrusionOk="0">
                  <a:moveTo>
                    <a:pt x="11" y="157"/>
                  </a:moveTo>
                  <a:cubicBezTo>
                    <a:pt x="6" y="119"/>
                    <a:pt x="0" y="33"/>
                    <a:pt x="38" y="6"/>
                  </a:cubicBezTo>
                  <a:cubicBezTo>
                    <a:pt x="44" y="0"/>
                    <a:pt x="49" y="6"/>
                    <a:pt x="49" y="11"/>
                  </a:cubicBezTo>
                  <a:cubicBezTo>
                    <a:pt x="44" y="38"/>
                    <a:pt x="27" y="60"/>
                    <a:pt x="27" y="87"/>
                  </a:cubicBezTo>
                  <a:cubicBezTo>
                    <a:pt x="22" y="108"/>
                    <a:pt x="27" y="135"/>
                    <a:pt x="22" y="157"/>
                  </a:cubicBezTo>
                  <a:cubicBezTo>
                    <a:pt x="22" y="162"/>
                    <a:pt x="17" y="162"/>
                    <a:pt x="11" y="1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0"/>
            <p:cNvSpPr/>
            <p:nvPr/>
          </p:nvSpPr>
          <p:spPr>
            <a:xfrm>
              <a:off x="5696357" y="2669963"/>
              <a:ext cx="6900" cy="17565"/>
            </a:xfrm>
            <a:custGeom>
              <a:avLst/>
              <a:gdLst/>
              <a:ahLst/>
              <a:cxnLst/>
              <a:rect l="l" t="t" r="r" b="b"/>
              <a:pathLst>
                <a:path w="77" h="196" extrusionOk="0">
                  <a:moveTo>
                    <a:pt x="28" y="6"/>
                  </a:moveTo>
                  <a:cubicBezTo>
                    <a:pt x="12" y="71"/>
                    <a:pt x="28" y="125"/>
                    <a:pt x="71" y="179"/>
                  </a:cubicBezTo>
                  <a:cubicBezTo>
                    <a:pt x="77" y="184"/>
                    <a:pt x="71" y="195"/>
                    <a:pt x="60" y="184"/>
                  </a:cubicBezTo>
                  <a:cubicBezTo>
                    <a:pt x="6" y="146"/>
                    <a:pt x="1" y="65"/>
                    <a:pt x="17" y="1"/>
                  </a:cubicBezTo>
                  <a:cubicBezTo>
                    <a:pt x="23" y="1"/>
                    <a:pt x="28" y="1"/>
                    <a:pt x="2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0"/>
            <p:cNvSpPr/>
            <p:nvPr/>
          </p:nvSpPr>
          <p:spPr>
            <a:xfrm>
              <a:off x="5694924" y="2674354"/>
              <a:ext cx="6363" cy="15056"/>
            </a:xfrm>
            <a:custGeom>
              <a:avLst/>
              <a:gdLst/>
              <a:ahLst/>
              <a:cxnLst/>
              <a:rect l="l" t="t" r="r" b="b"/>
              <a:pathLst>
                <a:path w="71" h="168" extrusionOk="0">
                  <a:moveTo>
                    <a:pt x="17" y="6"/>
                  </a:moveTo>
                  <a:cubicBezTo>
                    <a:pt x="22" y="33"/>
                    <a:pt x="22" y="60"/>
                    <a:pt x="28" y="81"/>
                  </a:cubicBezTo>
                  <a:cubicBezTo>
                    <a:pt x="28" y="97"/>
                    <a:pt x="33" y="108"/>
                    <a:pt x="39" y="125"/>
                  </a:cubicBezTo>
                  <a:cubicBezTo>
                    <a:pt x="44" y="135"/>
                    <a:pt x="60" y="141"/>
                    <a:pt x="71" y="157"/>
                  </a:cubicBezTo>
                  <a:cubicBezTo>
                    <a:pt x="71" y="157"/>
                    <a:pt x="71" y="168"/>
                    <a:pt x="66" y="168"/>
                  </a:cubicBezTo>
                  <a:cubicBezTo>
                    <a:pt x="1" y="157"/>
                    <a:pt x="6" y="54"/>
                    <a:pt x="6" y="6"/>
                  </a:cubicBezTo>
                  <a:cubicBezTo>
                    <a:pt x="6" y="0"/>
                    <a:pt x="17" y="0"/>
                    <a:pt x="17"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0"/>
            <p:cNvSpPr/>
            <p:nvPr/>
          </p:nvSpPr>
          <p:spPr>
            <a:xfrm>
              <a:off x="5569551" y="2696579"/>
              <a:ext cx="10754" cy="3943"/>
            </a:xfrm>
            <a:custGeom>
              <a:avLst/>
              <a:gdLst/>
              <a:ahLst/>
              <a:cxnLst/>
              <a:rect l="l" t="t" r="r" b="b"/>
              <a:pathLst>
                <a:path w="120" h="44" extrusionOk="0">
                  <a:moveTo>
                    <a:pt x="6" y="28"/>
                  </a:moveTo>
                  <a:cubicBezTo>
                    <a:pt x="38" y="17"/>
                    <a:pt x="87" y="1"/>
                    <a:pt x="114" y="28"/>
                  </a:cubicBezTo>
                  <a:cubicBezTo>
                    <a:pt x="119" y="33"/>
                    <a:pt x="114" y="44"/>
                    <a:pt x="103" y="39"/>
                  </a:cubicBezTo>
                  <a:cubicBezTo>
                    <a:pt x="92" y="39"/>
                    <a:pt x="76" y="33"/>
                    <a:pt x="60" y="28"/>
                  </a:cubicBezTo>
                  <a:cubicBezTo>
                    <a:pt x="44" y="28"/>
                    <a:pt x="27" y="28"/>
                    <a:pt x="11" y="33"/>
                  </a:cubicBezTo>
                  <a:cubicBezTo>
                    <a:pt x="6" y="33"/>
                    <a:pt x="0" y="28"/>
                    <a:pt x="6"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0"/>
            <p:cNvSpPr/>
            <p:nvPr/>
          </p:nvSpPr>
          <p:spPr>
            <a:xfrm>
              <a:off x="5699315" y="2652577"/>
              <a:ext cx="6811" cy="7349"/>
            </a:xfrm>
            <a:custGeom>
              <a:avLst/>
              <a:gdLst/>
              <a:ahLst/>
              <a:cxnLst/>
              <a:rect l="l" t="t" r="r" b="b"/>
              <a:pathLst>
                <a:path w="76" h="82" extrusionOk="0">
                  <a:moveTo>
                    <a:pt x="76" y="6"/>
                  </a:moveTo>
                  <a:cubicBezTo>
                    <a:pt x="76" y="22"/>
                    <a:pt x="65" y="38"/>
                    <a:pt x="54" y="49"/>
                  </a:cubicBezTo>
                  <a:cubicBezTo>
                    <a:pt x="44" y="60"/>
                    <a:pt x="27" y="81"/>
                    <a:pt x="6" y="81"/>
                  </a:cubicBezTo>
                  <a:cubicBezTo>
                    <a:pt x="6" y="81"/>
                    <a:pt x="0" y="76"/>
                    <a:pt x="6" y="76"/>
                  </a:cubicBezTo>
                  <a:cubicBezTo>
                    <a:pt x="11" y="60"/>
                    <a:pt x="27" y="54"/>
                    <a:pt x="38" y="43"/>
                  </a:cubicBezTo>
                  <a:cubicBezTo>
                    <a:pt x="49" y="33"/>
                    <a:pt x="60" y="22"/>
                    <a:pt x="65" y="6"/>
                  </a:cubicBezTo>
                  <a:cubicBezTo>
                    <a:pt x="65" y="0"/>
                    <a:pt x="76" y="0"/>
                    <a:pt x="7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0"/>
            <p:cNvSpPr/>
            <p:nvPr/>
          </p:nvSpPr>
          <p:spPr>
            <a:xfrm>
              <a:off x="5698329" y="2650157"/>
              <a:ext cx="5377" cy="7349"/>
            </a:xfrm>
            <a:custGeom>
              <a:avLst/>
              <a:gdLst/>
              <a:ahLst/>
              <a:cxnLst/>
              <a:rect l="l" t="t" r="r" b="b"/>
              <a:pathLst>
                <a:path w="60" h="82" extrusionOk="0">
                  <a:moveTo>
                    <a:pt x="60" y="11"/>
                  </a:moveTo>
                  <a:cubicBezTo>
                    <a:pt x="55" y="27"/>
                    <a:pt x="49" y="38"/>
                    <a:pt x="38" y="49"/>
                  </a:cubicBezTo>
                  <a:cubicBezTo>
                    <a:pt x="33" y="60"/>
                    <a:pt x="17" y="76"/>
                    <a:pt x="6" y="76"/>
                  </a:cubicBezTo>
                  <a:cubicBezTo>
                    <a:pt x="1" y="81"/>
                    <a:pt x="1" y="76"/>
                    <a:pt x="1" y="70"/>
                  </a:cubicBezTo>
                  <a:cubicBezTo>
                    <a:pt x="6" y="60"/>
                    <a:pt x="17" y="54"/>
                    <a:pt x="28" y="49"/>
                  </a:cubicBezTo>
                  <a:cubicBezTo>
                    <a:pt x="38" y="38"/>
                    <a:pt x="49" y="22"/>
                    <a:pt x="55" y="6"/>
                  </a:cubicBezTo>
                  <a:cubicBezTo>
                    <a:pt x="55" y="0"/>
                    <a:pt x="60" y="6"/>
                    <a:pt x="60"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0"/>
            <p:cNvSpPr/>
            <p:nvPr/>
          </p:nvSpPr>
          <p:spPr>
            <a:xfrm>
              <a:off x="5697343" y="2645766"/>
              <a:ext cx="5467" cy="7349"/>
            </a:xfrm>
            <a:custGeom>
              <a:avLst/>
              <a:gdLst/>
              <a:ahLst/>
              <a:cxnLst/>
              <a:rect l="l" t="t" r="r" b="b"/>
              <a:pathLst>
                <a:path w="61" h="82" extrusionOk="0">
                  <a:moveTo>
                    <a:pt x="60" y="11"/>
                  </a:moveTo>
                  <a:cubicBezTo>
                    <a:pt x="55" y="27"/>
                    <a:pt x="49" y="44"/>
                    <a:pt x="39" y="55"/>
                  </a:cubicBezTo>
                  <a:cubicBezTo>
                    <a:pt x="33" y="65"/>
                    <a:pt x="22" y="82"/>
                    <a:pt x="6" y="82"/>
                  </a:cubicBezTo>
                  <a:cubicBezTo>
                    <a:pt x="1" y="82"/>
                    <a:pt x="1" y="76"/>
                    <a:pt x="1" y="76"/>
                  </a:cubicBezTo>
                  <a:cubicBezTo>
                    <a:pt x="6" y="65"/>
                    <a:pt x="17" y="60"/>
                    <a:pt x="22" y="49"/>
                  </a:cubicBezTo>
                  <a:cubicBezTo>
                    <a:pt x="33" y="38"/>
                    <a:pt x="44" y="27"/>
                    <a:pt x="44" y="11"/>
                  </a:cubicBezTo>
                  <a:cubicBezTo>
                    <a:pt x="49" y="0"/>
                    <a:pt x="60" y="6"/>
                    <a:pt x="55"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0"/>
            <p:cNvSpPr/>
            <p:nvPr/>
          </p:nvSpPr>
          <p:spPr>
            <a:xfrm>
              <a:off x="5696895" y="2643794"/>
              <a:ext cx="2957" cy="3495"/>
            </a:xfrm>
            <a:custGeom>
              <a:avLst/>
              <a:gdLst/>
              <a:ahLst/>
              <a:cxnLst/>
              <a:rect l="l" t="t" r="r" b="b"/>
              <a:pathLst>
                <a:path w="33" h="39" extrusionOk="0">
                  <a:moveTo>
                    <a:pt x="33" y="6"/>
                  </a:moveTo>
                  <a:cubicBezTo>
                    <a:pt x="27" y="17"/>
                    <a:pt x="17" y="33"/>
                    <a:pt x="6" y="39"/>
                  </a:cubicBezTo>
                  <a:cubicBezTo>
                    <a:pt x="6" y="39"/>
                    <a:pt x="0" y="39"/>
                    <a:pt x="6" y="33"/>
                  </a:cubicBezTo>
                  <a:cubicBezTo>
                    <a:pt x="11" y="28"/>
                    <a:pt x="22" y="17"/>
                    <a:pt x="27" y="6"/>
                  </a:cubicBezTo>
                  <a:cubicBezTo>
                    <a:pt x="33" y="1"/>
                    <a:pt x="33" y="6"/>
                    <a:pt x="33"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0"/>
            <p:cNvSpPr/>
            <p:nvPr/>
          </p:nvSpPr>
          <p:spPr>
            <a:xfrm>
              <a:off x="5753980" y="2770154"/>
              <a:ext cx="6900" cy="7438"/>
            </a:xfrm>
            <a:custGeom>
              <a:avLst/>
              <a:gdLst/>
              <a:ahLst/>
              <a:cxnLst/>
              <a:rect l="l" t="t" r="r" b="b"/>
              <a:pathLst>
                <a:path w="77" h="83" extrusionOk="0">
                  <a:moveTo>
                    <a:pt x="71" y="12"/>
                  </a:moveTo>
                  <a:cubicBezTo>
                    <a:pt x="66" y="28"/>
                    <a:pt x="55" y="39"/>
                    <a:pt x="44" y="55"/>
                  </a:cubicBezTo>
                  <a:cubicBezTo>
                    <a:pt x="39" y="66"/>
                    <a:pt x="22" y="82"/>
                    <a:pt x="6" y="77"/>
                  </a:cubicBezTo>
                  <a:cubicBezTo>
                    <a:pt x="6" y="77"/>
                    <a:pt x="1" y="77"/>
                    <a:pt x="6" y="71"/>
                  </a:cubicBezTo>
                  <a:cubicBezTo>
                    <a:pt x="6" y="60"/>
                    <a:pt x="22" y="55"/>
                    <a:pt x="33" y="44"/>
                  </a:cubicBezTo>
                  <a:cubicBezTo>
                    <a:pt x="44" y="33"/>
                    <a:pt x="55" y="23"/>
                    <a:pt x="66" y="6"/>
                  </a:cubicBezTo>
                  <a:cubicBezTo>
                    <a:pt x="66" y="1"/>
                    <a:pt x="77" y="6"/>
                    <a:pt x="7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0"/>
            <p:cNvSpPr/>
            <p:nvPr/>
          </p:nvSpPr>
          <p:spPr>
            <a:xfrm>
              <a:off x="5752546" y="2767287"/>
              <a:ext cx="5467" cy="7349"/>
            </a:xfrm>
            <a:custGeom>
              <a:avLst/>
              <a:gdLst/>
              <a:ahLst/>
              <a:cxnLst/>
              <a:rect l="l" t="t" r="r" b="b"/>
              <a:pathLst>
                <a:path w="61" h="82" extrusionOk="0">
                  <a:moveTo>
                    <a:pt x="60" y="11"/>
                  </a:moveTo>
                  <a:cubicBezTo>
                    <a:pt x="55" y="28"/>
                    <a:pt x="49" y="38"/>
                    <a:pt x="38" y="55"/>
                  </a:cubicBezTo>
                  <a:cubicBezTo>
                    <a:pt x="33" y="65"/>
                    <a:pt x="22" y="82"/>
                    <a:pt x="6" y="82"/>
                  </a:cubicBezTo>
                  <a:cubicBezTo>
                    <a:pt x="6" y="82"/>
                    <a:pt x="1" y="76"/>
                    <a:pt x="1" y="76"/>
                  </a:cubicBezTo>
                  <a:cubicBezTo>
                    <a:pt x="6" y="65"/>
                    <a:pt x="22" y="60"/>
                    <a:pt x="28" y="49"/>
                  </a:cubicBezTo>
                  <a:cubicBezTo>
                    <a:pt x="38" y="38"/>
                    <a:pt x="44" y="22"/>
                    <a:pt x="49" y="6"/>
                  </a:cubicBezTo>
                  <a:cubicBezTo>
                    <a:pt x="49" y="1"/>
                    <a:pt x="60" y="6"/>
                    <a:pt x="60"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0"/>
            <p:cNvSpPr/>
            <p:nvPr/>
          </p:nvSpPr>
          <p:spPr>
            <a:xfrm>
              <a:off x="5749141" y="2761461"/>
              <a:ext cx="7348" cy="7349"/>
            </a:xfrm>
            <a:custGeom>
              <a:avLst/>
              <a:gdLst/>
              <a:ahLst/>
              <a:cxnLst/>
              <a:rect l="l" t="t" r="r" b="b"/>
              <a:pathLst>
                <a:path w="82" h="82" extrusionOk="0">
                  <a:moveTo>
                    <a:pt x="76" y="12"/>
                  </a:moveTo>
                  <a:cubicBezTo>
                    <a:pt x="66" y="28"/>
                    <a:pt x="60" y="44"/>
                    <a:pt x="44" y="55"/>
                  </a:cubicBezTo>
                  <a:cubicBezTo>
                    <a:pt x="33" y="66"/>
                    <a:pt x="17" y="82"/>
                    <a:pt x="1" y="76"/>
                  </a:cubicBezTo>
                  <a:cubicBezTo>
                    <a:pt x="1" y="71"/>
                    <a:pt x="1" y="71"/>
                    <a:pt x="1" y="66"/>
                  </a:cubicBezTo>
                  <a:cubicBezTo>
                    <a:pt x="12" y="55"/>
                    <a:pt x="28" y="55"/>
                    <a:pt x="39" y="44"/>
                  </a:cubicBezTo>
                  <a:cubicBezTo>
                    <a:pt x="49" y="33"/>
                    <a:pt x="60" y="17"/>
                    <a:pt x="66" y="6"/>
                  </a:cubicBezTo>
                  <a:cubicBezTo>
                    <a:pt x="71" y="1"/>
                    <a:pt x="82" y="6"/>
                    <a:pt x="76"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0"/>
            <p:cNvSpPr/>
            <p:nvPr/>
          </p:nvSpPr>
          <p:spPr>
            <a:xfrm>
              <a:off x="5747259" y="2758056"/>
              <a:ext cx="3943" cy="3495"/>
            </a:xfrm>
            <a:custGeom>
              <a:avLst/>
              <a:gdLst/>
              <a:ahLst/>
              <a:cxnLst/>
              <a:rect l="l" t="t" r="r" b="b"/>
              <a:pathLst>
                <a:path w="44" h="39" extrusionOk="0">
                  <a:moveTo>
                    <a:pt x="38" y="12"/>
                  </a:moveTo>
                  <a:cubicBezTo>
                    <a:pt x="33" y="23"/>
                    <a:pt x="22" y="39"/>
                    <a:pt x="6" y="39"/>
                  </a:cubicBezTo>
                  <a:cubicBezTo>
                    <a:pt x="0" y="39"/>
                    <a:pt x="0" y="39"/>
                    <a:pt x="0" y="33"/>
                  </a:cubicBezTo>
                  <a:cubicBezTo>
                    <a:pt x="6" y="28"/>
                    <a:pt x="11" y="28"/>
                    <a:pt x="16" y="23"/>
                  </a:cubicBezTo>
                  <a:cubicBezTo>
                    <a:pt x="22" y="17"/>
                    <a:pt x="27" y="12"/>
                    <a:pt x="33" y="6"/>
                  </a:cubicBezTo>
                  <a:cubicBezTo>
                    <a:pt x="38" y="1"/>
                    <a:pt x="43" y="6"/>
                    <a:pt x="38"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0"/>
            <p:cNvSpPr/>
            <p:nvPr/>
          </p:nvSpPr>
          <p:spPr>
            <a:xfrm>
              <a:off x="5744302" y="2749901"/>
              <a:ext cx="6452" cy="7349"/>
            </a:xfrm>
            <a:custGeom>
              <a:avLst/>
              <a:gdLst/>
              <a:ahLst/>
              <a:cxnLst/>
              <a:rect l="l" t="t" r="r" b="b"/>
              <a:pathLst>
                <a:path w="72" h="82" extrusionOk="0">
                  <a:moveTo>
                    <a:pt x="66" y="11"/>
                  </a:moveTo>
                  <a:cubicBezTo>
                    <a:pt x="55" y="38"/>
                    <a:pt x="39" y="70"/>
                    <a:pt x="6" y="81"/>
                  </a:cubicBezTo>
                  <a:cubicBezTo>
                    <a:pt x="6" y="81"/>
                    <a:pt x="1" y="76"/>
                    <a:pt x="6" y="70"/>
                  </a:cubicBezTo>
                  <a:cubicBezTo>
                    <a:pt x="12" y="65"/>
                    <a:pt x="22" y="54"/>
                    <a:pt x="28" y="43"/>
                  </a:cubicBezTo>
                  <a:cubicBezTo>
                    <a:pt x="39" y="32"/>
                    <a:pt x="49" y="22"/>
                    <a:pt x="55" y="5"/>
                  </a:cubicBezTo>
                  <a:cubicBezTo>
                    <a:pt x="60" y="0"/>
                    <a:pt x="71" y="5"/>
                    <a:pt x="6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0"/>
            <p:cNvSpPr/>
            <p:nvPr/>
          </p:nvSpPr>
          <p:spPr>
            <a:xfrm>
              <a:off x="5649936" y="2784762"/>
              <a:ext cx="18909" cy="4929"/>
            </a:xfrm>
            <a:custGeom>
              <a:avLst/>
              <a:gdLst/>
              <a:ahLst/>
              <a:cxnLst/>
              <a:rect l="l" t="t" r="r" b="b"/>
              <a:pathLst>
                <a:path w="211" h="55" extrusionOk="0">
                  <a:moveTo>
                    <a:pt x="206" y="32"/>
                  </a:moveTo>
                  <a:cubicBezTo>
                    <a:pt x="141" y="43"/>
                    <a:pt x="65" y="54"/>
                    <a:pt x="6" y="11"/>
                  </a:cubicBezTo>
                  <a:cubicBezTo>
                    <a:pt x="0" y="11"/>
                    <a:pt x="6" y="0"/>
                    <a:pt x="11" y="0"/>
                  </a:cubicBezTo>
                  <a:cubicBezTo>
                    <a:pt x="44" y="5"/>
                    <a:pt x="76" y="22"/>
                    <a:pt x="114" y="27"/>
                  </a:cubicBezTo>
                  <a:cubicBezTo>
                    <a:pt x="146" y="27"/>
                    <a:pt x="173" y="27"/>
                    <a:pt x="206" y="27"/>
                  </a:cubicBezTo>
                  <a:cubicBezTo>
                    <a:pt x="211" y="27"/>
                    <a:pt x="211" y="27"/>
                    <a:pt x="206" y="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0"/>
            <p:cNvSpPr/>
            <p:nvPr/>
          </p:nvSpPr>
          <p:spPr>
            <a:xfrm>
              <a:off x="5574390" y="2809407"/>
              <a:ext cx="12188" cy="4929"/>
            </a:xfrm>
            <a:custGeom>
              <a:avLst/>
              <a:gdLst/>
              <a:ahLst/>
              <a:cxnLst/>
              <a:rect l="l" t="t" r="r" b="b"/>
              <a:pathLst>
                <a:path w="136" h="55" extrusionOk="0">
                  <a:moveTo>
                    <a:pt x="130" y="44"/>
                  </a:moveTo>
                  <a:cubicBezTo>
                    <a:pt x="103" y="49"/>
                    <a:pt x="82" y="55"/>
                    <a:pt x="60" y="44"/>
                  </a:cubicBezTo>
                  <a:cubicBezTo>
                    <a:pt x="38" y="38"/>
                    <a:pt x="11" y="28"/>
                    <a:pt x="0" y="6"/>
                  </a:cubicBezTo>
                  <a:cubicBezTo>
                    <a:pt x="0" y="1"/>
                    <a:pt x="0" y="1"/>
                    <a:pt x="6" y="1"/>
                  </a:cubicBezTo>
                  <a:cubicBezTo>
                    <a:pt x="22" y="1"/>
                    <a:pt x="33" y="17"/>
                    <a:pt x="49" y="22"/>
                  </a:cubicBezTo>
                  <a:cubicBezTo>
                    <a:pt x="71" y="33"/>
                    <a:pt x="103" y="44"/>
                    <a:pt x="130" y="38"/>
                  </a:cubicBezTo>
                  <a:cubicBezTo>
                    <a:pt x="130" y="38"/>
                    <a:pt x="136" y="44"/>
                    <a:pt x="130"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0"/>
            <p:cNvSpPr/>
            <p:nvPr/>
          </p:nvSpPr>
          <p:spPr>
            <a:xfrm>
              <a:off x="5855694" y="2587694"/>
              <a:ext cx="187475" cy="258098"/>
            </a:xfrm>
            <a:custGeom>
              <a:avLst/>
              <a:gdLst/>
              <a:ahLst/>
              <a:cxnLst/>
              <a:rect l="l" t="t" r="r" b="b"/>
              <a:pathLst>
                <a:path w="2092" h="2880" extrusionOk="0">
                  <a:moveTo>
                    <a:pt x="1097" y="751"/>
                  </a:moveTo>
                  <a:cubicBezTo>
                    <a:pt x="1097" y="751"/>
                    <a:pt x="1038" y="692"/>
                    <a:pt x="1022" y="708"/>
                  </a:cubicBezTo>
                  <a:cubicBezTo>
                    <a:pt x="1005" y="724"/>
                    <a:pt x="995" y="594"/>
                    <a:pt x="995" y="594"/>
                  </a:cubicBezTo>
                  <a:cubicBezTo>
                    <a:pt x="995" y="594"/>
                    <a:pt x="908" y="589"/>
                    <a:pt x="935" y="551"/>
                  </a:cubicBezTo>
                  <a:cubicBezTo>
                    <a:pt x="962" y="519"/>
                    <a:pt x="1005" y="459"/>
                    <a:pt x="1005" y="422"/>
                  </a:cubicBezTo>
                  <a:cubicBezTo>
                    <a:pt x="1005" y="378"/>
                    <a:pt x="984" y="346"/>
                    <a:pt x="919" y="281"/>
                  </a:cubicBezTo>
                  <a:cubicBezTo>
                    <a:pt x="854" y="216"/>
                    <a:pt x="1411" y="0"/>
                    <a:pt x="1438" y="324"/>
                  </a:cubicBezTo>
                  <a:cubicBezTo>
                    <a:pt x="1438" y="470"/>
                    <a:pt x="1362" y="546"/>
                    <a:pt x="1362" y="546"/>
                  </a:cubicBezTo>
                  <a:cubicBezTo>
                    <a:pt x="1351" y="594"/>
                    <a:pt x="1340" y="643"/>
                    <a:pt x="1330" y="692"/>
                  </a:cubicBezTo>
                  <a:cubicBezTo>
                    <a:pt x="1330" y="692"/>
                    <a:pt x="1432" y="751"/>
                    <a:pt x="1556" y="848"/>
                  </a:cubicBezTo>
                  <a:cubicBezTo>
                    <a:pt x="1708" y="924"/>
                    <a:pt x="2091" y="1362"/>
                    <a:pt x="1594" y="1459"/>
                  </a:cubicBezTo>
                  <a:cubicBezTo>
                    <a:pt x="1486" y="1707"/>
                    <a:pt x="1454" y="1929"/>
                    <a:pt x="1529" y="2194"/>
                  </a:cubicBezTo>
                  <a:cubicBezTo>
                    <a:pt x="1551" y="2258"/>
                    <a:pt x="1783" y="2556"/>
                    <a:pt x="1783" y="2556"/>
                  </a:cubicBezTo>
                  <a:cubicBezTo>
                    <a:pt x="1762" y="2631"/>
                    <a:pt x="1697" y="2647"/>
                    <a:pt x="1675" y="2723"/>
                  </a:cubicBezTo>
                  <a:cubicBezTo>
                    <a:pt x="1600" y="2739"/>
                    <a:pt x="1524" y="2750"/>
                    <a:pt x="1454" y="2766"/>
                  </a:cubicBezTo>
                  <a:cubicBezTo>
                    <a:pt x="1454" y="2766"/>
                    <a:pt x="1578" y="2658"/>
                    <a:pt x="1594" y="2588"/>
                  </a:cubicBezTo>
                  <a:cubicBezTo>
                    <a:pt x="1535" y="2458"/>
                    <a:pt x="1308" y="2367"/>
                    <a:pt x="1259" y="2286"/>
                  </a:cubicBezTo>
                  <a:cubicBezTo>
                    <a:pt x="1205" y="2199"/>
                    <a:pt x="1092" y="1918"/>
                    <a:pt x="1092" y="1918"/>
                  </a:cubicBezTo>
                  <a:cubicBezTo>
                    <a:pt x="1092" y="1918"/>
                    <a:pt x="886" y="2177"/>
                    <a:pt x="832" y="2242"/>
                  </a:cubicBezTo>
                  <a:cubicBezTo>
                    <a:pt x="778" y="2302"/>
                    <a:pt x="562" y="2653"/>
                    <a:pt x="557" y="2685"/>
                  </a:cubicBezTo>
                  <a:cubicBezTo>
                    <a:pt x="557" y="2712"/>
                    <a:pt x="611" y="2804"/>
                    <a:pt x="600" y="2842"/>
                  </a:cubicBezTo>
                  <a:cubicBezTo>
                    <a:pt x="584" y="2880"/>
                    <a:pt x="206" y="2869"/>
                    <a:pt x="206" y="2869"/>
                  </a:cubicBezTo>
                  <a:cubicBezTo>
                    <a:pt x="206" y="2869"/>
                    <a:pt x="244" y="2777"/>
                    <a:pt x="325" y="2750"/>
                  </a:cubicBezTo>
                  <a:cubicBezTo>
                    <a:pt x="476" y="2718"/>
                    <a:pt x="492" y="2372"/>
                    <a:pt x="557" y="2167"/>
                  </a:cubicBezTo>
                  <a:cubicBezTo>
                    <a:pt x="579" y="2107"/>
                    <a:pt x="854" y="1664"/>
                    <a:pt x="854" y="1664"/>
                  </a:cubicBezTo>
                  <a:cubicBezTo>
                    <a:pt x="876" y="1475"/>
                    <a:pt x="838" y="1329"/>
                    <a:pt x="838" y="1119"/>
                  </a:cubicBezTo>
                  <a:lnTo>
                    <a:pt x="514" y="1275"/>
                  </a:lnTo>
                  <a:lnTo>
                    <a:pt x="163" y="1021"/>
                  </a:lnTo>
                  <a:cubicBezTo>
                    <a:pt x="130" y="1000"/>
                    <a:pt x="0" y="946"/>
                    <a:pt x="27" y="859"/>
                  </a:cubicBezTo>
                  <a:cubicBezTo>
                    <a:pt x="49" y="773"/>
                    <a:pt x="157" y="730"/>
                    <a:pt x="195" y="757"/>
                  </a:cubicBezTo>
                  <a:cubicBezTo>
                    <a:pt x="211" y="767"/>
                    <a:pt x="227" y="816"/>
                    <a:pt x="244" y="832"/>
                  </a:cubicBezTo>
                  <a:cubicBezTo>
                    <a:pt x="298" y="902"/>
                    <a:pt x="519" y="1086"/>
                    <a:pt x="519" y="1086"/>
                  </a:cubicBezTo>
                  <a:cubicBezTo>
                    <a:pt x="519" y="1086"/>
                    <a:pt x="843" y="805"/>
                    <a:pt x="924" y="789"/>
                  </a:cubicBezTo>
                  <a:cubicBezTo>
                    <a:pt x="1011" y="778"/>
                    <a:pt x="1097" y="746"/>
                    <a:pt x="1097" y="7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0"/>
            <p:cNvSpPr/>
            <p:nvPr/>
          </p:nvSpPr>
          <p:spPr>
            <a:xfrm>
              <a:off x="5852826" y="2597373"/>
              <a:ext cx="170985" cy="251377"/>
            </a:xfrm>
            <a:custGeom>
              <a:avLst/>
              <a:gdLst/>
              <a:ahLst/>
              <a:cxnLst/>
              <a:rect l="l" t="t" r="r" b="b"/>
              <a:pathLst>
                <a:path w="1908" h="2805" extrusionOk="0">
                  <a:moveTo>
                    <a:pt x="1151" y="622"/>
                  </a:moveTo>
                  <a:cubicBezTo>
                    <a:pt x="1151" y="622"/>
                    <a:pt x="1075" y="540"/>
                    <a:pt x="1032" y="578"/>
                  </a:cubicBezTo>
                  <a:lnTo>
                    <a:pt x="1032" y="578"/>
                  </a:lnTo>
                  <a:cubicBezTo>
                    <a:pt x="1005" y="600"/>
                    <a:pt x="1059" y="486"/>
                    <a:pt x="1059" y="486"/>
                  </a:cubicBezTo>
                  <a:cubicBezTo>
                    <a:pt x="1054" y="465"/>
                    <a:pt x="1043" y="454"/>
                    <a:pt x="1021" y="454"/>
                  </a:cubicBezTo>
                  <a:cubicBezTo>
                    <a:pt x="1016" y="454"/>
                    <a:pt x="1010" y="459"/>
                    <a:pt x="1005" y="465"/>
                  </a:cubicBezTo>
                  <a:cubicBezTo>
                    <a:pt x="994" y="470"/>
                    <a:pt x="989" y="470"/>
                    <a:pt x="989" y="465"/>
                  </a:cubicBezTo>
                  <a:cubicBezTo>
                    <a:pt x="1005" y="443"/>
                    <a:pt x="1021" y="422"/>
                    <a:pt x="1037" y="395"/>
                  </a:cubicBezTo>
                  <a:lnTo>
                    <a:pt x="1037" y="395"/>
                  </a:lnTo>
                  <a:cubicBezTo>
                    <a:pt x="1054" y="368"/>
                    <a:pt x="1064" y="341"/>
                    <a:pt x="1070" y="314"/>
                  </a:cubicBezTo>
                  <a:cubicBezTo>
                    <a:pt x="1070" y="287"/>
                    <a:pt x="1064" y="260"/>
                    <a:pt x="1043" y="233"/>
                  </a:cubicBezTo>
                  <a:cubicBezTo>
                    <a:pt x="1027" y="211"/>
                    <a:pt x="1005" y="184"/>
                    <a:pt x="973" y="151"/>
                  </a:cubicBezTo>
                  <a:lnTo>
                    <a:pt x="967" y="151"/>
                  </a:lnTo>
                  <a:cubicBezTo>
                    <a:pt x="967" y="151"/>
                    <a:pt x="978" y="157"/>
                    <a:pt x="978" y="157"/>
                  </a:cubicBezTo>
                  <a:lnTo>
                    <a:pt x="978" y="157"/>
                  </a:lnTo>
                  <a:cubicBezTo>
                    <a:pt x="994" y="141"/>
                    <a:pt x="1027" y="124"/>
                    <a:pt x="1070" y="108"/>
                  </a:cubicBezTo>
                  <a:cubicBezTo>
                    <a:pt x="1113" y="92"/>
                    <a:pt x="1162" y="76"/>
                    <a:pt x="1216" y="76"/>
                  </a:cubicBezTo>
                  <a:cubicBezTo>
                    <a:pt x="1324" y="65"/>
                    <a:pt x="1426" y="97"/>
                    <a:pt x="1443" y="216"/>
                  </a:cubicBezTo>
                  <a:cubicBezTo>
                    <a:pt x="1443" y="351"/>
                    <a:pt x="1372" y="416"/>
                    <a:pt x="1372" y="416"/>
                  </a:cubicBezTo>
                  <a:cubicBezTo>
                    <a:pt x="1367" y="422"/>
                    <a:pt x="1362" y="427"/>
                    <a:pt x="1362" y="432"/>
                  </a:cubicBezTo>
                  <a:lnTo>
                    <a:pt x="1329" y="573"/>
                  </a:lnTo>
                  <a:cubicBezTo>
                    <a:pt x="1329" y="589"/>
                    <a:pt x="1334" y="600"/>
                    <a:pt x="1345" y="611"/>
                  </a:cubicBezTo>
                  <a:cubicBezTo>
                    <a:pt x="1356" y="616"/>
                    <a:pt x="1453" y="676"/>
                    <a:pt x="1567" y="767"/>
                  </a:cubicBezTo>
                  <a:lnTo>
                    <a:pt x="1572" y="773"/>
                  </a:lnTo>
                  <a:cubicBezTo>
                    <a:pt x="1632" y="800"/>
                    <a:pt x="1729" y="886"/>
                    <a:pt x="1788" y="984"/>
                  </a:cubicBezTo>
                  <a:cubicBezTo>
                    <a:pt x="1815" y="1032"/>
                    <a:pt x="1837" y="1081"/>
                    <a:pt x="1837" y="1124"/>
                  </a:cubicBezTo>
                  <a:cubicBezTo>
                    <a:pt x="1842" y="1167"/>
                    <a:pt x="1832" y="1210"/>
                    <a:pt x="1799" y="1243"/>
                  </a:cubicBezTo>
                  <a:cubicBezTo>
                    <a:pt x="1761" y="1275"/>
                    <a:pt x="1707" y="1308"/>
                    <a:pt x="1615" y="1324"/>
                  </a:cubicBezTo>
                  <a:cubicBezTo>
                    <a:pt x="1605" y="1324"/>
                    <a:pt x="1599" y="1335"/>
                    <a:pt x="1594" y="1340"/>
                  </a:cubicBezTo>
                  <a:lnTo>
                    <a:pt x="1594" y="1340"/>
                  </a:lnTo>
                  <a:cubicBezTo>
                    <a:pt x="1540" y="1470"/>
                    <a:pt x="1507" y="1589"/>
                    <a:pt x="1491" y="1713"/>
                  </a:cubicBezTo>
                  <a:cubicBezTo>
                    <a:pt x="1480" y="1832"/>
                    <a:pt x="1491" y="1961"/>
                    <a:pt x="1529" y="2091"/>
                  </a:cubicBezTo>
                  <a:cubicBezTo>
                    <a:pt x="1551" y="2156"/>
                    <a:pt x="1734" y="2394"/>
                    <a:pt x="1778" y="2453"/>
                  </a:cubicBezTo>
                  <a:cubicBezTo>
                    <a:pt x="1767" y="2475"/>
                    <a:pt x="1756" y="2496"/>
                    <a:pt x="1740" y="2512"/>
                  </a:cubicBezTo>
                  <a:cubicBezTo>
                    <a:pt x="1718" y="2534"/>
                    <a:pt x="1696" y="2556"/>
                    <a:pt x="1686" y="2594"/>
                  </a:cubicBezTo>
                  <a:lnTo>
                    <a:pt x="1572" y="2610"/>
                  </a:lnTo>
                  <a:cubicBezTo>
                    <a:pt x="1610" y="2572"/>
                    <a:pt x="1648" y="2523"/>
                    <a:pt x="1653" y="2485"/>
                  </a:cubicBezTo>
                  <a:cubicBezTo>
                    <a:pt x="1653" y="2480"/>
                    <a:pt x="1653" y="2475"/>
                    <a:pt x="1648" y="2469"/>
                  </a:cubicBezTo>
                  <a:lnTo>
                    <a:pt x="1648" y="2469"/>
                  </a:lnTo>
                  <a:cubicBezTo>
                    <a:pt x="1610" y="2383"/>
                    <a:pt x="1518" y="2318"/>
                    <a:pt x="1437" y="2259"/>
                  </a:cubicBezTo>
                  <a:cubicBezTo>
                    <a:pt x="1383" y="2221"/>
                    <a:pt x="1334" y="2188"/>
                    <a:pt x="1313" y="2161"/>
                  </a:cubicBezTo>
                  <a:cubicBezTo>
                    <a:pt x="1264" y="2080"/>
                    <a:pt x="1151" y="1799"/>
                    <a:pt x="1151" y="1799"/>
                  </a:cubicBezTo>
                  <a:cubicBezTo>
                    <a:pt x="1140" y="1783"/>
                    <a:pt x="1124" y="1778"/>
                    <a:pt x="1108" y="1783"/>
                  </a:cubicBezTo>
                  <a:cubicBezTo>
                    <a:pt x="1102" y="1783"/>
                    <a:pt x="1097" y="1789"/>
                    <a:pt x="1097" y="1794"/>
                  </a:cubicBezTo>
                  <a:cubicBezTo>
                    <a:pt x="1081" y="1810"/>
                    <a:pt x="891" y="2059"/>
                    <a:pt x="837" y="2113"/>
                  </a:cubicBezTo>
                  <a:cubicBezTo>
                    <a:pt x="810" y="2145"/>
                    <a:pt x="740" y="2253"/>
                    <a:pt x="681" y="2356"/>
                  </a:cubicBezTo>
                  <a:cubicBezTo>
                    <a:pt x="616" y="2458"/>
                    <a:pt x="562" y="2556"/>
                    <a:pt x="557" y="2577"/>
                  </a:cubicBezTo>
                  <a:cubicBezTo>
                    <a:pt x="557" y="2594"/>
                    <a:pt x="567" y="2621"/>
                    <a:pt x="578" y="2648"/>
                  </a:cubicBezTo>
                  <a:lnTo>
                    <a:pt x="578" y="2648"/>
                  </a:lnTo>
                  <a:cubicBezTo>
                    <a:pt x="589" y="2680"/>
                    <a:pt x="605" y="2712"/>
                    <a:pt x="600" y="2729"/>
                  </a:cubicBezTo>
                  <a:cubicBezTo>
                    <a:pt x="594" y="2739"/>
                    <a:pt x="384" y="2734"/>
                    <a:pt x="286" y="2729"/>
                  </a:cubicBezTo>
                  <a:cubicBezTo>
                    <a:pt x="303" y="2707"/>
                    <a:pt x="330" y="2680"/>
                    <a:pt x="362" y="2669"/>
                  </a:cubicBezTo>
                  <a:cubicBezTo>
                    <a:pt x="486" y="2642"/>
                    <a:pt x="529" y="2442"/>
                    <a:pt x="573" y="2253"/>
                  </a:cubicBezTo>
                  <a:cubicBezTo>
                    <a:pt x="589" y="2188"/>
                    <a:pt x="600" y="2123"/>
                    <a:pt x="616" y="2069"/>
                  </a:cubicBezTo>
                  <a:cubicBezTo>
                    <a:pt x="632" y="2015"/>
                    <a:pt x="908" y="1572"/>
                    <a:pt x="908" y="1572"/>
                  </a:cubicBezTo>
                  <a:cubicBezTo>
                    <a:pt x="913" y="1567"/>
                    <a:pt x="913" y="1562"/>
                    <a:pt x="913" y="1562"/>
                  </a:cubicBezTo>
                  <a:cubicBezTo>
                    <a:pt x="929" y="1448"/>
                    <a:pt x="918" y="1351"/>
                    <a:pt x="913" y="1243"/>
                  </a:cubicBezTo>
                  <a:cubicBezTo>
                    <a:pt x="902" y="1173"/>
                    <a:pt x="897" y="1097"/>
                    <a:pt x="897" y="1011"/>
                  </a:cubicBezTo>
                  <a:cubicBezTo>
                    <a:pt x="897" y="994"/>
                    <a:pt x="886" y="978"/>
                    <a:pt x="870" y="978"/>
                  </a:cubicBezTo>
                  <a:cubicBezTo>
                    <a:pt x="864" y="978"/>
                    <a:pt x="859" y="984"/>
                    <a:pt x="854" y="984"/>
                  </a:cubicBezTo>
                  <a:lnTo>
                    <a:pt x="551" y="1129"/>
                  </a:lnTo>
                  <a:cubicBezTo>
                    <a:pt x="438" y="1048"/>
                    <a:pt x="324" y="967"/>
                    <a:pt x="211" y="886"/>
                  </a:cubicBezTo>
                  <a:cubicBezTo>
                    <a:pt x="205" y="886"/>
                    <a:pt x="195" y="881"/>
                    <a:pt x="184" y="870"/>
                  </a:cubicBezTo>
                  <a:lnTo>
                    <a:pt x="184" y="870"/>
                  </a:lnTo>
                  <a:cubicBezTo>
                    <a:pt x="146" y="848"/>
                    <a:pt x="70" y="805"/>
                    <a:pt x="86" y="757"/>
                  </a:cubicBezTo>
                  <a:lnTo>
                    <a:pt x="86" y="757"/>
                  </a:lnTo>
                  <a:cubicBezTo>
                    <a:pt x="86" y="746"/>
                    <a:pt x="92" y="740"/>
                    <a:pt x="97" y="730"/>
                  </a:cubicBezTo>
                  <a:cubicBezTo>
                    <a:pt x="113" y="708"/>
                    <a:pt x="135" y="692"/>
                    <a:pt x="157" y="686"/>
                  </a:cubicBezTo>
                  <a:cubicBezTo>
                    <a:pt x="173" y="676"/>
                    <a:pt x="195" y="670"/>
                    <a:pt x="205" y="676"/>
                  </a:cubicBezTo>
                  <a:cubicBezTo>
                    <a:pt x="211" y="676"/>
                    <a:pt x="211" y="676"/>
                    <a:pt x="211" y="676"/>
                  </a:cubicBezTo>
                  <a:cubicBezTo>
                    <a:pt x="211" y="681"/>
                    <a:pt x="222" y="692"/>
                    <a:pt x="227" y="708"/>
                  </a:cubicBezTo>
                  <a:cubicBezTo>
                    <a:pt x="232" y="724"/>
                    <a:pt x="243" y="735"/>
                    <a:pt x="249" y="746"/>
                  </a:cubicBezTo>
                  <a:cubicBezTo>
                    <a:pt x="308" y="821"/>
                    <a:pt x="529" y="1000"/>
                    <a:pt x="529" y="1000"/>
                  </a:cubicBezTo>
                  <a:cubicBezTo>
                    <a:pt x="546" y="1011"/>
                    <a:pt x="562" y="1011"/>
                    <a:pt x="573" y="1000"/>
                  </a:cubicBezTo>
                  <a:cubicBezTo>
                    <a:pt x="594" y="978"/>
                    <a:pt x="886" y="724"/>
                    <a:pt x="962" y="713"/>
                  </a:cubicBezTo>
                  <a:cubicBezTo>
                    <a:pt x="1048" y="697"/>
                    <a:pt x="1140" y="670"/>
                    <a:pt x="1140" y="670"/>
                  </a:cubicBezTo>
                  <a:cubicBezTo>
                    <a:pt x="1156" y="665"/>
                    <a:pt x="1162" y="649"/>
                    <a:pt x="1156" y="632"/>
                  </a:cubicBezTo>
                  <a:cubicBezTo>
                    <a:pt x="1156" y="627"/>
                    <a:pt x="1151" y="622"/>
                    <a:pt x="1151" y="622"/>
                  </a:cubicBezTo>
                  <a:lnTo>
                    <a:pt x="1151" y="622"/>
                  </a:lnTo>
                  <a:close/>
                  <a:moveTo>
                    <a:pt x="1075" y="622"/>
                  </a:moveTo>
                  <a:lnTo>
                    <a:pt x="1075" y="622"/>
                  </a:lnTo>
                  <a:cubicBezTo>
                    <a:pt x="1070" y="627"/>
                    <a:pt x="1064" y="627"/>
                    <a:pt x="1064" y="627"/>
                  </a:cubicBezTo>
                  <a:lnTo>
                    <a:pt x="1081" y="627"/>
                  </a:lnTo>
                  <a:cubicBezTo>
                    <a:pt x="1081" y="627"/>
                    <a:pt x="1075" y="622"/>
                    <a:pt x="1075" y="622"/>
                  </a:cubicBezTo>
                  <a:close/>
                  <a:moveTo>
                    <a:pt x="1000" y="513"/>
                  </a:moveTo>
                  <a:cubicBezTo>
                    <a:pt x="1005" y="557"/>
                    <a:pt x="1021" y="632"/>
                    <a:pt x="1054" y="632"/>
                  </a:cubicBezTo>
                  <a:cubicBezTo>
                    <a:pt x="1021" y="643"/>
                    <a:pt x="983" y="649"/>
                    <a:pt x="951" y="654"/>
                  </a:cubicBezTo>
                  <a:cubicBezTo>
                    <a:pt x="870" y="670"/>
                    <a:pt x="621" y="875"/>
                    <a:pt x="551" y="940"/>
                  </a:cubicBezTo>
                  <a:cubicBezTo>
                    <a:pt x="492" y="892"/>
                    <a:pt x="340" y="762"/>
                    <a:pt x="297" y="713"/>
                  </a:cubicBezTo>
                  <a:cubicBezTo>
                    <a:pt x="292" y="708"/>
                    <a:pt x="286" y="692"/>
                    <a:pt x="281" y="681"/>
                  </a:cubicBezTo>
                  <a:cubicBezTo>
                    <a:pt x="270" y="659"/>
                    <a:pt x="259" y="638"/>
                    <a:pt x="243" y="627"/>
                  </a:cubicBezTo>
                  <a:cubicBezTo>
                    <a:pt x="238" y="622"/>
                    <a:pt x="232" y="622"/>
                    <a:pt x="222" y="616"/>
                  </a:cubicBezTo>
                  <a:cubicBezTo>
                    <a:pt x="195" y="611"/>
                    <a:pt x="162" y="616"/>
                    <a:pt x="130" y="632"/>
                  </a:cubicBezTo>
                  <a:cubicBezTo>
                    <a:pt x="97" y="643"/>
                    <a:pt x="70" y="665"/>
                    <a:pt x="49" y="697"/>
                  </a:cubicBezTo>
                  <a:cubicBezTo>
                    <a:pt x="38" y="708"/>
                    <a:pt x="32" y="724"/>
                    <a:pt x="27" y="740"/>
                  </a:cubicBezTo>
                  <a:lnTo>
                    <a:pt x="27" y="746"/>
                  </a:lnTo>
                  <a:cubicBezTo>
                    <a:pt x="0" y="838"/>
                    <a:pt x="97" y="892"/>
                    <a:pt x="157" y="924"/>
                  </a:cubicBezTo>
                  <a:lnTo>
                    <a:pt x="157" y="924"/>
                  </a:lnTo>
                  <a:cubicBezTo>
                    <a:pt x="162" y="929"/>
                    <a:pt x="173" y="935"/>
                    <a:pt x="178" y="940"/>
                  </a:cubicBezTo>
                  <a:lnTo>
                    <a:pt x="529" y="1189"/>
                  </a:lnTo>
                  <a:cubicBezTo>
                    <a:pt x="535" y="1200"/>
                    <a:pt x="551" y="1200"/>
                    <a:pt x="562" y="1194"/>
                  </a:cubicBezTo>
                  <a:lnTo>
                    <a:pt x="837" y="1059"/>
                  </a:lnTo>
                  <a:cubicBezTo>
                    <a:pt x="843" y="1129"/>
                    <a:pt x="848" y="1189"/>
                    <a:pt x="848" y="1248"/>
                  </a:cubicBezTo>
                  <a:cubicBezTo>
                    <a:pt x="859" y="1351"/>
                    <a:pt x="864" y="1443"/>
                    <a:pt x="854" y="1545"/>
                  </a:cubicBezTo>
                  <a:cubicBezTo>
                    <a:pt x="821" y="1599"/>
                    <a:pt x="578" y="1994"/>
                    <a:pt x="562" y="2048"/>
                  </a:cubicBezTo>
                  <a:cubicBezTo>
                    <a:pt x="540" y="2107"/>
                    <a:pt x="529" y="2172"/>
                    <a:pt x="513" y="2242"/>
                  </a:cubicBezTo>
                  <a:cubicBezTo>
                    <a:pt x="475" y="2410"/>
                    <a:pt x="438" y="2588"/>
                    <a:pt x="351" y="2610"/>
                  </a:cubicBezTo>
                  <a:cubicBezTo>
                    <a:pt x="346" y="2610"/>
                    <a:pt x="346" y="2610"/>
                    <a:pt x="346" y="2610"/>
                  </a:cubicBezTo>
                  <a:cubicBezTo>
                    <a:pt x="254" y="2642"/>
                    <a:pt x="211" y="2750"/>
                    <a:pt x="211" y="2750"/>
                  </a:cubicBezTo>
                  <a:lnTo>
                    <a:pt x="211" y="2750"/>
                  </a:lnTo>
                  <a:cubicBezTo>
                    <a:pt x="211" y="2750"/>
                    <a:pt x="211" y="2756"/>
                    <a:pt x="211" y="2756"/>
                  </a:cubicBezTo>
                  <a:cubicBezTo>
                    <a:pt x="211" y="2777"/>
                    <a:pt x="222" y="2788"/>
                    <a:pt x="238" y="2788"/>
                  </a:cubicBezTo>
                  <a:cubicBezTo>
                    <a:pt x="238" y="2788"/>
                    <a:pt x="638" y="2804"/>
                    <a:pt x="659" y="2745"/>
                  </a:cubicBezTo>
                  <a:cubicBezTo>
                    <a:pt x="670" y="2712"/>
                    <a:pt x="654" y="2664"/>
                    <a:pt x="638" y="2626"/>
                  </a:cubicBezTo>
                  <a:lnTo>
                    <a:pt x="638" y="2626"/>
                  </a:lnTo>
                  <a:cubicBezTo>
                    <a:pt x="627" y="2604"/>
                    <a:pt x="621" y="2583"/>
                    <a:pt x="621" y="2577"/>
                  </a:cubicBezTo>
                  <a:cubicBezTo>
                    <a:pt x="621" y="2567"/>
                    <a:pt x="675" y="2480"/>
                    <a:pt x="735" y="2383"/>
                  </a:cubicBezTo>
                  <a:cubicBezTo>
                    <a:pt x="794" y="2286"/>
                    <a:pt x="859" y="2183"/>
                    <a:pt x="886" y="2156"/>
                  </a:cubicBezTo>
                  <a:cubicBezTo>
                    <a:pt x="929" y="2107"/>
                    <a:pt x="1054" y="1945"/>
                    <a:pt x="1113" y="1870"/>
                  </a:cubicBezTo>
                  <a:cubicBezTo>
                    <a:pt x="1151" y="1956"/>
                    <a:pt x="1226" y="2129"/>
                    <a:pt x="1264" y="2194"/>
                  </a:cubicBezTo>
                  <a:cubicBezTo>
                    <a:pt x="1291" y="2232"/>
                    <a:pt x="1345" y="2269"/>
                    <a:pt x="1399" y="2307"/>
                  </a:cubicBezTo>
                  <a:cubicBezTo>
                    <a:pt x="1475" y="2361"/>
                    <a:pt x="1556" y="2421"/>
                    <a:pt x="1594" y="2485"/>
                  </a:cubicBezTo>
                  <a:cubicBezTo>
                    <a:pt x="1572" y="2539"/>
                    <a:pt x="1475" y="2626"/>
                    <a:pt x="1464" y="2631"/>
                  </a:cubicBezTo>
                  <a:cubicBezTo>
                    <a:pt x="1453" y="2637"/>
                    <a:pt x="1453" y="2648"/>
                    <a:pt x="1453" y="2664"/>
                  </a:cubicBezTo>
                  <a:cubicBezTo>
                    <a:pt x="1453" y="2680"/>
                    <a:pt x="1470" y="2691"/>
                    <a:pt x="1486" y="2685"/>
                  </a:cubicBezTo>
                  <a:lnTo>
                    <a:pt x="1713" y="2648"/>
                  </a:lnTo>
                  <a:cubicBezTo>
                    <a:pt x="1723" y="2648"/>
                    <a:pt x="1734" y="2637"/>
                    <a:pt x="1740" y="2626"/>
                  </a:cubicBezTo>
                  <a:cubicBezTo>
                    <a:pt x="1745" y="2594"/>
                    <a:pt x="1767" y="2572"/>
                    <a:pt x="1783" y="2550"/>
                  </a:cubicBezTo>
                  <a:cubicBezTo>
                    <a:pt x="1805" y="2523"/>
                    <a:pt x="1832" y="2502"/>
                    <a:pt x="1842" y="2453"/>
                  </a:cubicBezTo>
                  <a:lnTo>
                    <a:pt x="1842" y="2453"/>
                  </a:lnTo>
                  <a:cubicBezTo>
                    <a:pt x="1842" y="2442"/>
                    <a:pt x="1842" y="2437"/>
                    <a:pt x="1837" y="2426"/>
                  </a:cubicBezTo>
                  <a:cubicBezTo>
                    <a:pt x="1837" y="2426"/>
                    <a:pt x="1610" y="2134"/>
                    <a:pt x="1588" y="2075"/>
                  </a:cubicBezTo>
                  <a:cubicBezTo>
                    <a:pt x="1551" y="1951"/>
                    <a:pt x="1540" y="1832"/>
                    <a:pt x="1556" y="1718"/>
                  </a:cubicBezTo>
                  <a:cubicBezTo>
                    <a:pt x="1567" y="1605"/>
                    <a:pt x="1599" y="1497"/>
                    <a:pt x="1648" y="1378"/>
                  </a:cubicBezTo>
                  <a:cubicBezTo>
                    <a:pt x="1740" y="1356"/>
                    <a:pt x="1799" y="1324"/>
                    <a:pt x="1842" y="1286"/>
                  </a:cubicBezTo>
                  <a:cubicBezTo>
                    <a:pt x="1891" y="1237"/>
                    <a:pt x="1907" y="1178"/>
                    <a:pt x="1902" y="1119"/>
                  </a:cubicBezTo>
                  <a:cubicBezTo>
                    <a:pt x="1896" y="1065"/>
                    <a:pt x="1875" y="1005"/>
                    <a:pt x="1842" y="951"/>
                  </a:cubicBezTo>
                  <a:cubicBezTo>
                    <a:pt x="1778" y="843"/>
                    <a:pt x="1669" y="751"/>
                    <a:pt x="1605" y="713"/>
                  </a:cubicBezTo>
                  <a:cubicBezTo>
                    <a:pt x="1513" y="643"/>
                    <a:pt x="1432" y="589"/>
                    <a:pt x="1394" y="567"/>
                  </a:cubicBezTo>
                  <a:lnTo>
                    <a:pt x="1421" y="449"/>
                  </a:lnTo>
                  <a:cubicBezTo>
                    <a:pt x="1443" y="427"/>
                    <a:pt x="1502" y="346"/>
                    <a:pt x="1502" y="216"/>
                  </a:cubicBezTo>
                  <a:lnTo>
                    <a:pt x="1502" y="211"/>
                  </a:lnTo>
                  <a:cubicBezTo>
                    <a:pt x="1486" y="43"/>
                    <a:pt x="1351" y="0"/>
                    <a:pt x="1210" y="11"/>
                  </a:cubicBezTo>
                  <a:cubicBezTo>
                    <a:pt x="1156" y="16"/>
                    <a:pt x="1097" y="33"/>
                    <a:pt x="1048" y="49"/>
                  </a:cubicBezTo>
                  <a:cubicBezTo>
                    <a:pt x="1000" y="65"/>
                    <a:pt x="956" y="92"/>
                    <a:pt x="935" y="114"/>
                  </a:cubicBezTo>
                  <a:lnTo>
                    <a:pt x="935" y="114"/>
                  </a:lnTo>
                  <a:cubicBezTo>
                    <a:pt x="908" y="141"/>
                    <a:pt x="902" y="168"/>
                    <a:pt x="924" y="189"/>
                  </a:cubicBezTo>
                  <a:lnTo>
                    <a:pt x="929" y="195"/>
                  </a:lnTo>
                  <a:cubicBezTo>
                    <a:pt x="956" y="227"/>
                    <a:pt x="978" y="249"/>
                    <a:pt x="994" y="265"/>
                  </a:cubicBezTo>
                  <a:cubicBezTo>
                    <a:pt x="1005" y="281"/>
                    <a:pt x="1005" y="292"/>
                    <a:pt x="1005" y="308"/>
                  </a:cubicBezTo>
                  <a:cubicBezTo>
                    <a:pt x="1005" y="324"/>
                    <a:pt x="1000" y="341"/>
                    <a:pt x="989" y="362"/>
                  </a:cubicBezTo>
                  <a:lnTo>
                    <a:pt x="989" y="362"/>
                  </a:lnTo>
                  <a:cubicBezTo>
                    <a:pt x="973" y="384"/>
                    <a:pt x="956" y="405"/>
                    <a:pt x="940" y="427"/>
                  </a:cubicBezTo>
                  <a:cubicBezTo>
                    <a:pt x="897" y="486"/>
                    <a:pt x="962" y="508"/>
                    <a:pt x="1000" y="51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0"/>
            <p:cNvSpPr/>
            <p:nvPr/>
          </p:nvSpPr>
          <p:spPr>
            <a:xfrm>
              <a:off x="5799505" y="2581869"/>
              <a:ext cx="115783" cy="243132"/>
            </a:xfrm>
            <a:custGeom>
              <a:avLst/>
              <a:gdLst/>
              <a:ahLst/>
              <a:cxnLst/>
              <a:rect l="l" t="t" r="r" b="b"/>
              <a:pathLst>
                <a:path w="1292" h="2713" extrusionOk="0">
                  <a:moveTo>
                    <a:pt x="93" y="2712"/>
                  </a:moveTo>
                  <a:lnTo>
                    <a:pt x="1135" y="416"/>
                  </a:lnTo>
                  <a:lnTo>
                    <a:pt x="1260" y="373"/>
                  </a:lnTo>
                  <a:lnTo>
                    <a:pt x="1292" y="0"/>
                  </a:lnTo>
                  <a:lnTo>
                    <a:pt x="1027" y="238"/>
                  </a:lnTo>
                  <a:lnTo>
                    <a:pt x="1054" y="368"/>
                  </a:lnTo>
                  <a:lnTo>
                    <a:pt x="1" y="268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0"/>
            <p:cNvSpPr/>
            <p:nvPr/>
          </p:nvSpPr>
          <p:spPr>
            <a:xfrm>
              <a:off x="5796100" y="2579449"/>
              <a:ext cx="122145" cy="248420"/>
            </a:xfrm>
            <a:custGeom>
              <a:avLst/>
              <a:gdLst/>
              <a:ahLst/>
              <a:cxnLst/>
              <a:rect l="l" t="t" r="r" b="b"/>
              <a:pathLst>
                <a:path w="1363" h="2772" extrusionOk="0">
                  <a:moveTo>
                    <a:pt x="158" y="2750"/>
                  </a:moveTo>
                  <a:lnTo>
                    <a:pt x="1195" y="470"/>
                  </a:lnTo>
                  <a:lnTo>
                    <a:pt x="1308" y="427"/>
                  </a:lnTo>
                  <a:cubicBezTo>
                    <a:pt x="1319" y="427"/>
                    <a:pt x="1330" y="416"/>
                    <a:pt x="1330" y="400"/>
                  </a:cubicBezTo>
                  <a:lnTo>
                    <a:pt x="1362" y="33"/>
                  </a:lnTo>
                  <a:cubicBezTo>
                    <a:pt x="1362" y="17"/>
                    <a:pt x="1352" y="0"/>
                    <a:pt x="1335" y="0"/>
                  </a:cubicBezTo>
                  <a:cubicBezTo>
                    <a:pt x="1325" y="0"/>
                    <a:pt x="1319" y="0"/>
                    <a:pt x="1314" y="6"/>
                  </a:cubicBezTo>
                  <a:lnTo>
                    <a:pt x="1044" y="243"/>
                  </a:lnTo>
                  <a:cubicBezTo>
                    <a:pt x="1038" y="249"/>
                    <a:pt x="1033" y="260"/>
                    <a:pt x="1038" y="270"/>
                  </a:cubicBezTo>
                  <a:lnTo>
                    <a:pt x="1038" y="270"/>
                  </a:lnTo>
                  <a:lnTo>
                    <a:pt x="1060" y="389"/>
                  </a:lnTo>
                  <a:lnTo>
                    <a:pt x="6" y="2696"/>
                  </a:lnTo>
                  <a:cubicBezTo>
                    <a:pt x="1" y="2712"/>
                    <a:pt x="6" y="2729"/>
                    <a:pt x="23" y="2739"/>
                  </a:cubicBezTo>
                  <a:cubicBezTo>
                    <a:pt x="23" y="2739"/>
                    <a:pt x="28" y="2739"/>
                    <a:pt x="28" y="2739"/>
                  </a:cubicBezTo>
                  <a:lnTo>
                    <a:pt x="120" y="2767"/>
                  </a:lnTo>
                  <a:cubicBezTo>
                    <a:pt x="136" y="2772"/>
                    <a:pt x="152" y="2767"/>
                    <a:pt x="158" y="2750"/>
                  </a:cubicBezTo>
                  <a:close/>
                  <a:moveTo>
                    <a:pt x="1146" y="433"/>
                  </a:moveTo>
                  <a:lnTo>
                    <a:pt x="114" y="2702"/>
                  </a:lnTo>
                  <a:lnTo>
                    <a:pt x="77" y="2691"/>
                  </a:lnTo>
                  <a:lnTo>
                    <a:pt x="1119" y="406"/>
                  </a:lnTo>
                  <a:cubicBezTo>
                    <a:pt x="1125" y="400"/>
                    <a:pt x="1125" y="395"/>
                    <a:pt x="1125" y="384"/>
                  </a:cubicBezTo>
                  <a:lnTo>
                    <a:pt x="1098" y="276"/>
                  </a:lnTo>
                  <a:lnTo>
                    <a:pt x="1292" y="103"/>
                  </a:lnTo>
                  <a:lnTo>
                    <a:pt x="1271" y="379"/>
                  </a:lnTo>
                  <a:lnTo>
                    <a:pt x="1162" y="416"/>
                  </a:lnTo>
                  <a:cubicBezTo>
                    <a:pt x="1157" y="422"/>
                    <a:pt x="1146" y="427"/>
                    <a:pt x="1146"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0"/>
            <p:cNvSpPr/>
            <p:nvPr/>
          </p:nvSpPr>
          <p:spPr>
            <a:xfrm>
              <a:off x="5916185" y="2646214"/>
              <a:ext cx="88719" cy="114352"/>
            </a:xfrm>
            <a:custGeom>
              <a:avLst/>
              <a:gdLst/>
              <a:ahLst/>
              <a:cxnLst/>
              <a:rect l="l" t="t" r="r" b="b"/>
              <a:pathLst>
                <a:path w="990" h="1276" extrusionOk="0">
                  <a:moveTo>
                    <a:pt x="492" y="1276"/>
                  </a:moveTo>
                  <a:cubicBezTo>
                    <a:pt x="768" y="1276"/>
                    <a:pt x="989" y="990"/>
                    <a:pt x="989" y="638"/>
                  </a:cubicBezTo>
                  <a:cubicBezTo>
                    <a:pt x="989" y="287"/>
                    <a:pt x="768" y="1"/>
                    <a:pt x="492" y="1"/>
                  </a:cubicBezTo>
                  <a:cubicBezTo>
                    <a:pt x="222" y="1"/>
                    <a:pt x="1" y="287"/>
                    <a:pt x="1" y="638"/>
                  </a:cubicBezTo>
                  <a:cubicBezTo>
                    <a:pt x="1" y="990"/>
                    <a:pt x="222" y="1276"/>
                    <a:pt x="492" y="12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0"/>
            <p:cNvSpPr/>
            <p:nvPr/>
          </p:nvSpPr>
          <p:spPr>
            <a:xfrm>
              <a:off x="5913317" y="2643794"/>
              <a:ext cx="94006" cy="119191"/>
            </a:xfrm>
            <a:custGeom>
              <a:avLst/>
              <a:gdLst/>
              <a:ahLst/>
              <a:cxnLst/>
              <a:rect l="l" t="t" r="r" b="b"/>
              <a:pathLst>
                <a:path w="1049" h="1330" extrusionOk="0">
                  <a:moveTo>
                    <a:pt x="524" y="1330"/>
                  </a:moveTo>
                  <a:cubicBezTo>
                    <a:pt x="670" y="1330"/>
                    <a:pt x="805" y="1254"/>
                    <a:pt x="897" y="1135"/>
                  </a:cubicBezTo>
                  <a:cubicBezTo>
                    <a:pt x="994" y="1011"/>
                    <a:pt x="1048" y="849"/>
                    <a:pt x="1048" y="665"/>
                  </a:cubicBezTo>
                  <a:cubicBezTo>
                    <a:pt x="1048" y="487"/>
                    <a:pt x="994" y="320"/>
                    <a:pt x="897" y="201"/>
                  </a:cubicBezTo>
                  <a:cubicBezTo>
                    <a:pt x="805" y="77"/>
                    <a:pt x="670" y="1"/>
                    <a:pt x="524" y="1"/>
                  </a:cubicBezTo>
                  <a:cubicBezTo>
                    <a:pt x="379" y="1"/>
                    <a:pt x="249" y="77"/>
                    <a:pt x="152" y="201"/>
                  </a:cubicBezTo>
                  <a:cubicBezTo>
                    <a:pt x="60" y="320"/>
                    <a:pt x="0" y="487"/>
                    <a:pt x="0" y="665"/>
                  </a:cubicBezTo>
                  <a:cubicBezTo>
                    <a:pt x="0" y="849"/>
                    <a:pt x="60" y="1011"/>
                    <a:pt x="152" y="1135"/>
                  </a:cubicBezTo>
                  <a:cubicBezTo>
                    <a:pt x="249" y="1254"/>
                    <a:pt x="379" y="1330"/>
                    <a:pt x="524" y="1330"/>
                  </a:cubicBezTo>
                  <a:close/>
                  <a:moveTo>
                    <a:pt x="849" y="1098"/>
                  </a:moveTo>
                  <a:cubicBezTo>
                    <a:pt x="768" y="1206"/>
                    <a:pt x="654" y="1271"/>
                    <a:pt x="524" y="1271"/>
                  </a:cubicBezTo>
                  <a:cubicBezTo>
                    <a:pt x="400" y="1271"/>
                    <a:pt x="287" y="1206"/>
                    <a:pt x="200" y="1098"/>
                  </a:cubicBezTo>
                  <a:cubicBezTo>
                    <a:pt x="114" y="984"/>
                    <a:pt x="65" y="833"/>
                    <a:pt x="65" y="665"/>
                  </a:cubicBezTo>
                  <a:cubicBezTo>
                    <a:pt x="65" y="498"/>
                    <a:pt x="114" y="347"/>
                    <a:pt x="200" y="233"/>
                  </a:cubicBezTo>
                  <a:cubicBezTo>
                    <a:pt x="287" y="125"/>
                    <a:pt x="400" y="60"/>
                    <a:pt x="524" y="60"/>
                  </a:cubicBezTo>
                  <a:cubicBezTo>
                    <a:pt x="654" y="60"/>
                    <a:pt x="768" y="125"/>
                    <a:pt x="849" y="233"/>
                  </a:cubicBezTo>
                  <a:cubicBezTo>
                    <a:pt x="935" y="347"/>
                    <a:pt x="989" y="498"/>
                    <a:pt x="989" y="665"/>
                  </a:cubicBezTo>
                  <a:cubicBezTo>
                    <a:pt x="989" y="833"/>
                    <a:pt x="935" y="984"/>
                    <a:pt x="849" y="10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0"/>
            <p:cNvSpPr/>
            <p:nvPr/>
          </p:nvSpPr>
          <p:spPr>
            <a:xfrm>
              <a:off x="5944324" y="2615296"/>
              <a:ext cx="36384" cy="27692"/>
            </a:xfrm>
            <a:custGeom>
              <a:avLst/>
              <a:gdLst/>
              <a:ahLst/>
              <a:cxnLst/>
              <a:rect l="l" t="t" r="r" b="b"/>
              <a:pathLst>
                <a:path w="406" h="309" extrusionOk="0">
                  <a:moveTo>
                    <a:pt x="27" y="130"/>
                  </a:moveTo>
                  <a:cubicBezTo>
                    <a:pt x="38" y="114"/>
                    <a:pt x="38" y="97"/>
                    <a:pt x="49" y="81"/>
                  </a:cubicBezTo>
                  <a:cubicBezTo>
                    <a:pt x="60" y="60"/>
                    <a:pt x="92" y="43"/>
                    <a:pt x="119" y="38"/>
                  </a:cubicBezTo>
                  <a:cubicBezTo>
                    <a:pt x="162" y="22"/>
                    <a:pt x="216" y="27"/>
                    <a:pt x="259" y="49"/>
                  </a:cubicBezTo>
                  <a:cubicBezTo>
                    <a:pt x="357" y="92"/>
                    <a:pt x="351" y="200"/>
                    <a:pt x="341" y="292"/>
                  </a:cubicBezTo>
                  <a:cubicBezTo>
                    <a:pt x="341" y="303"/>
                    <a:pt x="357" y="308"/>
                    <a:pt x="362" y="297"/>
                  </a:cubicBezTo>
                  <a:cubicBezTo>
                    <a:pt x="405" y="200"/>
                    <a:pt x="362" y="60"/>
                    <a:pt x="259" y="22"/>
                  </a:cubicBezTo>
                  <a:cubicBezTo>
                    <a:pt x="205" y="0"/>
                    <a:pt x="141" y="0"/>
                    <a:pt x="92" y="27"/>
                  </a:cubicBezTo>
                  <a:cubicBezTo>
                    <a:pt x="60" y="43"/>
                    <a:pt x="0" y="87"/>
                    <a:pt x="27" y="130"/>
                  </a:cubicBezTo>
                  <a:cubicBezTo>
                    <a:pt x="27" y="130"/>
                    <a:pt x="27" y="130"/>
                    <a:pt x="33" y="1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0"/>
            <p:cNvSpPr/>
            <p:nvPr/>
          </p:nvSpPr>
          <p:spPr>
            <a:xfrm>
              <a:off x="5945758" y="2630262"/>
              <a:ext cx="13173" cy="17027"/>
            </a:xfrm>
            <a:custGeom>
              <a:avLst/>
              <a:gdLst/>
              <a:ahLst/>
              <a:cxnLst/>
              <a:rect l="l" t="t" r="r" b="b"/>
              <a:pathLst>
                <a:path w="147" h="190" extrusionOk="0">
                  <a:moveTo>
                    <a:pt x="17" y="136"/>
                  </a:moveTo>
                  <a:cubicBezTo>
                    <a:pt x="17" y="103"/>
                    <a:pt x="22" y="76"/>
                    <a:pt x="49" y="55"/>
                  </a:cubicBezTo>
                  <a:cubicBezTo>
                    <a:pt x="76" y="38"/>
                    <a:pt x="108" y="33"/>
                    <a:pt x="130" y="17"/>
                  </a:cubicBezTo>
                  <a:cubicBezTo>
                    <a:pt x="130" y="11"/>
                    <a:pt x="125" y="11"/>
                    <a:pt x="125" y="11"/>
                  </a:cubicBezTo>
                  <a:cubicBezTo>
                    <a:pt x="125" y="28"/>
                    <a:pt x="130" y="49"/>
                    <a:pt x="130" y="65"/>
                  </a:cubicBezTo>
                  <a:cubicBezTo>
                    <a:pt x="125" y="87"/>
                    <a:pt x="98" y="98"/>
                    <a:pt x="87" y="114"/>
                  </a:cubicBezTo>
                  <a:cubicBezTo>
                    <a:pt x="65" y="130"/>
                    <a:pt x="71" y="157"/>
                    <a:pt x="76" y="179"/>
                  </a:cubicBezTo>
                  <a:cubicBezTo>
                    <a:pt x="76" y="190"/>
                    <a:pt x="87" y="184"/>
                    <a:pt x="87" y="179"/>
                  </a:cubicBezTo>
                  <a:cubicBezTo>
                    <a:pt x="87" y="152"/>
                    <a:pt x="81" y="130"/>
                    <a:pt x="108" y="114"/>
                  </a:cubicBezTo>
                  <a:cubicBezTo>
                    <a:pt x="119" y="103"/>
                    <a:pt x="125" y="98"/>
                    <a:pt x="135" y="87"/>
                  </a:cubicBezTo>
                  <a:cubicBezTo>
                    <a:pt x="146" y="65"/>
                    <a:pt x="141" y="33"/>
                    <a:pt x="135" y="6"/>
                  </a:cubicBezTo>
                  <a:cubicBezTo>
                    <a:pt x="135" y="6"/>
                    <a:pt x="130" y="1"/>
                    <a:pt x="125" y="6"/>
                  </a:cubicBezTo>
                  <a:cubicBezTo>
                    <a:pt x="92" y="28"/>
                    <a:pt x="49" y="38"/>
                    <a:pt x="22" y="65"/>
                  </a:cubicBezTo>
                  <a:cubicBezTo>
                    <a:pt x="0" y="87"/>
                    <a:pt x="6" y="114"/>
                    <a:pt x="6" y="136"/>
                  </a:cubicBezTo>
                  <a:cubicBezTo>
                    <a:pt x="6" y="141"/>
                    <a:pt x="17" y="141"/>
                    <a:pt x="17" y="1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0"/>
            <p:cNvSpPr/>
            <p:nvPr/>
          </p:nvSpPr>
          <p:spPr>
            <a:xfrm>
              <a:off x="5961261" y="2620135"/>
              <a:ext cx="12188" cy="13174"/>
            </a:xfrm>
            <a:custGeom>
              <a:avLst/>
              <a:gdLst/>
              <a:ahLst/>
              <a:cxnLst/>
              <a:rect l="l" t="t" r="r" b="b"/>
              <a:pathLst>
                <a:path w="136" h="147" extrusionOk="0">
                  <a:moveTo>
                    <a:pt x="0" y="16"/>
                  </a:moveTo>
                  <a:cubicBezTo>
                    <a:pt x="43" y="6"/>
                    <a:pt x="70" y="33"/>
                    <a:pt x="87" y="65"/>
                  </a:cubicBezTo>
                  <a:cubicBezTo>
                    <a:pt x="97" y="76"/>
                    <a:pt x="103" y="92"/>
                    <a:pt x="108" y="108"/>
                  </a:cubicBezTo>
                  <a:cubicBezTo>
                    <a:pt x="108" y="119"/>
                    <a:pt x="114" y="130"/>
                    <a:pt x="119" y="141"/>
                  </a:cubicBezTo>
                  <a:cubicBezTo>
                    <a:pt x="119" y="141"/>
                    <a:pt x="130" y="146"/>
                    <a:pt x="130" y="141"/>
                  </a:cubicBezTo>
                  <a:cubicBezTo>
                    <a:pt x="135" y="108"/>
                    <a:pt x="108" y="65"/>
                    <a:pt x="92" y="49"/>
                  </a:cubicBezTo>
                  <a:cubicBezTo>
                    <a:pt x="65" y="16"/>
                    <a:pt x="38" y="0"/>
                    <a:pt x="0" y="11"/>
                  </a:cubicBezTo>
                  <a:cubicBezTo>
                    <a:pt x="0" y="11"/>
                    <a:pt x="0" y="16"/>
                    <a:pt x="0"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0"/>
            <p:cNvSpPr/>
            <p:nvPr/>
          </p:nvSpPr>
          <p:spPr>
            <a:xfrm>
              <a:off x="5942801" y="2607051"/>
              <a:ext cx="8872" cy="11650"/>
            </a:xfrm>
            <a:custGeom>
              <a:avLst/>
              <a:gdLst/>
              <a:ahLst/>
              <a:cxnLst/>
              <a:rect l="l" t="t" r="r" b="b"/>
              <a:pathLst>
                <a:path w="99" h="130" extrusionOk="0">
                  <a:moveTo>
                    <a:pt x="1" y="6"/>
                  </a:moveTo>
                  <a:cubicBezTo>
                    <a:pt x="28" y="22"/>
                    <a:pt x="39" y="38"/>
                    <a:pt x="55" y="60"/>
                  </a:cubicBezTo>
                  <a:cubicBezTo>
                    <a:pt x="66" y="81"/>
                    <a:pt x="71" y="108"/>
                    <a:pt x="87" y="125"/>
                  </a:cubicBezTo>
                  <a:cubicBezTo>
                    <a:pt x="93" y="130"/>
                    <a:pt x="98" y="130"/>
                    <a:pt x="98" y="125"/>
                  </a:cubicBezTo>
                  <a:cubicBezTo>
                    <a:pt x="87" y="98"/>
                    <a:pt x="71" y="76"/>
                    <a:pt x="60" y="54"/>
                  </a:cubicBezTo>
                  <a:cubicBezTo>
                    <a:pt x="44" y="33"/>
                    <a:pt x="28" y="16"/>
                    <a:pt x="6" y="6"/>
                  </a:cubicBezTo>
                  <a:cubicBezTo>
                    <a:pt x="1" y="0"/>
                    <a:pt x="1" y="6"/>
                    <a:pt x="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0"/>
            <p:cNvSpPr/>
            <p:nvPr/>
          </p:nvSpPr>
          <p:spPr>
            <a:xfrm>
              <a:off x="5951045" y="2605618"/>
              <a:ext cx="5915" cy="12188"/>
            </a:xfrm>
            <a:custGeom>
              <a:avLst/>
              <a:gdLst/>
              <a:ahLst/>
              <a:cxnLst/>
              <a:rect l="l" t="t" r="r" b="b"/>
              <a:pathLst>
                <a:path w="66" h="136" extrusionOk="0">
                  <a:moveTo>
                    <a:pt x="1" y="0"/>
                  </a:moveTo>
                  <a:cubicBezTo>
                    <a:pt x="17" y="22"/>
                    <a:pt x="28" y="43"/>
                    <a:pt x="33" y="76"/>
                  </a:cubicBezTo>
                  <a:cubicBezTo>
                    <a:pt x="39" y="92"/>
                    <a:pt x="39" y="119"/>
                    <a:pt x="55" y="130"/>
                  </a:cubicBezTo>
                  <a:cubicBezTo>
                    <a:pt x="55" y="135"/>
                    <a:pt x="66" y="130"/>
                    <a:pt x="66" y="124"/>
                  </a:cubicBezTo>
                  <a:cubicBezTo>
                    <a:pt x="66" y="103"/>
                    <a:pt x="49" y="76"/>
                    <a:pt x="44" y="54"/>
                  </a:cubicBezTo>
                  <a:cubicBezTo>
                    <a:pt x="33" y="32"/>
                    <a:pt x="22" y="11"/>
                    <a:pt x="1" y="0"/>
                  </a:cubicBezTo>
                  <a:cubicBezTo>
                    <a:pt x="1" y="0"/>
                    <a:pt x="1" y="0"/>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0"/>
            <p:cNvSpPr/>
            <p:nvPr/>
          </p:nvSpPr>
          <p:spPr>
            <a:xfrm>
              <a:off x="5960276" y="2604094"/>
              <a:ext cx="2509" cy="13711"/>
            </a:xfrm>
            <a:custGeom>
              <a:avLst/>
              <a:gdLst/>
              <a:ahLst/>
              <a:cxnLst/>
              <a:rect l="l" t="t" r="r" b="b"/>
              <a:pathLst>
                <a:path w="28" h="153" extrusionOk="0">
                  <a:moveTo>
                    <a:pt x="0" y="1"/>
                  </a:moveTo>
                  <a:cubicBezTo>
                    <a:pt x="0" y="44"/>
                    <a:pt x="22" y="93"/>
                    <a:pt x="6" y="136"/>
                  </a:cubicBezTo>
                  <a:cubicBezTo>
                    <a:pt x="6" y="147"/>
                    <a:pt x="22" y="152"/>
                    <a:pt x="22" y="136"/>
                  </a:cubicBezTo>
                  <a:cubicBezTo>
                    <a:pt x="27" y="87"/>
                    <a:pt x="11" y="49"/>
                    <a:pt x="6" y="1"/>
                  </a:cubicBezTo>
                  <a:cubicBezTo>
                    <a:pt x="6" y="1"/>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0"/>
            <p:cNvSpPr/>
            <p:nvPr/>
          </p:nvSpPr>
          <p:spPr>
            <a:xfrm>
              <a:off x="5967086" y="2603646"/>
              <a:ext cx="4391" cy="15056"/>
            </a:xfrm>
            <a:custGeom>
              <a:avLst/>
              <a:gdLst/>
              <a:ahLst/>
              <a:cxnLst/>
              <a:rect l="l" t="t" r="r" b="b"/>
              <a:pathLst>
                <a:path w="49" h="168" extrusionOk="0">
                  <a:moveTo>
                    <a:pt x="38" y="6"/>
                  </a:moveTo>
                  <a:cubicBezTo>
                    <a:pt x="27" y="27"/>
                    <a:pt x="32" y="54"/>
                    <a:pt x="27" y="81"/>
                  </a:cubicBezTo>
                  <a:cubicBezTo>
                    <a:pt x="22" y="103"/>
                    <a:pt x="11" y="130"/>
                    <a:pt x="0" y="152"/>
                  </a:cubicBezTo>
                  <a:cubicBezTo>
                    <a:pt x="0" y="163"/>
                    <a:pt x="11" y="168"/>
                    <a:pt x="16" y="163"/>
                  </a:cubicBezTo>
                  <a:cubicBezTo>
                    <a:pt x="43" y="114"/>
                    <a:pt x="43" y="60"/>
                    <a:pt x="49" y="6"/>
                  </a:cubicBezTo>
                  <a:cubicBezTo>
                    <a:pt x="49" y="0"/>
                    <a:pt x="38" y="0"/>
                    <a:pt x="3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0"/>
            <p:cNvSpPr/>
            <p:nvPr/>
          </p:nvSpPr>
          <p:spPr>
            <a:xfrm>
              <a:off x="5970940" y="2608933"/>
              <a:ext cx="10754" cy="13174"/>
            </a:xfrm>
            <a:custGeom>
              <a:avLst/>
              <a:gdLst/>
              <a:ahLst/>
              <a:cxnLst/>
              <a:rect l="l" t="t" r="r" b="b"/>
              <a:pathLst>
                <a:path w="120" h="147" extrusionOk="0">
                  <a:moveTo>
                    <a:pt x="114" y="1"/>
                  </a:moveTo>
                  <a:cubicBezTo>
                    <a:pt x="92" y="50"/>
                    <a:pt x="60" y="98"/>
                    <a:pt x="11" y="131"/>
                  </a:cubicBezTo>
                  <a:cubicBezTo>
                    <a:pt x="0" y="136"/>
                    <a:pt x="11" y="147"/>
                    <a:pt x="22" y="141"/>
                  </a:cubicBezTo>
                  <a:cubicBezTo>
                    <a:pt x="71" y="114"/>
                    <a:pt x="103" y="66"/>
                    <a:pt x="119" y="6"/>
                  </a:cubicBezTo>
                  <a:cubicBezTo>
                    <a:pt x="119" y="1"/>
                    <a:pt x="114" y="1"/>
                    <a:pt x="108"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0"/>
            <p:cNvSpPr/>
            <p:nvPr/>
          </p:nvSpPr>
          <p:spPr>
            <a:xfrm>
              <a:off x="5976227" y="2621032"/>
              <a:ext cx="5915" cy="5915"/>
            </a:xfrm>
            <a:custGeom>
              <a:avLst/>
              <a:gdLst/>
              <a:ahLst/>
              <a:cxnLst/>
              <a:rect l="l" t="t" r="r" b="b"/>
              <a:pathLst>
                <a:path w="66" h="66" extrusionOk="0">
                  <a:moveTo>
                    <a:pt x="66" y="1"/>
                  </a:moveTo>
                  <a:cubicBezTo>
                    <a:pt x="60" y="17"/>
                    <a:pt x="44" y="23"/>
                    <a:pt x="28" y="33"/>
                  </a:cubicBezTo>
                  <a:cubicBezTo>
                    <a:pt x="22" y="39"/>
                    <a:pt x="1" y="44"/>
                    <a:pt x="1" y="60"/>
                  </a:cubicBezTo>
                  <a:cubicBezTo>
                    <a:pt x="1" y="60"/>
                    <a:pt x="1" y="66"/>
                    <a:pt x="6" y="66"/>
                  </a:cubicBezTo>
                  <a:cubicBezTo>
                    <a:pt x="12" y="66"/>
                    <a:pt x="17" y="60"/>
                    <a:pt x="22" y="55"/>
                  </a:cubicBezTo>
                  <a:cubicBezTo>
                    <a:pt x="28" y="50"/>
                    <a:pt x="33" y="50"/>
                    <a:pt x="39" y="44"/>
                  </a:cubicBezTo>
                  <a:cubicBezTo>
                    <a:pt x="55" y="33"/>
                    <a:pt x="60" y="17"/>
                    <a:pt x="66" y="1"/>
                  </a:cubicBezTo>
                  <a:cubicBezTo>
                    <a:pt x="66" y="1"/>
                    <a:pt x="66"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0"/>
            <p:cNvSpPr/>
            <p:nvPr/>
          </p:nvSpPr>
          <p:spPr>
            <a:xfrm>
              <a:off x="5893422" y="2610457"/>
              <a:ext cx="11291" cy="9768"/>
            </a:xfrm>
            <a:custGeom>
              <a:avLst/>
              <a:gdLst/>
              <a:ahLst/>
              <a:cxnLst/>
              <a:rect l="l" t="t" r="r" b="b"/>
              <a:pathLst>
                <a:path w="126" h="109" extrusionOk="0">
                  <a:moveTo>
                    <a:pt x="6" y="5"/>
                  </a:moveTo>
                  <a:cubicBezTo>
                    <a:pt x="1" y="33"/>
                    <a:pt x="22" y="60"/>
                    <a:pt x="44" y="76"/>
                  </a:cubicBezTo>
                  <a:cubicBezTo>
                    <a:pt x="66" y="92"/>
                    <a:pt x="104" y="108"/>
                    <a:pt x="120" y="81"/>
                  </a:cubicBezTo>
                  <a:cubicBezTo>
                    <a:pt x="125" y="81"/>
                    <a:pt x="120" y="76"/>
                    <a:pt x="120" y="76"/>
                  </a:cubicBezTo>
                  <a:cubicBezTo>
                    <a:pt x="109" y="76"/>
                    <a:pt x="104" y="76"/>
                    <a:pt x="93" y="76"/>
                  </a:cubicBezTo>
                  <a:cubicBezTo>
                    <a:pt x="82" y="76"/>
                    <a:pt x="71" y="70"/>
                    <a:pt x="60" y="65"/>
                  </a:cubicBezTo>
                  <a:cubicBezTo>
                    <a:pt x="33" y="49"/>
                    <a:pt x="22" y="27"/>
                    <a:pt x="12" y="5"/>
                  </a:cubicBezTo>
                  <a:cubicBezTo>
                    <a:pt x="12" y="0"/>
                    <a:pt x="6" y="0"/>
                    <a:pt x="6"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0"/>
            <p:cNvSpPr/>
            <p:nvPr/>
          </p:nvSpPr>
          <p:spPr>
            <a:xfrm>
              <a:off x="5897365" y="2585723"/>
              <a:ext cx="16041" cy="32083"/>
            </a:xfrm>
            <a:custGeom>
              <a:avLst/>
              <a:gdLst/>
              <a:ahLst/>
              <a:cxnLst/>
              <a:rect l="l" t="t" r="r" b="b"/>
              <a:pathLst>
                <a:path w="179" h="358" extrusionOk="0">
                  <a:moveTo>
                    <a:pt x="11" y="346"/>
                  </a:moveTo>
                  <a:cubicBezTo>
                    <a:pt x="38" y="287"/>
                    <a:pt x="76" y="238"/>
                    <a:pt x="103" y="179"/>
                  </a:cubicBezTo>
                  <a:cubicBezTo>
                    <a:pt x="114" y="152"/>
                    <a:pt x="119" y="125"/>
                    <a:pt x="130" y="103"/>
                  </a:cubicBezTo>
                  <a:cubicBezTo>
                    <a:pt x="146" y="71"/>
                    <a:pt x="168" y="38"/>
                    <a:pt x="178" y="6"/>
                  </a:cubicBezTo>
                  <a:cubicBezTo>
                    <a:pt x="178" y="1"/>
                    <a:pt x="173" y="1"/>
                    <a:pt x="173" y="1"/>
                  </a:cubicBezTo>
                  <a:cubicBezTo>
                    <a:pt x="130" y="38"/>
                    <a:pt x="114" y="109"/>
                    <a:pt x="97" y="157"/>
                  </a:cubicBezTo>
                  <a:cubicBezTo>
                    <a:pt x="70" y="222"/>
                    <a:pt x="27" y="276"/>
                    <a:pt x="0" y="346"/>
                  </a:cubicBezTo>
                  <a:cubicBezTo>
                    <a:pt x="0" y="352"/>
                    <a:pt x="11" y="357"/>
                    <a:pt x="11" y="34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0"/>
            <p:cNvSpPr/>
            <p:nvPr/>
          </p:nvSpPr>
          <p:spPr>
            <a:xfrm>
              <a:off x="5892526" y="2603198"/>
              <a:ext cx="12636" cy="1972"/>
            </a:xfrm>
            <a:custGeom>
              <a:avLst/>
              <a:gdLst/>
              <a:ahLst/>
              <a:cxnLst/>
              <a:rect l="l" t="t" r="r" b="b"/>
              <a:pathLst>
                <a:path w="141" h="22" extrusionOk="0">
                  <a:moveTo>
                    <a:pt x="5" y="16"/>
                  </a:moveTo>
                  <a:cubicBezTo>
                    <a:pt x="49" y="22"/>
                    <a:pt x="92" y="22"/>
                    <a:pt x="130" y="16"/>
                  </a:cubicBezTo>
                  <a:cubicBezTo>
                    <a:pt x="141" y="16"/>
                    <a:pt x="141" y="5"/>
                    <a:pt x="130" y="5"/>
                  </a:cubicBezTo>
                  <a:cubicBezTo>
                    <a:pt x="92" y="5"/>
                    <a:pt x="49" y="0"/>
                    <a:pt x="5" y="5"/>
                  </a:cubicBezTo>
                  <a:cubicBezTo>
                    <a:pt x="0" y="5"/>
                    <a:pt x="0" y="16"/>
                    <a:pt x="5" y="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0"/>
            <p:cNvSpPr/>
            <p:nvPr/>
          </p:nvSpPr>
          <p:spPr>
            <a:xfrm>
              <a:off x="5903638" y="2603646"/>
              <a:ext cx="8334" cy="10754"/>
            </a:xfrm>
            <a:custGeom>
              <a:avLst/>
              <a:gdLst/>
              <a:ahLst/>
              <a:cxnLst/>
              <a:rect l="l" t="t" r="r" b="b"/>
              <a:pathLst>
                <a:path w="93" h="120" extrusionOk="0">
                  <a:moveTo>
                    <a:pt x="6" y="6"/>
                  </a:moveTo>
                  <a:cubicBezTo>
                    <a:pt x="0" y="27"/>
                    <a:pt x="17" y="49"/>
                    <a:pt x="33" y="71"/>
                  </a:cubicBezTo>
                  <a:cubicBezTo>
                    <a:pt x="44" y="87"/>
                    <a:pt x="65" y="114"/>
                    <a:pt x="81" y="119"/>
                  </a:cubicBezTo>
                  <a:cubicBezTo>
                    <a:pt x="87" y="119"/>
                    <a:pt x="92" y="114"/>
                    <a:pt x="92" y="109"/>
                  </a:cubicBezTo>
                  <a:cubicBezTo>
                    <a:pt x="81" y="92"/>
                    <a:pt x="65" y="81"/>
                    <a:pt x="49" y="71"/>
                  </a:cubicBezTo>
                  <a:cubicBezTo>
                    <a:pt x="33" y="49"/>
                    <a:pt x="22" y="27"/>
                    <a:pt x="17" y="0"/>
                  </a:cubicBezTo>
                  <a:cubicBezTo>
                    <a:pt x="17" y="0"/>
                    <a:pt x="6" y="0"/>
                    <a:pt x="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0"/>
            <p:cNvSpPr/>
            <p:nvPr/>
          </p:nvSpPr>
          <p:spPr>
            <a:xfrm>
              <a:off x="5976765" y="2796322"/>
              <a:ext cx="25271" cy="6363"/>
            </a:xfrm>
            <a:custGeom>
              <a:avLst/>
              <a:gdLst/>
              <a:ahLst/>
              <a:cxnLst/>
              <a:rect l="l" t="t" r="r" b="b"/>
              <a:pathLst>
                <a:path w="282" h="71" extrusionOk="0">
                  <a:moveTo>
                    <a:pt x="0" y="44"/>
                  </a:moveTo>
                  <a:cubicBezTo>
                    <a:pt x="97" y="71"/>
                    <a:pt x="189" y="71"/>
                    <a:pt x="276" y="17"/>
                  </a:cubicBezTo>
                  <a:cubicBezTo>
                    <a:pt x="281" y="12"/>
                    <a:pt x="281" y="1"/>
                    <a:pt x="270" y="6"/>
                  </a:cubicBezTo>
                  <a:cubicBezTo>
                    <a:pt x="238" y="17"/>
                    <a:pt x="200" y="33"/>
                    <a:pt x="162" y="44"/>
                  </a:cubicBezTo>
                  <a:cubicBezTo>
                    <a:pt x="108" y="55"/>
                    <a:pt x="54" y="49"/>
                    <a:pt x="6" y="39"/>
                  </a:cubicBezTo>
                  <a:cubicBezTo>
                    <a:pt x="0" y="33"/>
                    <a:pt x="0" y="39"/>
                    <a:pt x="0"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0"/>
            <p:cNvSpPr/>
            <p:nvPr/>
          </p:nvSpPr>
          <p:spPr>
            <a:xfrm>
              <a:off x="5983486" y="2798742"/>
              <a:ext cx="20432" cy="6363"/>
            </a:xfrm>
            <a:custGeom>
              <a:avLst/>
              <a:gdLst/>
              <a:ahLst/>
              <a:cxnLst/>
              <a:rect l="l" t="t" r="r" b="b"/>
              <a:pathLst>
                <a:path w="228" h="71" extrusionOk="0">
                  <a:moveTo>
                    <a:pt x="6" y="60"/>
                  </a:moveTo>
                  <a:cubicBezTo>
                    <a:pt x="76" y="71"/>
                    <a:pt x="174" y="71"/>
                    <a:pt x="222" y="12"/>
                  </a:cubicBezTo>
                  <a:cubicBezTo>
                    <a:pt x="228" y="6"/>
                    <a:pt x="222" y="1"/>
                    <a:pt x="222" y="6"/>
                  </a:cubicBezTo>
                  <a:cubicBezTo>
                    <a:pt x="190" y="17"/>
                    <a:pt x="163" y="39"/>
                    <a:pt x="125" y="44"/>
                  </a:cubicBezTo>
                  <a:cubicBezTo>
                    <a:pt x="87" y="55"/>
                    <a:pt x="44" y="49"/>
                    <a:pt x="6" y="49"/>
                  </a:cubicBezTo>
                  <a:cubicBezTo>
                    <a:pt x="1" y="49"/>
                    <a:pt x="1" y="55"/>
                    <a:pt x="6" y="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0"/>
            <p:cNvSpPr/>
            <p:nvPr/>
          </p:nvSpPr>
          <p:spPr>
            <a:xfrm>
              <a:off x="5902653" y="2796322"/>
              <a:ext cx="12636" cy="16579"/>
            </a:xfrm>
            <a:custGeom>
              <a:avLst/>
              <a:gdLst/>
              <a:ahLst/>
              <a:cxnLst/>
              <a:rect l="l" t="t" r="r" b="b"/>
              <a:pathLst>
                <a:path w="141" h="185" extrusionOk="0">
                  <a:moveTo>
                    <a:pt x="6" y="6"/>
                  </a:moveTo>
                  <a:cubicBezTo>
                    <a:pt x="1" y="76"/>
                    <a:pt x="55" y="163"/>
                    <a:pt x="125" y="184"/>
                  </a:cubicBezTo>
                  <a:cubicBezTo>
                    <a:pt x="136" y="184"/>
                    <a:pt x="141" y="168"/>
                    <a:pt x="130" y="168"/>
                  </a:cubicBezTo>
                  <a:cubicBezTo>
                    <a:pt x="71" y="147"/>
                    <a:pt x="17" y="71"/>
                    <a:pt x="11" y="6"/>
                  </a:cubicBezTo>
                  <a:cubicBezTo>
                    <a:pt x="11" y="1"/>
                    <a:pt x="6" y="1"/>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0"/>
            <p:cNvSpPr/>
            <p:nvPr/>
          </p:nvSpPr>
          <p:spPr>
            <a:xfrm>
              <a:off x="5902653" y="2804119"/>
              <a:ext cx="11202" cy="11650"/>
            </a:xfrm>
            <a:custGeom>
              <a:avLst/>
              <a:gdLst/>
              <a:ahLst/>
              <a:cxnLst/>
              <a:rect l="l" t="t" r="r" b="b"/>
              <a:pathLst>
                <a:path w="125" h="130" extrusionOk="0">
                  <a:moveTo>
                    <a:pt x="1" y="6"/>
                  </a:moveTo>
                  <a:cubicBezTo>
                    <a:pt x="11" y="33"/>
                    <a:pt x="22" y="60"/>
                    <a:pt x="38" y="81"/>
                  </a:cubicBezTo>
                  <a:cubicBezTo>
                    <a:pt x="60" y="103"/>
                    <a:pt x="87" y="130"/>
                    <a:pt x="114" y="130"/>
                  </a:cubicBezTo>
                  <a:cubicBezTo>
                    <a:pt x="125" y="130"/>
                    <a:pt x="125" y="119"/>
                    <a:pt x="119" y="114"/>
                  </a:cubicBezTo>
                  <a:cubicBezTo>
                    <a:pt x="92" y="108"/>
                    <a:pt x="71" y="92"/>
                    <a:pt x="49" y="70"/>
                  </a:cubicBezTo>
                  <a:cubicBezTo>
                    <a:pt x="33" y="54"/>
                    <a:pt x="17" y="27"/>
                    <a:pt x="6" y="0"/>
                  </a:cubicBezTo>
                  <a:cubicBezTo>
                    <a:pt x="1" y="0"/>
                    <a:pt x="1" y="0"/>
                    <a:pt x="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0"/>
            <p:cNvSpPr/>
            <p:nvPr/>
          </p:nvSpPr>
          <p:spPr>
            <a:xfrm>
              <a:off x="5895842" y="2820519"/>
              <a:ext cx="9768" cy="9320"/>
            </a:xfrm>
            <a:custGeom>
              <a:avLst/>
              <a:gdLst/>
              <a:ahLst/>
              <a:cxnLst/>
              <a:rect l="l" t="t" r="r" b="b"/>
              <a:pathLst>
                <a:path w="109" h="104" extrusionOk="0">
                  <a:moveTo>
                    <a:pt x="6" y="1"/>
                  </a:moveTo>
                  <a:cubicBezTo>
                    <a:pt x="1" y="49"/>
                    <a:pt x="55" y="104"/>
                    <a:pt x="104" y="98"/>
                  </a:cubicBezTo>
                  <a:cubicBezTo>
                    <a:pt x="109" y="98"/>
                    <a:pt x="109" y="82"/>
                    <a:pt x="98" y="82"/>
                  </a:cubicBezTo>
                  <a:cubicBezTo>
                    <a:pt x="60" y="77"/>
                    <a:pt x="12" y="44"/>
                    <a:pt x="12" y="1"/>
                  </a:cubicBezTo>
                  <a:cubicBezTo>
                    <a:pt x="12" y="1"/>
                    <a:pt x="6" y="1"/>
                    <a:pt x="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0"/>
            <p:cNvSpPr/>
            <p:nvPr/>
          </p:nvSpPr>
          <p:spPr>
            <a:xfrm>
              <a:off x="5899247" y="2833155"/>
              <a:ext cx="9320" cy="10754"/>
            </a:xfrm>
            <a:custGeom>
              <a:avLst/>
              <a:gdLst/>
              <a:ahLst/>
              <a:cxnLst/>
              <a:rect l="l" t="t" r="r" b="b"/>
              <a:pathLst>
                <a:path w="104" h="120" extrusionOk="0">
                  <a:moveTo>
                    <a:pt x="93" y="6"/>
                  </a:moveTo>
                  <a:cubicBezTo>
                    <a:pt x="66" y="11"/>
                    <a:pt x="44" y="27"/>
                    <a:pt x="28" y="49"/>
                  </a:cubicBezTo>
                  <a:cubicBezTo>
                    <a:pt x="17" y="65"/>
                    <a:pt x="1" y="98"/>
                    <a:pt x="17" y="114"/>
                  </a:cubicBezTo>
                  <a:cubicBezTo>
                    <a:pt x="17" y="119"/>
                    <a:pt x="22" y="119"/>
                    <a:pt x="22" y="114"/>
                  </a:cubicBezTo>
                  <a:cubicBezTo>
                    <a:pt x="28" y="108"/>
                    <a:pt x="28" y="103"/>
                    <a:pt x="28" y="98"/>
                  </a:cubicBezTo>
                  <a:cubicBezTo>
                    <a:pt x="28" y="81"/>
                    <a:pt x="33" y="71"/>
                    <a:pt x="39" y="60"/>
                  </a:cubicBezTo>
                  <a:cubicBezTo>
                    <a:pt x="49" y="38"/>
                    <a:pt x="76" y="22"/>
                    <a:pt x="98" y="11"/>
                  </a:cubicBezTo>
                  <a:cubicBezTo>
                    <a:pt x="103" y="11"/>
                    <a:pt x="98" y="0"/>
                    <a:pt x="93"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0"/>
            <p:cNvSpPr/>
            <p:nvPr/>
          </p:nvSpPr>
          <p:spPr>
            <a:xfrm>
              <a:off x="6005800" y="2809407"/>
              <a:ext cx="5915" cy="14160"/>
            </a:xfrm>
            <a:custGeom>
              <a:avLst/>
              <a:gdLst/>
              <a:ahLst/>
              <a:cxnLst/>
              <a:rect l="l" t="t" r="r" b="b"/>
              <a:pathLst>
                <a:path w="66" h="158" extrusionOk="0">
                  <a:moveTo>
                    <a:pt x="33" y="1"/>
                  </a:moveTo>
                  <a:cubicBezTo>
                    <a:pt x="6" y="22"/>
                    <a:pt x="0" y="49"/>
                    <a:pt x="6" y="82"/>
                  </a:cubicBezTo>
                  <a:cubicBezTo>
                    <a:pt x="11" y="103"/>
                    <a:pt x="33" y="157"/>
                    <a:pt x="65" y="152"/>
                  </a:cubicBezTo>
                  <a:cubicBezTo>
                    <a:pt x="65" y="152"/>
                    <a:pt x="65" y="146"/>
                    <a:pt x="65" y="146"/>
                  </a:cubicBezTo>
                  <a:cubicBezTo>
                    <a:pt x="60" y="136"/>
                    <a:pt x="54" y="136"/>
                    <a:pt x="49" y="130"/>
                  </a:cubicBezTo>
                  <a:cubicBezTo>
                    <a:pt x="38" y="119"/>
                    <a:pt x="27" y="103"/>
                    <a:pt x="22" y="92"/>
                  </a:cubicBezTo>
                  <a:cubicBezTo>
                    <a:pt x="11" y="65"/>
                    <a:pt x="11" y="22"/>
                    <a:pt x="33" y="1"/>
                  </a:cubicBezTo>
                  <a:cubicBezTo>
                    <a:pt x="33" y="1"/>
                    <a:pt x="33" y="1"/>
                    <a:pt x="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0"/>
            <p:cNvSpPr/>
            <p:nvPr/>
          </p:nvSpPr>
          <p:spPr>
            <a:xfrm>
              <a:off x="5954899" y="2653025"/>
              <a:ext cx="43194" cy="60133"/>
            </a:xfrm>
            <a:custGeom>
              <a:avLst/>
              <a:gdLst/>
              <a:ahLst/>
              <a:cxnLst/>
              <a:rect l="l" t="t" r="r" b="b"/>
              <a:pathLst>
                <a:path w="482" h="671" extrusionOk="0">
                  <a:moveTo>
                    <a:pt x="6" y="28"/>
                  </a:moveTo>
                  <a:cubicBezTo>
                    <a:pt x="125" y="11"/>
                    <a:pt x="239" y="114"/>
                    <a:pt x="309" y="206"/>
                  </a:cubicBezTo>
                  <a:cubicBezTo>
                    <a:pt x="352" y="265"/>
                    <a:pt x="385" y="335"/>
                    <a:pt x="406" y="406"/>
                  </a:cubicBezTo>
                  <a:cubicBezTo>
                    <a:pt x="433" y="487"/>
                    <a:pt x="428" y="573"/>
                    <a:pt x="439" y="654"/>
                  </a:cubicBezTo>
                  <a:cubicBezTo>
                    <a:pt x="439" y="665"/>
                    <a:pt x="449" y="670"/>
                    <a:pt x="449" y="660"/>
                  </a:cubicBezTo>
                  <a:cubicBezTo>
                    <a:pt x="482" y="498"/>
                    <a:pt x="417" y="303"/>
                    <a:pt x="320" y="179"/>
                  </a:cubicBezTo>
                  <a:cubicBezTo>
                    <a:pt x="244" y="82"/>
                    <a:pt x="131" y="1"/>
                    <a:pt x="6" y="22"/>
                  </a:cubicBezTo>
                  <a:cubicBezTo>
                    <a:pt x="1" y="22"/>
                    <a:pt x="1" y="28"/>
                    <a:pt x="6"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0"/>
            <p:cNvSpPr/>
            <p:nvPr/>
          </p:nvSpPr>
          <p:spPr>
            <a:xfrm>
              <a:off x="5924429" y="2706257"/>
              <a:ext cx="32530" cy="44181"/>
            </a:xfrm>
            <a:custGeom>
              <a:avLst/>
              <a:gdLst/>
              <a:ahLst/>
              <a:cxnLst/>
              <a:rect l="l" t="t" r="r" b="b"/>
              <a:pathLst>
                <a:path w="363" h="493" extrusionOk="0">
                  <a:moveTo>
                    <a:pt x="6" y="6"/>
                  </a:moveTo>
                  <a:cubicBezTo>
                    <a:pt x="1" y="114"/>
                    <a:pt x="33" y="217"/>
                    <a:pt x="98" y="309"/>
                  </a:cubicBezTo>
                  <a:cubicBezTo>
                    <a:pt x="157" y="390"/>
                    <a:pt x="255" y="476"/>
                    <a:pt x="352" y="492"/>
                  </a:cubicBezTo>
                  <a:cubicBezTo>
                    <a:pt x="357" y="492"/>
                    <a:pt x="363" y="487"/>
                    <a:pt x="357" y="482"/>
                  </a:cubicBezTo>
                  <a:cubicBezTo>
                    <a:pt x="314" y="460"/>
                    <a:pt x="271" y="438"/>
                    <a:pt x="233" y="411"/>
                  </a:cubicBezTo>
                  <a:cubicBezTo>
                    <a:pt x="190" y="384"/>
                    <a:pt x="157" y="347"/>
                    <a:pt x="125" y="309"/>
                  </a:cubicBezTo>
                  <a:cubicBezTo>
                    <a:pt x="55" y="222"/>
                    <a:pt x="11" y="114"/>
                    <a:pt x="6" y="6"/>
                  </a:cubicBezTo>
                  <a:cubicBezTo>
                    <a:pt x="6" y="1"/>
                    <a:pt x="6" y="1"/>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0"/>
            <p:cNvSpPr/>
            <p:nvPr/>
          </p:nvSpPr>
          <p:spPr>
            <a:xfrm>
              <a:off x="5936079" y="2700970"/>
              <a:ext cx="16041" cy="8334"/>
            </a:xfrm>
            <a:custGeom>
              <a:avLst/>
              <a:gdLst/>
              <a:ahLst/>
              <a:cxnLst/>
              <a:rect l="l" t="t" r="r" b="b"/>
              <a:pathLst>
                <a:path w="179" h="93" extrusionOk="0">
                  <a:moveTo>
                    <a:pt x="6" y="27"/>
                  </a:moveTo>
                  <a:cubicBezTo>
                    <a:pt x="38" y="17"/>
                    <a:pt x="71" y="27"/>
                    <a:pt x="103" y="38"/>
                  </a:cubicBezTo>
                  <a:cubicBezTo>
                    <a:pt x="130" y="54"/>
                    <a:pt x="152" y="76"/>
                    <a:pt x="173" y="92"/>
                  </a:cubicBezTo>
                  <a:cubicBezTo>
                    <a:pt x="179" y="92"/>
                    <a:pt x="179" y="87"/>
                    <a:pt x="179" y="87"/>
                  </a:cubicBezTo>
                  <a:cubicBezTo>
                    <a:pt x="146" y="33"/>
                    <a:pt x="60" y="0"/>
                    <a:pt x="0" y="22"/>
                  </a:cubicBezTo>
                  <a:cubicBezTo>
                    <a:pt x="0" y="22"/>
                    <a:pt x="0" y="27"/>
                    <a:pt x="6"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0"/>
            <p:cNvSpPr/>
            <p:nvPr/>
          </p:nvSpPr>
          <p:spPr>
            <a:xfrm>
              <a:off x="5945220" y="2670500"/>
              <a:ext cx="28677" cy="38267"/>
            </a:xfrm>
            <a:custGeom>
              <a:avLst/>
              <a:gdLst/>
              <a:ahLst/>
              <a:cxnLst/>
              <a:rect l="l" t="t" r="r" b="b"/>
              <a:pathLst>
                <a:path w="320" h="427" extrusionOk="0">
                  <a:moveTo>
                    <a:pt x="71" y="416"/>
                  </a:moveTo>
                  <a:cubicBezTo>
                    <a:pt x="1" y="313"/>
                    <a:pt x="109" y="222"/>
                    <a:pt x="190" y="168"/>
                  </a:cubicBezTo>
                  <a:cubicBezTo>
                    <a:pt x="249" y="130"/>
                    <a:pt x="298" y="81"/>
                    <a:pt x="320" y="11"/>
                  </a:cubicBezTo>
                  <a:cubicBezTo>
                    <a:pt x="320" y="5"/>
                    <a:pt x="309" y="0"/>
                    <a:pt x="303" y="5"/>
                  </a:cubicBezTo>
                  <a:cubicBezTo>
                    <a:pt x="271" y="59"/>
                    <a:pt x="249" y="108"/>
                    <a:pt x="195" y="146"/>
                  </a:cubicBezTo>
                  <a:cubicBezTo>
                    <a:pt x="158" y="173"/>
                    <a:pt x="120" y="195"/>
                    <a:pt x="87" y="232"/>
                  </a:cubicBezTo>
                  <a:cubicBezTo>
                    <a:pt x="33" y="286"/>
                    <a:pt x="12" y="362"/>
                    <a:pt x="66" y="421"/>
                  </a:cubicBezTo>
                  <a:cubicBezTo>
                    <a:pt x="66" y="427"/>
                    <a:pt x="71" y="421"/>
                    <a:pt x="71" y="4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0"/>
            <p:cNvSpPr/>
            <p:nvPr/>
          </p:nvSpPr>
          <p:spPr>
            <a:xfrm>
              <a:off x="5971926" y="2671396"/>
              <a:ext cx="9230" cy="19447"/>
            </a:xfrm>
            <a:custGeom>
              <a:avLst/>
              <a:gdLst/>
              <a:ahLst/>
              <a:cxnLst/>
              <a:rect l="l" t="t" r="r" b="b"/>
              <a:pathLst>
                <a:path w="103" h="217" extrusionOk="0">
                  <a:moveTo>
                    <a:pt x="5" y="12"/>
                  </a:moveTo>
                  <a:cubicBezTo>
                    <a:pt x="22" y="39"/>
                    <a:pt x="38" y="71"/>
                    <a:pt x="49" y="98"/>
                  </a:cubicBezTo>
                  <a:cubicBezTo>
                    <a:pt x="65" y="141"/>
                    <a:pt x="49" y="174"/>
                    <a:pt x="38" y="212"/>
                  </a:cubicBezTo>
                  <a:cubicBezTo>
                    <a:pt x="38" y="212"/>
                    <a:pt x="43" y="217"/>
                    <a:pt x="43" y="212"/>
                  </a:cubicBezTo>
                  <a:cubicBezTo>
                    <a:pt x="103" y="152"/>
                    <a:pt x="54" y="60"/>
                    <a:pt x="11" y="6"/>
                  </a:cubicBezTo>
                  <a:cubicBezTo>
                    <a:pt x="11" y="1"/>
                    <a:pt x="0" y="6"/>
                    <a:pt x="5"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0"/>
            <p:cNvSpPr/>
            <p:nvPr/>
          </p:nvSpPr>
          <p:spPr>
            <a:xfrm>
              <a:off x="5973808" y="2687886"/>
              <a:ext cx="5467" cy="9768"/>
            </a:xfrm>
            <a:custGeom>
              <a:avLst/>
              <a:gdLst/>
              <a:ahLst/>
              <a:cxnLst/>
              <a:rect l="l" t="t" r="r" b="b"/>
              <a:pathLst>
                <a:path w="61" h="109" extrusionOk="0">
                  <a:moveTo>
                    <a:pt x="28" y="28"/>
                  </a:moveTo>
                  <a:cubicBezTo>
                    <a:pt x="44" y="22"/>
                    <a:pt x="49" y="38"/>
                    <a:pt x="44" y="49"/>
                  </a:cubicBezTo>
                  <a:cubicBezTo>
                    <a:pt x="44" y="60"/>
                    <a:pt x="33" y="65"/>
                    <a:pt x="28" y="76"/>
                  </a:cubicBezTo>
                  <a:cubicBezTo>
                    <a:pt x="22" y="82"/>
                    <a:pt x="1" y="98"/>
                    <a:pt x="6" y="109"/>
                  </a:cubicBezTo>
                  <a:cubicBezTo>
                    <a:pt x="6" y="109"/>
                    <a:pt x="6" y="109"/>
                    <a:pt x="12" y="109"/>
                  </a:cubicBezTo>
                  <a:cubicBezTo>
                    <a:pt x="22" y="109"/>
                    <a:pt x="33" y="92"/>
                    <a:pt x="39" y="87"/>
                  </a:cubicBezTo>
                  <a:cubicBezTo>
                    <a:pt x="44" y="76"/>
                    <a:pt x="55" y="65"/>
                    <a:pt x="55" y="49"/>
                  </a:cubicBezTo>
                  <a:cubicBezTo>
                    <a:pt x="60" y="28"/>
                    <a:pt x="44" y="1"/>
                    <a:pt x="22" y="22"/>
                  </a:cubicBezTo>
                  <a:cubicBezTo>
                    <a:pt x="17" y="22"/>
                    <a:pt x="22" y="33"/>
                    <a:pt x="28"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0"/>
            <p:cNvSpPr/>
            <p:nvPr/>
          </p:nvSpPr>
          <p:spPr>
            <a:xfrm>
              <a:off x="5967983" y="2696131"/>
              <a:ext cx="12188" cy="14160"/>
            </a:xfrm>
            <a:custGeom>
              <a:avLst/>
              <a:gdLst/>
              <a:ahLst/>
              <a:cxnLst/>
              <a:rect l="l" t="t" r="r" b="b"/>
              <a:pathLst>
                <a:path w="136" h="158" extrusionOk="0">
                  <a:moveTo>
                    <a:pt x="93" y="6"/>
                  </a:moveTo>
                  <a:cubicBezTo>
                    <a:pt x="109" y="6"/>
                    <a:pt x="136" y="11"/>
                    <a:pt x="120" y="38"/>
                  </a:cubicBezTo>
                  <a:cubicBezTo>
                    <a:pt x="109" y="54"/>
                    <a:pt x="93" y="71"/>
                    <a:pt x="82" y="81"/>
                  </a:cubicBezTo>
                  <a:cubicBezTo>
                    <a:pt x="55" y="108"/>
                    <a:pt x="22" y="125"/>
                    <a:pt x="1" y="152"/>
                  </a:cubicBezTo>
                  <a:cubicBezTo>
                    <a:pt x="1" y="152"/>
                    <a:pt x="1" y="157"/>
                    <a:pt x="6" y="157"/>
                  </a:cubicBezTo>
                  <a:cubicBezTo>
                    <a:pt x="22" y="152"/>
                    <a:pt x="33" y="141"/>
                    <a:pt x="49" y="130"/>
                  </a:cubicBezTo>
                  <a:cubicBezTo>
                    <a:pt x="71" y="108"/>
                    <a:pt x="93" y="92"/>
                    <a:pt x="114" y="71"/>
                  </a:cubicBezTo>
                  <a:cubicBezTo>
                    <a:pt x="120" y="54"/>
                    <a:pt x="136" y="38"/>
                    <a:pt x="136" y="22"/>
                  </a:cubicBezTo>
                  <a:cubicBezTo>
                    <a:pt x="131" y="0"/>
                    <a:pt x="109" y="0"/>
                    <a:pt x="93" y="0"/>
                  </a:cubicBezTo>
                  <a:cubicBezTo>
                    <a:pt x="87" y="0"/>
                    <a:pt x="87" y="6"/>
                    <a:pt x="93"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0"/>
            <p:cNvSpPr/>
            <p:nvPr/>
          </p:nvSpPr>
          <p:spPr>
            <a:xfrm>
              <a:off x="5967534" y="2710201"/>
              <a:ext cx="20880" cy="17924"/>
            </a:xfrm>
            <a:custGeom>
              <a:avLst/>
              <a:gdLst/>
              <a:ahLst/>
              <a:cxnLst/>
              <a:rect l="l" t="t" r="r" b="b"/>
              <a:pathLst>
                <a:path w="233" h="200" extrusionOk="0">
                  <a:moveTo>
                    <a:pt x="0" y="5"/>
                  </a:moveTo>
                  <a:cubicBezTo>
                    <a:pt x="71" y="11"/>
                    <a:pt x="98" y="81"/>
                    <a:pt x="136" y="130"/>
                  </a:cubicBezTo>
                  <a:cubicBezTo>
                    <a:pt x="152" y="157"/>
                    <a:pt x="195" y="200"/>
                    <a:pt x="233" y="189"/>
                  </a:cubicBezTo>
                  <a:cubicBezTo>
                    <a:pt x="233" y="184"/>
                    <a:pt x="233" y="184"/>
                    <a:pt x="233" y="178"/>
                  </a:cubicBezTo>
                  <a:cubicBezTo>
                    <a:pt x="211" y="162"/>
                    <a:pt x="184" y="162"/>
                    <a:pt x="163" y="135"/>
                  </a:cubicBezTo>
                  <a:cubicBezTo>
                    <a:pt x="141" y="119"/>
                    <a:pt x="130" y="92"/>
                    <a:pt x="109" y="65"/>
                  </a:cubicBezTo>
                  <a:cubicBezTo>
                    <a:pt x="82" y="27"/>
                    <a:pt x="54" y="0"/>
                    <a:pt x="0" y="0"/>
                  </a:cubicBezTo>
                  <a:cubicBezTo>
                    <a:pt x="0" y="0"/>
                    <a:pt x="0" y="5"/>
                    <a:pt x="0" y="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0"/>
            <p:cNvSpPr/>
            <p:nvPr/>
          </p:nvSpPr>
          <p:spPr>
            <a:xfrm>
              <a:off x="5934646" y="2705361"/>
              <a:ext cx="2509" cy="5377"/>
            </a:xfrm>
            <a:custGeom>
              <a:avLst/>
              <a:gdLst/>
              <a:ahLst/>
              <a:cxnLst/>
              <a:rect l="l" t="t" r="r" b="b"/>
              <a:pathLst>
                <a:path w="28" h="60" extrusionOk="0">
                  <a:moveTo>
                    <a:pt x="5" y="5"/>
                  </a:moveTo>
                  <a:cubicBezTo>
                    <a:pt x="0" y="22"/>
                    <a:pt x="0" y="38"/>
                    <a:pt x="16" y="54"/>
                  </a:cubicBezTo>
                  <a:cubicBezTo>
                    <a:pt x="22" y="59"/>
                    <a:pt x="27" y="54"/>
                    <a:pt x="22" y="49"/>
                  </a:cubicBezTo>
                  <a:cubicBezTo>
                    <a:pt x="11" y="32"/>
                    <a:pt x="11" y="22"/>
                    <a:pt x="11" y="5"/>
                  </a:cubicBezTo>
                  <a:cubicBezTo>
                    <a:pt x="11" y="0"/>
                    <a:pt x="11" y="0"/>
                    <a:pt x="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0"/>
            <p:cNvSpPr/>
            <p:nvPr/>
          </p:nvSpPr>
          <p:spPr>
            <a:xfrm>
              <a:off x="5932674" y="2710201"/>
              <a:ext cx="4929" cy="5825"/>
            </a:xfrm>
            <a:custGeom>
              <a:avLst/>
              <a:gdLst/>
              <a:ahLst/>
              <a:cxnLst/>
              <a:rect l="l" t="t" r="r" b="b"/>
              <a:pathLst>
                <a:path w="55" h="65" extrusionOk="0">
                  <a:moveTo>
                    <a:pt x="38" y="0"/>
                  </a:moveTo>
                  <a:cubicBezTo>
                    <a:pt x="17" y="16"/>
                    <a:pt x="0" y="38"/>
                    <a:pt x="6" y="59"/>
                  </a:cubicBezTo>
                  <a:cubicBezTo>
                    <a:pt x="6" y="65"/>
                    <a:pt x="11" y="65"/>
                    <a:pt x="17" y="65"/>
                  </a:cubicBezTo>
                  <a:cubicBezTo>
                    <a:pt x="17" y="54"/>
                    <a:pt x="27" y="49"/>
                    <a:pt x="33" y="43"/>
                  </a:cubicBezTo>
                  <a:cubicBezTo>
                    <a:pt x="38" y="38"/>
                    <a:pt x="49" y="32"/>
                    <a:pt x="54" y="27"/>
                  </a:cubicBezTo>
                  <a:cubicBezTo>
                    <a:pt x="54" y="22"/>
                    <a:pt x="54" y="22"/>
                    <a:pt x="49" y="22"/>
                  </a:cubicBezTo>
                  <a:cubicBezTo>
                    <a:pt x="33" y="22"/>
                    <a:pt x="11" y="43"/>
                    <a:pt x="6" y="59"/>
                  </a:cubicBezTo>
                  <a:cubicBezTo>
                    <a:pt x="11" y="59"/>
                    <a:pt x="11" y="59"/>
                    <a:pt x="17" y="59"/>
                  </a:cubicBezTo>
                  <a:cubicBezTo>
                    <a:pt x="17" y="38"/>
                    <a:pt x="22" y="22"/>
                    <a:pt x="44" y="5"/>
                  </a:cubicBezTo>
                  <a:cubicBezTo>
                    <a:pt x="44" y="5"/>
                    <a:pt x="44" y="0"/>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0"/>
            <p:cNvSpPr/>
            <p:nvPr/>
          </p:nvSpPr>
          <p:spPr>
            <a:xfrm>
              <a:off x="5937065" y="2712082"/>
              <a:ext cx="34412" cy="16579"/>
            </a:xfrm>
            <a:custGeom>
              <a:avLst/>
              <a:gdLst/>
              <a:ahLst/>
              <a:cxnLst/>
              <a:rect l="l" t="t" r="r" b="b"/>
              <a:pathLst>
                <a:path w="384" h="185" extrusionOk="0">
                  <a:moveTo>
                    <a:pt x="0" y="6"/>
                  </a:moveTo>
                  <a:cubicBezTo>
                    <a:pt x="38" y="38"/>
                    <a:pt x="60" y="82"/>
                    <a:pt x="92" y="114"/>
                  </a:cubicBezTo>
                  <a:cubicBezTo>
                    <a:pt x="114" y="141"/>
                    <a:pt x="151" y="157"/>
                    <a:pt x="189" y="163"/>
                  </a:cubicBezTo>
                  <a:cubicBezTo>
                    <a:pt x="254" y="184"/>
                    <a:pt x="340" y="168"/>
                    <a:pt x="378" y="103"/>
                  </a:cubicBezTo>
                  <a:cubicBezTo>
                    <a:pt x="384" y="98"/>
                    <a:pt x="373" y="93"/>
                    <a:pt x="373" y="98"/>
                  </a:cubicBezTo>
                  <a:cubicBezTo>
                    <a:pt x="308" y="147"/>
                    <a:pt x="249" y="163"/>
                    <a:pt x="168" y="141"/>
                  </a:cubicBezTo>
                  <a:cubicBezTo>
                    <a:pt x="92" y="120"/>
                    <a:pt x="65" y="49"/>
                    <a:pt x="5" y="1"/>
                  </a:cubicBezTo>
                  <a:cubicBezTo>
                    <a:pt x="5" y="1"/>
                    <a:pt x="0" y="6"/>
                    <a:pt x="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0"/>
            <p:cNvSpPr/>
            <p:nvPr/>
          </p:nvSpPr>
          <p:spPr>
            <a:xfrm>
              <a:off x="5968520" y="2719879"/>
              <a:ext cx="5377" cy="10664"/>
            </a:xfrm>
            <a:custGeom>
              <a:avLst/>
              <a:gdLst/>
              <a:ahLst/>
              <a:cxnLst/>
              <a:rect l="l" t="t" r="r" b="b"/>
              <a:pathLst>
                <a:path w="60" h="119" extrusionOk="0">
                  <a:moveTo>
                    <a:pt x="0" y="6"/>
                  </a:moveTo>
                  <a:cubicBezTo>
                    <a:pt x="16" y="27"/>
                    <a:pt x="27" y="43"/>
                    <a:pt x="33" y="65"/>
                  </a:cubicBezTo>
                  <a:cubicBezTo>
                    <a:pt x="38" y="81"/>
                    <a:pt x="38" y="108"/>
                    <a:pt x="49" y="119"/>
                  </a:cubicBezTo>
                  <a:cubicBezTo>
                    <a:pt x="54" y="119"/>
                    <a:pt x="54" y="119"/>
                    <a:pt x="54" y="119"/>
                  </a:cubicBezTo>
                  <a:cubicBezTo>
                    <a:pt x="60" y="97"/>
                    <a:pt x="49" y="70"/>
                    <a:pt x="43" y="54"/>
                  </a:cubicBezTo>
                  <a:cubicBezTo>
                    <a:pt x="38" y="33"/>
                    <a:pt x="27" y="11"/>
                    <a:pt x="6" y="0"/>
                  </a:cubicBezTo>
                  <a:cubicBezTo>
                    <a:pt x="6" y="0"/>
                    <a:pt x="0" y="0"/>
                    <a:pt x="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0"/>
            <p:cNvSpPr/>
            <p:nvPr/>
          </p:nvSpPr>
          <p:spPr>
            <a:xfrm>
              <a:off x="5973359" y="2722299"/>
              <a:ext cx="1972" cy="7797"/>
            </a:xfrm>
            <a:custGeom>
              <a:avLst/>
              <a:gdLst/>
              <a:ahLst/>
              <a:cxnLst/>
              <a:rect l="l" t="t" r="r" b="b"/>
              <a:pathLst>
                <a:path w="22" h="87" extrusionOk="0">
                  <a:moveTo>
                    <a:pt x="11" y="6"/>
                  </a:moveTo>
                  <a:cubicBezTo>
                    <a:pt x="11" y="22"/>
                    <a:pt x="11" y="33"/>
                    <a:pt x="6" y="49"/>
                  </a:cubicBezTo>
                  <a:cubicBezTo>
                    <a:pt x="6" y="60"/>
                    <a:pt x="0" y="70"/>
                    <a:pt x="0" y="81"/>
                  </a:cubicBezTo>
                  <a:cubicBezTo>
                    <a:pt x="0" y="87"/>
                    <a:pt x="0" y="87"/>
                    <a:pt x="0" y="87"/>
                  </a:cubicBezTo>
                  <a:cubicBezTo>
                    <a:pt x="22" y="65"/>
                    <a:pt x="17" y="27"/>
                    <a:pt x="17" y="6"/>
                  </a:cubicBezTo>
                  <a:cubicBezTo>
                    <a:pt x="17" y="0"/>
                    <a:pt x="11" y="0"/>
                    <a:pt x="1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0"/>
            <p:cNvSpPr/>
            <p:nvPr/>
          </p:nvSpPr>
          <p:spPr>
            <a:xfrm>
              <a:off x="5973808" y="2723195"/>
              <a:ext cx="12725" cy="4929"/>
            </a:xfrm>
            <a:custGeom>
              <a:avLst/>
              <a:gdLst/>
              <a:ahLst/>
              <a:cxnLst/>
              <a:rect l="l" t="t" r="r" b="b"/>
              <a:pathLst>
                <a:path w="142" h="55" extrusionOk="0">
                  <a:moveTo>
                    <a:pt x="6" y="6"/>
                  </a:moveTo>
                  <a:cubicBezTo>
                    <a:pt x="39" y="33"/>
                    <a:pt x="98" y="55"/>
                    <a:pt x="136" y="33"/>
                  </a:cubicBezTo>
                  <a:cubicBezTo>
                    <a:pt x="141" y="28"/>
                    <a:pt x="141" y="28"/>
                    <a:pt x="136" y="28"/>
                  </a:cubicBezTo>
                  <a:cubicBezTo>
                    <a:pt x="120" y="23"/>
                    <a:pt x="98" y="23"/>
                    <a:pt x="82" y="23"/>
                  </a:cubicBezTo>
                  <a:cubicBezTo>
                    <a:pt x="55" y="17"/>
                    <a:pt x="33" y="12"/>
                    <a:pt x="12" y="1"/>
                  </a:cubicBezTo>
                  <a:cubicBezTo>
                    <a:pt x="6" y="1"/>
                    <a:pt x="1" y="6"/>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0"/>
            <p:cNvSpPr/>
            <p:nvPr/>
          </p:nvSpPr>
          <p:spPr>
            <a:xfrm>
              <a:off x="5948177" y="2702404"/>
              <a:ext cx="10216" cy="13174"/>
            </a:xfrm>
            <a:custGeom>
              <a:avLst/>
              <a:gdLst/>
              <a:ahLst/>
              <a:cxnLst/>
              <a:rect l="l" t="t" r="r" b="b"/>
              <a:pathLst>
                <a:path w="114" h="147" extrusionOk="0">
                  <a:moveTo>
                    <a:pt x="114" y="141"/>
                  </a:moveTo>
                  <a:cubicBezTo>
                    <a:pt x="44" y="125"/>
                    <a:pt x="38" y="55"/>
                    <a:pt x="11" y="1"/>
                  </a:cubicBezTo>
                  <a:cubicBezTo>
                    <a:pt x="11" y="1"/>
                    <a:pt x="6" y="1"/>
                    <a:pt x="6" y="6"/>
                  </a:cubicBezTo>
                  <a:cubicBezTo>
                    <a:pt x="0" y="38"/>
                    <a:pt x="22" y="71"/>
                    <a:pt x="38" y="98"/>
                  </a:cubicBezTo>
                  <a:cubicBezTo>
                    <a:pt x="54" y="119"/>
                    <a:pt x="76" y="146"/>
                    <a:pt x="108" y="146"/>
                  </a:cubicBezTo>
                  <a:cubicBezTo>
                    <a:pt x="114" y="146"/>
                    <a:pt x="114" y="141"/>
                    <a:pt x="108" y="14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0"/>
            <p:cNvSpPr/>
            <p:nvPr/>
          </p:nvSpPr>
          <p:spPr>
            <a:xfrm>
              <a:off x="5955436" y="2680179"/>
              <a:ext cx="16041" cy="19447"/>
            </a:xfrm>
            <a:custGeom>
              <a:avLst/>
              <a:gdLst/>
              <a:ahLst/>
              <a:cxnLst/>
              <a:rect l="l" t="t" r="r" b="b"/>
              <a:pathLst>
                <a:path w="179" h="217" extrusionOk="0">
                  <a:moveTo>
                    <a:pt x="173" y="0"/>
                  </a:moveTo>
                  <a:cubicBezTo>
                    <a:pt x="152" y="49"/>
                    <a:pt x="125" y="87"/>
                    <a:pt x="87" y="124"/>
                  </a:cubicBezTo>
                  <a:cubicBezTo>
                    <a:pt x="60" y="151"/>
                    <a:pt x="27" y="173"/>
                    <a:pt x="6" y="205"/>
                  </a:cubicBezTo>
                  <a:cubicBezTo>
                    <a:pt x="0" y="211"/>
                    <a:pt x="6" y="216"/>
                    <a:pt x="11" y="216"/>
                  </a:cubicBezTo>
                  <a:cubicBezTo>
                    <a:pt x="81" y="173"/>
                    <a:pt x="146" y="81"/>
                    <a:pt x="179" y="5"/>
                  </a:cubicBezTo>
                  <a:cubicBezTo>
                    <a:pt x="179" y="0"/>
                    <a:pt x="173" y="0"/>
                    <a:pt x="1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0"/>
            <p:cNvSpPr/>
            <p:nvPr/>
          </p:nvSpPr>
          <p:spPr>
            <a:xfrm>
              <a:off x="5954002" y="2699984"/>
              <a:ext cx="3943" cy="6901"/>
            </a:xfrm>
            <a:custGeom>
              <a:avLst/>
              <a:gdLst/>
              <a:ahLst/>
              <a:cxnLst/>
              <a:rect l="l" t="t" r="r" b="b"/>
              <a:pathLst>
                <a:path w="44" h="77" extrusionOk="0">
                  <a:moveTo>
                    <a:pt x="11" y="6"/>
                  </a:moveTo>
                  <a:cubicBezTo>
                    <a:pt x="27" y="22"/>
                    <a:pt x="22" y="38"/>
                    <a:pt x="16" y="55"/>
                  </a:cubicBezTo>
                  <a:cubicBezTo>
                    <a:pt x="11" y="60"/>
                    <a:pt x="0" y="71"/>
                    <a:pt x="11" y="76"/>
                  </a:cubicBezTo>
                  <a:cubicBezTo>
                    <a:pt x="16" y="76"/>
                    <a:pt x="16" y="76"/>
                    <a:pt x="16" y="76"/>
                  </a:cubicBezTo>
                  <a:cubicBezTo>
                    <a:pt x="38" y="55"/>
                    <a:pt x="43" y="17"/>
                    <a:pt x="16" y="1"/>
                  </a:cubicBezTo>
                  <a:cubicBezTo>
                    <a:pt x="11" y="1"/>
                    <a:pt x="6" y="6"/>
                    <a:pt x="1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0"/>
            <p:cNvSpPr/>
            <p:nvPr/>
          </p:nvSpPr>
          <p:spPr>
            <a:xfrm>
              <a:off x="5955436" y="2704375"/>
              <a:ext cx="5377" cy="9231"/>
            </a:xfrm>
            <a:custGeom>
              <a:avLst/>
              <a:gdLst/>
              <a:ahLst/>
              <a:cxnLst/>
              <a:rect l="l" t="t" r="r" b="b"/>
              <a:pathLst>
                <a:path w="60" h="103" extrusionOk="0">
                  <a:moveTo>
                    <a:pt x="6" y="27"/>
                  </a:moveTo>
                  <a:cubicBezTo>
                    <a:pt x="27" y="16"/>
                    <a:pt x="33" y="38"/>
                    <a:pt x="33" y="60"/>
                  </a:cubicBezTo>
                  <a:cubicBezTo>
                    <a:pt x="33" y="65"/>
                    <a:pt x="27" y="76"/>
                    <a:pt x="27" y="81"/>
                  </a:cubicBezTo>
                  <a:cubicBezTo>
                    <a:pt x="22" y="87"/>
                    <a:pt x="22" y="92"/>
                    <a:pt x="22" y="97"/>
                  </a:cubicBezTo>
                  <a:cubicBezTo>
                    <a:pt x="22" y="97"/>
                    <a:pt x="22" y="97"/>
                    <a:pt x="27" y="97"/>
                  </a:cubicBezTo>
                  <a:cubicBezTo>
                    <a:pt x="44" y="103"/>
                    <a:pt x="60" y="0"/>
                    <a:pt x="6" y="22"/>
                  </a:cubicBezTo>
                  <a:cubicBezTo>
                    <a:pt x="0" y="22"/>
                    <a:pt x="0" y="27"/>
                    <a:pt x="6" y="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0"/>
            <p:cNvSpPr/>
            <p:nvPr/>
          </p:nvSpPr>
          <p:spPr>
            <a:xfrm>
              <a:off x="5959290" y="2690306"/>
              <a:ext cx="13173" cy="15593"/>
            </a:xfrm>
            <a:custGeom>
              <a:avLst/>
              <a:gdLst/>
              <a:ahLst/>
              <a:cxnLst/>
              <a:rect l="l" t="t" r="r" b="b"/>
              <a:pathLst>
                <a:path w="147" h="174" extrusionOk="0">
                  <a:moveTo>
                    <a:pt x="141" y="1"/>
                  </a:moveTo>
                  <a:cubicBezTo>
                    <a:pt x="119" y="28"/>
                    <a:pt x="98" y="60"/>
                    <a:pt x="76" y="92"/>
                  </a:cubicBezTo>
                  <a:cubicBezTo>
                    <a:pt x="55" y="119"/>
                    <a:pt x="22" y="141"/>
                    <a:pt x="1" y="168"/>
                  </a:cubicBezTo>
                  <a:cubicBezTo>
                    <a:pt x="1" y="168"/>
                    <a:pt x="1" y="173"/>
                    <a:pt x="6" y="173"/>
                  </a:cubicBezTo>
                  <a:cubicBezTo>
                    <a:pt x="38" y="163"/>
                    <a:pt x="65" y="130"/>
                    <a:pt x="87" y="103"/>
                  </a:cubicBezTo>
                  <a:cubicBezTo>
                    <a:pt x="114" y="71"/>
                    <a:pt x="130" y="38"/>
                    <a:pt x="146" y="1"/>
                  </a:cubicBezTo>
                  <a:cubicBezTo>
                    <a:pt x="146" y="1"/>
                    <a:pt x="141" y="1"/>
                    <a:pt x="1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0"/>
            <p:cNvSpPr/>
            <p:nvPr/>
          </p:nvSpPr>
          <p:spPr>
            <a:xfrm>
              <a:off x="5964129" y="2701956"/>
              <a:ext cx="5915" cy="5377"/>
            </a:xfrm>
            <a:custGeom>
              <a:avLst/>
              <a:gdLst/>
              <a:ahLst/>
              <a:cxnLst/>
              <a:rect l="l" t="t" r="r" b="b"/>
              <a:pathLst>
                <a:path w="66" h="60" extrusionOk="0">
                  <a:moveTo>
                    <a:pt x="60" y="0"/>
                  </a:moveTo>
                  <a:cubicBezTo>
                    <a:pt x="38" y="22"/>
                    <a:pt x="17" y="38"/>
                    <a:pt x="1" y="60"/>
                  </a:cubicBezTo>
                  <a:cubicBezTo>
                    <a:pt x="1" y="60"/>
                    <a:pt x="6" y="60"/>
                    <a:pt x="6" y="60"/>
                  </a:cubicBezTo>
                  <a:cubicBezTo>
                    <a:pt x="22" y="43"/>
                    <a:pt x="44" y="27"/>
                    <a:pt x="65" y="6"/>
                  </a:cubicBezTo>
                  <a:cubicBezTo>
                    <a:pt x="65" y="6"/>
                    <a:pt x="60" y="0"/>
                    <a:pt x="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0"/>
            <p:cNvSpPr/>
            <p:nvPr/>
          </p:nvSpPr>
          <p:spPr>
            <a:xfrm>
              <a:off x="5931240" y="2700432"/>
              <a:ext cx="6363" cy="5467"/>
            </a:xfrm>
            <a:custGeom>
              <a:avLst/>
              <a:gdLst/>
              <a:ahLst/>
              <a:cxnLst/>
              <a:rect l="l" t="t" r="r" b="b"/>
              <a:pathLst>
                <a:path w="71" h="61" extrusionOk="0">
                  <a:moveTo>
                    <a:pt x="38" y="55"/>
                  </a:moveTo>
                  <a:cubicBezTo>
                    <a:pt x="27" y="55"/>
                    <a:pt x="16" y="50"/>
                    <a:pt x="11" y="44"/>
                  </a:cubicBezTo>
                  <a:cubicBezTo>
                    <a:pt x="11" y="44"/>
                    <a:pt x="6" y="50"/>
                    <a:pt x="6" y="50"/>
                  </a:cubicBezTo>
                  <a:cubicBezTo>
                    <a:pt x="16" y="55"/>
                    <a:pt x="27" y="50"/>
                    <a:pt x="38" y="50"/>
                  </a:cubicBezTo>
                  <a:cubicBezTo>
                    <a:pt x="43" y="50"/>
                    <a:pt x="49" y="44"/>
                    <a:pt x="43" y="44"/>
                  </a:cubicBezTo>
                  <a:cubicBezTo>
                    <a:pt x="33" y="33"/>
                    <a:pt x="27" y="17"/>
                    <a:pt x="27" y="6"/>
                  </a:cubicBezTo>
                  <a:lnTo>
                    <a:pt x="22" y="12"/>
                  </a:lnTo>
                  <a:lnTo>
                    <a:pt x="27" y="12"/>
                  </a:lnTo>
                  <a:cubicBezTo>
                    <a:pt x="22" y="12"/>
                    <a:pt x="22" y="6"/>
                    <a:pt x="22" y="6"/>
                  </a:cubicBezTo>
                  <a:cubicBezTo>
                    <a:pt x="27" y="17"/>
                    <a:pt x="33" y="28"/>
                    <a:pt x="43" y="33"/>
                  </a:cubicBezTo>
                  <a:cubicBezTo>
                    <a:pt x="49" y="39"/>
                    <a:pt x="60" y="44"/>
                    <a:pt x="70" y="39"/>
                  </a:cubicBezTo>
                  <a:cubicBezTo>
                    <a:pt x="70" y="33"/>
                    <a:pt x="70" y="33"/>
                    <a:pt x="70" y="33"/>
                  </a:cubicBezTo>
                  <a:cubicBezTo>
                    <a:pt x="65" y="28"/>
                    <a:pt x="65" y="28"/>
                    <a:pt x="60" y="28"/>
                  </a:cubicBezTo>
                  <a:cubicBezTo>
                    <a:pt x="54" y="28"/>
                    <a:pt x="49" y="23"/>
                    <a:pt x="43" y="23"/>
                  </a:cubicBezTo>
                  <a:cubicBezTo>
                    <a:pt x="38" y="17"/>
                    <a:pt x="33" y="12"/>
                    <a:pt x="27" y="1"/>
                  </a:cubicBezTo>
                  <a:cubicBezTo>
                    <a:pt x="27" y="1"/>
                    <a:pt x="22" y="1"/>
                    <a:pt x="22" y="1"/>
                  </a:cubicBezTo>
                  <a:cubicBezTo>
                    <a:pt x="16" y="1"/>
                    <a:pt x="16" y="1"/>
                    <a:pt x="16" y="6"/>
                  </a:cubicBezTo>
                  <a:cubicBezTo>
                    <a:pt x="16" y="23"/>
                    <a:pt x="22" y="39"/>
                    <a:pt x="33" y="50"/>
                  </a:cubicBezTo>
                  <a:cubicBezTo>
                    <a:pt x="38" y="50"/>
                    <a:pt x="38" y="44"/>
                    <a:pt x="38" y="44"/>
                  </a:cubicBezTo>
                  <a:cubicBezTo>
                    <a:pt x="27" y="39"/>
                    <a:pt x="16" y="44"/>
                    <a:pt x="6" y="44"/>
                  </a:cubicBezTo>
                  <a:cubicBezTo>
                    <a:pt x="6" y="44"/>
                    <a:pt x="0" y="50"/>
                    <a:pt x="6" y="50"/>
                  </a:cubicBezTo>
                  <a:cubicBezTo>
                    <a:pt x="11" y="60"/>
                    <a:pt x="22" y="60"/>
                    <a:pt x="38" y="60"/>
                  </a:cubicBezTo>
                  <a:cubicBezTo>
                    <a:pt x="38" y="60"/>
                    <a:pt x="38" y="55"/>
                    <a:pt x="38" y="5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0"/>
            <p:cNvSpPr/>
            <p:nvPr/>
          </p:nvSpPr>
          <p:spPr>
            <a:xfrm>
              <a:off x="5940919" y="2667095"/>
              <a:ext cx="14070" cy="37370"/>
            </a:xfrm>
            <a:custGeom>
              <a:avLst/>
              <a:gdLst/>
              <a:ahLst/>
              <a:cxnLst/>
              <a:rect l="l" t="t" r="r" b="b"/>
              <a:pathLst>
                <a:path w="157" h="417" extrusionOk="0">
                  <a:moveTo>
                    <a:pt x="60" y="411"/>
                  </a:moveTo>
                  <a:cubicBezTo>
                    <a:pt x="0" y="368"/>
                    <a:pt x="87" y="243"/>
                    <a:pt x="108" y="195"/>
                  </a:cubicBezTo>
                  <a:cubicBezTo>
                    <a:pt x="135" y="141"/>
                    <a:pt x="157" y="70"/>
                    <a:pt x="146" y="6"/>
                  </a:cubicBezTo>
                  <a:cubicBezTo>
                    <a:pt x="146" y="0"/>
                    <a:pt x="135" y="0"/>
                    <a:pt x="135" y="11"/>
                  </a:cubicBezTo>
                  <a:cubicBezTo>
                    <a:pt x="130" y="60"/>
                    <a:pt x="125" y="108"/>
                    <a:pt x="103" y="162"/>
                  </a:cubicBezTo>
                  <a:cubicBezTo>
                    <a:pt x="87" y="200"/>
                    <a:pt x="65" y="243"/>
                    <a:pt x="49" y="281"/>
                  </a:cubicBezTo>
                  <a:cubicBezTo>
                    <a:pt x="33" y="319"/>
                    <a:pt x="11" y="395"/>
                    <a:pt x="60" y="416"/>
                  </a:cubicBezTo>
                  <a:cubicBezTo>
                    <a:pt x="60" y="416"/>
                    <a:pt x="65" y="411"/>
                    <a:pt x="60" y="4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0"/>
            <p:cNvSpPr/>
            <p:nvPr/>
          </p:nvSpPr>
          <p:spPr>
            <a:xfrm>
              <a:off x="5954002" y="2668977"/>
              <a:ext cx="4391" cy="9768"/>
            </a:xfrm>
            <a:custGeom>
              <a:avLst/>
              <a:gdLst/>
              <a:ahLst/>
              <a:cxnLst/>
              <a:rect l="l" t="t" r="r" b="b"/>
              <a:pathLst>
                <a:path w="49" h="109" extrusionOk="0">
                  <a:moveTo>
                    <a:pt x="0" y="1"/>
                  </a:moveTo>
                  <a:cubicBezTo>
                    <a:pt x="16" y="17"/>
                    <a:pt x="22" y="39"/>
                    <a:pt x="27" y="55"/>
                  </a:cubicBezTo>
                  <a:cubicBezTo>
                    <a:pt x="33" y="71"/>
                    <a:pt x="33" y="93"/>
                    <a:pt x="38" y="109"/>
                  </a:cubicBezTo>
                  <a:cubicBezTo>
                    <a:pt x="43" y="109"/>
                    <a:pt x="43" y="109"/>
                    <a:pt x="43" y="109"/>
                  </a:cubicBezTo>
                  <a:cubicBezTo>
                    <a:pt x="49" y="87"/>
                    <a:pt x="43" y="66"/>
                    <a:pt x="38" y="55"/>
                  </a:cubicBezTo>
                  <a:cubicBezTo>
                    <a:pt x="33" y="33"/>
                    <a:pt x="16" y="17"/>
                    <a:pt x="6" y="1"/>
                  </a:cubicBezTo>
                  <a:cubicBezTo>
                    <a:pt x="0" y="1"/>
                    <a:pt x="0"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0"/>
            <p:cNvSpPr/>
            <p:nvPr/>
          </p:nvSpPr>
          <p:spPr>
            <a:xfrm>
              <a:off x="5956422" y="2672920"/>
              <a:ext cx="5915" cy="13084"/>
            </a:xfrm>
            <a:custGeom>
              <a:avLst/>
              <a:gdLst/>
              <a:ahLst/>
              <a:cxnLst/>
              <a:rect l="l" t="t" r="r" b="b"/>
              <a:pathLst>
                <a:path w="66" h="146" extrusionOk="0">
                  <a:moveTo>
                    <a:pt x="6" y="11"/>
                  </a:moveTo>
                  <a:cubicBezTo>
                    <a:pt x="27" y="22"/>
                    <a:pt x="38" y="49"/>
                    <a:pt x="43" y="70"/>
                  </a:cubicBezTo>
                  <a:cubicBezTo>
                    <a:pt x="49" y="86"/>
                    <a:pt x="49" y="97"/>
                    <a:pt x="49" y="108"/>
                  </a:cubicBezTo>
                  <a:cubicBezTo>
                    <a:pt x="49" y="124"/>
                    <a:pt x="38" y="130"/>
                    <a:pt x="38" y="146"/>
                  </a:cubicBezTo>
                  <a:cubicBezTo>
                    <a:pt x="38" y="146"/>
                    <a:pt x="38" y="146"/>
                    <a:pt x="43" y="146"/>
                  </a:cubicBezTo>
                  <a:cubicBezTo>
                    <a:pt x="65" y="135"/>
                    <a:pt x="60" y="92"/>
                    <a:pt x="54" y="70"/>
                  </a:cubicBezTo>
                  <a:cubicBezTo>
                    <a:pt x="49" y="43"/>
                    <a:pt x="33" y="11"/>
                    <a:pt x="6" y="0"/>
                  </a:cubicBezTo>
                  <a:cubicBezTo>
                    <a:pt x="0" y="0"/>
                    <a:pt x="0" y="5"/>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0"/>
            <p:cNvSpPr/>
            <p:nvPr/>
          </p:nvSpPr>
          <p:spPr>
            <a:xfrm>
              <a:off x="5951045" y="2687438"/>
              <a:ext cx="1523" cy="1972"/>
            </a:xfrm>
            <a:custGeom>
              <a:avLst/>
              <a:gdLst/>
              <a:ahLst/>
              <a:cxnLst/>
              <a:rect l="l" t="t" r="r" b="b"/>
              <a:pathLst>
                <a:path w="17" h="22" extrusionOk="0">
                  <a:moveTo>
                    <a:pt x="12" y="6"/>
                  </a:moveTo>
                  <a:cubicBezTo>
                    <a:pt x="12" y="11"/>
                    <a:pt x="6" y="11"/>
                    <a:pt x="1" y="16"/>
                  </a:cubicBezTo>
                  <a:cubicBezTo>
                    <a:pt x="1" y="22"/>
                    <a:pt x="1" y="22"/>
                    <a:pt x="1" y="22"/>
                  </a:cubicBezTo>
                  <a:cubicBezTo>
                    <a:pt x="6" y="16"/>
                    <a:pt x="12" y="11"/>
                    <a:pt x="17" y="6"/>
                  </a:cubicBezTo>
                  <a:cubicBezTo>
                    <a:pt x="17" y="6"/>
                    <a:pt x="12" y="0"/>
                    <a:pt x="12"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0"/>
            <p:cNvSpPr/>
            <p:nvPr/>
          </p:nvSpPr>
          <p:spPr>
            <a:xfrm>
              <a:off x="5937065" y="2707243"/>
              <a:ext cx="986" cy="1075"/>
            </a:xfrm>
            <a:custGeom>
              <a:avLst/>
              <a:gdLst/>
              <a:ahLst/>
              <a:cxnLst/>
              <a:rect l="l" t="t" r="r" b="b"/>
              <a:pathLst>
                <a:path w="11" h="12" extrusionOk="0">
                  <a:moveTo>
                    <a:pt x="11" y="11"/>
                  </a:moveTo>
                  <a:lnTo>
                    <a:pt x="11" y="6"/>
                  </a:lnTo>
                  <a:cubicBezTo>
                    <a:pt x="11" y="6"/>
                    <a:pt x="11" y="1"/>
                    <a:pt x="11" y="1"/>
                  </a:cubicBezTo>
                  <a:lnTo>
                    <a:pt x="11" y="1"/>
                  </a:lnTo>
                  <a:cubicBezTo>
                    <a:pt x="11" y="1"/>
                    <a:pt x="5" y="1"/>
                    <a:pt x="5" y="1"/>
                  </a:cubicBezTo>
                  <a:lnTo>
                    <a:pt x="5" y="1"/>
                  </a:lnTo>
                  <a:cubicBezTo>
                    <a:pt x="5" y="1"/>
                    <a:pt x="0" y="6"/>
                    <a:pt x="0" y="6"/>
                  </a:cubicBezTo>
                  <a:cubicBezTo>
                    <a:pt x="0" y="11"/>
                    <a:pt x="0" y="11"/>
                    <a:pt x="0" y="11"/>
                  </a:cubicBezTo>
                  <a:cubicBezTo>
                    <a:pt x="5" y="11"/>
                    <a:pt x="11" y="11"/>
                    <a:pt x="1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0"/>
            <p:cNvSpPr/>
            <p:nvPr/>
          </p:nvSpPr>
          <p:spPr>
            <a:xfrm>
              <a:off x="5899247" y="2681613"/>
              <a:ext cx="4481" cy="14608"/>
            </a:xfrm>
            <a:custGeom>
              <a:avLst/>
              <a:gdLst/>
              <a:ahLst/>
              <a:cxnLst/>
              <a:rect l="l" t="t" r="r" b="b"/>
              <a:pathLst>
                <a:path w="50" h="163" extrusionOk="0">
                  <a:moveTo>
                    <a:pt x="39" y="157"/>
                  </a:moveTo>
                  <a:cubicBezTo>
                    <a:pt x="49" y="119"/>
                    <a:pt x="49" y="33"/>
                    <a:pt x="11" y="6"/>
                  </a:cubicBezTo>
                  <a:cubicBezTo>
                    <a:pt x="6" y="0"/>
                    <a:pt x="1" y="6"/>
                    <a:pt x="1" y="11"/>
                  </a:cubicBezTo>
                  <a:cubicBezTo>
                    <a:pt x="11" y="38"/>
                    <a:pt x="22" y="60"/>
                    <a:pt x="28" y="87"/>
                  </a:cubicBezTo>
                  <a:cubicBezTo>
                    <a:pt x="28" y="108"/>
                    <a:pt x="28" y="135"/>
                    <a:pt x="33" y="157"/>
                  </a:cubicBezTo>
                  <a:cubicBezTo>
                    <a:pt x="33" y="162"/>
                    <a:pt x="39" y="162"/>
                    <a:pt x="39" y="15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0"/>
            <p:cNvSpPr/>
            <p:nvPr/>
          </p:nvSpPr>
          <p:spPr>
            <a:xfrm>
              <a:off x="5879442" y="2669963"/>
              <a:ext cx="6811" cy="17565"/>
            </a:xfrm>
            <a:custGeom>
              <a:avLst/>
              <a:gdLst/>
              <a:ahLst/>
              <a:cxnLst/>
              <a:rect l="l" t="t" r="r" b="b"/>
              <a:pathLst>
                <a:path w="76" h="196" extrusionOk="0">
                  <a:moveTo>
                    <a:pt x="49" y="6"/>
                  </a:moveTo>
                  <a:cubicBezTo>
                    <a:pt x="70" y="71"/>
                    <a:pt x="49" y="125"/>
                    <a:pt x="6" y="179"/>
                  </a:cubicBezTo>
                  <a:cubicBezTo>
                    <a:pt x="0" y="184"/>
                    <a:pt x="11" y="195"/>
                    <a:pt x="16" y="184"/>
                  </a:cubicBezTo>
                  <a:cubicBezTo>
                    <a:pt x="70" y="146"/>
                    <a:pt x="76" y="65"/>
                    <a:pt x="60" y="1"/>
                  </a:cubicBezTo>
                  <a:cubicBezTo>
                    <a:pt x="54" y="1"/>
                    <a:pt x="49" y="1"/>
                    <a:pt x="49"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0"/>
            <p:cNvSpPr/>
            <p:nvPr/>
          </p:nvSpPr>
          <p:spPr>
            <a:xfrm>
              <a:off x="5881324" y="2674354"/>
              <a:ext cx="6452" cy="15056"/>
            </a:xfrm>
            <a:custGeom>
              <a:avLst/>
              <a:gdLst/>
              <a:ahLst/>
              <a:cxnLst/>
              <a:rect l="l" t="t" r="r" b="b"/>
              <a:pathLst>
                <a:path w="72" h="168" extrusionOk="0">
                  <a:moveTo>
                    <a:pt x="55" y="6"/>
                  </a:moveTo>
                  <a:cubicBezTo>
                    <a:pt x="55" y="33"/>
                    <a:pt x="55" y="60"/>
                    <a:pt x="49" y="81"/>
                  </a:cubicBezTo>
                  <a:cubicBezTo>
                    <a:pt x="44" y="97"/>
                    <a:pt x="39" y="108"/>
                    <a:pt x="33" y="125"/>
                  </a:cubicBezTo>
                  <a:cubicBezTo>
                    <a:pt x="28" y="135"/>
                    <a:pt x="12" y="141"/>
                    <a:pt x="1" y="157"/>
                  </a:cubicBezTo>
                  <a:cubicBezTo>
                    <a:pt x="1" y="157"/>
                    <a:pt x="1" y="168"/>
                    <a:pt x="6" y="168"/>
                  </a:cubicBezTo>
                  <a:cubicBezTo>
                    <a:pt x="71" y="157"/>
                    <a:pt x="66" y="54"/>
                    <a:pt x="66" y="6"/>
                  </a:cubicBezTo>
                  <a:cubicBezTo>
                    <a:pt x="66" y="0"/>
                    <a:pt x="55" y="0"/>
                    <a:pt x="55"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0"/>
            <p:cNvSpPr/>
            <p:nvPr/>
          </p:nvSpPr>
          <p:spPr>
            <a:xfrm>
              <a:off x="6002395" y="2696579"/>
              <a:ext cx="10754" cy="3943"/>
            </a:xfrm>
            <a:custGeom>
              <a:avLst/>
              <a:gdLst/>
              <a:ahLst/>
              <a:cxnLst/>
              <a:rect l="l" t="t" r="r" b="b"/>
              <a:pathLst>
                <a:path w="120" h="44" extrusionOk="0">
                  <a:moveTo>
                    <a:pt x="114" y="28"/>
                  </a:moveTo>
                  <a:cubicBezTo>
                    <a:pt x="82" y="17"/>
                    <a:pt x="33" y="1"/>
                    <a:pt x="6" y="28"/>
                  </a:cubicBezTo>
                  <a:cubicBezTo>
                    <a:pt x="0" y="33"/>
                    <a:pt x="6" y="44"/>
                    <a:pt x="17" y="39"/>
                  </a:cubicBezTo>
                  <a:cubicBezTo>
                    <a:pt x="33" y="39"/>
                    <a:pt x="44" y="33"/>
                    <a:pt x="60" y="28"/>
                  </a:cubicBezTo>
                  <a:cubicBezTo>
                    <a:pt x="76" y="28"/>
                    <a:pt x="98" y="28"/>
                    <a:pt x="114" y="33"/>
                  </a:cubicBezTo>
                  <a:cubicBezTo>
                    <a:pt x="114" y="33"/>
                    <a:pt x="119" y="28"/>
                    <a:pt x="11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0"/>
            <p:cNvSpPr/>
            <p:nvPr/>
          </p:nvSpPr>
          <p:spPr>
            <a:xfrm>
              <a:off x="5876485" y="2652577"/>
              <a:ext cx="6900" cy="7349"/>
            </a:xfrm>
            <a:custGeom>
              <a:avLst/>
              <a:gdLst/>
              <a:ahLst/>
              <a:cxnLst/>
              <a:rect l="l" t="t" r="r" b="b"/>
              <a:pathLst>
                <a:path w="77" h="82" extrusionOk="0">
                  <a:moveTo>
                    <a:pt x="6" y="6"/>
                  </a:moveTo>
                  <a:cubicBezTo>
                    <a:pt x="1" y="22"/>
                    <a:pt x="12" y="38"/>
                    <a:pt x="22" y="49"/>
                  </a:cubicBezTo>
                  <a:cubicBezTo>
                    <a:pt x="33" y="60"/>
                    <a:pt x="55" y="81"/>
                    <a:pt x="71" y="81"/>
                  </a:cubicBezTo>
                  <a:cubicBezTo>
                    <a:pt x="76" y="81"/>
                    <a:pt x="76" y="76"/>
                    <a:pt x="76" y="76"/>
                  </a:cubicBezTo>
                  <a:cubicBezTo>
                    <a:pt x="66" y="60"/>
                    <a:pt x="49" y="54"/>
                    <a:pt x="39" y="43"/>
                  </a:cubicBezTo>
                  <a:cubicBezTo>
                    <a:pt x="28" y="33"/>
                    <a:pt x="17" y="22"/>
                    <a:pt x="17" y="6"/>
                  </a:cubicBezTo>
                  <a:cubicBezTo>
                    <a:pt x="12" y="0"/>
                    <a:pt x="6" y="0"/>
                    <a:pt x="6"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0"/>
            <p:cNvSpPr/>
            <p:nvPr/>
          </p:nvSpPr>
          <p:spPr>
            <a:xfrm>
              <a:off x="5878905" y="2650157"/>
              <a:ext cx="5467" cy="7349"/>
            </a:xfrm>
            <a:custGeom>
              <a:avLst/>
              <a:gdLst/>
              <a:ahLst/>
              <a:cxnLst/>
              <a:rect l="l" t="t" r="r" b="b"/>
              <a:pathLst>
                <a:path w="61" h="82" extrusionOk="0">
                  <a:moveTo>
                    <a:pt x="1" y="11"/>
                  </a:moveTo>
                  <a:cubicBezTo>
                    <a:pt x="6" y="27"/>
                    <a:pt x="12" y="38"/>
                    <a:pt x="22" y="49"/>
                  </a:cubicBezTo>
                  <a:cubicBezTo>
                    <a:pt x="28" y="60"/>
                    <a:pt x="44" y="76"/>
                    <a:pt x="55" y="76"/>
                  </a:cubicBezTo>
                  <a:cubicBezTo>
                    <a:pt x="60" y="81"/>
                    <a:pt x="60" y="76"/>
                    <a:pt x="60" y="70"/>
                  </a:cubicBezTo>
                  <a:cubicBezTo>
                    <a:pt x="55" y="60"/>
                    <a:pt x="44" y="54"/>
                    <a:pt x="33" y="49"/>
                  </a:cubicBezTo>
                  <a:cubicBezTo>
                    <a:pt x="22" y="38"/>
                    <a:pt x="12" y="22"/>
                    <a:pt x="12" y="6"/>
                  </a:cubicBezTo>
                  <a:cubicBezTo>
                    <a:pt x="6" y="0"/>
                    <a:pt x="1" y="6"/>
                    <a:pt x="1"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0"/>
            <p:cNvSpPr/>
            <p:nvPr/>
          </p:nvSpPr>
          <p:spPr>
            <a:xfrm>
              <a:off x="5879890" y="2645766"/>
              <a:ext cx="5377" cy="7349"/>
            </a:xfrm>
            <a:custGeom>
              <a:avLst/>
              <a:gdLst/>
              <a:ahLst/>
              <a:cxnLst/>
              <a:rect l="l" t="t" r="r" b="b"/>
              <a:pathLst>
                <a:path w="60" h="82" extrusionOk="0">
                  <a:moveTo>
                    <a:pt x="6" y="11"/>
                  </a:moveTo>
                  <a:cubicBezTo>
                    <a:pt x="6" y="27"/>
                    <a:pt x="17" y="44"/>
                    <a:pt x="22" y="55"/>
                  </a:cubicBezTo>
                  <a:cubicBezTo>
                    <a:pt x="33" y="65"/>
                    <a:pt x="44" y="82"/>
                    <a:pt x="55" y="82"/>
                  </a:cubicBezTo>
                  <a:cubicBezTo>
                    <a:pt x="60" y="82"/>
                    <a:pt x="60" y="76"/>
                    <a:pt x="60" y="76"/>
                  </a:cubicBezTo>
                  <a:cubicBezTo>
                    <a:pt x="55" y="65"/>
                    <a:pt x="44" y="60"/>
                    <a:pt x="38" y="49"/>
                  </a:cubicBezTo>
                  <a:cubicBezTo>
                    <a:pt x="28" y="38"/>
                    <a:pt x="22" y="27"/>
                    <a:pt x="17" y="11"/>
                  </a:cubicBezTo>
                  <a:cubicBezTo>
                    <a:pt x="11" y="0"/>
                    <a:pt x="1" y="6"/>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0"/>
            <p:cNvSpPr/>
            <p:nvPr/>
          </p:nvSpPr>
          <p:spPr>
            <a:xfrm>
              <a:off x="5882758" y="2643794"/>
              <a:ext cx="3047" cy="3495"/>
            </a:xfrm>
            <a:custGeom>
              <a:avLst/>
              <a:gdLst/>
              <a:ahLst/>
              <a:cxnLst/>
              <a:rect l="l" t="t" r="r" b="b"/>
              <a:pathLst>
                <a:path w="34" h="39" extrusionOk="0">
                  <a:moveTo>
                    <a:pt x="1" y="6"/>
                  </a:moveTo>
                  <a:cubicBezTo>
                    <a:pt x="12" y="17"/>
                    <a:pt x="17" y="33"/>
                    <a:pt x="28" y="39"/>
                  </a:cubicBezTo>
                  <a:cubicBezTo>
                    <a:pt x="33" y="39"/>
                    <a:pt x="33" y="39"/>
                    <a:pt x="33" y="33"/>
                  </a:cubicBezTo>
                  <a:cubicBezTo>
                    <a:pt x="23" y="28"/>
                    <a:pt x="12" y="17"/>
                    <a:pt x="6" y="6"/>
                  </a:cubicBezTo>
                  <a:cubicBezTo>
                    <a:pt x="6" y="1"/>
                    <a:pt x="1" y="6"/>
                    <a:pt x="1"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0"/>
            <p:cNvSpPr/>
            <p:nvPr/>
          </p:nvSpPr>
          <p:spPr>
            <a:xfrm>
              <a:off x="5822267" y="2770154"/>
              <a:ext cx="6363" cy="7438"/>
            </a:xfrm>
            <a:custGeom>
              <a:avLst/>
              <a:gdLst/>
              <a:ahLst/>
              <a:cxnLst/>
              <a:rect l="l" t="t" r="r" b="b"/>
              <a:pathLst>
                <a:path w="71" h="83" extrusionOk="0">
                  <a:moveTo>
                    <a:pt x="1" y="12"/>
                  </a:moveTo>
                  <a:cubicBezTo>
                    <a:pt x="11" y="28"/>
                    <a:pt x="17" y="39"/>
                    <a:pt x="28" y="55"/>
                  </a:cubicBezTo>
                  <a:cubicBezTo>
                    <a:pt x="38" y="66"/>
                    <a:pt x="55" y="82"/>
                    <a:pt x="65" y="77"/>
                  </a:cubicBezTo>
                  <a:cubicBezTo>
                    <a:pt x="71" y="77"/>
                    <a:pt x="71" y="77"/>
                    <a:pt x="71" y="71"/>
                  </a:cubicBezTo>
                  <a:cubicBezTo>
                    <a:pt x="65" y="60"/>
                    <a:pt x="49" y="55"/>
                    <a:pt x="44" y="44"/>
                  </a:cubicBezTo>
                  <a:cubicBezTo>
                    <a:pt x="28" y="33"/>
                    <a:pt x="17" y="23"/>
                    <a:pt x="11" y="6"/>
                  </a:cubicBezTo>
                  <a:cubicBezTo>
                    <a:pt x="6" y="1"/>
                    <a:pt x="1" y="6"/>
                    <a:pt x="1"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0"/>
            <p:cNvSpPr/>
            <p:nvPr/>
          </p:nvSpPr>
          <p:spPr>
            <a:xfrm>
              <a:off x="5824687" y="2767287"/>
              <a:ext cx="5467" cy="7349"/>
            </a:xfrm>
            <a:custGeom>
              <a:avLst/>
              <a:gdLst/>
              <a:ahLst/>
              <a:cxnLst/>
              <a:rect l="l" t="t" r="r" b="b"/>
              <a:pathLst>
                <a:path w="61" h="82" extrusionOk="0">
                  <a:moveTo>
                    <a:pt x="6" y="11"/>
                  </a:moveTo>
                  <a:cubicBezTo>
                    <a:pt x="6" y="28"/>
                    <a:pt x="11" y="38"/>
                    <a:pt x="22" y="55"/>
                  </a:cubicBezTo>
                  <a:cubicBezTo>
                    <a:pt x="28" y="65"/>
                    <a:pt x="44" y="82"/>
                    <a:pt x="55" y="82"/>
                  </a:cubicBezTo>
                  <a:cubicBezTo>
                    <a:pt x="55" y="82"/>
                    <a:pt x="60" y="76"/>
                    <a:pt x="60" y="76"/>
                  </a:cubicBezTo>
                  <a:cubicBezTo>
                    <a:pt x="55" y="65"/>
                    <a:pt x="44" y="60"/>
                    <a:pt x="33" y="49"/>
                  </a:cubicBezTo>
                  <a:cubicBezTo>
                    <a:pt x="22" y="38"/>
                    <a:pt x="17" y="22"/>
                    <a:pt x="11" y="6"/>
                  </a:cubicBezTo>
                  <a:cubicBezTo>
                    <a:pt x="11" y="1"/>
                    <a:pt x="1" y="6"/>
                    <a:pt x="6"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0"/>
            <p:cNvSpPr/>
            <p:nvPr/>
          </p:nvSpPr>
          <p:spPr>
            <a:xfrm>
              <a:off x="5826659" y="2761461"/>
              <a:ext cx="7348" cy="7349"/>
            </a:xfrm>
            <a:custGeom>
              <a:avLst/>
              <a:gdLst/>
              <a:ahLst/>
              <a:cxnLst/>
              <a:rect l="l" t="t" r="r" b="b"/>
              <a:pathLst>
                <a:path w="82" h="82" extrusionOk="0">
                  <a:moveTo>
                    <a:pt x="0" y="12"/>
                  </a:moveTo>
                  <a:cubicBezTo>
                    <a:pt x="11" y="28"/>
                    <a:pt x="22" y="44"/>
                    <a:pt x="33" y="55"/>
                  </a:cubicBezTo>
                  <a:cubicBezTo>
                    <a:pt x="44" y="66"/>
                    <a:pt x="60" y="82"/>
                    <a:pt x="76" y="76"/>
                  </a:cubicBezTo>
                  <a:cubicBezTo>
                    <a:pt x="81" y="71"/>
                    <a:pt x="81" y="71"/>
                    <a:pt x="76" y="66"/>
                  </a:cubicBezTo>
                  <a:cubicBezTo>
                    <a:pt x="71" y="55"/>
                    <a:pt x="54" y="55"/>
                    <a:pt x="44" y="44"/>
                  </a:cubicBezTo>
                  <a:cubicBezTo>
                    <a:pt x="27" y="33"/>
                    <a:pt x="22" y="17"/>
                    <a:pt x="11" y="6"/>
                  </a:cubicBezTo>
                  <a:cubicBezTo>
                    <a:pt x="6" y="1"/>
                    <a:pt x="0" y="6"/>
                    <a:pt x="0"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0"/>
            <p:cNvSpPr/>
            <p:nvPr/>
          </p:nvSpPr>
          <p:spPr>
            <a:xfrm>
              <a:off x="5831498" y="2758056"/>
              <a:ext cx="4391" cy="3495"/>
            </a:xfrm>
            <a:custGeom>
              <a:avLst/>
              <a:gdLst/>
              <a:ahLst/>
              <a:cxnLst/>
              <a:rect l="l" t="t" r="r" b="b"/>
              <a:pathLst>
                <a:path w="49" h="39" extrusionOk="0">
                  <a:moveTo>
                    <a:pt x="6" y="12"/>
                  </a:moveTo>
                  <a:cubicBezTo>
                    <a:pt x="17" y="23"/>
                    <a:pt x="27" y="39"/>
                    <a:pt x="38" y="39"/>
                  </a:cubicBezTo>
                  <a:cubicBezTo>
                    <a:pt x="44" y="39"/>
                    <a:pt x="49" y="39"/>
                    <a:pt x="44" y="33"/>
                  </a:cubicBezTo>
                  <a:cubicBezTo>
                    <a:pt x="38" y="28"/>
                    <a:pt x="33" y="28"/>
                    <a:pt x="27" y="23"/>
                  </a:cubicBezTo>
                  <a:cubicBezTo>
                    <a:pt x="22" y="17"/>
                    <a:pt x="17" y="12"/>
                    <a:pt x="11" y="6"/>
                  </a:cubicBezTo>
                  <a:cubicBezTo>
                    <a:pt x="6" y="1"/>
                    <a:pt x="0" y="6"/>
                    <a:pt x="6" y="1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0"/>
            <p:cNvSpPr/>
            <p:nvPr/>
          </p:nvSpPr>
          <p:spPr>
            <a:xfrm>
              <a:off x="5832484" y="2749901"/>
              <a:ext cx="5825" cy="7349"/>
            </a:xfrm>
            <a:custGeom>
              <a:avLst/>
              <a:gdLst/>
              <a:ahLst/>
              <a:cxnLst/>
              <a:rect l="l" t="t" r="r" b="b"/>
              <a:pathLst>
                <a:path w="65" h="82" extrusionOk="0">
                  <a:moveTo>
                    <a:pt x="0" y="11"/>
                  </a:moveTo>
                  <a:cubicBezTo>
                    <a:pt x="16" y="38"/>
                    <a:pt x="33" y="70"/>
                    <a:pt x="60" y="81"/>
                  </a:cubicBezTo>
                  <a:cubicBezTo>
                    <a:pt x="65" y="81"/>
                    <a:pt x="65" y="76"/>
                    <a:pt x="65" y="70"/>
                  </a:cubicBezTo>
                  <a:cubicBezTo>
                    <a:pt x="54" y="65"/>
                    <a:pt x="43" y="54"/>
                    <a:pt x="38" y="43"/>
                  </a:cubicBezTo>
                  <a:cubicBezTo>
                    <a:pt x="27" y="32"/>
                    <a:pt x="22" y="22"/>
                    <a:pt x="11" y="5"/>
                  </a:cubicBezTo>
                  <a:cubicBezTo>
                    <a:pt x="11" y="0"/>
                    <a:pt x="0" y="5"/>
                    <a:pt x="0" y="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0"/>
            <p:cNvSpPr/>
            <p:nvPr/>
          </p:nvSpPr>
          <p:spPr>
            <a:xfrm>
              <a:off x="5913765" y="2784762"/>
              <a:ext cx="18998" cy="4929"/>
            </a:xfrm>
            <a:custGeom>
              <a:avLst/>
              <a:gdLst/>
              <a:ahLst/>
              <a:cxnLst/>
              <a:rect l="l" t="t" r="r" b="b"/>
              <a:pathLst>
                <a:path w="212" h="55" extrusionOk="0">
                  <a:moveTo>
                    <a:pt x="6" y="32"/>
                  </a:moveTo>
                  <a:cubicBezTo>
                    <a:pt x="71" y="43"/>
                    <a:pt x="152" y="54"/>
                    <a:pt x="206" y="11"/>
                  </a:cubicBezTo>
                  <a:cubicBezTo>
                    <a:pt x="211" y="11"/>
                    <a:pt x="211" y="0"/>
                    <a:pt x="201" y="0"/>
                  </a:cubicBezTo>
                  <a:cubicBezTo>
                    <a:pt x="168" y="5"/>
                    <a:pt x="136" y="22"/>
                    <a:pt x="98" y="27"/>
                  </a:cubicBezTo>
                  <a:cubicBezTo>
                    <a:pt x="71" y="27"/>
                    <a:pt x="39" y="27"/>
                    <a:pt x="6" y="27"/>
                  </a:cubicBezTo>
                  <a:cubicBezTo>
                    <a:pt x="6" y="27"/>
                    <a:pt x="1" y="27"/>
                    <a:pt x="6" y="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0"/>
            <p:cNvSpPr/>
            <p:nvPr/>
          </p:nvSpPr>
          <p:spPr>
            <a:xfrm>
              <a:off x="5996570" y="2809407"/>
              <a:ext cx="12188" cy="4929"/>
            </a:xfrm>
            <a:custGeom>
              <a:avLst/>
              <a:gdLst/>
              <a:ahLst/>
              <a:cxnLst/>
              <a:rect l="l" t="t" r="r" b="b"/>
              <a:pathLst>
                <a:path w="136" h="55" extrusionOk="0">
                  <a:moveTo>
                    <a:pt x="1" y="44"/>
                  </a:moveTo>
                  <a:cubicBezTo>
                    <a:pt x="28" y="49"/>
                    <a:pt x="49" y="55"/>
                    <a:pt x="76" y="44"/>
                  </a:cubicBezTo>
                  <a:cubicBezTo>
                    <a:pt x="92" y="38"/>
                    <a:pt x="125" y="28"/>
                    <a:pt x="130" y="6"/>
                  </a:cubicBezTo>
                  <a:cubicBezTo>
                    <a:pt x="136" y="1"/>
                    <a:pt x="130" y="1"/>
                    <a:pt x="125" y="1"/>
                  </a:cubicBezTo>
                  <a:cubicBezTo>
                    <a:pt x="109" y="1"/>
                    <a:pt x="98" y="17"/>
                    <a:pt x="82" y="22"/>
                  </a:cubicBezTo>
                  <a:cubicBezTo>
                    <a:pt x="60" y="33"/>
                    <a:pt x="28" y="44"/>
                    <a:pt x="6" y="38"/>
                  </a:cubicBezTo>
                  <a:cubicBezTo>
                    <a:pt x="1" y="38"/>
                    <a:pt x="1" y="44"/>
                    <a:pt x="1" y="4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3"/>
        <p:cNvGrpSpPr/>
        <p:nvPr/>
      </p:nvGrpSpPr>
      <p:grpSpPr>
        <a:xfrm>
          <a:off x="0" y="0"/>
          <a:ext cx="0" cy="0"/>
          <a:chOff x="0" y="0"/>
          <a:chExt cx="0" cy="0"/>
        </a:xfrm>
      </p:grpSpPr>
      <p:sp>
        <p:nvSpPr>
          <p:cNvPr id="1904" name="Google Shape;1904;p42"/>
          <p:cNvSpPr txBox="1">
            <a:spLocks noGrp="1"/>
          </p:cNvSpPr>
          <p:nvPr>
            <p:ph type="title"/>
          </p:nvPr>
        </p:nvSpPr>
        <p:spPr>
          <a:xfrm>
            <a:off x="855466" y="402690"/>
            <a:ext cx="7704000" cy="1327573"/>
          </a:xfrm>
          <a:prstGeom prst="rect">
            <a:avLst/>
          </a:prstGeom>
        </p:spPr>
        <p:txBody>
          <a:bodyPr spcFirstLastPara="1" wrap="square" lIns="91425" tIns="91425" rIns="91425" bIns="91425" anchor="t" anchorCtr="0">
            <a:noAutofit/>
          </a:bodyPr>
          <a:lstStyle/>
          <a:p>
            <a:pPr lvl="0"/>
            <a:r>
              <a:rPr lang="ar-EG" sz="7000" b="1"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rPr>
              <a:t>أقوال مشهورة لأرسطو</a:t>
            </a:r>
            <a:endParaRPr sz="7000" b="1" dirty="0">
              <a:solidFill>
                <a:schemeClr val="accent1"/>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1909" name="Google Shape;1909;p42"/>
          <p:cNvSpPr/>
          <p:nvPr/>
        </p:nvSpPr>
        <p:spPr>
          <a:xfrm flipH="1">
            <a:off x="-1168632" y="1066477"/>
            <a:ext cx="3789946" cy="848107"/>
          </a:xfrm>
          <a:custGeom>
            <a:avLst/>
            <a:gdLst/>
            <a:ahLst/>
            <a:cxnLst/>
            <a:rect l="l" t="t" r="r" b="b"/>
            <a:pathLst>
              <a:path w="124047" h="27759" extrusionOk="0">
                <a:moveTo>
                  <a:pt x="97773" y="0"/>
                </a:moveTo>
                <a:cubicBezTo>
                  <a:pt x="97158" y="0"/>
                  <a:pt x="96448" y="64"/>
                  <a:pt x="95614" y="205"/>
                </a:cubicBezTo>
                <a:cubicBezTo>
                  <a:pt x="90085" y="1137"/>
                  <a:pt x="85119" y="2696"/>
                  <a:pt x="84910" y="3082"/>
                </a:cubicBezTo>
                <a:cubicBezTo>
                  <a:pt x="84685" y="3484"/>
                  <a:pt x="83978" y="4625"/>
                  <a:pt x="83978" y="4625"/>
                </a:cubicBezTo>
                <a:cubicBezTo>
                  <a:pt x="83978" y="4625"/>
                  <a:pt x="82852" y="4079"/>
                  <a:pt x="81521" y="4079"/>
                </a:cubicBezTo>
                <a:cubicBezTo>
                  <a:pt x="80660" y="4079"/>
                  <a:pt x="79714" y="4307"/>
                  <a:pt x="78931" y="5059"/>
                </a:cubicBezTo>
                <a:cubicBezTo>
                  <a:pt x="76938" y="6971"/>
                  <a:pt x="78079" y="9221"/>
                  <a:pt x="78256" y="9639"/>
                </a:cubicBezTo>
                <a:cubicBezTo>
                  <a:pt x="78270" y="9676"/>
                  <a:pt x="78267" y="9692"/>
                  <a:pt x="78249" y="9692"/>
                </a:cubicBezTo>
                <a:cubicBezTo>
                  <a:pt x="78090" y="9692"/>
                  <a:pt x="76791" y="8507"/>
                  <a:pt x="75136" y="8507"/>
                </a:cubicBezTo>
                <a:cubicBezTo>
                  <a:pt x="74756" y="8507"/>
                  <a:pt x="74357" y="8570"/>
                  <a:pt x="73949" y="8723"/>
                </a:cubicBezTo>
                <a:cubicBezTo>
                  <a:pt x="71538" y="9623"/>
                  <a:pt x="68484" y="12275"/>
                  <a:pt x="68484" y="12275"/>
                </a:cubicBezTo>
                <a:cubicBezTo>
                  <a:pt x="68484" y="12275"/>
                  <a:pt x="66785" y="12952"/>
                  <a:pt x="65169" y="12952"/>
                </a:cubicBezTo>
                <a:cubicBezTo>
                  <a:pt x="64395" y="12952"/>
                  <a:pt x="63641" y="12797"/>
                  <a:pt x="63100" y="12339"/>
                </a:cubicBezTo>
                <a:cubicBezTo>
                  <a:pt x="61644" y="11107"/>
                  <a:pt x="59396" y="8559"/>
                  <a:pt x="56493" y="8559"/>
                </a:cubicBezTo>
                <a:cubicBezTo>
                  <a:pt x="56063" y="8559"/>
                  <a:pt x="55619" y="8615"/>
                  <a:pt x="55160" y="8739"/>
                </a:cubicBezTo>
                <a:cubicBezTo>
                  <a:pt x="51978" y="9591"/>
                  <a:pt x="52139" y="10796"/>
                  <a:pt x="50467" y="11263"/>
                </a:cubicBezTo>
                <a:cubicBezTo>
                  <a:pt x="47864" y="11986"/>
                  <a:pt x="46015" y="11761"/>
                  <a:pt x="44296" y="13143"/>
                </a:cubicBezTo>
                <a:cubicBezTo>
                  <a:pt x="42551" y="14529"/>
                  <a:pt x="44641" y="16218"/>
                  <a:pt x="41420" y="16218"/>
                </a:cubicBezTo>
                <a:cubicBezTo>
                  <a:pt x="41318" y="16218"/>
                  <a:pt x="41210" y="16216"/>
                  <a:pt x="41097" y="16213"/>
                </a:cubicBezTo>
                <a:cubicBezTo>
                  <a:pt x="38600" y="16125"/>
                  <a:pt x="38193" y="14761"/>
                  <a:pt x="36609" y="14761"/>
                </a:cubicBezTo>
                <a:cubicBezTo>
                  <a:pt x="35869" y="14761"/>
                  <a:pt x="34873" y="15059"/>
                  <a:pt x="33286" y="15923"/>
                </a:cubicBezTo>
                <a:cubicBezTo>
                  <a:pt x="29814" y="17788"/>
                  <a:pt x="28850" y="16325"/>
                  <a:pt x="26471" y="17611"/>
                </a:cubicBezTo>
                <a:cubicBezTo>
                  <a:pt x="25781" y="17993"/>
                  <a:pt x="24071" y="20428"/>
                  <a:pt x="22027" y="20428"/>
                </a:cubicBezTo>
                <a:cubicBezTo>
                  <a:pt x="21835" y="20428"/>
                  <a:pt x="21639" y="20407"/>
                  <a:pt x="21441" y="20359"/>
                </a:cubicBezTo>
                <a:cubicBezTo>
                  <a:pt x="19661" y="19939"/>
                  <a:pt x="19060" y="18388"/>
                  <a:pt x="17372" y="18388"/>
                </a:cubicBezTo>
                <a:cubicBezTo>
                  <a:pt x="16864" y="18388"/>
                  <a:pt x="16259" y="18528"/>
                  <a:pt x="15494" y="18881"/>
                </a:cubicBezTo>
                <a:cubicBezTo>
                  <a:pt x="12167" y="20392"/>
                  <a:pt x="13694" y="21629"/>
                  <a:pt x="10785" y="22304"/>
                </a:cubicBezTo>
                <a:cubicBezTo>
                  <a:pt x="7860" y="22995"/>
                  <a:pt x="4549" y="22417"/>
                  <a:pt x="3424" y="23735"/>
                </a:cubicBezTo>
                <a:cubicBezTo>
                  <a:pt x="2283" y="25053"/>
                  <a:pt x="0" y="25342"/>
                  <a:pt x="5513" y="25728"/>
                </a:cubicBezTo>
                <a:cubicBezTo>
                  <a:pt x="7519" y="25855"/>
                  <a:pt x="15753" y="25907"/>
                  <a:pt x="27263" y="25907"/>
                </a:cubicBezTo>
                <a:cubicBezTo>
                  <a:pt x="28852" y="25907"/>
                  <a:pt x="30503" y="25906"/>
                  <a:pt x="32209" y="25904"/>
                </a:cubicBezTo>
                <a:cubicBezTo>
                  <a:pt x="35497" y="25904"/>
                  <a:pt x="37504" y="27474"/>
                  <a:pt x="41653" y="27474"/>
                </a:cubicBezTo>
                <a:cubicBezTo>
                  <a:pt x="42292" y="27474"/>
                  <a:pt x="42981" y="27437"/>
                  <a:pt x="43733" y="27351"/>
                </a:cubicBezTo>
                <a:cubicBezTo>
                  <a:pt x="46915" y="26981"/>
                  <a:pt x="50210" y="26660"/>
                  <a:pt x="53585" y="26370"/>
                </a:cubicBezTo>
                <a:cubicBezTo>
                  <a:pt x="54111" y="26326"/>
                  <a:pt x="54661" y="26306"/>
                  <a:pt x="55231" y="26306"/>
                </a:cubicBezTo>
                <a:cubicBezTo>
                  <a:pt x="60110" y="26306"/>
                  <a:pt x="66451" y="27759"/>
                  <a:pt x="71341" y="27759"/>
                </a:cubicBezTo>
                <a:cubicBezTo>
                  <a:pt x="71682" y="27759"/>
                  <a:pt x="72016" y="27752"/>
                  <a:pt x="72342" y="27737"/>
                </a:cubicBezTo>
                <a:cubicBezTo>
                  <a:pt x="91741" y="26820"/>
                  <a:pt x="110851" y="26162"/>
                  <a:pt x="124046" y="25776"/>
                </a:cubicBezTo>
                <a:lnTo>
                  <a:pt x="120349" y="1860"/>
                </a:lnTo>
                <a:lnTo>
                  <a:pt x="120333" y="1860"/>
                </a:lnTo>
                <a:cubicBezTo>
                  <a:pt x="117810" y="2166"/>
                  <a:pt x="116669" y="2664"/>
                  <a:pt x="115094" y="3676"/>
                </a:cubicBezTo>
                <a:cubicBezTo>
                  <a:pt x="113198" y="4905"/>
                  <a:pt x="112461" y="6263"/>
                  <a:pt x="110979" y="6263"/>
                </a:cubicBezTo>
                <a:cubicBezTo>
                  <a:pt x="110891" y="6263"/>
                  <a:pt x="110800" y="6258"/>
                  <a:pt x="110706" y="6248"/>
                </a:cubicBezTo>
                <a:cubicBezTo>
                  <a:pt x="109035" y="6055"/>
                  <a:pt x="108520" y="6135"/>
                  <a:pt x="104856" y="3918"/>
                </a:cubicBezTo>
                <a:cubicBezTo>
                  <a:pt x="101744" y="2034"/>
                  <a:pt x="101240" y="0"/>
                  <a:pt x="97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0" name="Google Shape;1910;p42"/>
          <p:cNvGrpSpPr/>
          <p:nvPr/>
        </p:nvGrpSpPr>
        <p:grpSpPr>
          <a:xfrm flipH="1">
            <a:off x="7424599" y="785720"/>
            <a:ext cx="4065161" cy="894136"/>
            <a:chOff x="-2755223" y="-2771500"/>
            <a:chExt cx="3531238" cy="776699"/>
          </a:xfrm>
        </p:grpSpPr>
        <p:sp>
          <p:nvSpPr>
            <p:cNvPr id="1911" name="Google Shape;1911;p42"/>
            <p:cNvSpPr/>
            <p:nvPr/>
          </p:nvSpPr>
          <p:spPr>
            <a:xfrm>
              <a:off x="-2755223" y="-2771500"/>
              <a:ext cx="3531238" cy="776699"/>
            </a:xfrm>
            <a:custGeom>
              <a:avLst/>
              <a:gdLst/>
              <a:ahLst/>
              <a:cxnLst/>
              <a:rect l="l" t="t" r="r" b="b"/>
              <a:pathLst>
                <a:path w="72648" h="15979" extrusionOk="0">
                  <a:moveTo>
                    <a:pt x="23875" y="11417"/>
                  </a:moveTo>
                  <a:lnTo>
                    <a:pt x="23875" y="11417"/>
                  </a:lnTo>
                  <a:cubicBezTo>
                    <a:pt x="24134" y="11460"/>
                    <a:pt x="24390" y="11526"/>
                    <a:pt x="24640" y="11613"/>
                  </a:cubicBezTo>
                  <a:lnTo>
                    <a:pt x="23875" y="11417"/>
                  </a:lnTo>
                  <a:close/>
                  <a:moveTo>
                    <a:pt x="41559" y="0"/>
                  </a:moveTo>
                  <a:cubicBezTo>
                    <a:pt x="38806" y="0"/>
                    <a:pt x="36154" y="2038"/>
                    <a:pt x="35472" y="4718"/>
                  </a:cubicBezTo>
                  <a:cubicBezTo>
                    <a:pt x="34990" y="3932"/>
                    <a:pt x="34078" y="3456"/>
                    <a:pt x="33162" y="3456"/>
                  </a:cubicBezTo>
                  <a:cubicBezTo>
                    <a:pt x="32917" y="3456"/>
                    <a:pt x="32672" y="3490"/>
                    <a:pt x="32435" y="3561"/>
                  </a:cubicBezTo>
                  <a:cubicBezTo>
                    <a:pt x="31326" y="3883"/>
                    <a:pt x="30506" y="5024"/>
                    <a:pt x="30538" y="6197"/>
                  </a:cubicBezTo>
                  <a:cubicBezTo>
                    <a:pt x="29957" y="5950"/>
                    <a:pt x="29318" y="5824"/>
                    <a:pt x="28679" y="5824"/>
                  </a:cubicBezTo>
                  <a:cubicBezTo>
                    <a:pt x="28152" y="5824"/>
                    <a:pt x="27625" y="5910"/>
                    <a:pt x="27131" y="6084"/>
                  </a:cubicBezTo>
                  <a:cubicBezTo>
                    <a:pt x="26924" y="6145"/>
                    <a:pt x="26717" y="6225"/>
                    <a:pt x="26510" y="6225"/>
                  </a:cubicBezTo>
                  <a:cubicBezTo>
                    <a:pt x="26444" y="6225"/>
                    <a:pt x="26377" y="6216"/>
                    <a:pt x="26311" y="6197"/>
                  </a:cubicBezTo>
                  <a:cubicBezTo>
                    <a:pt x="25974" y="6100"/>
                    <a:pt x="25797" y="5715"/>
                    <a:pt x="25491" y="5522"/>
                  </a:cubicBezTo>
                  <a:cubicBezTo>
                    <a:pt x="25330" y="5402"/>
                    <a:pt x="25139" y="5349"/>
                    <a:pt x="24943" y="5349"/>
                  </a:cubicBezTo>
                  <a:cubicBezTo>
                    <a:pt x="24612" y="5349"/>
                    <a:pt x="24265" y="5499"/>
                    <a:pt x="24013" y="5731"/>
                  </a:cubicBezTo>
                  <a:cubicBezTo>
                    <a:pt x="23627" y="6100"/>
                    <a:pt x="23434" y="6631"/>
                    <a:pt x="23290" y="7161"/>
                  </a:cubicBezTo>
                  <a:cubicBezTo>
                    <a:pt x="23193" y="7499"/>
                    <a:pt x="23097" y="7868"/>
                    <a:pt x="22807" y="8061"/>
                  </a:cubicBezTo>
                  <a:cubicBezTo>
                    <a:pt x="22631" y="8190"/>
                    <a:pt x="22406" y="8238"/>
                    <a:pt x="22197" y="8270"/>
                  </a:cubicBezTo>
                  <a:cubicBezTo>
                    <a:pt x="20202" y="8564"/>
                    <a:pt x="18189" y="8718"/>
                    <a:pt x="16171" y="8718"/>
                  </a:cubicBezTo>
                  <a:cubicBezTo>
                    <a:pt x="15539" y="8718"/>
                    <a:pt x="14906" y="8703"/>
                    <a:pt x="14273" y="8672"/>
                  </a:cubicBezTo>
                  <a:cubicBezTo>
                    <a:pt x="13968" y="8656"/>
                    <a:pt x="13630" y="8640"/>
                    <a:pt x="13341" y="8511"/>
                  </a:cubicBezTo>
                  <a:cubicBezTo>
                    <a:pt x="12939" y="8335"/>
                    <a:pt x="12650" y="7981"/>
                    <a:pt x="12312" y="7692"/>
                  </a:cubicBezTo>
                  <a:cubicBezTo>
                    <a:pt x="11504" y="7003"/>
                    <a:pt x="10443" y="6783"/>
                    <a:pt x="9362" y="6783"/>
                  </a:cubicBezTo>
                  <a:cubicBezTo>
                    <a:pt x="8853" y="6783"/>
                    <a:pt x="8338" y="6832"/>
                    <a:pt x="7844" y="6904"/>
                  </a:cubicBezTo>
                  <a:cubicBezTo>
                    <a:pt x="6607" y="7081"/>
                    <a:pt x="1705" y="9797"/>
                    <a:pt x="853" y="10713"/>
                  </a:cubicBezTo>
                  <a:cubicBezTo>
                    <a:pt x="1" y="11645"/>
                    <a:pt x="3489" y="10954"/>
                    <a:pt x="4517" y="11678"/>
                  </a:cubicBezTo>
                  <a:cubicBezTo>
                    <a:pt x="5330" y="12240"/>
                    <a:pt x="4760" y="15978"/>
                    <a:pt x="5658" y="15978"/>
                  </a:cubicBezTo>
                  <a:cubicBezTo>
                    <a:pt x="5684" y="15978"/>
                    <a:pt x="5711" y="15975"/>
                    <a:pt x="5739" y="15969"/>
                  </a:cubicBezTo>
                  <a:cubicBezTo>
                    <a:pt x="8519" y="15326"/>
                    <a:pt x="13180" y="11035"/>
                    <a:pt x="16041" y="10970"/>
                  </a:cubicBezTo>
                  <a:cubicBezTo>
                    <a:pt x="16353" y="10962"/>
                    <a:pt x="16668" y="10953"/>
                    <a:pt x="16982" y="10953"/>
                  </a:cubicBezTo>
                  <a:cubicBezTo>
                    <a:pt x="17864" y="10953"/>
                    <a:pt x="18743" y="11020"/>
                    <a:pt x="19561" y="11340"/>
                  </a:cubicBezTo>
                  <a:cubicBezTo>
                    <a:pt x="19947" y="11485"/>
                    <a:pt x="20316" y="11678"/>
                    <a:pt x="20734" y="11710"/>
                  </a:cubicBezTo>
                  <a:cubicBezTo>
                    <a:pt x="20773" y="11713"/>
                    <a:pt x="20812" y="11714"/>
                    <a:pt x="20850" y="11714"/>
                  </a:cubicBezTo>
                  <a:cubicBezTo>
                    <a:pt x="21213" y="11714"/>
                    <a:pt x="21576" y="11586"/>
                    <a:pt x="21940" y="11485"/>
                  </a:cubicBezTo>
                  <a:cubicBezTo>
                    <a:pt x="22312" y="11397"/>
                    <a:pt x="22696" y="11351"/>
                    <a:pt x="23081" y="11351"/>
                  </a:cubicBezTo>
                  <a:cubicBezTo>
                    <a:pt x="23253" y="11351"/>
                    <a:pt x="23426" y="11360"/>
                    <a:pt x="23598" y="11379"/>
                  </a:cubicBezTo>
                  <a:lnTo>
                    <a:pt x="23598" y="11379"/>
                  </a:lnTo>
                  <a:cubicBezTo>
                    <a:pt x="24300" y="11700"/>
                    <a:pt x="25048" y="11802"/>
                    <a:pt x="25819" y="11802"/>
                  </a:cubicBezTo>
                  <a:cubicBezTo>
                    <a:pt x="27138" y="11802"/>
                    <a:pt x="28525" y="11505"/>
                    <a:pt x="29869" y="11505"/>
                  </a:cubicBezTo>
                  <a:cubicBezTo>
                    <a:pt x="30296" y="11505"/>
                    <a:pt x="30718" y="11535"/>
                    <a:pt x="31133" y="11613"/>
                  </a:cubicBezTo>
                  <a:cubicBezTo>
                    <a:pt x="31953" y="11774"/>
                    <a:pt x="32740" y="12112"/>
                    <a:pt x="33560" y="12256"/>
                  </a:cubicBezTo>
                  <a:cubicBezTo>
                    <a:pt x="33875" y="12305"/>
                    <a:pt x="34191" y="12324"/>
                    <a:pt x="34509" y="12324"/>
                  </a:cubicBezTo>
                  <a:cubicBezTo>
                    <a:pt x="35228" y="12324"/>
                    <a:pt x="35953" y="12227"/>
                    <a:pt x="36678" y="12160"/>
                  </a:cubicBezTo>
                  <a:cubicBezTo>
                    <a:pt x="37799" y="12045"/>
                    <a:pt x="38925" y="11987"/>
                    <a:pt x="40051" y="11987"/>
                  </a:cubicBezTo>
                  <a:cubicBezTo>
                    <a:pt x="41909" y="11987"/>
                    <a:pt x="43766" y="12145"/>
                    <a:pt x="45598" y="12465"/>
                  </a:cubicBezTo>
                  <a:cubicBezTo>
                    <a:pt x="46401" y="12614"/>
                    <a:pt x="47218" y="12790"/>
                    <a:pt x="48036" y="12790"/>
                  </a:cubicBezTo>
                  <a:cubicBezTo>
                    <a:pt x="48102" y="12790"/>
                    <a:pt x="48168" y="12789"/>
                    <a:pt x="48234" y="12787"/>
                  </a:cubicBezTo>
                  <a:cubicBezTo>
                    <a:pt x="48989" y="12770"/>
                    <a:pt x="49728" y="12594"/>
                    <a:pt x="50484" y="12529"/>
                  </a:cubicBezTo>
                  <a:cubicBezTo>
                    <a:pt x="50791" y="12500"/>
                    <a:pt x="51098" y="12488"/>
                    <a:pt x="51406" y="12488"/>
                  </a:cubicBezTo>
                  <a:cubicBezTo>
                    <a:pt x="52288" y="12488"/>
                    <a:pt x="53170" y="12586"/>
                    <a:pt x="54052" y="12658"/>
                  </a:cubicBezTo>
                  <a:cubicBezTo>
                    <a:pt x="56430" y="12868"/>
                    <a:pt x="58812" y="12947"/>
                    <a:pt x="61196" y="12947"/>
                  </a:cubicBezTo>
                  <a:cubicBezTo>
                    <a:pt x="65015" y="12947"/>
                    <a:pt x="68837" y="12743"/>
                    <a:pt x="72647" y="12545"/>
                  </a:cubicBezTo>
                  <a:cubicBezTo>
                    <a:pt x="71137" y="12304"/>
                    <a:pt x="69626" y="12079"/>
                    <a:pt x="68115" y="11838"/>
                  </a:cubicBezTo>
                  <a:cubicBezTo>
                    <a:pt x="67761" y="11790"/>
                    <a:pt x="67392" y="11726"/>
                    <a:pt x="67135" y="11469"/>
                  </a:cubicBezTo>
                  <a:cubicBezTo>
                    <a:pt x="66942" y="11276"/>
                    <a:pt x="66845" y="10986"/>
                    <a:pt x="66669" y="10761"/>
                  </a:cubicBezTo>
                  <a:cubicBezTo>
                    <a:pt x="66380" y="10424"/>
                    <a:pt x="65976" y="10335"/>
                    <a:pt x="65529" y="10335"/>
                  </a:cubicBezTo>
                  <a:cubicBezTo>
                    <a:pt x="65037" y="10335"/>
                    <a:pt x="64491" y="10442"/>
                    <a:pt x="63985" y="10442"/>
                  </a:cubicBezTo>
                  <a:cubicBezTo>
                    <a:pt x="63593" y="10442"/>
                    <a:pt x="63225" y="10378"/>
                    <a:pt x="62924" y="10151"/>
                  </a:cubicBezTo>
                  <a:cubicBezTo>
                    <a:pt x="62618" y="9910"/>
                    <a:pt x="62442" y="9556"/>
                    <a:pt x="62249" y="9218"/>
                  </a:cubicBezTo>
                  <a:cubicBezTo>
                    <a:pt x="61606" y="8013"/>
                    <a:pt x="60658" y="6872"/>
                    <a:pt x="59372" y="6358"/>
                  </a:cubicBezTo>
                  <a:cubicBezTo>
                    <a:pt x="58970" y="6202"/>
                    <a:pt x="58531" y="6123"/>
                    <a:pt x="58093" y="6123"/>
                  </a:cubicBezTo>
                  <a:cubicBezTo>
                    <a:pt x="57130" y="6123"/>
                    <a:pt x="56174" y="6505"/>
                    <a:pt x="55643" y="7290"/>
                  </a:cubicBezTo>
                  <a:cubicBezTo>
                    <a:pt x="55498" y="7515"/>
                    <a:pt x="55386" y="7756"/>
                    <a:pt x="55177" y="7917"/>
                  </a:cubicBezTo>
                  <a:cubicBezTo>
                    <a:pt x="55018" y="8037"/>
                    <a:pt x="54837" y="8088"/>
                    <a:pt x="54650" y="8088"/>
                  </a:cubicBezTo>
                  <a:cubicBezTo>
                    <a:pt x="54212" y="8088"/>
                    <a:pt x="53735" y="7809"/>
                    <a:pt x="53409" y="7483"/>
                  </a:cubicBezTo>
                  <a:cubicBezTo>
                    <a:pt x="52927" y="7017"/>
                    <a:pt x="52493" y="6422"/>
                    <a:pt x="51834" y="6325"/>
                  </a:cubicBezTo>
                  <a:cubicBezTo>
                    <a:pt x="51764" y="6314"/>
                    <a:pt x="51694" y="6309"/>
                    <a:pt x="51625" y="6309"/>
                  </a:cubicBezTo>
                  <a:cubicBezTo>
                    <a:pt x="50703" y="6309"/>
                    <a:pt x="49787" y="7217"/>
                    <a:pt x="48956" y="7217"/>
                  </a:cubicBezTo>
                  <a:cubicBezTo>
                    <a:pt x="48764" y="7217"/>
                    <a:pt x="48576" y="7168"/>
                    <a:pt x="48394" y="7049"/>
                  </a:cubicBezTo>
                  <a:cubicBezTo>
                    <a:pt x="47880" y="6711"/>
                    <a:pt x="47832" y="5988"/>
                    <a:pt x="47735" y="5361"/>
                  </a:cubicBezTo>
                  <a:cubicBezTo>
                    <a:pt x="47334" y="2532"/>
                    <a:pt x="44746" y="154"/>
                    <a:pt x="41869" y="9"/>
                  </a:cubicBezTo>
                  <a:cubicBezTo>
                    <a:pt x="41766" y="3"/>
                    <a:pt x="41662" y="0"/>
                    <a:pt x="41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2" name="Google Shape;1912;p42"/>
            <p:cNvGrpSpPr/>
            <p:nvPr/>
          </p:nvGrpSpPr>
          <p:grpSpPr>
            <a:xfrm>
              <a:off x="-2389597" y="-2604290"/>
              <a:ext cx="2734366" cy="573860"/>
              <a:chOff x="-2389597" y="-2604290"/>
              <a:chExt cx="2734366" cy="573860"/>
            </a:xfrm>
          </p:grpSpPr>
          <p:sp>
            <p:nvSpPr>
              <p:cNvPr id="1913" name="Google Shape;1913;p42"/>
              <p:cNvSpPr/>
              <p:nvPr/>
            </p:nvSpPr>
            <p:spPr>
              <a:xfrm>
                <a:off x="-89636" y="-2218152"/>
                <a:ext cx="434405" cy="75876"/>
              </a:xfrm>
              <a:custGeom>
                <a:avLst/>
                <a:gdLst/>
                <a:ahLst/>
                <a:cxnLst/>
                <a:rect l="l" t="t" r="r" b="b"/>
                <a:pathLst>
                  <a:path w="8937" h="1561" extrusionOk="0">
                    <a:moveTo>
                      <a:pt x="6920" y="0"/>
                    </a:moveTo>
                    <a:cubicBezTo>
                      <a:pt x="6567" y="0"/>
                      <a:pt x="6204" y="95"/>
                      <a:pt x="5802" y="197"/>
                    </a:cubicBezTo>
                    <a:cubicBezTo>
                      <a:pt x="5267" y="337"/>
                      <a:pt x="4762" y="488"/>
                      <a:pt x="4223" y="488"/>
                    </a:cubicBezTo>
                    <a:cubicBezTo>
                      <a:pt x="4082" y="488"/>
                      <a:pt x="3940" y="478"/>
                      <a:pt x="3793" y="454"/>
                    </a:cubicBezTo>
                    <a:cubicBezTo>
                      <a:pt x="3075" y="341"/>
                      <a:pt x="2567" y="32"/>
                      <a:pt x="2000" y="32"/>
                    </a:cubicBezTo>
                    <a:cubicBezTo>
                      <a:pt x="1679" y="32"/>
                      <a:pt x="1340" y="131"/>
                      <a:pt x="933" y="422"/>
                    </a:cubicBezTo>
                    <a:cubicBezTo>
                      <a:pt x="595" y="679"/>
                      <a:pt x="290" y="1001"/>
                      <a:pt x="0" y="1338"/>
                    </a:cubicBezTo>
                    <a:cubicBezTo>
                      <a:pt x="2109" y="1498"/>
                      <a:pt x="4217" y="1560"/>
                      <a:pt x="6331" y="1560"/>
                    </a:cubicBezTo>
                    <a:cubicBezTo>
                      <a:pt x="7198" y="1560"/>
                      <a:pt x="8067" y="1550"/>
                      <a:pt x="8937" y="1531"/>
                    </a:cubicBezTo>
                    <a:cubicBezTo>
                      <a:pt x="8904" y="1515"/>
                      <a:pt x="8888" y="1499"/>
                      <a:pt x="8872" y="1467"/>
                    </a:cubicBezTo>
                    <a:cubicBezTo>
                      <a:pt x="8599" y="1113"/>
                      <a:pt x="8374" y="695"/>
                      <a:pt x="8020" y="406"/>
                    </a:cubicBezTo>
                    <a:cubicBezTo>
                      <a:pt x="7643" y="103"/>
                      <a:pt x="7287" y="0"/>
                      <a:pt x="69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2"/>
              <p:cNvSpPr/>
              <p:nvPr/>
            </p:nvSpPr>
            <p:spPr>
              <a:xfrm>
                <a:off x="-1533376" y="-2604290"/>
                <a:ext cx="1189863" cy="454383"/>
              </a:xfrm>
              <a:custGeom>
                <a:avLst/>
                <a:gdLst/>
                <a:ahLst/>
                <a:cxnLst/>
                <a:rect l="l" t="t" r="r" b="b"/>
                <a:pathLst>
                  <a:path w="24479" h="9348" extrusionOk="0">
                    <a:moveTo>
                      <a:pt x="17214" y="1"/>
                    </a:moveTo>
                    <a:cubicBezTo>
                      <a:pt x="16801" y="1"/>
                      <a:pt x="16380" y="107"/>
                      <a:pt x="16009" y="234"/>
                    </a:cubicBezTo>
                    <a:cubicBezTo>
                      <a:pt x="14868" y="587"/>
                      <a:pt x="13662" y="1343"/>
                      <a:pt x="12875" y="2243"/>
                    </a:cubicBezTo>
                    <a:cubicBezTo>
                      <a:pt x="12434" y="2764"/>
                      <a:pt x="11992" y="3386"/>
                      <a:pt x="11311" y="3386"/>
                    </a:cubicBezTo>
                    <a:cubicBezTo>
                      <a:pt x="11173" y="3386"/>
                      <a:pt x="11025" y="3360"/>
                      <a:pt x="10866" y="3303"/>
                    </a:cubicBezTo>
                    <a:cubicBezTo>
                      <a:pt x="9660" y="2885"/>
                      <a:pt x="10255" y="2002"/>
                      <a:pt x="9741" y="1214"/>
                    </a:cubicBezTo>
                    <a:cubicBezTo>
                      <a:pt x="9590" y="992"/>
                      <a:pt x="9536" y="907"/>
                      <a:pt x="9493" y="907"/>
                    </a:cubicBezTo>
                    <a:cubicBezTo>
                      <a:pt x="9439" y="907"/>
                      <a:pt x="9404" y="1038"/>
                      <a:pt x="9226" y="1198"/>
                    </a:cubicBezTo>
                    <a:cubicBezTo>
                      <a:pt x="9034" y="1359"/>
                      <a:pt x="8873" y="1696"/>
                      <a:pt x="8744" y="1905"/>
                    </a:cubicBezTo>
                    <a:cubicBezTo>
                      <a:pt x="8535" y="2243"/>
                      <a:pt x="8342" y="2596"/>
                      <a:pt x="8101" y="2902"/>
                    </a:cubicBezTo>
                    <a:cubicBezTo>
                      <a:pt x="8085" y="2918"/>
                      <a:pt x="8053" y="2950"/>
                      <a:pt x="8037" y="2982"/>
                    </a:cubicBezTo>
                    <a:cubicBezTo>
                      <a:pt x="8005" y="2998"/>
                      <a:pt x="8005" y="3030"/>
                      <a:pt x="7989" y="3062"/>
                    </a:cubicBezTo>
                    <a:cubicBezTo>
                      <a:pt x="7812" y="3352"/>
                      <a:pt x="6687" y="4107"/>
                      <a:pt x="6655" y="4364"/>
                    </a:cubicBezTo>
                    <a:cubicBezTo>
                      <a:pt x="6607" y="4653"/>
                      <a:pt x="7780" y="5586"/>
                      <a:pt x="7957" y="5811"/>
                    </a:cubicBezTo>
                    <a:cubicBezTo>
                      <a:pt x="8294" y="6212"/>
                      <a:pt x="8632" y="6679"/>
                      <a:pt x="8487" y="7225"/>
                    </a:cubicBezTo>
                    <a:cubicBezTo>
                      <a:pt x="8324" y="7860"/>
                      <a:pt x="7959" y="8100"/>
                      <a:pt x="7480" y="8100"/>
                    </a:cubicBezTo>
                    <a:cubicBezTo>
                      <a:pt x="5986" y="8100"/>
                      <a:pt x="3379" y="5769"/>
                      <a:pt x="2271" y="5769"/>
                    </a:cubicBezTo>
                    <a:cubicBezTo>
                      <a:pt x="2230" y="5769"/>
                      <a:pt x="2191" y="5772"/>
                      <a:pt x="2155" y="5778"/>
                    </a:cubicBezTo>
                    <a:cubicBezTo>
                      <a:pt x="1110" y="5955"/>
                      <a:pt x="708" y="7611"/>
                      <a:pt x="17" y="8302"/>
                    </a:cubicBezTo>
                    <a:cubicBezTo>
                      <a:pt x="17" y="8302"/>
                      <a:pt x="1" y="8318"/>
                      <a:pt x="1" y="8318"/>
                    </a:cubicBezTo>
                    <a:cubicBezTo>
                      <a:pt x="240" y="8342"/>
                      <a:pt x="482" y="8352"/>
                      <a:pt x="726" y="8352"/>
                    </a:cubicBezTo>
                    <a:cubicBezTo>
                      <a:pt x="2030" y="8352"/>
                      <a:pt x="3393" y="8065"/>
                      <a:pt x="4723" y="8065"/>
                    </a:cubicBezTo>
                    <a:cubicBezTo>
                      <a:pt x="5152" y="8065"/>
                      <a:pt x="5577" y="8094"/>
                      <a:pt x="5996" y="8173"/>
                    </a:cubicBezTo>
                    <a:cubicBezTo>
                      <a:pt x="6816" y="8334"/>
                      <a:pt x="7603" y="8672"/>
                      <a:pt x="8423" y="8816"/>
                    </a:cubicBezTo>
                    <a:cubicBezTo>
                      <a:pt x="8738" y="8865"/>
                      <a:pt x="9056" y="8884"/>
                      <a:pt x="9375" y="8884"/>
                    </a:cubicBezTo>
                    <a:cubicBezTo>
                      <a:pt x="10098" y="8884"/>
                      <a:pt x="10827" y="8787"/>
                      <a:pt x="11541" y="8720"/>
                    </a:cubicBezTo>
                    <a:cubicBezTo>
                      <a:pt x="12658" y="8599"/>
                      <a:pt x="13779" y="8539"/>
                      <a:pt x="14900" y="8539"/>
                    </a:cubicBezTo>
                    <a:cubicBezTo>
                      <a:pt x="16763" y="8539"/>
                      <a:pt x="18624" y="8704"/>
                      <a:pt x="20461" y="9025"/>
                    </a:cubicBezTo>
                    <a:cubicBezTo>
                      <a:pt x="21292" y="9179"/>
                      <a:pt x="22137" y="9348"/>
                      <a:pt x="22984" y="9348"/>
                    </a:cubicBezTo>
                    <a:cubicBezTo>
                      <a:pt x="23021" y="9348"/>
                      <a:pt x="23059" y="9347"/>
                      <a:pt x="23097" y="9347"/>
                    </a:cubicBezTo>
                    <a:cubicBezTo>
                      <a:pt x="23499" y="9330"/>
                      <a:pt x="23884" y="9282"/>
                      <a:pt x="24286" y="9234"/>
                    </a:cubicBezTo>
                    <a:cubicBezTo>
                      <a:pt x="24334" y="8961"/>
                      <a:pt x="24479" y="8607"/>
                      <a:pt x="24431" y="8382"/>
                    </a:cubicBezTo>
                    <a:cubicBezTo>
                      <a:pt x="24328" y="7810"/>
                      <a:pt x="24025" y="7647"/>
                      <a:pt x="23671" y="7647"/>
                    </a:cubicBezTo>
                    <a:cubicBezTo>
                      <a:pt x="23248" y="7647"/>
                      <a:pt x="22752" y="7880"/>
                      <a:pt x="22438" y="7932"/>
                    </a:cubicBezTo>
                    <a:cubicBezTo>
                      <a:pt x="22285" y="7958"/>
                      <a:pt x="22134" y="7973"/>
                      <a:pt x="21986" y="7973"/>
                    </a:cubicBezTo>
                    <a:cubicBezTo>
                      <a:pt x="21665" y="7973"/>
                      <a:pt x="21357" y="7900"/>
                      <a:pt x="21072" y="7691"/>
                    </a:cubicBezTo>
                    <a:cubicBezTo>
                      <a:pt x="20451" y="7244"/>
                      <a:pt x="20556" y="6537"/>
                      <a:pt x="19735" y="6537"/>
                    </a:cubicBezTo>
                    <a:cubicBezTo>
                      <a:pt x="19641" y="6537"/>
                      <a:pt x="19536" y="6546"/>
                      <a:pt x="19416" y="6566"/>
                    </a:cubicBezTo>
                    <a:cubicBezTo>
                      <a:pt x="18813" y="6665"/>
                      <a:pt x="18417" y="6923"/>
                      <a:pt x="17896" y="6923"/>
                    </a:cubicBezTo>
                    <a:cubicBezTo>
                      <a:pt x="17737" y="6923"/>
                      <a:pt x="17567" y="6899"/>
                      <a:pt x="17375" y="6839"/>
                    </a:cubicBezTo>
                    <a:cubicBezTo>
                      <a:pt x="16957" y="6711"/>
                      <a:pt x="16780" y="6341"/>
                      <a:pt x="16941" y="5939"/>
                    </a:cubicBezTo>
                    <a:cubicBezTo>
                      <a:pt x="17407" y="4750"/>
                      <a:pt x="18596" y="4011"/>
                      <a:pt x="19030" y="2837"/>
                    </a:cubicBezTo>
                    <a:cubicBezTo>
                      <a:pt x="19352" y="2002"/>
                      <a:pt x="18934" y="684"/>
                      <a:pt x="18130" y="234"/>
                    </a:cubicBezTo>
                    <a:cubicBezTo>
                      <a:pt x="17849" y="65"/>
                      <a:pt x="17534" y="1"/>
                      <a:pt x="17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2"/>
              <p:cNvSpPr/>
              <p:nvPr/>
            </p:nvSpPr>
            <p:spPr>
              <a:xfrm>
                <a:off x="-2389597" y="-2337483"/>
                <a:ext cx="649250" cy="307054"/>
              </a:xfrm>
              <a:custGeom>
                <a:avLst/>
                <a:gdLst/>
                <a:ahLst/>
                <a:cxnLst/>
                <a:rect l="l" t="t" r="r" b="b"/>
                <a:pathLst>
                  <a:path w="13357" h="6317" extrusionOk="0">
                    <a:moveTo>
                      <a:pt x="9675" y="0"/>
                    </a:moveTo>
                    <a:cubicBezTo>
                      <a:pt x="9009" y="0"/>
                      <a:pt x="8287" y="222"/>
                      <a:pt x="7458" y="595"/>
                    </a:cubicBezTo>
                    <a:cubicBezTo>
                      <a:pt x="5369" y="1543"/>
                      <a:pt x="2942" y="2540"/>
                      <a:pt x="1431" y="4324"/>
                    </a:cubicBezTo>
                    <a:cubicBezTo>
                      <a:pt x="901" y="4950"/>
                      <a:pt x="435" y="5625"/>
                      <a:pt x="1" y="6317"/>
                    </a:cubicBezTo>
                    <a:cubicBezTo>
                      <a:pt x="2717" y="4902"/>
                      <a:pt x="6205" y="2090"/>
                      <a:pt x="8503" y="2041"/>
                    </a:cubicBezTo>
                    <a:cubicBezTo>
                      <a:pt x="8819" y="2033"/>
                      <a:pt x="9137" y="2024"/>
                      <a:pt x="9454" y="2024"/>
                    </a:cubicBezTo>
                    <a:cubicBezTo>
                      <a:pt x="10342" y="2024"/>
                      <a:pt x="11221" y="2091"/>
                      <a:pt x="12039" y="2411"/>
                    </a:cubicBezTo>
                    <a:cubicBezTo>
                      <a:pt x="12425" y="2556"/>
                      <a:pt x="12794" y="2765"/>
                      <a:pt x="13196" y="2781"/>
                    </a:cubicBezTo>
                    <a:lnTo>
                      <a:pt x="13357" y="2781"/>
                    </a:lnTo>
                    <a:cubicBezTo>
                      <a:pt x="12923" y="2331"/>
                      <a:pt x="12537" y="1800"/>
                      <a:pt x="12151" y="1334"/>
                    </a:cubicBezTo>
                    <a:cubicBezTo>
                      <a:pt x="11345" y="390"/>
                      <a:pt x="10559" y="0"/>
                      <a:pt x="9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16" name="Google Shape;1916;p42"/>
          <p:cNvGrpSpPr/>
          <p:nvPr/>
        </p:nvGrpSpPr>
        <p:grpSpPr>
          <a:xfrm rot="275644">
            <a:off x="-922224" y="3001922"/>
            <a:ext cx="1589497" cy="681437"/>
            <a:chOff x="5360400" y="1306600"/>
            <a:chExt cx="2919997" cy="1251839"/>
          </a:xfrm>
        </p:grpSpPr>
        <p:sp>
          <p:nvSpPr>
            <p:cNvPr id="1917" name="Google Shape;1917;p42"/>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2"/>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2"/>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2"/>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2"/>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2"/>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2"/>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2"/>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2"/>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2"/>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2"/>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2"/>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2"/>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2"/>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2"/>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2"/>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2"/>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2"/>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2"/>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2"/>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2"/>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2"/>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2"/>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2"/>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2"/>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2"/>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3" name="Google Shape;1943;p42"/>
          <p:cNvGrpSpPr/>
          <p:nvPr/>
        </p:nvGrpSpPr>
        <p:grpSpPr>
          <a:xfrm rot="-275644" flipH="1">
            <a:off x="-277124" y="3062130"/>
            <a:ext cx="1589497" cy="681437"/>
            <a:chOff x="5360400" y="1306600"/>
            <a:chExt cx="2919997" cy="1251839"/>
          </a:xfrm>
        </p:grpSpPr>
        <p:sp>
          <p:nvSpPr>
            <p:cNvPr id="1944" name="Google Shape;1944;p42"/>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2"/>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2"/>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2"/>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2"/>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2"/>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2"/>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2"/>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2"/>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2"/>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2"/>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2"/>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2"/>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2"/>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2"/>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2"/>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2"/>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2"/>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2"/>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2"/>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2"/>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2"/>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2"/>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2"/>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2"/>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2"/>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0" name="Google Shape;1970;p42"/>
          <p:cNvGrpSpPr/>
          <p:nvPr/>
        </p:nvGrpSpPr>
        <p:grpSpPr>
          <a:xfrm rot="-275644" flipH="1">
            <a:off x="8455501" y="1080293"/>
            <a:ext cx="1589497" cy="681437"/>
            <a:chOff x="5360400" y="1306600"/>
            <a:chExt cx="2919997" cy="1251839"/>
          </a:xfrm>
        </p:grpSpPr>
        <p:sp>
          <p:nvSpPr>
            <p:cNvPr id="1971" name="Google Shape;1971;p42"/>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2"/>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2"/>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2"/>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2"/>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2"/>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2"/>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2"/>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2"/>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2"/>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2"/>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2"/>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2"/>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2"/>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2"/>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2"/>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2"/>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2"/>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2"/>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2"/>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2"/>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2"/>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2"/>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2"/>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2"/>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2"/>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TextBox 7">
            <a:extLst>
              <a:ext uri="{FF2B5EF4-FFF2-40B4-BE49-F238E27FC236}">
                <a16:creationId xmlns:a16="http://schemas.microsoft.com/office/drawing/2014/main" id="{1A9F224C-E1D8-938B-70CD-F6A0F29A2498}"/>
              </a:ext>
            </a:extLst>
          </p:cNvPr>
          <p:cNvSpPr txBox="1"/>
          <p:nvPr/>
        </p:nvSpPr>
        <p:spPr>
          <a:xfrm>
            <a:off x="1543049" y="1800338"/>
            <a:ext cx="6252633" cy="461665"/>
          </a:xfrm>
          <a:prstGeom prst="rect">
            <a:avLst/>
          </a:prstGeom>
          <a:noFill/>
        </p:spPr>
        <p:txBody>
          <a:bodyPr wrap="square" rtlCol="0">
            <a:spAutoFit/>
          </a:bodyPr>
          <a:lstStyle/>
          <a:p>
            <a:r>
              <a:rPr lang="ar-EG" sz="2400" dirty="0">
                <a:latin typeface="Microsoft Sans Serif" panose="020B0604020202020204" pitchFamily="34" charset="0"/>
                <a:ea typeface="Microsoft Sans Serif" panose="020B0604020202020204" pitchFamily="34" charset="0"/>
                <a:cs typeface="Microsoft Sans Serif" panose="020B0604020202020204" pitchFamily="34" charset="0"/>
              </a:rPr>
              <a:t>1- "غاية الحياة هي السعادة، والسعادة لا تتحقق إلا بالفضيلة."</a:t>
            </a:r>
            <a:endParaRPr lang="en-US" sz="24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9" name="TextBox 8">
            <a:extLst>
              <a:ext uri="{FF2B5EF4-FFF2-40B4-BE49-F238E27FC236}">
                <a16:creationId xmlns:a16="http://schemas.microsoft.com/office/drawing/2014/main" id="{E81EC745-4A91-178B-D71F-F1707CA43CE4}"/>
              </a:ext>
            </a:extLst>
          </p:cNvPr>
          <p:cNvSpPr txBox="1"/>
          <p:nvPr/>
        </p:nvSpPr>
        <p:spPr>
          <a:xfrm>
            <a:off x="4216398" y="2159646"/>
            <a:ext cx="3579284" cy="461665"/>
          </a:xfrm>
          <a:prstGeom prst="rect">
            <a:avLst/>
          </a:prstGeom>
          <a:noFill/>
        </p:spPr>
        <p:txBody>
          <a:bodyPr wrap="square" rtlCol="0">
            <a:spAutoFit/>
          </a:bodyPr>
          <a:lstStyle/>
          <a:p>
            <a:r>
              <a:rPr lang="ar-EG" sz="2400" dirty="0"/>
              <a:t>2- "العقل هو أثمن ما في الإنسان."</a:t>
            </a:r>
            <a:endParaRPr lang="en-US" sz="2400" dirty="0"/>
          </a:p>
        </p:txBody>
      </p:sp>
      <p:sp>
        <p:nvSpPr>
          <p:cNvPr id="10" name="TextBox 9">
            <a:extLst>
              <a:ext uri="{FF2B5EF4-FFF2-40B4-BE49-F238E27FC236}">
                <a16:creationId xmlns:a16="http://schemas.microsoft.com/office/drawing/2014/main" id="{AAD258F6-28DA-0E78-D10A-68DA5662DC57}"/>
              </a:ext>
            </a:extLst>
          </p:cNvPr>
          <p:cNvSpPr txBox="1"/>
          <p:nvPr/>
        </p:nvSpPr>
        <p:spPr>
          <a:xfrm>
            <a:off x="3973863" y="2531348"/>
            <a:ext cx="3821819" cy="461665"/>
          </a:xfrm>
          <a:prstGeom prst="rect">
            <a:avLst/>
          </a:prstGeom>
          <a:noFill/>
        </p:spPr>
        <p:txBody>
          <a:bodyPr wrap="square" rtlCol="0">
            <a:spAutoFit/>
          </a:bodyPr>
          <a:lstStyle/>
          <a:p>
            <a:r>
              <a:rPr lang="ar-EG" sz="2400" dirty="0"/>
              <a:t>3- "الفضيلة هي الوسط بين رذيلتين."</a:t>
            </a:r>
            <a:endParaRPr lang="en-US" sz="2400" dirty="0"/>
          </a:p>
        </p:txBody>
      </p:sp>
      <p:sp>
        <p:nvSpPr>
          <p:cNvPr id="11" name="TextBox 10">
            <a:extLst>
              <a:ext uri="{FF2B5EF4-FFF2-40B4-BE49-F238E27FC236}">
                <a16:creationId xmlns:a16="http://schemas.microsoft.com/office/drawing/2014/main" id="{C44EE7BD-B5AC-4895-39D0-E6B7901824E7}"/>
              </a:ext>
            </a:extLst>
          </p:cNvPr>
          <p:cNvSpPr txBox="1"/>
          <p:nvPr/>
        </p:nvSpPr>
        <p:spPr>
          <a:xfrm>
            <a:off x="5057596" y="2890656"/>
            <a:ext cx="2738086" cy="461665"/>
          </a:xfrm>
          <a:prstGeom prst="rect">
            <a:avLst/>
          </a:prstGeom>
          <a:noFill/>
        </p:spPr>
        <p:txBody>
          <a:bodyPr wrap="square" rtlCol="0">
            <a:spAutoFit/>
          </a:bodyPr>
          <a:lstStyle/>
          <a:p>
            <a:r>
              <a:rPr lang="ar-EG" sz="2400" dirty="0"/>
              <a:t>4- "الجهل أصل كل شر."</a:t>
            </a:r>
            <a:endParaRPr lang="en-US" sz="2400" dirty="0"/>
          </a:p>
        </p:txBody>
      </p:sp>
      <p:sp>
        <p:nvSpPr>
          <p:cNvPr id="12" name="TextBox 11">
            <a:extLst>
              <a:ext uri="{FF2B5EF4-FFF2-40B4-BE49-F238E27FC236}">
                <a16:creationId xmlns:a16="http://schemas.microsoft.com/office/drawing/2014/main" id="{77517C21-BFA7-6D87-4828-91B88A215DC9}"/>
              </a:ext>
            </a:extLst>
          </p:cNvPr>
          <p:cNvSpPr txBox="1"/>
          <p:nvPr/>
        </p:nvSpPr>
        <p:spPr>
          <a:xfrm>
            <a:off x="4669365" y="3262358"/>
            <a:ext cx="3134784" cy="461665"/>
          </a:xfrm>
          <a:prstGeom prst="rect">
            <a:avLst/>
          </a:prstGeom>
          <a:noFill/>
        </p:spPr>
        <p:txBody>
          <a:bodyPr wrap="square" rtlCol="0">
            <a:spAutoFit/>
          </a:bodyPr>
          <a:lstStyle/>
          <a:p>
            <a:r>
              <a:rPr lang="ar-EG" sz="2400" dirty="0"/>
              <a:t>5- "الصديق هو نفسٌ أخرى."</a:t>
            </a:r>
            <a:endParaRPr lang="en-US" sz="2400" dirty="0"/>
          </a:p>
        </p:txBody>
      </p:sp>
      <p:sp>
        <p:nvSpPr>
          <p:cNvPr id="13" name="TextBox 12">
            <a:extLst>
              <a:ext uri="{FF2B5EF4-FFF2-40B4-BE49-F238E27FC236}">
                <a16:creationId xmlns:a16="http://schemas.microsoft.com/office/drawing/2014/main" id="{58B1E174-0119-E88B-0E49-63571A7D2DF4}"/>
              </a:ext>
            </a:extLst>
          </p:cNvPr>
          <p:cNvSpPr txBox="1"/>
          <p:nvPr/>
        </p:nvSpPr>
        <p:spPr>
          <a:xfrm>
            <a:off x="3242734" y="3621666"/>
            <a:ext cx="4707466" cy="461665"/>
          </a:xfrm>
          <a:prstGeom prst="rect">
            <a:avLst/>
          </a:prstGeom>
          <a:noFill/>
        </p:spPr>
        <p:txBody>
          <a:bodyPr wrap="square" rtlCol="0">
            <a:spAutoFit/>
          </a:bodyPr>
          <a:lstStyle/>
          <a:p>
            <a:r>
              <a:rPr lang="ar-EG" sz="2400" dirty="0"/>
              <a:t> 6- "التعليم زينة في الرخاء وملاذ في الشدة."</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sp>
        <p:nvSpPr>
          <p:cNvPr id="2162" name="Google Shape;2162;p46"/>
          <p:cNvSpPr/>
          <p:nvPr/>
        </p:nvSpPr>
        <p:spPr>
          <a:xfrm flipH="1">
            <a:off x="-179907" y="606241"/>
            <a:ext cx="3789946" cy="848107"/>
          </a:xfrm>
          <a:custGeom>
            <a:avLst/>
            <a:gdLst/>
            <a:ahLst/>
            <a:cxnLst/>
            <a:rect l="l" t="t" r="r" b="b"/>
            <a:pathLst>
              <a:path w="124047" h="27759" extrusionOk="0">
                <a:moveTo>
                  <a:pt x="97773" y="0"/>
                </a:moveTo>
                <a:cubicBezTo>
                  <a:pt x="97158" y="0"/>
                  <a:pt x="96448" y="64"/>
                  <a:pt x="95614" y="205"/>
                </a:cubicBezTo>
                <a:cubicBezTo>
                  <a:pt x="90085" y="1137"/>
                  <a:pt x="85119" y="2696"/>
                  <a:pt x="84910" y="3082"/>
                </a:cubicBezTo>
                <a:cubicBezTo>
                  <a:pt x="84685" y="3484"/>
                  <a:pt x="83978" y="4625"/>
                  <a:pt x="83978" y="4625"/>
                </a:cubicBezTo>
                <a:cubicBezTo>
                  <a:pt x="83978" y="4625"/>
                  <a:pt x="82852" y="4079"/>
                  <a:pt x="81521" y="4079"/>
                </a:cubicBezTo>
                <a:cubicBezTo>
                  <a:pt x="80660" y="4079"/>
                  <a:pt x="79714" y="4307"/>
                  <a:pt x="78931" y="5059"/>
                </a:cubicBezTo>
                <a:cubicBezTo>
                  <a:pt x="76938" y="6971"/>
                  <a:pt x="78079" y="9221"/>
                  <a:pt x="78256" y="9639"/>
                </a:cubicBezTo>
                <a:cubicBezTo>
                  <a:pt x="78270" y="9676"/>
                  <a:pt x="78267" y="9692"/>
                  <a:pt x="78249" y="9692"/>
                </a:cubicBezTo>
                <a:cubicBezTo>
                  <a:pt x="78090" y="9692"/>
                  <a:pt x="76791" y="8507"/>
                  <a:pt x="75136" y="8507"/>
                </a:cubicBezTo>
                <a:cubicBezTo>
                  <a:pt x="74756" y="8507"/>
                  <a:pt x="74357" y="8570"/>
                  <a:pt x="73949" y="8723"/>
                </a:cubicBezTo>
                <a:cubicBezTo>
                  <a:pt x="71538" y="9623"/>
                  <a:pt x="68484" y="12275"/>
                  <a:pt x="68484" y="12275"/>
                </a:cubicBezTo>
                <a:cubicBezTo>
                  <a:pt x="68484" y="12275"/>
                  <a:pt x="66785" y="12952"/>
                  <a:pt x="65169" y="12952"/>
                </a:cubicBezTo>
                <a:cubicBezTo>
                  <a:pt x="64395" y="12952"/>
                  <a:pt x="63641" y="12797"/>
                  <a:pt x="63100" y="12339"/>
                </a:cubicBezTo>
                <a:cubicBezTo>
                  <a:pt x="61644" y="11107"/>
                  <a:pt x="59396" y="8559"/>
                  <a:pt x="56493" y="8559"/>
                </a:cubicBezTo>
                <a:cubicBezTo>
                  <a:pt x="56063" y="8559"/>
                  <a:pt x="55619" y="8615"/>
                  <a:pt x="55160" y="8739"/>
                </a:cubicBezTo>
                <a:cubicBezTo>
                  <a:pt x="51978" y="9591"/>
                  <a:pt x="52139" y="10796"/>
                  <a:pt x="50467" y="11263"/>
                </a:cubicBezTo>
                <a:cubicBezTo>
                  <a:pt x="47864" y="11986"/>
                  <a:pt x="46015" y="11761"/>
                  <a:pt x="44296" y="13143"/>
                </a:cubicBezTo>
                <a:cubicBezTo>
                  <a:pt x="42551" y="14529"/>
                  <a:pt x="44641" y="16218"/>
                  <a:pt x="41420" y="16218"/>
                </a:cubicBezTo>
                <a:cubicBezTo>
                  <a:pt x="41318" y="16218"/>
                  <a:pt x="41210" y="16216"/>
                  <a:pt x="41097" y="16213"/>
                </a:cubicBezTo>
                <a:cubicBezTo>
                  <a:pt x="38600" y="16125"/>
                  <a:pt x="38193" y="14761"/>
                  <a:pt x="36609" y="14761"/>
                </a:cubicBezTo>
                <a:cubicBezTo>
                  <a:pt x="35869" y="14761"/>
                  <a:pt x="34873" y="15059"/>
                  <a:pt x="33286" y="15923"/>
                </a:cubicBezTo>
                <a:cubicBezTo>
                  <a:pt x="29814" y="17788"/>
                  <a:pt x="28850" y="16325"/>
                  <a:pt x="26471" y="17611"/>
                </a:cubicBezTo>
                <a:cubicBezTo>
                  <a:pt x="25781" y="17993"/>
                  <a:pt x="24071" y="20428"/>
                  <a:pt x="22027" y="20428"/>
                </a:cubicBezTo>
                <a:cubicBezTo>
                  <a:pt x="21835" y="20428"/>
                  <a:pt x="21639" y="20407"/>
                  <a:pt x="21441" y="20359"/>
                </a:cubicBezTo>
                <a:cubicBezTo>
                  <a:pt x="19661" y="19939"/>
                  <a:pt x="19060" y="18388"/>
                  <a:pt x="17372" y="18388"/>
                </a:cubicBezTo>
                <a:cubicBezTo>
                  <a:pt x="16864" y="18388"/>
                  <a:pt x="16259" y="18528"/>
                  <a:pt x="15494" y="18881"/>
                </a:cubicBezTo>
                <a:cubicBezTo>
                  <a:pt x="12167" y="20392"/>
                  <a:pt x="13694" y="21629"/>
                  <a:pt x="10785" y="22304"/>
                </a:cubicBezTo>
                <a:cubicBezTo>
                  <a:pt x="7860" y="22995"/>
                  <a:pt x="4549" y="22417"/>
                  <a:pt x="3424" y="23735"/>
                </a:cubicBezTo>
                <a:cubicBezTo>
                  <a:pt x="2283" y="25053"/>
                  <a:pt x="0" y="25342"/>
                  <a:pt x="5513" y="25728"/>
                </a:cubicBezTo>
                <a:cubicBezTo>
                  <a:pt x="7519" y="25855"/>
                  <a:pt x="15753" y="25907"/>
                  <a:pt x="27263" y="25907"/>
                </a:cubicBezTo>
                <a:cubicBezTo>
                  <a:pt x="28852" y="25907"/>
                  <a:pt x="30503" y="25906"/>
                  <a:pt x="32209" y="25904"/>
                </a:cubicBezTo>
                <a:cubicBezTo>
                  <a:pt x="35497" y="25904"/>
                  <a:pt x="37504" y="27474"/>
                  <a:pt x="41653" y="27474"/>
                </a:cubicBezTo>
                <a:cubicBezTo>
                  <a:pt x="42292" y="27474"/>
                  <a:pt x="42981" y="27437"/>
                  <a:pt x="43733" y="27351"/>
                </a:cubicBezTo>
                <a:cubicBezTo>
                  <a:pt x="46915" y="26981"/>
                  <a:pt x="50210" y="26660"/>
                  <a:pt x="53585" y="26370"/>
                </a:cubicBezTo>
                <a:cubicBezTo>
                  <a:pt x="54111" y="26326"/>
                  <a:pt x="54661" y="26306"/>
                  <a:pt x="55231" y="26306"/>
                </a:cubicBezTo>
                <a:cubicBezTo>
                  <a:pt x="60110" y="26306"/>
                  <a:pt x="66451" y="27759"/>
                  <a:pt x="71341" y="27759"/>
                </a:cubicBezTo>
                <a:cubicBezTo>
                  <a:pt x="71682" y="27759"/>
                  <a:pt x="72016" y="27752"/>
                  <a:pt x="72342" y="27737"/>
                </a:cubicBezTo>
                <a:cubicBezTo>
                  <a:pt x="91741" y="26820"/>
                  <a:pt x="110851" y="26162"/>
                  <a:pt x="124046" y="25776"/>
                </a:cubicBezTo>
                <a:lnTo>
                  <a:pt x="120349" y="1860"/>
                </a:lnTo>
                <a:lnTo>
                  <a:pt x="120333" y="1860"/>
                </a:lnTo>
                <a:cubicBezTo>
                  <a:pt x="117810" y="2166"/>
                  <a:pt x="116669" y="2664"/>
                  <a:pt x="115094" y="3676"/>
                </a:cubicBezTo>
                <a:cubicBezTo>
                  <a:pt x="113198" y="4905"/>
                  <a:pt x="112461" y="6263"/>
                  <a:pt x="110979" y="6263"/>
                </a:cubicBezTo>
                <a:cubicBezTo>
                  <a:pt x="110891" y="6263"/>
                  <a:pt x="110800" y="6258"/>
                  <a:pt x="110706" y="6248"/>
                </a:cubicBezTo>
                <a:cubicBezTo>
                  <a:pt x="109035" y="6055"/>
                  <a:pt x="108520" y="6135"/>
                  <a:pt x="104856" y="3918"/>
                </a:cubicBezTo>
                <a:cubicBezTo>
                  <a:pt x="101744" y="2034"/>
                  <a:pt x="101240" y="0"/>
                  <a:pt x="977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3" name="Google Shape;2163;p46"/>
          <p:cNvGrpSpPr/>
          <p:nvPr/>
        </p:nvGrpSpPr>
        <p:grpSpPr>
          <a:xfrm flipH="1">
            <a:off x="4448599" y="339645"/>
            <a:ext cx="4065161" cy="894136"/>
            <a:chOff x="-2755223" y="-2771500"/>
            <a:chExt cx="3531238" cy="776699"/>
          </a:xfrm>
        </p:grpSpPr>
        <p:sp>
          <p:nvSpPr>
            <p:cNvPr id="2164" name="Google Shape;2164;p46"/>
            <p:cNvSpPr/>
            <p:nvPr/>
          </p:nvSpPr>
          <p:spPr>
            <a:xfrm>
              <a:off x="-2755223" y="-2771500"/>
              <a:ext cx="3531238" cy="776699"/>
            </a:xfrm>
            <a:custGeom>
              <a:avLst/>
              <a:gdLst/>
              <a:ahLst/>
              <a:cxnLst/>
              <a:rect l="l" t="t" r="r" b="b"/>
              <a:pathLst>
                <a:path w="72648" h="15979" extrusionOk="0">
                  <a:moveTo>
                    <a:pt x="23875" y="11417"/>
                  </a:moveTo>
                  <a:lnTo>
                    <a:pt x="23875" y="11417"/>
                  </a:lnTo>
                  <a:cubicBezTo>
                    <a:pt x="24134" y="11460"/>
                    <a:pt x="24390" y="11526"/>
                    <a:pt x="24640" y="11613"/>
                  </a:cubicBezTo>
                  <a:lnTo>
                    <a:pt x="23875" y="11417"/>
                  </a:lnTo>
                  <a:close/>
                  <a:moveTo>
                    <a:pt x="41559" y="0"/>
                  </a:moveTo>
                  <a:cubicBezTo>
                    <a:pt x="38806" y="0"/>
                    <a:pt x="36154" y="2038"/>
                    <a:pt x="35472" y="4718"/>
                  </a:cubicBezTo>
                  <a:cubicBezTo>
                    <a:pt x="34990" y="3932"/>
                    <a:pt x="34078" y="3456"/>
                    <a:pt x="33162" y="3456"/>
                  </a:cubicBezTo>
                  <a:cubicBezTo>
                    <a:pt x="32917" y="3456"/>
                    <a:pt x="32672" y="3490"/>
                    <a:pt x="32435" y="3561"/>
                  </a:cubicBezTo>
                  <a:cubicBezTo>
                    <a:pt x="31326" y="3883"/>
                    <a:pt x="30506" y="5024"/>
                    <a:pt x="30538" y="6197"/>
                  </a:cubicBezTo>
                  <a:cubicBezTo>
                    <a:pt x="29957" y="5950"/>
                    <a:pt x="29318" y="5824"/>
                    <a:pt x="28679" y="5824"/>
                  </a:cubicBezTo>
                  <a:cubicBezTo>
                    <a:pt x="28152" y="5824"/>
                    <a:pt x="27625" y="5910"/>
                    <a:pt x="27131" y="6084"/>
                  </a:cubicBezTo>
                  <a:cubicBezTo>
                    <a:pt x="26924" y="6145"/>
                    <a:pt x="26717" y="6225"/>
                    <a:pt x="26510" y="6225"/>
                  </a:cubicBezTo>
                  <a:cubicBezTo>
                    <a:pt x="26444" y="6225"/>
                    <a:pt x="26377" y="6216"/>
                    <a:pt x="26311" y="6197"/>
                  </a:cubicBezTo>
                  <a:cubicBezTo>
                    <a:pt x="25974" y="6100"/>
                    <a:pt x="25797" y="5715"/>
                    <a:pt x="25491" y="5522"/>
                  </a:cubicBezTo>
                  <a:cubicBezTo>
                    <a:pt x="25330" y="5402"/>
                    <a:pt x="25139" y="5349"/>
                    <a:pt x="24943" y="5349"/>
                  </a:cubicBezTo>
                  <a:cubicBezTo>
                    <a:pt x="24612" y="5349"/>
                    <a:pt x="24265" y="5499"/>
                    <a:pt x="24013" y="5731"/>
                  </a:cubicBezTo>
                  <a:cubicBezTo>
                    <a:pt x="23627" y="6100"/>
                    <a:pt x="23434" y="6631"/>
                    <a:pt x="23290" y="7161"/>
                  </a:cubicBezTo>
                  <a:cubicBezTo>
                    <a:pt x="23193" y="7499"/>
                    <a:pt x="23097" y="7868"/>
                    <a:pt x="22807" y="8061"/>
                  </a:cubicBezTo>
                  <a:cubicBezTo>
                    <a:pt x="22631" y="8190"/>
                    <a:pt x="22406" y="8238"/>
                    <a:pt x="22197" y="8270"/>
                  </a:cubicBezTo>
                  <a:cubicBezTo>
                    <a:pt x="20202" y="8564"/>
                    <a:pt x="18189" y="8718"/>
                    <a:pt x="16171" y="8718"/>
                  </a:cubicBezTo>
                  <a:cubicBezTo>
                    <a:pt x="15539" y="8718"/>
                    <a:pt x="14906" y="8703"/>
                    <a:pt x="14273" y="8672"/>
                  </a:cubicBezTo>
                  <a:cubicBezTo>
                    <a:pt x="13968" y="8656"/>
                    <a:pt x="13630" y="8640"/>
                    <a:pt x="13341" y="8511"/>
                  </a:cubicBezTo>
                  <a:cubicBezTo>
                    <a:pt x="12939" y="8335"/>
                    <a:pt x="12650" y="7981"/>
                    <a:pt x="12312" y="7692"/>
                  </a:cubicBezTo>
                  <a:cubicBezTo>
                    <a:pt x="11504" y="7003"/>
                    <a:pt x="10443" y="6783"/>
                    <a:pt x="9362" y="6783"/>
                  </a:cubicBezTo>
                  <a:cubicBezTo>
                    <a:pt x="8853" y="6783"/>
                    <a:pt x="8338" y="6832"/>
                    <a:pt x="7844" y="6904"/>
                  </a:cubicBezTo>
                  <a:cubicBezTo>
                    <a:pt x="6607" y="7081"/>
                    <a:pt x="1705" y="9797"/>
                    <a:pt x="853" y="10713"/>
                  </a:cubicBezTo>
                  <a:cubicBezTo>
                    <a:pt x="1" y="11645"/>
                    <a:pt x="3489" y="10954"/>
                    <a:pt x="4517" y="11678"/>
                  </a:cubicBezTo>
                  <a:cubicBezTo>
                    <a:pt x="5330" y="12240"/>
                    <a:pt x="4760" y="15978"/>
                    <a:pt x="5658" y="15978"/>
                  </a:cubicBezTo>
                  <a:cubicBezTo>
                    <a:pt x="5684" y="15978"/>
                    <a:pt x="5711" y="15975"/>
                    <a:pt x="5739" y="15969"/>
                  </a:cubicBezTo>
                  <a:cubicBezTo>
                    <a:pt x="8519" y="15326"/>
                    <a:pt x="13180" y="11035"/>
                    <a:pt x="16041" y="10970"/>
                  </a:cubicBezTo>
                  <a:cubicBezTo>
                    <a:pt x="16353" y="10962"/>
                    <a:pt x="16668" y="10953"/>
                    <a:pt x="16982" y="10953"/>
                  </a:cubicBezTo>
                  <a:cubicBezTo>
                    <a:pt x="17864" y="10953"/>
                    <a:pt x="18743" y="11020"/>
                    <a:pt x="19561" y="11340"/>
                  </a:cubicBezTo>
                  <a:cubicBezTo>
                    <a:pt x="19947" y="11485"/>
                    <a:pt x="20316" y="11678"/>
                    <a:pt x="20734" y="11710"/>
                  </a:cubicBezTo>
                  <a:cubicBezTo>
                    <a:pt x="20773" y="11713"/>
                    <a:pt x="20812" y="11714"/>
                    <a:pt x="20850" y="11714"/>
                  </a:cubicBezTo>
                  <a:cubicBezTo>
                    <a:pt x="21213" y="11714"/>
                    <a:pt x="21576" y="11586"/>
                    <a:pt x="21940" y="11485"/>
                  </a:cubicBezTo>
                  <a:cubicBezTo>
                    <a:pt x="22312" y="11397"/>
                    <a:pt x="22696" y="11351"/>
                    <a:pt x="23081" y="11351"/>
                  </a:cubicBezTo>
                  <a:cubicBezTo>
                    <a:pt x="23253" y="11351"/>
                    <a:pt x="23426" y="11360"/>
                    <a:pt x="23598" y="11379"/>
                  </a:cubicBezTo>
                  <a:lnTo>
                    <a:pt x="23598" y="11379"/>
                  </a:lnTo>
                  <a:cubicBezTo>
                    <a:pt x="24300" y="11700"/>
                    <a:pt x="25048" y="11802"/>
                    <a:pt x="25819" y="11802"/>
                  </a:cubicBezTo>
                  <a:cubicBezTo>
                    <a:pt x="27138" y="11802"/>
                    <a:pt x="28525" y="11505"/>
                    <a:pt x="29869" y="11505"/>
                  </a:cubicBezTo>
                  <a:cubicBezTo>
                    <a:pt x="30296" y="11505"/>
                    <a:pt x="30718" y="11535"/>
                    <a:pt x="31133" y="11613"/>
                  </a:cubicBezTo>
                  <a:cubicBezTo>
                    <a:pt x="31953" y="11774"/>
                    <a:pt x="32740" y="12112"/>
                    <a:pt x="33560" y="12256"/>
                  </a:cubicBezTo>
                  <a:cubicBezTo>
                    <a:pt x="33875" y="12305"/>
                    <a:pt x="34191" y="12324"/>
                    <a:pt x="34509" y="12324"/>
                  </a:cubicBezTo>
                  <a:cubicBezTo>
                    <a:pt x="35228" y="12324"/>
                    <a:pt x="35953" y="12227"/>
                    <a:pt x="36678" y="12160"/>
                  </a:cubicBezTo>
                  <a:cubicBezTo>
                    <a:pt x="37799" y="12045"/>
                    <a:pt x="38925" y="11987"/>
                    <a:pt x="40051" y="11987"/>
                  </a:cubicBezTo>
                  <a:cubicBezTo>
                    <a:pt x="41909" y="11987"/>
                    <a:pt x="43766" y="12145"/>
                    <a:pt x="45598" y="12465"/>
                  </a:cubicBezTo>
                  <a:cubicBezTo>
                    <a:pt x="46401" y="12614"/>
                    <a:pt x="47218" y="12790"/>
                    <a:pt x="48036" y="12790"/>
                  </a:cubicBezTo>
                  <a:cubicBezTo>
                    <a:pt x="48102" y="12790"/>
                    <a:pt x="48168" y="12789"/>
                    <a:pt x="48234" y="12787"/>
                  </a:cubicBezTo>
                  <a:cubicBezTo>
                    <a:pt x="48989" y="12770"/>
                    <a:pt x="49728" y="12594"/>
                    <a:pt x="50484" y="12529"/>
                  </a:cubicBezTo>
                  <a:cubicBezTo>
                    <a:pt x="50791" y="12500"/>
                    <a:pt x="51098" y="12488"/>
                    <a:pt x="51406" y="12488"/>
                  </a:cubicBezTo>
                  <a:cubicBezTo>
                    <a:pt x="52288" y="12488"/>
                    <a:pt x="53170" y="12586"/>
                    <a:pt x="54052" y="12658"/>
                  </a:cubicBezTo>
                  <a:cubicBezTo>
                    <a:pt x="56430" y="12868"/>
                    <a:pt x="58812" y="12947"/>
                    <a:pt x="61196" y="12947"/>
                  </a:cubicBezTo>
                  <a:cubicBezTo>
                    <a:pt x="65015" y="12947"/>
                    <a:pt x="68837" y="12743"/>
                    <a:pt x="72647" y="12545"/>
                  </a:cubicBezTo>
                  <a:cubicBezTo>
                    <a:pt x="71137" y="12304"/>
                    <a:pt x="69626" y="12079"/>
                    <a:pt x="68115" y="11838"/>
                  </a:cubicBezTo>
                  <a:cubicBezTo>
                    <a:pt x="67761" y="11790"/>
                    <a:pt x="67392" y="11726"/>
                    <a:pt x="67135" y="11469"/>
                  </a:cubicBezTo>
                  <a:cubicBezTo>
                    <a:pt x="66942" y="11276"/>
                    <a:pt x="66845" y="10986"/>
                    <a:pt x="66669" y="10761"/>
                  </a:cubicBezTo>
                  <a:cubicBezTo>
                    <a:pt x="66380" y="10424"/>
                    <a:pt x="65976" y="10335"/>
                    <a:pt x="65529" y="10335"/>
                  </a:cubicBezTo>
                  <a:cubicBezTo>
                    <a:pt x="65037" y="10335"/>
                    <a:pt x="64491" y="10442"/>
                    <a:pt x="63985" y="10442"/>
                  </a:cubicBezTo>
                  <a:cubicBezTo>
                    <a:pt x="63593" y="10442"/>
                    <a:pt x="63225" y="10378"/>
                    <a:pt x="62924" y="10151"/>
                  </a:cubicBezTo>
                  <a:cubicBezTo>
                    <a:pt x="62618" y="9910"/>
                    <a:pt x="62442" y="9556"/>
                    <a:pt x="62249" y="9218"/>
                  </a:cubicBezTo>
                  <a:cubicBezTo>
                    <a:pt x="61606" y="8013"/>
                    <a:pt x="60658" y="6872"/>
                    <a:pt x="59372" y="6358"/>
                  </a:cubicBezTo>
                  <a:cubicBezTo>
                    <a:pt x="58970" y="6202"/>
                    <a:pt x="58531" y="6123"/>
                    <a:pt x="58093" y="6123"/>
                  </a:cubicBezTo>
                  <a:cubicBezTo>
                    <a:pt x="57130" y="6123"/>
                    <a:pt x="56174" y="6505"/>
                    <a:pt x="55643" y="7290"/>
                  </a:cubicBezTo>
                  <a:cubicBezTo>
                    <a:pt x="55498" y="7515"/>
                    <a:pt x="55386" y="7756"/>
                    <a:pt x="55177" y="7917"/>
                  </a:cubicBezTo>
                  <a:cubicBezTo>
                    <a:pt x="55018" y="8037"/>
                    <a:pt x="54837" y="8088"/>
                    <a:pt x="54650" y="8088"/>
                  </a:cubicBezTo>
                  <a:cubicBezTo>
                    <a:pt x="54212" y="8088"/>
                    <a:pt x="53735" y="7809"/>
                    <a:pt x="53409" y="7483"/>
                  </a:cubicBezTo>
                  <a:cubicBezTo>
                    <a:pt x="52927" y="7017"/>
                    <a:pt x="52493" y="6422"/>
                    <a:pt x="51834" y="6325"/>
                  </a:cubicBezTo>
                  <a:cubicBezTo>
                    <a:pt x="51764" y="6314"/>
                    <a:pt x="51694" y="6309"/>
                    <a:pt x="51625" y="6309"/>
                  </a:cubicBezTo>
                  <a:cubicBezTo>
                    <a:pt x="50703" y="6309"/>
                    <a:pt x="49787" y="7217"/>
                    <a:pt x="48956" y="7217"/>
                  </a:cubicBezTo>
                  <a:cubicBezTo>
                    <a:pt x="48764" y="7217"/>
                    <a:pt x="48576" y="7168"/>
                    <a:pt x="48394" y="7049"/>
                  </a:cubicBezTo>
                  <a:cubicBezTo>
                    <a:pt x="47880" y="6711"/>
                    <a:pt x="47832" y="5988"/>
                    <a:pt x="47735" y="5361"/>
                  </a:cubicBezTo>
                  <a:cubicBezTo>
                    <a:pt x="47334" y="2532"/>
                    <a:pt x="44746" y="154"/>
                    <a:pt x="41869" y="9"/>
                  </a:cubicBezTo>
                  <a:cubicBezTo>
                    <a:pt x="41766" y="3"/>
                    <a:pt x="41662" y="0"/>
                    <a:pt x="41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65" name="Google Shape;2165;p46"/>
            <p:cNvGrpSpPr/>
            <p:nvPr/>
          </p:nvGrpSpPr>
          <p:grpSpPr>
            <a:xfrm>
              <a:off x="-2389597" y="-2604290"/>
              <a:ext cx="2734366" cy="573860"/>
              <a:chOff x="-2389597" y="-2604290"/>
              <a:chExt cx="2734366" cy="573860"/>
            </a:xfrm>
          </p:grpSpPr>
          <p:sp>
            <p:nvSpPr>
              <p:cNvPr id="2166" name="Google Shape;2166;p46"/>
              <p:cNvSpPr/>
              <p:nvPr/>
            </p:nvSpPr>
            <p:spPr>
              <a:xfrm>
                <a:off x="-89636" y="-2218152"/>
                <a:ext cx="434405" cy="75876"/>
              </a:xfrm>
              <a:custGeom>
                <a:avLst/>
                <a:gdLst/>
                <a:ahLst/>
                <a:cxnLst/>
                <a:rect l="l" t="t" r="r" b="b"/>
                <a:pathLst>
                  <a:path w="8937" h="1561" extrusionOk="0">
                    <a:moveTo>
                      <a:pt x="6920" y="0"/>
                    </a:moveTo>
                    <a:cubicBezTo>
                      <a:pt x="6567" y="0"/>
                      <a:pt x="6204" y="95"/>
                      <a:pt x="5802" y="197"/>
                    </a:cubicBezTo>
                    <a:cubicBezTo>
                      <a:pt x="5267" y="337"/>
                      <a:pt x="4762" y="488"/>
                      <a:pt x="4223" y="488"/>
                    </a:cubicBezTo>
                    <a:cubicBezTo>
                      <a:pt x="4082" y="488"/>
                      <a:pt x="3940" y="478"/>
                      <a:pt x="3793" y="454"/>
                    </a:cubicBezTo>
                    <a:cubicBezTo>
                      <a:pt x="3075" y="341"/>
                      <a:pt x="2567" y="32"/>
                      <a:pt x="2000" y="32"/>
                    </a:cubicBezTo>
                    <a:cubicBezTo>
                      <a:pt x="1679" y="32"/>
                      <a:pt x="1340" y="131"/>
                      <a:pt x="933" y="422"/>
                    </a:cubicBezTo>
                    <a:cubicBezTo>
                      <a:pt x="595" y="679"/>
                      <a:pt x="290" y="1001"/>
                      <a:pt x="0" y="1338"/>
                    </a:cubicBezTo>
                    <a:cubicBezTo>
                      <a:pt x="2109" y="1498"/>
                      <a:pt x="4217" y="1560"/>
                      <a:pt x="6331" y="1560"/>
                    </a:cubicBezTo>
                    <a:cubicBezTo>
                      <a:pt x="7198" y="1560"/>
                      <a:pt x="8067" y="1550"/>
                      <a:pt x="8937" y="1531"/>
                    </a:cubicBezTo>
                    <a:cubicBezTo>
                      <a:pt x="8904" y="1515"/>
                      <a:pt x="8888" y="1499"/>
                      <a:pt x="8872" y="1467"/>
                    </a:cubicBezTo>
                    <a:cubicBezTo>
                      <a:pt x="8599" y="1113"/>
                      <a:pt x="8374" y="695"/>
                      <a:pt x="8020" y="406"/>
                    </a:cubicBezTo>
                    <a:cubicBezTo>
                      <a:pt x="7643" y="103"/>
                      <a:pt x="7287" y="0"/>
                      <a:pt x="69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6"/>
              <p:cNvSpPr/>
              <p:nvPr/>
            </p:nvSpPr>
            <p:spPr>
              <a:xfrm>
                <a:off x="-1533376" y="-2604290"/>
                <a:ext cx="1189863" cy="454383"/>
              </a:xfrm>
              <a:custGeom>
                <a:avLst/>
                <a:gdLst/>
                <a:ahLst/>
                <a:cxnLst/>
                <a:rect l="l" t="t" r="r" b="b"/>
                <a:pathLst>
                  <a:path w="24479" h="9348" extrusionOk="0">
                    <a:moveTo>
                      <a:pt x="17214" y="1"/>
                    </a:moveTo>
                    <a:cubicBezTo>
                      <a:pt x="16801" y="1"/>
                      <a:pt x="16380" y="107"/>
                      <a:pt x="16009" y="234"/>
                    </a:cubicBezTo>
                    <a:cubicBezTo>
                      <a:pt x="14868" y="587"/>
                      <a:pt x="13662" y="1343"/>
                      <a:pt x="12875" y="2243"/>
                    </a:cubicBezTo>
                    <a:cubicBezTo>
                      <a:pt x="12434" y="2764"/>
                      <a:pt x="11992" y="3386"/>
                      <a:pt x="11311" y="3386"/>
                    </a:cubicBezTo>
                    <a:cubicBezTo>
                      <a:pt x="11173" y="3386"/>
                      <a:pt x="11025" y="3360"/>
                      <a:pt x="10866" y="3303"/>
                    </a:cubicBezTo>
                    <a:cubicBezTo>
                      <a:pt x="9660" y="2885"/>
                      <a:pt x="10255" y="2002"/>
                      <a:pt x="9741" y="1214"/>
                    </a:cubicBezTo>
                    <a:cubicBezTo>
                      <a:pt x="9590" y="992"/>
                      <a:pt x="9536" y="907"/>
                      <a:pt x="9493" y="907"/>
                    </a:cubicBezTo>
                    <a:cubicBezTo>
                      <a:pt x="9439" y="907"/>
                      <a:pt x="9404" y="1038"/>
                      <a:pt x="9226" y="1198"/>
                    </a:cubicBezTo>
                    <a:cubicBezTo>
                      <a:pt x="9034" y="1359"/>
                      <a:pt x="8873" y="1696"/>
                      <a:pt x="8744" y="1905"/>
                    </a:cubicBezTo>
                    <a:cubicBezTo>
                      <a:pt x="8535" y="2243"/>
                      <a:pt x="8342" y="2596"/>
                      <a:pt x="8101" y="2902"/>
                    </a:cubicBezTo>
                    <a:cubicBezTo>
                      <a:pt x="8085" y="2918"/>
                      <a:pt x="8053" y="2950"/>
                      <a:pt x="8037" y="2982"/>
                    </a:cubicBezTo>
                    <a:cubicBezTo>
                      <a:pt x="8005" y="2998"/>
                      <a:pt x="8005" y="3030"/>
                      <a:pt x="7989" y="3062"/>
                    </a:cubicBezTo>
                    <a:cubicBezTo>
                      <a:pt x="7812" y="3352"/>
                      <a:pt x="6687" y="4107"/>
                      <a:pt x="6655" y="4364"/>
                    </a:cubicBezTo>
                    <a:cubicBezTo>
                      <a:pt x="6607" y="4653"/>
                      <a:pt x="7780" y="5586"/>
                      <a:pt x="7957" y="5811"/>
                    </a:cubicBezTo>
                    <a:cubicBezTo>
                      <a:pt x="8294" y="6212"/>
                      <a:pt x="8632" y="6679"/>
                      <a:pt x="8487" y="7225"/>
                    </a:cubicBezTo>
                    <a:cubicBezTo>
                      <a:pt x="8324" y="7860"/>
                      <a:pt x="7959" y="8100"/>
                      <a:pt x="7480" y="8100"/>
                    </a:cubicBezTo>
                    <a:cubicBezTo>
                      <a:pt x="5986" y="8100"/>
                      <a:pt x="3379" y="5769"/>
                      <a:pt x="2271" y="5769"/>
                    </a:cubicBezTo>
                    <a:cubicBezTo>
                      <a:pt x="2230" y="5769"/>
                      <a:pt x="2191" y="5772"/>
                      <a:pt x="2155" y="5778"/>
                    </a:cubicBezTo>
                    <a:cubicBezTo>
                      <a:pt x="1110" y="5955"/>
                      <a:pt x="708" y="7611"/>
                      <a:pt x="17" y="8302"/>
                    </a:cubicBezTo>
                    <a:cubicBezTo>
                      <a:pt x="17" y="8302"/>
                      <a:pt x="1" y="8318"/>
                      <a:pt x="1" y="8318"/>
                    </a:cubicBezTo>
                    <a:cubicBezTo>
                      <a:pt x="240" y="8342"/>
                      <a:pt x="482" y="8352"/>
                      <a:pt x="726" y="8352"/>
                    </a:cubicBezTo>
                    <a:cubicBezTo>
                      <a:pt x="2030" y="8352"/>
                      <a:pt x="3393" y="8065"/>
                      <a:pt x="4723" y="8065"/>
                    </a:cubicBezTo>
                    <a:cubicBezTo>
                      <a:pt x="5152" y="8065"/>
                      <a:pt x="5577" y="8094"/>
                      <a:pt x="5996" y="8173"/>
                    </a:cubicBezTo>
                    <a:cubicBezTo>
                      <a:pt x="6816" y="8334"/>
                      <a:pt x="7603" y="8672"/>
                      <a:pt x="8423" y="8816"/>
                    </a:cubicBezTo>
                    <a:cubicBezTo>
                      <a:pt x="8738" y="8865"/>
                      <a:pt x="9056" y="8884"/>
                      <a:pt x="9375" y="8884"/>
                    </a:cubicBezTo>
                    <a:cubicBezTo>
                      <a:pt x="10098" y="8884"/>
                      <a:pt x="10827" y="8787"/>
                      <a:pt x="11541" y="8720"/>
                    </a:cubicBezTo>
                    <a:cubicBezTo>
                      <a:pt x="12658" y="8599"/>
                      <a:pt x="13779" y="8539"/>
                      <a:pt x="14900" y="8539"/>
                    </a:cubicBezTo>
                    <a:cubicBezTo>
                      <a:pt x="16763" y="8539"/>
                      <a:pt x="18624" y="8704"/>
                      <a:pt x="20461" y="9025"/>
                    </a:cubicBezTo>
                    <a:cubicBezTo>
                      <a:pt x="21292" y="9179"/>
                      <a:pt x="22137" y="9348"/>
                      <a:pt x="22984" y="9348"/>
                    </a:cubicBezTo>
                    <a:cubicBezTo>
                      <a:pt x="23021" y="9348"/>
                      <a:pt x="23059" y="9347"/>
                      <a:pt x="23097" y="9347"/>
                    </a:cubicBezTo>
                    <a:cubicBezTo>
                      <a:pt x="23499" y="9330"/>
                      <a:pt x="23884" y="9282"/>
                      <a:pt x="24286" y="9234"/>
                    </a:cubicBezTo>
                    <a:cubicBezTo>
                      <a:pt x="24334" y="8961"/>
                      <a:pt x="24479" y="8607"/>
                      <a:pt x="24431" y="8382"/>
                    </a:cubicBezTo>
                    <a:cubicBezTo>
                      <a:pt x="24328" y="7810"/>
                      <a:pt x="24025" y="7647"/>
                      <a:pt x="23671" y="7647"/>
                    </a:cubicBezTo>
                    <a:cubicBezTo>
                      <a:pt x="23248" y="7647"/>
                      <a:pt x="22752" y="7880"/>
                      <a:pt x="22438" y="7932"/>
                    </a:cubicBezTo>
                    <a:cubicBezTo>
                      <a:pt x="22285" y="7958"/>
                      <a:pt x="22134" y="7973"/>
                      <a:pt x="21986" y="7973"/>
                    </a:cubicBezTo>
                    <a:cubicBezTo>
                      <a:pt x="21665" y="7973"/>
                      <a:pt x="21357" y="7900"/>
                      <a:pt x="21072" y="7691"/>
                    </a:cubicBezTo>
                    <a:cubicBezTo>
                      <a:pt x="20451" y="7244"/>
                      <a:pt x="20556" y="6537"/>
                      <a:pt x="19735" y="6537"/>
                    </a:cubicBezTo>
                    <a:cubicBezTo>
                      <a:pt x="19641" y="6537"/>
                      <a:pt x="19536" y="6546"/>
                      <a:pt x="19416" y="6566"/>
                    </a:cubicBezTo>
                    <a:cubicBezTo>
                      <a:pt x="18813" y="6665"/>
                      <a:pt x="18417" y="6923"/>
                      <a:pt x="17896" y="6923"/>
                    </a:cubicBezTo>
                    <a:cubicBezTo>
                      <a:pt x="17737" y="6923"/>
                      <a:pt x="17567" y="6899"/>
                      <a:pt x="17375" y="6839"/>
                    </a:cubicBezTo>
                    <a:cubicBezTo>
                      <a:pt x="16957" y="6711"/>
                      <a:pt x="16780" y="6341"/>
                      <a:pt x="16941" y="5939"/>
                    </a:cubicBezTo>
                    <a:cubicBezTo>
                      <a:pt x="17407" y="4750"/>
                      <a:pt x="18596" y="4011"/>
                      <a:pt x="19030" y="2837"/>
                    </a:cubicBezTo>
                    <a:cubicBezTo>
                      <a:pt x="19352" y="2002"/>
                      <a:pt x="18934" y="684"/>
                      <a:pt x="18130" y="234"/>
                    </a:cubicBezTo>
                    <a:cubicBezTo>
                      <a:pt x="17849" y="65"/>
                      <a:pt x="17534" y="1"/>
                      <a:pt x="17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6"/>
              <p:cNvSpPr/>
              <p:nvPr/>
            </p:nvSpPr>
            <p:spPr>
              <a:xfrm>
                <a:off x="-2389597" y="-2337483"/>
                <a:ext cx="649250" cy="307054"/>
              </a:xfrm>
              <a:custGeom>
                <a:avLst/>
                <a:gdLst/>
                <a:ahLst/>
                <a:cxnLst/>
                <a:rect l="l" t="t" r="r" b="b"/>
                <a:pathLst>
                  <a:path w="13357" h="6317" extrusionOk="0">
                    <a:moveTo>
                      <a:pt x="9675" y="0"/>
                    </a:moveTo>
                    <a:cubicBezTo>
                      <a:pt x="9009" y="0"/>
                      <a:pt x="8287" y="222"/>
                      <a:pt x="7458" y="595"/>
                    </a:cubicBezTo>
                    <a:cubicBezTo>
                      <a:pt x="5369" y="1543"/>
                      <a:pt x="2942" y="2540"/>
                      <a:pt x="1431" y="4324"/>
                    </a:cubicBezTo>
                    <a:cubicBezTo>
                      <a:pt x="901" y="4950"/>
                      <a:pt x="435" y="5625"/>
                      <a:pt x="1" y="6317"/>
                    </a:cubicBezTo>
                    <a:cubicBezTo>
                      <a:pt x="2717" y="4902"/>
                      <a:pt x="6205" y="2090"/>
                      <a:pt x="8503" y="2041"/>
                    </a:cubicBezTo>
                    <a:cubicBezTo>
                      <a:pt x="8819" y="2033"/>
                      <a:pt x="9137" y="2024"/>
                      <a:pt x="9454" y="2024"/>
                    </a:cubicBezTo>
                    <a:cubicBezTo>
                      <a:pt x="10342" y="2024"/>
                      <a:pt x="11221" y="2091"/>
                      <a:pt x="12039" y="2411"/>
                    </a:cubicBezTo>
                    <a:cubicBezTo>
                      <a:pt x="12425" y="2556"/>
                      <a:pt x="12794" y="2765"/>
                      <a:pt x="13196" y="2781"/>
                    </a:cubicBezTo>
                    <a:lnTo>
                      <a:pt x="13357" y="2781"/>
                    </a:lnTo>
                    <a:cubicBezTo>
                      <a:pt x="12923" y="2331"/>
                      <a:pt x="12537" y="1800"/>
                      <a:pt x="12151" y="1334"/>
                    </a:cubicBezTo>
                    <a:cubicBezTo>
                      <a:pt x="11345" y="390"/>
                      <a:pt x="10559" y="0"/>
                      <a:pt x="9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69" name="Google Shape;2169;p46"/>
          <p:cNvGrpSpPr/>
          <p:nvPr/>
        </p:nvGrpSpPr>
        <p:grpSpPr>
          <a:xfrm>
            <a:off x="6533329" y="863095"/>
            <a:ext cx="2055759" cy="3621593"/>
            <a:chOff x="6846379" y="1992933"/>
            <a:chExt cx="2055759" cy="3621593"/>
          </a:xfrm>
        </p:grpSpPr>
        <p:grpSp>
          <p:nvGrpSpPr>
            <p:cNvPr id="2170" name="Google Shape;2170;p46"/>
            <p:cNvGrpSpPr/>
            <p:nvPr/>
          </p:nvGrpSpPr>
          <p:grpSpPr>
            <a:xfrm>
              <a:off x="6846379" y="1992933"/>
              <a:ext cx="2055759" cy="3621593"/>
              <a:chOff x="2484225" y="729425"/>
              <a:chExt cx="2143202" cy="3775640"/>
            </a:xfrm>
          </p:grpSpPr>
          <p:sp>
            <p:nvSpPr>
              <p:cNvPr id="2171" name="Google Shape;2171;p46"/>
              <p:cNvSpPr/>
              <p:nvPr/>
            </p:nvSpPr>
            <p:spPr>
              <a:xfrm>
                <a:off x="2484225" y="729608"/>
                <a:ext cx="2143202" cy="3775456"/>
              </a:xfrm>
              <a:custGeom>
                <a:avLst/>
                <a:gdLst/>
                <a:ahLst/>
                <a:cxnLst/>
                <a:rect l="l" t="t" r="r" b="b"/>
                <a:pathLst>
                  <a:path w="35054" h="61751" extrusionOk="0">
                    <a:moveTo>
                      <a:pt x="17900" y="8962"/>
                    </a:moveTo>
                    <a:cubicBezTo>
                      <a:pt x="18262" y="9184"/>
                      <a:pt x="18413" y="9524"/>
                      <a:pt x="18494" y="9919"/>
                    </a:cubicBezTo>
                    <a:cubicBezTo>
                      <a:pt x="18554" y="10210"/>
                      <a:pt x="18489" y="10443"/>
                      <a:pt x="18241" y="10610"/>
                    </a:cubicBezTo>
                    <a:cubicBezTo>
                      <a:pt x="18052" y="10739"/>
                      <a:pt x="17842" y="10852"/>
                      <a:pt x="17643" y="10971"/>
                    </a:cubicBezTo>
                    <a:lnTo>
                      <a:pt x="17643" y="10971"/>
                    </a:lnTo>
                    <a:cubicBezTo>
                      <a:pt x="17625" y="10928"/>
                      <a:pt x="17679" y="10873"/>
                      <a:pt x="17587" y="10837"/>
                    </a:cubicBezTo>
                    <a:cubicBezTo>
                      <a:pt x="17376" y="10745"/>
                      <a:pt x="17371" y="10648"/>
                      <a:pt x="17571" y="10534"/>
                    </a:cubicBezTo>
                    <a:cubicBezTo>
                      <a:pt x="17754" y="10432"/>
                      <a:pt x="17916" y="10313"/>
                      <a:pt x="17992" y="10113"/>
                    </a:cubicBezTo>
                    <a:cubicBezTo>
                      <a:pt x="18089" y="9865"/>
                      <a:pt x="17981" y="9605"/>
                      <a:pt x="17738" y="9497"/>
                    </a:cubicBezTo>
                    <a:cubicBezTo>
                      <a:pt x="17646" y="9459"/>
                      <a:pt x="17506" y="9454"/>
                      <a:pt x="17500" y="9335"/>
                    </a:cubicBezTo>
                    <a:cubicBezTo>
                      <a:pt x="17495" y="9211"/>
                      <a:pt x="17592" y="9130"/>
                      <a:pt x="17711" y="9076"/>
                    </a:cubicBezTo>
                    <a:cubicBezTo>
                      <a:pt x="17781" y="9043"/>
                      <a:pt x="17841" y="8995"/>
                      <a:pt x="17900" y="8962"/>
                    </a:cubicBezTo>
                    <a:close/>
                    <a:moveTo>
                      <a:pt x="31655" y="18228"/>
                    </a:moveTo>
                    <a:lnTo>
                      <a:pt x="31655" y="18228"/>
                    </a:lnTo>
                    <a:cubicBezTo>
                      <a:pt x="30640" y="30881"/>
                      <a:pt x="29629" y="43480"/>
                      <a:pt x="28619" y="56085"/>
                    </a:cubicBezTo>
                    <a:cubicBezTo>
                      <a:pt x="28257" y="55604"/>
                      <a:pt x="28068" y="55058"/>
                      <a:pt x="27857" y="54523"/>
                    </a:cubicBezTo>
                    <a:cubicBezTo>
                      <a:pt x="27279" y="53032"/>
                      <a:pt x="26912" y="51471"/>
                      <a:pt x="26426" y="49947"/>
                    </a:cubicBezTo>
                    <a:cubicBezTo>
                      <a:pt x="25750" y="47840"/>
                      <a:pt x="25194" y="45695"/>
                      <a:pt x="24697" y="43534"/>
                    </a:cubicBezTo>
                    <a:cubicBezTo>
                      <a:pt x="24578" y="43010"/>
                      <a:pt x="24475" y="42481"/>
                      <a:pt x="24508" y="41924"/>
                    </a:cubicBezTo>
                    <a:cubicBezTo>
                      <a:pt x="24551" y="41152"/>
                      <a:pt x="24524" y="40368"/>
                      <a:pt x="24519" y="39590"/>
                    </a:cubicBezTo>
                    <a:cubicBezTo>
                      <a:pt x="24519" y="38645"/>
                      <a:pt x="24659" y="37705"/>
                      <a:pt x="24799" y="36770"/>
                    </a:cubicBezTo>
                    <a:cubicBezTo>
                      <a:pt x="24875" y="36246"/>
                      <a:pt x="24929" y="35722"/>
                      <a:pt x="24967" y="35198"/>
                    </a:cubicBezTo>
                    <a:cubicBezTo>
                      <a:pt x="25070" y="33680"/>
                      <a:pt x="25091" y="32151"/>
                      <a:pt x="24962" y="30638"/>
                    </a:cubicBezTo>
                    <a:cubicBezTo>
                      <a:pt x="24783" y="28520"/>
                      <a:pt x="24108" y="26564"/>
                      <a:pt x="22817" y="24846"/>
                    </a:cubicBezTo>
                    <a:cubicBezTo>
                      <a:pt x="22655" y="24630"/>
                      <a:pt x="22520" y="24392"/>
                      <a:pt x="22395" y="24106"/>
                    </a:cubicBezTo>
                    <a:lnTo>
                      <a:pt x="22395" y="24106"/>
                    </a:lnTo>
                    <a:cubicBezTo>
                      <a:pt x="22563" y="24149"/>
                      <a:pt x="22698" y="24187"/>
                      <a:pt x="22833" y="24214"/>
                    </a:cubicBezTo>
                    <a:cubicBezTo>
                      <a:pt x="22961" y="24241"/>
                      <a:pt x="23085" y="24254"/>
                      <a:pt x="23204" y="24254"/>
                    </a:cubicBezTo>
                    <a:cubicBezTo>
                      <a:pt x="23858" y="24254"/>
                      <a:pt x="24363" y="23862"/>
                      <a:pt x="24724" y="23198"/>
                    </a:cubicBezTo>
                    <a:cubicBezTo>
                      <a:pt x="24945" y="22804"/>
                      <a:pt x="24935" y="22361"/>
                      <a:pt x="24978" y="21934"/>
                    </a:cubicBezTo>
                    <a:cubicBezTo>
                      <a:pt x="25010" y="21572"/>
                      <a:pt x="25053" y="21210"/>
                      <a:pt x="25026" y="20827"/>
                    </a:cubicBezTo>
                    <a:lnTo>
                      <a:pt x="25026" y="20827"/>
                    </a:lnTo>
                    <a:cubicBezTo>
                      <a:pt x="25140" y="20875"/>
                      <a:pt x="25151" y="20967"/>
                      <a:pt x="25194" y="21037"/>
                    </a:cubicBezTo>
                    <a:cubicBezTo>
                      <a:pt x="25740" y="21940"/>
                      <a:pt x="26253" y="22863"/>
                      <a:pt x="26923" y="23685"/>
                    </a:cubicBezTo>
                    <a:cubicBezTo>
                      <a:pt x="27168" y="23979"/>
                      <a:pt x="27468" y="24196"/>
                      <a:pt x="27851" y="24196"/>
                    </a:cubicBezTo>
                    <a:cubicBezTo>
                      <a:pt x="27932" y="24196"/>
                      <a:pt x="28017" y="24186"/>
                      <a:pt x="28106" y="24166"/>
                    </a:cubicBezTo>
                    <a:cubicBezTo>
                      <a:pt x="28311" y="24117"/>
                      <a:pt x="28468" y="23993"/>
                      <a:pt x="28598" y="23825"/>
                    </a:cubicBezTo>
                    <a:cubicBezTo>
                      <a:pt x="29024" y="23285"/>
                      <a:pt x="29289" y="22653"/>
                      <a:pt x="29532" y="22021"/>
                    </a:cubicBezTo>
                    <a:cubicBezTo>
                      <a:pt x="29986" y="20837"/>
                      <a:pt x="30516" y="19687"/>
                      <a:pt x="31007" y="18525"/>
                    </a:cubicBezTo>
                    <a:cubicBezTo>
                      <a:pt x="31067" y="18390"/>
                      <a:pt x="31158" y="18341"/>
                      <a:pt x="31277" y="18325"/>
                    </a:cubicBezTo>
                    <a:cubicBezTo>
                      <a:pt x="31385" y="18309"/>
                      <a:pt x="31493" y="18298"/>
                      <a:pt x="31655" y="18228"/>
                    </a:cubicBezTo>
                    <a:close/>
                    <a:moveTo>
                      <a:pt x="23040" y="0"/>
                    </a:moveTo>
                    <a:cubicBezTo>
                      <a:pt x="22712" y="0"/>
                      <a:pt x="22404" y="104"/>
                      <a:pt x="22109" y="307"/>
                    </a:cubicBezTo>
                    <a:cubicBezTo>
                      <a:pt x="22036" y="360"/>
                      <a:pt x="21975" y="389"/>
                      <a:pt x="21914" y="389"/>
                    </a:cubicBezTo>
                    <a:cubicBezTo>
                      <a:pt x="21857" y="389"/>
                      <a:pt x="21801" y="364"/>
                      <a:pt x="21736" y="313"/>
                    </a:cubicBezTo>
                    <a:cubicBezTo>
                      <a:pt x="21677" y="266"/>
                      <a:pt x="21612" y="247"/>
                      <a:pt x="21545" y="247"/>
                    </a:cubicBezTo>
                    <a:cubicBezTo>
                      <a:pt x="21487" y="247"/>
                      <a:pt x="21428" y="260"/>
                      <a:pt x="21369" y="280"/>
                    </a:cubicBezTo>
                    <a:cubicBezTo>
                      <a:pt x="21104" y="367"/>
                      <a:pt x="20920" y="529"/>
                      <a:pt x="20828" y="788"/>
                    </a:cubicBezTo>
                    <a:cubicBezTo>
                      <a:pt x="20792" y="882"/>
                      <a:pt x="20746" y="917"/>
                      <a:pt x="20674" y="917"/>
                    </a:cubicBezTo>
                    <a:cubicBezTo>
                      <a:pt x="20651" y="917"/>
                      <a:pt x="20625" y="913"/>
                      <a:pt x="20596" y="907"/>
                    </a:cubicBezTo>
                    <a:cubicBezTo>
                      <a:pt x="20456" y="874"/>
                      <a:pt x="20310" y="853"/>
                      <a:pt x="20169" y="837"/>
                    </a:cubicBezTo>
                    <a:cubicBezTo>
                      <a:pt x="20037" y="821"/>
                      <a:pt x="19904" y="811"/>
                      <a:pt x="19772" y="811"/>
                    </a:cubicBezTo>
                    <a:cubicBezTo>
                      <a:pt x="19457" y="811"/>
                      <a:pt x="19149" y="867"/>
                      <a:pt x="18878" y="1031"/>
                    </a:cubicBezTo>
                    <a:cubicBezTo>
                      <a:pt x="18665" y="1158"/>
                      <a:pt x="18470" y="1219"/>
                      <a:pt x="18264" y="1219"/>
                    </a:cubicBezTo>
                    <a:cubicBezTo>
                      <a:pt x="18136" y="1219"/>
                      <a:pt x="18005" y="1195"/>
                      <a:pt x="17862" y="1150"/>
                    </a:cubicBezTo>
                    <a:cubicBezTo>
                      <a:pt x="17780" y="1123"/>
                      <a:pt x="17694" y="1110"/>
                      <a:pt x="17609" y="1110"/>
                    </a:cubicBezTo>
                    <a:cubicBezTo>
                      <a:pt x="17234" y="1110"/>
                      <a:pt x="16865" y="1356"/>
                      <a:pt x="16755" y="1696"/>
                    </a:cubicBezTo>
                    <a:cubicBezTo>
                      <a:pt x="16668" y="1966"/>
                      <a:pt x="16701" y="2252"/>
                      <a:pt x="16782" y="2522"/>
                    </a:cubicBezTo>
                    <a:cubicBezTo>
                      <a:pt x="16285" y="2690"/>
                      <a:pt x="15880" y="2954"/>
                      <a:pt x="15750" y="3489"/>
                    </a:cubicBezTo>
                    <a:cubicBezTo>
                      <a:pt x="15609" y="4084"/>
                      <a:pt x="15934" y="4797"/>
                      <a:pt x="16468" y="5143"/>
                    </a:cubicBezTo>
                    <a:cubicBezTo>
                      <a:pt x="16809" y="5364"/>
                      <a:pt x="16852" y="5634"/>
                      <a:pt x="16587" y="5953"/>
                    </a:cubicBezTo>
                    <a:cubicBezTo>
                      <a:pt x="16425" y="6153"/>
                      <a:pt x="16431" y="6380"/>
                      <a:pt x="16495" y="6607"/>
                    </a:cubicBezTo>
                    <a:cubicBezTo>
                      <a:pt x="16560" y="6834"/>
                      <a:pt x="16733" y="6952"/>
                      <a:pt x="16971" y="6958"/>
                    </a:cubicBezTo>
                    <a:cubicBezTo>
                      <a:pt x="17111" y="6963"/>
                      <a:pt x="17203" y="7034"/>
                      <a:pt x="17225" y="7163"/>
                    </a:cubicBezTo>
                    <a:cubicBezTo>
                      <a:pt x="17273" y="7450"/>
                      <a:pt x="17376" y="7720"/>
                      <a:pt x="17468" y="7995"/>
                    </a:cubicBezTo>
                    <a:cubicBezTo>
                      <a:pt x="17581" y="8319"/>
                      <a:pt x="17468" y="8573"/>
                      <a:pt x="17176" y="8757"/>
                    </a:cubicBezTo>
                    <a:cubicBezTo>
                      <a:pt x="17079" y="8816"/>
                      <a:pt x="16982" y="8865"/>
                      <a:pt x="16895" y="8935"/>
                    </a:cubicBezTo>
                    <a:cubicBezTo>
                      <a:pt x="16717" y="9087"/>
                      <a:pt x="16544" y="9243"/>
                      <a:pt x="16604" y="9513"/>
                    </a:cubicBezTo>
                    <a:cubicBezTo>
                      <a:pt x="16663" y="9794"/>
                      <a:pt x="16895" y="9848"/>
                      <a:pt x="17122" y="9897"/>
                    </a:cubicBezTo>
                    <a:cubicBezTo>
                      <a:pt x="17268" y="9924"/>
                      <a:pt x="17436" y="9946"/>
                      <a:pt x="17473" y="10102"/>
                    </a:cubicBezTo>
                    <a:cubicBezTo>
                      <a:pt x="17511" y="10270"/>
                      <a:pt x="17317" y="10275"/>
                      <a:pt x="17225" y="10340"/>
                    </a:cubicBezTo>
                    <a:cubicBezTo>
                      <a:pt x="17084" y="10443"/>
                      <a:pt x="17052" y="10561"/>
                      <a:pt x="17079" y="10718"/>
                    </a:cubicBezTo>
                    <a:cubicBezTo>
                      <a:pt x="17106" y="10886"/>
                      <a:pt x="17225" y="10945"/>
                      <a:pt x="17360" y="10972"/>
                    </a:cubicBezTo>
                    <a:cubicBezTo>
                      <a:pt x="17399" y="10979"/>
                      <a:pt x="17440" y="10981"/>
                      <a:pt x="17481" y="10981"/>
                    </a:cubicBezTo>
                    <a:cubicBezTo>
                      <a:pt x="17533" y="10981"/>
                      <a:pt x="17587" y="10978"/>
                      <a:pt x="17641" y="10978"/>
                    </a:cubicBezTo>
                    <a:lnTo>
                      <a:pt x="17641" y="10978"/>
                    </a:lnTo>
                    <a:cubicBezTo>
                      <a:pt x="17643" y="11109"/>
                      <a:pt x="17511" y="11190"/>
                      <a:pt x="17495" y="11312"/>
                    </a:cubicBezTo>
                    <a:cubicBezTo>
                      <a:pt x="17483" y="11402"/>
                      <a:pt x="17440" y="11436"/>
                      <a:pt x="17378" y="11436"/>
                    </a:cubicBezTo>
                    <a:cubicBezTo>
                      <a:pt x="17358" y="11436"/>
                      <a:pt x="17335" y="11433"/>
                      <a:pt x="17311" y="11426"/>
                    </a:cubicBezTo>
                    <a:cubicBezTo>
                      <a:pt x="17176" y="11391"/>
                      <a:pt x="17040" y="11383"/>
                      <a:pt x="16903" y="11383"/>
                    </a:cubicBezTo>
                    <a:cubicBezTo>
                      <a:pt x="16786" y="11383"/>
                      <a:pt x="16670" y="11389"/>
                      <a:pt x="16553" y="11389"/>
                    </a:cubicBezTo>
                    <a:cubicBezTo>
                      <a:pt x="16534" y="11389"/>
                      <a:pt x="16515" y="11388"/>
                      <a:pt x="16495" y="11388"/>
                    </a:cubicBezTo>
                    <a:cubicBezTo>
                      <a:pt x="16473" y="11387"/>
                      <a:pt x="16452" y="11387"/>
                      <a:pt x="16430" y="11387"/>
                    </a:cubicBezTo>
                    <a:cubicBezTo>
                      <a:pt x="15762" y="11387"/>
                      <a:pt x="15277" y="11711"/>
                      <a:pt x="15031" y="12328"/>
                    </a:cubicBezTo>
                    <a:cubicBezTo>
                      <a:pt x="14858" y="12766"/>
                      <a:pt x="14615" y="13155"/>
                      <a:pt x="14399" y="13571"/>
                    </a:cubicBezTo>
                    <a:cubicBezTo>
                      <a:pt x="14291" y="13782"/>
                      <a:pt x="14162" y="13987"/>
                      <a:pt x="14118" y="14219"/>
                    </a:cubicBezTo>
                    <a:cubicBezTo>
                      <a:pt x="13978" y="14900"/>
                      <a:pt x="13643" y="15483"/>
                      <a:pt x="13259" y="16051"/>
                    </a:cubicBezTo>
                    <a:cubicBezTo>
                      <a:pt x="13103" y="16283"/>
                      <a:pt x="12968" y="16526"/>
                      <a:pt x="12822" y="16769"/>
                    </a:cubicBezTo>
                    <a:cubicBezTo>
                      <a:pt x="12449" y="17396"/>
                      <a:pt x="12071" y="18023"/>
                      <a:pt x="11655" y="18633"/>
                    </a:cubicBezTo>
                    <a:cubicBezTo>
                      <a:pt x="11147" y="18390"/>
                      <a:pt x="10650" y="18152"/>
                      <a:pt x="10153" y="17909"/>
                    </a:cubicBezTo>
                    <a:cubicBezTo>
                      <a:pt x="9250" y="17472"/>
                      <a:pt x="8305" y="17126"/>
                      <a:pt x="7435" y="16623"/>
                    </a:cubicBezTo>
                    <a:cubicBezTo>
                      <a:pt x="7289" y="16542"/>
                      <a:pt x="7095" y="16483"/>
                      <a:pt x="7041" y="16321"/>
                    </a:cubicBezTo>
                    <a:cubicBezTo>
                      <a:pt x="6938" y="16018"/>
                      <a:pt x="6754" y="15781"/>
                      <a:pt x="6522" y="15575"/>
                    </a:cubicBezTo>
                    <a:cubicBezTo>
                      <a:pt x="6933" y="15375"/>
                      <a:pt x="7359" y="15224"/>
                      <a:pt x="7554" y="14792"/>
                    </a:cubicBezTo>
                    <a:cubicBezTo>
                      <a:pt x="7819" y="14192"/>
                      <a:pt x="7738" y="14181"/>
                      <a:pt x="7197" y="14171"/>
                    </a:cubicBezTo>
                    <a:cubicBezTo>
                      <a:pt x="7074" y="14167"/>
                      <a:pt x="6950" y="14166"/>
                      <a:pt x="6826" y="14166"/>
                    </a:cubicBezTo>
                    <a:cubicBezTo>
                      <a:pt x="6311" y="14166"/>
                      <a:pt x="5792" y="14189"/>
                      <a:pt x="5274" y="14198"/>
                    </a:cubicBezTo>
                    <a:cubicBezTo>
                      <a:pt x="3637" y="14219"/>
                      <a:pt x="1995" y="14241"/>
                      <a:pt x="352" y="14257"/>
                    </a:cubicBezTo>
                    <a:cubicBezTo>
                      <a:pt x="60" y="14262"/>
                      <a:pt x="1" y="14349"/>
                      <a:pt x="82" y="14619"/>
                    </a:cubicBezTo>
                    <a:cubicBezTo>
                      <a:pt x="185" y="14965"/>
                      <a:pt x="455" y="15159"/>
                      <a:pt x="730" y="15354"/>
                    </a:cubicBezTo>
                    <a:cubicBezTo>
                      <a:pt x="790" y="15397"/>
                      <a:pt x="925" y="15413"/>
                      <a:pt x="876" y="15527"/>
                    </a:cubicBezTo>
                    <a:cubicBezTo>
                      <a:pt x="795" y="15732"/>
                      <a:pt x="936" y="15786"/>
                      <a:pt x="1071" y="15845"/>
                    </a:cubicBezTo>
                    <a:cubicBezTo>
                      <a:pt x="1681" y="16126"/>
                      <a:pt x="2286" y="16407"/>
                      <a:pt x="2837" y="16807"/>
                    </a:cubicBezTo>
                    <a:cubicBezTo>
                      <a:pt x="2918" y="16866"/>
                      <a:pt x="3037" y="16920"/>
                      <a:pt x="3140" y="16920"/>
                    </a:cubicBezTo>
                    <a:cubicBezTo>
                      <a:pt x="3783" y="16931"/>
                      <a:pt x="4410" y="17061"/>
                      <a:pt x="5036" y="17180"/>
                    </a:cubicBezTo>
                    <a:cubicBezTo>
                      <a:pt x="5679" y="17309"/>
                      <a:pt x="6295" y="17482"/>
                      <a:pt x="6841" y="17888"/>
                    </a:cubicBezTo>
                    <a:cubicBezTo>
                      <a:pt x="7921" y="18682"/>
                      <a:pt x="8915" y="19584"/>
                      <a:pt x="9926" y="20465"/>
                    </a:cubicBezTo>
                    <a:cubicBezTo>
                      <a:pt x="10504" y="20973"/>
                      <a:pt x="11066" y="21491"/>
                      <a:pt x="11719" y="21907"/>
                    </a:cubicBezTo>
                    <a:cubicBezTo>
                      <a:pt x="11892" y="22019"/>
                      <a:pt x="12095" y="22069"/>
                      <a:pt x="12295" y="22069"/>
                    </a:cubicBezTo>
                    <a:cubicBezTo>
                      <a:pt x="12589" y="22069"/>
                      <a:pt x="12878" y="21961"/>
                      <a:pt x="13065" y="21778"/>
                    </a:cubicBezTo>
                    <a:cubicBezTo>
                      <a:pt x="13254" y="21594"/>
                      <a:pt x="13443" y="21405"/>
                      <a:pt x="13616" y="21199"/>
                    </a:cubicBezTo>
                    <a:cubicBezTo>
                      <a:pt x="13848" y="20929"/>
                      <a:pt x="14059" y="20648"/>
                      <a:pt x="14297" y="20357"/>
                    </a:cubicBezTo>
                    <a:cubicBezTo>
                      <a:pt x="14426" y="20638"/>
                      <a:pt x="14523" y="20908"/>
                      <a:pt x="14664" y="21156"/>
                    </a:cubicBezTo>
                    <a:cubicBezTo>
                      <a:pt x="14804" y="21394"/>
                      <a:pt x="14772" y="21605"/>
                      <a:pt x="14653" y="21826"/>
                    </a:cubicBezTo>
                    <a:cubicBezTo>
                      <a:pt x="14610" y="21902"/>
                      <a:pt x="14572" y="21977"/>
                      <a:pt x="14529" y="22053"/>
                    </a:cubicBezTo>
                    <a:cubicBezTo>
                      <a:pt x="14356" y="22350"/>
                      <a:pt x="14421" y="22620"/>
                      <a:pt x="14632" y="22869"/>
                    </a:cubicBezTo>
                    <a:cubicBezTo>
                      <a:pt x="14750" y="23004"/>
                      <a:pt x="14869" y="23139"/>
                      <a:pt x="14994" y="23290"/>
                    </a:cubicBezTo>
                    <a:cubicBezTo>
                      <a:pt x="14480" y="24063"/>
                      <a:pt x="13978" y="24830"/>
                      <a:pt x="13529" y="25635"/>
                    </a:cubicBezTo>
                    <a:cubicBezTo>
                      <a:pt x="12681" y="27142"/>
                      <a:pt x="12179" y="28752"/>
                      <a:pt x="12162" y="30487"/>
                    </a:cubicBezTo>
                    <a:cubicBezTo>
                      <a:pt x="12152" y="31562"/>
                      <a:pt x="12276" y="32637"/>
                      <a:pt x="12481" y="33685"/>
                    </a:cubicBezTo>
                    <a:cubicBezTo>
                      <a:pt x="12886" y="35733"/>
                      <a:pt x="13448" y="37737"/>
                      <a:pt x="14048" y="39736"/>
                    </a:cubicBezTo>
                    <a:cubicBezTo>
                      <a:pt x="14599" y="41589"/>
                      <a:pt x="15112" y="43453"/>
                      <a:pt x="15642" y="45312"/>
                    </a:cubicBezTo>
                    <a:cubicBezTo>
                      <a:pt x="16301" y="47613"/>
                      <a:pt x="16744" y="49969"/>
                      <a:pt x="17436" y="52260"/>
                    </a:cubicBezTo>
                    <a:cubicBezTo>
                      <a:pt x="17808" y="53486"/>
                      <a:pt x="18014" y="54745"/>
                      <a:pt x="18154" y="56015"/>
                    </a:cubicBezTo>
                    <a:cubicBezTo>
                      <a:pt x="18192" y="56404"/>
                      <a:pt x="18278" y="56803"/>
                      <a:pt x="18197" y="57187"/>
                    </a:cubicBezTo>
                    <a:cubicBezTo>
                      <a:pt x="17906" y="58597"/>
                      <a:pt x="17144" y="59640"/>
                      <a:pt x="15761" y="60164"/>
                    </a:cubicBezTo>
                    <a:cubicBezTo>
                      <a:pt x="15528" y="60256"/>
                      <a:pt x="15274" y="60261"/>
                      <a:pt x="15026" y="60337"/>
                    </a:cubicBezTo>
                    <a:cubicBezTo>
                      <a:pt x="15037" y="60369"/>
                      <a:pt x="15064" y="60380"/>
                      <a:pt x="15085" y="60391"/>
                    </a:cubicBezTo>
                    <a:cubicBezTo>
                      <a:pt x="15150" y="60423"/>
                      <a:pt x="15220" y="60466"/>
                      <a:pt x="15291" y="60488"/>
                    </a:cubicBezTo>
                    <a:cubicBezTo>
                      <a:pt x="16522" y="60812"/>
                      <a:pt x="17754" y="61131"/>
                      <a:pt x="19035" y="61217"/>
                    </a:cubicBezTo>
                    <a:cubicBezTo>
                      <a:pt x="19516" y="61250"/>
                      <a:pt x="19996" y="61277"/>
                      <a:pt x="20461" y="61466"/>
                    </a:cubicBezTo>
                    <a:cubicBezTo>
                      <a:pt x="20942" y="61664"/>
                      <a:pt x="21439" y="61751"/>
                      <a:pt x="21938" y="61751"/>
                    </a:cubicBezTo>
                    <a:cubicBezTo>
                      <a:pt x="22258" y="61751"/>
                      <a:pt x="22579" y="61715"/>
                      <a:pt x="22898" y="61650"/>
                    </a:cubicBezTo>
                    <a:cubicBezTo>
                      <a:pt x="24189" y="61396"/>
                      <a:pt x="25469" y="61066"/>
                      <a:pt x="26798" y="61034"/>
                    </a:cubicBezTo>
                    <a:cubicBezTo>
                      <a:pt x="27186" y="61025"/>
                      <a:pt x="27573" y="61017"/>
                      <a:pt x="27960" y="61017"/>
                    </a:cubicBezTo>
                    <a:cubicBezTo>
                      <a:pt x="28264" y="61017"/>
                      <a:pt x="28569" y="61022"/>
                      <a:pt x="28873" y="61034"/>
                    </a:cubicBezTo>
                    <a:cubicBezTo>
                      <a:pt x="29015" y="61040"/>
                      <a:pt x="29156" y="61044"/>
                      <a:pt x="29297" y="61044"/>
                    </a:cubicBezTo>
                    <a:cubicBezTo>
                      <a:pt x="29983" y="61044"/>
                      <a:pt x="30658" y="60954"/>
                      <a:pt x="31299" y="60645"/>
                    </a:cubicBezTo>
                    <a:cubicBezTo>
                      <a:pt x="31780" y="60412"/>
                      <a:pt x="32282" y="60229"/>
                      <a:pt x="32795" y="60067"/>
                    </a:cubicBezTo>
                    <a:cubicBezTo>
                      <a:pt x="33271" y="59921"/>
                      <a:pt x="33746" y="59753"/>
                      <a:pt x="34179" y="59483"/>
                    </a:cubicBezTo>
                    <a:cubicBezTo>
                      <a:pt x="34276" y="59424"/>
                      <a:pt x="34395" y="59370"/>
                      <a:pt x="34373" y="59218"/>
                    </a:cubicBezTo>
                    <a:cubicBezTo>
                      <a:pt x="34351" y="59073"/>
                      <a:pt x="34227" y="59056"/>
                      <a:pt x="34130" y="59024"/>
                    </a:cubicBezTo>
                    <a:cubicBezTo>
                      <a:pt x="33871" y="58932"/>
                      <a:pt x="33606" y="58883"/>
                      <a:pt x="33336" y="58851"/>
                    </a:cubicBezTo>
                    <a:cubicBezTo>
                      <a:pt x="32417" y="58748"/>
                      <a:pt x="31520" y="58592"/>
                      <a:pt x="30737" y="58041"/>
                    </a:cubicBezTo>
                    <a:cubicBezTo>
                      <a:pt x="30256" y="57706"/>
                      <a:pt x="29700" y="57490"/>
                      <a:pt x="29273" y="57074"/>
                    </a:cubicBezTo>
                    <a:cubicBezTo>
                      <a:pt x="29165" y="56971"/>
                      <a:pt x="29127" y="56874"/>
                      <a:pt x="29138" y="56733"/>
                    </a:cubicBezTo>
                    <a:cubicBezTo>
                      <a:pt x="29197" y="56009"/>
                      <a:pt x="29251" y="55285"/>
                      <a:pt x="29311" y="54561"/>
                    </a:cubicBezTo>
                    <a:cubicBezTo>
                      <a:pt x="29511" y="52081"/>
                      <a:pt x="29711" y="49602"/>
                      <a:pt x="29910" y="47122"/>
                    </a:cubicBezTo>
                    <a:cubicBezTo>
                      <a:pt x="30072" y="45112"/>
                      <a:pt x="30229" y="43102"/>
                      <a:pt x="30391" y="41092"/>
                    </a:cubicBezTo>
                    <a:cubicBezTo>
                      <a:pt x="30553" y="39055"/>
                      <a:pt x="30721" y="37019"/>
                      <a:pt x="30883" y="34982"/>
                    </a:cubicBezTo>
                    <a:cubicBezTo>
                      <a:pt x="31013" y="33377"/>
                      <a:pt x="31137" y="31778"/>
                      <a:pt x="31266" y="30173"/>
                    </a:cubicBezTo>
                    <a:cubicBezTo>
                      <a:pt x="31445" y="27915"/>
                      <a:pt x="31628" y="25657"/>
                      <a:pt x="31807" y="23398"/>
                    </a:cubicBezTo>
                    <a:cubicBezTo>
                      <a:pt x="31947" y="21653"/>
                      <a:pt x="32088" y="19908"/>
                      <a:pt x="32223" y="18158"/>
                    </a:cubicBezTo>
                    <a:cubicBezTo>
                      <a:pt x="32234" y="18077"/>
                      <a:pt x="32234" y="17996"/>
                      <a:pt x="32331" y="17947"/>
                    </a:cubicBezTo>
                    <a:cubicBezTo>
                      <a:pt x="32887" y="17688"/>
                      <a:pt x="33098" y="17239"/>
                      <a:pt x="33039" y="16640"/>
                    </a:cubicBezTo>
                    <a:cubicBezTo>
                      <a:pt x="33012" y="16391"/>
                      <a:pt x="32958" y="16099"/>
                      <a:pt x="33066" y="15910"/>
                    </a:cubicBezTo>
                    <a:cubicBezTo>
                      <a:pt x="33211" y="15640"/>
                      <a:pt x="33163" y="15429"/>
                      <a:pt x="33098" y="15186"/>
                    </a:cubicBezTo>
                    <a:cubicBezTo>
                      <a:pt x="33036" y="14958"/>
                      <a:pt x="32994" y="14870"/>
                      <a:pt x="32870" y="14870"/>
                    </a:cubicBezTo>
                    <a:cubicBezTo>
                      <a:pt x="32809" y="14870"/>
                      <a:pt x="32729" y="14891"/>
                      <a:pt x="32617" y="14927"/>
                    </a:cubicBezTo>
                    <a:cubicBezTo>
                      <a:pt x="32579" y="14938"/>
                      <a:pt x="32536" y="14943"/>
                      <a:pt x="32493" y="14949"/>
                    </a:cubicBezTo>
                    <a:cubicBezTo>
                      <a:pt x="32493" y="14911"/>
                      <a:pt x="32488" y="14889"/>
                      <a:pt x="32488" y="14862"/>
                    </a:cubicBezTo>
                    <a:cubicBezTo>
                      <a:pt x="32666" y="12636"/>
                      <a:pt x="32849" y="10416"/>
                      <a:pt x="33028" y="8190"/>
                    </a:cubicBezTo>
                    <a:cubicBezTo>
                      <a:pt x="33039" y="8001"/>
                      <a:pt x="33033" y="7817"/>
                      <a:pt x="33211" y="7687"/>
                    </a:cubicBezTo>
                    <a:cubicBezTo>
                      <a:pt x="33276" y="7644"/>
                      <a:pt x="33320" y="7547"/>
                      <a:pt x="33276" y="7482"/>
                    </a:cubicBezTo>
                    <a:cubicBezTo>
                      <a:pt x="33141" y="7287"/>
                      <a:pt x="33255" y="7104"/>
                      <a:pt x="33287" y="6915"/>
                    </a:cubicBezTo>
                    <a:cubicBezTo>
                      <a:pt x="33411" y="6153"/>
                      <a:pt x="33741" y="5494"/>
                      <a:pt x="34314" y="4964"/>
                    </a:cubicBezTo>
                    <a:cubicBezTo>
                      <a:pt x="34524" y="4770"/>
                      <a:pt x="34757" y="4608"/>
                      <a:pt x="35054" y="4483"/>
                    </a:cubicBezTo>
                    <a:cubicBezTo>
                      <a:pt x="34427" y="4121"/>
                      <a:pt x="34119" y="3587"/>
                      <a:pt x="33952" y="2960"/>
                    </a:cubicBezTo>
                    <a:cubicBezTo>
                      <a:pt x="33746" y="2182"/>
                      <a:pt x="33649" y="1388"/>
                      <a:pt x="33530" y="599"/>
                    </a:cubicBezTo>
                    <a:cubicBezTo>
                      <a:pt x="33498" y="415"/>
                      <a:pt x="33525" y="215"/>
                      <a:pt x="33401" y="53"/>
                    </a:cubicBezTo>
                    <a:cubicBezTo>
                      <a:pt x="33293" y="75"/>
                      <a:pt x="33271" y="167"/>
                      <a:pt x="33255" y="231"/>
                    </a:cubicBezTo>
                    <a:cubicBezTo>
                      <a:pt x="33098" y="918"/>
                      <a:pt x="32844" y="1577"/>
                      <a:pt x="32617" y="2247"/>
                    </a:cubicBezTo>
                    <a:cubicBezTo>
                      <a:pt x="32336" y="3052"/>
                      <a:pt x="31969" y="3808"/>
                      <a:pt x="31040" y="4165"/>
                    </a:cubicBezTo>
                    <a:cubicBezTo>
                      <a:pt x="31326" y="4338"/>
                      <a:pt x="31537" y="4543"/>
                      <a:pt x="31710" y="4781"/>
                    </a:cubicBezTo>
                    <a:cubicBezTo>
                      <a:pt x="32282" y="5569"/>
                      <a:pt x="32552" y="6434"/>
                      <a:pt x="32320" y="7412"/>
                    </a:cubicBezTo>
                    <a:cubicBezTo>
                      <a:pt x="32304" y="7487"/>
                      <a:pt x="32298" y="7574"/>
                      <a:pt x="32352" y="7633"/>
                    </a:cubicBezTo>
                    <a:cubicBezTo>
                      <a:pt x="32525" y="7812"/>
                      <a:pt x="32471" y="8028"/>
                      <a:pt x="32455" y="8233"/>
                    </a:cubicBezTo>
                    <a:cubicBezTo>
                      <a:pt x="32433" y="8568"/>
                      <a:pt x="32401" y="8897"/>
                      <a:pt x="32374" y="9232"/>
                    </a:cubicBezTo>
                    <a:cubicBezTo>
                      <a:pt x="32234" y="10977"/>
                      <a:pt x="32093" y="12728"/>
                      <a:pt x="31958" y="14473"/>
                    </a:cubicBezTo>
                    <a:cubicBezTo>
                      <a:pt x="31947" y="14576"/>
                      <a:pt x="31909" y="14635"/>
                      <a:pt x="31828" y="14700"/>
                    </a:cubicBezTo>
                    <a:cubicBezTo>
                      <a:pt x="31439" y="15008"/>
                      <a:pt x="31023" y="15278"/>
                      <a:pt x="30586" y="15510"/>
                    </a:cubicBezTo>
                    <a:cubicBezTo>
                      <a:pt x="30391" y="15608"/>
                      <a:pt x="30267" y="15748"/>
                      <a:pt x="30245" y="15980"/>
                    </a:cubicBezTo>
                    <a:cubicBezTo>
                      <a:pt x="30229" y="16218"/>
                      <a:pt x="30197" y="16456"/>
                      <a:pt x="30164" y="16688"/>
                    </a:cubicBezTo>
                    <a:cubicBezTo>
                      <a:pt x="30110" y="17056"/>
                      <a:pt x="30056" y="17423"/>
                      <a:pt x="29797" y="17725"/>
                    </a:cubicBezTo>
                    <a:cubicBezTo>
                      <a:pt x="29521" y="18055"/>
                      <a:pt x="29267" y="18395"/>
                      <a:pt x="28997" y="18725"/>
                    </a:cubicBezTo>
                    <a:cubicBezTo>
                      <a:pt x="28706" y="19071"/>
                      <a:pt x="28408" y="19406"/>
                      <a:pt x="28084" y="19773"/>
                    </a:cubicBezTo>
                    <a:cubicBezTo>
                      <a:pt x="27847" y="18941"/>
                      <a:pt x="27474" y="18212"/>
                      <a:pt x="27155" y="17450"/>
                    </a:cubicBezTo>
                    <a:cubicBezTo>
                      <a:pt x="26879" y="16785"/>
                      <a:pt x="26907" y="16067"/>
                      <a:pt x="26782" y="15375"/>
                    </a:cubicBezTo>
                    <a:cubicBezTo>
                      <a:pt x="26680" y="14819"/>
                      <a:pt x="26561" y="14279"/>
                      <a:pt x="26139" y="13852"/>
                    </a:cubicBezTo>
                    <a:cubicBezTo>
                      <a:pt x="25902" y="13614"/>
                      <a:pt x="25556" y="13457"/>
                      <a:pt x="25529" y="13058"/>
                    </a:cubicBezTo>
                    <a:cubicBezTo>
                      <a:pt x="25529" y="13041"/>
                      <a:pt x="25513" y="13025"/>
                      <a:pt x="25502" y="13014"/>
                    </a:cubicBezTo>
                    <a:cubicBezTo>
                      <a:pt x="25161" y="12593"/>
                      <a:pt x="25075" y="12155"/>
                      <a:pt x="25340" y="11647"/>
                    </a:cubicBezTo>
                    <a:cubicBezTo>
                      <a:pt x="25534" y="11275"/>
                      <a:pt x="25459" y="11129"/>
                      <a:pt x="25064" y="10967"/>
                    </a:cubicBezTo>
                    <a:cubicBezTo>
                      <a:pt x="24913" y="10907"/>
                      <a:pt x="24870" y="10826"/>
                      <a:pt x="24935" y="10675"/>
                    </a:cubicBezTo>
                    <a:cubicBezTo>
                      <a:pt x="25021" y="10475"/>
                      <a:pt x="25156" y="10308"/>
                      <a:pt x="25275" y="10135"/>
                    </a:cubicBezTo>
                    <a:cubicBezTo>
                      <a:pt x="25572" y="9713"/>
                      <a:pt x="25475" y="9216"/>
                      <a:pt x="25037" y="8946"/>
                    </a:cubicBezTo>
                    <a:cubicBezTo>
                      <a:pt x="24799" y="8795"/>
                      <a:pt x="24535" y="8681"/>
                      <a:pt x="24319" y="8508"/>
                    </a:cubicBezTo>
                    <a:cubicBezTo>
                      <a:pt x="23930" y="8206"/>
                      <a:pt x="23870" y="7990"/>
                      <a:pt x="24092" y="7617"/>
                    </a:cubicBezTo>
                    <a:cubicBezTo>
                      <a:pt x="24167" y="7487"/>
                      <a:pt x="24259" y="7363"/>
                      <a:pt x="24346" y="7233"/>
                    </a:cubicBezTo>
                    <a:cubicBezTo>
                      <a:pt x="24659" y="6796"/>
                      <a:pt x="25026" y="6374"/>
                      <a:pt x="24929" y="5769"/>
                    </a:cubicBezTo>
                    <a:cubicBezTo>
                      <a:pt x="24924" y="5721"/>
                      <a:pt x="24951" y="5688"/>
                      <a:pt x="24983" y="5661"/>
                    </a:cubicBezTo>
                    <a:cubicBezTo>
                      <a:pt x="25318" y="5396"/>
                      <a:pt x="25523" y="5029"/>
                      <a:pt x="25761" y="4689"/>
                    </a:cubicBezTo>
                    <a:cubicBezTo>
                      <a:pt x="26204" y="4051"/>
                      <a:pt x="26204" y="3063"/>
                      <a:pt x="25351" y="2603"/>
                    </a:cubicBezTo>
                    <a:cubicBezTo>
                      <a:pt x="25410" y="2344"/>
                      <a:pt x="25313" y="1679"/>
                      <a:pt x="25188" y="1420"/>
                    </a:cubicBezTo>
                    <a:cubicBezTo>
                      <a:pt x="24864" y="723"/>
                      <a:pt x="24302" y="323"/>
                      <a:pt x="23589" y="91"/>
                    </a:cubicBezTo>
                    <a:cubicBezTo>
                      <a:pt x="23400" y="30"/>
                      <a:pt x="23217" y="0"/>
                      <a:pt x="23040" y="0"/>
                    </a:cubicBezTo>
                    <a:close/>
                  </a:path>
                </a:pathLst>
              </a:custGeom>
              <a:solidFill>
                <a:schemeClr val="dk2"/>
              </a:solidFill>
              <a:ln w="19050" cap="flat" cmpd="sng">
                <a:solidFill>
                  <a:schemeClr val="dk1"/>
                </a:solidFill>
                <a:prstDash val="solid"/>
                <a:miter lim="540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6"/>
              <p:cNvSpPr/>
              <p:nvPr/>
            </p:nvSpPr>
            <p:spPr>
              <a:xfrm>
                <a:off x="3325572" y="1626651"/>
                <a:ext cx="1074597" cy="2686064"/>
              </a:xfrm>
              <a:custGeom>
                <a:avLst/>
                <a:gdLst/>
                <a:ahLst/>
                <a:cxnLst/>
                <a:rect l="l" t="t" r="r" b="b"/>
                <a:pathLst>
                  <a:path w="17576" h="43933" extrusionOk="0">
                    <a:moveTo>
                      <a:pt x="12810" y="1249"/>
                    </a:moveTo>
                    <a:cubicBezTo>
                      <a:pt x="12813" y="1249"/>
                      <a:pt x="12817" y="1249"/>
                      <a:pt x="12821" y="1249"/>
                    </a:cubicBezTo>
                    <a:cubicBezTo>
                      <a:pt x="12627" y="1616"/>
                      <a:pt x="12368" y="1914"/>
                      <a:pt x="12108" y="2211"/>
                    </a:cubicBezTo>
                    <a:cubicBezTo>
                      <a:pt x="10855" y="3632"/>
                      <a:pt x="9499" y="4939"/>
                      <a:pt x="8029" y="6133"/>
                    </a:cubicBezTo>
                    <a:cubicBezTo>
                      <a:pt x="6981" y="6987"/>
                      <a:pt x="5863" y="7732"/>
                      <a:pt x="4512" y="8029"/>
                    </a:cubicBezTo>
                    <a:cubicBezTo>
                      <a:pt x="4152" y="8112"/>
                      <a:pt x="3787" y="8169"/>
                      <a:pt x="3419" y="8169"/>
                    </a:cubicBezTo>
                    <a:cubicBezTo>
                      <a:pt x="3212" y="8169"/>
                      <a:pt x="3004" y="8151"/>
                      <a:pt x="2794" y="8110"/>
                    </a:cubicBezTo>
                    <a:cubicBezTo>
                      <a:pt x="2340" y="8019"/>
                      <a:pt x="1983" y="7754"/>
                      <a:pt x="1697" y="7408"/>
                    </a:cubicBezTo>
                    <a:cubicBezTo>
                      <a:pt x="1011" y="6576"/>
                      <a:pt x="638" y="5598"/>
                      <a:pt x="444" y="4545"/>
                    </a:cubicBezTo>
                    <a:cubicBezTo>
                      <a:pt x="428" y="4447"/>
                      <a:pt x="406" y="4350"/>
                      <a:pt x="406" y="4242"/>
                    </a:cubicBezTo>
                    <a:lnTo>
                      <a:pt x="406" y="4242"/>
                    </a:lnTo>
                    <a:cubicBezTo>
                      <a:pt x="806" y="5036"/>
                      <a:pt x="1303" y="5755"/>
                      <a:pt x="2005" y="6317"/>
                    </a:cubicBezTo>
                    <a:cubicBezTo>
                      <a:pt x="2696" y="6879"/>
                      <a:pt x="3472" y="7187"/>
                      <a:pt x="4370" y="7187"/>
                    </a:cubicBezTo>
                    <a:cubicBezTo>
                      <a:pt x="4377" y="7187"/>
                      <a:pt x="4385" y="7187"/>
                      <a:pt x="4393" y="7187"/>
                    </a:cubicBezTo>
                    <a:cubicBezTo>
                      <a:pt x="3064" y="7089"/>
                      <a:pt x="2102" y="6360"/>
                      <a:pt x="1303" y="5382"/>
                    </a:cubicBezTo>
                    <a:cubicBezTo>
                      <a:pt x="487" y="4393"/>
                      <a:pt x="66" y="3259"/>
                      <a:pt x="184" y="1984"/>
                    </a:cubicBezTo>
                    <a:lnTo>
                      <a:pt x="184" y="1984"/>
                    </a:lnTo>
                    <a:cubicBezTo>
                      <a:pt x="298" y="2211"/>
                      <a:pt x="417" y="2470"/>
                      <a:pt x="546" y="2724"/>
                    </a:cubicBezTo>
                    <a:cubicBezTo>
                      <a:pt x="1011" y="3632"/>
                      <a:pt x="1643" y="4356"/>
                      <a:pt x="2545" y="4880"/>
                    </a:cubicBezTo>
                    <a:cubicBezTo>
                      <a:pt x="3118" y="5215"/>
                      <a:pt x="3680" y="5555"/>
                      <a:pt x="4317" y="5744"/>
                    </a:cubicBezTo>
                    <a:cubicBezTo>
                      <a:pt x="4655" y="5844"/>
                      <a:pt x="4988" y="5888"/>
                      <a:pt x="5319" y="5888"/>
                    </a:cubicBezTo>
                    <a:cubicBezTo>
                      <a:pt x="5900" y="5888"/>
                      <a:pt x="6472" y="5753"/>
                      <a:pt x="7040" y="5550"/>
                    </a:cubicBezTo>
                    <a:cubicBezTo>
                      <a:pt x="8569" y="4998"/>
                      <a:pt x="9834" y="4042"/>
                      <a:pt x="11033" y="2978"/>
                    </a:cubicBezTo>
                    <a:cubicBezTo>
                      <a:pt x="11617" y="2465"/>
                      <a:pt x="12141" y="1892"/>
                      <a:pt x="12681" y="1330"/>
                    </a:cubicBezTo>
                    <a:cubicBezTo>
                      <a:pt x="12712" y="1299"/>
                      <a:pt x="12733" y="1249"/>
                      <a:pt x="12810" y="1249"/>
                    </a:cubicBezTo>
                    <a:close/>
                    <a:moveTo>
                      <a:pt x="10590" y="4847"/>
                    </a:moveTo>
                    <a:cubicBezTo>
                      <a:pt x="10747" y="5112"/>
                      <a:pt x="10941" y="5333"/>
                      <a:pt x="10925" y="5690"/>
                    </a:cubicBezTo>
                    <a:cubicBezTo>
                      <a:pt x="10893" y="6576"/>
                      <a:pt x="10676" y="7403"/>
                      <a:pt x="10190" y="8137"/>
                    </a:cubicBezTo>
                    <a:cubicBezTo>
                      <a:pt x="9831" y="8683"/>
                      <a:pt x="9378" y="8955"/>
                      <a:pt x="8797" y="8955"/>
                    </a:cubicBezTo>
                    <a:cubicBezTo>
                      <a:pt x="8654" y="8955"/>
                      <a:pt x="8502" y="8938"/>
                      <a:pt x="8342" y="8905"/>
                    </a:cubicBezTo>
                    <a:lnTo>
                      <a:pt x="8342" y="8899"/>
                    </a:lnTo>
                    <a:cubicBezTo>
                      <a:pt x="8591" y="8764"/>
                      <a:pt x="8786" y="8570"/>
                      <a:pt x="8980" y="8381"/>
                    </a:cubicBezTo>
                    <a:cubicBezTo>
                      <a:pt x="9175" y="8186"/>
                      <a:pt x="9250" y="7943"/>
                      <a:pt x="9191" y="7678"/>
                    </a:cubicBezTo>
                    <a:cubicBezTo>
                      <a:pt x="9120" y="7338"/>
                      <a:pt x="9169" y="7041"/>
                      <a:pt x="9423" y="6787"/>
                    </a:cubicBezTo>
                    <a:cubicBezTo>
                      <a:pt x="9564" y="6641"/>
                      <a:pt x="9682" y="6473"/>
                      <a:pt x="9807" y="6306"/>
                    </a:cubicBezTo>
                    <a:cubicBezTo>
                      <a:pt x="9925" y="6144"/>
                      <a:pt x="10039" y="5971"/>
                      <a:pt x="10158" y="5803"/>
                    </a:cubicBezTo>
                    <a:lnTo>
                      <a:pt x="10158" y="5803"/>
                    </a:lnTo>
                    <a:cubicBezTo>
                      <a:pt x="10239" y="6149"/>
                      <a:pt x="10082" y="6652"/>
                      <a:pt x="9591" y="7630"/>
                    </a:cubicBezTo>
                    <a:cubicBezTo>
                      <a:pt x="9931" y="7332"/>
                      <a:pt x="10115" y="6938"/>
                      <a:pt x="10233" y="6517"/>
                    </a:cubicBezTo>
                    <a:cubicBezTo>
                      <a:pt x="10314" y="6252"/>
                      <a:pt x="10374" y="5971"/>
                      <a:pt x="10347" y="5690"/>
                    </a:cubicBezTo>
                    <a:cubicBezTo>
                      <a:pt x="10309" y="5377"/>
                      <a:pt x="10552" y="5150"/>
                      <a:pt x="10590" y="4847"/>
                    </a:cubicBezTo>
                    <a:close/>
                    <a:moveTo>
                      <a:pt x="2108" y="9018"/>
                    </a:moveTo>
                    <a:lnTo>
                      <a:pt x="2108" y="9018"/>
                    </a:lnTo>
                    <a:cubicBezTo>
                      <a:pt x="3126" y="9351"/>
                      <a:pt x="4160" y="9465"/>
                      <a:pt x="5203" y="9465"/>
                    </a:cubicBezTo>
                    <a:cubicBezTo>
                      <a:pt x="5770" y="9465"/>
                      <a:pt x="6340" y="9431"/>
                      <a:pt x="6911" y="9380"/>
                    </a:cubicBezTo>
                    <a:lnTo>
                      <a:pt x="6911" y="9380"/>
                    </a:lnTo>
                    <a:cubicBezTo>
                      <a:pt x="6264" y="9519"/>
                      <a:pt x="5620" y="9596"/>
                      <a:pt x="4981" y="9596"/>
                    </a:cubicBezTo>
                    <a:cubicBezTo>
                      <a:pt x="4010" y="9596"/>
                      <a:pt x="3050" y="9419"/>
                      <a:pt x="2108" y="9018"/>
                    </a:cubicBezTo>
                    <a:close/>
                    <a:moveTo>
                      <a:pt x="7824" y="9175"/>
                    </a:moveTo>
                    <a:lnTo>
                      <a:pt x="7824" y="9175"/>
                    </a:lnTo>
                    <a:cubicBezTo>
                      <a:pt x="7878" y="10028"/>
                      <a:pt x="7716" y="10796"/>
                      <a:pt x="7575" y="11563"/>
                    </a:cubicBezTo>
                    <a:cubicBezTo>
                      <a:pt x="7386" y="12562"/>
                      <a:pt x="7224" y="13562"/>
                      <a:pt x="7008" y="14556"/>
                    </a:cubicBezTo>
                    <a:cubicBezTo>
                      <a:pt x="6765" y="15663"/>
                      <a:pt x="6597" y="16787"/>
                      <a:pt x="6381" y="17933"/>
                    </a:cubicBezTo>
                    <a:cubicBezTo>
                      <a:pt x="5879" y="17365"/>
                      <a:pt x="5263" y="16944"/>
                      <a:pt x="4809" y="16366"/>
                    </a:cubicBezTo>
                    <a:cubicBezTo>
                      <a:pt x="4615" y="16123"/>
                      <a:pt x="4555" y="15880"/>
                      <a:pt x="4679" y="15588"/>
                    </a:cubicBezTo>
                    <a:cubicBezTo>
                      <a:pt x="5133" y="14475"/>
                      <a:pt x="5668" y="13405"/>
                      <a:pt x="6268" y="12362"/>
                    </a:cubicBezTo>
                    <a:cubicBezTo>
                      <a:pt x="6803" y="11439"/>
                      <a:pt x="7300" y="10498"/>
                      <a:pt x="7705" y="9515"/>
                    </a:cubicBezTo>
                    <a:cubicBezTo>
                      <a:pt x="7743" y="9423"/>
                      <a:pt x="7770" y="9326"/>
                      <a:pt x="7824" y="9175"/>
                    </a:cubicBezTo>
                    <a:close/>
                    <a:moveTo>
                      <a:pt x="5744" y="17684"/>
                    </a:moveTo>
                    <a:cubicBezTo>
                      <a:pt x="6241" y="17916"/>
                      <a:pt x="6452" y="18381"/>
                      <a:pt x="6235" y="18840"/>
                    </a:cubicBezTo>
                    <a:cubicBezTo>
                      <a:pt x="5949" y="19440"/>
                      <a:pt x="5565" y="19991"/>
                      <a:pt x="5312" y="20618"/>
                    </a:cubicBezTo>
                    <a:cubicBezTo>
                      <a:pt x="5457" y="19640"/>
                      <a:pt x="5598" y="18662"/>
                      <a:pt x="5744" y="17684"/>
                    </a:cubicBezTo>
                    <a:close/>
                    <a:moveTo>
                      <a:pt x="7419" y="30937"/>
                    </a:moveTo>
                    <a:lnTo>
                      <a:pt x="7419" y="30937"/>
                    </a:lnTo>
                    <a:cubicBezTo>
                      <a:pt x="7651" y="31429"/>
                      <a:pt x="7889" y="31926"/>
                      <a:pt x="8126" y="32423"/>
                    </a:cubicBezTo>
                    <a:cubicBezTo>
                      <a:pt x="8180" y="32531"/>
                      <a:pt x="8229" y="32639"/>
                      <a:pt x="8278" y="32747"/>
                    </a:cubicBezTo>
                    <a:cubicBezTo>
                      <a:pt x="8548" y="33314"/>
                      <a:pt x="8472" y="33736"/>
                      <a:pt x="8008" y="34168"/>
                    </a:cubicBezTo>
                    <a:cubicBezTo>
                      <a:pt x="7889" y="34270"/>
                      <a:pt x="7791" y="34384"/>
                      <a:pt x="7694" y="34519"/>
                    </a:cubicBezTo>
                    <a:cubicBezTo>
                      <a:pt x="7624" y="33325"/>
                      <a:pt x="7408" y="32147"/>
                      <a:pt x="7419" y="30937"/>
                    </a:cubicBezTo>
                    <a:close/>
                    <a:moveTo>
                      <a:pt x="12843" y="1"/>
                    </a:moveTo>
                    <a:lnTo>
                      <a:pt x="12843" y="1"/>
                    </a:lnTo>
                    <a:cubicBezTo>
                      <a:pt x="12811" y="33"/>
                      <a:pt x="12773" y="60"/>
                      <a:pt x="12751" y="93"/>
                    </a:cubicBezTo>
                    <a:cubicBezTo>
                      <a:pt x="12265" y="752"/>
                      <a:pt x="11741" y="1384"/>
                      <a:pt x="11147" y="1951"/>
                    </a:cubicBezTo>
                    <a:cubicBezTo>
                      <a:pt x="9347" y="3675"/>
                      <a:pt x="7300" y="4901"/>
                      <a:pt x="4750" y="5150"/>
                    </a:cubicBezTo>
                    <a:cubicBezTo>
                      <a:pt x="4597" y="5165"/>
                      <a:pt x="4448" y="5172"/>
                      <a:pt x="4302" y="5172"/>
                    </a:cubicBezTo>
                    <a:cubicBezTo>
                      <a:pt x="3148" y="5172"/>
                      <a:pt x="2209" y="4701"/>
                      <a:pt x="1432" y="3799"/>
                    </a:cubicBezTo>
                    <a:cubicBezTo>
                      <a:pt x="979" y="3270"/>
                      <a:pt x="671" y="2654"/>
                      <a:pt x="357" y="2038"/>
                    </a:cubicBezTo>
                    <a:cubicBezTo>
                      <a:pt x="179" y="1687"/>
                      <a:pt x="147" y="1319"/>
                      <a:pt x="206" y="946"/>
                    </a:cubicBezTo>
                    <a:cubicBezTo>
                      <a:pt x="249" y="649"/>
                      <a:pt x="222" y="363"/>
                      <a:pt x="217" y="71"/>
                    </a:cubicBezTo>
                    <a:lnTo>
                      <a:pt x="217" y="71"/>
                    </a:lnTo>
                    <a:cubicBezTo>
                      <a:pt x="6" y="779"/>
                      <a:pt x="1" y="1514"/>
                      <a:pt x="6" y="2238"/>
                    </a:cubicBezTo>
                    <a:cubicBezTo>
                      <a:pt x="6" y="2724"/>
                      <a:pt x="76" y="3205"/>
                      <a:pt x="141" y="3686"/>
                    </a:cubicBezTo>
                    <a:cubicBezTo>
                      <a:pt x="260" y="4550"/>
                      <a:pt x="384" y="5409"/>
                      <a:pt x="762" y="6214"/>
                    </a:cubicBezTo>
                    <a:cubicBezTo>
                      <a:pt x="1038" y="6808"/>
                      <a:pt x="1341" y="7381"/>
                      <a:pt x="1881" y="7792"/>
                    </a:cubicBezTo>
                    <a:cubicBezTo>
                      <a:pt x="2380" y="8174"/>
                      <a:pt x="2918" y="8307"/>
                      <a:pt x="3475" y="8307"/>
                    </a:cubicBezTo>
                    <a:cubicBezTo>
                      <a:pt x="3822" y="8307"/>
                      <a:pt x="4177" y="8255"/>
                      <a:pt x="4534" y="8181"/>
                    </a:cubicBezTo>
                    <a:cubicBezTo>
                      <a:pt x="6057" y="7857"/>
                      <a:pt x="7289" y="6997"/>
                      <a:pt x="8451" y="6020"/>
                    </a:cubicBezTo>
                    <a:cubicBezTo>
                      <a:pt x="9099" y="5479"/>
                      <a:pt x="9720" y="4907"/>
                      <a:pt x="10325" y="4318"/>
                    </a:cubicBezTo>
                    <a:cubicBezTo>
                      <a:pt x="10514" y="4555"/>
                      <a:pt x="10520" y="4561"/>
                      <a:pt x="10417" y="4847"/>
                    </a:cubicBezTo>
                    <a:cubicBezTo>
                      <a:pt x="10271" y="5242"/>
                      <a:pt x="10023" y="5582"/>
                      <a:pt x="9807" y="5939"/>
                    </a:cubicBezTo>
                    <a:cubicBezTo>
                      <a:pt x="9715" y="6095"/>
                      <a:pt x="9585" y="6214"/>
                      <a:pt x="9423" y="6301"/>
                    </a:cubicBezTo>
                    <a:cubicBezTo>
                      <a:pt x="8769" y="6646"/>
                      <a:pt x="8164" y="7079"/>
                      <a:pt x="7489" y="7386"/>
                    </a:cubicBezTo>
                    <a:cubicBezTo>
                      <a:pt x="7462" y="7397"/>
                      <a:pt x="7429" y="7413"/>
                      <a:pt x="7467" y="7489"/>
                    </a:cubicBezTo>
                    <a:cubicBezTo>
                      <a:pt x="8164" y="7241"/>
                      <a:pt x="8748" y="6776"/>
                      <a:pt x="9412" y="6463"/>
                    </a:cubicBezTo>
                    <a:lnTo>
                      <a:pt x="9412" y="6463"/>
                    </a:lnTo>
                    <a:cubicBezTo>
                      <a:pt x="8634" y="7435"/>
                      <a:pt x="7440" y="7738"/>
                      <a:pt x="6408" y="8294"/>
                    </a:cubicBezTo>
                    <a:cubicBezTo>
                      <a:pt x="7273" y="7986"/>
                      <a:pt x="8153" y="7711"/>
                      <a:pt x="8958" y="7160"/>
                    </a:cubicBezTo>
                    <a:cubicBezTo>
                      <a:pt x="8964" y="7354"/>
                      <a:pt x="8980" y="7495"/>
                      <a:pt x="9007" y="7640"/>
                    </a:cubicBezTo>
                    <a:cubicBezTo>
                      <a:pt x="9056" y="7927"/>
                      <a:pt x="9012" y="8175"/>
                      <a:pt x="8737" y="8381"/>
                    </a:cubicBezTo>
                    <a:cubicBezTo>
                      <a:pt x="8121" y="8834"/>
                      <a:pt x="7451" y="9105"/>
                      <a:pt x="6689" y="9202"/>
                    </a:cubicBezTo>
                    <a:cubicBezTo>
                      <a:pt x="6219" y="9264"/>
                      <a:pt x="5750" y="9294"/>
                      <a:pt x="5284" y="9294"/>
                    </a:cubicBezTo>
                    <a:cubicBezTo>
                      <a:pt x="4689" y="9294"/>
                      <a:pt x="4097" y="9245"/>
                      <a:pt x="3507" y="9148"/>
                    </a:cubicBezTo>
                    <a:cubicBezTo>
                      <a:pt x="2826" y="9034"/>
                      <a:pt x="2173" y="8818"/>
                      <a:pt x="1546" y="8526"/>
                    </a:cubicBezTo>
                    <a:cubicBezTo>
                      <a:pt x="1488" y="8501"/>
                      <a:pt x="1425" y="8464"/>
                      <a:pt x="1362" y="8464"/>
                    </a:cubicBezTo>
                    <a:cubicBezTo>
                      <a:pt x="1307" y="8464"/>
                      <a:pt x="1253" y="8492"/>
                      <a:pt x="1206" y="8580"/>
                    </a:cubicBezTo>
                    <a:cubicBezTo>
                      <a:pt x="1422" y="8791"/>
                      <a:pt x="1692" y="8932"/>
                      <a:pt x="1913" y="9105"/>
                    </a:cubicBezTo>
                    <a:cubicBezTo>
                      <a:pt x="1206" y="10234"/>
                      <a:pt x="681" y="11433"/>
                      <a:pt x="325" y="12703"/>
                    </a:cubicBezTo>
                    <a:cubicBezTo>
                      <a:pt x="822" y="11493"/>
                      <a:pt x="1346" y="10304"/>
                      <a:pt x="2070" y="9202"/>
                    </a:cubicBezTo>
                    <a:cubicBezTo>
                      <a:pt x="2189" y="9234"/>
                      <a:pt x="2308" y="9245"/>
                      <a:pt x="2400" y="9348"/>
                    </a:cubicBezTo>
                    <a:cubicBezTo>
                      <a:pt x="2070" y="9731"/>
                      <a:pt x="1859" y="10163"/>
                      <a:pt x="1681" y="10617"/>
                    </a:cubicBezTo>
                    <a:cubicBezTo>
                      <a:pt x="984" y="12384"/>
                      <a:pt x="746" y="14232"/>
                      <a:pt x="708" y="16112"/>
                    </a:cubicBezTo>
                    <a:cubicBezTo>
                      <a:pt x="687" y="16933"/>
                      <a:pt x="746" y="17749"/>
                      <a:pt x="800" y="18570"/>
                    </a:cubicBezTo>
                    <a:cubicBezTo>
                      <a:pt x="849" y="19375"/>
                      <a:pt x="952" y="20180"/>
                      <a:pt x="1076" y="20974"/>
                    </a:cubicBezTo>
                    <a:cubicBezTo>
                      <a:pt x="1238" y="21995"/>
                      <a:pt x="1438" y="23011"/>
                      <a:pt x="1627" y="24027"/>
                    </a:cubicBezTo>
                    <a:cubicBezTo>
                      <a:pt x="1708" y="24454"/>
                      <a:pt x="1794" y="24880"/>
                      <a:pt x="1935" y="25324"/>
                    </a:cubicBezTo>
                    <a:cubicBezTo>
                      <a:pt x="2000" y="25221"/>
                      <a:pt x="1978" y="25145"/>
                      <a:pt x="1967" y="25080"/>
                    </a:cubicBezTo>
                    <a:cubicBezTo>
                      <a:pt x="1762" y="24075"/>
                      <a:pt x="1573" y="23065"/>
                      <a:pt x="1405" y="22055"/>
                    </a:cubicBezTo>
                    <a:cubicBezTo>
                      <a:pt x="1206" y="20845"/>
                      <a:pt x="1043" y="19629"/>
                      <a:pt x="968" y="18408"/>
                    </a:cubicBezTo>
                    <a:cubicBezTo>
                      <a:pt x="903" y="17371"/>
                      <a:pt x="881" y="16328"/>
                      <a:pt x="941" y="15285"/>
                    </a:cubicBezTo>
                    <a:cubicBezTo>
                      <a:pt x="1016" y="13989"/>
                      <a:pt x="1211" y="12714"/>
                      <a:pt x="1573" y="11471"/>
                    </a:cubicBezTo>
                    <a:cubicBezTo>
                      <a:pt x="1767" y="10806"/>
                      <a:pt x="2005" y="10158"/>
                      <a:pt x="2394" y="9585"/>
                    </a:cubicBezTo>
                    <a:cubicBezTo>
                      <a:pt x="2450" y="9506"/>
                      <a:pt x="2494" y="9387"/>
                      <a:pt x="2606" y="9387"/>
                    </a:cubicBezTo>
                    <a:cubicBezTo>
                      <a:pt x="2623" y="9387"/>
                      <a:pt x="2643" y="9390"/>
                      <a:pt x="2664" y="9396"/>
                    </a:cubicBezTo>
                    <a:cubicBezTo>
                      <a:pt x="3318" y="9596"/>
                      <a:pt x="3993" y="9656"/>
                      <a:pt x="4674" y="9720"/>
                    </a:cubicBezTo>
                    <a:cubicBezTo>
                      <a:pt x="4860" y="9737"/>
                      <a:pt x="5044" y="9744"/>
                      <a:pt x="5229" y="9744"/>
                    </a:cubicBezTo>
                    <a:cubicBezTo>
                      <a:pt x="5598" y="9744"/>
                      <a:pt x="5965" y="9715"/>
                      <a:pt x="6333" y="9672"/>
                    </a:cubicBezTo>
                    <a:cubicBezTo>
                      <a:pt x="6749" y="9623"/>
                      <a:pt x="7154" y="9499"/>
                      <a:pt x="7570" y="9326"/>
                    </a:cubicBezTo>
                    <a:lnTo>
                      <a:pt x="7570" y="9326"/>
                    </a:lnTo>
                    <a:cubicBezTo>
                      <a:pt x="7100" y="10309"/>
                      <a:pt x="6630" y="11249"/>
                      <a:pt x="6111" y="12168"/>
                    </a:cubicBezTo>
                    <a:cubicBezTo>
                      <a:pt x="5501" y="13248"/>
                      <a:pt x="4960" y="14367"/>
                      <a:pt x="4490" y="15518"/>
                    </a:cubicBezTo>
                    <a:cubicBezTo>
                      <a:pt x="4323" y="15934"/>
                      <a:pt x="4426" y="16263"/>
                      <a:pt x="4690" y="16582"/>
                    </a:cubicBezTo>
                    <a:cubicBezTo>
                      <a:pt x="4933" y="16874"/>
                      <a:pt x="5209" y="17144"/>
                      <a:pt x="5501" y="17398"/>
                    </a:cubicBezTo>
                    <a:cubicBezTo>
                      <a:pt x="5565" y="17457"/>
                      <a:pt x="5636" y="17506"/>
                      <a:pt x="5614" y="17630"/>
                    </a:cubicBezTo>
                    <a:cubicBezTo>
                      <a:pt x="5425" y="18700"/>
                      <a:pt x="5231" y="19770"/>
                      <a:pt x="5133" y="20850"/>
                    </a:cubicBezTo>
                    <a:cubicBezTo>
                      <a:pt x="5090" y="21298"/>
                      <a:pt x="4998" y="21769"/>
                      <a:pt x="5247" y="22201"/>
                    </a:cubicBezTo>
                    <a:cubicBezTo>
                      <a:pt x="5387" y="22455"/>
                      <a:pt x="5538" y="22698"/>
                      <a:pt x="5668" y="22957"/>
                    </a:cubicBezTo>
                    <a:cubicBezTo>
                      <a:pt x="6154" y="23913"/>
                      <a:pt x="6468" y="24897"/>
                      <a:pt x="6257" y="26004"/>
                    </a:cubicBezTo>
                    <a:cubicBezTo>
                      <a:pt x="6165" y="26501"/>
                      <a:pt x="6138" y="27025"/>
                      <a:pt x="6208" y="27533"/>
                    </a:cubicBezTo>
                    <a:cubicBezTo>
                      <a:pt x="6343" y="28500"/>
                      <a:pt x="6651" y="29419"/>
                      <a:pt x="7105" y="30283"/>
                    </a:cubicBezTo>
                    <a:cubicBezTo>
                      <a:pt x="7186" y="30440"/>
                      <a:pt x="7224" y="30597"/>
                      <a:pt x="7219" y="30775"/>
                    </a:cubicBezTo>
                    <a:cubicBezTo>
                      <a:pt x="7213" y="31099"/>
                      <a:pt x="7208" y="31429"/>
                      <a:pt x="7235" y="31747"/>
                    </a:cubicBezTo>
                    <a:cubicBezTo>
                      <a:pt x="7321" y="32660"/>
                      <a:pt x="7419" y="33573"/>
                      <a:pt x="7527" y="34487"/>
                    </a:cubicBezTo>
                    <a:cubicBezTo>
                      <a:pt x="7624" y="35297"/>
                      <a:pt x="7705" y="36102"/>
                      <a:pt x="8002" y="36875"/>
                    </a:cubicBezTo>
                    <a:cubicBezTo>
                      <a:pt x="8288" y="37631"/>
                      <a:pt x="8553" y="38393"/>
                      <a:pt x="8569" y="39219"/>
                    </a:cubicBezTo>
                    <a:cubicBezTo>
                      <a:pt x="8575" y="39473"/>
                      <a:pt x="8672" y="39700"/>
                      <a:pt x="8931" y="39824"/>
                    </a:cubicBezTo>
                    <a:cubicBezTo>
                      <a:pt x="9066" y="39889"/>
                      <a:pt x="9142" y="40014"/>
                      <a:pt x="9169" y="40170"/>
                    </a:cubicBezTo>
                    <a:cubicBezTo>
                      <a:pt x="9234" y="40602"/>
                      <a:pt x="9445" y="40943"/>
                      <a:pt x="9774" y="41235"/>
                    </a:cubicBezTo>
                    <a:cubicBezTo>
                      <a:pt x="10271" y="41688"/>
                      <a:pt x="10866" y="41986"/>
                      <a:pt x="11454" y="42288"/>
                    </a:cubicBezTo>
                    <a:cubicBezTo>
                      <a:pt x="12648" y="42893"/>
                      <a:pt x="13945" y="43228"/>
                      <a:pt x="15199" y="43687"/>
                    </a:cubicBezTo>
                    <a:cubicBezTo>
                      <a:pt x="15616" y="43843"/>
                      <a:pt x="16055" y="43933"/>
                      <a:pt x="16505" y="43933"/>
                    </a:cubicBezTo>
                    <a:cubicBezTo>
                      <a:pt x="16602" y="43933"/>
                      <a:pt x="16700" y="43928"/>
                      <a:pt x="16798" y="43920"/>
                    </a:cubicBezTo>
                    <a:cubicBezTo>
                      <a:pt x="17062" y="43893"/>
                      <a:pt x="17333" y="43887"/>
                      <a:pt x="17576" y="43741"/>
                    </a:cubicBezTo>
                    <a:cubicBezTo>
                      <a:pt x="17324" y="43727"/>
                      <a:pt x="17071" y="43717"/>
                      <a:pt x="16821" y="43717"/>
                    </a:cubicBezTo>
                    <a:cubicBezTo>
                      <a:pt x="16696" y="43717"/>
                      <a:pt x="16571" y="43720"/>
                      <a:pt x="16447" y="43725"/>
                    </a:cubicBezTo>
                    <a:cubicBezTo>
                      <a:pt x="16439" y="43725"/>
                      <a:pt x="16432" y="43725"/>
                      <a:pt x="16425" y="43725"/>
                    </a:cubicBezTo>
                    <a:cubicBezTo>
                      <a:pt x="16175" y="43725"/>
                      <a:pt x="15965" y="43635"/>
                      <a:pt x="15755" y="43514"/>
                    </a:cubicBezTo>
                    <a:cubicBezTo>
                      <a:pt x="15280" y="43244"/>
                      <a:pt x="14907" y="42855"/>
                      <a:pt x="14539" y="42472"/>
                    </a:cubicBezTo>
                    <a:cubicBezTo>
                      <a:pt x="13761" y="41672"/>
                      <a:pt x="13124" y="40765"/>
                      <a:pt x="12578" y="39792"/>
                    </a:cubicBezTo>
                    <a:cubicBezTo>
                      <a:pt x="11800" y="38404"/>
                      <a:pt x="11244" y="36912"/>
                      <a:pt x="10709" y="35416"/>
                    </a:cubicBezTo>
                    <a:cubicBezTo>
                      <a:pt x="10266" y="34173"/>
                      <a:pt x="9828" y="32925"/>
                      <a:pt x="9547" y="31628"/>
                    </a:cubicBezTo>
                    <a:cubicBezTo>
                      <a:pt x="9482" y="31315"/>
                      <a:pt x="9418" y="31002"/>
                      <a:pt x="9353" y="30683"/>
                    </a:cubicBezTo>
                    <a:lnTo>
                      <a:pt x="9353" y="30683"/>
                    </a:lnTo>
                    <a:cubicBezTo>
                      <a:pt x="9342" y="31104"/>
                      <a:pt x="9418" y="31504"/>
                      <a:pt x="9509" y="31899"/>
                    </a:cubicBezTo>
                    <a:cubicBezTo>
                      <a:pt x="9893" y="33595"/>
                      <a:pt x="10471" y="35232"/>
                      <a:pt x="11071" y="36858"/>
                    </a:cubicBezTo>
                    <a:cubicBezTo>
                      <a:pt x="12006" y="39408"/>
                      <a:pt x="13227" y="41769"/>
                      <a:pt x="15393" y="43509"/>
                    </a:cubicBezTo>
                    <a:cubicBezTo>
                      <a:pt x="15375" y="43512"/>
                      <a:pt x="15357" y="43513"/>
                      <a:pt x="15338" y="43513"/>
                    </a:cubicBezTo>
                    <a:cubicBezTo>
                      <a:pt x="15282" y="43513"/>
                      <a:pt x="15221" y="43501"/>
                      <a:pt x="15161" y="43477"/>
                    </a:cubicBezTo>
                    <a:cubicBezTo>
                      <a:pt x="14523" y="43244"/>
                      <a:pt x="13891" y="43007"/>
                      <a:pt x="13254" y="42791"/>
                    </a:cubicBezTo>
                    <a:cubicBezTo>
                      <a:pt x="12940" y="42688"/>
                      <a:pt x="12735" y="42466"/>
                      <a:pt x="12535" y="42234"/>
                    </a:cubicBezTo>
                    <a:cubicBezTo>
                      <a:pt x="12357" y="42034"/>
                      <a:pt x="12211" y="41796"/>
                      <a:pt x="12054" y="41575"/>
                    </a:cubicBezTo>
                    <a:cubicBezTo>
                      <a:pt x="11433" y="40710"/>
                      <a:pt x="11092" y="39711"/>
                      <a:pt x="10709" y="38733"/>
                    </a:cubicBezTo>
                    <a:cubicBezTo>
                      <a:pt x="10541" y="38312"/>
                      <a:pt x="10401" y="37879"/>
                      <a:pt x="10223" y="37388"/>
                    </a:cubicBezTo>
                    <a:cubicBezTo>
                      <a:pt x="10206" y="37485"/>
                      <a:pt x="10190" y="37517"/>
                      <a:pt x="10196" y="37544"/>
                    </a:cubicBezTo>
                    <a:cubicBezTo>
                      <a:pt x="10293" y="37998"/>
                      <a:pt x="10460" y="38436"/>
                      <a:pt x="10617" y="38874"/>
                    </a:cubicBezTo>
                    <a:cubicBezTo>
                      <a:pt x="11082" y="40165"/>
                      <a:pt x="11638" y="41413"/>
                      <a:pt x="12567" y="42493"/>
                    </a:cubicBezTo>
                    <a:cubicBezTo>
                      <a:pt x="12368" y="42483"/>
                      <a:pt x="12232" y="42391"/>
                      <a:pt x="12087" y="42326"/>
                    </a:cubicBezTo>
                    <a:cubicBezTo>
                      <a:pt x="11492" y="42061"/>
                      <a:pt x="10855" y="41877"/>
                      <a:pt x="10336" y="41456"/>
                    </a:cubicBezTo>
                    <a:cubicBezTo>
                      <a:pt x="9866" y="41072"/>
                      <a:pt x="9423" y="40678"/>
                      <a:pt x="9353" y="40019"/>
                    </a:cubicBezTo>
                    <a:cubicBezTo>
                      <a:pt x="9337" y="39873"/>
                      <a:pt x="9250" y="39743"/>
                      <a:pt x="9110" y="39673"/>
                    </a:cubicBezTo>
                    <a:cubicBezTo>
                      <a:pt x="8894" y="39571"/>
                      <a:pt x="8834" y="39392"/>
                      <a:pt x="8834" y="39171"/>
                    </a:cubicBezTo>
                    <a:cubicBezTo>
                      <a:pt x="8823" y="38625"/>
                      <a:pt x="8721" y="38090"/>
                      <a:pt x="8548" y="37566"/>
                    </a:cubicBezTo>
                    <a:cubicBezTo>
                      <a:pt x="8326" y="36907"/>
                      <a:pt x="8035" y="36264"/>
                      <a:pt x="7921" y="35572"/>
                    </a:cubicBezTo>
                    <a:cubicBezTo>
                      <a:pt x="7840" y="35086"/>
                      <a:pt x="7802" y="34605"/>
                      <a:pt x="8256" y="34216"/>
                    </a:cubicBezTo>
                    <a:cubicBezTo>
                      <a:pt x="8661" y="33871"/>
                      <a:pt x="8742" y="33395"/>
                      <a:pt x="8618" y="32860"/>
                    </a:cubicBezTo>
                    <a:cubicBezTo>
                      <a:pt x="8299" y="31537"/>
                      <a:pt x="7975" y="30208"/>
                      <a:pt x="7770" y="28857"/>
                    </a:cubicBezTo>
                    <a:cubicBezTo>
                      <a:pt x="7727" y="28592"/>
                      <a:pt x="7716" y="28306"/>
                      <a:pt x="7559" y="28063"/>
                    </a:cubicBezTo>
                    <a:lnTo>
                      <a:pt x="7559" y="28063"/>
                    </a:lnTo>
                    <a:cubicBezTo>
                      <a:pt x="7662" y="29316"/>
                      <a:pt x="7910" y="30548"/>
                      <a:pt x="8116" y="31785"/>
                    </a:cubicBezTo>
                    <a:cubicBezTo>
                      <a:pt x="7732" y="31050"/>
                      <a:pt x="7359" y="30316"/>
                      <a:pt x="7030" y="29559"/>
                    </a:cubicBezTo>
                    <a:cubicBezTo>
                      <a:pt x="6711" y="28835"/>
                      <a:pt x="6473" y="28074"/>
                      <a:pt x="6446" y="27274"/>
                    </a:cubicBezTo>
                    <a:cubicBezTo>
                      <a:pt x="6419" y="26345"/>
                      <a:pt x="6576" y="25421"/>
                      <a:pt x="6597" y="24492"/>
                    </a:cubicBezTo>
                    <a:cubicBezTo>
                      <a:pt x="6619" y="23649"/>
                      <a:pt x="6722" y="22811"/>
                      <a:pt x="6803" y="21974"/>
                    </a:cubicBezTo>
                    <a:cubicBezTo>
                      <a:pt x="6808" y="21887"/>
                      <a:pt x="6830" y="21790"/>
                      <a:pt x="6711" y="21644"/>
                    </a:cubicBezTo>
                    <a:cubicBezTo>
                      <a:pt x="6614" y="22514"/>
                      <a:pt x="6527" y="23308"/>
                      <a:pt x="6441" y="24103"/>
                    </a:cubicBezTo>
                    <a:cubicBezTo>
                      <a:pt x="6203" y="23352"/>
                      <a:pt x="5782" y="22687"/>
                      <a:pt x="5414" y="22001"/>
                    </a:cubicBezTo>
                    <a:cubicBezTo>
                      <a:pt x="5295" y="21779"/>
                      <a:pt x="5290" y="21552"/>
                      <a:pt x="5360" y="21309"/>
                    </a:cubicBezTo>
                    <a:cubicBezTo>
                      <a:pt x="5506" y="20774"/>
                      <a:pt x="5706" y="20261"/>
                      <a:pt x="5965" y="19770"/>
                    </a:cubicBezTo>
                    <a:cubicBezTo>
                      <a:pt x="6241" y="19235"/>
                      <a:pt x="6641" y="18765"/>
                      <a:pt x="6581" y="18084"/>
                    </a:cubicBezTo>
                    <a:cubicBezTo>
                      <a:pt x="6554" y="17744"/>
                      <a:pt x="6695" y="17387"/>
                      <a:pt x="6759" y="17036"/>
                    </a:cubicBezTo>
                    <a:cubicBezTo>
                      <a:pt x="6959" y="15901"/>
                      <a:pt x="7170" y="14777"/>
                      <a:pt x="7354" y="13643"/>
                    </a:cubicBezTo>
                    <a:cubicBezTo>
                      <a:pt x="7500" y="12730"/>
                      <a:pt x="7667" y="11822"/>
                      <a:pt x="7835" y="10914"/>
                    </a:cubicBezTo>
                    <a:cubicBezTo>
                      <a:pt x="7899" y="10558"/>
                      <a:pt x="7959" y="10196"/>
                      <a:pt x="8018" y="9834"/>
                    </a:cubicBezTo>
                    <a:cubicBezTo>
                      <a:pt x="8089" y="10082"/>
                      <a:pt x="8126" y="10331"/>
                      <a:pt x="8137" y="10579"/>
                    </a:cubicBezTo>
                    <a:cubicBezTo>
                      <a:pt x="8251" y="12562"/>
                      <a:pt x="8170" y="14545"/>
                      <a:pt x="8078" y="16522"/>
                    </a:cubicBezTo>
                    <a:cubicBezTo>
                      <a:pt x="8062" y="16922"/>
                      <a:pt x="8056" y="17327"/>
                      <a:pt x="8029" y="17727"/>
                    </a:cubicBezTo>
                    <a:cubicBezTo>
                      <a:pt x="7964" y="18705"/>
                      <a:pt x="7959" y="19688"/>
                      <a:pt x="7970" y="20672"/>
                    </a:cubicBezTo>
                    <a:cubicBezTo>
                      <a:pt x="7975" y="21617"/>
                      <a:pt x="8040" y="22563"/>
                      <a:pt x="8137" y="23508"/>
                    </a:cubicBezTo>
                    <a:cubicBezTo>
                      <a:pt x="8202" y="24119"/>
                      <a:pt x="8229" y="24729"/>
                      <a:pt x="8310" y="25334"/>
                    </a:cubicBezTo>
                    <a:cubicBezTo>
                      <a:pt x="8342" y="25561"/>
                      <a:pt x="8305" y="25810"/>
                      <a:pt x="8494" y="26069"/>
                    </a:cubicBezTo>
                    <a:cubicBezTo>
                      <a:pt x="8478" y="25729"/>
                      <a:pt x="8472" y="25448"/>
                      <a:pt x="8440" y="25172"/>
                    </a:cubicBezTo>
                    <a:cubicBezTo>
                      <a:pt x="8321" y="24200"/>
                      <a:pt x="8256" y="23222"/>
                      <a:pt x="8202" y="22244"/>
                    </a:cubicBezTo>
                    <a:cubicBezTo>
                      <a:pt x="8148" y="21255"/>
                      <a:pt x="8116" y="20267"/>
                      <a:pt x="8170" y="19272"/>
                    </a:cubicBezTo>
                    <a:cubicBezTo>
                      <a:pt x="8234" y="18008"/>
                      <a:pt x="8256" y="16744"/>
                      <a:pt x="8299" y="15480"/>
                    </a:cubicBezTo>
                    <a:cubicBezTo>
                      <a:pt x="8364" y="13686"/>
                      <a:pt x="8418" y="11892"/>
                      <a:pt x="8251" y="10104"/>
                    </a:cubicBezTo>
                    <a:cubicBezTo>
                      <a:pt x="8234" y="9899"/>
                      <a:pt x="8148" y="9688"/>
                      <a:pt x="8218" y="9434"/>
                    </a:cubicBezTo>
                    <a:lnTo>
                      <a:pt x="8218" y="9434"/>
                    </a:lnTo>
                    <a:cubicBezTo>
                      <a:pt x="8483" y="9915"/>
                      <a:pt x="8704" y="10374"/>
                      <a:pt x="8861" y="10866"/>
                    </a:cubicBezTo>
                    <a:cubicBezTo>
                      <a:pt x="9229" y="12027"/>
                      <a:pt x="9358" y="13232"/>
                      <a:pt x="9482" y="14442"/>
                    </a:cubicBezTo>
                    <a:cubicBezTo>
                      <a:pt x="9612" y="15663"/>
                      <a:pt x="9672" y="16890"/>
                      <a:pt x="9726" y="18116"/>
                    </a:cubicBezTo>
                    <a:cubicBezTo>
                      <a:pt x="9790" y="19640"/>
                      <a:pt x="9801" y="21158"/>
                      <a:pt x="9785" y="22682"/>
                    </a:cubicBezTo>
                    <a:cubicBezTo>
                      <a:pt x="9785" y="22800"/>
                      <a:pt x="9785" y="22919"/>
                      <a:pt x="9785" y="23038"/>
                    </a:cubicBezTo>
                    <a:cubicBezTo>
                      <a:pt x="9807" y="23044"/>
                      <a:pt x="9834" y="23044"/>
                      <a:pt x="9855" y="23044"/>
                    </a:cubicBezTo>
                    <a:cubicBezTo>
                      <a:pt x="9882" y="22806"/>
                      <a:pt x="9931" y="22574"/>
                      <a:pt x="9931" y="22341"/>
                    </a:cubicBezTo>
                    <a:cubicBezTo>
                      <a:pt x="9947" y="20564"/>
                      <a:pt x="9925" y="18786"/>
                      <a:pt x="9844" y="17009"/>
                    </a:cubicBezTo>
                    <a:cubicBezTo>
                      <a:pt x="9769" y="15447"/>
                      <a:pt x="9645" y="13897"/>
                      <a:pt x="9369" y="12362"/>
                    </a:cubicBezTo>
                    <a:cubicBezTo>
                      <a:pt x="9229" y="11584"/>
                      <a:pt x="9072" y="10812"/>
                      <a:pt x="8672" y="10115"/>
                    </a:cubicBezTo>
                    <a:cubicBezTo>
                      <a:pt x="8515" y="9839"/>
                      <a:pt x="8397" y="9542"/>
                      <a:pt x="8240" y="9213"/>
                    </a:cubicBezTo>
                    <a:lnTo>
                      <a:pt x="8240" y="9213"/>
                    </a:lnTo>
                    <a:cubicBezTo>
                      <a:pt x="8396" y="9278"/>
                      <a:pt x="8479" y="9440"/>
                      <a:pt x="8623" y="9440"/>
                    </a:cubicBezTo>
                    <a:cubicBezTo>
                      <a:pt x="8659" y="9440"/>
                      <a:pt x="8698" y="9431"/>
                      <a:pt x="8742" y="9407"/>
                    </a:cubicBezTo>
                    <a:cubicBezTo>
                      <a:pt x="8683" y="9337"/>
                      <a:pt x="8629" y="9277"/>
                      <a:pt x="8548" y="9180"/>
                    </a:cubicBezTo>
                    <a:lnTo>
                      <a:pt x="8548" y="9180"/>
                    </a:lnTo>
                    <a:cubicBezTo>
                      <a:pt x="8569" y="9181"/>
                      <a:pt x="8591" y="9181"/>
                      <a:pt x="8612" y="9181"/>
                    </a:cubicBezTo>
                    <a:cubicBezTo>
                      <a:pt x="9435" y="9181"/>
                      <a:pt x="9990" y="8774"/>
                      <a:pt x="10379" y="8105"/>
                    </a:cubicBezTo>
                    <a:cubicBezTo>
                      <a:pt x="10633" y="7657"/>
                      <a:pt x="10806" y="7181"/>
                      <a:pt x="10909" y="6679"/>
                    </a:cubicBezTo>
                    <a:cubicBezTo>
                      <a:pt x="10974" y="6376"/>
                      <a:pt x="11017" y="6068"/>
                      <a:pt x="11071" y="5717"/>
                    </a:cubicBezTo>
                    <a:cubicBezTo>
                      <a:pt x="11346" y="6187"/>
                      <a:pt x="11546" y="6636"/>
                      <a:pt x="11881" y="7008"/>
                    </a:cubicBezTo>
                    <a:cubicBezTo>
                      <a:pt x="11395" y="6074"/>
                      <a:pt x="10968" y="5117"/>
                      <a:pt x="10482" y="4166"/>
                    </a:cubicBezTo>
                    <a:cubicBezTo>
                      <a:pt x="11368" y="3329"/>
                      <a:pt x="12216" y="2432"/>
                      <a:pt x="12940" y="1427"/>
                    </a:cubicBezTo>
                    <a:cubicBezTo>
                      <a:pt x="13091" y="1227"/>
                      <a:pt x="13118" y="1017"/>
                      <a:pt x="13000" y="774"/>
                    </a:cubicBezTo>
                    <a:lnTo>
                      <a:pt x="13000" y="774"/>
                    </a:lnTo>
                    <a:cubicBezTo>
                      <a:pt x="12692" y="1098"/>
                      <a:pt x="12395" y="1411"/>
                      <a:pt x="12092" y="1724"/>
                    </a:cubicBezTo>
                    <a:cubicBezTo>
                      <a:pt x="10909" y="2962"/>
                      <a:pt x="9623" y="4085"/>
                      <a:pt x="8094" y="4885"/>
                    </a:cubicBezTo>
                    <a:cubicBezTo>
                      <a:pt x="7221" y="5342"/>
                      <a:pt x="6320" y="5736"/>
                      <a:pt x="5324" y="5736"/>
                    </a:cubicBezTo>
                    <a:cubicBezTo>
                      <a:pt x="5155" y="5736"/>
                      <a:pt x="4984" y="5725"/>
                      <a:pt x="4809" y="5701"/>
                    </a:cubicBezTo>
                    <a:cubicBezTo>
                      <a:pt x="4453" y="5652"/>
                      <a:pt x="3691" y="5414"/>
                      <a:pt x="3475" y="5242"/>
                    </a:cubicBezTo>
                    <a:lnTo>
                      <a:pt x="3475" y="5242"/>
                    </a:lnTo>
                    <a:cubicBezTo>
                      <a:pt x="3566" y="5258"/>
                      <a:pt x="3648" y="5274"/>
                      <a:pt x="3729" y="5285"/>
                    </a:cubicBezTo>
                    <a:cubicBezTo>
                      <a:pt x="3956" y="5320"/>
                      <a:pt x="4183" y="5335"/>
                      <a:pt x="4408" y="5335"/>
                    </a:cubicBezTo>
                    <a:cubicBezTo>
                      <a:pt x="5058" y="5335"/>
                      <a:pt x="5697" y="5206"/>
                      <a:pt x="6327" y="5042"/>
                    </a:cubicBezTo>
                    <a:cubicBezTo>
                      <a:pt x="7565" y="4712"/>
                      <a:pt x="8667" y="4096"/>
                      <a:pt x="9715" y="3361"/>
                    </a:cubicBezTo>
                    <a:cubicBezTo>
                      <a:pt x="10914" y="2524"/>
                      <a:pt x="11935" y="1530"/>
                      <a:pt x="12778" y="336"/>
                    </a:cubicBezTo>
                    <a:cubicBezTo>
                      <a:pt x="12848" y="244"/>
                      <a:pt x="12973" y="152"/>
                      <a:pt x="128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6"/>
              <p:cNvSpPr/>
              <p:nvPr/>
            </p:nvSpPr>
            <p:spPr>
              <a:xfrm>
                <a:off x="3389647" y="729425"/>
                <a:ext cx="718517" cy="1120818"/>
              </a:xfrm>
              <a:custGeom>
                <a:avLst/>
                <a:gdLst/>
                <a:ahLst/>
                <a:cxnLst/>
                <a:rect l="l" t="t" r="r" b="b"/>
                <a:pathLst>
                  <a:path w="11752" h="18332" extrusionOk="0">
                    <a:moveTo>
                      <a:pt x="8548" y="240"/>
                    </a:moveTo>
                    <a:lnTo>
                      <a:pt x="8548" y="240"/>
                    </a:lnTo>
                    <a:cubicBezTo>
                      <a:pt x="8856" y="553"/>
                      <a:pt x="8986" y="926"/>
                      <a:pt x="8915" y="1369"/>
                    </a:cubicBezTo>
                    <a:cubicBezTo>
                      <a:pt x="8856" y="969"/>
                      <a:pt x="8775" y="580"/>
                      <a:pt x="8548" y="240"/>
                    </a:cubicBezTo>
                    <a:close/>
                    <a:moveTo>
                      <a:pt x="6554" y="1148"/>
                    </a:moveTo>
                    <a:lnTo>
                      <a:pt x="6554" y="1148"/>
                    </a:lnTo>
                    <a:cubicBezTo>
                      <a:pt x="6900" y="1158"/>
                      <a:pt x="7149" y="1337"/>
                      <a:pt x="7343" y="1601"/>
                    </a:cubicBezTo>
                    <a:cubicBezTo>
                      <a:pt x="7062" y="1477"/>
                      <a:pt x="6824" y="1288"/>
                      <a:pt x="6554" y="1148"/>
                    </a:cubicBezTo>
                    <a:close/>
                    <a:moveTo>
                      <a:pt x="7327" y="481"/>
                    </a:moveTo>
                    <a:cubicBezTo>
                      <a:pt x="7858" y="481"/>
                      <a:pt x="8656" y="1792"/>
                      <a:pt x="8656" y="2709"/>
                    </a:cubicBezTo>
                    <a:cubicBezTo>
                      <a:pt x="8397" y="1834"/>
                      <a:pt x="8110" y="980"/>
                      <a:pt x="7224" y="499"/>
                    </a:cubicBezTo>
                    <a:cubicBezTo>
                      <a:pt x="7257" y="487"/>
                      <a:pt x="7291" y="481"/>
                      <a:pt x="7327" y="481"/>
                    </a:cubicBezTo>
                    <a:close/>
                    <a:moveTo>
                      <a:pt x="3544" y="2458"/>
                    </a:moveTo>
                    <a:cubicBezTo>
                      <a:pt x="3631" y="2458"/>
                      <a:pt x="3730" y="2508"/>
                      <a:pt x="3853" y="2606"/>
                    </a:cubicBezTo>
                    <a:cubicBezTo>
                      <a:pt x="3637" y="2606"/>
                      <a:pt x="3453" y="2655"/>
                      <a:pt x="3221" y="2731"/>
                    </a:cubicBezTo>
                    <a:cubicBezTo>
                      <a:pt x="3332" y="2546"/>
                      <a:pt x="3428" y="2458"/>
                      <a:pt x="3544" y="2458"/>
                    </a:cubicBezTo>
                    <a:close/>
                    <a:moveTo>
                      <a:pt x="5001" y="1004"/>
                    </a:moveTo>
                    <a:cubicBezTo>
                      <a:pt x="6151" y="1004"/>
                      <a:pt x="7543" y="1664"/>
                      <a:pt x="8173" y="2743"/>
                    </a:cubicBezTo>
                    <a:lnTo>
                      <a:pt x="8173" y="2743"/>
                    </a:lnTo>
                    <a:cubicBezTo>
                      <a:pt x="8093" y="2796"/>
                      <a:pt x="8017" y="2816"/>
                      <a:pt x="7942" y="2816"/>
                    </a:cubicBezTo>
                    <a:cubicBezTo>
                      <a:pt x="7799" y="2816"/>
                      <a:pt x="7665" y="2742"/>
                      <a:pt x="7538" y="2682"/>
                    </a:cubicBezTo>
                    <a:cubicBezTo>
                      <a:pt x="7273" y="2552"/>
                      <a:pt x="7078" y="2336"/>
                      <a:pt x="6895" y="2109"/>
                    </a:cubicBezTo>
                    <a:cubicBezTo>
                      <a:pt x="6592" y="1731"/>
                      <a:pt x="6246" y="1423"/>
                      <a:pt x="5760" y="1288"/>
                    </a:cubicBezTo>
                    <a:lnTo>
                      <a:pt x="5760" y="1288"/>
                    </a:lnTo>
                    <a:cubicBezTo>
                      <a:pt x="5766" y="1326"/>
                      <a:pt x="5760" y="1353"/>
                      <a:pt x="5766" y="1353"/>
                    </a:cubicBezTo>
                    <a:cubicBezTo>
                      <a:pt x="6311" y="1542"/>
                      <a:pt x="6652" y="1963"/>
                      <a:pt x="6997" y="2385"/>
                    </a:cubicBezTo>
                    <a:cubicBezTo>
                      <a:pt x="7350" y="2816"/>
                      <a:pt x="7517" y="2931"/>
                      <a:pt x="7911" y="2931"/>
                    </a:cubicBezTo>
                    <a:cubicBezTo>
                      <a:pt x="8006" y="2931"/>
                      <a:pt x="8114" y="2925"/>
                      <a:pt x="8240" y="2914"/>
                    </a:cubicBezTo>
                    <a:lnTo>
                      <a:pt x="8240" y="2914"/>
                    </a:lnTo>
                    <a:cubicBezTo>
                      <a:pt x="8154" y="3014"/>
                      <a:pt x="7988" y="3068"/>
                      <a:pt x="7827" y="3068"/>
                    </a:cubicBezTo>
                    <a:cubicBezTo>
                      <a:pt x="7806" y="3068"/>
                      <a:pt x="7785" y="3067"/>
                      <a:pt x="7765" y="3066"/>
                    </a:cubicBezTo>
                    <a:cubicBezTo>
                      <a:pt x="7159" y="3006"/>
                      <a:pt x="6689" y="2731"/>
                      <a:pt x="6365" y="2206"/>
                    </a:cubicBezTo>
                    <a:cubicBezTo>
                      <a:pt x="6068" y="1731"/>
                      <a:pt x="5652" y="1407"/>
                      <a:pt x="5090" y="1304"/>
                    </a:cubicBezTo>
                    <a:cubicBezTo>
                      <a:pt x="4955" y="1280"/>
                      <a:pt x="4819" y="1268"/>
                      <a:pt x="4683" y="1268"/>
                    </a:cubicBezTo>
                    <a:cubicBezTo>
                      <a:pt x="4547" y="1268"/>
                      <a:pt x="4412" y="1280"/>
                      <a:pt x="4280" y="1304"/>
                    </a:cubicBezTo>
                    <a:cubicBezTo>
                      <a:pt x="4123" y="1331"/>
                      <a:pt x="3977" y="1320"/>
                      <a:pt x="3799" y="1337"/>
                    </a:cubicBezTo>
                    <a:cubicBezTo>
                      <a:pt x="4118" y="1110"/>
                      <a:pt x="4540" y="1004"/>
                      <a:pt x="5001" y="1004"/>
                    </a:cubicBezTo>
                    <a:close/>
                    <a:moveTo>
                      <a:pt x="3717" y="2747"/>
                    </a:moveTo>
                    <a:cubicBezTo>
                      <a:pt x="3822" y="2747"/>
                      <a:pt x="3924" y="2769"/>
                      <a:pt x="4010" y="2817"/>
                    </a:cubicBezTo>
                    <a:cubicBezTo>
                      <a:pt x="4134" y="2887"/>
                      <a:pt x="4145" y="3001"/>
                      <a:pt x="4166" y="3114"/>
                    </a:cubicBezTo>
                    <a:cubicBezTo>
                      <a:pt x="4188" y="3244"/>
                      <a:pt x="4058" y="3228"/>
                      <a:pt x="3999" y="3271"/>
                    </a:cubicBezTo>
                    <a:cubicBezTo>
                      <a:pt x="3864" y="3357"/>
                      <a:pt x="3723" y="3433"/>
                      <a:pt x="3561" y="3525"/>
                    </a:cubicBezTo>
                    <a:cubicBezTo>
                      <a:pt x="3415" y="3346"/>
                      <a:pt x="3221" y="3228"/>
                      <a:pt x="2999" y="3163"/>
                    </a:cubicBezTo>
                    <a:cubicBezTo>
                      <a:pt x="3114" y="2910"/>
                      <a:pt x="3430" y="2747"/>
                      <a:pt x="3717" y="2747"/>
                    </a:cubicBezTo>
                    <a:close/>
                    <a:moveTo>
                      <a:pt x="9591" y="780"/>
                    </a:moveTo>
                    <a:lnTo>
                      <a:pt x="9591" y="780"/>
                    </a:lnTo>
                    <a:cubicBezTo>
                      <a:pt x="10082" y="1261"/>
                      <a:pt x="9769" y="2655"/>
                      <a:pt x="9158" y="3568"/>
                    </a:cubicBezTo>
                    <a:cubicBezTo>
                      <a:pt x="9315" y="3120"/>
                      <a:pt x="9510" y="2687"/>
                      <a:pt x="9591" y="2223"/>
                    </a:cubicBezTo>
                    <a:cubicBezTo>
                      <a:pt x="9666" y="1753"/>
                      <a:pt x="9704" y="1277"/>
                      <a:pt x="9591" y="780"/>
                    </a:cubicBezTo>
                    <a:close/>
                    <a:moveTo>
                      <a:pt x="4199" y="3314"/>
                    </a:moveTo>
                    <a:cubicBezTo>
                      <a:pt x="4220" y="3417"/>
                      <a:pt x="4242" y="3525"/>
                      <a:pt x="4264" y="3644"/>
                    </a:cubicBezTo>
                    <a:cubicBezTo>
                      <a:pt x="4091" y="3719"/>
                      <a:pt x="3918" y="3800"/>
                      <a:pt x="3729" y="3881"/>
                    </a:cubicBezTo>
                    <a:cubicBezTo>
                      <a:pt x="3621" y="3573"/>
                      <a:pt x="3707" y="3476"/>
                      <a:pt x="4199" y="3314"/>
                    </a:cubicBezTo>
                    <a:close/>
                    <a:moveTo>
                      <a:pt x="2229" y="3047"/>
                    </a:moveTo>
                    <a:cubicBezTo>
                      <a:pt x="2293" y="3047"/>
                      <a:pt x="2358" y="3064"/>
                      <a:pt x="2427" y="3098"/>
                    </a:cubicBezTo>
                    <a:cubicBezTo>
                      <a:pt x="1994" y="3249"/>
                      <a:pt x="1713" y="3482"/>
                      <a:pt x="1757" y="3979"/>
                    </a:cubicBezTo>
                    <a:cubicBezTo>
                      <a:pt x="1622" y="3741"/>
                      <a:pt x="1681" y="3438"/>
                      <a:pt x="1897" y="3217"/>
                    </a:cubicBezTo>
                    <a:cubicBezTo>
                      <a:pt x="2002" y="3105"/>
                      <a:pt x="2112" y="3047"/>
                      <a:pt x="2229" y="3047"/>
                    </a:cubicBezTo>
                    <a:close/>
                    <a:moveTo>
                      <a:pt x="2950" y="3272"/>
                    </a:moveTo>
                    <a:cubicBezTo>
                      <a:pt x="2961" y="3272"/>
                      <a:pt x="2974" y="3273"/>
                      <a:pt x="2989" y="3276"/>
                    </a:cubicBezTo>
                    <a:cubicBezTo>
                      <a:pt x="3221" y="3325"/>
                      <a:pt x="3572" y="3665"/>
                      <a:pt x="3621" y="3892"/>
                    </a:cubicBezTo>
                    <a:cubicBezTo>
                      <a:pt x="3653" y="4022"/>
                      <a:pt x="3534" y="4027"/>
                      <a:pt x="3486" y="4092"/>
                    </a:cubicBezTo>
                    <a:cubicBezTo>
                      <a:pt x="3286" y="3844"/>
                      <a:pt x="3178" y="3509"/>
                      <a:pt x="2783" y="3433"/>
                    </a:cubicBezTo>
                    <a:cubicBezTo>
                      <a:pt x="2850" y="3356"/>
                      <a:pt x="2862" y="3272"/>
                      <a:pt x="2950" y="3272"/>
                    </a:cubicBezTo>
                    <a:close/>
                    <a:moveTo>
                      <a:pt x="6430" y="3330"/>
                    </a:moveTo>
                    <a:lnTo>
                      <a:pt x="6430" y="3330"/>
                    </a:lnTo>
                    <a:cubicBezTo>
                      <a:pt x="6841" y="3685"/>
                      <a:pt x="7182" y="3854"/>
                      <a:pt x="7540" y="3854"/>
                    </a:cubicBezTo>
                    <a:cubicBezTo>
                      <a:pt x="7793" y="3854"/>
                      <a:pt x="8054" y="3769"/>
                      <a:pt x="8353" y="3606"/>
                    </a:cubicBezTo>
                    <a:lnTo>
                      <a:pt x="8353" y="3606"/>
                    </a:lnTo>
                    <a:cubicBezTo>
                      <a:pt x="8370" y="3865"/>
                      <a:pt x="8110" y="4103"/>
                      <a:pt x="7754" y="4157"/>
                    </a:cubicBezTo>
                    <a:cubicBezTo>
                      <a:pt x="7704" y="4164"/>
                      <a:pt x="7653" y="4167"/>
                      <a:pt x="7603" y="4167"/>
                    </a:cubicBezTo>
                    <a:cubicBezTo>
                      <a:pt x="7106" y="4167"/>
                      <a:pt x="6617" y="3836"/>
                      <a:pt x="6430" y="3330"/>
                    </a:cubicBezTo>
                    <a:close/>
                    <a:moveTo>
                      <a:pt x="2452" y="3265"/>
                    </a:moveTo>
                    <a:cubicBezTo>
                      <a:pt x="2512" y="3265"/>
                      <a:pt x="2569" y="3277"/>
                      <a:pt x="2621" y="3303"/>
                    </a:cubicBezTo>
                    <a:cubicBezTo>
                      <a:pt x="2416" y="3649"/>
                      <a:pt x="2292" y="4016"/>
                      <a:pt x="2259" y="4438"/>
                    </a:cubicBezTo>
                    <a:cubicBezTo>
                      <a:pt x="1870" y="4249"/>
                      <a:pt x="1751" y="3952"/>
                      <a:pt x="1930" y="3606"/>
                    </a:cubicBezTo>
                    <a:cubicBezTo>
                      <a:pt x="2034" y="3402"/>
                      <a:pt x="2253" y="3265"/>
                      <a:pt x="2452" y="3265"/>
                    </a:cubicBezTo>
                    <a:close/>
                    <a:moveTo>
                      <a:pt x="3395" y="1619"/>
                    </a:moveTo>
                    <a:cubicBezTo>
                      <a:pt x="3446" y="1619"/>
                      <a:pt x="3495" y="1623"/>
                      <a:pt x="3540" y="1634"/>
                    </a:cubicBezTo>
                    <a:cubicBezTo>
                      <a:pt x="4091" y="1758"/>
                      <a:pt x="4582" y="1996"/>
                      <a:pt x="4955" y="2439"/>
                    </a:cubicBezTo>
                    <a:cubicBezTo>
                      <a:pt x="5123" y="2639"/>
                      <a:pt x="5323" y="2763"/>
                      <a:pt x="5603" y="2779"/>
                    </a:cubicBezTo>
                    <a:cubicBezTo>
                      <a:pt x="5982" y="2801"/>
                      <a:pt x="6198" y="3044"/>
                      <a:pt x="6322" y="3406"/>
                    </a:cubicBezTo>
                    <a:cubicBezTo>
                      <a:pt x="6507" y="3971"/>
                      <a:pt x="6999" y="4311"/>
                      <a:pt x="7581" y="4311"/>
                    </a:cubicBezTo>
                    <a:cubicBezTo>
                      <a:pt x="7611" y="4311"/>
                      <a:pt x="7642" y="4310"/>
                      <a:pt x="7673" y="4308"/>
                    </a:cubicBezTo>
                    <a:cubicBezTo>
                      <a:pt x="7937" y="4292"/>
                      <a:pt x="8148" y="4146"/>
                      <a:pt x="8359" y="3984"/>
                    </a:cubicBezTo>
                    <a:lnTo>
                      <a:pt x="8359" y="3984"/>
                    </a:lnTo>
                    <a:cubicBezTo>
                      <a:pt x="8402" y="4400"/>
                      <a:pt x="8256" y="4762"/>
                      <a:pt x="7921" y="5081"/>
                    </a:cubicBezTo>
                    <a:cubicBezTo>
                      <a:pt x="7829" y="4978"/>
                      <a:pt x="7728" y="4943"/>
                      <a:pt x="7615" y="4943"/>
                    </a:cubicBezTo>
                    <a:cubicBezTo>
                      <a:pt x="7542" y="4943"/>
                      <a:pt x="7465" y="4957"/>
                      <a:pt x="7381" y="4978"/>
                    </a:cubicBezTo>
                    <a:cubicBezTo>
                      <a:pt x="7324" y="4992"/>
                      <a:pt x="7270" y="4998"/>
                      <a:pt x="7217" y="4998"/>
                    </a:cubicBezTo>
                    <a:cubicBezTo>
                      <a:pt x="6938" y="4998"/>
                      <a:pt x="6711" y="4820"/>
                      <a:pt x="6511" y="4611"/>
                    </a:cubicBezTo>
                    <a:cubicBezTo>
                      <a:pt x="6371" y="4459"/>
                      <a:pt x="6246" y="4287"/>
                      <a:pt x="6068" y="4173"/>
                    </a:cubicBezTo>
                    <a:lnTo>
                      <a:pt x="6068" y="4173"/>
                    </a:lnTo>
                    <a:cubicBezTo>
                      <a:pt x="6252" y="4535"/>
                      <a:pt x="6473" y="4865"/>
                      <a:pt x="6878" y="5075"/>
                    </a:cubicBezTo>
                    <a:cubicBezTo>
                      <a:pt x="6772" y="5130"/>
                      <a:pt x="6674" y="5155"/>
                      <a:pt x="6582" y="5155"/>
                    </a:cubicBezTo>
                    <a:cubicBezTo>
                      <a:pt x="6447" y="5155"/>
                      <a:pt x="6327" y="5100"/>
                      <a:pt x="6214" y="5000"/>
                    </a:cubicBezTo>
                    <a:cubicBezTo>
                      <a:pt x="5906" y="4730"/>
                      <a:pt x="5771" y="4362"/>
                      <a:pt x="5657" y="3984"/>
                    </a:cubicBezTo>
                    <a:cubicBezTo>
                      <a:pt x="5506" y="3509"/>
                      <a:pt x="5420" y="3006"/>
                      <a:pt x="5004" y="2655"/>
                    </a:cubicBezTo>
                    <a:cubicBezTo>
                      <a:pt x="4788" y="2471"/>
                      <a:pt x="4555" y="2336"/>
                      <a:pt x="4253" y="2331"/>
                    </a:cubicBezTo>
                    <a:lnTo>
                      <a:pt x="4253" y="2331"/>
                    </a:lnTo>
                    <a:cubicBezTo>
                      <a:pt x="4696" y="2498"/>
                      <a:pt x="5058" y="2774"/>
                      <a:pt x="5241" y="3211"/>
                    </a:cubicBezTo>
                    <a:cubicBezTo>
                      <a:pt x="5414" y="3622"/>
                      <a:pt x="5539" y="4054"/>
                      <a:pt x="5679" y="4481"/>
                    </a:cubicBezTo>
                    <a:cubicBezTo>
                      <a:pt x="5572" y="4514"/>
                      <a:pt x="5470" y="4530"/>
                      <a:pt x="5375" y="4530"/>
                    </a:cubicBezTo>
                    <a:cubicBezTo>
                      <a:pt x="4777" y="4530"/>
                      <a:pt x="4428" y="3925"/>
                      <a:pt x="4377" y="3417"/>
                    </a:cubicBezTo>
                    <a:cubicBezTo>
                      <a:pt x="4328" y="2974"/>
                      <a:pt x="4199" y="2590"/>
                      <a:pt x="3777" y="2352"/>
                    </a:cubicBezTo>
                    <a:cubicBezTo>
                      <a:pt x="3653" y="2285"/>
                      <a:pt x="3530" y="2248"/>
                      <a:pt x="3407" y="2248"/>
                    </a:cubicBezTo>
                    <a:cubicBezTo>
                      <a:pt x="3312" y="2248"/>
                      <a:pt x="3218" y="2270"/>
                      <a:pt x="3124" y="2320"/>
                    </a:cubicBezTo>
                    <a:cubicBezTo>
                      <a:pt x="2913" y="2433"/>
                      <a:pt x="2848" y="2628"/>
                      <a:pt x="2907" y="2866"/>
                    </a:cubicBezTo>
                    <a:cubicBezTo>
                      <a:pt x="2945" y="3026"/>
                      <a:pt x="2770" y="3054"/>
                      <a:pt x="2730" y="3196"/>
                    </a:cubicBezTo>
                    <a:lnTo>
                      <a:pt x="2730" y="3196"/>
                    </a:lnTo>
                    <a:cubicBezTo>
                      <a:pt x="2399" y="2878"/>
                      <a:pt x="2287" y="2400"/>
                      <a:pt x="2437" y="2120"/>
                    </a:cubicBezTo>
                    <a:cubicBezTo>
                      <a:pt x="2588" y="1847"/>
                      <a:pt x="3047" y="1619"/>
                      <a:pt x="3395" y="1619"/>
                    </a:cubicBezTo>
                    <a:close/>
                    <a:moveTo>
                      <a:pt x="8597" y="4616"/>
                    </a:moveTo>
                    <a:lnTo>
                      <a:pt x="8597" y="4616"/>
                    </a:lnTo>
                    <a:cubicBezTo>
                      <a:pt x="8705" y="4886"/>
                      <a:pt x="8883" y="5119"/>
                      <a:pt x="9023" y="5367"/>
                    </a:cubicBezTo>
                    <a:cubicBezTo>
                      <a:pt x="8769" y="5178"/>
                      <a:pt x="8607" y="4940"/>
                      <a:pt x="8597" y="4616"/>
                    </a:cubicBezTo>
                    <a:close/>
                    <a:moveTo>
                      <a:pt x="2895" y="5081"/>
                    </a:moveTo>
                    <a:cubicBezTo>
                      <a:pt x="3018" y="5081"/>
                      <a:pt x="3144" y="5117"/>
                      <a:pt x="3264" y="5167"/>
                    </a:cubicBezTo>
                    <a:cubicBezTo>
                      <a:pt x="3486" y="5259"/>
                      <a:pt x="3513" y="5486"/>
                      <a:pt x="3491" y="5734"/>
                    </a:cubicBezTo>
                    <a:cubicBezTo>
                      <a:pt x="3194" y="5659"/>
                      <a:pt x="2945" y="5535"/>
                      <a:pt x="2654" y="5535"/>
                    </a:cubicBezTo>
                    <a:cubicBezTo>
                      <a:pt x="2481" y="5535"/>
                      <a:pt x="2556" y="5351"/>
                      <a:pt x="2481" y="5259"/>
                    </a:cubicBezTo>
                    <a:cubicBezTo>
                      <a:pt x="2611" y="5129"/>
                      <a:pt x="2752" y="5081"/>
                      <a:pt x="2895" y="5081"/>
                    </a:cubicBezTo>
                    <a:close/>
                    <a:moveTo>
                      <a:pt x="7633" y="5091"/>
                    </a:moveTo>
                    <a:cubicBezTo>
                      <a:pt x="7767" y="5091"/>
                      <a:pt x="7798" y="5236"/>
                      <a:pt x="7840" y="5335"/>
                    </a:cubicBezTo>
                    <a:cubicBezTo>
                      <a:pt x="8013" y="5734"/>
                      <a:pt x="7959" y="6080"/>
                      <a:pt x="7689" y="6350"/>
                    </a:cubicBezTo>
                    <a:lnTo>
                      <a:pt x="7689" y="6356"/>
                    </a:lnTo>
                    <a:cubicBezTo>
                      <a:pt x="7543" y="6064"/>
                      <a:pt x="7527" y="5767"/>
                      <a:pt x="7640" y="5459"/>
                    </a:cubicBezTo>
                    <a:lnTo>
                      <a:pt x="7640" y="5459"/>
                    </a:lnTo>
                    <a:cubicBezTo>
                      <a:pt x="7484" y="5502"/>
                      <a:pt x="7467" y="5513"/>
                      <a:pt x="7359" y="5772"/>
                    </a:cubicBezTo>
                    <a:cubicBezTo>
                      <a:pt x="7251" y="5632"/>
                      <a:pt x="7208" y="5491"/>
                      <a:pt x="7284" y="5329"/>
                    </a:cubicBezTo>
                    <a:cubicBezTo>
                      <a:pt x="7349" y="5183"/>
                      <a:pt x="7473" y="5102"/>
                      <a:pt x="7619" y="5092"/>
                    </a:cubicBezTo>
                    <a:cubicBezTo>
                      <a:pt x="7624" y="5091"/>
                      <a:pt x="7628" y="5091"/>
                      <a:pt x="7633" y="5091"/>
                    </a:cubicBezTo>
                    <a:close/>
                    <a:moveTo>
                      <a:pt x="8472" y="4730"/>
                    </a:moveTo>
                    <a:cubicBezTo>
                      <a:pt x="8451" y="4983"/>
                      <a:pt x="8618" y="5173"/>
                      <a:pt x="8640" y="5416"/>
                    </a:cubicBezTo>
                    <a:cubicBezTo>
                      <a:pt x="8683" y="5853"/>
                      <a:pt x="8526" y="6215"/>
                      <a:pt x="8299" y="6561"/>
                    </a:cubicBezTo>
                    <a:cubicBezTo>
                      <a:pt x="8154" y="6788"/>
                      <a:pt x="8008" y="7020"/>
                      <a:pt x="7916" y="7274"/>
                    </a:cubicBezTo>
                    <a:cubicBezTo>
                      <a:pt x="7840" y="7490"/>
                      <a:pt x="7835" y="7706"/>
                      <a:pt x="7927" y="7950"/>
                    </a:cubicBezTo>
                    <a:cubicBezTo>
                      <a:pt x="7721" y="7836"/>
                      <a:pt x="7683" y="7669"/>
                      <a:pt x="7662" y="7496"/>
                    </a:cubicBezTo>
                    <a:cubicBezTo>
                      <a:pt x="7613" y="7172"/>
                      <a:pt x="7721" y="6853"/>
                      <a:pt x="7716" y="6534"/>
                    </a:cubicBezTo>
                    <a:cubicBezTo>
                      <a:pt x="7716" y="6502"/>
                      <a:pt x="7743" y="6475"/>
                      <a:pt x="7765" y="6448"/>
                    </a:cubicBezTo>
                    <a:cubicBezTo>
                      <a:pt x="8116" y="5945"/>
                      <a:pt x="8143" y="5772"/>
                      <a:pt x="7975" y="5237"/>
                    </a:cubicBezTo>
                    <a:cubicBezTo>
                      <a:pt x="8072" y="5129"/>
                      <a:pt x="8143" y="5048"/>
                      <a:pt x="8218" y="4967"/>
                    </a:cubicBezTo>
                    <a:cubicBezTo>
                      <a:pt x="8289" y="4886"/>
                      <a:pt x="8348" y="4794"/>
                      <a:pt x="8472" y="4730"/>
                    </a:cubicBezTo>
                    <a:close/>
                    <a:moveTo>
                      <a:pt x="7163" y="5122"/>
                    </a:moveTo>
                    <a:cubicBezTo>
                      <a:pt x="7176" y="5122"/>
                      <a:pt x="7189" y="5123"/>
                      <a:pt x="7203" y="5124"/>
                    </a:cubicBezTo>
                    <a:cubicBezTo>
                      <a:pt x="7051" y="5551"/>
                      <a:pt x="7186" y="5891"/>
                      <a:pt x="7435" y="6237"/>
                    </a:cubicBezTo>
                    <a:cubicBezTo>
                      <a:pt x="7656" y="6545"/>
                      <a:pt x="7716" y="6847"/>
                      <a:pt x="7267" y="7069"/>
                    </a:cubicBezTo>
                    <a:cubicBezTo>
                      <a:pt x="7068" y="7166"/>
                      <a:pt x="6960" y="7317"/>
                      <a:pt x="6987" y="7555"/>
                    </a:cubicBezTo>
                    <a:cubicBezTo>
                      <a:pt x="7003" y="7717"/>
                      <a:pt x="6992" y="7879"/>
                      <a:pt x="6992" y="8052"/>
                    </a:cubicBezTo>
                    <a:cubicBezTo>
                      <a:pt x="6473" y="7690"/>
                      <a:pt x="6446" y="7301"/>
                      <a:pt x="6911" y="6874"/>
                    </a:cubicBezTo>
                    <a:cubicBezTo>
                      <a:pt x="7305" y="6518"/>
                      <a:pt x="7300" y="6129"/>
                      <a:pt x="6873" y="5772"/>
                    </a:cubicBezTo>
                    <a:cubicBezTo>
                      <a:pt x="6722" y="5643"/>
                      <a:pt x="6587" y="5513"/>
                      <a:pt x="6522" y="5297"/>
                    </a:cubicBezTo>
                    <a:lnTo>
                      <a:pt x="6522" y="5297"/>
                    </a:lnTo>
                    <a:cubicBezTo>
                      <a:pt x="6528" y="5297"/>
                      <a:pt x="6534" y="5297"/>
                      <a:pt x="6540" y="5297"/>
                    </a:cubicBezTo>
                    <a:cubicBezTo>
                      <a:pt x="6762" y="5297"/>
                      <a:pt x="6922" y="5122"/>
                      <a:pt x="7163" y="5122"/>
                    </a:cubicBezTo>
                    <a:close/>
                    <a:moveTo>
                      <a:pt x="7392" y="9300"/>
                    </a:moveTo>
                    <a:lnTo>
                      <a:pt x="7392" y="9300"/>
                    </a:lnTo>
                    <a:cubicBezTo>
                      <a:pt x="7419" y="9624"/>
                      <a:pt x="7376" y="9927"/>
                      <a:pt x="7473" y="10251"/>
                    </a:cubicBezTo>
                    <a:cubicBezTo>
                      <a:pt x="7257" y="10181"/>
                      <a:pt x="7003" y="10251"/>
                      <a:pt x="6970" y="9997"/>
                    </a:cubicBezTo>
                    <a:cubicBezTo>
                      <a:pt x="6933" y="9689"/>
                      <a:pt x="7127" y="9484"/>
                      <a:pt x="7392" y="9300"/>
                    </a:cubicBezTo>
                    <a:close/>
                    <a:moveTo>
                      <a:pt x="4528" y="9268"/>
                    </a:moveTo>
                    <a:lnTo>
                      <a:pt x="4528" y="9268"/>
                    </a:lnTo>
                    <a:cubicBezTo>
                      <a:pt x="4593" y="9619"/>
                      <a:pt x="4631" y="9932"/>
                      <a:pt x="4501" y="10316"/>
                    </a:cubicBezTo>
                    <a:cubicBezTo>
                      <a:pt x="4469" y="10089"/>
                      <a:pt x="4447" y="9938"/>
                      <a:pt x="4420" y="9792"/>
                    </a:cubicBezTo>
                    <a:cubicBezTo>
                      <a:pt x="4393" y="9641"/>
                      <a:pt x="4328" y="9506"/>
                      <a:pt x="4226" y="9365"/>
                    </a:cubicBezTo>
                    <a:cubicBezTo>
                      <a:pt x="4323" y="9311"/>
                      <a:pt x="4431" y="9360"/>
                      <a:pt x="4528" y="9273"/>
                    </a:cubicBezTo>
                    <a:lnTo>
                      <a:pt x="4528" y="9268"/>
                    </a:lnTo>
                    <a:close/>
                    <a:moveTo>
                      <a:pt x="7116" y="7793"/>
                    </a:moveTo>
                    <a:lnTo>
                      <a:pt x="7116" y="7793"/>
                    </a:lnTo>
                    <a:cubicBezTo>
                      <a:pt x="7278" y="7993"/>
                      <a:pt x="7457" y="8144"/>
                      <a:pt x="7538" y="8366"/>
                    </a:cubicBezTo>
                    <a:cubicBezTo>
                      <a:pt x="7640" y="8652"/>
                      <a:pt x="7548" y="8944"/>
                      <a:pt x="7294" y="9160"/>
                    </a:cubicBezTo>
                    <a:cubicBezTo>
                      <a:pt x="7127" y="9300"/>
                      <a:pt x="6965" y="9446"/>
                      <a:pt x="6884" y="9662"/>
                    </a:cubicBezTo>
                    <a:cubicBezTo>
                      <a:pt x="6733" y="10084"/>
                      <a:pt x="6862" y="10284"/>
                      <a:pt x="7327" y="10327"/>
                    </a:cubicBezTo>
                    <a:cubicBezTo>
                      <a:pt x="7254" y="10420"/>
                      <a:pt x="7169" y="10466"/>
                      <a:pt x="7084" y="10466"/>
                    </a:cubicBezTo>
                    <a:cubicBezTo>
                      <a:pt x="6991" y="10466"/>
                      <a:pt x="6898" y="10412"/>
                      <a:pt x="6819" y="10305"/>
                    </a:cubicBezTo>
                    <a:cubicBezTo>
                      <a:pt x="6630" y="10051"/>
                      <a:pt x="6619" y="9603"/>
                      <a:pt x="6873" y="9419"/>
                    </a:cubicBezTo>
                    <a:cubicBezTo>
                      <a:pt x="7413" y="9030"/>
                      <a:pt x="7257" y="8544"/>
                      <a:pt x="7138" y="8047"/>
                    </a:cubicBezTo>
                    <a:cubicBezTo>
                      <a:pt x="7122" y="7971"/>
                      <a:pt x="7068" y="7906"/>
                      <a:pt x="7116" y="7793"/>
                    </a:cubicBezTo>
                    <a:close/>
                    <a:moveTo>
                      <a:pt x="7478" y="7134"/>
                    </a:moveTo>
                    <a:cubicBezTo>
                      <a:pt x="7484" y="7139"/>
                      <a:pt x="7494" y="7145"/>
                      <a:pt x="7494" y="7150"/>
                    </a:cubicBezTo>
                    <a:cubicBezTo>
                      <a:pt x="7403" y="7717"/>
                      <a:pt x="7667" y="8085"/>
                      <a:pt x="8127" y="8398"/>
                    </a:cubicBezTo>
                    <a:cubicBezTo>
                      <a:pt x="8526" y="8674"/>
                      <a:pt x="8516" y="8906"/>
                      <a:pt x="8208" y="9327"/>
                    </a:cubicBezTo>
                    <a:cubicBezTo>
                      <a:pt x="7700" y="10024"/>
                      <a:pt x="7727" y="10716"/>
                      <a:pt x="8289" y="11342"/>
                    </a:cubicBezTo>
                    <a:cubicBezTo>
                      <a:pt x="8391" y="11456"/>
                      <a:pt x="8505" y="11564"/>
                      <a:pt x="8661" y="11596"/>
                    </a:cubicBezTo>
                    <a:cubicBezTo>
                      <a:pt x="9018" y="11667"/>
                      <a:pt x="9148" y="11921"/>
                      <a:pt x="9196" y="12277"/>
                    </a:cubicBezTo>
                    <a:cubicBezTo>
                      <a:pt x="8672" y="12056"/>
                      <a:pt x="8278" y="11715"/>
                      <a:pt x="7927" y="11332"/>
                    </a:cubicBezTo>
                    <a:cubicBezTo>
                      <a:pt x="7694" y="11078"/>
                      <a:pt x="7711" y="10732"/>
                      <a:pt x="7662" y="10419"/>
                    </a:cubicBezTo>
                    <a:cubicBezTo>
                      <a:pt x="7613" y="10105"/>
                      <a:pt x="7592" y="9792"/>
                      <a:pt x="7565" y="9479"/>
                    </a:cubicBezTo>
                    <a:cubicBezTo>
                      <a:pt x="7548" y="9322"/>
                      <a:pt x="7548" y="9165"/>
                      <a:pt x="7619" y="9009"/>
                    </a:cubicBezTo>
                    <a:cubicBezTo>
                      <a:pt x="7748" y="8690"/>
                      <a:pt x="7711" y="8376"/>
                      <a:pt x="7511" y="8090"/>
                    </a:cubicBezTo>
                    <a:cubicBezTo>
                      <a:pt x="7440" y="7993"/>
                      <a:pt x="7359" y="7906"/>
                      <a:pt x="7284" y="7809"/>
                    </a:cubicBezTo>
                    <a:cubicBezTo>
                      <a:pt x="7046" y="7501"/>
                      <a:pt x="7100" y="7296"/>
                      <a:pt x="7478" y="7134"/>
                    </a:cubicBezTo>
                    <a:close/>
                    <a:moveTo>
                      <a:pt x="8597" y="8884"/>
                    </a:moveTo>
                    <a:cubicBezTo>
                      <a:pt x="8964" y="9122"/>
                      <a:pt x="9034" y="9381"/>
                      <a:pt x="8840" y="9749"/>
                    </a:cubicBezTo>
                    <a:cubicBezTo>
                      <a:pt x="8769" y="9878"/>
                      <a:pt x="8694" y="10003"/>
                      <a:pt x="8645" y="10138"/>
                    </a:cubicBezTo>
                    <a:cubicBezTo>
                      <a:pt x="8483" y="10559"/>
                      <a:pt x="8688" y="10889"/>
                      <a:pt x="9142" y="10926"/>
                    </a:cubicBezTo>
                    <a:cubicBezTo>
                      <a:pt x="9277" y="10937"/>
                      <a:pt x="9412" y="10948"/>
                      <a:pt x="9526" y="11029"/>
                    </a:cubicBezTo>
                    <a:cubicBezTo>
                      <a:pt x="9774" y="11197"/>
                      <a:pt x="9839" y="11413"/>
                      <a:pt x="9720" y="11721"/>
                    </a:cubicBezTo>
                    <a:cubicBezTo>
                      <a:pt x="9628" y="11969"/>
                      <a:pt x="9499" y="12212"/>
                      <a:pt x="9580" y="12515"/>
                    </a:cubicBezTo>
                    <a:cubicBezTo>
                      <a:pt x="9391" y="12445"/>
                      <a:pt x="9288" y="12364"/>
                      <a:pt x="9277" y="12147"/>
                    </a:cubicBezTo>
                    <a:cubicBezTo>
                      <a:pt x="9261" y="11796"/>
                      <a:pt x="9061" y="11580"/>
                      <a:pt x="8699" y="11472"/>
                    </a:cubicBezTo>
                    <a:cubicBezTo>
                      <a:pt x="8170" y="11326"/>
                      <a:pt x="7867" y="10613"/>
                      <a:pt x="8040" y="10024"/>
                    </a:cubicBezTo>
                    <a:cubicBezTo>
                      <a:pt x="8099" y="9819"/>
                      <a:pt x="8186" y="9624"/>
                      <a:pt x="8310" y="9452"/>
                    </a:cubicBezTo>
                    <a:cubicBezTo>
                      <a:pt x="8434" y="9279"/>
                      <a:pt x="8548" y="9100"/>
                      <a:pt x="8597" y="8884"/>
                    </a:cubicBezTo>
                    <a:close/>
                    <a:moveTo>
                      <a:pt x="4361" y="10710"/>
                    </a:moveTo>
                    <a:lnTo>
                      <a:pt x="4361" y="10710"/>
                    </a:lnTo>
                    <a:cubicBezTo>
                      <a:pt x="4388" y="11083"/>
                      <a:pt x="4334" y="11164"/>
                      <a:pt x="4004" y="11283"/>
                    </a:cubicBezTo>
                    <a:cubicBezTo>
                      <a:pt x="3637" y="11413"/>
                      <a:pt x="3534" y="11715"/>
                      <a:pt x="3767" y="12039"/>
                    </a:cubicBezTo>
                    <a:cubicBezTo>
                      <a:pt x="3966" y="12320"/>
                      <a:pt x="4058" y="12623"/>
                      <a:pt x="3902" y="12925"/>
                    </a:cubicBezTo>
                    <a:cubicBezTo>
                      <a:pt x="3731" y="13246"/>
                      <a:pt x="3467" y="13467"/>
                      <a:pt x="3071" y="13467"/>
                    </a:cubicBezTo>
                    <a:cubicBezTo>
                      <a:pt x="3053" y="13467"/>
                      <a:pt x="3034" y="13467"/>
                      <a:pt x="3016" y="13466"/>
                    </a:cubicBezTo>
                    <a:cubicBezTo>
                      <a:pt x="2999" y="13465"/>
                      <a:pt x="2982" y="13464"/>
                      <a:pt x="2965" y="13464"/>
                    </a:cubicBezTo>
                    <a:cubicBezTo>
                      <a:pt x="2784" y="13464"/>
                      <a:pt x="2618" y="13521"/>
                      <a:pt x="2524" y="13709"/>
                    </a:cubicBezTo>
                    <a:cubicBezTo>
                      <a:pt x="2416" y="13920"/>
                      <a:pt x="2535" y="14065"/>
                      <a:pt x="2654" y="14217"/>
                    </a:cubicBezTo>
                    <a:cubicBezTo>
                      <a:pt x="2690" y="14258"/>
                      <a:pt x="2741" y="14295"/>
                      <a:pt x="2731" y="14360"/>
                    </a:cubicBezTo>
                    <a:lnTo>
                      <a:pt x="2731" y="14360"/>
                    </a:lnTo>
                    <a:cubicBezTo>
                      <a:pt x="2624" y="14296"/>
                      <a:pt x="2523" y="14227"/>
                      <a:pt x="2416" y="14163"/>
                    </a:cubicBezTo>
                    <a:cubicBezTo>
                      <a:pt x="2173" y="14006"/>
                      <a:pt x="2043" y="13768"/>
                      <a:pt x="2075" y="13493"/>
                    </a:cubicBezTo>
                    <a:cubicBezTo>
                      <a:pt x="2113" y="13212"/>
                      <a:pt x="2319" y="13061"/>
                      <a:pt x="2605" y="13023"/>
                    </a:cubicBezTo>
                    <a:cubicBezTo>
                      <a:pt x="2762" y="13001"/>
                      <a:pt x="2918" y="12963"/>
                      <a:pt x="3080" y="12931"/>
                    </a:cubicBezTo>
                    <a:cubicBezTo>
                      <a:pt x="3388" y="12861"/>
                      <a:pt x="3469" y="12709"/>
                      <a:pt x="3356" y="12412"/>
                    </a:cubicBezTo>
                    <a:cubicBezTo>
                      <a:pt x="3307" y="12283"/>
                      <a:pt x="3248" y="12164"/>
                      <a:pt x="3183" y="12045"/>
                    </a:cubicBezTo>
                    <a:cubicBezTo>
                      <a:pt x="3016" y="11731"/>
                      <a:pt x="3070" y="11478"/>
                      <a:pt x="3372" y="11278"/>
                    </a:cubicBezTo>
                    <a:cubicBezTo>
                      <a:pt x="3464" y="11218"/>
                      <a:pt x="3561" y="11170"/>
                      <a:pt x="3664" y="11132"/>
                    </a:cubicBezTo>
                    <a:cubicBezTo>
                      <a:pt x="4080" y="10980"/>
                      <a:pt x="4085" y="10986"/>
                      <a:pt x="4361" y="10710"/>
                    </a:cubicBezTo>
                    <a:close/>
                    <a:moveTo>
                      <a:pt x="9520" y="12747"/>
                    </a:moveTo>
                    <a:cubicBezTo>
                      <a:pt x="9618" y="12785"/>
                      <a:pt x="9699" y="12828"/>
                      <a:pt x="9774" y="12931"/>
                    </a:cubicBezTo>
                    <a:cubicBezTo>
                      <a:pt x="9434" y="13455"/>
                      <a:pt x="9034" y="13947"/>
                      <a:pt x="8597" y="14400"/>
                    </a:cubicBezTo>
                    <a:cubicBezTo>
                      <a:pt x="8942" y="13871"/>
                      <a:pt x="9364" y="13385"/>
                      <a:pt x="9520" y="12747"/>
                    </a:cubicBezTo>
                    <a:close/>
                    <a:moveTo>
                      <a:pt x="2739" y="14376"/>
                    </a:moveTo>
                    <a:lnTo>
                      <a:pt x="2739" y="14376"/>
                    </a:lnTo>
                    <a:cubicBezTo>
                      <a:pt x="3064" y="14646"/>
                      <a:pt x="3033" y="15020"/>
                      <a:pt x="2616" y="15400"/>
                    </a:cubicBezTo>
                    <a:cubicBezTo>
                      <a:pt x="2701" y="15043"/>
                      <a:pt x="2855" y="14722"/>
                      <a:pt x="2739" y="14376"/>
                    </a:cubicBezTo>
                    <a:close/>
                    <a:moveTo>
                      <a:pt x="8229" y="11904"/>
                    </a:moveTo>
                    <a:cubicBezTo>
                      <a:pt x="8391" y="12007"/>
                      <a:pt x="8553" y="12115"/>
                      <a:pt x="8732" y="12234"/>
                    </a:cubicBezTo>
                    <a:cubicBezTo>
                      <a:pt x="7754" y="13974"/>
                      <a:pt x="6549" y="15497"/>
                      <a:pt x="4696" y="16389"/>
                    </a:cubicBezTo>
                    <a:cubicBezTo>
                      <a:pt x="6171" y="15135"/>
                      <a:pt x="7143" y="13493"/>
                      <a:pt x="8229" y="11904"/>
                    </a:cubicBezTo>
                    <a:close/>
                    <a:moveTo>
                      <a:pt x="1930" y="13622"/>
                    </a:moveTo>
                    <a:cubicBezTo>
                      <a:pt x="2021" y="13979"/>
                      <a:pt x="2216" y="14195"/>
                      <a:pt x="2513" y="14346"/>
                    </a:cubicBezTo>
                    <a:cubicBezTo>
                      <a:pt x="2756" y="14465"/>
                      <a:pt x="2702" y="14698"/>
                      <a:pt x="2654" y="14908"/>
                    </a:cubicBezTo>
                    <a:cubicBezTo>
                      <a:pt x="2600" y="15141"/>
                      <a:pt x="2464" y="15362"/>
                      <a:pt x="2573" y="15621"/>
                    </a:cubicBezTo>
                    <a:cubicBezTo>
                      <a:pt x="2616" y="15719"/>
                      <a:pt x="2664" y="15800"/>
                      <a:pt x="2724" y="15881"/>
                    </a:cubicBezTo>
                    <a:cubicBezTo>
                      <a:pt x="2870" y="16075"/>
                      <a:pt x="2880" y="16270"/>
                      <a:pt x="2718" y="16464"/>
                    </a:cubicBezTo>
                    <a:cubicBezTo>
                      <a:pt x="2641" y="16557"/>
                      <a:pt x="2553" y="16609"/>
                      <a:pt x="2457" y="16609"/>
                    </a:cubicBezTo>
                    <a:cubicBezTo>
                      <a:pt x="2392" y="16609"/>
                      <a:pt x="2324" y="16585"/>
                      <a:pt x="2254" y="16534"/>
                    </a:cubicBezTo>
                    <a:cubicBezTo>
                      <a:pt x="2081" y="16410"/>
                      <a:pt x="2065" y="16243"/>
                      <a:pt x="2189" y="16091"/>
                    </a:cubicBezTo>
                    <a:cubicBezTo>
                      <a:pt x="2378" y="15859"/>
                      <a:pt x="2356" y="15686"/>
                      <a:pt x="2113" y="15519"/>
                    </a:cubicBezTo>
                    <a:cubicBezTo>
                      <a:pt x="1962" y="15416"/>
                      <a:pt x="1967" y="15281"/>
                      <a:pt x="2108" y="15162"/>
                    </a:cubicBezTo>
                    <a:cubicBezTo>
                      <a:pt x="2157" y="15124"/>
                      <a:pt x="2200" y="15076"/>
                      <a:pt x="2238" y="15038"/>
                    </a:cubicBezTo>
                    <a:cubicBezTo>
                      <a:pt x="2562" y="14714"/>
                      <a:pt x="2546" y="14498"/>
                      <a:pt x="2178" y="14228"/>
                    </a:cubicBezTo>
                    <a:cubicBezTo>
                      <a:pt x="1967" y="14071"/>
                      <a:pt x="1908" y="13947"/>
                      <a:pt x="1930" y="13622"/>
                    </a:cubicBezTo>
                    <a:close/>
                    <a:moveTo>
                      <a:pt x="8861" y="12320"/>
                    </a:moveTo>
                    <a:cubicBezTo>
                      <a:pt x="8883" y="12331"/>
                      <a:pt x="8915" y="12342"/>
                      <a:pt x="8937" y="12358"/>
                    </a:cubicBezTo>
                    <a:cubicBezTo>
                      <a:pt x="9542" y="12753"/>
                      <a:pt x="9531" y="12574"/>
                      <a:pt x="9169" y="13201"/>
                    </a:cubicBezTo>
                    <a:cubicBezTo>
                      <a:pt x="8337" y="14638"/>
                      <a:pt x="7327" y="15929"/>
                      <a:pt x="5803" y="16713"/>
                    </a:cubicBezTo>
                    <a:cubicBezTo>
                      <a:pt x="5614" y="16810"/>
                      <a:pt x="5425" y="16902"/>
                      <a:pt x="5193" y="17021"/>
                    </a:cubicBezTo>
                    <a:cubicBezTo>
                      <a:pt x="6095" y="16978"/>
                      <a:pt x="8888" y="14876"/>
                      <a:pt x="9899" y="12985"/>
                    </a:cubicBezTo>
                    <a:cubicBezTo>
                      <a:pt x="10055" y="13093"/>
                      <a:pt x="10217" y="13206"/>
                      <a:pt x="10396" y="13325"/>
                    </a:cubicBezTo>
                    <a:cubicBezTo>
                      <a:pt x="10217" y="13644"/>
                      <a:pt x="10066" y="13974"/>
                      <a:pt x="9839" y="14244"/>
                    </a:cubicBezTo>
                    <a:cubicBezTo>
                      <a:pt x="8861" y="15416"/>
                      <a:pt x="7829" y="16540"/>
                      <a:pt x="6495" y="17312"/>
                    </a:cubicBezTo>
                    <a:cubicBezTo>
                      <a:pt x="5571" y="17845"/>
                      <a:pt x="4581" y="18172"/>
                      <a:pt x="3505" y="18172"/>
                    </a:cubicBezTo>
                    <a:cubicBezTo>
                      <a:pt x="3423" y="18172"/>
                      <a:pt x="3341" y="18170"/>
                      <a:pt x="3259" y="18166"/>
                    </a:cubicBezTo>
                    <a:cubicBezTo>
                      <a:pt x="2794" y="18139"/>
                      <a:pt x="2394" y="17950"/>
                      <a:pt x="2032" y="17658"/>
                    </a:cubicBezTo>
                    <a:lnTo>
                      <a:pt x="2032" y="17658"/>
                    </a:lnTo>
                    <a:cubicBezTo>
                      <a:pt x="2497" y="17812"/>
                      <a:pt x="2959" y="17881"/>
                      <a:pt x="3420" y="17881"/>
                    </a:cubicBezTo>
                    <a:cubicBezTo>
                      <a:pt x="4009" y="17881"/>
                      <a:pt x="4597" y="17768"/>
                      <a:pt x="5182" y="17577"/>
                    </a:cubicBezTo>
                    <a:cubicBezTo>
                      <a:pt x="5998" y="17312"/>
                      <a:pt x="6765" y="16945"/>
                      <a:pt x="7473" y="16356"/>
                    </a:cubicBezTo>
                    <a:cubicBezTo>
                      <a:pt x="7289" y="16356"/>
                      <a:pt x="7219" y="16464"/>
                      <a:pt x="7132" y="16524"/>
                    </a:cubicBezTo>
                    <a:cubicBezTo>
                      <a:pt x="6252" y="17134"/>
                      <a:pt x="5274" y="17507"/>
                      <a:pt x="4226" y="17691"/>
                    </a:cubicBezTo>
                    <a:cubicBezTo>
                      <a:pt x="3982" y="17734"/>
                      <a:pt x="3740" y="17755"/>
                      <a:pt x="3501" y="17755"/>
                    </a:cubicBezTo>
                    <a:cubicBezTo>
                      <a:pt x="2931" y="17755"/>
                      <a:pt x="2372" y="17635"/>
                      <a:pt x="1832" y="17399"/>
                    </a:cubicBezTo>
                    <a:cubicBezTo>
                      <a:pt x="1476" y="17242"/>
                      <a:pt x="1206" y="16999"/>
                      <a:pt x="1027" y="16643"/>
                    </a:cubicBezTo>
                    <a:cubicBezTo>
                      <a:pt x="1046" y="16634"/>
                      <a:pt x="1062" y="16631"/>
                      <a:pt x="1076" y="16631"/>
                    </a:cubicBezTo>
                    <a:cubicBezTo>
                      <a:pt x="1128" y="16631"/>
                      <a:pt x="1155" y="16677"/>
                      <a:pt x="1189" y="16702"/>
                    </a:cubicBezTo>
                    <a:cubicBezTo>
                      <a:pt x="1686" y="17045"/>
                      <a:pt x="2207" y="17189"/>
                      <a:pt x="2746" y="17189"/>
                    </a:cubicBezTo>
                    <a:cubicBezTo>
                      <a:pt x="3098" y="17189"/>
                      <a:pt x="3459" y="17127"/>
                      <a:pt x="3826" y="17021"/>
                    </a:cubicBezTo>
                    <a:cubicBezTo>
                      <a:pt x="4609" y="16794"/>
                      <a:pt x="5247" y="16308"/>
                      <a:pt x="5917" y="15870"/>
                    </a:cubicBezTo>
                    <a:cubicBezTo>
                      <a:pt x="7019" y="15146"/>
                      <a:pt x="8013" y="13795"/>
                      <a:pt x="8861" y="12320"/>
                    </a:cubicBezTo>
                    <a:close/>
                    <a:moveTo>
                      <a:pt x="10569" y="13455"/>
                    </a:moveTo>
                    <a:cubicBezTo>
                      <a:pt x="10936" y="13660"/>
                      <a:pt x="11260" y="13974"/>
                      <a:pt x="11487" y="14384"/>
                    </a:cubicBezTo>
                    <a:cubicBezTo>
                      <a:pt x="11546" y="14487"/>
                      <a:pt x="11460" y="14563"/>
                      <a:pt x="11411" y="14633"/>
                    </a:cubicBezTo>
                    <a:cubicBezTo>
                      <a:pt x="11039" y="15211"/>
                      <a:pt x="10531" y="15648"/>
                      <a:pt x="9990" y="16059"/>
                    </a:cubicBezTo>
                    <a:cubicBezTo>
                      <a:pt x="8764" y="16988"/>
                      <a:pt x="7408" y="17653"/>
                      <a:pt x="5917" y="18031"/>
                    </a:cubicBezTo>
                    <a:cubicBezTo>
                      <a:pt x="5522" y="18134"/>
                      <a:pt x="5106" y="18172"/>
                      <a:pt x="4690" y="18215"/>
                    </a:cubicBezTo>
                    <a:cubicBezTo>
                      <a:pt x="7392" y="17550"/>
                      <a:pt x="9094" y="15670"/>
                      <a:pt x="10569" y="13455"/>
                    </a:cubicBezTo>
                    <a:close/>
                    <a:moveTo>
                      <a:pt x="8391" y="1"/>
                    </a:moveTo>
                    <a:cubicBezTo>
                      <a:pt x="8351" y="1"/>
                      <a:pt x="8308" y="6"/>
                      <a:pt x="8262" y="18"/>
                    </a:cubicBezTo>
                    <a:cubicBezTo>
                      <a:pt x="8802" y="948"/>
                      <a:pt x="8986" y="1834"/>
                      <a:pt x="8726" y="2190"/>
                    </a:cubicBezTo>
                    <a:cubicBezTo>
                      <a:pt x="8429" y="1401"/>
                      <a:pt x="7981" y="764"/>
                      <a:pt x="7381" y="272"/>
                    </a:cubicBezTo>
                    <a:cubicBezTo>
                      <a:pt x="7014" y="461"/>
                      <a:pt x="7008" y="537"/>
                      <a:pt x="7349" y="769"/>
                    </a:cubicBezTo>
                    <a:cubicBezTo>
                      <a:pt x="7424" y="823"/>
                      <a:pt x="7494" y="883"/>
                      <a:pt x="7565" y="948"/>
                    </a:cubicBezTo>
                    <a:cubicBezTo>
                      <a:pt x="8067" y="1434"/>
                      <a:pt x="8272" y="2077"/>
                      <a:pt x="8483" y="2720"/>
                    </a:cubicBezTo>
                    <a:cubicBezTo>
                      <a:pt x="8597" y="3071"/>
                      <a:pt x="8672" y="3433"/>
                      <a:pt x="8613" y="3849"/>
                    </a:cubicBezTo>
                    <a:cubicBezTo>
                      <a:pt x="8472" y="2984"/>
                      <a:pt x="8424" y="2860"/>
                      <a:pt x="7916" y="2174"/>
                    </a:cubicBezTo>
                    <a:cubicBezTo>
                      <a:pt x="7765" y="1963"/>
                      <a:pt x="7592" y="1763"/>
                      <a:pt x="7462" y="1531"/>
                    </a:cubicBezTo>
                    <a:cubicBezTo>
                      <a:pt x="7294" y="1245"/>
                      <a:pt x="7008" y="1050"/>
                      <a:pt x="6695" y="1045"/>
                    </a:cubicBezTo>
                    <a:cubicBezTo>
                      <a:pt x="6392" y="1039"/>
                      <a:pt x="6111" y="975"/>
                      <a:pt x="5825" y="910"/>
                    </a:cubicBezTo>
                    <a:cubicBezTo>
                      <a:pt x="5577" y="852"/>
                      <a:pt x="5335" y="822"/>
                      <a:pt x="5099" y="822"/>
                    </a:cubicBezTo>
                    <a:cubicBezTo>
                      <a:pt x="4523" y="822"/>
                      <a:pt x="3983" y="997"/>
                      <a:pt x="3469" y="1353"/>
                    </a:cubicBezTo>
                    <a:cubicBezTo>
                      <a:pt x="3666" y="1403"/>
                      <a:pt x="3860" y="1453"/>
                      <a:pt x="4062" y="1453"/>
                    </a:cubicBezTo>
                    <a:cubicBezTo>
                      <a:pt x="4121" y="1453"/>
                      <a:pt x="4181" y="1449"/>
                      <a:pt x="4242" y="1439"/>
                    </a:cubicBezTo>
                    <a:cubicBezTo>
                      <a:pt x="4375" y="1420"/>
                      <a:pt x="4505" y="1411"/>
                      <a:pt x="4631" y="1411"/>
                    </a:cubicBezTo>
                    <a:cubicBezTo>
                      <a:pt x="5324" y="1411"/>
                      <a:pt x="5897" y="1704"/>
                      <a:pt x="6322" y="2331"/>
                    </a:cubicBezTo>
                    <a:cubicBezTo>
                      <a:pt x="6706" y="2901"/>
                      <a:pt x="7214" y="3163"/>
                      <a:pt x="7828" y="3163"/>
                    </a:cubicBezTo>
                    <a:cubicBezTo>
                      <a:pt x="7982" y="3163"/>
                      <a:pt x="8143" y="3147"/>
                      <a:pt x="8310" y="3114"/>
                    </a:cubicBezTo>
                    <a:lnTo>
                      <a:pt x="8310" y="3114"/>
                    </a:lnTo>
                    <a:cubicBezTo>
                      <a:pt x="8386" y="3395"/>
                      <a:pt x="8316" y="3525"/>
                      <a:pt x="8024" y="3638"/>
                    </a:cubicBezTo>
                    <a:cubicBezTo>
                      <a:pt x="7882" y="3692"/>
                      <a:pt x="7733" y="3718"/>
                      <a:pt x="7582" y="3718"/>
                    </a:cubicBezTo>
                    <a:cubicBezTo>
                      <a:pt x="7122" y="3718"/>
                      <a:pt x="6642" y="3476"/>
                      <a:pt x="6284" y="3033"/>
                    </a:cubicBezTo>
                    <a:cubicBezTo>
                      <a:pt x="6111" y="2812"/>
                      <a:pt x="5901" y="2698"/>
                      <a:pt x="5641" y="2671"/>
                    </a:cubicBezTo>
                    <a:cubicBezTo>
                      <a:pt x="5414" y="2650"/>
                      <a:pt x="5236" y="2563"/>
                      <a:pt x="5090" y="2390"/>
                    </a:cubicBezTo>
                    <a:cubicBezTo>
                      <a:pt x="4750" y="1985"/>
                      <a:pt x="4312" y="1742"/>
                      <a:pt x="3815" y="1580"/>
                    </a:cubicBezTo>
                    <a:cubicBezTo>
                      <a:pt x="3642" y="1524"/>
                      <a:pt x="3471" y="1482"/>
                      <a:pt x="3302" y="1482"/>
                    </a:cubicBezTo>
                    <a:cubicBezTo>
                      <a:pt x="3145" y="1482"/>
                      <a:pt x="2988" y="1518"/>
                      <a:pt x="2832" y="1612"/>
                    </a:cubicBezTo>
                    <a:cubicBezTo>
                      <a:pt x="2481" y="1823"/>
                      <a:pt x="2157" y="2055"/>
                      <a:pt x="2227" y="2595"/>
                    </a:cubicBezTo>
                    <a:cubicBezTo>
                      <a:pt x="2092" y="2466"/>
                      <a:pt x="2043" y="2342"/>
                      <a:pt x="1924" y="2288"/>
                    </a:cubicBezTo>
                    <a:lnTo>
                      <a:pt x="1924" y="2288"/>
                    </a:lnTo>
                    <a:cubicBezTo>
                      <a:pt x="1908" y="2379"/>
                      <a:pt x="2000" y="2450"/>
                      <a:pt x="1957" y="2541"/>
                    </a:cubicBezTo>
                    <a:cubicBezTo>
                      <a:pt x="1886" y="2585"/>
                      <a:pt x="1768" y="2552"/>
                      <a:pt x="1708" y="2671"/>
                    </a:cubicBezTo>
                    <a:cubicBezTo>
                      <a:pt x="1795" y="2671"/>
                      <a:pt x="1876" y="2668"/>
                      <a:pt x="1955" y="2668"/>
                    </a:cubicBezTo>
                    <a:cubicBezTo>
                      <a:pt x="2014" y="2668"/>
                      <a:pt x="2072" y="2670"/>
                      <a:pt x="2129" y="2677"/>
                    </a:cubicBezTo>
                    <a:cubicBezTo>
                      <a:pt x="2194" y="2687"/>
                      <a:pt x="2281" y="2714"/>
                      <a:pt x="2270" y="2822"/>
                    </a:cubicBezTo>
                    <a:cubicBezTo>
                      <a:pt x="2265" y="2909"/>
                      <a:pt x="2200" y="2903"/>
                      <a:pt x="2146" y="2920"/>
                    </a:cubicBezTo>
                    <a:cubicBezTo>
                      <a:pt x="1805" y="3028"/>
                      <a:pt x="1578" y="3292"/>
                      <a:pt x="1551" y="3611"/>
                    </a:cubicBezTo>
                    <a:cubicBezTo>
                      <a:pt x="1519" y="3995"/>
                      <a:pt x="1670" y="4260"/>
                      <a:pt x="2021" y="4427"/>
                    </a:cubicBezTo>
                    <a:cubicBezTo>
                      <a:pt x="2135" y="4486"/>
                      <a:pt x="2211" y="4551"/>
                      <a:pt x="2221" y="4692"/>
                    </a:cubicBezTo>
                    <a:cubicBezTo>
                      <a:pt x="2238" y="4827"/>
                      <a:pt x="2259" y="4962"/>
                      <a:pt x="2275" y="5097"/>
                    </a:cubicBezTo>
                    <a:cubicBezTo>
                      <a:pt x="2297" y="5345"/>
                      <a:pt x="2313" y="5605"/>
                      <a:pt x="2405" y="5826"/>
                    </a:cubicBezTo>
                    <a:cubicBezTo>
                      <a:pt x="2475" y="6010"/>
                      <a:pt x="2497" y="6167"/>
                      <a:pt x="2437" y="6340"/>
                    </a:cubicBezTo>
                    <a:cubicBezTo>
                      <a:pt x="2340" y="6593"/>
                      <a:pt x="2351" y="6853"/>
                      <a:pt x="2405" y="7118"/>
                    </a:cubicBezTo>
                    <a:cubicBezTo>
                      <a:pt x="2518" y="7674"/>
                      <a:pt x="2718" y="8203"/>
                      <a:pt x="2983" y="8711"/>
                    </a:cubicBezTo>
                    <a:cubicBezTo>
                      <a:pt x="3161" y="9068"/>
                      <a:pt x="3394" y="9273"/>
                      <a:pt x="3794" y="9289"/>
                    </a:cubicBezTo>
                    <a:cubicBezTo>
                      <a:pt x="3945" y="9300"/>
                      <a:pt x="4101" y="9333"/>
                      <a:pt x="4183" y="9489"/>
                    </a:cubicBezTo>
                    <a:cubicBezTo>
                      <a:pt x="4474" y="10019"/>
                      <a:pt x="4474" y="10770"/>
                      <a:pt x="3691" y="10980"/>
                    </a:cubicBezTo>
                    <a:cubicBezTo>
                      <a:pt x="3248" y="11105"/>
                      <a:pt x="2935" y="11364"/>
                      <a:pt x="2962" y="11894"/>
                    </a:cubicBezTo>
                    <a:cubicBezTo>
                      <a:pt x="2610" y="11559"/>
                      <a:pt x="2875" y="11245"/>
                      <a:pt x="3021" y="10883"/>
                    </a:cubicBezTo>
                    <a:lnTo>
                      <a:pt x="3021" y="10883"/>
                    </a:lnTo>
                    <a:cubicBezTo>
                      <a:pt x="2573" y="11261"/>
                      <a:pt x="2546" y="11661"/>
                      <a:pt x="2886" y="12029"/>
                    </a:cubicBezTo>
                    <a:cubicBezTo>
                      <a:pt x="2999" y="12158"/>
                      <a:pt x="3129" y="12272"/>
                      <a:pt x="3205" y="12428"/>
                    </a:cubicBezTo>
                    <a:cubicBezTo>
                      <a:pt x="3302" y="12639"/>
                      <a:pt x="3259" y="12731"/>
                      <a:pt x="3043" y="12774"/>
                    </a:cubicBezTo>
                    <a:cubicBezTo>
                      <a:pt x="2848" y="12812"/>
                      <a:pt x="2654" y="12834"/>
                      <a:pt x="2464" y="12882"/>
                    </a:cubicBezTo>
                    <a:cubicBezTo>
                      <a:pt x="2102" y="12980"/>
                      <a:pt x="1838" y="13190"/>
                      <a:pt x="1768" y="13579"/>
                    </a:cubicBezTo>
                    <a:cubicBezTo>
                      <a:pt x="1697" y="13947"/>
                      <a:pt x="1827" y="14228"/>
                      <a:pt x="2173" y="14400"/>
                    </a:cubicBezTo>
                    <a:cubicBezTo>
                      <a:pt x="2367" y="14503"/>
                      <a:pt x="2367" y="14671"/>
                      <a:pt x="2265" y="14838"/>
                    </a:cubicBezTo>
                    <a:cubicBezTo>
                      <a:pt x="2205" y="14930"/>
                      <a:pt x="2113" y="15000"/>
                      <a:pt x="2038" y="15076"/>
                    </a:cubicBezTo>
                    <a:cubicBezTo>
                      <a:pt x="1827" y="15292"/>
                      <a:pt x="1822" y="15427"/>
                      <a:pt x="2032" y="15638"/>
                    </a:cubicBezTo>
                    <a:cubicBezTo>
                      <a:pt x="2086" y="15692"/>
                      <a:pt x="2157" y="15729"/>
                      <a:pt x="2162" y="15811"/>
                    </a:cubicBezTo>
                    <a:cubicBezTo>
                      <a:pt x="2102" y="15897"/>
                      <a:pt x="2032" y="15978"/>
                      <a:pt x="1984" y="16070"/>
                    </a:cubicBezTo>
                    <a:cubicBezTo>
                      <a:pt x="1822" y="16389"/>
                      <a:pt x="2016" y="16740"/>
                      <a:pt x="2383" y="16778"/>
                    </a:cubicBezTo>
                    <a:cubicBezTo>
                      <a:pt x="2405" y="16780"/>
                      <a:pt x="2426" y="16781"/>
                      <a:pt x="2447" y="16781"/>
                    </a:cubicBezTo>
                    <a:cubicBezTo>
                      <a:pt x="2633" y="16781"/>
                      <a:pt x="2778" y="16694"/>
                      <a:pt x="2880" y="16529"/>
                    </a:cubicBezTo>
                    <a:cubicBezTo>
                      <a:pt x="3021" y="16291"/>
                      <a:pt x="3053" y="16032"/>
                      <a:pt x="2859" y="15816"/>
                    </a:cubicBezTo>
                    <a:cubicBezTo>
                      <a:pt x="2681" y="15616"/>
                      <a:pt x="2724" y="15470"/>
                      <a:pt x="2886" y="15308"/>
                    </a:cubicBezTo>
                    <a:cubicBezTo>
                      <a:pt x="2962" y="15232"/>
                      <a:pt x="3005" y="15135"/>
                      <a:pt x="3043" y="15027"/>
                    </a:cubicBezTo>
                    <a:cubicBezTo>
                      <a:pt x="3167" y="14660"/>
                      <a:pt x="2999" y="14379"/>
                      <a:pt x="2789" y="14114"/>
                    </a:cubicBezTo>
                    <a:cubicBezTo>
                      <a:pt x="2713" y="14017"/>
                      <a:pt x="2632" y="13914"/>
                      <a:pt x="2691" y="13790"/>
                    </a:cubicBezTo>
                    <a:cubicBezTo>
                      <a:pt x="2749" y="13666"/>
                      <a:pt x="2856" y="13643"/>
                      <a:pt x="2973" y="13643"/>
                    </a:cubicBezTo>
                    <a:cubicBezTo>
                      <a:pt x="2989" y="13643"/>
                      <a:pt x="3005" y="13643"/>
                      <a:pt x="3021" y="13644"/>
                    </a:cubicBezTo>
                    <a:cubicBezTo>
                      <a:pt x="3035" y="13645"/>
                      <a:pt x="3049" y="13645"/>
                      <a:pt x="3063" y="13645"/>
                    </a:cubicBezTo>
                    <a:cubicBezTo>
                      <a:pt x="3504" y="13645"/>
                      <a:pt x="3805" y="13395"/>
                      <a:pt x="4010" y="13034"/>
                    </a:cubicBezTo>
                    <a:cubicBezTo>
                      <a:pt x="4215" y="12672"/>
                      <a:pt x="4139" y="12320"/>
                      <a:pt x="3891" y="11991"/>
                    </a:cubicBezTo>
                    <a:cubicBezTo>
                      <a:pt x="3675" y="11699"/>
                      <a:pt x="3788" y="11391"/>
                      <a:pt x="4145" y="11348"/>
                    </a:cubicBezTo>
                    <a:cubicBezTo>
                      <a:pt x="4420" y="11315"/>
                      <a:pt x="4572" y="11164"/>
                      <a:pt x="4626" y="10932"/>
                    </a:cubicBezTo>
                    <a:cubicBezTo>
                      <a:pt x="4771" y="10365"/>
                      <a:pt x="4890" y="9792"/>
                      <a:pt x="4680" y="9203"/>
                    </a:cubicBezTo>
                    <a:cubicBezTo>
                      <a:pt x="5031" y="9057"/>
                      <a:pt x="5409" y="8987"/>
                      <a:pt x="5755" y="8825"/>
                    </a:cubicBezTo>
                    <a:cubicBezTo>
                      <a:pt x="6133" y="8652"/>
                      <a:pt x="6333" y="8339"/>
                      <a:pt x="6544" y="7955"/>
                    </a:cubicBezTo>
                    <a:lnTo>
                      <a:pt x="6544" y="7955"/>
                    </a:lnTo>
                    <a:cubicBezTo>
                      <a:pt x="6387" y="7977"/>
                      <a:pt x="6360" y="8058"/>
                      <a:pt x="6317" y="8122"/>
                    </a:cubicBezTo>
                    <a:cubicBezTo>
                      <a:pt x="6138" y="8376"/>
                      <a:pt x="5949" y="8614"/>
                      <a:pt x="5641" y="8722"/>
                    </a:cubicBezTo>
                    <a:cubicBezTo>
                      <a:pt x="5128" y="8906"/>
                      <a:pt x="4609" y="9073"/>
                      <a:pt x="4069" y="9127"/>
                    </a:cubicBezTo>
                    <a:cubicBezTo>
                      <a:pt x="3982" y="9136"/>
                      <a:pt x="3891" y="9146"/>
                      <a:pt x="3801" y="9146"/>
                    </a:cubicBezTo>
                    <a:cubicBezTo>
                      <a:pt x="3612" y="9146"/>
                      <a:pt x="3432" y="9102"/>
                      <a:pt x="3329" y="8911"/>
                    </a:cubicBezTo>
                    <a:cubicBezTo>
                      <a:pt x="2837" y="7987"/>
                      <a:pt x="2313" y="7069"/>
                      <a:pt x="2681" y="5951"/>
                    </a:cubicBezTo>
                    <a:cubicBezTo>
                      <a:pt x="2713" y="5853"/>
                      <a:pt x="2756" y="5810"/>
                      <a:pt x="2870" y="5799"/>
                    </a:cubicBezTo>
                    <a:lnTo>
                      <a:pt x="2870" y="5799"/>
                    </a:lnTo>
                    <a:cubicBezTo>
                      <a:pt x="2853" y="6134"/>
                      <a:pt x="3113" y="6145"/>
                      <a:pt x="3356" y="6167"/>
                    </a:cubicBezTo>
                    <a:cubicBezTo>
                      <a:pt x="3302" y="6318"/>
                      <a:pt x="3253" y="6442"/>
                      <a:pt x="3210" y="6572"/>
                    </a:cubicBezTo>
                    <a:cubicBezTo>
                      <a:pt x="3135" y="6819"/>
                      <a:pt x="3278" y="7038"/>
                      <a:pt x="3488" y="7038"/>
                    </a:cubicBezTo>
                    <a:cubicBezTo>
                      <a:pt x="3522" y="7038"/>
                      <a:pt x="3557" y="7032"/>
                      <a:pt x="3594" y="7020"/>
                    </a:cubicBezTo>
                    <a:cubicBezTo>
                      <a:pt x="3561" y="6977"/>
                      <a:pt x="3540" y="6923"/>
                      <a:pt x="3502" y="6901"/>
                    </a:cubicBezTo>
                    <a:cubicBezTo>
                      <a:pt x="3307" y="6793"/>
                      <a:pt x="3340" y="6658"/>
                      <a:pt x="3421" y="6491"/>
                    </a:cubicBezTo>
                    <a:cubicBezTo>
                      <a:pt x="3507" y="6307"/>
                      <a:pt x="3572" y="6113"/>
                      <a:pt x="3631" y="5918"/>
                    </a:cubicBezTo>
                    <a:cubicBezTo>
                      <a:pt x="3794" y="5362"/>
                      <a:pt x="3577" y="4994"/>
                      <a:pt x="3048" y="4886"/>
                    </a:cubicBezTo>
                    <a:cubicBezTo>
                      <a:pt x="3007" y="4878"/>
                      <a:pt x="2967" y="4874"/>
                      <a:pt x="2928" y="4874"/>
                    </a:cubicBezTo>
                    <a:cubicBezTo>
                      <a:pt x="2761" y="4874"/>
                      <a:pt x="2608" y="4946"/>
                      <a:pt x="2437" y="5065"/>
                    </a:cubicBezTo>
                    <a:cubicBezTo>
                      <a:pt x="2400" y="4616"/>
                      <a:pt x="2454" y="4222"/>
                      <a:pt x="2589" y="3838"/>
                    </a:cubicBezTo>
                    <a:cubicBezTo>
                      <a:pt x="2645" y="3670"/>
                      <a:pt x="2715" y="3587"/>
                      <a:pt x="2805" y="3587"/>
                    </a:cubicBezTo>
                    <a:cubicBezTo>
                      <a:pt x="2879" y="3587"/>
                      <a:pt x="2967" y="3644"/>
                      <a:pt x="3070" y="3757"/>
                    </a:cubicBezTo>
                    <a:cubicBezTo>
                      <a:pt x="3237" y="3935"/>
                      <a:pt x="3378" y="4130"/>
                      <a:pt x="3486" y="4395"/>
                    </a:cubicBezTo>
                    <a:cubicBezTo>
                      <a:pt x="3691" y="4076"/>
                      <a:pt x="3972" y="3908"/>
                      <a:pt x="4291" y="3789"/>
                    </a:cubicBezTo>
                    <a:cubicBezTo>
                      <a:pt x="4334" y="3881"/>
                      <a:pt x="4377" y="3962"/>
                      <a:pt x="4426" y="4043"/>
                    </a:cubicBezTo>
                    <a:cubicBezTo>
                      <a:pt x="4594" y="4345"/>
                      <a:pt x="4840" y="4641"/>
                      <a:pt x="5162" y="4641"/>
                    </a:cubicBezTo>
                    <a:cubicBezTo>
                      <a:pt x="5181" y="4641"/>
                      <a:pt x="5200" y="4640"/>
                      <a:pt x="5220" y="4638"/>
                    </a:cubicBezTo>
                    <a:cubicBezTo>
                      <a:pt x="5265" y="4633"/>
                      <a:pt x="5309" y="4631"/>
                      <a:pt x="5350" y="4631"/>
                    </a:cubicBezTo>
                    <a:cubicBezTo>
                      <a:pt x="5705" y="4631"/>
                      <a:pt x="5911" y="4795"/>
                      <a:pt x="6090" y="5081"/>
                    </a:cubicBezTo>
                    <a:cubicBezTo>
                      <a:pt x="6160" y="5189"/>
                      <a:pt x="6344" y="5183"/>
                      <a:pt x="6376" y="5313"/>
                    </a:cubicBezTo>
                    <a:cubicBezTo>
                      <a:pt x="6452" y="5605"/>
                      <a:pt x="6657" y="5794"/>
                      <a:pt x="6857" y="5994"/>
                    </a:cubicBezTo>
                    <a:cubicBezTo>
                      <a:pt x="7138" y="6286"/>
                      <a:pt x="7105" y="6502"/>
                      <a:pt x="6814" y="6777"/>
                    </a:cubicBezTo>
                    <a:cubicBezTo>
                      <a:pt x="6376" y="7193"/>
                      <a:pt x="6209" y="7685"/>
                      <a:pt x="6835" y="8144"/>
                    </a:cubicBezTo>
                    <a:cubicBezTo>
                      <a:pt x="6992" y="8258"/>
                      <a:pt x="7057" y="8414"/>
                      <a:pt x="7100" y="8592"/>
                    </a:cubicBezTo>
                    <a:cubicBezTo>
                      <a:pt x="7170" y="8911"/>
                      <a:pt x="7008" y="9106"/>
                      <a:pt x="6803" y="9306"/>
                    </a:cubicBezTo>
                    <a:cubicBezTo>
                      <a:pt x="6538" y="9560"/>
                      <a:pt x="6495" y="10062"/>
                      <a:pt x="6695" y="10343"/>
                    </a:cubicBezTo>
                    <a:cubicBezTo>
                      <a:pt x="6765" y="10440"/>
                      <a:pt x="6851" y="10527"/>
                      <a:pt x="6970" y="10559"/>
                    </a:cubicBezTo>
                    <a:cubicBezTo>
                      <a:pt x="7013" y="10572"/>
                      <a:pt x="7054" y="10577"/>
                      <a:pt x="7095" y="10577"/>
                    </a:cubicBezTo>
                    <a:cubicBezTo>
                      <a:pt x="7229" y="10577"/>
                      <a:pt x="7355" y="10513"/>
                      <a:pt x="7484" y="10413"/>
                    </a:cubicBezTo>
                    <a:cubicBezTo>
                      <a:pt x="7532" y="10953"/>
                      <a:pt x="7624" y="11445"/>
                      <a:pt x="8078" y="11769"/>
                    </a:cubicBezTo>
                    <a:cubicBezTo>
                      <a:pt x="8062" y="11818"/>
                      <a:pt x="8045" y="11845"/>
                      <a:pt x="8029" y="11877"/>
                    </a:cubicBezTo>
                    <a:cubicBezTo>
                      <a:pt x="7629" y="12601"/>
                      <a:pt x="7132" y="13260"/>
                      <a:pt x="6657" y="13936"/>
                    </a:cubicBezTo>
                    <a:cubicBezTo>
                      <a:pt x="5992" y="14881"/>
                      <a:pt x="5274" y="15784"/>
                      <a:pt x="4339" y="16480"/>
                    </a:cubicBezTo>
                    <a:cubicBezTo>
                      <a:pt x="4139" y="16632"/>
                      <a:pt x="3934" y="16778"/>
                      <a:pt x="3658" y="16832"/>
                    </a:cubicBezTo>
                    <a:cubicBezTo>
                      <a:pt x="3804" y="16221"/>
                      <a:pt x="4242" y="15821"/>
                      <a:pt x="4599" y="15368"/>
                    </a:cubicBezTo>
                    <a:lnTo>
                      <a:pt x="4599" y="15368"/>
                    </a:lnTo>
                    <a:cubicBezTo>
                      <a:pt x="4436" y="15465"/>
                      <a:pt x="4318" y="15594"/>
                      <a:pt x="4183" y="15702"/>
                    </a:cubicBezTo>
                    <a:cubicBezTo>
                      <a:pt x="3826" y="15983"/>
                      <a:pt x="3577" y="16329"/>
                      <a:pt x="3496" y="16778"/>
                    </a:cubicBezTo>
                    <a:cubicBezTo>
                      <a:pt x="3480" y="16864"/>
                      <a:pt x="3432" y="16913"/>
                      <a:pt x="3351" y="16929"/>
                    </a:cubicBezTo>
                    <a:cubicBezTo>
                      <a:pt x="3138" y="16971"/>
                      <a:pt x="2928" y="16992"/>
                      <a:pt x="2723" y="16992"/>
                    </a:cubicBezTo>
                    <a:cubicBezTo>
                      <a:pt x="2157" y="16992"/>
                      <a:pt x="1624" y="16826"/>
                      <a:pt x="1152" y="16453"/>
                    </a:cubicBezTo>
                    <a:cubicBezTo>
                      <a:pt x="590" y="16005"/>
                      <a:pt x="514" y="16027"/>
                      <a:pt x="1103" y="15411"/>
                    </a:cubicBezTo>
                    <a:cubicBezTo>
                      <a:pt x="1184" y="15330"/>
                      <a:pt x="1297" y="15254"/>
                      <a:pt x="1292" y="15119"/>
                    </a:cubicBezTo>
                    <a:cubicBezTo>
                      <a:pt x="1265" y="14773"/>
                      <a:pt x="1233" y="14427"/>
                      <a:pt x="1200" y="14082"/>
                    </a:cubicBezTo>
                    <a:cubicBezTo>
                      <a:pt x="1196" y="14046"/>
                      <a:pt x="1188" y="14011"/>
                      <a:pt x="1147" y="14011"/>
                    </a:cubicBezTo>
                    <a:cubicBezTo>
                      <a:pt x="1138" y="14011"/>
                      <a:pt x="1127" y="14013"/>
                      <a:pt x="1114" y="14017"/>
                    </a:cubicBezTo>
                    <a:cubicBezTo>
                      <a:pt x="1065" y="14136"/>
                      <a:pt x="1081" y="14265"/>
                      <a:pt x="1092" y="14390"/>
                    </a:cubicBezTo>
                    <a:cubicBezTo>
                      <a:pt x="1135" y="14908"/>
                      <a:pt x="1125" y="15405"/>
                      <a:pt x="633" y="15746"/>
                    </a:cubicBezTo>
                    <a:cubicBezTo>
                      <a:pt x="622" y="15757"/>
                      <a:pt x="606" y="15767"/>
                      <a:pt x="579" y="15789"/>
                    </a:cubicBezTo>
                    <a:cubicBezTo>
                      <a:pt x="260" y="14735"/>
                      <a:pt x="125" y="13666"/>
                      <a:pt x="174" y="12515"/>
                    </a:cubicBezTo>
                    <a:lnTo>
                      <a:pt x="174" y="12515"/>
                    </a:lnTo>
                    <a:cubicBezTo>
                      <a:pt x="44" y="12747"/>
                      <a:pt x="17" y="12936"/>
                      <a:pt x="12" y="13131"/>
                    </a:cubicBezTo>
                    <a:cubicBezTo>
                      <a:pt x="1" y="13714"/>
                      <a:pt x="82" y="14287"/>
                      <a:pt x="168" y="14860"/>
                    </a:cubicBezTo>
                    <a:cubicBezTo>
                      <a:pt x="320" y="15902"/>
                      <a:pt x="709" y="16842"/>
                      <a:pt x="1503" y="17550"/>
                    </a:cubicBezTo>
                    <a:cubicBezTo>
                      <a:pt x="2010" y="18006"/>
                      <a:pt x="2600" y="18331"/>
                      <a:pt x="3323" y="18331"/>
                    </a:cubicBezTo>
                    <a:cubicBezTo>
                      <a:pt x="3363" y="18331"/>
                      <a:pt x="3402" y="18330"/>
                      <a:pt x="3442" y="18328"/>
                    </a:cubicBezTo>
                    <a:cubicBezTo>
                      <a:pt x="3700" y="18313"/>
                      <a:pt x="3960" y="18295"/>
                      <a:pt x="4221" y="18295"/>
                    </a:cubicBezTo>
                    <a:cubicBezTo>
                      <a:pt x="4332" y="18295"/>
                      <a:pt x="4444" y="18299"/>
                      <a:pt x="4555" y="18307"/>
                    </a:cubicBezTo>
                    <a:cubicBezTo>
                      <a:pt x="4633" y="18313"/>
                      <a:pt x="4710" y="18317"/>
                      <a:pt x="4786" y="18317"/>
                    </a:cubicBezTo>
                    <a:cubicBezTo>
                      <a:pt x="5193" y="18317"/>
                      <a:pt x="5592" y="18227"/>
                      <a:pt x="5987" y="18123"/>
                    </a:cubicBezTo>
                    <a:cubicBezTo>
                      <a:pt x="7494" y="17734"/>
                      <a:pt x="8883" y="17096"/>
                      <a:pt x="10131" y="16167"/>
                    </a:cubicBezTo>
                    <a:cubicBezTo>
                      <a:pt x="10644" y="15784"/>
                      <a:pt x="11141" y="15378"/>
                      <a:pt x="11482" y="14816"/>
                    </a:cubicBezTo>
                    <a:cubicBezTo>
                      <a:pt x="11752" y="14368"/>
                      <a:pt x="11736" y="14287"/>
                      <a:pt x="11363" y="13898"/>
                    </a:cubicBezTo>
                    <a:cubicBezTo>
                      <a:pt x="11012" y="13525"/>
                      <a:pt x="10606" y="13212"/>
                      <a:pt x="10174" y="12942"/>
                    </a:cubicBezTo>
                    <a:cubicBezTo>
                      <a:pt x="9726" y="12655"/>
                      <a:pt x="9672" y="12293"/>
                      <a:pt x="9834" y="11894"/>
                    </a:cubicBezTo>
                    <a:cubicBezTo>
                      <a:pt x="9958" y="11580"/>
                      <a:pt x="9904" y="11310"/>
                      <a:pt x="9704" y="11062"/>
                    </a:cubicBezTo>
                    <a:cubicBezTo>
                      <a:pt x="9564" y="10883"/>
                      <a:pt x="9348" y="10840"/>
                      <a:pt x="9148" y="10781"/>
                    </a:cubicBezTo>
                    <a:cubicBezTo>
                      <a:pt x="8802" y="10673"/>
                      <a:pt x="8710" y="10505"/>
                      <a:pt x="8834" y="10165"/>
                    </a:cubicBezTo>
                    <a:cubicBezTo>
                      <a:pt x="8894" y="9992"/>
                      <a:pt x="8969" y="9819"/>
                      <a:pt x="9045" y="9651"/>
                    </a:cubicBezTo>
                    <a:cubicBezTo>
                      <a:pt x="9148" y="9408"/>
                      <a:pt x="9104" y="9171"/>
                      <a:pt x="8921" y="9014"/>
                    </a:cubicBezTo>
                    <a:cubicBezTo>
                      <a:pt x="8688" y="8809"/>
                      <a:pt x="8526" y="8555"/>
                      <a:pt x="8316" y="8339"/>
                    </a:cubicBezTo>
                    <a:cubicBezTo>
                      <a:pt x="7819" y="7825"/>
                      <a:pt x="7916" y="7480"/>
                      <a:pt x="8197" y="7042"/>
                    </a:cubicBezTo>
                    <a:cubicBezTo>
                      <a:pt x="8516" y="6545"/>
                      <a:pt x="8899" y="6075"/>
                      <a:pt x="8769" y="5378"/>
                    </a:cubicBezTo>
                    <a:lnTo>
                      <a:pt x="8769" y="5378"/>
                    </a:lnTo>
                    <a:cubicBezTo>
                      <a:pt x="8964" y="5513"/>
                      <a:pt x="9110" y="5616"/>
                      <a:pt x="9256" y="5713"/>
                    </a:cubicBezTo>
                    <a:cubicBezTo>
                      <a:pt x="9553" y="5897"/>
                      <a:pt x="9569" y="5951"/>
                      <a:pt x="9418" y="6275"/>
                    </a:cubicBezTo>
                    <a:cubicBezTo>
                      <a:pt x="9272" y="6593"/>
                      <a:pt x="9018" y="6820"/>
                      <a:pt x="8775" y="7069"/>
                    </a:cubicBezTo>
                    <a:cubicBezTo>
                      <a:pt x="8521" y="7328"/>
                      <a:pt x="8391" y="7636"/>
                      <a:pt x="8429" y="8014"/>
                    </a:cubicBezTo>
                    <a:cubicBezTo>
                      <a:pt x="8467" y="8389"/>
                      <a:pt x="8831" y="8690"/>
                      <a:pt x="9179" y="8690"/>
                    </a:cubicBezTo>
                    <a:cubicBezTo>
                      <a:pt x="9273" y="8690"/>
                      <a:pt x="9365" y="8668"/>
                      <a:pt x="9450" y="8620"/>
                    </a:cubicBezTo>
                    <a:cubicBezTo>
                      <a:pt x="9396" y="8620"/>
                      <a:pt x="9347" y="8622"/>
                      <a:pt x="9301" y="8622"/>
                    </a:cubicBezTo>
                    <a:cubicBezTo>
                      <a:pt x="9278" y="8622"/>
                      <a:pt x="9256" y="8621"/>
                      <a:pt x="9234" y="8620"/>
                    </a:cubicBezTo>
                    <a:cubicBezTo>
                      <a:pt x="8926" y="8598"/>
                      <a:pt x="8629" y="8403"/>
                      <a:pt x="8591" y="8160"/>
                    </a:cubicBezTo>
                    <a:cubicBezTo>
                      <a:pt x="8543" y="7879"/>
                      <a:pt x="8570" y="7598"/>
                      <a:pt x="8775" y="7371"/>
                    </a:cubicBezTo>
                    <a:cubicBezTo>
                      <a:pt x="8915" y="7220"/>
                      <a:pt x="9072" y="7085"/>
                      <a:pt x="9207" y="6928"/>
                    </a:cubicBezTo>
                    <a:cubicBezTo>
                      <a:pt x="9472" y="6626"/>
                      <a:pt x="9710" y="6307"/>
                      <a:pt x="9639" y="5870"/>
                    </a:cubicBezTo>
                    <a:lnTo>
                      <a:pt x="9639" y="5870"/>
                    </a:lnTo>
                    <a:cubicBezTo>
                      <a:pt x="9676" y="5874"/>
                      <a:pt x="9711" y="5876"/>
                      <a:pt x="9744" y="5876"/>
                    </a:cubicBezTo>
                    <a:cubicBezTo>
                      <a:pt x="9964" y="5876"/>
                      <a:pt x="10104" y="5783"/>
                      <a:pt x="10174" y="5599"/>
                    </a:cubicBezTo>
                    <a:cubicBezTo>
                      <a:pt x="9439" y="5556"/>
                      <a:pt x="8850" y="5102"/>
                      <a:pt x="8742" y="4486"/>
                    </a:cubicBezTo>
                    <a:cubicBezTo>
                      <a:pt x="8813" y="4449"/>
                      <a:pt x="8888" y="4411"/>
                      <a:pt x="8953" y="4373"/>
                    </a:cubicBezTo>
                    <a:cubicBezTo>
                      <a:pt x="9193" y="4847"/>
                      <a:pt x="9367" y="5413"/>
                      <a:pt x="10006" y="5413"/>
                    </a:cubicBezTo>
                    <a:cubicBezTo>
                      <a:pt x="10029" y="5413"/>
                      <a:pt x="10053" y="5412"/>
                      <a:pt x="10077" y="5410"/>
                    </a:cubicBezTo>
                    <a:cubicBezTo>
                      <a:pt x="10531" y="5383"/>
                      <a:pt x="10909" y="4983"/>
                      <a:pt x="10925" y="4594"/>
                    </a:cubicBezTo>
                    <a:lnTo>
                      <a:pt x="10925" y="4594"/>
                    </a:lnTo>
                    <a:cubicBezTo>
                      <a:pt x="10822" y="4794"/>
                      <a:pt x="10682" y="4919"/>
                      <a:pt x="10542" y="5038"/>
                    </a:cubicBezTo>
                    <a:cubicBezTo>
                      <a:pt x="10366" y="5192"/>
                      <a:pt x="10176" y="5268"/>
                      <a:pt x="9995" y="5268"/>
                    </a:cubicBezTo>
                    <a:cubicBezTo>
                      <a:pt x="9853" y="5268"/>
                      <a:pt x="9717" y="5222"/>
                      <a:pt x="9596" y="5129"/>
                    </a:cubicBezTo>
                    <a:cubicBezTo>
                      <a:pt x="9326" y="4919"/>
                      <a:pt x="9142" y="4654"/>
                      <a:pt x="9050" y="4292"/>
                    </a:cubicBezTo>
                    <a:cubicBezTo>
                      <a:pt x="9429" y="4130"/>
                      <a:pt x="9888" y="4260"/>
                      <a:pt x="10244" y="3968"/>
                    </a:cubicBezTo>
                    <a:cubicBezTo>
                      <a:pt x="10585" y="3692"/>
                      <a:pt x="10844" y="3384"/>
                      <a:pt x="10979" y="2974"/>
                    </a:cubicBezTo>
                    <a:lnTo>
                      <a:pt x="10979" y="2974"/>
                    </a:lnTo>
                    <a:cubicBezTo>
                      <a:pt x="10774" y="3233"/>
                      <a:pt x="10623" y="3530"/>
                      <a:pt x="10358" y="3735"/>
                    </a:cubicBezTo>
                    <a:cubicBezTo>
                      <a:pt x="10080" y="3953"/>
                      <a:pt x="9806" y="4075"/>
                      <a:pt x="9584" y="4075"/>
                    </a:cubicBezTo>
                    <a:cubicBezTo>
                      <a:pt x="9547" y="4075"/>
                      <a:pt x="9511" y="4072"/>
                      <a:pt x="9477" y="4065"/>
                    </a:cubicBezTo>
                    <a:cubicBezTo>
                      <a:pt x="10520" y="3179"/>
                      <a:pt x="10785" y="2109"/>
                      <a:pt x="10428" y="1547"/>
                    </a:cubicBezTo>
                    <a:lnTo>
                      <a:pt x="10428" y="1547"/>
                    </a:lnTo>
                    <a:cubicBezTo>
                      <a:pt x="10450" y="2136"/>
                      <a:pt x="10444" y="2655"/>
                      <a:pt x="10120" y="3114"/>
                    </a:cubicBezTo>
                    <a:cubicBezTo>
                      <a:pt x="9704" y="3698"/>
                      <a:pt x="9364" y="4043"/>
                      <a:pt x="8980" y="4178"/>
                    </a:cubicBezTo>
                    <a:cubicBezTo>
                      <a:pt x="9239" y="3795"/>
                      <a:pt x="9466" y="3422"/>
                      <a:pt x="9634" y="3011"/>
                    </a:cubicBezTo>
                    <a:cubicBezTo>
                      <a:pt x="9931" y="2271"/>
                      <a:pt x="10120" y="1526"/>
                      <a:pt x="9791" y="737"/>
                    </a:cubicBezTo>
                    <a:cubicBezTo>
                      <a:pt x="9715" y="559"/>
                      <a:pt x="9612" y="440"/>
                      <a:pt x="9369" y="402"/>
                    </a:cubicBezTo>
                    <a:lnTo>
                      <a:pt x="9369" y="402"/>
                    </a:lnTo>
                    <a:cubicBezTo>
                      <a:pt x="9677" y="1639"/>
                      <a:pt x="9445" y="2774"/>
                      <a:pt x="8807" y="3903"/>
                    </a:cubicBezTo>
                    <a:cubicBezTo>
                      <a:pt x="8840" y="3487"/>
                      <a:pt x="8861" y="3141"/>
                      <a:pt x="8813" y="2795"/>
                    </a:cubicBezTo>
                    <a:cubicBezTo>
                      <a:pt x="8786" y="2595"/>
                      <a:pt x="8780" y="2417"/>
                      <a:pt x="8861" y="2223"/>
                    </a:cubicBezTo>
                    <a:cubicBezTo>
                      <a:pt x="9137" y="1574"/>
                      <a:pt x="9158" y="931"/>
                      <a:pt x="8786" y="299"/>
                    </a:cubicBezTo>
                    <a:cubicBezTo>
                      <a:pt x="8687" y="130"/>
                      <a:pt x="8578" y="1"/>
                      <a:pt x="83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6"/>
              <p:cNvSpPr/>
              <p:nvPr/>
            </p:nvSpPr>
            <p:spPr>
              <a:xfrm>
                <a:off x="3502633" y="3405451"/>
                <a:ext cx="196932" cy="1066954"/>
              </a:xfrm>
              <a:custGeom>
                <a:avLst/>
                <a:gdLst/>
                <a:ahLst/>
                <a:cxnLst/>
                <a:rect l="l" t="t" r="r" b="b"/>
                <a:pathLst>
                  <a:path w="3221" h="17451" extrusionOk="0">
                    <a:moveTo>
                      <a:pt x="60" y="1"/>
                    </a:moveTo>
                    <a:cubicBezTo>
                      <a:pt x="1" y="179"/>
                      <a:pt x="49" y="314"/>
                      <a:pt x="76" y="427"/>
                    </a:cubicBezTo>
                    <a:cubicBezTo>
                      <a:pt x="476" y="1983"/>
                      <a:pt x="827" y="3550"/>
                      <a:pt x="1173" y="5117"/>
                    </a:cubicBezTo>
                    <a:cubicBezTo>
                      <a:pt x="1394" y="6117"/>
                      <a:pt x="1594" y="7121"/>
                      <a:pt x="1708" y="8143"/>
                    </a:cubicBezTo>
                    <a:cubicBezTo>
                      <a:pt x="1789" y="8812"/>
                      <a:pt x="1886" y="9488"/>
                      <a:pt x="1978" y="10158"/>
                    </a:cubicBezTo>
                    <a:cubicBezTo>
                      <a:pt x="2086" y="10930"/>
                      <a:pt x="2183" y="11708"/>
                      <a:pt x="2216" y="12492"/>
                    </a:cubicBezTo>
                    <a:cubicBezTo>
                      <a:pt x="2253" y="13394"/>
                      <a:pt x="2248" y="14302"/>
                      <a:pt x="2113" y="15198"/>
                    </a:cubicBezTo>
                    <a:cubicBezTo>
                      <a:pt x="2000" y="15944"/>
                      <a:pt x="1843" y="16673"/>
                      <a:pt x="1238" y="17214"/>
                    </a:cubicBezTo>
                    <a:cubicBezTo>
                      <a:pt x="1211" y="17235"/>
                      <a:pt x="1162" y="17262"/>
                      <a:pt x="1205" y="17311"/>
                    </a:cubicBezTo>
                    <a:cubicBezTo>
                      <a:pt x="1220" y="17326"/>
                      <a:pt x="1235" y="17331"/>
                      <a:pt x="1249" y="17331"/>
                    </a:cubicBezTo>
                    <a:cubicBezTo>
                      <a:pt x="1266" y="17331"/>
                      <a:pt x="1282" y="17323"/>
                      <a:pt x="1297" y="17311"/>
                    </a:cubicBezTo>
                    <a:cubicBezTo>
                      <a:pt x="1546" y="17068"/>
                      <a:pt x="1810" y="16841"/>
                      <a:pt x="1962" y="16511"/>
                    </a:cubicBezTo>
                    <a:cubicBezTo>
                      <a:pt x="2329" y="15679"/>
                      <a:pt x="2362" y="14793"/>
                      <a:pt x="2416" y="13913"/>
                    </a:cubicBezTo>
                    <a:cubicBezTo>
                      <a:pt x="2459" y="13205"/>
                      <a:pt x="2399" y="12497"/>
                      <a:pt x="2324" y="11789"/>
                    </a:cubicBezTo>
                    <a:cubicBezTo>
                      <a:pt x="2243" y="11038"/>
                      <a:pt x="2135" y="10293"/>
                      <a:pt x="2027" y="9542"/>
                    </a:cubicBezTo>
                    <a:cubicBezTo>
                      <a:pt x="1967" y="9137"/>
                      <a:pt x="1913" y="8726"/>
                      <a:pt x="1859" y="8315"/>
                    </a:cubicBezTo>
                    <a:lnTo>
                      <a:pt x="1892" y="8310"/>
                    </a:lnTo>
                    <a:cubicBezTo>
                      <a:pt x="1913" y="8407"/>
                      <a:pt x="1940" y="8505"/>
                      <a:pt x="1962" y="8602"/>
                    </a:cubicBezTo>
                    <a:cubicBezTo>
                      <a:pt x="2270" y="9871"/>
                      <a:pt x="2502" y="11152"/>
                      <a:pt x="2718" y="12438"/>
                    </a:cubicBezTo>
                    <a:cubicBezTo>
                      <a:pt x="2869" y="13372"/>
                      <a:pt x="3021" y="14307"/>
                      <a:pt x="2983" y="15258"/>
                    </a:cubicBezTo>
                    <a:cubicBezTo>
                      <a:pt x="2950" y="15976"/>
                      <a:pt x="2934" y="16711"/>
                      <a:pt x="2426" y="17306"/>
                    </a:cubicBezTo>
                    <a:cubicBezTo>
                      <a:pt x="2399" y="17338"/>
                      <a:pt x="2345" y="17381"/>
                      <a:pt x="2394" y="17441"/>
                    </a:cubicBezTo>
                    <a:cubicBezTo>
                      <a:pt x="2413" y="17447"/>
                      <a:pt x="2430" y="17450"/>
                      <a:pt x="2446" y="17450"/>
                    </a:cubicBezTo>
                    <a:cubicBezTo>
                      <a:pt x="2508" y="17450"/>
                      <a:pt x="2549" y="17406"/>
                      <a:pt x="2583" y="17354"/>
                    </a:cubicBezTo>
                    <a:cubicBezTo>
                      <a:pt x="2778" y="17062"/>
                      <a:pt x="2967" y="16776"/>
                      <a:pt x="3037" y="16419"/>
                    </a:cubicBezTo>
                    <a:cubicBezTo>
                      <a:pt x="3221" y="15506"/>
                      <a:pt x="3183" y="14583"/>
                      <a:pt x="3075" y="13670"/>
                    </a:cubicBezTo>
                    <a:cubicBezTo>
                      <a:pt x="2923" y="12373"/>
                      <a:pt x="2697" y="11082"/>
                      <a:pt x="2405" y="9807"/>
                    </a:cubicBezTo>
                    <a:cubicBezTo>
                      <a:pt x="1816" y="7219"/>
                      <a:pt x="1238" y="4620"/>
                      <a:pt x="573" y="2048"/>
                    </a:cubicBezTo>
                    <a:cubicBezTo>
                      <a:pt x="400" y="1384"/>
                      <a:pt x="238" y="714"/>
                      <a:pt x="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6"/>
              <p:cNvSpPr/>
              <p:nvPr/>
            </p:nvSpPr>
            <p:spPr>
              <a:xfrm>
                <a:off x="3854433" y="3052369"/>
                <a:ext cx="309919" cy="956963"/>
              </a:xfrm>
              <a:custGeom>
                <a:avLst/>
                <a:gdLst/>
                <a:ahLst/>
                <a:cxnLst/>
                <a:rect l="l" t="t" r="r" b="b"/>
                <a:pathLst>
                  <a:path w="5069" h="15652" extrusionOk="0">
                    <a:moveTo>
                      <a:pt x="0" y="0"/>
                    </a:moveTo>
                    <a:cubicBezTo>
                      <a:pt x="17" y="367"/>
                      <a:pt x="22" y="692"/>
                      <a:pt x="44" y="1016"/>
                    </a:cubicBezTo>
                    <a:cubicBezTo>
                      <a:pt x="119" y="2075"/>
                      <a:pt x="298" y="3123"/>
                      <a:pt x="476" y="4166"/>
                    </a:cubicBezTo>
                    <a:cubicBezTo>
                      <a:pt x="827" y="6165"/>
                      <a:pt x="1416" y="8104"/>
                      <a:pt x="2043" y="10028"/>
                    </a:cubicBezTo>
                    <a:cubicBezTo>
                      <a:pt x="2572" y="11648"/>
                      <a:pt x="3366" y="13140"/>
                      <a:pt x="4258" y="14582"/>
                    </a:cubicBezTo>
                    <a:cubicBezTo>
                      <a:pt x="4490" y="14966"/>
                      <a:pt x="4712" y="15360"/>
                      <a:pt x="5068" y="15652"/>
                    </a:cubicBezTo>
                    <a:cubicBezTo>
                      <a:pt x="5025" y="15501"/>
                      <a:pt x="5047" y="15338"/>
                      <a:pt x="4933" y="15220"/>
                    </a:cubicBezTo>
                    <a:cubicBezTo>
                      <a:pt x="4528" y="14782"/>
                      <a:pt x="4279" y="14247"/>
                      <a:pt x="3993" y="13739"/>
                    </a:cubicBezTo>
                    <a:cubicBezTo>
                      <a:pt x="3350" y="12615"/>
                      <a:pt x="2729" y="11475"/>
                      <a:pt x="2313" y="10244"/>
                    </a:cubicBezTo>
                    <a:cubicBezTo>
                      <a:pt x="1281" y="7159"/>
                      <a:pt x="460" y="4020"/>
                      <a:pt x="146" y="762"/>
                    </a:cubicBezTo>
                    <a:cubicBezTo>
                      <a:pt x="119" y="524"/>
                      <a:pt x="163" y="265"/>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6"/>
              <p:cNvSpPr/>
              <p:nvPr/>
            </p:nvSpPr>
            <p:spPr>
              <a:xfrm>
                <a:off x="3887448" y="2288306"/>
                <a:ext cx="76058" cy="1093122"/>
              </a:xfrm>
              <a:custGeom>
                <a:avLst/>
                <a:gdLst/>
                <a:ahLst/>
                <a:cxnLst/>
                <a:rect l="l" t="t" r="r" b="b"/>
                <a:pathLst>
                  <a:path w="1244" h="17879" extrusionOk="0">
                    <a:moveTo>
                      <a:pt x="1" y="1"/>
                    </a:moveTo>
                    <a:lnTo>
                      <a:pt x="1" y="1"/>
                    </a:lnTo>
                    <a:cubicBezTo>
                      <a:pt x="28" y="76"/>
                      <a:pt x="55" y="157"/>
                      <a:pt x="87" y="228"/>
                    </a:cubicBezTo>
                    <a:cubicBezTo>
                      <a:pt x="265" y="584"/>
                      <a:pt x="395" y="962"/>
                      <a:pt x="492" y="1346"/>
                    </a:cubicBezTo>
                    <a:cubicBezTo>
                      <a:pt x="914" y="3015"/>
                      <a:pt x="1027" y="4717"/>
                      <a:pt x="1054" y="6430"/>
                    </a:cubicBezTo>
                    <a:cubicBezTo>
                      <a:pt x="1070" y="7397"/>
                      <a:pt x="1054" y="8364"/>
                      <a:pt x="1006" y="9326"/>
                    </a:cubicBezTo>
                    <a:cubicBezTo>
                      <a:pt x="973" y="9877"/>
                      <a:pt x="957" y="10433"/>
                      <a:pt x="892" y="10984"/>
                    </a:cubicBezTo>
                    <a:cubicBezTo>
                      <a:pt x="752" y="12168"/>
                      <a:pt x="633" y="13351"/>
                      <a:pt x="552" y="14539"/>
                    </a:cubicBezTo>
                    <a:cubicBezTo>
                      <a:pt x="476" y="15604"/>
                      <a:pt x="465" y="16673"/>
                      <a:pt x="546" y="17738"/>
                    </a:cubicBezTo>
                    <a:cubicBezTo>
                      <a:pt x="552" y="17797"/>
                      <a:pt x="541" y="17862"/>
                      <a:pt x="633" y="17878"/>
                    </a:cubicBezTo>
                    <a:cubicBezTo>
                      <a:pt x="638" y="17840"/>
                      <a:pt x="644" y="17797"/>
                      <a:pt x="644" y="17754"/>
                    </a:cubicBezTo>
                    <a:cubicBezTo>
                      <a:pt x="644" y="16776"/>
                      <a:pt x="617" y="15793"/>
                      <a:pt x="698" y="14809"/>
                    </a:cubicBezTo>
                    <a:cubicBezTo>
                      <a:pt x="735" y="14291"/>
                      <a:pt x="757" y="13772"/>
                      <a:pt x="811" y="13259"/>
                    </a:cubicBezTo>
                    <a:cubicBezTo>
                      <a:pt x="898" y="12378"/>
                      <a:pt x="1033" y="11503"/>
                      <a:pt x="1097" y="10617"/>
                    </a:cubicBezTo>
                    <a:cubicBezTo>
                      <a:pt x="1173" y="9531"/>
                      <a:pt x="1222" y="8434"/>
                      <a:pt x="1227" y="7343"/>
                    </a:cubicBezTo>
                    <a:cubicBezTo>
                      <a:pt x="1243" y="5333"/>
                      <a:pt x="1124" y="3329"/>
                      <a:pt x="638" y="1362"/>
                    </a:cubicBezTo>
                    <a:cubicBezTo>
                      <a:pt x="519" y="870"/>
                      <a:pt x="282" y="42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6"/>
              <p:cNvSpPr/>
              <p:nvPr/>
            </p:nvSpPr>
            <p:spPr>
              <a:xfrm>
                <a:off x="2485570" y="1599933"/>
                <a:ext cx="470105" cy="148998"/>
              </a:xfrm>
              <a:custGeom>
                <a:avLst/>
                <a:gdLst/>
                <a:ahLst/>
                <a:cxnLst/>
                <a:rect l="l" t="t" r="r" b="b"/>
                <a:pathLst>
                  <a:path w="7689" h="2437" extrusionOk="0">
                    <a:moveTo>
                      <a:pt x="7462" y="0"/>
                    </a:moveTo>
                    <a:lnTo>
                      <a:pt x="7462" y="0"/>
                    </a:lnTo>
                    <a:cubicBezTo>
                      <a:pt x="7489" y="325"/>
                      <a:pt x="7348" y="578"/>
                      <a:pt x="7105" y="778"/>
                    </a:cubicBezTo>
                    <a:cubicBezTo>
                      <a:pt x="6700" y="1106"/>
                      <a:pt x="6254" y="1303"/>
                      <a:pt x="5720" y="1303"/>
                    </a:cubicBezTo>
                    <a:cubicBezTo>
                      <a:pt x="5700" y="1303"/>
                      <a:pt x="5678" y="1303"/>
                      <a:pt x="5657" y="1302"/>
                    </a:cubicBezTo>
                    <a:cubicBezTo>
                      <a:pt x="5586" y="1301"/>
                      <a:pt x="5515" y="1300"/>
                      <a:pt x="5443" y="1300"/>
                    </a:cubicBezTo>
                    <a:cubicBezTo>
                      <a:pt x="5012" y="1300"/>
                      <a:pt x="4579" y="1322"/>
                      <a:pt x="4145" y="1322"/>
                    </a:cubicBezTo>
                    <a:cubicBezTo>
                      <a:pt x="3814" y="1322"/>
                      <a:pt x="3482" y="1310"/>
                      <a:pt x="3150" y="1265"/>
                    </a:cubicBezTo>
                    <a:cubicBezTo>
                      <a:pt x="3121" y="1261"/>
                      <a:pt x="3093" y="1259"/>
                      <a:pt x="3066" y="1259"/>
                    </a:cubicBezTo>
                    <a:cubicBezTo>
                      <a:pt x="2897" y="1259"/>
                      <a:pt x="2788" y="1339"/>
                      <a:pt x="2821" y="1573"/>
                    </a:cubicBezTo>
                    <a:cubicBezTo>
                      <a:pt x="2583" y="1535"/>
                      <a:pt x="2362" y="1513"/>
                      <a:pt x="2145" y="1459"/>
                    </a:cubicBezTo>
                    <a:cubicBezTo>
                      <a:pt x="1292" y="1254"/>
                      <a:pt x="481" y="984"/>
                      <a:pt x="130" y="54"/>
                    </a:cubicBezTo>
                    <a:cubicBezTo>
                      <a:pt x="1" y="125"/>
                      <a:pt x="11" y="233"/>
                      <a:pt x="44" y="346"/>
                    </a:cubicBezTo>
                    <a:cubicBezTo>
                      <a:pt x="103" y="568"/>
                      <a:pt x="233" y="746"/>
                      <a:pt x="400" y="892"/>
                    </a:cubicBezTo>
                    <a:cubicBezTo>
                      <a:pt x="784" y="1227"/>
                      <a:pt x="1211" y="1464"/>
                      <a:pt x="1719" y="1562"/>
                    </a:cubicBezTo>
                    <a:cubicBezTo>
                      <a:pt x="2156" y="1654"/>
                      <a:pt x="2632" y="1637"/>
                      <a:pt x="2994" y="1989"/>
                    </a:cubicBezTo>
                    <a:cubicBezTo>
                      <a:pt x="3044" y="2036"/>
                      <a:pt x="3110" y="2051"/>
                      <a:pt x="3178" y="2051"/>
                    </a:cubicBezTo>
                    <a:cubicBezTo>
                      <a:pt x="3250" y="2051"/>
                      <a:pt x="3325" y="2035"/>
                      <a:pt x="3388" y="2021"/>
                    </a:cubicBezTo>
                    <a:cubicBezTo>
                      <a:pt x="3458" y="2005"/>
                      <a:pt x="3526" y="1999"/>
                      <a:pt x="3593" y="1999"/>
                    </a:cubicBezTo>
                    <a:cubicBezTo>
                      <a:pt x="3779" y="1999"/>
                      <a:pt x="3955" y="2050"/>
                      <a:pt x="4134" y="2102"/>
                    </a:cubicBezTo>
                    <a:cubicBezTo>
                      <a:pt x="4517" y="2215"/>
                      <a:pt x="4928" y="2242"/>
                      <a:pt x="5360" y="2437"/>
                    </a:cubicBezTo>
                    <a:cubicBezTo>
                      <a:pt x="5230" y="2199"/>
                      <a:pt x="5090" y="2118"/>
                      <a:pt x="4906" y="2075"/>
                    </a:cubicBezTo>
                    <a:cubicBezTo>
                      <a:pt x="4425" y="1962"/>
                      <a:pt x="3950" y="1848"/>
                      <a:pt x="3475" y="1713"/>
                    </a:cubicBezTo>
                    <a:cubicBezTo>
                      <a:pt x="3309" y="1670"/>
                      <a:pt x="3132" y="1622"/>
                      <a:pt x="2982" y="1427"/>
                    </a:cubicBezTo>
                    <a:lnTo>
                      <a:pt x="2982" y="1427"/>
                    </a:lnTo>
                    <a:cubicBezTo>
                      <a:pt x="3482" y="1503"/>
                      <a:pt x="3971" y="1524"/>
                      <a:pt x="4455" y="1524"/>
                    </a:cubicBezTo>
                    <a:cubicBezTo>
                      <a:pt x="4827" y="1524"/>
                      <a:pt x="5197" y="1512"/>
                      <a:pt x="5565" y="1502"/>
                    </a:cubicBezTo>
                    <a:cubicBezTo>
                      <a:pt x="5576" y="1502"/>
                      <a:pt x="5586" y="1502"/>
                      <a:pt x="5596" y="1502"/>
                    </a:cubicBezTo>
                    <a:cubicBezTo>
                      <a:pt x="5830" y="1502"/>
                      <a:pt x="6017" y="1561"/>
                      <a:pt x="6208" y="1670"/>
                    </a:cubicBezTo>
                    <a:cubicBezTo>
                      <a:pt x="6381" y="1767"/>
                      <a:pt x="6495" y="1940"/>
                      <a:pt x="6716" y="2086"/>
                    </a:cubicBezTo>
                    <a:cubicBezTo>
                      <a:pt x="6592" y="1762"/>
                      <a:pt x="6370" y="1605"/>
                      <a:pt x="6149" y="1437"/>
                    </a:cubicBezTo>
                    <a:cubicBezTo>
                      <a:pt x="6576" y="1346"/>
                      <a:pt x="6932" y="1157"/>
                      <a:pt x="7256" y="908"/>
                    </a:cubicBezTo>
                    <a:cubicBezTo>
                      <a:pt x="7494" y="724"/>
                      <a:pt x="7602" y="465"/>
                      <a:pt x="7656" y="184"/>
                    </a:cubicBezTo>
                    <a:cubicBezTo>
                      <a:pt x="7689" y="27"/>
                      <a:pt x="7656" y="6"/>
                      <a:pt x="74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6"/>
              <p:cNvSpPr/>
              <p:nvPr/>
            </p:nvSpPr>
            <p:spPr>
              <a:xfrm>
                <a:off x="4361160" y="1620843"/>
                <a:ext cx="151016" cy="275130"/>
              </a:xfrm>
              <a:custGeom>
                <a:avLst/>
                <a:gdLst/>
                <a:ahLst/>
                <a:cxnLst/>
                <a:rect l="l" t="t" r="r" b="b"/>
                <a:pathLst>
                  <a:path w="2470" h="4500" extrusionOk="0">
                    <a:moveTo>
                      <a:pt x="1350" y="1"/>
                    </a:moveTo>
                    <a:cubicBezTo>
                      <a:pt x="1162" y="1"/>
                      <a:pt x="1041" y="226"/>
                      <a:pt x="865" y="328"/>
                    </a:cubicBezTo>
                    <a:cubicBezTo>
                      <a:pt x="892" y="335"/>
                      <a:pt x="917" y="338"/>
                      <a:pt x="941" y="338"/>
                    </a:cubicBezTo>
                    <a:cubicBezTo>
                      <a:pt x="1107" y="338"/>
                      <a:pt x="1203" y="193"/>
                      <a:pt x="1335" y="155"/>
                    </a:cubicBezTo>
                    <a:cubicBezTo>
                      <a:pt x="1464" y="253"/>
                      <a:pt x="1410" y="355"/>
                      <a:pt x="1367" y="458"/>
                    </a:cubicBezTo>
                    <a:cubicBezTo>
                      <a:pt x="1243" y="755"/>
                      <a:pt x="1048" y="1004"/>
                      <a:pt x="816" y="1220"/>
                    </a:cubicBezTo>
                    <a:cubicBezTo>
                      <a:pt x="632" y="1393"/>
                      <a:pt x="508" y="1576"/>
                      <a:pt x="540" y="1846"/>
                    </a:cubicBezTo>
                    <a:cubicBezTo>
                      <a:pt x="589" y="2219"/>
                      <a:pt x="459" y="2533"/>
                      <a:pt x="189" y="2787"/>
                    </a:cubicBezTo>
                    <a:cubicBezTo>
                      <a:pt x="157" y="2819"/>
                      <a:pt x="103" y="2857"/>
                      <a:pt x="151" y="2932"/>
                    </a:cubicBezTo>
                    <a:cubicBezTo>
                      <a:pt x="368" y="2792"/>
                      <a:pt x="524" y="2603"/>
                      <a:pt x="649" y="2430"/>
                    </a:cubicBezTo>
                    <a:cubicBezTo>
                      <a:pt x="1059" y="2533"/>
                      <a:pt x="1038" y="2830"/>
                      <a:pt x="994" y="3138"/>
                    </a:cubicBezTo>
                    <a:cubicBezTo>
                      <a:pt x="989" y="3154"/>
                      <a:pt x="989" y="3170"/>
                      <a:pt x="989" y="3186"/>
                    </a:cubicBezTo>
                    <a:cubicBezTo>
                      <a:pt x="960" y="3513"/>
                      <a:pt x="854" y="3635"/>
                      <a:pt x="565" y="3635"/>
                    </a:cubicBezTo>
                    <a:cubicBezTo>
                      <a:pt x="529" y="3635"/>
                      <a:pt x="490" y="3633"/>
                      <a:pt x="449" y="3629"/>
                    </a:cubicBezTo>
                    <a:cubicBezTo>
                      <a:pt x="416" y="3626"/>
                      <a:pt x="386" y="3613"/>
                      <a:pt x="357" y="3613"/>
                    </a:cubicBezTo>
                    <a:cubicBezTo>
                      <a:pt x="334" y="3613"/>
                      <a:pt x="311" y="3622"/>
                      <a:pt x="287" y="3651"/>
                    </a:cubicBezTo>
                    <a:cubicBezTo>
                      <a:pt x="200" y="3748"/>
                      <a:pt x="0" y="4315"/>
                      <a:pt x="11" y="4499"/>
                    </a:cubicBezTo>
                    <a:cubicBezTo>
                      <a:pt x="60" y="4407"/>
                      <a:pt x="108" y="4337"/>
                      <a:pt x="141" y="4261"/>
                    </a:cubicBezTo>
                    <a:cubicBezTo>
                      <a:pt x="274" y="3912"/>
                      <a:pt x="487" y="3688"/>
                      <a:pt x="860" y="3688"/>
                    </a:cubicBezTo>
                    <a:cubicBezTo>
                      <a:pt x="896" y="3688"/>
                      <a:pt x="934" y="3690"/>
                      <a:pt x="973" y="3694"/>
                    </a:cubicBezTo>
                    <a:cubicBezTo>
                      <a:pt x="980" y="3695"/>
                      <a:pt x="987" y="3695"/>
                      <a:pt x="994" y="3695"/>
                    </a:cubicBezTo>
                    <a:cubicBezTo>
                      <a:pt x="1095" y="3695"/>
                      <a:pt x="1156" y="3621"/>
                      <a:pt x="1156" y="3500"/>
                    </a:cubicBezTo>
                    <a:cubicBezTo>
                      <a:pt x="1167" y="3284"/>
                      <a:pt x="1189" y="3073"/>
                      <a:pt x="1210" y="2862"/>
                    </a:cubicBezTo>
                    <a:cubicBezTo>
                      <a:pt x="1215" y="2790"/>
                      <a:pt x="1219" y="2711"/>
                      <a:pt x="1308" y="2711"/>
                    </a:cubicBezTo>
                    <a:cubicBezTo>
                      <a:pt x="1325" y="2711"/>
                      <a:pt x="1347" y="2714"/>
                      <a:pt x="1372" y="2722"/>
                    </a:cubicBezTo>
                    <a:cubicBezTo>
                      <a:pt x="1400" y="2976"/>
                      <a:pt x="1318" y="3246"/>
                      <a:pt x="1443" y="3510"/>
                    </a:cubicBezTo>
                    <a:cubicBezTo>
                      <a:pt x="1691" y="3343"/>
                      <a:pt x="1481" y="3067"/>
                      <a:pt x="1610" y="2878"/>
                    </a:cubicBezTo>
                    <a:cubicBezTo>
                      <a:pt x="1621" y="2871"/>
                      <a:pt x="1632" y="2869"/>
                      <a:pt x="1644" y="2869"/>
                    </a:cubicBezTo>
                    <a:cubicBezTo>
                      <a:pt x="1687" y="2869"/>
                      <a:pt x="1734" y="2906"/>
                      <a:pt x="1781" y="2906"/>
                    </a:cubicBezTo>
                    <a:cubicBezTo>
                      <a:pt x="1810" y="2906"/>
                      <a:pt x="1838" y="2892"/>
                      <a:pt x="1864" y="2846"/>
                    </a:cubicBezTo>
                    <a:cubicBezTo>
                      <a:pt x="1681" y="2712"/>
                      <a:pt x="1556" y="2478"/>
                      <a:pt x="1291" y="2478"/>
                    </a:cubicBezTo>
                    <a:cubicBezTo>
                      <a:pt x="1267" y="2478"/>
                      <a:pt x="1242" y="2480"/>
                      <a:pt x="1216" y="2484"/>
                    </a:cubicBezTo>
                    <a:cubicBezTo>
                      <a:pt x="1476" y="2418"/>
                      <a:pt x="1725" y="2288"/>
                      <a:pt x="1982" y="2288"/>
                    </a:cubicBezTo>
                    <a:cubicBezTo>
                      <a:pt x="2083" y="2288"/>
                      <a:pt x="2186" y="2308"/>
                      <a:pt x="2291" y="2360"/>
                    </a:cubicBezTo>
                    <a:cubicBezTo>
                      <a:pt x="2350" y="2284"/>
                      <a:pt x="2345" y="2225"/>
                      <a:pt x="2313" y="2165"/>
                    </a:cubicBezTo>
                    <a:cubicBezTo>
                      <a:pt x="2220" y="2145"/>
                      <a:pt x="2130" y="2136"/>
                      <a:pt x="2041" y="2136"/>
                    </a:cubicBezTo>
                    <a:cubicBezTo>
                      <a:pt x="1725" y="2136"/>
                      <a:pt x="1431" y="2247"/>
                      <a:pt x="1140" y="2343"/>
                    </a:cubicBezTo>
                    <a:cubicBezTo>
                      <a:pt x="1081" y="2362"/>
                      <a:pt x="1029" y="2374"/>
                      <a:pt x="982" y="2374"/>
                    </a:cubicBezTo>
                    <a:cubicBezTo>
                      <a:pt x="883" y="2374"/>
                      <a:pt x="807" y="2323"/>
                      <a:pt x="740" y="2187"/>
                    </a:cubicBezTo>
                    <a:cubicBezTo>
                      <a:pt x="1237" y="1900"/>
                      <a:pt x="1772" y="1819"/>
                      <a:pt x="2329" y="1803"/>
                    </a:cubicBezTo>
                    <a:cubicBezTo>
                      <a:pt x="2169" y="1720"/>
                      <a:pt x="2017" y="1687"/>
                      <a:pt x="1871" y="1687"/>
                    </a:cubicBezTo>
                    <a:cubicBezTo>
                      <a:pt x="1470" y="1687"/>
                      <a:pt x="1108" y="1933"/>
                      <a:pt x="724" y="2036"/>
                    </a:cubicBezTo>
                    <a:cubicBezTo>
                      <a:pt x="654" y="1625"/>
                      <a:pt x="654" y="1549"/>
                      <a:pt x="1005" y="1409"/>
                    </a:cubicBezTo>
                    <a:cubicBezTo>
                      <a:pt x="1258" y="1308"/>
                      <a:pt x="1524" y="1122"/>
                      <a:pt x="1794" y="1122"/>
                    </a:cubicBezTo>
                    <a:cubicBezTo>
                      <a:pt x="1957" y="1122"/>
                      <a:pt x="2121" y="1189"/>
                      <a:pt x="2286" y="1382"/>
                    </a:cubicBezTo>
                    <a:cubicBezTo>
                      <a:pt x="2286" y="1382"/>
                      <a:pt x="2313" y="1371"/>
                      <a:pt x="2323" y="1360"/>
                    </a:cubicBezTo>
                    <a:cubicBezTo>
                      <a:pt x="2206" y="1079"/>
                      <a:pt x="2134" y="997"/>
                      <a:pt x="1941" y="997"/>
                    </a:cubicBezTo>
                    <a:cubicBezTo>
                      <a:pt x="1885" y="997"/>
                      <a:pt x="1820" y="1004"/>
                      <a:pt x="1740" y="1014"/>
                    </a:cubicBezTo>
                    <a:cubicBezTo>
                      <a:pt x="1508" y="1041"/>
                      <a:pt x="1318" y="1193"/>
                      <a:pt x="1070" y="1220"/>
                    </a:cubicBezTo>
                    <a:cubicBezTo>
                      <a:pt x="1254" y="955"/>
                      <a:pt x="1443" y="744"/>
                      <a:pt x="1713" y="609"/>
                    </a:cubicBezTo>
                    <a:cubicBezTo>
                      <a:pt x="1885" y="521"/>
                      <a:pt x="1982" y="469"/>
                      <a:pt x="2056" y="469"/>
                    </a:cubicBezTo>
                    <a:cubicBezTo>
                      <a:pt x="2154" y="469"/>
                      <a:pt x="2212" y="560"/>
                      <a:pt x="2350" y="782"/>
                    </a:cubicBezTo>
                    <a:cubicBezTo>
                      <a:pt x="2367" y="809"/>
                      <a:pt x="2399" y="825"/>
                      <a:pt x="2469" y="890"/>
                    </a:cubicBezTo>
                    <a:cubicBezTo>
                      <a:pt x="2404" y="658"/>
                      <a:pt x="2437" y="420"/>
                      <a:pt x="2264" y="334"/>
                    </a:cubicBezTo>
                    <a:cubicBezTo>
                      <a:pt x="2208" y="304"/>
                      <a:pt x="2155" y="292"/>
                      <a:pt x="2104" y="292"/>
                    </a:cubicBezTo>
                    <a:cubicBezTo>
                      <a:pt x="1901" y="292"/>
                      <a:pt x="1719" y="485"/>
                      <a:pt x="1464" y="593"/>
                    </a:cubicBezTo>
                    <a:cubicBezTo>
                      <a:pt x="1589" y="339"/>
                      <a:pt x="1686" y="107"/>
                      <a:pt x="1448" y="20"/>
                    </a:cubicBezTo>
                    <a:cubicBezTo>
                      <a:pt x="1413" y="7"/>
                      <a:pt x="1380" y="1"/>
                      <a:pt x="13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6"/>
              <p:cNvSpPr/>
              <p:nvPr/>
            </p:nvSpPr>
            <p:spPr>
              <a:xfrm>
                <a:off x="3656889" y="3657836"/>
                <a:ext cx="341283" cy="817136"/>
              </a:xfrm>
              <a:custGeom>
                <a:avLst/>
                <a:gdLst/>
                <a:ahLst/>
                <a:cxnLst/>
                <a:rect l="l" t="t" r="r" b="b"/>
                <a:pathLst>
                  <a:path w="5582" h="13365" extrusionOk="0">
                    <a:moveTo>
                      <a:pt x="11" y="0"/>
                    </a:moveTo>
                    <a:cubicBezTo>
                      <a:pt x="11" y="38"/>
                      <a:pt x="1" y="87"/>
                      <a:pt x="11" y="125"/>
                    </a:cubicBezTo>
                    <a:cubicBezTo>
                      <a:pt x="368" y="1924"/>
                      <a:pt x="806" y="3701"/>
                      <a:pt x="1335" y="5457"/>
                    </a:cubicBezTo>
                    <a:cubicBezTo>
                      <a:pt x="2183" y="8266"/>
                      <a:pt x="3350" y="10903"/>
                      <a:pt x="5252" y="13172"/>
                    </a:cubicBezTo>
                    <a:cubicBezTo>
                      <a:pt x="5316" y="13249"/>
                      <a:pt x="5371" y="13364"/>
                      <a:pt x="5499" y="13364"/>
                    </a:cubicBezTo>
                    <a:cubicBezTo>
                      <a:pt x="5524" y="13364"/>
                      <a:pt x="5551" y="13360"/>
                      <a:pt x="5582" y="13350"/>
                    </a:cubicBezTo>
                    <a:cubicBezTo>
                      <a:pt x="5528" y="13269"/>
                      <a:pt x="5484" y="13199"/>
                      <a:pt x="5430" y="13129"/>
                    </a:cubicBezTo>
                    <a:cubicBezTo>
                      <a:pt x="4636" y="12119"/>
                      <a:pt x="3885" y="11070"/>
                      <a:pt x="3291" y="9925"/>
                    </a:cubicBezTo>
                    <a:cubicBezTo>
                      <a:pt x="1870" y="7208"/>
                      <a:pt x="1033" y="4290"/>
                      <a:pt x="363" y="1319"/>
                    </a:cubicBezTo>
                    <a:cubicBezTo>
                      <a:pt x="260" y="876"/>
                      <a:pt x="190" y="422"/>
                      <a:pt x="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6"/>
              <p:cNvSpPr/>
              <p:nvPr/>
            </p:nvSpPr>
            <p:spPr>
              <a:xfrm>
                <a:off x="3757648" y="3977230"/>
                <a:ext cx="336637" cy="403402"/>
              </a:xfrm>
              <a:custGeom>
                <a:avLst/>
                <a:gdLst/>
                <a:ahLst/>
                <a:cxnLst/>
                <a:rect l="l" t="t" r="r" b="b"/>
                <a:pathLst>
                  <a:path w="5506" h="6598" extrusionOk="0">
                    <a:moveTo>
                      <a:pt x="0" y="1"/>
                    </a:moveTo>
                    <a:lnTo>
                      <a:pt x="0" y="1"/>
                    </a:lnTo>
                    <a:cubicBezTo>
                      <a:pt x="238" y="2044"/>
                      <a:pt x="3778" y="6277"/>
                      <a:pt x="5495" y="6590"/>
                    </a:cubicBezTo>
                    <a:lnTo>
                      <a:pt x="5495" y="6590"/>
                    </a:lnTo>
                    <a:cubicBezTo>
                      <a:pt x="4273" y="5776"/>
                      <a:pt x="3180" y="4833"/>
                      <a:pt x="2237" y="3712"/>
                    </a:cubicBezTo>
                    <a:cubicBezTo>
                      <a:pt x="1297" y="2589"/>
                      <a:pt x="600" y="1324"/>
                      <a:pt x="0" y="1"/>
                    </a:cubicBezTo>
                    <a:close/>
                    <a:moveTo>
                      <a:pt x="5495" y="6590"/>
                    </a:moveTo>
                    <a:lnTo>
                      <a:pt x="5495" y="6590"/>
                    </a:lnTo>
                    <a:cubicBezTo>
                      <a:pt x="5498" y="6593"/>
                      <a:pt x="5502" y="6595"/>
                      <a:pt x="5506" y="6597"/>
                    </a:cubicBezTo>
                    <a:lnTo>
                      <a:pt x="5506" y="6592"/>
                    </a:lnTo>
                    <a:cubicBezTo>
                      <a:pt x="5502" y="6591"/>
                      <a:pt x="5498" y="6591"/>
                      <a:pt x="5495" y="659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46"/>
              <p:cNvSpPr/>
              <p:nvPr/>
            </p:nvSpPr>
            <p:spPr>
              <a:xfrm>
                <a:off x="3868984" y="3651233"/>
                <a:ext cx="170458" cy="523909"/>
              </a:xfrm>
              <a:custGeom>
                <a:avLst/>
                <a:gdLst/>
                <a:ahLst/>
                <a:cxnLst/>
                <a:rect l="l" t="t" r="r" b="b"/>
                <a:pathLst>
                  <a:path w="2788" h="8569" extrusionOk="0">
                    <a:moveTo>
                      <a:pt x="162" y="0"/>
                    </a:moveTo>
                    <a:lnTo>
                      <a:pt x="162" y="0"/>
                    </a:lnTo>
                    <a:cubicBezTo>
                      <a:pt x="0" y="1978"/>
                      <a:pt x="1767" y="7737"/>
                      <a:pt x="2788" y="8569"/>
                    </a:cubicBezTo>
                    <a:lnTo>
                      <a:pt x="2788" y="8564"/>
                    </a:lnTo>
                    <a:cubicBezTo>
                      <a:pt x="2086" y="7234"/>
                      <a:pt x="1594" y="5819"/>
                      <a:pt x="1108" y="4403"/>
                    </a:cubicBezTo>
                    <a:cubicBezTo>
                      <a:pt x="611" y="2972"/>
                      <a:pt x="314" y="1502"/>
                      <a:pt x="1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6"/>
              <p:cNvSpPr/>
              <p:nvPr/>
            </p:nvSpPr>
            <p:spPr>
              <a:xfrm>
                <a:off x="3510215" y="2704178"/>
                <a:ext cx="44999" cy="516022"/>
              </a:xfrm>
              <a:custGeom>
                <a:avLst/>
                <a:gdLst/>
                <a:ahLst/>
                <a:cxnLst/>
                <a:rect l="l" t="t" r="r" b="b"/>
                <a:pathLst>
                  <a:path w="736" h="8440" extrusionOk="0">
                    <a:moveTo>
                      <a:pt x="736" y="1"/>
                    </a:moveTo>
                    <a:cubicBezTo>
                      <a:pt x="347" y="1238"/>
                      <a:pt x="1" y="7429"/>
                      <a:pt x="325" y="8440"/>
                    </a:cubicBezTo>
                    <a:cubicBezTo>
                      <a:pt x="287" y="7024"/>
                      <a:pt x="336" y="5619"/>
                      <a:pt x="401" y="4209"/>
                    </a:cubicBezTo>
                    <a:cubicBezTo>
                      <a:pt x="471" y="2805"/>
                      <a:pt x="584" y="1400"/>
                      <a:pt x="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6"/>
              <p:cNvSpPr/>
              <p:nvPr/>
            </p:nvSpPr>
            <p:spPr>
              <a:xfrm>
                <a:off x="4455927" y="835869"/>
                <a:ext cx="98191" cy="223039"/>
              </a:xfrm>
              <a:custGeom>
                <a:avLst/>
                <a:gdLst/>
                <a:ahLst/>
                <a:cxnLst/>
                <a:rect l="l" t="t" r="r" b="b"/>
                <a:pathLst>
                  <a:path w="1606" h="3648" extrusionOk="0">
                    <a:moveTo>
                      <a:pt x="1006" y="1"/>
                    </a:moveTo>
                    <a:lnTo>
                      <a:pt x="1006" y="1"/>
                    </a:lnTo>
                    <a:cubicBezTo>
                      <a:pt x="719" y="881"/>
                      <a:pt x="698" y="1843"/>
                      <a:pt x="1" y="2546"/>
                    </a:cubicBezTo>
                    <a:cubicBezTo>
                      <a:pt x="336" y="2794"/>
                      <a:pt x="384" y="2794"/>
                      <a:pt x="595" y="3599"/>
                    </a:cubicBezTo>
                    <a:cubicBezTo>
                      <a:pt x="552" y="3205"/>
                      <a:pt x="644" y="2762"/>
                      <a:pt x="157" y="2497"/>
                    </a:cubicBezTo>
                    <a:cubicBezTo>
                      <a:pt x="752" y="1951"/>
                      <a:pt x="773" y="1184"/>
                      <a:pt x="979" y="433"/>
                    </a:cubicBezTo>
                    <a:lnTo>
                      <a:pt x="979" y="433"/>
                    </a:lnTo>
                    <a:cubicBezTo>
                      <a:pt x="1022" y="1216"/>
                      <a:pt x="968" y="1967"/>
                      <a:pt x="1449" y="2616"/>
                    </a:cubicBezTo>
                    <a:cubicBezTo>
                      <a:pt x="1098" y="2686"/>
                      <a:pt x="957" y="2956"/>
                      <a:pt x="844" y="3648"/>
                    </a:cubicBezTo>
                    <a:cubicBezTo>
                      <a:pt x="1006" y="3259"/>
                      <a:pt x="1125" y="2832"/>
                      <a:pt x="1605" y="2664"/>
                    </a:cubicBezTo>
                    <a:cubicBezTo>
                      <a:pt x="995" y="1849"/>
                      <a:pt x="1162" y="892"/>
                      <a:pt x="1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6"/>
              <p:cNvSpPr/>
              <p:nvPr/>
            </p:nvSpPr>
            <p:spPr>
              <a:xfrm>
                <a:off x="3359627" y="1542767"/>
                <a:ext cx="76364" cy="314198"/>
              </a:xfrm>
              <a:custGeom>
                <a:avLst/>
                <a:gdLst/>
                <a:ahLst/>
                <a:cxnLst/>
                <a:rect l="l" t="t" r="r" b="b"/>
                <a:pathLst>
                  <a:path w="1249" h="5139" extrusionOk="0">
                    <a:moveTo>
                      <a:pt x="260" y="1"/>
                    </a:moveTo>
                    <a:cubicBezTo>
                      <a:pt x="0" y="1821"/>
                      <a:pt x="308" y="3539"/>
                      <a:pt x="1248" y="5139"/>
                    </a:cubicBezTo>
                    <a:cubicBezTo>
                      <a:pt x="1021" y="4598"/>
                      <a:pt x="778" y="4058"/>
                      <a:pt x="638" y="3485"/>
                    </a:cubicBezTo>
                    <a:cubicBezTo>
                      <a:pt x="503" y="2913"/>
                      <a:pt x="411" y="2340"/>
                      <a:pt x="346" y="1757"/>
                    </a:cubicBezTo>
                    <a:cubicBezTo>
                      <a:pt x="276" y="1168"/>
                      <a:pt x="297" y="584"/>
                      <a:pt x="2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46"/>
              <p:cNvSpPr/>
              <p:nvPr/>
            </p:nvSpPr>
            <p:spPr>
              <a:xfrm>
                <a:off x="3554174" y="2819794"/>
                <a:ext cx="9966" cy="413612"/>
              </a:xfrm>
              <a:custGeom>
                <a:avLst/>
                <a:gdLst/>
                <a:ahLst/>
                <a:cxnLst/>
                <a:rect l="l" t="t" r="r" b="b"/>
                <a:pathLst>
                  <a:path w="163" h="6765" extrusionOk="0">
                    <a:moveTo>
                      <a:pt x="162" y="1"/>
                    </a:moveTo>
                    <a:cubicBezTo>
                      <a:pt x="11" y="2254"/>
                      <a:pt x="0" y="4506"/>
                      <a:pt x="146" y="6765"/>
                    </a:cubicBezTo>
                    <a:cubicBezTo>
                      <a:pt x="114" y="4512"/>
                      <a:pt x="119" y="2254"/>
                      <a:pt x="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46"/>
              <p:cNvSpPr/>
              <p:nvPr/>
            </p:nvSpPr>
            <p:spPr>
              <a:xfrm>
                <a:off x="2569454" y="1645482"/>
                <a:ext cx="305272" cy="9293"/>
              </a:xfrm>
              <a:custGeom>
                <a:avLst/>
                <a:gdLst/>
                <a:ahLst/>
                <a:cxnLst/>
                <a:rect l="l" t="t" r="r" b="b"/>
                <a:pathLst>
                  <a:path w="4993" h="152" extrusionOk="0">
                    <a:moveTo>
                      <a:pt x="1" y="1"/>
                    </a:moveTo>
                    <a:lnTo>
                      <a:pt x="1" y="1"/>
                    </a:lnTo>
                    <a:cubicBezTo>
                      <a:pt x="397" y="96"/>
                      <a:pt x="1887" y="151"/>
                      <a:pt x="3157" y="151"/>
                    </a:cubicBezTo>
                    <a:cubicBezTo>
                      <a:pt x="3983" y="151"/>
                      <a:pt x="4716" y="128"/>
                      <a:pt x="4993" y="77"/>
                    </a:cubicBezTo>
                    <a:cubicBezTo>
                      <a:pt x="4238" y="26"/>
                      <a:pt x="3490" y="16"/>
                      <a:pt x="2745" y="16"/>
                    </a:cubicBezTo>
                    <a:cubicBezTo>
                      <a:pt x="2290" y="16"/>
                      <a:pt x="1836" y="20"/>
                      <a:pt x="1384" y="20"/>
                    </a:cubicBezTo>
                    <a:cubicBezTo>
                      <a:pt x="922" y="20"/>
                      <a:pt x="462" y="16"/>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46"/>
              <p:cNvSpPr/>
              <p:nvPr/>
            </p:nvSpPr>
            <p:spPr>
              <a:xfrm>
                <a:off x="3143558" y="1845042"/>
                <a:ext cx="137137" cy="129556"/>
              </a:xfrm>
              <a:custGeom>
                <a:avLst/>
                <a:gdLst/>
                <a:ahLst/>
                <a:cxnLst/>
                <a:rect l="l" t="t" r="r" b="b"/>
                <a:pathLst>
                  <a:path w="2243" h="2119" extrusionOk="0">
                    <a:moveTo>
                      <a:pt x="1" y="0"/>
                    </a:moveTo>
                    <a:cubicBezTo>
                      <a:pt x="314" y="238"/>
                      <a:pt x="590" y="492"/>
                      <a:pt x="898" y="697"/>
                    </a:cubicBezTo>
                    <a:cubicBezTo>
                      <a:pt x="1400" y="1027"/>
                      <a:pt x="1811" y="1432"/>
                      <a:pt x="1919" y="2118"/>
                    </a:cubicBezTo>
                    <a:cubicBezTo>
                      <a:pt x="2243" y="1399"/>
                      <a:pt x="1125" y="36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46"/>
              <p:cNvSpPr/>
              <p:nvPr/>
            </p:nvSpPr>
            <p:spPr>
              <a:xfrm>
                <a:off x="4134882" y="1882032"/>
                <a:ext cx="116349" cy="142762"/>
              </a:xfrm>
              <a:custGeom>
                <a:avLst/>
                <a:gdLst/>
                <a:ahLst/>
                <a:cxnLst/>
                <a:rect l="l" t="t" r="r" b="b"/>
                <a:pathLst>
                  <a:path w="1903" h="2335" extrusionOk="0">
                    <a:moveTo>
                      <a:pt x="1902" y="0"/>
                    </a:moveTo>
                    <a:lnTo>
                      <a:pt x="1902" y="0"/>
                    </a:lnTo>
                    <a:cubicBezTo>
                      <a:pt x="1286" y="762"/>
                      <a:pt x="546" y="1421"/>
                      <a:pt x="0" y="2334"/>
                    </a:cubicBezTo>
                    <a:cubicBezTo>
                      <a:pt x="308" y="2232"/>
                      <a:pt x="1778" y="384"/>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46"/>
              <p:cNvSpPr/>
              <p:nvPr/>
            </p:nvSpPr>
            <p:spPr>
              <a:xfrm>
                <a:off x="3654566" y="1055361"/>
                <a:ext cx="86635" cy="42431"/>
              </a:xfrm>
              <a:custGeom>
                <a:avLst/>
                <a:gdLst/>
                <a:ahLst/>
                <a:cxnLst/>
                <a:rect l="l" t="t" r="r" b="b"/>
                <a:pathLst>
                  <a:path w="1417" h="694" extrusionOk="0">
                    <a:moveTo>
                      <a:pt x="763" y="312"/>
                    </a:moveTo>
                    <a:cubicBezTo>
                      <a:pt x="802" y="312"/>
                      <a:pt x="840" y="322"/>
                      <a:pt x="876" y="333"/>
                    </a:cubicBezTo>
                    <a:cubicBezTo>
                      <a:pt x="941" y="349"/>
                      <a:pt x="1006" y="366"/>
                      <a:pt x="1076" y="382"/>
                    </a:cubicBezTo>
                    <a:cubicBezTo>
                      <a:pt x="1071" y="518"/>
                      <a:pt x="1005" y="569"/>
                      <a:pt x="913" y="569"/>
                    </a:cubicBezTo>
                    <a:cubicBezTo>
                      <a:pt x="899" y="569"/>
                      <a:pt x="885" y="568"/>
                      <a:pt x="871" y="566"/>
                    </a:cubicBezTo>
                    <a:cubicBezTo>
                      <a:pt x="746" y="555"/>
                      <a:pt x="655" y="495"/>
                      <a:pt x="655" y="344"/>
                    </a:cubicBezTo>
                    <a:cubicBezTo>
                      <a:pt x="691" y="321"/>
                      <a:pt x="727" y="312"/>
                      <a:pt x="763" y="312"/>
                    </a:cubicBezTo>
                    <a:close/>
                    <a:moveTo>
                      <a:pt x="349" y="0"/>
                    </a:moveTo>
                    <a:cubicBezTo>
                      <a:pt x="306" y="0"/>
                      <a:pt x="264" y="4"/>
                      <a:pt x="222" y="9"/>
                    </a:cubicBezTo>
                    <a:cubicBezTo>
                      <a:pt x="120" y="25"/>
                      <a:pt x="44" y="90"/>
                      <a:pt x="44" y="198"/>
                    </a:cubicBezTo>
                    <a:cubicBezTo>
                      <a:pt x="44" y="301"/>
                      <a:pt x="1" y="436"/>
                      <a:pt x="109" y="506"/>
                    </a:cubicBezTo>
                    <a:cubicBezTo>
                      <a:pt x="128" y="519"/>
                      <a:pt x="145" y="525"/>
                      <a:pt x="159" y="525"/>
                    </a:cubicBezTo>
                    <a:cubicBezTo>
                      <a:pt x="221" y="525"/>
                      <a:pt x="245" y="423"/>
                      <a:pt x="298" y="393"/>
                    </a:cubicBezTo>
                    <a:cubicBezTo>
                      <a:pt x="357" y="366"/>
                      <a:pt x="422" y="349"/>
                      <a:pt x="487" y="322"/>
                    </a:cubicBezTo>
                    <a:cubicBezTo>
                      <a:pt x="509" y="484"/>
                      <a:pt x="530" y="636"/>
                      <a:pt x="709" y="668"/>
                    </a:cubicBezTo>
                    <a:cubicBezTo>
                      <a:pt x="769" y="681"/>
                      <a:pt x="832" y="693"/>
                      <a:pt x="893" y="693"/>
                    </a:cubicBezTo>
                    <a:cubicBezTo>
                      <a:pt x="984" y="693"/>
                      <a:pt x="1069" y="665"/>
                      <a:pt x="1125" y="571"/>
                    </a:cubicBezTo>
                    <a:cubicBezTo>
                      <a:pt x="1195" y="452"/>
                      <a:pt x="1281" y="430"/>
                      <a:pt x="1416" y="425"/>
                    </a:cubicBezTo>
                    <a:cubicBezTo>
                      <a:pt x="1157" y="247"/>
                      <a:pt x="849" y="214"/>
                      <a:pt x="595" y="58"/>
                    </a:cubicBezTo>
                    <a:cubicBezTo>
                      <a:pt x="519" y="14"/>
                      <a:pt x="434" y="0"/>
                      <a:pt x="3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46"/>
              <p:cNvSpPr/>
              <p:nvPr/>
            </p:nvSpPr>
            <p:spPr>
              <a:xfrm>
                <a:off x="3593793" y="1182837"/>
                <a:ext cx="78687" cy="27391"/>
              </a:xfrm>
              <a:custGeom>
                <a:avLst/>
                <a:gdLst/>
                <a:ahLst/>
                <a:cxnLst/>
                <a:rect l="l" t="t" r="r" b="b"/>
                <a:pathLst>
                  <a:path w="1287" h="448" extrusionOk="0">
                    <a:moveTo>
                      <a:pt x="484" y="0"/>
                    </a:moveTo>
                    <a:cubicBezTo>
                      <a:pt x="439" y="0"/>
                      <a:pt x="393" y="3"/>
                      <a:pt x="346" y="10"/>
                    </a:cubicBezTo>
                    <a:cubicBezTo>
                      <a:pt x="93" y="47"/>
                      <a:pt x="1" y="161"/>
                      <a:pt x="87" y="447"/>
                    </a:cubicBezTo>
                    <a:cubicBezTo>
                      <a:pt x="150" y="391"/>
                      <a:pt x="212" y="365"/>
                      <a:pt x="275" y="365"/>
                    </a:cubicBezTo>
                    <a:cubicBezTo>
                      <a:pt x="320" y="365"/>
                      <a:pt x="366" y="379"/>
                      <a:pt x="411" y="404"/>
                    </a:cubicBezTo>
                    <a:cubicBezTo>
                      <a:pt x="450" y="423"/>
                      <a:pt x="487" y="434"/>
                      <a:pt x="522" y="434"/>
                    </a:cubicBezTo>
                    <a:cubicBezTo>
                      <a:pt x="566" y="434"/>
                      <a:pt x="607" y="418"/>
                      <a:pt x="649" y="382"/>
                    </a:cubicBezTo>
                    <a:cubicBezTo>
                      <a:pt x="707" y="335"/>
                      <a:pt x="764" y="319"/>
                      <a:pt x="823" y="319"/>
                    </a:cubicBezTo>
                    <a:cubicBezTo>
                      <a:pt x="891" y="319"/>
                      <a:pt x="960" y="340"/>
                      <a:pt x="1033" y="361"/>
                    </a:cubicBezTo>
                    <a:cubicBezTo>
                      <a:pt x="1082" y="376"/>
                      <a:pt x="1132" y="426"/>
                      <a:pt x="1187" y="426"/>
                    </a:cubicBezTo>
                    <a:cubicBezTo>
                      <a:pt x="1210" y="426"/>
                      <a:pt x="1234" y="417"/>
                      <a:pt x="1260" y="393"/>
                    </a:cubicBezTo>
                    <a:cubicBezTo>
                      <a:pt x="1287" y="328"/>
                      <a:pt x="1249" y="274"/>
                      <a:pt x="1200" y="247"/>
                    </a:cubicBezTo>
                    <a:cubicBezTo>
                      <a:pt x="978" y="104"/>
                      <a:pt x="749" y="0"/>
                      <a:pt x="4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46"/>
              <p:cNvSpPr/>
              <p:nvPr/>
            </p:nvSpPr>
            <p:spPr>
              <a:xfrm>
                <a:off x="3639709" y="1027481"/>
                <a:ext cx="105772" cy="29103"/>
              </a:xfrm>
              <a:custGeom>
                <a:avLst/>
                <a:gdLst/>
                <a:ahLst/>
                <a:cxnLst/>
                <a:rect l="l" t="t" r="r" b="b"/>
                <a:pathLst>
                  <a:path w="1730" h="476" extrusionOk="0">
                    <a:moveTo>
                      <a:pt x="882" y="1"/>
                    </a:moveTo>
                    <a:cubicBezTo>
                      <a:pt x="731" y="1"/>
                      <a:pt x="568" y="18"/>
                      <a:pt x="400" y="54"/>
                    </a:cubicBezTo>
                    <a:cubicBezTo>
                      <a:pt x="206" y="98"/>
                      <a:pt x="22" y="179"/>
                      <a:pt x="1" y="476"/>
                    </a:cubicBezTo>
                    <a:cubicBezTo>
                      <a:pt x="255" y="263"/>
                      <a:pt x="511" y="193"/>
                      <a:pt x="770" y="193"/>
                    </a:cubicBezTo>
                    <a:cubicBezTo>
                      <a:pt x="1087" y="193"/>
                      <a:pt x="1408" y="299"/>
                      <a:pt x="1730" y="373"/>
                    </a:cubicBezTo>
                    <a:cubicBezTo>
                      <a:pt x="1623" y="132"/>
                      <a:pt x="1296" y="1"/>
                      <a:pt x="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46"/>
              <p:cNvSpPr/>
              <p:nvPr/>
            </p:nvSpPr>
            <p:spPr>
              <a:xfrm>
                <a:off x="2771950" y="1631665"/>
                <a:ext cx="143434" cy="6603"/>
              </a:xfrm>
              <a:custGeom>
                <a:avLst/>
                <a:gdLst/>
                <a:ahLst/>
                <a:cxnLst/>
                <a:rect l="l" t="t" r="r" b="b"/>
                <a:pathLst>
                  <a:path w="2346" h="108" extrusionOk="0">
                    <a:moveTo>
                      <a:pt x="1" y="0"/>
                    </a:moveTo>
                    <a:cubicBezTo>
                      <a:pt x="415" y="66"/>
                      <a:pt x="831" y="108"/>
                      <a:pt x="1248" y="108"/>
                    </a:cubicBezTo>
                    <a:cubicBezTo>
                      <a:pt x="1613" y="108"/>
                      <a:pt x="1979" y="76"/>
                      <a:pt x="2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46"/>
              <p:cNvSpPr/>
              <p:nvPr/>
            </p:nvSpPr>
            <p:spPr>
              <a:xfrm>
                <a:off x="4216442" y="4133809"/>
                <a:ext cx="57227" cy="86269"/>
              </a:xfrm>
              <a:custGeom>
                <a:avLst/>
                <a:gdLst/>
                <a:ahLst/>
                <a:cxnLst/>
                <a:rect l="l" t="t" r="r" b="b"/>
                <a:pathLst>
                  <a:path w="936" h="1411" extrusionOk="0">
                    <a:moveTo>
                      <a:pt x="1" y="1"/>
                    </a:moveTo>
                    <a:lnTo>
                      <a:pt x="1" y="1"/>
                    </a:lnTo>
                    <a:cubicBezTo>
                      <a:pt x="44" y="611"/>
                      <a:pt x="374" y="1103"/>
                      <a:pt x="935" y="1411"/>
                    </a:cubicBezTo>
                    <a:cubicBezTo>
                      <a:pt x="546" y="1006"/>
                      <a:pt x="276" y="525"/>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46"/>
              <p:cNvSpPr/>
              <p:nvPr/>
            </p:nvSpPr>
            <p:spPr>
              <a:xfrm>
                <a:off x="3605043" y="1223312"/>
                <a:ext cx="60529" cy="11617"/>
              </a:xfrm>
              <a:custGeom>
                <a:avLst/>
                <a:gdLst/>
                <a:ahLst/>
                <a:cxnLst/>
                <a:rect l="l" t="t" r="r" b="b"/>
                <a:pathLst>
                  <a:path w="990" h="190" extrusionOk="0">
                    <a:moveTo>
                      <a:pt x="131" y="1"/>
                    </a:moveTo>
                    <a:cubicBezTo>
                      <a:pt x="88" y="1"/>
                      <a:pt x="44" y="2"/>
                      <a:pt x="0" y="7"/>
                    </a:cubicBezTo>
                    <a:cubicBezTo>
                      <a:pt x="78" y="125"/>
                      <a:pt x="300" y="189"/>
                      <a:pt x="519" y="189"/>
                    </a:cubicBezTo>
                    <a:cubicBezTo>
                      <a:pt x="711" y="189"/>
                      <a:pt x="901" y="140"/>
                      <a:pt x="989" y="34"/>
                    </a:cubicBezTo>
                    <a:lnTo>
                      <a:pt x="989" y="34"/>
                    </a:lnTo>
                    <a:cubicBezTo>
                      <a:pt x="923" y="44"/>
                      <a:pt x="857" y="48"/>
                      <a:pt x="792" y="48"/>
                    </a:cubicBezTo>
                    <a:cubicBezTo>
                      <a:pt x="571" y="48"/>
                      <a:pt x="356" y="1"/>
                      <a:pt x="1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46"/>
              <p:cNvSpPr/>
              <p:nvPr/>
            </p:nvSpPr>
            <p:spPr>
              <a:xfrm>
                <a:off x="3600396" y="1243427"/>
                <a:ext cx="47995" cy="19626"/>
              </a:xfrm>
              <a:custGeom>
                <a:avLst/>
                <a:gdLst/>
                <a:ahLst/>
                <a:cxnLst/>
                <a:rect l="l" t="t" r="r" b="b"/>
                <a:pathLst>
                  <a:path w="785" h="321" extrusionOk="0">
                    <a:moveTo>
                      <a:pt x="313" y="0"/>
                    </a:moveTo>
                    <a:cubicBezTo>
                      <a:pt x="208" y="0"/>
                      <a:pt x="102" y="36"/>
                      <a:pt x="1" y="169"/>
                    </a:cubicBezTo>
                    <a:cubicBezTo>
                      <a:pt x="112" y="169"/>
                      <a:pt x="218" y="160"/>
                      <a:pt x="317" y="160"/>
                    </a:cubicBezTo>
                    <a:cubicBezTo>
                      <a:pt x="483" y="160"/>
                      <a:pt x="633" y="185"/>
                      <a:pt x="768" y="321"/>
                    </a:cubicBezTo>
                    <a:cubicBezTo>
                      <a:pt x="784" y="104"/>
                      <a:pt x="638" y="56"/>
                      <a:pt x="514" y="29"/>
                    </a:cubicBezTo>
                    <a:cubicBezTo>
                      <a:pt x="450" y="16"/>
                      <a:pt x="382" y="0"/>
                      <a:pt x="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46"/>
              <p:cNvSpPr/>
              <p:nvPr/>
            </p:nvSpPr>
            <p:spPr>
              <a:xfrm>
                <a:off x="3616292" y="1134170"/>
                <a:ext cx="35033" cy="21338"/>
              </a:xfrm>
              <a:custGeom>
                <a:avLst/>
                <a:gdLst/>
                <a:ahLst/>
                <a:cxnLst/>
                <a:rect l="l" t="t" r="r" b="b"/>
                <a:pathLst>
                  <a:path w="573" h="349" extrusionOk="0">
                    <a:moveTo>
                      <a:pt x="389" y="1"/>
                    </a:moveTo>
                    <a:cubicBezTo>
                      <a:pt x="404" y="149"/>
                      <a:pt x="358" y="182"/>
                      <a:pt x="293" y="182"/>
                    </a:cubicBezTo>
                    <a:cubicBezTo>
                      <a:pt x="241" y="182"/>
                      <a:pt x="177" y="161"/>
                      <a:pt x="120" y="161"/>
                    </a:cubicBezTo>
                    <a:cubicBezTo>
                      <a:pt x="69" y="161"/>
                      <a:pt x="23" y="178"/>
                      <a:pt x="0" y="244"/>
                    </a:cubicBezTo>
                    <a:cubicBezTo>
                      <a:pt x="94" y="271"/>
                      <a:pt x="178" y="348"/>
                      <a:pt x="268" y="348"/>
                    </a:cubicBezTo>
                    <a:cubicBezTo>
                      <a:pt x="319" y="348"/>
                      <a:pt x="371" y="324"/>
                      <a:pt x="427" y="254"/>
                    </a:cubicBezTo>
                    <a:cubicBezTo>
                      <a:pt x="497" y="168"/>
                      <a:pt x="573" y="71"/>
                      <a:pt x="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46"/>
              <p:cNvSpPr/>
              <p:nvPr/>
            </p:nvSpPr>
            <p:spPr>
              <a:xfrm>
                <a:off x="3808211" y="1005654"/>
                <a:ext cx="56188" cy="23294"/>
              </a:xfrm>
              <a:custGeom>
                <a:avLst/>
                <a:gdLst/>
                <a:ahLst/>
                <a:cxnLst/>
                <a:rect l="l" t="t" r="r" b="b"/>
                <a:pathLst>
                  <a:path w="919" h="381" extrusionOk="0">
                    <a:moveTo>
                      <a:pt x="0" y="1"/>
                    </a:moveTo>
                    <a:lnTo>
                      <a:pt x="0" y="1"/>
                    </a:lnTo>
                    <a:cubicBezTo>
                      <a:pt x="49" y="228"/>
                      <a:pt x="141" y="314"/>
                      <a:pt x="373" y="357"/>
                    </a:cubicBezTo>
                    <a:cubicBezTo>
                      <a:pt x="452" y="372"/>
                      <a:pt x="519" y="381"/>
                      <a:pt x="577" y="381"/>
                    </a:cubicBezTo>
                    <a:cubicBezTo>
                      <a:pt x="729" y="381"/>
                      <a:pt x="821" y="324"/>
                      <a:pt x="919" y="179"/>
                    </a:cubicBezTo>
                    <a:lnTo>
                      <a:pt x="919" y="179"/>
                    </a:lnTo>
                    <a:cubicBezTo>
                      <a:pt x="803" y="224"/>
                      <a:pt x="695" y="245"/>
                      <a:pt x="592" y="245"/>
                    </a:cubicBezTo>
                    <a:cubicBezTo>
                      <a:pt x="375" y="245"/>
                      <a:pt x="184" y="15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8" name="Google Shape;2198;p46"/>
            <p:cNvSpPr/>
            <p:nvPr/>
          </p:nvSpPr>
          <p:spPr>
            <a:xfrm>
              <a:off x="7890740" y="2332785"/>
              <a:ext cx="21250" cy="11800"/>
            </a:xfrm>
            <a:custGeom>
              <a:avLst/>
              <a:gdLst/>
              <a:ahLst/>
              <a:cxnLst/>
              <a:rect l="l" t="t" r="r" b="b"/>
              <a:pathLst>
                <a:path w="850" h="472" extrusionOk="0">
                  <a:moveTo>
                    <a:pt x="3" y="50"/>
                  </a:moveTo>
                  <a:cubicBezTo>
                    <a:pt x="-23" y="114"/>
                    <a:pt x="105" y="325"/>
                    <a:pt x="183" y="394"/>
                  </a:cubicBezTo>
                  <a:cubicBezTo>
                    <a:pt x="261" y="463"/>
                    <a:pt x="385" y="460"/>
                    <a:pt x="472" y="466"/>
                  </a:cubicBezTo>
                  <a:cubicBezTo>
                    <a:pt x="559" y="472"/>
                    <a:pt x="646" y="487"/>
                    <a:pt x="706" y="430"/>
                  </a:cubicBezTo>
                  <a:cubicBezTo>
                    <a:pt x="766" y="373"/>
                    <a:pt x="894" y="193"/>
                    <a:pt x="833" y="123"/>
                  </a:cubicBezTo>
                  <a:cubicBezTo>
                    <a:pt x="772" y="53"/>
                    <a:pt x="476" y="22"/>
                    <a:pt x="338" y="10"/>
                  </a:cubicBezTo>
                  <a:cubicBezTo>
                    <a:pt x="200" y="-2"/>
                    <a:pt x="29" y="-14"/>
                    <a:pt x="3" y="50"/>
                  </a:cubicBezTo>
                  <a:close/>
                </a:path>
              </a:pathLst>
            </a:custGeom>
            <a:solidFill>
              <a:schemeClr val="dk2"/>
            </a:solidFill>
            <a:ln>
              <a:noFill/>
            </a:ln>
          </p:spPr>
        </p:sp>
      </p:grpSp>
      <p:sp>
        <p:nvSpPr>
          <p:cNvPr id="2200" name="Google Shape;2200;p46"/>
          <p:cNvSpPr txBox="1">
            <a:spLocks noGrp="1"/>
          </p:cNvSpPr>
          <p:nvPr>
            <p:ph type="title" idx="2"/>
          </p:nvPr>
        </p:nvSpPr>
        <p:spPr>
          <a:xfrm>
            <a:off x="2819400" y="426150"/>
            <a:ext cx="3150932" cy="1341300"/>
          </a:xfrm>
          <a:prstGeom prst="rect">
            <a:avLst/>
          </a:prstGeom>
        </p:spPr>
        <p:txBody>
          <a:bodyPr spcFirstLastPara="1" wrap="square" lIns="91425" tIns="91425" rIns="91425" bIns="91425" anchor="ctr" anchorCtr="0">
            <a:noAutofit/>
          </a:bodyPr>
          <a:lstStyle/>
          <a:p>
            <a:pPr lvl="0"/>
            <a:r>
              <a:rPr lang="ar-EG" dirty="0">
                <a:latin typeface="Microsoft Sans Serif" panose="020B0604020202020204" pitchFamily="34" charset="0"/>
                <a:ea typeface="Microsoft Sans Serif" panose="020B0604020202020204" pitchFamily="34" charset="0"/>
                <a:cs typeface="Microsoft Sans Serif" panose="020B0604020202020204" pitchFamily="34" charset="0"/>
              </a:rPr>
              <a:t>الخاتمة</a:t>
            </a:r>
            <a:endParaRPr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sp>
        <p:nvSpPr>
          <p:cNvPr id="8" name="TextBox 7">
            <a:extLst>
              <a:ext uri="{FF2B5EF4-FFF2-40B4-BE49-F238E27FC236}">
                <a16:creationId xmlns:a16="http://schemas.microsoft.com/office/drawing/2014/main" id="{CD43618E-AD9E-5B36-91B3-987082360CB6}"/>
              </a:ext>
            </a:extLst>
          </p:cNvPr>
          <p:cNvSpPr txBox="1"/>
          <p:nvPr/>
        </p:nvSpPr>
        <p:spPr>
          <a:xfrm>
            <a:off x="1343871" y="1995330"/>
            <a:ext cx="5534235" cy="1785104"/>
          </a:xfrm>
          <a:prstGeom prst="rect">
            <a:avLst/>
          </a:prstGeom>
          <a:noFill/>
        </p:spPr>
        <p:txBody>
          <a:bodyPr wrap="square" rtlCol="0">
            <a:spAutoFit/>
          </a:bodyPr>
          <a:lstStyle/>
          <a:p>
            <a:pPr algn="r"/>
            <a:r>
              <a:rPr lang="ar-EG" sz="2400" dirty="0">
                <a:latin typeface="Microsoft Sans Serif" panose="020B0604020202020204" pitchFamily="34" charset="0"/>
                <a:ea typeface="Microsoft Sans Serif" panose="020B0604020202020204" pitchFamily="34" charset="0"/>
                <a:cs typeface="Microsoft Sans Serif" panose="020B0604020202020204" pitchFamily="34" charset="0"/>
              </a:rPr>
              <a:t>لم يكن أرسطو فيلسوف من الماضي بل كان مؤسسًا لطريقة تفكير ما زالت تُؤثر في العلوم والفكر حتى اليوم. لقد علّمنا أن استخدام العقل هو طريقنا لفهم العالم والوصول إلى الحقيقة.</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5"/>
        <p:cNvGrpSpPr/>
        <p:nvPr/>
      </p:nvGrpSpPr>
      <p:grpSpPr>
        <a:xfrm>
          <a:off x="0" y="0"/>
          <a:ext cx="0" cy="0"/>
          <a:chOff x="0" y="0"/>
          <a:chExt cx="0" cy="0"/>
        </a:xfrm>
      </p:grpSpPr>
      <p:sp>
        <p:nvSpPr>
          <p:cNvPr id="2206" name="Google Shape;2206;p47"/>
          <p:cNvSpPr/>
          <p:nvPr/>
        </p:nvSpPr>
        <p:spPr>
          <a:xfrm>
            <a:off x="5645323" y="280215"/>
            <a:ext cx="4206897" cy="2220393"/>
          </a:xfrm>
          <a:custGeom>
            <a:avLst/>
            <a:gdLst/>
            <a:ahLst/>
            <a:cxnLst/>
            <a:rect l="l" t="t" r="r" b="b"/>
            <a:pathLst>
              <a:path w="99790" h="52669" extrusionOk="0">
                <a:moveTo>
                  <a:pt x="93407" y="1179"/>
                </a:moveTo>
                <a:cubicBezTo>
                  <a:pt x="85548" y="4537"/>
                  <a:pt x="87262" y="9891"/>
                  <a:pt x="88607" y="12344"/>
                </a:cubicBezTo>
                <a:cubicBezTo>
                  <a:pt x="88141" y="12238"/>
                  <a:pt x="87587" y="12203"/>
                  <a:pt x="86981" y="12370"/>
                </a:cubicBezTo>
                <a:cubicBezTo>
                  <a:pt x="86163" y="12581"/>
                  <a:pt x="85636" y="13258"/>
                  <a:pt x="85293" y="13926"/>
                </a:cubicBezTo>
                <a:cubicBezTo>
                  <a:pt x="84932" y="12774"/>
                  <a:pt x="84203" y="11456"/>
                  <a:pt x="82726" y="11412"/>
                </a:cubicBezTo>
                <a:cubicBezTo>
                  <a:pt x="81583" y="11385"/>
                  <a:pt x="80853" y="11719"/>
                  <a:pt x="80396" y="12097"/>
                </a:cubicBezTo>
                <a:cubicBezTo>
                  <a:pt x="79930" y="9794"/>
                  <a:pt x="78110" y="4985"/>
                  <a:pt x="71069" y="7465"/>
                </a:cubicBezTo>
                <a:cubicBezTo>
                  <a:pt x="64493" y="9777"/>
                  <a:pt x="65926" y="14128"/>
                  <a:pt x="67227" y="16379"/>
                </a:cubicBezTo>
                <a:cubicBezTo>
                  <a:pt x="67209" y="16370"/>
                  <a:pt x="67183" y="16370"/>
                  <a:pt x="67157" y="16361"/>
                </a:cubicBezTo>
                <a:cubicBezTo>
                  <a:pt x="65653" y="15869"/>
                  <a:pt x="63350" y="15719"/>
                  <a:pt x="61240" y="18119"/>
                </a:cubicBezTo>
                <a:cubicBezTo>
                  <a:pt x="58462" y="21284"/>
                  <a:pt x="61495" y="24730"/>
                  <a:pt x="62937" y="26067"/>
                </a:cubicBezTo>
                <a:cubicBezTo>
                  <a:pt x="62585" y="26198"/>
                  <a:pt x="62216" y="26418"/>
                  <a:pt x="62031" y="26779"/>
                </a:cubicBezTo>
                <a:cubicBezTo>
                  <a:pt x="61785" y="27271"/>
                  <a:pt x="62418" y="28062"/>
                  <a:pt x="63060" y="28695"/>
                </a:cubicBezTo>
                <a:cubicBezTo>
                  <a:pt x="62611" y="28757"/>
                  <a:pt x="62137" y="28968"/>
                  <a:pt x="61803" y="29469"/>
                </a:cubicBezTo>
                <a:cubicBezTo>
                  <a:pt x="61135" y="30445"/>
                  <a:pt x="62225" y="32352"/>
                  <a:pt x="62849" y="33284"/>
                </a:cubicBezTo>
                <a:cubicBezTo>
                  <a:pt x="62251" y="33407"/>
                  <a:pt x="61258" y="33609"/>
                  <a:pt x="60053" y="33759"/>
                </a:cubicBezTo>
                <a:cubicBezTo>
                  <a:pt x="59464" y="33038"/>
                  <a:pt x="58928" y="32722"/>
                  <a:pt x="58497" y="32598"/>
                </a:cubicBezTo>
                <a:cubicBezTo>
                  <a:pt x="58954" y="31631"/>
                  <a:pt x="59578" y="29785"/>
                  <a:pt x="58550" y="28405"/>
                </a:cubicBezTo>
                <a:cubicBezTo>
                  <a:pt x="57583" y="27113"/>
                  <a:pt x="56238" y="26893"/>
                  <a:pt x="55447" y="26902"/>
                </a:cubicBezTo>
                <a:cubicBezTo>
                  <a:pt x="55728" y="24950"/>
                  <a:pt x="56097" y="18893"/>
                  <a:pt x="50005" y="16783"/>
                </a:cubicBezTo>
                <a:cubicBezTo>
                  <a:pt x="43904" y="14664"/>
                  <a:pt x="41293" y="20528"/>
                  <a:pt x="40581" y="22550"/>
                </a:cubicBezTo>
                <a:cubicBezTo>
                  <a:pt x="39376" y="21530"/>
                  <a:pt x="36299" y="19561"/>
                  <a:pt x="32941" y="22427"/>
                </a:cubicBezTo>
                <a:lnTo>
                  <a:pt x="32915" y="22445"/>
                </a:lnTo>
                <a:cubicBezTo>
                  <a:pt x="29363" y="25504"/>
                  <a:pt x="31491" y="29926"/>
                  <a:pt x="32352" y="31385"/>
                </a:cubicBezTo>
                <a:lnTo>
                  <a:pt x="30910" y="31869"/>
                </a:lnTo>
                <a:cubicBezTo>
                  <a:pt x="30137" y="32124"/>
                  <a:pt x="29855" y="33328"/>
                  <a:pt x="29592" y="34436"/>
                </a:cubicBezTo>
                <a:cubicBezTo>
                  <a:pt x="29407" y="35201"/>
                  <a:pt x="29240" y="35904"/>
                  <a:pt x="29196" y="35895"/>
                </a:cubicBezTo>
                <a:cubicBezTo>
                  <a:pt x="28862" y="35842"/>
                  <a:pt x="28537" y="35587"/>
                  <a:pt x="28247" y="35086"/>
                </a:cubicBezTo>
                <a:cubicBezTo>
                  <a:pt x="27939" y="34568"/>
                  <a:pt x="27675" y="33794"/>
                  <a:pt x="27482" y="32730"/>
                </a:cubicBezTo>
                <a:cubicBezTo>
                  <a:pt x="27262" y="31491"/>
                  <a:pt x="27025" y="30304"/>
                  <a:pt x="26277" y="29381"/>
                </a:cubicBezTo>
                <a:cubicBezTo>
                  <a:pt x="25512" y="28440"/>
                  <a:pt x="24273" y="27834"/>
                  <a:pt x="22093" y="27825"/>
                </a:cubicBezTo>
                <a:cubicBezTo>
                  <a:pt x="18480" y="27807"/>
                  <a:pt x="17574" y="31315"/>
                  <a:pt x="17363" y="32634"/>
                </a:cubicBezTo>
                <a:cubicBezTo>
                  <a:pt x="16563" y="32475"/>
                  <a:pt x="14945" y="32396"/>
                  <a:pt x="13512" y="33794"/>
                </a:cubicBezTo>
                <a:cubicBezTo>
                  <a:pt x="12167" y="35095"/>
                  <a:pt x="12009" y="36308"/>
                  <a:pt x="12088" y="37056"/>
                </a:cubicBezTo>
                <a:cubicBezTo>
                  <a:pt x="11323" y="36932"/>
                  <a:pt x="10014" y="36906"/>
                  <a:pt x="8466" y="37592"/>
                </a:cubicBezTo>
                <a:cubicBezTo>
                  <a:pt x="7271" y="38128"/>
                  <a:pt x="6875" y="39332"/>
                  <a:pt x="6752" y="40264"/>
                </a:cubicBezTo>
                <a:cubicBezTo>
                  <a:pt x="6119" y="39561"/>
                  <a:pt x="5196" y="38726"/>
                  <a:pt x="4370" y="38717"/>
                </a:cubicBezTo>
                <a:cubicBezTo>
                  <a:pt x="3719" y="38717"/>
                  <a:pt x="3086" y="38779"/>
                  <a:pt x="2523" y="39095"/>
                </a:cubicBezTo>
                <a:cubicBezTo>
                  <a:pt x="0" y="40528"/>
                  <a:pt x="1785" y="42972"/>
                  <a:pt x="3728" y="43842"/>
                </a:cubicBezTo>
                <a:cubicBezTo>
                  <a:pt x="5170" y="44484"/>
                  <a:pt x="6699" y="44396"/>
                  <a:pt x="8229" y="44467"/>
                </a:cubicBezTo>
                <a:cubicBezTo>
                  <a:pt x="9152" y="44510"/>
                  <a:pt x="10550" y="44335"/>
                  <a:pt x="11429" y="44642"/>
                </a:cubicBezTo>
                <a:cubicBezTo>
                  <a:pt x="11789" y="44765"/>
                  <a:pt x="13592" y="45390"/>
                  <a:pt x="14304" y="45469"/>
                </a:cubicBezTo>
                <a:cubicBezTo>
                  <a:pt x="14567" y="45495"/>
                  <a:pt x="14761" y="45451"/>
                  <a:pt x="14963" y="45407"/>
                </a:cubicBezTo>
                <a:lnTo>
                  <a:pt x="14989" y="45407"/>
                </a:lnTo>
                <a:cubicBezTo>
                  <a:pt x="15367" y="45319"/>
                  <a:pt x="15781" y="45223"/>
                  <a:pt x="16897" y="46119"/>
                </a:cubicBezTo>
                <a:cubicBezTo>
                  <a:pt x="17680" y="46743"/>
                  <a:pt x="19816" y="47060"/>
                  <a:pt x="22339" y="47192"/>
                </a:cubicBezTo>
                <a:cubicBezTo>
                  <a:pt x="26084" y="47385"/>
                  <a:pt x="30752" y="47201"/>
                  <a:pt x="32976" y="47025"/>
                </a:cubicBezTo>
                <a:cubicBezTo>
                  <a:pt x="35148" y="46866"/>
                  <a:pt x="35816" y="46058"/>
                  <a:pt x="35939" y="45293"/>
                </a:cubicBezTo>
                <a:cubicBezTo>
                  <a:pt x="59183" y="52669"/>
                  <a:pt x="83499" y="44932"/>
                  <a:pt x="90910" y="42181"/>
                </a:cubicBezTo>
                <a:cubicBezTo>
                  <a:pt x="93820" y="41091"/>
                  <a:pt x="94823" y="38787"/>
                  <a:pt x="94365" y="36581"/>
                </a:cubicBezTo>
                <a:cubicBezTo>
                  <a:pt x="96607" y="35851"/>
                  <a:pt x="98418" y="35148"/>
                  <a:pt x="99790" y="34594"/>
                </a:cubicBezTo>
                <a:lnTo>
                  <a:pt x="99790" y="32379"/>
                </a:lnTo>
                <a:cubicBezTo>
                  <a:pt x="98427" y="32774"/>
                  <a:pt x="97231" y="33082"/>
                  <a:pt x="97170" y="32924"/>
                </a:cubicBezTo>
                <a:cubicBezTo>
                  <a:pt x="96959" y="32431"/>
                  <a:pt x="96255" y="31842"/>
                  <a:pt x="95649" y="31403"/>
                </a:cubicBezTo>
                <a:cubicBezTo>
                  <a:pt x="96607" y="31253"/>
                  <a:pt x="98102" y="31034"/>
                  <a:pt x="99790" y="30752"/>
                </a:cubicBezTo>
                <a:lnTo>
                  <a:pt x="99790" y="458"/>
                </a:lnTo>
                <a:cubicBezTo>
                  <a:pt x="98023" y="1"/>
                  <a:pt x="95913" y="106"/>
                  <a:pt x="93407" y="117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7" name="Google Shape;2207;p47"/>
          <p:cNvGrpSpPr/>
          <p:nvPr/>
        </p:nvGrpSpPr>
        <p:grpSpPr>
          <a:xfrm rot="-275644" flipH="1">
            <a:off x="7229276" y="1236155"/>
            <a:ext cx="1589497" cy="681437"/>
            <a:chOff x="5360400" y="1306600"/>
            <a:chExt cx="2919997" cy="1251839"/>
          </a:xfrm>
        </p:grpSpPr>
        <p:sp>
          <p:nvSpPr>
            <p:cNvPr id="2208" name="Google Shape;2208;p47"/>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7"/>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7"/>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7"/>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7"/>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7"/>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7"/>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7"/>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7"/>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7"/>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7"/>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7"/>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7"/>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7"/>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7"/>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7"/>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7"/>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7"/>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7"/>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7"/>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7"/>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7"/>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7"/>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7"/>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7"/>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7"/>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4" name="Google Shape;2234;p47"/>
          <p:cNvGrpSpPr/>
          <p:nvPr/>
        </p:nvGrpSpPr>
        <p:grpSpPr>
          <a:xfrm>
            <a:off x="7832914" y="719893"/>
            <a:ext cx="968619" cy="3998949"/>
            <a:chOff x="1387502" y="720042"/>
            <a:chExt cx="968619" cy="3912866"/>
          </a:xfrm>
        </p:grpSpPr>
        <p:sp>
          <p:nvSpPr>
            <p:cNvPr id="2235" name="Google Shape;2235;p47"/>
            <p:cNvSpPr/>
            <p:nvPr/>
          </p:nvSpPr>
          <p:spPr>
            <a:xfrm>
              <a:off x="1387502" y="720042"/>
              <a:ext cx="965572" cy="123905"/>
            </a:xfrm>
            <a:custGeom>
              <a:avLst/>
              <a:gdLst/>
              <a:ahLst/>
              <a:cxnLst/>
              <a:rect l="l" t="t" r="r" b="b"/>
              <a:pathLst>
                <a:path w="11284" h="1448" extrusionOk="0">
                  <a:moveTo>
                    <a:pt x="0" y="1"/>
                  </a:moveTo>
                  <a:lnTo>
                    <a:pt x="0" y="885"/>
                  </a:lnTo>
                  <a:lnTo>
                    <a:pt x="788" y="1447"/>
                  </a:lnTo>
                  <a:lnTo>
                    <a:pt x="10512" y="1447"/>
                  </a:lnTo>
                  <a:lnTo>
                    <a:pt x="11283" y="869"/>
                  </a:lnTo>
                  <a:lnTo>
                    <a:pt x="11267"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7"/>
            <p:cNvSpPr/>
            <p:nvPr/>
          </p:nvSpPr>
          <p:spPr>
            <a:xfrm>
              <a:off x="1485139" y="1022624"/>
              <a:ext cx="789469" cy="3610284"/>
            </a:xfrm>
            <a:custGeom>
              <a:avLst/>
              <a:gdLst/>
              <a:ahLst/>
              <a:cxnLst/>
              <a:rect l="l" t="t" r="r" b="b"/>
              <a:pathLst>
                <a:path w="9226" h="42191" extrusionOk="0">
                  <a:moveTo>
                    <a:pt x="1142" y="1"/>
                  </a:moveTo>
                  <a:lnTo>
                    <a:pt x="0" y="42190"/>
                  </a:lnTo>
                  <a:lnTo>
                    <a:pt x="9226" y="42190"/>
                  </a:lnTo>
                  <a:lnTo>
                    <a:pt x="7796"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7"/>
            <p:cNvSpPr/>
            <p:nvPr/>
          </p:nvSpPr>
          <p:spPr>
            <a:xfrm>
              <a:off x="1501654" y="831457"/>
              <a:ext cx="730340" cy="191249"/>
            </a:xfrm>
            <a:custGeom>
              <a:avLst/>
              <a:gdLst/>
              <a:ahLst/>
              <a:cxnLst/>
              <a:rect l="l" t="t" r="r" b="b"/>
              <a:pathLst>
                <a:path w="8535" h="2235" extrusionOk="0">
                  <a:moveTo>
                    <a:pt x="8519" y="1"/>
                  </a:moveTo>
                  <a:lnTo>
                    <a:pt x="0" y="145"/>
                  </a:lnTo>
                  <a:lnTo>
                    <a:pt x="0" y="515"/>
                  </a:lnTo>
                  <a:cubicBezTo>
                    <a:pt x="0" y="515"/>
                    <a:pt x="900" y="2235"/>
                    <a:pt x="949" y="2235"/>
                  </a:cubicBezTo>
                  <a:lnTo>
                    <a:pt x="7603" y="2235"/>
                  </a:lnTo>
                  <a:lnTo>
                    <a:pt x="8535" y="933"/>
                  </a:lnTo>
                  <a:lnTo>
                    <a:pt x="8519"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7"/>
            <p:cNvSpPr/>
            <p:nvPr/>
          </p:nvSpPr>
          <p:spPr>
            <a:xfrm>
              <a:off x="1533310" y="1035044"/>
              <a:ext cx="620297" cy="3597789"/>
            </a:xfrm>
            <a:custGeom>
              <a:avLst/>
              <a:gdLst/>
              <a:ahLst/>
              <a:cxnLst/>
              <a:rect l="l" t="t" r="r" b="b"/>
              <a:pathLst>
                <a:path w="7249" h="41853" extrusionOk="0">
                  <a:moveTo>
                    <a:pt x="2475" y="8326"/>
                  </a:moveTo>
                  <a:lnTo>
                    <a:pt x="2298" y="15992"/>
                  </a:lnTo>
                  <a:cubicBezTo>
                    <a:pt x="1752" y="15783"/>
                    <a:pt x="1366" y="15414"/>
                    <a:pt x="1238" y="14851"/>
                  </a:cubicBezTo>
                  <a:lnTo>
                    <a:pt x="1447" y="8776"/>
                  </a:lnTo>
                  <a:cubicBezTo>
                    <a:pt x="1447" y="8776"/>
                    <a:pt x="1463" y="8776"/>
                    <a:pt x="1463" y="8760"/>
                  </a:cubicBezTo>
                  <a:cubicBezTo>
                    <a:pt x="1639" y="8406"/>
                    <a:pt x="2073" y="8374"/>
                    <a:pt x="2475" y="8326"/>
                  </a:cubicBezTo>
                  <a:close/>
                  <a:moveTo>
                    <a:pt x="4663" y="6970"/>
                  </a:moveTo>
                  <a:cubicBezTo>
                    <a:pt x="4776" y="6970"/>
                    <a:pt x="4899" y="6976"/>
                    <a:pt x="5047" y="6976"/>
                  </a:cubicBezTo>
                  <a:lnTo>
                    <a:pt x="5159" y="19207"/>
                  </a:lnTo>
                  <a:cubicBezTo>
                    <a:pt x="5143" y="19191"/>
                    <a:pt x="5127" y="19191"/>
                    <a:pt x="5111" y="19191"/>
                  </a:cubicBezTo>
                  <a:cubicBezTo>
                    <a:pt x="3954" y="18757"/>
                    <a:pt x="4275" y="18017"/>
                    <a:pt x="4114" y="17262"/>
                  </a:cubicBezTo>
                  <a:cubicBezTo>
                    <a:pt x="4098" y="17182"/>
                    <a:pt x="4082" y="17101"/>
                    <a:pt x="4066" y="17037"/>
                  </a:cubicBezTo>
                  <a:lnTo>
                    <a:pt x="4066" y="7104"/>
                  </a:lnTo>
                  <a:cubicBezTo>
                    <a:pt x="4285" y="6990"/>
                    <a:pt x="4456" y="6970"/>
                    <a:pt x="4663" y="6970"/>
                  </a:cubicBezTo>
                  <a:close/>
                  <a:moveTo>
                    <a:pt x="6284" y="6847"/>
                  </a:moveTo>
                  <a:lnTo>
                    <a:pt x="6541" y="19737"/>
                  </a:lnTo>
                  <a:cubicBezTo>
                    <a:pt x="6413" y="19560"/>
                    <a:pt x="6236" y="19448"/>
                    <a:pt x="6011" y="19367"/>
                  </a:cubicBezTo>
                  <a:cubicBezTo>
                    <a:pt x="5834" y="19287"/>
                    <a:pt x="5641" y="19287"/>
                    <a:pt x="5448" y="19255"/>
                  </a:cubicBezTo>
                  <a:lnTo>
                    <a:pt x="5336" y="6960"/>
                  </a:lnTo>
                  <a:cubicBezTo>
                    <a:pt x="5657" y="6944"/>
                    <a:pt x="5963" y="6911"/>
                    <a:pt x="6284" y="6847"/>
                  </a:cubicBezTo>
                  <a:close/>
                  <a:moveTo>
                    <a:pt x="1221" y="15269"/>
                  </a:moveTo>
                  <a:cubicBezTo>
                    <a:pt x="1318" y="15478"/>
                    <a:pt x="1447" y="15655"/>
                    <a:pt x="1623" y="15832"/>
                  </a:cubicBezTo>
                  <a:cubicBezTo>
                    <a:pt x="1800" y="15992"/>
                    <a:pt x="2041" y="16089"/>
                    <a:pt x="2282" y="16169"/>
                  </a:cubicBezTo>
                  <a:lnTo>
                    <a:pt x="1897" y="32997"/>
                  </a:lnTo>
                  <a:cubicBezTo>
                    <a:pt x="1769" y="32987"/>
                    <a:pt x="1642" y="32983"/>
                    <a:pt x="1515" y="32983"/>
                  </a:cubicBezTo>
                  <a:cubicBezTo>
                    <a:pt x="1208" y="32983"/>
                    <a:pt x="902" y="33006"/>
                    <a:pt x="595" y="33029"/>
                  </a:cubicBezTo>
                  <a:lnTo>
                    <a:pt x="1221" y="15269"/>
                  </a:lnTo>
                  <a:close/>
                  <a:moveTo>
                    <a:pt x="4066" y="18130"/>
                  </a:moveTo>
                  <a:cubicBezTo>
                    <a:pt x="4082" y="18387"/>
                    <a:pt x="4131" y="18628"/>
                    <a:pt x="4275" y="18837"/>
                  </a:cubicBezTo>
                  <a:cubicBezTo>
                    <a:pt x="4500" y="19158"/>
                    <a:pt x="4822" y="19271"/>
                    <a:pt x="5159" y="19351"/>
                  </a:cubicBezTo>
                  <a:lnTo>
                    <a:pt x="5272" y="32547"/>
                  </a:lnTo>
                  <a:cubicBezTo>
                    <a:pt x="5256" y="32579"/>
                    <a:pt x="5240" y="32611"/>
                    <a:pt x="5223" y="32627"/>
                  </a:cubicBezTo>
                  <a:cubicBezTo>
                    <a:pt x="5143" y="32707"/>
                    <a:pt x="5063" y="32723"/>
                    <a:pt x="5015" y="32836"/>
                  </a:cubicBezTo>
                  <a:cubicBezTo>
                    <a:pt x="4934" y="33029"/>
                    <a:pt x="4966" y="33238"/>
                    <a:pt x="5127" y="33366"/>
                  </a:cubicBezTo>
                  <a:cubicBezTo>
                    <a:pt x="5143" y="33398"/>
                    <a:pt x="5175" y="33398"/>
                    <a:pt x="5207" y="33398"/>
                  </a:cubicBezTo>
                  <a:cubicBezTo>
                    <a:pt x="5223" y="33447"/>
                    <a:pt x="5240" y="33463"/>
                    <a:pt x="5288" y="33479"/>
                  </a:cubicBezTo>
                  <a:lnTo>
                    <a:pt x="5288" y="33881"/>
                  </a:lnTo>
                  <a:cubicBezTo>
                    <a:pt x="4870" y="33849"/>
                    <a:pt x="4468" y="33832"/>
                    <a:pt x="4066" y="33800"/>
                  </a:cubicBezTo>
                  <a:lnTo>
                    <a:pt x="4066" y="18130"/>
                  </a:lnTo>
                  <a:close/>
                  <a:moveTo>
                    <a:pt x="5448" y="19416"/>
                  </a:moveTo>
                  <a:cubicBezTo>
                    <a:pt x="5786" y="19480"/>
                    <a:pt x="6140" y="19560"/>
                    <a:pt x="6397" y="19817"/>
                  </a:cubicBezTo>
                  <a:cubicBezTo>
                    <a:pt x="6386" y="19810"/>
                    <a:pt x="6375" y="19807"/>
                    <a:pt x="6365" y="19807"/>
                  </a:cubicBezTo>
                  <a:cubicBezTo>
                    <a:pt x="6331" y="19807"/>
                    <a:pt x="6308" y="19844"/>
                    <a:pt x="6332" y="19882"/>
                  </a:cubicBezTo>
                  <a:cubicBezTo>
                    <a:pt x="6397" y="19946"/>
                    <a:pt x="6477" y="20026"/>
                    <a:pt x="6541" y="20091"/>
                  </a:cubicBezTo>
                  <a:lnTo>
                    <a:pt x="6815" y="33913"/>
                  </a:lnTo>
                  <a:cubicBezTo>
                    <a:pt x="6397" y="33913"/>
                    <a:pt x="5979" y="33897"/>
                    <a:pt x="5577" y="33881"/>
                  </a:cubicBezTo>
                  <a:lnTo>
                    <a:pt x="5448" y="19416"/>
                  </a:lnTo>
                  <a:close/>
                  <a:moveTo>
                    <a:pt x="3713" y="0"/>
                  </a:moveTo>
                  <a:lnTo>
                    <a:pt x="3713" y="6927"/>
                  </a:lnTo>
                  <a:cubicBezTo>
                    <a:pt x="3648" y="6960"/>
                    <a:pt x="3600" y="7008"/>
                    <a:pt x="3520" y="7072"/>
                  </a:cubicBezTo>
                  <a:cubicBezTo>
                    <a:pt x="3295" y="7249"/>
                    <a:pt x="3407" y="7313"/>
                    <a:pt x="3536" y="7378"/>
                  </a:cubicBezTo>
                  <a:cubicBezTo>
                    <a:pt x="3568" y="7361"/>
                    <a:pt x="3616" y="7329"/>
                    <a:pt x="3713" y="7281"/>
                  </a:cubicBezTo>
                  <a:lnTo>
                    <a:pt x="3713" y="7474"/>
                  </a:lnTo>
                  <a:cubicBezTo>
                    <a:pt x="3664" y="7442"/>
                    <a:pt x="3600" y="7410"/>
                    <a:pt x="3536" y="7378"/>
                  </a:cubicBezTo>
                  <a:cubicBezTo>
                    <a:pt x="3508" y="7394"/>
                    <a:pt x="3508" y="7396"/>
                    <a:pt x="3519" y="7396"/>
                  </a:cubicBezTo>
                  <a:cubicBezTo>
                    <a:pt x="3522" y="7396"/>
                    <a:pt x="3527" y="7395"/>
                    <a:pt x="3533" y="7395"/>
                  </a:cubicBezTo>
                  <a:cubicBezTo>
                    <a:pt x="3577" y="7395"/>
                    <a:pt x="3659" y="7410"/>
                    <a:pt x="3456" y="7667"/>
                  </a:cubicBezTo>
                  <a:cubicBezTo>
                    <a:pt x="3407" y="7731"/>
                    <a:pt x="3375" y="7795"/>
                    <a:pt x="3327" y="7844"/>
                  </a:cubicBezTo>
                  <a:cubicBezTo>
                    <a:pt x="3552" y="7747"/>
                    <a:pt x="3664" y="7667"/>
                    <a:pt x="3713" y="7603"/>
                  </a:cubicBezTo>
                  <a:lnTo>
                    <a:pt x="3713" y="16394"/>
                  </a:lnTo>
                  <a:cubicBezTo>
                    <a:pt x="3632" y="16330"/>
                    <a:pt x="3568" y="16265"/>
                    <a:pt x="3472" y="16233"/>
                  </a:cubicBezTo>
                  <a:cubicBezTo>
                    <a:pt x="3247" y="16121"/>
                    <a:pt x="3102" y="16169"/>
                    <a:pt x="2877" y="16137"/>
                  </a:cubicBezTo>
                  <a:cubicBezTo>
                    <a:pt x="2780" y="16121"/>
                    <a:pt x="2668" y="16105"/>
                    <a:pt x="2572" y="16073"/>
                  </a:cubicBezTo>
                  <a:lnTo>
                    <a:pt x="2764" y="8278"/>
                  </a:lnTo>
                  <a:cubicBezTo>
                    <a:pt x="2829" y="8261"/>
                    <a:pt x="2877" y="8245"/>
                    <a:pt x="2925" y="8213"/>
                  </a:cubicBezTo>
                  <a:cubicBezTo>
                    <a:pt x="3166" y="8101"/>
                    <a:pt x="3231" y="7988"/>
                    <a:pt x="3327" y="7844"/>
                  </a:cubicBezTo>
                  <a:lnTo>
                    <a:pt x="3327" y="7844"/>
                  </a:lnTo>
                  <a:cubicBezTo>
                    <a:pt x="3182" y="7908"/>
                    <a:pt x="3006" y="7988"/>
                    <a:pt x="2764" y="8101"/>
                  </a:cubicBezTo>
                  <a:lnTo>
                    <a:pt x="2957" y="16"/>
                  </a:lnTo>
                  <a:lnTo>
                    <a:pt x="2668" y="16"/>
                  </a:lnTo>
                  <a:lnTo>
                    <a:pt x="2475" y="8181"/>
                  </a:lnTo>
                  <a:cubicBezTo>
                    <a:pt x="2282" y="8213"/>
                    <a:pt x="2073" y="8213"/>
                    <a:pt x="1897" y="8278"/>
                  </a:cubicBezTo>
                  <a:cubicBezTo>
                    <a:pt x="1688" y="8358"/>
                    <a:pt x="1559" y="8406"/>
                    <a:pt x="1447" y="8551"/>
                  </a:cubicBezTo>
                  <a:lnTo>
                    <a:pt x="1752" y="16"/>
                  </a:lnTo>
                  <a:lnTo>
                    <a:pt x="1463" y="16"/>
                  </a:lnTo>
                  <a:lnTo>
                    <a:pt x="0" y="41772"/>
                  </a:lnTo>
                  <a:lnTo>
                    <a:pt x="289" y="41772"/>
                  </a:lnTo>
                  <a:lnTo>
                    <a:pt x="595" y="33125"/>
                  </a:lnTo>
                  <a:lnTo>
                    <a:pt x="1880" y="33125"/>
                  </a:lnTo>
                  <a:lnTo>
                    <a:pt x="1688" y="41772"/>
                  </a:lnTo>
                  <a:lnTo>
                    <a:pt x="1977" y="41772"/>
                  </a:lnTo>
                  <a:lnTo>
                    <a:pt x="2170" y="33141"/>
                  </a:lnTo>
                  <a:cubicBezTo>
                    <a:pt x="2411" y="33157"/>
                    <a:pt x="2652" y="33238"/>
                    <a:pt x="2780" y="33415"/>
                  </a:cubicBezTo>
                  <a:cubicBezTo>
                    <a:pt x="2792" y="33426"/>
                    <a:pt x="2807" y="33431"/>
                    <a:pt x="2822" y="33431"/>
                  </a:cubicBezTo>
                  <a:cubicBezTo>
                    <a:pt x="2848" y="33431"/>
                    <a:pt x="2871" y="33414"/>
                    <a:pt x="2861" y="33382"/>
                  </a:cubicBezTo>
                  <a:cubicBezTo>
                    <a:pt x="2813" y="33125"/>
                    <a:pt x="2572" y="33061"/>
                    <a:pt x="2330" y="33029"/>
                  </a:cubicBezTo>
                  <a:lnTo>
                    <a:pt x="2186" y="33029"/>
                  </a:lnTo>
                  <a:lnTo>
                    <a:pt x="2572" y="16249"/>
                  </a:lnTo>
                  <a:cubicBezTo>
                    <a:pt x="3006" y="16362"/>
                    <a:pt x="3423" y="16458"/>
                    <a:pt x="3713" y="16732"/>
                  </a:cubicBezTo>
                  <a:lnTo>
                    <a:pt x="3713" y="23739"/>
                  </a:lnTo>
                  <a:cubicBezTo>
                    <a:pt x="3695" y="23713"/>
                    <a:pt x="3664" y="23697"/>
                    <a:pt x="3637" y="23697"/>
                  </a:cubicBezTo>
                  <a:cubicBezTo>
                    <a:pt x="3613" y="23697"/>
                    <a:pt x="3592" y="23709"/>
                    <a:pt x="3584" y="23739"/>
                  </a:cubicBezTo>
                  <a:cubicBezTo>
                    <a:pt x="3488" y="24028"/>
                    <a:pt x="3456" y="24334"/>
                    <a:pt x="3407" y="24623"/>
                  </a:cubicBezTo>
                  <a:cubicBezTo>
                    <a:pt x="3388" y="24719"/>
                    <a:pt x="3460" y="24780"/>
                    <a:pt x="3536" y="24780"/>
                  </a:cubicBezTo>
                  <a:cubicBezTo>
                    <a:pt x="3586" y="24780"/>
                    <a:pt x="3639" y="24752"/>
                    <a:pt x="3664" y="24687"/>
                  </a:cubicBezTo>
                  <a:cubicBezTo>
                    <a:pt x="3681" y="24655"/>
                    <a:pt x="3697" y="24607"/>
                    <a:pt x="3713" y="24575"/>
                  </a:cubicBezTo>
                  <a:lnTo>
                    <a:pt x="3713" y="33768"/>
                  </a:lnTo>
                  <a:lnTo>
                    <a:pt x="3697" y="33768"/>
                  </a:lnTo>
                  <a:cubicBezTo>
                    <a:pt x="3664" y="33768"/>
                    <a:pt x="3648" y="33832"/>
                    <a:pt x="3697" y="33832"/>
                  </a:cubicBezTo>
                  <a:lnTo>
                    <a:pt x="3713" y="33832"/>
                  </a:lnTo>
                  <a:lnTo>
                    <a:pt x="3713" y="41852"/>
                  </a:lnTo>
                  <a:lnTo>
                    <a:pt x="4066" y="41852"/>
                  </a:lnTo>
                  <a:lnTo>
                    <a:pt x="4066" y="33881"/>
                  </a:lnTo>
                  <a:cubicBezTo>
                    <a:pt x="4468" y="33945"/>
                    <a:pt x="4870" y="33993"/>
                    <a:pt x="5288" y="34025"/>
                  </a:cubicBezTo>
                  <a:lnTo>
                    <a:pt x="5352" y="41772"/>
                  </a:lnTo>
                  <a:lnTo>
                    <a:pt x="5641" y="41772"/>
                  </a:lnTo>
                  <a:lnTo>
                    <a:pt x="5577" y="34041"/>
                  </a:lnTo>
                  <a:lnTo>
                    <a:pt x="5577" y="34041"/>
                  </a:lnTo>
                  <a:cubicBezTo>
                    <a:pt x="5995" y="34074"/>
                    <a:pt x="6397" y="34074"/>
                    <a:pt x="6815" y="34074"/>
                  </a:cubicBezTo>
                  <a:lnTo>
                    <a:pt x="6959" y="41772"/>
                  </a:lnTo>
                  <a:lnTo>
                    <a:pt x="7249" y="41772"/>
                  </a:lnTo>
                  <a:lnTo>
                    <a:pt x="6574" y="6783"/>
                  </a:lnTo>
                  <a:cubicBezTo>
                    <a:pt x="6670" y="6767"/>
                    <a:pt x="6766" y="6735"/>
                    <a:pt x="6863" y="6719"/>
                  </a:cubicBezTo>
                  <a:cubicBezTo>
                    <a:pt x="6923" y="6704"/>
                    <a:pt x="6899" y="6604"/>
                    <a:pt x="6843" y="6604"/>
                  </a:cubicBezTo>
                  <a:cubicBezTo>
                    <a:pt x="6839" y="6604"/>
                    <a:pt x="6835" y="6605"/>
                    <a:pt x="6831" y="6606"/>
                  </a:cubicBezTo>
                  <a:cubicBezTo>
                    <a:pt x="6750" y="6622"/>
                    <a:pt x="6654" y="6638"/>
                    <a:pt x="6574" y="6654"/>
                  </a:cubicBezTo>
                  <a:lnTo>
                    <a:pt x="6445" y="16"/>
                  </a:lnTo>
                  <a:lnTo>
                    <a:pt x="6156" y="16"/>
                  </a:lnTo>
                  <a:lnTo>
                    <a:pt x="6284" y="6686"/>
                  </a:lnTo>
                  <a:cubicBezTo>
                    <a:pt x="5963" y="6735"/>
                    <a:pt x="5641" y="6751"/>
                    <a:pt x="5336" y="6751"/>
                  </a:cubicBezTo>
                  <a:lnTo>
                    <a:pt x="5272" y="16"/>
                  </a:lnTo>
                  <a:lnTo>
                    <a:pt x="4982" y="16"/>
                  </a:lnTo>
                  <a:lnTo>
                    <a:pt x="5047" y="6751"/>
                  </a:lnTo>
                  <a:cubicBezTo>
                    <a:pt x="4757" y="6767"/>
                    <a:pt x="4468" y="6767"/>
                    <a:pt x="4179" y="6783"/>
                  </a:cubicBezTo>
                  <a:cubicBezTo>
                    <a:pt x="4131" y="6783"/>
                    <a:pt x="4098" y="6783"/>
                    <a:pt x="4050" y="6799"/>
                  </a:cubicBezTo>
                  <a:lnTo>
                    <a:pt x="40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39" name="Google Shape;2239;p47"/>
            <p:cNvGrpSpPr/>
            <p:nvPr/>
          </p:nvGrpSpPr>
          <p:grpSpPr>
            <a:xfrm>
              <a:off x="1390510" y="750957"/>
              <a:ext cx="965611" cy="171784"/>
              <a:chOff x="5996170" y="7589686"/>
              <a:chExt cx="548487" cy="97577"/>
            </a:xfrm>
          </p:grpSpPr>
          <p:sp>
            <p:nvSpPr>
              <p:cNvPr id="2240" name="Google Shape;2240;p47"/>
              <p:cNvSpPr/>
              <p:nvPr/>
            </p:nvSpPr>
            <p:spPr>
              <a:xfrm>
                <a:off x="5996170" y="7589686"/>
                <a:ext cx="548487" cy="13085"/>
              </a:xfrm>
              <a:custGeom>
                <a:avLst/>
                <a:gdLst/>
                <a:ahLst/>
                <a:cxnLst/>
                <a:rect l="l" t="t" r="r" b="b"/>
                <a:pathLst>
                  <a:path w="11284" h="419" extrusionOk="0">
                    <a:moveTo>
                      <a:pt x="0" y="1"/>
                    </a:moveTo>
                    <a:lnTo>
                      <a:pt x="0" y="419"/>
                    </a:lnTo>
                    <a:lnTo>
                      <a:pt x="11283" y="419"/>
                    </a:lnTo>
                    <a:cubicBezTo>
                      <a:pt x="11251" y="274"/>
                      <a:pt x="11251" y="146"/>
                      <a:pt x="11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7"/>
              <p:cNvSpPr/>
              <p:nvPr/>
            </p:nvSpPr>
            <p:spPr>
              <a:xfrm>
                <a:off x="6066576" y="7666906"/>
                <a:ext cx="405412" cy="12760"/>
              </a:xfrm>
              <a:custGeom>
                <a:avLst/>
                <a:gdLst/>
                <a:ahLst/>
                <a:cxnLst/>
                <a:rect l="l" t="t" r="r" b="b"/>
                <a:pathLst>
                  <a:path w="7828" h="435" extrusionOk="0">
                    <a:moveTo>
                      <a:pt x="0" y="0"/>
                    </a:moveTo>
                    <a:cubicBezTo>
                      <a:pt x="49" y="145"/>
                      <a:pt x="113" y="290"/>
                      <a:pt x="177" y="434"/>
                    </a:cubicBezTo>
                    <a:lnTo>
                      <a:pt x="7827" y="434"/>
                    </a:lnTo>
                    <a:lnTo>
                      <a:pt x="78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7"/>
              <p:cNvSpPr/>
              <p:nvPr/>
            </p:nvSpPr>
            <p:spPr>
              <a:xfrm>
                <a:off x="6275465" y="7594371"/>
                <a:ext cx="76994" cy="18769"/>
              </a:xfrm>
              <a:custGeom>
                <a:avLst/>
                <a:gdLst/>
                <a:ahLst/>
                <a:cxnLst/>
                <a:rect l="l" t="t" r="r" b="b"/>
                <a:pathLst>
                  <a:path w="1584" h="601" extrusionOk="0">
                    <a:moveTo>
                      <a:pt x="267" y="0"/>
                    </a:moveTo>
                    <a:cubicBezTo>
                      <a:pt x="196" y="0"/>
                      <a:pt x="124" y="15"/>
                      <a:pt x="57" y="44"/>
                    </a:cubicBezTo>
                    <a:cubicBezTo>
                      <a:pt x="0" y="58"/>
                      <a:pt x="6" y="146"/>
                      <a:pt x="62" y="146"/>
                    </a:cubicBezTo>
                    <a:cubicBezTo>
                      <a:pt x="70" y="146"/>
                      <a:pt x="79" y="144"/>
                      <a:pt x="89" y="140"/>
                    </a:cubicBezTo>
                    <a:lnTo>
                      <a:pt x="89" y="156"/>
                    </a:lnTo>
                    <a:cubicBezTo>
                      <a:pt x="135" y="143"/>
                      <a:pt x="182" y="135"/>
                      <a:pt x="227" y="135"/>
                    </a:cubicBezTo>
                    <a:cubicBezTo>
                      <a:pt x="292" y="135"/>
                      <a:pt x="354" y="151"/>
                      <a:pt x="410" y="188"/>
                    </a:cubicBezTo>
                    <a:cubicBezTo>
                      <a:pt x="523" y="253"/>
                      <a:pt x="539" y="349"/>
                      <a:pt x="587" y="446"/>
                    </a:cubicBezTo>
                    <a:cubicBezTo>
                      <a:pt x="635" y="526"/>
                      <a:pt x="667" y="574"/>
                      <a:pt x="748" y="590"/>
                    </a:cubicBezTo>
                    <a:cubicBezTo>
                      <a:pt x="779" y="598"/>
                      <a:pt x="812" y="601"/>
                      <a:pt x="847" y="601"/>
                    </a:cubicBezTo>
                    <a:cubicBezTo>
                      <a:pt x="958" y="601"/>
                      <a:pt x="1084" y="570"/>
                      <a:pt x="1182" y="558"/>
                    </a:cubicBezTo>
                    <a:cubicBezTo>
                      <a:pt x="1278" y="558"/>
                      <a:pt x="1374" y="558"/>
                      <a:pt x="1455" y="494"/>
                    </a:cubicBezTo>
                    <a:cubicBezTo>
                      <a:pt x="1583" y="397"/>
                      <a:pt x="1535" y="188"/>
                      <a:pt x="1423" y="92"/>
                    </a:cubicBezTo>
                    <a:cubicBezTo>
                      <a:pt x="1363" y="48"/>
                      <a:pt x="1302" y="31"/>
                      <a:pt x="1241" y="31"/>
                    </a:cubicBezTo>
                    <a:cubicBezTo>
                      <a:pt x="1055" y="31"/>
                      <a:pt x="865" y="188"/>
                      <a:pt x="683" y="237"/>
                    </a:cubicBezTo>
                    <a:cubicBezTo>
                      <a:pt x="593" y="79"/>
                      <a:pt x="432" y="0"/>
                      <a:pt x="2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7"/>
              <p:cNvSpPr/>
              <p:nvPr/>
            </p:nvSpPr>
            <p:spPr>
              <a:xfrm>
                <a:off x="6187347" y="7671100"/>
                <a:ext cx="37030" cy="16162"/>
              </a:xfrm>
              <a:custGeom>
                <a:avLst/>
                <a:gdLst/>
                <a:ahLst/>
                <a:cxnLst/>
                <a:rect l="l" t="t" r="r" b="b"/>
                <a:pathLst>
                  <a:path w="715" h="551" extrusionOk="0">
                    <a:moveTo>
                      <a:pt x="336" y="243"/>
                    </a:moveTo>
                    <a:cubicBezTo>
                      <a:pt x="368" y="243"/>
                      <a:pt x="417" y="291"/>
                      <a:pt x="385" y="307"/>
                    </a:cubicBezTo>
                    <a:lnTo>
                      <a:pt x="385" y="323"/>
                    </a:lnTo>
                    <a:cubicBezTo>
                      <a:pt x="381" y="325"/>
                      <a:pt x="378" y="326"/>
                      <a:pt x="375" y="326"/>
                    </a:cubicBezTo>
                    <a:cubicBezTo>
                      <a:pt x="349" y="326"/>
                      <a:pt x="336" y="272"/>
                      <a:pt x="336" y="243"/>
                    </a:cubicBezTo>
                    <a:close/>
                    <a:moveTo>
                      <a:pt x="397" y="0"/>
                    </a:moveTo>
                    <a:cubicBezTo>
                      <a:pt x="388" y="0"/>
                      <a:pt x="378" y="1"/>
                      <a:pt x="368" y="2"/>
                    </a:cubicBezTo>
                    <a:cubicBezTo>
                      <a:pt x="320" y="18"/>
                      <a:pt x="272" y="50"/>
                      <a:pt x="272" y="98"/>
                    </a:cubicBezTo>
                    <a:cubicBezTo>
                      <a:pt x="240" y="98"/>
                      <a:pt x="208" y="98"/>
                      <a:pt x="176" y="114"/>
                    </a:cubicBezTo>
                    <a:cubicBezTo>
                      <a:pt x="1" y="276"/>
                      <a:pt x="186" y="550"/>
                      <a:pt x="393" y="550"/>
                    </a:cubicBezTo>
                    <a:cubicBezTo>
                      <a:pt x="433" y="550"/>
                      <a:pt x="474" y="540"/>
                      <a:pt x="513" y="516"/>
                    </a:cubicBezTo>
                    <a:cubicBezTo>
                      <a:pt x="715" y="408"/>
                      <a:pt x="647" y="0"/>
                      <a:pt x="3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44" name="Google Shape;2244;p47"/>
          <p:cNvSpPr/>
          <p:nvPr/>
        </p:nvSpPr>
        <p:spPr>
          <a:xfrm rot="-252570">
            <a:off x="-609930" y="315152"/>
            <a:ext cx="3550187" cy="1695460"/>
          </a:xfrm>
          <a:custGeom>
            <a:avLst/>
            <a:gdLst/>
            <a:ahLst/>
            <a:cxnLst/>
            <a:rect l="l" t="t" r="r" b="b"/>
            <a:pathLst>
              <a:path w="95984" h="45839" extrusionOk="0">
                <a:moveTo>
                  <a:pt x="95957" y="40748"/>
                </a:moveTo>
                <a:cubicBezTo>
                  <a:pt x="95930" y="40440"/>
                  <a:pt x="95799" y="40124"/>
                  <a:pt x="95588" y="39904"/>
                </a:cubicBezTo>
                <a:cubicBezTo>
                  <a:pt x="95139" y="39429"/>
                  <a:pt x="94453" y="39262"/>
                  <a:pt x="93812" y="39157"/>
                </a:cubicBezTo>
                <a:cubicBezTo>
                  <a:pt x="92642" y="38972"/>
                  <a:pt x="91438" y="38884"/>
                  <a:pt x="90260" y="38937"/>
                </a:cubicBezTo>
                <a:cubicBezTo>
                  <a:pt x="89372" y="38972"/>
                  <a:pt x="88625" y="39333"/>
                  <a:pt x="87746" y="39429"/>
                </a:cubicBezTo>
                <a:cubicBezTo>
                  <a:pt x="86682" y="39544"/>
                  <a:pt x="85381" y="39711"/>
                  <a:pt x="85029" y="38453"/>
                </a:cubicBezTo>
                <a:cubicBezTo>
                  <a:pt x="84748" y="37442"/>
                  <a:pt x="84282" y="36853"/>
                  <a:pt x="83711" y="36511"/>
                </a:cubicBezTo>
                <a:cubicBezTo>
                  <a:pt x="83157" y="36177"/>
                  <a:pt x="82524" y="36089"/>
                  <a:pt x="81864" y="36071"/>
                </a:cubicBezTo>
                <a:cubicBezTo>
                  <a:pt x="81038" y="36053"/>
                  <a:pt x="80115" y="36862"/>
                  <a:pt x="79482" y="37548"/>
                </a:cubicBezTo>
                <a:cubicBezTo>
                  <a:pt x="79359" y="36616"/>
                  <a:pt x="78963" y="35394"/>
                  <a:pt x="77768" y="34823"/>
                </a:cubicBezTo>
                <a:cubicBezTo>
                  <a:pt x="76229" y="34084"/>
                  <a:pt x="74919" y="34075"/>
                  <a:pt x="74146" y="34172"/>
                </a:cubicBezTo>
                <a:cubicBezTo>
                  <a:pt x="74225" y="33425"/>
                  <a:pt x="74075" y="32203"/>
                  <a:pt x="72730" y="30858"/>
                </a:cubicBezTo>
                <a:cubicBezTo>
                  <a:pt x="71289" y="29425"/>
                  <a:pt x="69680" y="29443"/>
                  <a:pt x="68871" y="29574"/>
                </a:cubicBezTo>
                <a:cubicBezTo>
                  <a:pt x="68660" y="28256"/>
                  <a:pt x="67763" y="24713"/>
                  <a:pt x="64150" y="24616"/>
                </a:cubicBezTo>
                <a:cubicBezTo>
                  <a:pt x="61970" y="24555"/>
                  <a:pt x="60722" y="25126"/>
                  <a:pt x="59965" y="26040"/>
                </a:cubicBezTo>
                <a:cubicBezTo>
                  <a:pt x="59209" y="26937"/>
                  <a:pt x="58972" y="28115"/>
                  <a:pt x="58752" y="29355"/>
                </a:cubicBezTo>
                <a:cubicBezTo>
                  <a:pt x="58568" y="30410"/>
                  <a:pt x="58304" y="31174"/>
                  <a:pt x="57996" y="31684"/>
                </a:cubicBezTo>
                <a:cubicBezTo>
                  <a:pt x="57697" y="32177"/>
                  <a:pt x="57372" y="32414"/>
                  <a:pt x="57038" y="32467"/>
                </a:cubicBezTo>
                <a:cubicBezTo>
                  <a:pt x="56994" y="32467"/>
                  <a:pt x="56827" y="31763"/>
                  <a:pt x="56642" y="30990"/>
                </a:cubicBezTo>
                <a:cubicBezTo>
                  <a:pt x="56387" y="29873"/>
                  <a:pt x="56097" y="28660"/>
                  <a:pt x="55333" y="28379"/>
                </a:cubicBezTo>
                <a:lnTo>
                  <a:pt x="53891" y="27851"/>
                </a:lnTo>
                <a:cubicBezTo>
                  <a:pt x="54743" y="26418"/>
                  <a:pt x="56880" y="22067"/>
                  <a:pt x="53328" y="18902"/>
                </a:cubicBezTo>
                <a:lnTo>
                  <a:pt x="53293" y="18876"/>
                </a:lnTo>
                <a:cubicBezTo>
                  <a:pt x="49935" y="15913"/>
                  <a:pt x="46858" y="17777"/>
                  <a:pt x="45653" y="18761"/>
                </a:cubicBezTo>
                <a:cubicBezTo>
                  <a:pt x="44950" y="16713"/>
                  <a:pt x="42339" y="10761"/>
                  <a:pt x="36229" y="12687"/>
                </a:cubicBezTo>
                <a:cubicBezTo>
                  <a:pt x="30137" y="14612"/>
                  <a:pt x="30506" y="20678"/>
                  <a:pt x="30796" y="22638"/>
                </a:cubicBezTo>
                <a:cubicBezTo>
                  <a:pt x="30005" y="22612"/>
                  <a:pt x="28660" y="22779"/>
                  <a:pt x="27693" y="24045"/>
                </a:cubicBezTo>
                <a:cubicBezTo>
                  <a:pt x="26664" y="25390"/>
                  <a:pt x="27288" y="27254"/>
                  <a:pt x="27746" y="28238"/>
                </a:cubicBezTo>
                <a:cubicBezTo>
                  <a:pt x="27315" y="28352"/>
                  <a:pt x="26770" y="28651"/>
                  <a:pt x="26190" y="29355"/>
                </a:cubicBezTo>
                <a:cubicBezTo>
                  <a:pt x="24976" y="29161"/>
                  <a:pt x="23983" y="28933"/>
                  <a:pt x="23385" y="28783"/>
                </a:cubicBezTo>
                <a:cubicBezTo>
                  <a:pt x="24009" y="27869"/>
                  <a:pt x="25099" y="26005"/>
                  <a:pt x="24440" y="25003"/>
                </a:cubicBezTo>
                <a:cubicBezTo>
                  <a:pt x="24097" y="24493"/>
                  <a:pt x="23631" y="24265"/>
                  <a:pt x="23174" y="24185"/>
                </a:cubicBezTo>
                <a:cubicBezTo>
                  <a:pt x="23816" y="23579"/>
                  <a:pt x="24449" y="22805"/>
                  <a:pt x="24203" y="22304"/>
                </a:cubicBezTo>
                <a:cubicBezTo>
                  <a:pt x="24018" y="21944"/>
                  <a:pt x="23658" y="21715"/>
                  <a:pt x="23306" y="21566"/>
                </a:cubicBezTo>
                <a:cubicBezTo>
                  <a:pt x="24739" y="20273"/>
                  <a:pt x="27772" y="16924"/>
                  <a:pt x="24994" y="13671"/>
                </a:cubicBezTo>
                <a:cubicBezTo>
                  <a:pt x="22893" y="11210"/>
                  <a:pt x="20581" y="11280"/>
                  <a:pt x="19077" y="11728"/>
                </a:cubicBezTo>
                <a:cubicBezTo>
                  <a:pt x="19051" y="11737"/>
                  <a:pt x="19025" y="11737"/>
                  <a:pt x="19007" y="11737"/>
                </a:cubicBezTo>
                <a:cubicBezTo>
                  <a:pt x="20308" y="9539"/>
                  <a:pt x="21741" y="5223"/>
                  <a:pt x="15165" y="2700"/>
                </a:cubicBezTo>
                <a:cubicBezTo>
                  <a:pt x="8124" y="1"/>
                  <a:pt x="6304" y="4757"/>
                  <a:pt x="5838" y="7043"/>
                </a:cubicBezTo>
                <a:cubicBezTo>
                  <a:pt x="5381" y="6656"/>
                  <a:pt x="4651" y="6295"/>
                  <a:pt x="3508" y="6287"/>
                </a:cubicBezTo>
                <a:cubicBezTo>
                  <a:pt x="2031" y="6278"/>
                  <a:pt x="1302" y="7579"/>
                  <a:pt x="941" y="8722"/>
                </a:cubicBezTo>
                <a:cubicBezTo>
                  <a:pt x="721" y="8273"/>
                  <a:pt x="414" y="7825"/>
                  <a:pt x="1" y="7500"/>
                </a:cubicBezTo>
                <a:lnTo>
                  <a:pt x="1" y="33530"/>
                </a:lnTo>
                <a:cubicBezTo>
                  <a:pt x="1996" y="34032"/>
                  <a:pt x="4159" y="34489"/>
                  <a:pt x="6506" y="34902"/>
                </a:cubicBezTo>
                <a:cubicBezTo>
                  <a:pt x="7702" y="35104"/>
                  <a:pt x="9047" y="35297"/>
                  <a:pt x="10497" y="35464"/>
                </a:cubicBezTo>
                <a:cubicBezTo>
                  <a:pt x="14796" y="36941"/>
                  <a:pt x="19034" y="37900"/>
                  <a:pt x="18409" y="38524"/>
                </a:cubicBezTo>
                <a:cubicBezTo>
                  <a:pt x="16493" y="40440"/>
                  <a:pt x="62" y="37645"/>
                  <a:pt x="5390" y="38928"/>
                </a:cubicBezTo>
                <a:cubicBezTo>
                  <a:pt x="12475" y="40634"/>
                  <a:pt x="38981" y="45838"/>
                  <a:pt x="50418" y="42058"/>
                </a:cubicBezTo>
                <a:cubicBezTo>
                  <a:pt x="50700" y="42691"/>
                  <a:pt x="51473" y="43280"/>
                  <a:pt x="53258" y="43473"/>
                </a:cubicBezTo>
                <a:cubicBezTo>
                  <a:pt x="55482" y="43711"/>
                  <a:pt x="60150" y="44045"/>
                  <a:pt x="63895" y="43974"/>
                </a:cubicBezTo>
                <a:cubicBezTo>
                  <a:pt x="66418" y="43922"/>
                  <a:pt x="68555" y="43675"/>
                  <a:pt x="69337" y="43069"/>
                </a:cubicBezTo>
                <a:cubicBezTo>
                  <a:pt x="70453" y="42216"/>
                  <a:pt x="70867" y="42322"/>
                  <a:pt x="71245" y="42418"/>
                </a:cubicBezTo>
                <a:lnTo>
                  <a:pt x="71271" y="42427"/>
                </a:lnTo>
                <a:cubicBezTo>
                  <a:pt x="71473" y="42480"/>
                  <a:pt x="71667" y="42524"/>
                  <a:pt x="71930" y="42506"/>
                </a:cubicBezTo>
                <a:cubicBezTo>
                  <a:pt x="72642" y="42453"/>
                  <a:pt x="74445" y="41882"/>
                  <a:pt x="74805" y="41768"/>
                </a:cubicBezTo>
                <a:cubicBezTo>
                  <a:pt x="75508" y="41548"/>
                  <a:pt x="76590" y="41733"/>
                  <a:pt x="77319" y="41715"/>
                </a:cubicBezTo>
                <a:cubicBezTo>
                  <a:pt x="79104" y="41680"/>
                  <a:pt x="80880" y="41671"/>
                  <a:pt x="82664" y="41618"/>
                </a:cubicBezTo>
                <a:cubicBezTo>
                  <a:pt x="86629" y="41513"/>
                  <a:pt x="90612" y="41979"/>
                  <a:pt x="94594" y="41864"/>
                </a:cubicBezTo>
                <a:cubicBezTo>
                  <a:pt x="94937" y="41856"/>
                  <a:pt x="95306" y="41838"/>
                  <a:pt x="95588" y="41636"/>
                </a:cubicBezTo>
                <a:cubicBezTo>
                  <a:pt x="95869" y="41434"/>
                  <a:pt x="95983" y="41091"/>
                  <a:pt x="95957" y="4073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5" name="Google Shape;2245;p47"/>
          <p:cNvGrpSpPr/>
          <p:nvPr/>
        </p:nvGrpSpPr>
        <p:grpSpPr>
          <a:xfrm rot="275842">
            <a:off x="671234" y="1463083"/>
            <a:ext cx="1479065" cy="634093"/>
            <a:chOff x="5360400" y="1306600"/>
            <a:chExt cx="2919997" cy="1251839"/>
          </a:xfrm>
        </p:grpSpPr>
        <p:sp>
          <p:nvSpPr>
            <p:cNvPr id="2246" name="Google Shape;2246;p47"/>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7"/>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7"/>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7"/>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7"/>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7"/>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47"/>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47"/>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47"/>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47"/>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47"/>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47"/>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47"/>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47"/>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47"/>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47"/>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47"/>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47"/>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47"/>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47"/>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47"/>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7"/>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7"/>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7"/>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7"/>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7"/>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2" name="Google Shape;2272;p47"/>
          <p:cNvGrpSpPr/>
          <p:nvPr/>
        </p:nvGrpSpPr>
        <p:grpSpPr>
          <a:xfrm rot="-275842" flipH="1">
            <a:off x="1271549" y="1519108"/>
            <a:ext cx="1479065" cy="634093"/>
            <a:chOff x="5360400" y="1306600"/>
            <a:chExt cx="2919997" cy="1251839"/>
          </a:xfrm>
        </p:grpSpPr>
        <p:sp>
          <p:nvSpPr>
            <p:cNvPr id="2273" name="Google Shape;2273;p47"/>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7"/>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7"/>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7"/>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7"/>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7"/>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7"/>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7"/>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7"/>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7"/>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7"/>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7"/>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7"/>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7"/>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7"/>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7"/>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47"/>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47"/>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7"/>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7"/>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7"/>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7"/>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7"/>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7"/>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7"/>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7"/>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99" name="Google Shape;2299;p47"/>
          <p:cNvSpPr/>
          <p:nvPr/>
        </p:nvSpPr>
        <p:spPr>
          <a:xfrm>
            <a:off x="2401892" y="1003812"/>
            <a:ext cx="1021098" cy="242163"/>
          </a:xfrm>
          <a:custGeom>
            <a:avLst/>
            <a:gdLst/>
            <a:ahLst/>
            <a:cxnLst/>
            <a:rect l="l" t="t" r="r" b="b"/>
            <a:pathLst>
              <a:path w="21007" h="4982" extrusionOk="0">
                <a:moveTo>
                  <a:pt x="7390" y="0"/>
                </a:moveTo>
                <a:cubicBezTo>
                  <a:pt x="6906" y="0"/>
                  <a:pt x="6452" y="217"/>
                  <a:pt x="6076" y="802"/>
                </a:cubicBezTo>
                <a:cubicBezTo>
                  <a:pt x="5738" y="1349"/>
                  <a:pt x="5561" y="1943"/>
                  <a:pt x="5111" y="2425"/>
                </a:cubicBezTo>
                <a:cubicBezTo>
                  <a:pt x="4549" y="3004"/>
                  <a:pt x="3874" y="3325"/>
                  <a:pt x="3054" y="3358"/>
                </a:cubicBezTo>
                <a:cubicBezTo>
                  <a:pt x="3032" y="3358"/>
                  <a:pt x="3011" y="3358"/>
                  <a:pt x="2989" y="3358"/>
                </a:cubicBezTo>
                <a:cubicBezTo>
                  <a:pt x="2336" y="3358"/>
                  <a:pt x="1667" y="3100"/>
                  <a:pt x="1099" y="3100"/>
                </a:cubicBezTo>
                <a:cubicBezTo>
                  <a:pt x="651" y="3100"/>
                  <a:pt x="265" y="3261"/>
                  <a:pt x="0" y="3840"/>
                </a:cubicBezTo>
                <a:cubicBezTo>
                  <a:pt x="1827" y="4306"/>
                  <a:pt x="3623" y="4982"/>
                  <a:pt x="6322" y="4982"/>
                </a:cubicBezTo>
                <a:cubicBezTo>
                  <a:pt x="6971" y="4982"/>
                  <a:pt x="7672" y="4943"/>
                  <a:pt x="8438" y="4852"/>
                </a:cubicBezTo>
                <a:cubicBezTo>
                  <a:pt x="11620" y="4483"/>
                  <a:pt x="14931" y="4161"/>
                  <a:pt x="18290" y="3888"/>
                </a:cubicBezTo>
                <a:cubicBezTo>
                  <a:pt x="18770" y="3843"/>
                  <a:pt x="19266" y="3823"/>
                  <a:pt x="19779" y="3823"/>
                </a:cubicBezTo>
                <a:cubicBezTo>
                  <a:pt x="20177" y="3823"/>
                  <a:pt x="20586" y="3835"/>
                  <a:pt x="21007" y="3856"/>
                </a:cubicBezTo>
                <a:cubicBezTo>
                  <a:pt x="20685" y="3647"/>
                  <a:pt x="20364" y="3438"/>
                  <a:pt x="20042" y="3245"/>
                </a:cubicBezTo>
                <a:cubicBezTo>
                  <a:pt x="18933" y="2602"/>
                  <a:pt x="17648" y="2120"/>
                  <a:pt x="16442" y="1718"/>
                </a:cubicBezTo>
                <a:cubicBezTo>
                  <a:pt x="15649" y="1451"/>
                  <a:pt x="14932" y="1364"/>
                  <a:pt x="14215" y="1364"/>
                </a:cubicBezTo>
                <a:cubicBezTo>
                  <a:pt x="13466" y="1364"/>
                  <a:pt x="12716" y="1459"/>
                  <a:pt x="11878" y="1541"/>
                </a:cubicBezTo>
                <a:cubicBezTo>
                  <a:pt x="11764" y="1552"/>
                  <a:pt x="11653" y="1557"/>
                  <a:pt x="11543" y="1557"/>
                </a:cubicBezTo>
                <a:cubicBezTo>
                  <a:pt x="10833" y="1557"/>
                  <a:pt x="10208" y="1335"/>
                  <a:pt x="9595" y="931"/>
                </a:cubicBezTo>
                <a:cubicBezTo>
                  <a:pt x="8887" y="471"/>
                  <a:pt x="8104" y="0"/>
                  <a:pt x="7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00" name="Google Shape;2300;p47"/>
          <p:cNvGrpSpPr/>
          <p:nvPr/>
        </p:nvGrpSpPr>
        <p:grpSpPr>
          <a:xfrm>
            <a:off x="356150" y="690052"/>
            <a:ext cx="968331" cy="4028806"/>
            <a:chOff x="356154" y="956431"/>
            <a:chExt cx="891896" cy="3636435"/>
          </a:xfrm>
        </p:grpSpPr>
        <p:grpSp>
          <p:nvGrpSpPr>
            <p:cNvPr id="2301" name="Google Shape;2301;p47"/>
            <p:cNvGrpSpPr/>
            <p:nvPr/>
          </p:nvGrpSpPr>
          <p:grpSpPr>
            <a:xfrm>
              <a:off x="356154" y="997022"/>
              <a:ext cx="887342" cy="3595844"/>
              <a:chOff x="7456291" y="7572263"/>
              <a:chExt cx="548487" cy="2222675"/>
            </a:xfrm>
          </p:grpSpPr>
          <p:sp>
            <p:nvSpPr>
              <p:cNvPr id="2302" name="Google Shape;2302;p47"/>
              <p:cNvSpPr/>
              <p:nvPr/>
            </p:nvSpPr>
            <p:spPr>
              <a:xfrm>
                <a:off x="7456291" y="7572263"/>
                <a:ext cx="548487" cy="70384"/>
              </a:xfrm>
              <a:custGeom>
                <a:avLst/>
                <a:gdLst/>
                <a:ahLst/>
                <a:cxnLst/>
                <a:rect l="l" t="t" r="r" b="b"/>
                <a:pathLst>
                  <a:path w="11284" h="1448" extrusionOk="0">
                    <a:moveTo>
                      <a:pt x="1" y="1"/>
                    </a:moveTo>
                    <a:lnTo>
                      <a:pt x="1" y="885"/>
                    </a:lnTo>
                    <a:lnTo>
                      <a:pt x="788" y="1447"/>
                    </a:lnTo>
                    <a:lnTo>
                      <a:pt x="10528" y="1447"/>
                    </a:lnTo>
                    <a:lnTo>
                      <a:pt x="11283" y="869"/>
                    </a:lnTo>
                    <a:lnTo>
                      <a:pt x="11267"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47"/>
              <p:cNvSpPr/>
              <p:nvPr/>
            </p:nvSpPr>
            <p:spPr>
              <a:xfrm>
                <a:off x="7511752" y="7744139"/>
                <a:ext cx="448501" cy="2050799"/>
              </a:xfrm>
              <a:custGeom>
                <a:avLst/>
                <a:gdLst/>
                <a:ahLst/>
                <a:cxnLst/>
                <a:rect l="l" t="t" r="r" b="b"/>
                <a:pathLst>
                  <a:path w="9227" h="42191" extrusionOk="0">
                    <a:moveTo>
                      <a:pt x="1158" y="1"/>
                    </a:moveTo>
                    <a:lnTo>
                      <a:pt x="1" y="42190"/>
                    </a:lnTo>
                    <a:lnTo>
                      <a:pt x="9226" y="42190"/>
                    </a:lnTo>
                    <a:lnTo>
                      <a:pt x="7796" y="1"/>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47"/>
              <p:cNvSpPr/>
              <p:nvPr/>
            </p:nvSpPr>
            <p:spPr>
              <a:xfrm>
                <a:off x="7521911" y="7632439"/>
                <a:ext cx="414865" cy="111749"/>
              </a:xfrm>
              <a:custGeom>
                <a:avLst/>
                <a:gdLst/>
                <a:ahLst/>
                <a:cxnLst/>
                <a:rect l="l" t="t" r="r" b="b"/>
                <a:pathLst>
                  <a:path w="8535" h="2299" extrusionOk="0">
                    <a:moveTo>
                      <a:pt x="8519" y="0"/>
                    </a:moveTo>
                    <a:lnTo>
                      <a:pt x="1" y="193"/>
                    </a:lnTo>
                    <a:lnTo>
                      <a:pt x="1" y="579"/>
                    </a:lnTo>
                    <a:cubicBezTo>
                      <a:pt x="1" y="579"/>
                      <a:pt x="885" y="2299"/>
                      <a:pt x="949" y="2299"/>
                    </a:cubicBezTo>
                    <a:lnTo>
                      <a:pt x="7587" y="2299"/>
                    </a:lnTo>
                    <a:lnTo>
                      <a:pt x="8535" y="997"/>
                    </a:lnTo>
                    <a:lnTo>
                      <a:pt x="8519" y="0"/>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5" name="Google Shape;2305;p47"/>
            <p:cNvSpPr/>
            <p:nvPr/>
          </p:nvSpPr>
          <p:spPr>
            <a:xfrm>
              <a:off x="1225247" y="956431"/>
              <a:ext cx="22803" cy="16513"/>
            </a:xfrm>
            <a:custGeom>
              <a:avLst/>
              <a:gdLst/>
              <a:ahLst/>
              <a:cxnLst/>
              <a:rect l="l" t="t" r="r" b="b"/>
              <a:pathLst>
                <a:path w="290" h="210" extrusionOk="0">
                  <a:moveTo>
                    <a:pt x="129" y="0"/>
                  </a:moveTo>
                  <a:cubicBezTo>
                    <a:pt x="0" y="0"/>
                    <a:pt x="0" y="209"/>
                    <a:pt x="129" y="209"/>
                  </a:cubicBezTo>
                  <a:lnTo>
                    <a:pt x="161" y="209"/>
                  </a:lnTo>
                  <a:cubicBezTo>
                    <a:pt x="290" y="209"/>
                    <a:pt x="290" y="0"/>
                    <a:pt x="161" y="0"/>
                  </a:cubicBezTo>
                  <a:close/>
                </a:path>
              </a:pathLst>
            </a:custGeom>
            <a:solidFill>
              <a:srgbClr val="9180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7"/>
            <p:cNvSpPr/>
            <p:nvPr/>
          </p:nvSpPr>
          <p:spPr>
            <a:xfrm>
              <a:off x="489701" y="1286309"/>
              <a:ext cx="602875" cy="3291006"/>
            </a:xfrm>
            <a:custGeom>
              <a:avLst/>
              <a:gdLst/>
              <a:ahLst/>
              <a:cxnLst/>
              <a:rect l="l" t="t" r="r" b="b"/>
              <a:pathLst>
                <a:path w="7667" h="41853" extrusionOk="0">
                  <a:moveTo>
                    <a:pt x="5047" y="7265"/>
                  </a:moveTo>
                  <a:lnTo>
                    <a:pt x="5047" y="7345"/>
                  </a:lnTo>
                  <a:cubicBezTo>
                    <a:pt x="5031" y="7345"/>
                    <a:pt x="5015" y="7345"/>
                    <a:pt x="4983" y="7361"/>
                  </a:cubicBezTo>
                  <a:cubicBezTo>
                    <a:pt x="5015" y="7329"/>
                    <a:pt x="5031" y="7297"/>
                    <a:pt x="5047" y="7265"/>
                  </a:cubicBezTo>
                  <a:close/>
                  <a:moveTo>
                    <a:pt x="2765" y="8342"/>
                  </a:moveTo>
                  <a:cubicBezTo>
                    <a:pt x="3086" y="8358"/>
                    <a:pt x="3424" y="8406"/>
                    <a:pt x="3713" y="8438"/>
                  </a:cubicBezTo>
                  <a:lnTo>
                    <a:pt x="3713" y="17696"/>
                  </a:lnTo>
                  <a:cubicBezTo>
                    <a:pt x="3520" y="17680"/>
                    <a:pt x="3327" y="17672"/>
                    <a:pt x="3132" y="17672"/>
                  </a:cubicBezTo>
                  <a:cubicBezTo>
                    <a:pt x="2937" y="17672"/>
                    <a:pt x="2740" y="17680"/>
                    <a:pt x="2540" y="17696"/>
                  </a:cubicBezTo>
                  <a:lnTo>
                    <a:pt x="2765" y="8342"/>
                  </a:lnTo>
                  <a:close/>
                  <a:moveTo>
                    <a:pt x="2475" y="8310"/>
                  </a:moveTo>
                  <a:lnTo>
                    <a:pt x="2475" y="8326"/>
                  </a:lnTo>
                  <a:lnTo>
                    <a:pt x="2250" y="17712"/>
                  </a:lnTo>
                  <a:cubicBezTo>
                    <a:pt x="1881" y="17728"/>
                    <a:pt x="1511" y="17744"/>
                    <a:pt x="1141" y="17744"/>
                  </a:cubicBezTo>
                  <a:lnTo>
                    <a:pt x="1463" y="8438"/>
                  </a:lnTo>
                  <a:cubicBezTo>
                    <a:pt x="1752" y="8326"/>
                    <a:pt x="2106" y="8310"/>
                    <a:pt x="2475" y="8310"/>
                  </a:cubicBezTo>
                  <a:close/>
                  <a:moveTo>
                    <a:pt x="4066" y="8486"/>
                  </a:moveTo>
                  <a:cubicBezTo>
                    <a:pt x="4163" y="8486"/>
                    <a:pt x="4243" y="8503"/>
                    <a:pt x="4340" y="8503"/>
                  </a:cubicBezTo>
                  <a:cubicBezTo>
                    <a:pt x="4500" y="8519"/>
                    <a:pt x="4661" y="8519"/>
                    <a:pt x="4822" y="8519"/>
                  </a:cubicBezTo>
                  <a:cubicBezTo>
                    <a:pt x="4822" y="8535"/>
                    <a:pt x="4838" y="8567"/>
                    <a:pt x="4854" y="8599"/>
                  </a:cubicBezTo>
                  <a:cubicBezTo>
                    <a:pt x="4880" y="8633"/>
                    <a:pt x="4924" y="8649"/>
                    <a:pt x="4967" y="8649"/>
                  </a:cubicBezTo>
                  <a:cubicBezTo>
                    <a:pt x="5004" y="8649"/>
                    <a:pt x="5041" y="8637"/>
                    <a:pt x="5063" y="8615"/>
                  </a:cubicBezTo>
                  <a:lnTo>
                    <a:pt x="5143" y="18017"/>
                  </a:lnTo>
                  <a:cubicBezTo>
                    <a:pt x="4790" y="17921"/>
                    <a:pt x="4436" y="17808"/>
                    <a:pt x="4066" y="17744"/>
                  </a:cubicBezTo>
                  <a:lnTo>
                    <a:pt x="4066" y="17567"/>
                  </a:lnTo>
                  <a:cubicBezTo>
                    <a:pt x="4083" y="17551"/>
                    <a:pt x="4099" y="17535"/>
                    <a:pt x="4099" y="17519"/>
                  </a:cubicBezTo>
                  <a:cubicBezTo>
                    <a:pt x="4291" y="17037"/>
                    <a:pt x="4340" y="16523"/>
                    <a:pt x="4259" y="16024"/>
                  </a:cubicBezTo>
                  <a:cubicBezTo>
                    <a:pt x="4259" y="15976"/>
                    <a:pt x="4227" y="15944"/>
                    <a:pt x="4179" y="15928"/>
                  </a:cubicBezTo>
                  <a:cubicBezTo>
                    <a:pt x="4179" y="15815"/>
                    <a:pt x="4147" y="15687"/>
                    <a:pt x="4066" y="15623"/>
                  </a:cubicBezTo>
                  <a:lnTo>
                    <a:pt x="4066" y="8486"/>
                  </a:lnTo>
                  <a:close/>
                  <a:moveTo>
                    <a:pt x="6317" y="8422"/>
                  </a:moveTo>
                  <a:lnTo>
                    <a:pt x="6509" y="18210"/>
                  </a:lnTo>
                  <a:cubicBezTo>
                    <a:pt x="6365" y="18210"/>
                    <a:pt x="6220" y="18210"/>
                    <a:pt x="6092" y="18194"/>
                  </a:cubicBezTo>
                  <a:cubicBezTo>
                    <a:pt x="5867" y="18178"/>
                    <a:pt x="5642" y="18146"/>
                    <a:pt x="5433" y="18098"/>
                  </a:cubicBezTo>
                  <a:lnTo>
                    <a:pt x="5352" y="8503"/>
                  </a:lnTo>
                  <a:cubicBezTo>
                    <a:pt x="5674" y="8503"/>
                    <a:pt x="5995" y="8470"/>
                    <a:pt x="6317" y="8422"/>
                  </a:cubicBezTo>
                  <a:close/>
                  <a:moveTo>
                    <a:pt x="5224" y="26921"/>
                  </a:moveTo>
                  <a:lnTo>
                    <a:pt x="5224" y="27002"/>
                  </a:lnTo>
                  <a:cubicBezTo>
                    <a:pt x="5224" y="26986"/>
                    <a:pt x="5208" y="26970"/>
                    <a:pt x="5191" y="26954"/>
                  </a:cubicBezTo>
                  <a:cubicBezTo>
                    <a:pt x="5208" y="26937"/>
                    <a:pt x="5224" y="26937"/>
                    <a:pt x="5224" y="26921"/>
                  </a:cubicBezTo>
                  <a:close/>
                  <a:moveTo>
                    <a:pt x="5095" y="28513"/>
                  </a:moveTo>
                  <a:lnTo>
                    <a:pt x="5095" y="28625"/>
                  </a:lnTo>
                  <a:cubicBezTo>
                    <a:pt x="5079" y="28609"/>
                    <a:pt x="5063" y="28593"/>
                    <a:pt x="5047" y="28561"/>
                  </a:cubicBezTo>
                  <a:cubicBezTo>
                    <a:pt x="5063" y="28545"/>
                    <a:pt x="5079" y="28529"/>
                    <a:pt x="5095" y="28513"/>
                  </a:cubicBezTo>
                  <a:close/>
                  <a:moveTo>
                    <a:pt x="3132" y="17828"/>
                  </a:moveTo>
                  <a:cubicBezTo>
                    <a:pt x="3327" y="17828"/>
                    <a:pt x="3520" y="17833"/>
                    <a:pt x="3713" y="17841"/>
                  </a:cubicBezTo>
                  <a:lnTo>
                    <a:pt x="3713" y="30055"/>
                  </a:lnTo>
                  <a:cubicBezTo>
                    <a:pt x="3450" y="30028"/>
                    <a:pt x="3162" y="29996"/>
                    <a:pt x="2880" y="29996"/>
                  </a:cubicBezTo>
                  <a:cubicBezTo>
                    <a:pt x="2662" y="29996"/>
                    <a:pt x="2447" y="30015"/>
                    <a:pt x="2250" y="30072"/>
                  </a:cubicBezTo>
                  <a:lnTo>
                    <a:pt x="2540" y="17841"/>
                  </a:lnTo>
                  <a:cubicBezTo>
                    <a:pt x="2740" y="17833"/>
                    <a:pt x="2937" y="17828"/>
                    <a:pt x="3132" y="17828"/>
                  </a:cubicBezTo>
                  <a:close/>
                  <a:moveTo>
                    <a:pt x="5433" y="18194"/>
                  </a:moveTo>
                  <a:cubicBezTo>
                    <a:pt x="5802" y="18258"/>
                    <a:pt x="6156" y="18291"/>
                    <a:pt x="6509" y="18307"/>
                  </a:cubicBezTo>
                  <a:lnTo>
                    <a:pt x="6734" y="29943"/>
                  </a:lnTo>
                  <a:cubicBezTo>
                    <a:pt x="6333" y="30023"/>
                    <a:pt x="5947" y="30055"/>
                    <a:pt x="5545" y="30072"/>
                  </a:cubicBezTo>
                  <a:lnTo>
                    <a:pt x="5513" y="26246"/>
                  </a:lnTo>
                  <a:cubicBezTo>
                    <a:pt x="5513" y="26230"/>
                    <a:pt x="5513" y="26214"/>
                    <a:pt x="5513" y="26198"/>
                  </a:cubicBezTo>
                  <a:cubicBezTo>
                    <a:pt x="5513" y="26198"/>
                    <a:pt x="5513" y="26182"/>
                    <a:pt x="5513" y="26182"/>
                  </a:cubicBezTo>
                  <a:lnTo>
                    <a:pt x="5433" y="18194"/>
                  </a:lnTo>
                  <a:close/>
                  <a:moveTo>
                    <a:pt x="4066" y="17873"/>
                  </a:moveTo>
                  <a:cubicBezTo>
                    <a:pt x="4308" y="17905"/>
                    <a:pt x="4533" y="17953"/>
                    <a:pt x="4774" y="18033"/>
                  </a:cubicBezTo>
                  <a:cubicBezTo>
                    <a:pt x="4902" y="18066"/>
                    <a:pt x="5031" y="18098"/>
                    <a:pt x="5143" y="18130"/>
                  </a:cubicBezTo>
                  <a:lnTo>
                    <a:pt x="5224" y="26584"/>
                  </a:lnTo>
                  <a:cubicBezTo>
                    <a:pt x="5143" y="26712"/>
                    <a:pt x="5015" y="26809"/>
                    <a:pt x="4886" y="26954"/>
                  </a:cubicBezTo>
                  <a:cubicBezTo>
                    <a:pt x="4854" y="26986"/>
                    <a:pt x="4790" y="27034"/>
                    <a:pt x="4774" y="27082"/>
                  </a:cubicBezTo>
                  <a:cubicBezTo>
                    <a:pt x="4661" y="27323"/>
                    <a:pt x="4725" y="27693"/>
                    <a:pt x="4725" y="27950"/>
                  </a:cubicBezTo>
                  <a:cubicBezTo>
                    <a:pt x="4725" y="28159"/>
                    <a:pt x="4629" y="28561"/>
                    <a:pt x="4758" y="28754"/>
                  </a:cubicBezTo>
                  <a:cubicBezTo>
                    <a:pt x="4854" y="28898"/>
                    <a:pt x="5031" y="28866"/>
                    <a:pt x="5127" y="28979"/>
                  </a:cubicBezTo>
                  <a:cubicBezTo>
                    <a:pt x="5148" y="29009"/>
                    <a:pt x="5174" y="29020"/>
                    <a:pt x="5200" y="29020"/>
                  </a:cubicBezTo>
                  <a:cubicBezTo>
                    <a:pt x="5214" y="29020"/>
                    <a:pt x="5228" y="29017"/>
                    <a:pt x="5240" y="29011"/>
                  </a:cubicBezTo>
                  <a:lnTo>
                    <a:pt x="5256" y="30088"/>
                  </a:lnTo>
                  <a:cubicBezTo>
                    <a:pt x="5122" y="30093"/>
                    <a:pt x="4990" y="30095"/>
                    <a:pt x="4858" y="30095"/>
                  </a:cubicBezTo>
                  <a:cubicBezTo>
                    <a:pt x="4595" y="30095"/>
                    <a:pt x="4334" y="30088"/>
                    <a:pt x="4066" y="30088"/>
                  </a:cubicBezTo>
                  <a:lnTo>
                    <a:pt x="4066" y="30072"/>
                  </a:lnTo>
                  <a:lnTo>
                    <a:pt x="4066" y="17873"/>
                  </a:lnTo>
                  <a:close/>
                  <a:moveTo>
                    <a:pt x="1125" y="17841"/>
                  </a:moveTo>
                  <a:cubicBezTo>
                    <a:pt x="1288" y="17854"/>
                    <a:pt x="1448" y="17859"/>
                    <a:pt x="1607" y="17859"/>
                  </a:cubicBezTo>
                  <a:cubicBezTo>
                    <a:pt x="1823" y="17859"/>
                    <a:pt x="2037" y="17850"/>
                    <a:pt x="2250" y="17841"/>
                  </a:cubicBezTo>
                  <a:lnTo>
                    <a:pt x="2250" y="17841"/>
                  </a:lnTo>
                  <a:lnTo>
                    <a:pt x="1961" y="30216"/>
                  </a:lnTo>
                  <a:cubicBezTo>
                    <a:pt x="1945" y="30216"/>
                    <a:pt x="1929" y="30232"/>
                    <a:pt x="1913" y="30248"/>
                  </a:cubicBezTo>
                  <a:cubicBezTo>
                    <a:pt x="1784" y="30345"/>
                    <a:pt x="1720" y="30409"/>
                    <a:pt x="1640" y="30570"/>
                  </a:cubicBezTo>
                  <a:cubicBezTo>
                    <a:pt x="1318" y="31164"/>
                    <a:pt x="1656" y="30972"/>
                    <a:pt x="1045" y="31598"/>
                  </a:cubicBezTo>
                  <a:cubicBezTo>
                    <a:pt x="964" y="31695"/>
                    <a:pt x="788" y="31807"/>
                    <a:pt x="643" y="31936"/>
                  </a:cubicBezTo>
                  <a:lnTo>
                    <a:pt x="1125" y="17841"/>
                  </a:lnTo>
                  <a:close/>
                  <a:moveTo>
                    <a:pt x="3713" y="0"/>
                  </a:moveTo>
                  <a:lnTo>
                    <a:pt x="3713" y="8326"/>
                  </a:lnTo>
                  <a:cubicBezTo>
                    <a:pt x="3424" y="8310"/>
                    <a:pt x="3134" y="8294"/>
                    <a:pt x="2845" y="8278"/>
                  </a:cubicBezTo>
                  <a:lnTo>
                    <a:pt x="2765" y="8278"/>
                  </a:lnTo>
                  <a:lnTo>
                    <a:pt x="2957" y="16"/>
                  </a:lnTo>
                  <a:lnTo>
                    <a:pt x="2668" y="16"/>
                  </a:lnTo>
                  <a:lnTo>
                    <a:pt x="2475" y="8261"/>
                  </a:lnTo>
                  <a:cubicBezTo>
                    <a:pt x="2348" y="8255"/>
                    <a:pt x="2218" y="8249"/>
                    <a:pt x="2088" y="8249"/>
                  </a:cubicBezTo>
                  <a:cubicBezTo>
                    <a:pt x="1875" y="8249"/>
                    <a:pt x="1663" y="8266"/>
                    <a:pt x="1463" y="8326"/>
                  </a:cubicBezTo>
                  <a:lnTo>
                    <a:pt x="1752" y="16"/>
                  </a:lnTo>
                  <a:lnTo>
                    <a:pt x="1463" y="16"/>
                  </a:lnTo>
                  <a:lnTo>
                    <a:pt x="1173" y="8454"/>
                  </a:lnTo>
                  <a:cubicBezTo>
                    <a:pt x="1093" y="8503"/>
                    <a:pt x="1029" y="8567"/>
                    <a:pt x="964" y="8631"/>
                  </a:cubicBezTo>
                  <a:cubicBezTo>
                    <a:pt x="940" y="8667"/>
                    <a:pt x="961" y="8713"/>
                    <a:pt x="994" y="8713"/>
                  </a:cubicBezTo>
                  <a:cubicBezTo>
                    <a:pt x="1005" y="8713"/>
                    <a:pt x="1017" y="8707"/>
                    <a:pt x="1029" y="8695"/>
                  </a:cubicBezTo>
                  <a:cubicBezTo>
                    <a:pt x="1077" y="8647"/>
                    <a:pt x="1109" y="8615"/>
                    <a:pt x="1173" y="8583"/>
                  </a:cubicBezTo>
                  <a:lnTo>
                    <a:pt x="1173" y="8583"/>
                  </a:lnTo>
                  <a:lnTo>
                    <a:pt x="852" y="17744"/>
                  </a:lnTo>
                  <a:cubicBezTo>
                    <a:pt x="836" y="17760"/>
                    <a:pt x="820" y="17792"/>
                    <a:pt x="852" y="17808"/>
                  </a:cubicBezTo>
                  <a:lnTo>
                    <a:pt x="0" y="41772"/>
                  </a:lnTo>
                  <a:lnTo>
                    <a:pt x="289" y="41772"/>
                  </a:lnTo>
                  <a:lnTo>
                    <a:pt x="627" y="32322"/>
                  </a:lnTo>
                  <a:cubicBezTo>
                    <a:pt x="836" y="32257"/>
                    <a:pt x="1318" y="32032"/>
                    <a:pt x="1398" y="31952"/>
                  </a:cubicBezTo>
                  <a:cubicBezTo>
                    <a:pt x="1848" y="31438"/>
                    <a:pt x="1527" y="30843"/>
                    <a:pt x="1961" y="30473"/>
                  </a:cubicBezTo>
                  <a:lnTo>
                    <a:pt x="1961" y="30473"/>
                  </a:lnTo>
                  <a:lnTo>
                    <a:pt x="1688" y="41772"/>
                  </a:lnTo>
                  <a:lnTo>
                    <a:pt x="1977" y="41772"/>
                  </a:lnTo>
                  <a:lnTo>
                    <a:pt x="2250" y="30313"/>
                  </a:lnTo>
                  <a:cubicBezTo>
                    <a:pt x="2379" y="30264"/>
                    <a:pt x="2524" y="30232"/>
                    <a:pt x="2716" y="30200"/>
                  </a:cubicBezTo>
                  <a:cubicBezTo>
                    <a:pt x="2893" y="30174"/>
                    <a:pt x="3075" y="30162"/>
                    <a:pt x="3259" y="30162"/>
                  </a:cubicBezTo>
                  <a:cubicBezTo>
                    <a:pt x="3409" y="30162"/>
                    <a:pt x="3561" y="30170"/>
                    <a:pt x="3713" y="30184"/>
                  </a:cubicBezTo>
                  <a:lnTo>
                    <a:pt x="3713" y="41852"/>
                  </a:lnTo>
                  <a:lnTo>
                    <a:pt x="4066" y="41852"/>
                  </a:lnTo>
                  <a:lnTo>
                    <a:pt x="4066" y="30216"/>
                  </a:lnTo>
                  <a:cubicBezTo>
                    <a:pt x="4398" y="30230"/>
                    <a:pt x="4730" y="30268"/>
                    <a:pt x="5052" y="30268"/>
                  </a:cubicBezTo>
                  <a:cubicBezTo>
                    <a:pt x="5104" y="30268"/>
                    <a:pt x="5156" y="30267"/>
                    <a:pt x="5208" y="30264"/>
                  </a:cubicBezTo>
                  <a:lnTo>
                    <a:pt x="5256" y="30264"/>
                  </a:lnTo>
                  <a:lnTo>
                    <a:pt x="5352" y="41772"/>
                  </a:lnTo>
                  <a:lnTo>
                    <a:pt x="5642" y="41772"/>
                  </a:lnTo>
                  <a:lnTo>
                    <a:pt x="5545" y="30248"/>
                  </a:lnTo>
                  <a:cubicBezTo>
                    <a:pt x="5947" y="30232"/>
                    <a:pt x="6349" y="30184"/>
                    <a:pt x="6734" y="30104"/>
                  </a:cubicBezTo>
                  <a:lnTo>
                    <a:pt x="6959" y="41772"/>
                  </a:lnTo>
                  <a:lnTo>
                    <a:pt x="7249" y="41772"/>
                  </a:lnTo>
                  <a:lnTo>
                    <a:pt x="7024" y="30039"/>
                  </a:lnTo>
                  <a:cubicBezTo>
                    <a:pt x="7201" y="30007"/>
                    <a:pt x="7361" y="29959"/>
                    <a:pt x="7522" y="29911"/>
                  </a:cubicBezTo>
                  <a:cubicBezTo>
                    <a:pt x="7597" y="29881"/>
                    <a:pt x="7574" y="29781"/>
                    <a:pt x="7505" y="29781"/>
                  </a:cubicBezTo>
                  <a:cubicBezTo>
                    <a:pt x="7500" y="29781"/>
                    <a:pt x="7495" y="29781"/>
                    <a:pt x="7490" y="29782"/>
                  </a:cubicBezTo>
                  <a:cubicBezTo>
                    <a:pt x="7329" y="29830"/>
                    <a:pt x="7184" y="29863"/>
                    <a:pt x="7024" y="29895"/>
                  </a:cubicBezTo>
                  <a:lnTo>
                    <a:pt x="6799" y="18307"/>
                  </a:lnTo>
                  <a:cubicBezTo>
                    <a:pt x="7056" y="18307"/>
                    <a:pt x="7329" y="18291"/>
                    <a:pt x="7602" y="18258"/>
                  </a:cubicBezTo>
                  <a:cubicBezTo>
                    <a:pt x="7667" y="18258"/>
                    <a:pt x="7667" y="18146"/>
                    <a:pt x="7602" y="18146"/>
                  </a:cubicBezTo>
                  <a:cubicBezTo>
                    <a:pt x="7329" y="18162"/>
                    <a:pt x="7072" y="18178"/>
                    <a:pt x="6799" y="18194"/>
                  </a:cubicBezTo>
                  <a:lnTo>
                    <a:pt x="6606" y="8374"/>
                  </a:lnTo>
                  <a:cubicBezTo>
                    <a:pt x="6702" y="8358"/>
                    <a:pt x="6783" y="8342"/>
                    <a:pt x="6879" y="8310"/>
                  </a:cubicBezTo>
                  <a:cubicBezTo>
                    <a:pt x="6908" y="8310"/>
                    <a:pt x="6898" y="8259"/>
                    <a:pt x="6873" y="8259"/>
                  </a:cubicBezTo>
                  <a:cubicBezTo>
                    <a:pt x="6870" y="8259"/>
                    <a:pt x="6867" y="8260"/>
                    <a:pt x="6863" y="8261"/>
                  </a:cubicBezTo>
                  <a:cubicBezTo>
                    <a:pt x="6783" y="8278"/>
                    <a:pt x="6686" y="8278"/>
                    <a:pt x="6606" y="8294"/>
                  </a:cubicBezTo>
                  <a:lnTo>
                    <a:pt x="6445" y="16"/>
                  </a:lnTo>
                  <a:lnTo>
                    <a:pt x="6156" y="16"/>
                  </a:lnTo>
                  <a:lnTo>
                    <a:pt x="6317" y="8326"/>
                  </a:lnTo>
                  <a:cubicBezTo>
                    <a:pt x="5995" y="8358"/>
                    <a:pt x="5674" y="8374"/>
                    <a:pt x="5352" y="8374"/>
                  </a:cubicBezTo>
                  <a:lnTo>
                    <a:pt x="5352" y="8020"/>
                  </a:lnTo>
                  <a:cubicBezTo>
                    <a:pt x="5352" y="8004"/>
                    <a:pt x="5368" y="7988"/>
                    <a:pt x="5368" y="7956"/>
                  </a:cubicBezTo>
                  <a:cubicBezTo>
                    <a:pt x="5352" y="7844"/>
                    <a:pt x="5352" y="7715"/>
                    <a:pt x="5352" y="7603"/>
                  </a:cubicBezTo>
                  <a:cubicBezTo>
                    <a:pt x="5352" y="7586"/>
                    <a:pt x="5352" y="7570"/>
                    <a:pt x="5336" y="7554"/>
                  </a:cubicBezTo>
                  <a:lnTo>
                    <a:pt x="5272" y="16"/>
                  </a:lnTo>
                  <a:lnTo>
                    <a:pt x="4983" y="16"/>
                  </a:lnTo>
                  <a:lnTo>
                    <a:pt x="5031" y="5722"/>
                  </a:lnTo>
                  <a:cubicBezTo>
                    <a:pt x="5031" y="5979"/>
                    <a:pt x="5015" y="6236"/>
                    <a:pt x="5015" y="6494"/>
                  </a:cubicBezTo>
                  <a:cubicBezTo>
                    <a:pt x="4999" y="6751"/>
                    <a:pt x="4966" y="6992"/>
                    <a:pt x="4822" y="7217"/>
                  </a:cubicBezTo>
                  <a:cubicBezTo>
                    <a:pt x="4758" y="7297"/>
                    <a:pt x="4661" y="7329"/>
                    <a:pt x="4613" y="7410"/>
                  </a:cubicBezTo>
                  <a:cubicBezTo>
                    <a:pt x="4484" y="7635"/>
                    <a:pt x="4533" y="7892"/>
                    <a:pt x="4693" y="8069"/>
                  </a:cubicBezTo>
                  <a:cubicBezTo>
                    <a:pt x="4693" y="8181"/>
                    <a:pt x="4709" y="8278"/>
                    <a:pt x="4741" y="8374"/>
                  </a:cubicBezTo>
                  <a:cubicBezTo>
                    <a:pt x="4516" y="8358"/>
                    <a:pt x="4291" y="8358"/>
                    <a:pt x="4066" y="8342"/>
                  </a:cubicBezTo>
                  <a:lnTo>
                    <a:pt x="40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7"/>
            <p:cNvSpPr/>
            <p:nvPr/>
          </p:nvSpPr>
          <p:spPr>
            <a:xfrm>
              <a:off x="358234" y="1025242"/>
              <a:ext cx="889805" cy="18467"/>
            </a:xfrm>
            <a:custGeom>
              <a:avLst/>
              <a:gdLst/>
              <a:ahLst/>
              <a:cxnLst/>
              <a:rect l="l" t="t" r="r" b="b"/>
              <a:pathLst>
                <a:path w="11316" h="419" extrusionOk="0">
                  <a:moveTo>
                    <a:pt x="1" y="1"/>
                  </a:moveTo>
                  <a:cubicBezTo>
                    <a:pt x="1" y="146"/>
                    <a:pt x="1" y="274"/>
                    <a:pt x="1" y="419"/>
                  </a:cubicBezTo>
                  <a:lnTo>
                    <a:pt x="11316" y="419"/>
                  </a:lnTo>
                  <a:cubicBezTo>
                    <a:pt x="11299" y="290"/>
                    <a:pt x="11283" y="146"/>
                    <a:pt x="11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7"/>
            <p:cNvSpPr/>
            <p:nvPr/>
          </p:nvSpPr>
          <p:spPr>
            <a:xfrm>
              <a:off x="460230" y="1149447"/>
              <a:ext cx="675354" cy="18467"/>
            </a:xfrm>
            <a:custGeom>
              <a:avLst/>
              <a:gdLst/>
              <a:ahLst/>
              <a:cxnLst/>
              <a:rect l="l" t="t" r="r" b="b"/>
              <a:pathLst>
                <a:path w="7877" h="435" extrusionOk="0">
                  <a:moveTo>
                    <a:pt x="1" y="0"/>
                  </a:moveTo>
                  <a:cubicBezTo>
                    <a:pt x="49" y="129"/>
                    <a:pt x="97" y="257"/>
                    <a:pt x="145" y="386"/>
                  </a:cubicBezTo>
                  <a:lnTo>
                    <a:pt x="161" y="434"/>
                  </a:lnTo>
                  <a:lnTo>
                    <a:pt x="7876" y="434"/>
                  </a:lnTo>
                  <a:lnTo>
                    <a:pt x="78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09" name="Google Shape;2309;p47"/>
          <p:cNvSpPr txBox="1">
            <a:spLocks noGrp="1"/>
          </p:cNvSpPr>
          <p:nvPr>
            <p:ph type="title"/>
          </p:nvPr>
        </p:nvSpPr>
        <p:spPr>
          <a:xfrm>
            <a:off x="1768500" y="1646775"/>
            <a:ext cx="5607000" cy="2189700"/>
          </a:xfrm>
          <a:prstGeom prst="rect">
            <a:avLst/>
          </a:prstGeom>
        </p:spPr>
        <p:txBody>
          <a:bodyPr spcFirstLastPara="1" wrap="square" lIns="91425" tIns="91425" rIns="91425" bIns="91425" anchor="ctr" anchorCtr="0">
            <a:noAutofit/>
          </a:bodyPr>
          <a:lstStyle/>
          <a:p>
            <a:pPr lvl="0"/>
            <a:r>
              <a:rPr lang="ar-EG" sz="8000" dirty="0">
                <a:latin typeface="Microsoft Sans Serif" panose="020B0604020202020204" pitchFamily="34" charset="0"/>
                <a:ea typeface="Microsoft Sans Serif" panose="020B0604020202020204" pitchFamily="34" charset="0"/>
                <a:cs typeface="Microsoft Sans Serif" panose="020B0604020202020204" pitchFamily="34" charset="0"/>
              </a:rPr>
              <a:t>شكرا لاصغائكم</a:t>
            </a:r>
            <a:endParaRPr sz="8000" dirty="0">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grpSp>
        <p:nvGrpSpPr>
          <p:cNvPr id="2310" name="Google Shape;2310;p47"/>
          <p:cNvGrpSpPr/>
          <p:nvPr/>
        </p:nvGrpSpPr>
        <p:grpSpPr>
          <a:xfrm rot="-275842" flipH="1">
            <a:off x="-1145951" y="807846"/>
            <a:ext cx="1479065" cy="634093"/>
            <a:chOff x="5360400" y="1306600"/>
            <a:chExt cx="2919997" cy="1251839"/>
          </a:xfrm>
        </p:grpSpPr>
        <p:sp>
          <p:nvSpPr>
            <p:cNvPr id="2311" name="Google Shape;2311;p47"/>
            <p:cNvSpPr/>
            <p:nvPr/>
          </p:nvSpPr>
          <p:spPr>
            <a:xfrm>
              <a:off x="5368141" y="1312901"/>
              <a:ext cx="2896233" cy="1240227"/>
            </a:xfrm>
            <a:custGeom>
              <a:avLst/>
              <a:gdLst/>
              <a:ahLst/>
              <a:cxnLst/>
              <a:rect l="l" t="t" r="r" b="b"/>
              <a:pathLst>
                <a:path w="32175" h="13778" extrusionOk="0">
                  <a:moveTo>
                    <a:pt x="32174" y="9984"/>
                  </a:moveTo>
                  <a:cubicBezTo>
                    <a:pt x="32174" y="9984"/>
                    <a:pt x="27960" y="11530"/>
                    <a:pt x="24308" y="12011"/>
                  </a:cubicBezTo>
                  <a:cubicBezTo>
                    <a:pt x="23875" y="12065"/>
                    <a:pt x="16047" y="12400"/>
                    <a:pt x="15906" y="12383"/>
                  </a:cubicBezTo>
                  <a:cubicBezTo>
                    <a:pt x="15906" y="12383"/>
                    <a:pt x="16398" y="13345"/>
                    <a:pt x="14875" y="13475"/>
                  </a:cubicBezTo>
                  <a:cubicBezTo>
                    <a:pt x="13356" y="13604"/>
                    <a:pt x="9061" y="13777"/>
                    <a:pt x="8359" y="13188"/>
                  </a:cubicBezTo>
                  <a:cubicBezTo>
                    <a:pt x="7657" y="12599"/>
                    <a:pt x="7505" y="12907"/>
                    <a:pt x="7203" y="12880"/>
                  </a:cubicBezTo>
                  <a:cubicBezTo>
                    <a:pt x="6900" y="12848"/>
                    <a:pt x="6047" y="12540"/>
                    <a:pt x="6047" y="12540"/>
                  </a:cubicBezTo>
                  <a:cubicBezTo>
                    <a:pt x="6047" y="12540"/>
                    <a:pt x="4491" y="12464"/>
                    <a:pt x="2578" y="12389"/>
                  </a:cubicBezTo>
                  <a:cubicBezTo>
                    <a:pt x="1795" y="12389"/>
                    <a:pt x="1" y="12313"/>
                    <a:pt x="158" y="12221"/>
                  </a:cubicBezTo>
                  <a:cubicBezTo>
                    <a:pt x="282" y="12146"/>
                    <a:pt x="2313" y="12059"/>
                    <a:pt x="2275" y="12000"/>
                  </a:cubicBezTo>
                  <a:cubicBezTo>
                    <a:pt x="2124" y="11735"/>
                    <a:pt x="2043" y="11432"/>
                    <a:pt x="2076" y="11130"/>
                  </a:cubicBezTo>
                  <a:cubicBezTo>
                    <a:pt x="2324" y="10519"/>
                    <a:pt x="2751" y="10433"/>
                    <a:pt x="3205" y="10433"/>
                  </a:cubicBezTo>
                  <a:cubicBezTo>
                    <a:pt x="3691" y="10433"/>
                    <a:pt x="4307" y="11395"/>
                    <a:pt x="4307" y="11395"/>
                  </a:cubicBezTo>
                  <a:cubicBezTo>
                    <a:pt x="4307" y="11395"/>
                    <a:pt x="4242" y="10271"/>
                    <a:pt x="4998" y="9925"/>
                  </a:cubicBezTo>
                  <a:cubicBezTo>
                    <a:pt x="5982" y="9482"/>
                    <a:pt x="6673" y="9763"/>
                    <a:pt x="6673" y="9763"/>
                  </a:cubicBezTo>
                  <a:cubicBezTo>
                    <a:pt x="6673" y="9763"/>
                    <a:pt x="6354" y="9088"/>
                    <a:pt x="7219" y="8266"/>
                  </a:cubicBezTo>
                  <a:cubicBezTo>
                    <a:pt x="8008" y="7515"/>
                    <a:pt x="8861" y="7856"/>
                    <a:pt x="8861" y="7856"/>
                  </a:cubicBezTo>
                  <a:cubicBezTo>
                    <a:pt x="8861" y="7856"/>
                    <a:pt x="9094" y="5770"/>
                    <a:pt x="10768" y="5765"/>
                  </a:cubicBezTo>
                  <a:cubicBezTo>
                    <a:pt x="12443" y="5754"/>
                    <a:pt x="12600" y="6662"/>
                    <a:pt x="12724" y="7656"/>
                  </a:cubicBezTo>
                  <a:cubicBezTo>
                    <a:pt x="12849" y="8650"/>
                    <a:pt x="13156" y="9088"/>
                    <a:pt x="13524" y="9147"/>
                  </a:cubicBezTo>
                  <a:cubicBezTo>
                    <a:pt x="13886" y="9212"/>
                    <a:pt x="13945" y="7591"/>
                    <a:pt x="14399" y="7434"/>
                  </a:cubicBezTo>
                  <a:cubicBezTo>
                    <a:pt x="14853" y="7272"/>
                    <a:pt x="15220" y="7148"/>
                    <a:pt x="15220" y="7148"/>
                  </a:cubicBezTo>
                  <a:cubicBezTo>
                    <a:pt x="15220" y="7148"/>
                    <a:pt x="13751" y="4879"/>
                    <a:pt x="15480" y="3409"/>
                  </a:cubicBezTo>
                  <a:cubicBezTo>
                    <a:pt x="17214" y="1940"/>
                    <a:pt x="18619" y="3615"/>
                    <a:pt x="18619" y="3615"/>
                  </a:cubicBezTo>
                  <a:cubicBezTo>
                    <a:pt x="18619" y="3615"/>
                    <a:pt x="19699" y="0"/>
                    <a:pt x="22503" y="984"/>
                  </a:cubicBezTo>
                  <a:cubicBezTo>
                    <a:pt x="25307" y="1972"/>
                    <a:pt x="24378" y="5279"/>
                    <a:pt x="24378" y="5279"/>
                  </a:cubicBezTo>
                  <a:cubicBezTo>
                    <a:pt x="24378" y="5279"/>
                    <a:pt x="25232" y="5090"/>
                    <a:pt x="25718" y="5803"/>
                  </a:cubicBezTo>
                  <a:cubicBezTo>
                    <a:pt x="26209" y="6516"/>
                    <a:pt x="25453" y="7640"/>
                    <a:pt x="25453" y="7640"/>
                  </a:cubicBezTo>
                  <a:cubicBezTo>
                    <a:pt x="25453" y="7640"/>
                    <a:pt x="25874" y="7451"/>
                    <a:pt x="26366" y="8261"/>
                  </a:cubicBezTo>
                  <a:cubicBezTo>
                    <a:pt x="26858" y="9071"/>
                    <a:pt x="26950" y="10130"/>
                    <a:pt x="27744" y="10217"/>
                  </a:cubicBezTo>
                  <a:cubicBezTo>
                    <a:pt x="28533" y="10309"/>
                    <a:pt x="30850" y="10206"/>
                    <a:pt x="32174" y="99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47"/>
            <p:cNvSpPr/>
            <p:nvPr/>
          </p:nvSpPr>
          <p:spPr>
            <a:xfrm>
              <a:off x="5360400" y="1306600"/>
              <a:ext cx="2919997" cy="1251839"/>
            </a:xfrm>
            <a:custGeom>
              <a:avLst/>
              <a:gdLst/>
              <a:ahLst/>
              <a:cxnLst/>
              <a:rect l="l" t="t" r="r" b="b"/>
              <a:pathLst>
                <a:path w="32439" h="13907" extrusionOk="0">
                  <a:moveTo>
                    <a:pt x="32309" y="10238"/>
                  </a:moveTo>
                  <a:cubicBezTo>
                    <a:pt x="32190" y="10281"/>
                    <a:pt x="28035" y="11789"/>
                    <a:pt x="24415" y="12270"/>
                  </a:cubicBezTo>
                  <a:cubicBezTo>
                    <a:pt x="24215" y="12297"/>
                    <a:pt x="22438" y="12378"/>
                    <a:pt x="20569" y="12464"/>
                  </a:cubicBezTo>
                  <a:cubicBezTo>
                    <a:pt x="18786" y="12540"/>
                    <a:pt x="16911" y="12615"/>
                    <a:pt x="16230" y="12637"/>
                  </a:cubicBezTo>
                  <a:cubicBezTo>
                    <a:pt x="16300" y="13004"/>
                    <a:pt x="16219" y="13631"/>
                    <a:pt x="14977" y="13734"/>
                  </a:cubicBezTo>
                  <a:cubicBezTo>
                    <a:pt x="14053" y="13815"/>
                    <a:pt x="12119" y="13907"/>
                    <a:pt x="10568" y="13842"/>
                  </a:cubicBezTo>
                  <a:cubicBezTo>
                    <a:pt x="9525" y="13793"/>
                    <a:pt x="8650" y="13669"/>
                    <a:pt x="8342" y="13410"/>
                  </a:cubicBezTo>
                  <a:cubicBezTo>
                    <a:pt x="7894" y="13031"/>
                    <a:pt x="7715" y="13069"/>
                    <a:pt x="7548" y="13112"/>
                  </a:cubicBezTo>
                  <a:cubicBezTo>
                    <a:pt x="7467" y="13129"/>
                    <a:pt x="7381" y="13150"/>
                    <a:pt x="7272" y="13139"/>
                  </a:cubicBezTo>
                  <a:lnTo>
                    <a:pt x="7272" y="13139"/>
                  </a:lnTo>
                  <a:cubicBezTo>
                    <a:pt x="6981" y="13112"/>
                    <a:pt x="6235" y="12848"/>
                    <a:pt x="6100" y="12799"/>
                  </a:cubicBezTo>
                  <a:cubicBezTo>
                    <a:pt x="5900" y="12788"/>
                    <a:pt x="4431" y="12718"/>
                    <a:pt x="2664" y="12648"/>
                  </a:cubicBezTo>
                  <a:cubicBezTo>
                    <a:pt x="2129" y="12648"/>
                    <a:pt x="1119" y="12615"/>
                    <a:pt x="579" y="12561"/>
                  </a:cubicBezTo>
                  <a:cubicBezTo>
                    <a:pt x="460" y="12551"/>
                    <a:pt x="362" y="12540"/>
                    <a:pt x="292" y="12524"/>
                  </a:cubicBezTo>
                  <a:cubicBezTo>
                    <a:pt x="87" y="12486"/>
                    <a:pt x="0" y="12383"/>
                    <a:pt x="81" y="12210"/>
                  </a:cubicBezTo>
                  <a:lnTo>
                    <a:pt x="81" y="12210"/>
                  </a:lnTo>
                  <a:cubicBezTo>
                    <a:pt x="98" y="12172"/>
                    <a:pt x="125" y="12145"/>
                    <a:pt x="163" y="12124"/>
                  </a:cubicBezTo>
                  <a:cubicBezTo>
                    <a:pt x="179" y="12113"/>
                    <a:pt x="200" y="12102"/>
                    <a:pt x="222" y="12102"/>
                  </a:cubicBezTo>
                  <a:cubicBezTo>
                    <a:pt x="400" y="12054"/>
                    <a:pt x="881" y="12021"/>
                    <a:pt x="1351" y="11983"/>
                  </a:cubicBezTo>
                  <a:cubicBezTo>
                    <a:pt x="1643" y="11962"/>
                    <a:pt x="1929" y="11940"/>
                    <a:pt x="2102" y="11929"/>
                  </a:cubicBezTo>
                  <a:cubicBezTo>
                    <a:pt x="2070" y="11848"/>
                    <a:pt x="2043" y="11767"/>
                    <a:pt x="2021" y="11681"/>
                  </a:cubicBezTo>
                  <a:cubicBezTo>
                    <a:pt x="1983" y="11519"/>
                    <a:pt x="1972" y="11351"/>
                    <a:pt x="1989" y="11178"/>
                  </a:cubicBezTo>
                  <a:cubicBezTo>
                    <a:pt x="1994" y="11157"/>
                    <a:pt x="1999" y="11135"/>
                    <a:pt x="2005" y="11113"/>
                  </a:cubicBezTo>
                  <a:cubicBezTo>
                    <a:pt x="2151" y="10762"/>
                    <a:pt x="2351" y="10562"/>
                    <a:pt x="2578" y="10449"/>
                  </a:cubicBezTo>
                  <a:cubicBezTo>
                    <a:pt x="2799" y="10335"/>
                    <a:pt x="3042" y="10314"/>
                    <a:pt x="3291" y="10314"/>
                  </a:cubicBezTo>
                  <a:cubicBezTo>
                    <a:pt x="3636" y="10308"/>
                    <a:pt x="4009" y="10681"/>
                    <a:pt x="4252" y="10978"/>
                  </a:cubicBezTo>
                  <a:cubicBezTo>
                    <a:pt x="4323" y="10584"/>
                    <a:pt x="4506" y="10054"/>
                    <a:pt x="5020" y="9822"/>
                  </a:cubicBezTo>
                  <a:cubicBezTo>
                    <a:pt x="5679" y="9520"/>
                    <a:pt x="6224" y="9536"/>
                    <a:pt x="6532" y="9584"/>
                  </a:cubicBezTo>
                  <a:cubicBezTo>
                    <a:pt x="6516" y="9266"/>
                    <a:pt x="6608" y="8747"/>
                    <a:pt x="7191" y="8191"/>
                  </a:cubicBezTo>
                  <a:cubicBezTo>
                    <a:pt x="7818" y="7596"/>
                    <a:pt x="8488" y="7629"/>
                    <a:pt x="8807" y="7694"/>
                  </a:cubicBezTo>
                  <a:cubicBezTo>
                    <a:pt x="8926" y="7137"/>
                    <a:pt x="9369" y="5646"/>
                    <a:pt x="10854" y="5640"/>
                  </a:cubicBezTo>
                  <a:cubicBezTo>
                    <a:pt x="11751" y="5640"/>
                    <a:pt x="12248" y="5889"/>
                    <a:pt x="12546" y="6283"/>
                  </a:cubicBezTo>
                  <a:cubicBezTo>
                    <a:pt x="12837" y="6672"/>
                    <a:pt x="12913" y="7175"/>
                    <a:pt x="12983" y="7699"/>
                  </a:cubicBezTo>
                  <a:cubicBezTo>
                    <a:pt x="13037" y="8147"/>
                    <a:pt x="13129" y="8472"/>
                    <a:pt x="13248" y="8688"/>
                  </a:cubicBezTo>
                  <a:cubicBezTo>
                    <a:pt x="13361" y="8898"/>
                    <a:pt x="13491" y="9006"/>
                    <a:pt x="13631" y="9028"/>
                  </a:cubicBezTo>
                  <a:cubicBezTo>
                    <a:pt x="13669" y="9028"/>
                    <a:pt x="13750" y="8731"/>
                    <a:pt x="13842" y="8407"/>
                  </a:cubicBezTo>
                  <a:cubicBezTo>
                    <a:pt x="13972" y="7937"/>
                    <a:pt x="14112" y="7429"/>
                    <a:pt x="14431" y="7321"/>
                  </a:cubicBezTo>
                  <a:lnTo>
                    <a:pt x="15042" y="7110"/>
                  </a:lnTo>
                  <a:cubicBezTo>
                    <a:pt x="14712" y="6483"/>
                    <a:pt x="13934" y="4625"/>
                    <a:pt x="15463" y="3328"/>
                  </a:cubicBezTo>
                  <a:cubicBezTo>
                    <a:pt x="16922" y="2085"/>
                    <a:pt x="18170" y="2939"/>
                    <a:pt x="18634" y="3361"/>
                  </a:cubicBezTo>
                  <a:cubicBezTo>
                    <a:pt x="18959" y="2512"/>
                    <a:pt x="20158" y="0"/>
                    <a:pt x="22643" y="875"/>
                  </a:cubicBezTo>
                  <a:cubicBezTo>
                    <a:pt x="25112" y="1745"/>
                    <a:pt x="24848" y="4301"/>
                    <a:pt x="24685" y="5133"/>
                  </a:cubicBezTo>
                  <a:cubicBezTo>
                    <a:pt x="25010" y="5127"/>
                    <a:pt x="25566" y="5208"/>
                    <a:pt x="25939" y="5759"/>
                  </a:cubicBezTo>
                  <a:cubicBezTo>
                    <a:pt x="26339" y="6337"/>
                    <a:pt x="26047" y="7115"/>
                    <a:pt x="25842" y="7531"/>
                  </a:cubicBezTo>
                  <a:cubicBezTo>
                    <a:pt x="26047" y="7596"/>
                    <a:pt x="26317" y="7769"/>
                    <a:pt x="26593" y="8223"/>
                  </a:cubicBezTo>
                  <a:cubicBezTo>
                    <a:pt x="26755" y="8488"/>
                    <a:pt x="26874" y="8774"/>
                    <a:pt x="26987" y="9044"/>
                  </a:cubicBezTo>
                  <a:cubicBezTo>
                    <a:pt x="27203" y="9574"/>
                    <a:pt x="27398" y="10049"/>
                    <a:pt x="27846" y="10098"/>
                  </a:cubicBezTo>
                  <a:cubicBezTo>
                    <a:pt x="28246" y="10146"/>
                    <a:pt x="29056" y="10141"/>
                    <a:pt x="29926" y="10092"/>
                  </a:cubicBezTo>
                  <a:cubicBezTo>
                    <a:pt x="30736" y="10049"/>
                    <a:pt x="31595" y="9973"/>
                    <a:pt x="32233" y="9865"/>
                  </a:cubicBezTo>
                  <a:cubicBezTo>
                    <a:pt x="32325" y="9849"/>
                    <a:pt x="32411" y="9919"/>
                    <a:pt x="32428" y="10027"/>
                  </a:cubicBezTo>
                  <a:cubicBezTo>
                    <a:pt x="32438" y="10119"/>
                    <a:pt x="32390" y="10211"/>
                    <a:pt x="32309" y="10238"/>
                  </a:cubicBezTo>
                  <a:lnTo>
                    <a:pt x="32309" y="10238"/>
                  </a:lnTo>
                  <a:close/>
                  <a:moveTo>
                    <a:pt x="24377" y="11886"/>
                  </a:moveTo>
                  <a:cubicBezTo>
                    <a:pt x="26566" y="11600"/>
                    <a:pt x="28954" y="10930"/>
                    <a:pt x="30510" y="10438"/>
                  </a:cubicBezTo>
                  <a:cubicBezTo>
                    <a:pt x="30320" y="10454"/>
                    <a:pt x="30131" y="10465"/>
                    <a:pt x="29942" y="10476"/>
                  </a:cubicBezTo>
                  <a:cubicBezTo>
                    <a:pt x="29056" y="10525"/>
                    <a:pt x="28230" y="10525"/>
                    <a:pt x="27814" y="10481"/>
                  </a:cubicBezTo>
                  <a:cubicBezTo>
                    <a:pt x="27171" y="10406"/>
                    <a:pt x="26933" y="9838"/>
                    <a:pt x="26674" y="9206"/>
                  </a:cubicBezTo>
                  <a:cubicBezTo>
                    <a:pt x="26566" y="8947"/>
                    <a:pt x="26458" y="8677"/>
                    <a:pt x="26312" y="8439"/>
                  </a:cubicBezTo>
                  <a:cubicBezTo>
                    <a:pt x="25917" y="7785"/>
                    <a:pt x="25625" y="7877"/>
                    <a:pt x="25604" y="7888"/>
                  </a:cubicBezTo>
                  <a:cubicBezTo>
                    <a:pt x="25550" y="7910"/>
                    <a:pt x="25485" y="7904"/>
                    <a:pt x="25436" y="7866"/>
                  </a:cubicBezTo>
                  <a:cubicBezTo>
                    <a:pt x="25361" y="7802"/>
                    <a:pt x="25345" y="7683"/>
                    <a:pt x="25399" y="7596"/>
                  </a:cubicBezTo>
                  <a:cubicBezTo>
                    <a:pt x="25399" y="7596"/>
                    <a:pt x="26079" y="6586"/>
                    <a:pt x="25669" y="5986"/>
                  </a:cubicBezTo>
                  <a:cubicBezTo>
                    <a:pt x="25247" y="5370"/>
                    <a:pt x="24502" y="5532"/>
                    <a:pt x="24496" y="5532"/>
                  </a:cubicBezTo>
                  <a:cubicBezTo>
                    <a:pt x="24469" y="5538"/>
                    <a:pt x="24442" y="5538"/>
                    <a:pt x="24415" y="5532"/>
                  </a:cubicBezTo>
                  <a:cubicBezTo>
                    <a:pt x="24323" y="5500"/>
                    <a:pt x="24275" y="5392"/>
                    <a:pt x="24302" y="5295"/>
                  </a:cubicBezTo>
                  <a:cubicBezTo>
                    <a:pt x="24302" y="5284"/>
                    <a:pt x="25182" y="2167"/>
                    <a:pt x="22541" y="1237"/>
                  </a:cubicBezTo>
                  <a:cubicBezTo>
                    <a:pt x="19899" y="308"/>
                    <a:pt x="18872" y="3739"/>
                    <a:pt x="18867" y="3750"/>
                  </a:cubicBezTo>
                  <a:cubicBezTo>
                    <a:pt x="18861" y="3777"/>
                    <a:pt x="18845" y="3804"/>
                    <a:pt x="18823" y="3825"/>
                  </a:cubicBezTo>
                  <a:cubicBezTo>
                    <a:pt x="18753" y="3895"/>
                    <a:pt x="18645" y="3895"/>
                    <a:pt x="18580" y="3820"/>
                  </a:cubicBezTo>
                  <a:cubicBezTo>
                    <a:pt x="18575" y="3814"/>
                    <a:pt x="17278" y="2264"/>
                    <a:pt x="15674" y="3631"/>
                  </a:cubicBezTo>
                  <a:cubicBezTo>
                    <a:pt x="14074" y="4987"/>
                    <a:pt x="15447" y="7105"/>
                    <a:pt x="15447" y="7110"/>
                  </a:cubicBezTo>
                  <a:cubicBezTo>
                    <a:pt x="15458" y="7126"/>
                    <a:pt x="15468" y="7142"/>
                    <a:pt x="15474" y="7159"/>
                  </a:cubicBezTo>
                  <a:cubicBezTo>
                    <a:pt x="15501" y="7261"/>
                    <a:pt x="15452" y="7369"/>
                    <a:pt x="15360" y="7402"/>
                  </a:cubicBezTo>
                  <a:lnTo>
                    <a:pt x="14539" y="7683"/>
                  </a:lnTo>
                  <a:cubicBezTo>
                    <a:pt x="14393" y="7737"/>
                    <a:pt x="14274" y="8142"/>
                    <a:pt x="14172" y="8520"/>
                  </a:cubicBezTo>
                  <a:cubicBezTo>
                    <a:pt x="14037" y="9006"/>
                    <a:pt x="13912" y="9455"/>
                    <a:pt x="13594" y="9406"/>
                  </a:cubicBezTo>
                  <a:lnTo>
                    <a:pt x="13583" y="9406"/>
                  </a:lnTo>
                  <a:cubicBezTo>
                    <a:pt x="13340" y="9368"/>
                    <a:pt x="13124" y="9201"/>
                    <a:pt x="12951" y="8882"/>
                  </a:cubicBezTo>
                  <a:cubicBezTo>
                    <a:pt x="12810" y="8623"/>
                    <a:pt x="12702" y="8250"/>
                    <a:pt x="12643" y="7753"/>
                  </a:cubicBezTo>
                  <a:cubicBezTo>
                    <a:pt x="12583" y="7283"/>
                    <a:pt x="12519" y="6834"/>
                    <a:pt x="12281" y="6527"/>
                  </a:cubicBezTo>
                  <a:cubicBezTo>
                    <a:pt x="12048" y="6219"/>
                    <a:pt x="11632" y="6019"/>
                    <a:pt x="10860" y="6024"/>
                  </a:cubicBezTo>
                  <a:cubicBezTo>
                    <a:pt x="9390" y="6029"/>
                    <a:pt x="9136" y="7812"/>
                    <a:pt x="9120" y="7942"/>
                  </a:cubicBezTo>
                  <a:cubicBezTo>
                    <a:pt x="9115" y="7958"/>
                    <a:pt x="9115" y="7974"/>
                    <a:pt x="9109" y="7991"/>
                  </a:cubicBezTo>
                  <a:cubicBezTo>
                    <a:pt x="9077" y="8088"/>
                    <a:pt x="8980" y="8142"/>
                    <a:pt x="8888" y="8104"/>
                  </a:cubicBezTo>
                  <a:cubicBezTo>
                    <a:pt x="8888" y="8104"/>
                    <a:pt x="8132" y="7802"/>
                    <a:pt x="7418" y="8482"/>
                  </a:cubicBezTo>
                  <a:cubicBezTo>
                    <a:pt x="6705" y="9158"/>
                    <a:pt x="6889" y="9682"/>
                    <a:pt x="6910" y="9741"/>
                  </a:cubicBezTo>
                  <a:cubicBezTo>
                    <a:pt x="6938" y="9790"/>
                    <a:pt x="6943" y="9844"/>
                    <a:pt x="6921" y="9898"/>
                  </a:cubicBezTo>
                  <a:cubicBezTo>
                    <a:pt x="6889" y="10000"/>
                    <a:pt x="6792" y="10049"/>
                    <a:pt x="6705" y="10011"/>
                  </a:cubicBezTo>
                  <a:cubicBezTo>
                    <a:pt x="6700" y="10011"/>
                    <a:pt x="6073" y="9757"/>
                    <a:pt x="5155" y="10173"/>
                  </a:cubicBezTo>
                  <a:cubicBezTo>
                    <a:pt x="4544" y="10449"/>
                    <a:pt x="4560" y="11346"/>
                    <a:pt x="4566" y="11443"/>
                  </a:cubicBezTo>
                  <a:cubicBezTo>
                    <a:pt x="4571" y="11513"/>
                    <a:pt x="4544" y="11578"/>
                    <a:pt x="4490" y="11621"/>
                  </a:cubicBezTo>
                  <a:cubicBezTo>
                    <a:pt x="4414" y="11681"/>
                    <a:pt x="4306" y="11659"/>
                    <a:pt x="4252" y="11573"/>
                  </a:cubicBezTo>
                  <a:cubicBezTo>
                    <a:pt x="4252" y="11567"/>
                    <a:pt x="3690" y="10692"/>
                    <a:pt x="3296" y="10692"/>
                  </a:cubicBezTo>
                  <a:cubicBezTo>
                    <a:pt x="3091" y="10692"/>
                    <a:pt x="2891" y="10708"/>
                    <a:pt x="2723" y="10795"/>
                  </a:cubicBezTo>
                  <a:cubicBezTo>
                    <a:pt x="2572" y="10870"/>
                    <a:pt x="2437" y="11011"/>
                    <a:pt x="2329" y="11249"/>
                  </a:cubicBezTo>
                  <a:cubicBezTo>
                    <a:pt x="2324" y="11367"/>
                    <a:pt x="2334" y="11475"/>
                    <a:pt x="2356" y="11589"/>
                  </a:cubicBezTo>
                  <a:cubicBezTo>
                    <a:pt x="2388" y="11719"/>
                    <a:pt x="2437" y="11843"/>
                    <a:pt x="2507" y="11967"/>
                  </a:cubicBezTo>
                  <a:cubicBezTo>
                    <a:pt x="2567" y="12070"/>
                    <a:pt x="2556" y="12151"/>
                    <a:pt x="2469" y="12221"/>
                  </a:cubicBezTo>
                  <a:lnTo>
                    <a:pt x="2453" y="12232"/>
                  </a:lnTo>
                  <a:cubicBezTo>
                    <a:pt x="2437" y="12243"/>
                    <a:pt x="2405" y="12253"/>
                    <a:pt x="2361" y="12264"/>
                  </a:cubicBezTo>
                  <a:cubicBezTo>
                    <a:pt x="2469" y="12264"/>
                    <a:pt x="2572" y="12270"/>
                    <a:pt x="2664" y="12270"/>
                  </a:cubicBezTo>
                  <a:lnTo>
                    <a:pt x="2669" y="12270"/>
                  </a:lnTo>
                  <a:cubicBezTo>
                    <a:pt x="4555" y="12340"/>
                    <a:pt x="6068" y="12415"/>
                    <a:pt x="6138" y="12415"/>
                  </a:cubicBezTo>
                  <a:cubicBezTo>
                    <a:pt x="6154" y="12415"/>
                    <a:pt x="6170" y="12421"/>
                    <a:pt x="6187" y="12426"/>
                  </a:cubicBezTo>
                  <a:cubicBezTo>
                    <a:pt x="6187" y="12426"/>
                    <a:pt x="7019" y="12729"/>
                    <a:pt x="7305" y="12756"/>
                  </a:cubicBezTo>
                  <a:lnTo>
                    <a:pt x="7305" y="12756"/>
                  </a:lnTo>
                  <a:cubicBezTo>
                    <a:pt x="7359" y="12761"/>
                    <a:pt x="7418" y="12750"/>
                    <a:pt x="7483" y="12734"/>
                  </a:cubicBezTo>
                  <a:cubicBezTo>
                    <a:pt x="7715" y="12680"/>
                    <a:pt x="7975" y="12615"/>
                    <a:pt x="8553" y="13102"/>
                  </a:cubicBezTo>
                  <a:cubicBezTo>
                    <a:pt x="8796" y="13307"/>
                    <a:pt x="9606" y="13410"/>
                    <a:pt x="10584" y="13453"/>
                  </a:cubicBezTo>
                  <a:cubicBezTo>
                    <a:pt x="12113" y="13523"/>
                    <a:pt x="14037" y="13431"/>
                    <a:pt x="14950" y="13350"/>
                  </a:cubicBezTo>
                  <a:cubicBezTo>
                    <a:pt x="16203" y="13242"/>
                    <a:pt x="15847" y="12540"/>
                    <a:pt x="15847" y="12540"/>
                  </a:cubicBezTo>
                  <a:cubicBezTo>
                    <a:pt x="15825" y="12507"/>
                    <a:pt x="15820" y="12464"/>
                    <a:pt x="15825" y="12421"/>
                  </a:cubicBezTo>
                  <a:cubicBezTo>
                    <a:pt x="15836" y="12318"/>
                    <a:pt x="15922" y="12243"/>
                    <a:pt x="16019" y="12259"/>
                  </a:cubicBezTo>
                  <a:cubicBezTo>
                    <a:pt x="16084" y="12270"/>
                    <a:pt x="18380" y="12178"/>
                    <a:pt x="20558" y="12081"/>
                  </a:cubicBezTo>
                  <a:cubicBezTo>
                    <a:pt x="22416" y="11999"/>
                    <a:pt x="24178" y="11913"/>
                    <a:pt x="24377" y="118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47"/>
            <p:cNvSpPr/>
            <p:nvPr/>
          </p:nvSpPr>
          <p:spPr>
            <a:xfrm>
              <a:off x="7304743" y="1701499"/>
              <a:ext cx="295789" cy="366271"/>
            </a:xfrm>
            <a:custGeom>
              <a:avLst/>
              <a:gdLst/>
              <a:ahLst/>
              <a:cxnLst/>
              <a:rect l="l" t="t" r="r" b="b"/>
              <a:pathLst>
                <a:path w="3286" h="4069" extrusionOk="0">
                  <a:moveTo>
                    <a:pt x="98" y="1129"/>
                  </a:moveTo>
                  <a:cubicBezTo>
                    <a:pt x="606" y="151"/>
                    <a:pt x="2334" y="465"/>
                    <a:pt x="2691" y="1437"/>
                  </a:cubicBezTo>
                  <a:cubicBezTo>
                    <a:pt x="3021" y="2318"/>
                    <a:pt x="2470" y="3155"/>
                    <a:pt x="2178" y="3928"/>
                  </a:cubicBezTo>
                  <a:cubicBezTo>
                    <a:pt x="2145" y="4003"/>
                    <a:pt x="2221" y="4068"/>
                    <a:pt x="2280" y="4014"/>
                  </a:cubicBezTo>
                  <a:cubicBezTo>
                    <a:pt x="2972" y="3361"/>
                    <a:pt x="3285" y="1875"/>
                    <a:pt x="2756" y="1016"/>
                  </a:cubicBezTo>
                  <a:cubicBezTo>
                    <a:pt x="2178" y="76"/>
                    <a:pt x="481" y="0"/>
                    <a:pt x="22" y="1081"/>
                  </a:cubicBezTo>
                  <a:cubicBezTo>
                    <a:pt x="0" y="1135"/>
                    <a:pt x="71" y="1183"/>
                    <a:pt x="98" y="112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7"/>
            <p:cNvSpPr/>
            <p:nvPr/>
          </p:nvSpPr>
          <p:spPr>
            <a:xfrm>
              <a:off x="7523121" y="1984509"/>
              <a:ext cx="170308" cy="141144"/>
            </a:xfrm>
            <a:custGeom>
              <a:avLst/>
              <a:gdLst/>
              <a:ahLst/>
              <a:cxnLst/>
              <a:rect l="l" t="t" r="r" b="b"/>
              <a:pathLst>
                <a:path w="1892" h="1568" extrusionOk="0">
                  <a:moveTo>
                    <a:pt x="103" y="433"/>
                  </a:moveTo>
                  <a:cubicBezTo>
                    <a:pt x="405" y="249"/>
                    <a:pt x="784" y="330"/>
                    <a:pt x="1075" y="497"/>
                  </a:cubicBezTo>
                  <a:cubicBezTo>
                    <a:pt x="1232" y="589"/>
                    <a:pt x="1373" y="735"/>
                    <a:pt x="1432" y="924"/>
                  </a:cubicBezTo>
                  <a:cubicBezTo>
                    <a:pt x="1497" y="1130"/>
                    <a:pt x="1378" y="1297"/>
                    <a:pt x="1362" y="1486"/>
                  </a:cubicBezTo>
                  <a:cubicBezTo>
                    <a:pt x="1356" y="1540"/>
                    <a:pt x="1416" y="1567"/>
                    <a:pt x="1454" y="1546"/>
                  </a:cubicBezTo>
                  <a:cubicBezTo>
                    <a:pt x="1891" y="1254"/>
                    <a:pt x="1556" y="600"/>
                    <a:pt x="1259" y="368"/>
                  </a:cubicBezTo>
                  <a:cubicBezTo>
                    <a:pt x="935" y="125"/>
                    <a:pt x="341" y="0"/>
                    <a:pt x="44" y="346"/>
                  </a:cubicBezTo>
                  <a:cubicBezTo>
                    <a:pt x="0" y="389"/>
                    <a:pt x="54" y="465"/>
                    <a:pt x="103" y="43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7"/>
            <p:cNvSpPr/>
            <p:nvPr/>
          </p:nvSpPr>
          <p:spPr>
            <a:xfrm>
              <a:off x="7035325" y="1631917"/>
              <a:ext cx="29705" cy="112429"/>
            </a:xfrm>
            <a:custGeom>
              <a:avLst/>
              <a:gdLst/>
              <a:ahLst/>
              <a:cxnLst/>
              <a:rect l="l" t="t" r="r" b="b"/>
              <a:pathLst>
                <a:path w="330" h="1249" extrusionOk="0">
                  <a:moveTo>
                    <a:pt x="152" y="1216"/>
                  </a:moveTo>
                  <a:cubicBezTo>
                    <a:pt x="135" y="1032"/>
                    <a:pt x="162" y="843"/>
                    <a:pt x="179" y="665"/>
                  </a:cubicBezTo>
                  <a:cubicBezTo>
                    <a:pt x="189" y="552"/>
                    <a:pt x="216" y="449"/>
                    <a:pt x="243" y="346"/>
                  </a:cubicBezTo>
                  <a:cubicBezTo>
                    <a:pt x="281" y="238"/>
                    <a:pt x="330" y="179"/>
                    <a:pt x="330" y="65"/>
                  </a:cubicBezTo>
                  <a:cubicBezTo>
                    <a:pt x="330" y="17"/>
                    <a:pt x="287" y="0"/>
                    <a:pt x="254" y="17"/>
                  </a:cubicBezTo>
                  <a:cubicBezTo>
                    <a:pt x="87" y="109"/>
                    <a:pt x="49" y="384"/>
                    <a:pt x="27" y="568"/>
                  </a:cubicBezTo>
                  <a:cubicBezTo>
                    <a:pt x="0" y="800"/>
                    <a:pt x="60" y="1000"/>
                    <a:pt x="108" y="1221"/>
                  </a:cubicBezTo>
                  <a:cubicBezTo>
                    <a:pt x="114" y="1248"/>
                    <a:pt x="157" y="1243"/>
                    <a:pt x="152" y="12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7"/>
            <p:cNvSpPr/>
            <p:nvPr/>
          </p:nvSpPr>
          <p:spPr>
            <a:xfrm>
              <a:off x="6719190" y="1966506"/>
              <a:ext cx="72552" cy="93436"/>
            </a:xfrm>
            <a:custGeom>
              <a:avLst/>
              <a:gdLst/>
              <a:ahLst/>
              <a:cxnLst/>
              <a:rect l="l" t="t" r="r" b="b"/>
              <a:pathLst>
                <a:path w="806" h="1038" extrusionOk="0">
                  <a:moveTo>
                    <a:pt x="779" y="951"/>
                  </a:moveTo>
                  <a:cubicBezTo>
                    <a:pt x="622" y="838"/>
                    <a:pt x="476" y="654"/>
                    <a:pt x="373" y="487"/>
                  </a:cubicBezTo>
                  <a:cubicBezTo>
                    <a:pt x="287" y="341"/>
                    <a:pt x="238" y="152"/>
                    <a:pt x="125" y="33"/>
                  </a:cubicBezTo>
                  <a:cubicBezTo>
                    <a:pt x="98" y="1"/>
                    <a:pt x="44" y="17"/>
                    <a:pt x="38" y="60"/>
                  </a:cubicBezTo>
                  <a:cubicBezTo>
                    <a:pt x="1" y="249"/>
                    <a:pt x="125" y="471"/>
                    <a:pt x="233" y="606"/>
                  </a:cubicBezTo>
                  <a:cubicBezTo>
                    <a:pt x="384" y="806"/>
                    <a:pt x="535" y="919"/>
                    <a:pt x="752" y="1022"/>
                  </a:cubicBezTo>
                  <a:cubicBezTo>
                    <a:pt x="789" y="1038"/>
                    <a:pt x="806" y="973"/>
                    <a:pt x="779" y="95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7"/>
            <p:cNvSpPr/>
            <p:nvPr/>
          </p:nvSpPr>
          <p:spPr>
            <a:xfrm>
              <a:off x="7410242" y="2184344"/>
              <a:ext cx="170308" cy="158696"/>
            </a:xfrm>
            <a:custGeom>
              <a:avLst/>
              <a:gdLst/>
              <a:ahLst/>
              <a:cxnLst/>
              <a:rect l="l" t="t" r="r" b="b"/>
              <a:pathLst>
                <a:path w="1892" h="1763" extrusionOk="0">
                  <a:moveTo>
                    <a:pt x="438" y="28"/>
                  </a:moveTo>
                  <a:cubicBezTo>
                    <a:pt x="1" y="190"/>
                    <a:pt x="417" y="919"/>
                    <a:pt x="584" y="1136"/>
                  </a:cubicBezTo>
                  <a:cubicBezTo>
                    <a:pt x="892" y="1530"/>
                    <a:pt x="1676" y="1762"/>
                    <a:pt x="1881" y="1109"/>
                  </a:cubicBezTo>
                  <a:cubicBezTo>
                    <a:pt x="1892" y="1071"/>
                    <a:pt x="1854" y="1022"/>
                    <a:pt x="1816" y="1038"/>
                  </a:cubicBezTo>
                  <a:cubicBezTo>
                    <a:pt x="1638" y="1119"/>
                    <a:pt x="1508" y="1276"/>
                    <a:pt x="1308" y="1298"/>
                  </a:cubicBezTo>
                  <a:cubicBezTo>
                    <a:pt x="1114" y="1319"/>
                    <a:pt x="930" y="1200"/>
                    <a:pt x="790" y="1060"/>
                  </a:cubicBezTo>
                  <a:cubicBezTo>
                    <a:pt x="660" y="930"/>
                    <a:pt x="233" y="325"/>
                    <a:pt x="487" y="141"/>
                  </a:cubicBezTo>
                  <a:cubicBezTo>
                    <a:pt x="536" y="104"/>
                    <a:pt x="503" y="1"/>
                    <a:pt x="444"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7"/>
            <p:cNvSpPr/>
            <p:nvPr/>
          </p:nvSpPr>
          <p:spPr>
            <a:xfrm>
              <a:off x="7561018" y="2284532"/>
              <a:ext cx="87675" cy="82274"/>
            </a:xfrm>
            <a:custGeom>
              <a:avLst/>
              <a:gdLst/>
              <a:ahLst/>
              <a:cxnLst/>
              <a:rect l="l" t="t" r="r" b="b"/>
              <a:pathLst>
                <a:path w="974" h="914" extrusionOk="0">
                  <a:moveTo>
                    <a:pt x="71" y="66"/>
                  </a:moveTo>
                  <a:cubicBezTo>
                    <a:pt x="1" y="336"/>
                    <a:pt x="125" y="563"/>
                    <a:pt x="330" y="703"/>
                  </a:cubicBezTo>
                  <a:cubicBezTo>
                    <a:pt x="482" y="811"/>
                    <a:pt x="854" y="914"/>
                    <a:pt x="962" y="682"/>
                  </a:cubicBezTo>
                  <a:cubicBezTo>
                    <a:pt x="973" y="649"/>
                    <a:pt x="962" y="606"/>
                    <a:pt x="930" y="595"/>
                  </a:cubicBezTo>
                  <a:cubicBezTo>
                    <a:pt x="762" y="563"/>
                    <a:pt x="617" y="633"/>
                    <a:pt x="455" y="552"/>
                  </a:cubicBezTo>
                  <a:cubicBezTo>
                    <a:pt x="287" y="466"/>
                    <a:pt x="163" y="287"/>
                    <a:pt x="179" y="82"/>
                  </a:cubicBezTo>
                  <a:cubicBezTo>
                    <a:pt x="184" y="12"/>
                    <a:pt x="87" y="1"/>
                    <a:pt x="71" y="6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7"/>
            <p:cNvSpPr/>
            <p:nvPr/>
          </p:nvSpPr>
          <p:spPr>
            <a:xfrm>
              <a:off x="6210510" y="2230072"/>
              <a:ext cx="129442" cy="60400"/>
            </a:xfrm>
            <a:custGeom>
              <a:avLst/>
              <a:gdLst/>
              <a:ahLst/>
              <a:cxnLst/>
              <a:rect l="l" t="t" r="r" b="b"/>
              <a:pathLst>
                <a:path w="1438" h="671" extrusionOk="0">
                  <a:moveTo>
                    <a:pt x="44" y="147"/>
                  </a:moveTo>
                  <a:cubicBezTo>
                    <a:pt x="233" y="401"/>
                    <a:pt x="487" y="590"/>
                    <a:pt x="784" y="633"/>
                  </a:cubicBezTo>
                  <a:cubicBezTo>
                    <a:pt x="1027" y="671"/>
                    <a:pt x="1340" y="573"/>
                    <a:pt x="1421" y="287"/>
                  </a:cubicBezTo>
                  <a:cubicBezTo>
                    <a:pt x="1437" y="228"/>
                    <a:pt x="1378" y="190"/>
                    <a:pt x="1335" y="212"/>
                  </a:cubicBezTo>
                  <a:cubicBezTo>
                    <a:pt x="1113" y="330"/>
                    <a:pt x="973" y="455"/>
                    <a:pt x="708" y="406"/>
                  </a:cubicBezTo>
                  <a:cubicBezTo>
                    <a:pt x="481" y="368"/>
                    <a:pt x="281" y="239"/>
                    <a:pt x="125" y="60"/>
                  </a:cubicBezTo>
                  <a:cubicBezTo>
                    <a:pt x="71" y="1"/>
                    <a:pt x="0" y="87"/>
                    <a:pt x="44" y="15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7"/>
            <p:cNvSpPr/>
            <p:nvPr/>
          </p:nvSpPr>
          <p:spPr>
            <a:xfrm>
              <a:off x="6033449" y="2252936"/>
              <a:ext cx="209195" cy="124131"/>
            </a:xfrm>
            <a:custGeom>
              <a:avLst/>
              <a:gdLst/>
              <a:ahLst/>
              <a:cxnLst/>
              <a:rect l="l" t="t" r="r" b="b"/>
              <a:pathLst>
                <a:path w="2324" h="1379" extrusionOk="0">
                  <a:moveTo>
                    <a:pt x="2216" y="71"/>
                  </a:moveTo>
                  <a:cubicBezTo>
                    <a:pt x="1994" y="1065"/>
                    <a:pt x="752" y="817"/>
                    <a:pt x="93" y="681"/>
                  </a:cubicBezTo>
                  <a:cubicBezTo>
                    <a:pt x="44" y="671"/>
                    <a:pt x="1" y="736"/>
                    <a:pt x="44" y="773"/>
                  </a:cubicBezTo>
                  <a:cubicBezTo>
                    <a:pt x="622" y="1378"/>
                    <a:pt x="2324" y="1168"/>
                    <a:pt x="2324" y="87"/>
                  </a:cubicBezTo>
                  <a:cubicBezTo>
                    <a:pt x="2324" y="17"/>
                    <a:pt x="2232" y="1"/>
                    <a:pt x="2216"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7"/>
            <p:cNvSpPr/>
            <p:nvPr/>
          </p:nvSpPr>
          <p:spPr>
            <a:xfrm>
              <a:off x="5728565" y="2405693"/>
              <a:ext cx="105138" cy="57970"/>
            </a:xfrm>
            <a:custGeom>
              <a:avLst/>
              <a:gdLst/>
              <a:ahLst/>
              <a:cxnLst/>
              <a:rect l="l" t="t" r="r" b="b"/>
              <a:pathLst>
                <a:path w="1168" h="644" extrusionOk="0">
                  <a:moveTo>
                    <a:pt x="1119" y="249"/>
                  </a:moveTo>
                  <a:cubicBezTo>
                    <a:pt x="924" y="135"/>
                    <a:pt x="692" y="0"/>
                    <a:pt x="460" y="54"/>
                  </a:cubicBezTo>
                  <a:cubicBezTo>
                    <a:pt x="276" y="97"/>
                    <a:pt x="0" y="411"/>
                    <a:pt x="168" y="616"/>
                  </a:cubicBezTo>
                  <a:cubicBezTo>
                    <a:pt x="184" y="638"/>
                    <a:pt x="222" y="643"/>
                    <a:pt x="243" y="627"/>
                  </a:cubicBezTo>
                  <a:cubicBezTo>
                    <a:pt x="324" y="567"/>
                    <a:pt x="319" y="486"/>
                    <a:pt x="357" y="395"/>
                  </a:cubicBezTo>
                  <a:cubicBezTo>
                    <a:pt x="389" y="303"/>
                    <a:pt x="460" y="260"/>
                    <a:pt x="541" y="243"/>
                  </a:cubicBezTo>
                  <a:cubicBezTo>
                    <a:pt x="713" y="200"/>
                    <a:pt x="924" y="281"/>
                    <a:pt x="1081" y="351"/>
                  </a:cubicBezTo>
                  <a:cubicBezTo>
                    <a:pt x="1135" y="373"/>
                    <a:pt x="1167" y="276"/>
                    <a:pt x="1119" y="2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7"/>
            <p:cNvSpPr/>
            <p:nvPr/>
          </p:nvSpPr>
          <p:spPr>
            <a:xfrm>
              <a:off x="5963416" y="2366266"/>
              <a:ext cx="74982" cy="76423"/>
            </a:xfrm>
            <a:custGeom>
              <a:avLst/>
              <a:gdLst/>
              <a:ahLst/>
              <a:cxnLst/>
              <a:rect l="l" t="t" r="r" b="b"/>
              <a:pathLst>
                <a:path w="833" h="849" extrusionOk="0">
                  <a:moveTo>
                    <a:pt x="719" y="71"/>
                  </a:moveTo>
                  <a:cubicBezTo>
                    <a:pt x="611" y="427"/>
                    <a:pt x="330" y="530"/>
                    <a:pt x="60" y="692"/>
                  </a:cubicBezTo>
                  <a:cubicBezTo>
                    <a:pt x="1" y="730"/>
                    <a:pt x="28" y="849"/>
                    <a:pt x="98" y="838"/>
                  </a:cubicBezTo>
                  <a:cubicBezTo>
                    <a:pt x="455" y="795"/>
                    <a:pt x="725" y="471"/>
                    <a:pt x="811" y="98"/>
                  </a:cubicBezTo>
                  <a:cubicBezTo>
                    <a:pt x="833" y="28"/>
                    <a:pt x="736" y="1"/>
                    <a:pt x="719" y="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7"/>
            <p:cNvSpPr/>
            <p:nvPr/>
          </p:nvSpPr>
          <p:spPr>
            <a:xfrm>
              <a:off x="6380730" y="2259778"/>
              <a:ext cx="156176" cy="95416"/>
            </a:xfrm>
            <a:custGeom>
              <a:avLst/>
              <a:gdLst/>
              <a:ahLst/>
              <a:cxnLst/>
              <a:rect l="l" t="t" r="r" b="b"/>
              <a:pathLst>
                <a:path w="1735" h="1060" extrusionOk="0">
                  <a:moveTo>
                    <a:pt x="22" y="125"/>
                  </a:moveTo>
                  <a:cubicBezTo>
                    <a:pt x="141" y="492"/>
                    <a:pt x="416" y="730"/>
                    <a:pt x="735" y="865"/>
                  </a:cubicBezTo>
                  <a:cubicBezTo>
                    <a:pt x="1016" y="989"/>
                    <a:pt x="1486" y="1059"/>
                    <a:pt x="1708" y="784"/>
                  </a:cubicBezTo>
                  <a:cubicBezTo>
                    <a:pt x="1735" y="746"/>
                    <a:pt x="1718" y="676"/>
                    <a:pt x="1670" y="681"/>
                  </a:cubicBezTo>
                  <a:cubicBezTo>
                    <a:pt x="1383" y="708"/>
                    <a:pt x="1151" y="768"/>
                    <a:pt x="859" y="687"/>
                  </a:cubicBezTo>
                  <a:cubicBezTo>
                    <a:pt x="557" y="600"/>
                    <a:pt x="265" y="395"/>
                    <a:pt x="135" y="71"/>
                  </a:cubicBezTo>
                  <a:cubicBezTo>
                    <a:pt x="108" y="0"/>
                    <a:pt x="0" y="49"/>
                    <a:pt x="22" y="12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7"/>
            <p:cNvSpPr/>
            <p:nvPr/>
          </p:nvSpPr>
          <p:spPr>
            <a:xfrm>
              <a:off x="6797954" y="1905745"/>
              <a:ext cx="247181" cy="248081"/>
            </a:xfrm>
            <a:custGeom>
              <a:avLst/>
              <a:gdLst/>
              <a:ahLst/>
              <a:cxnLst/>
              <a:rect l="l" t="t" r="r" b="b"/>
              <a:pathLst>
                <a:path w="2746" h="2756" extrusionOk="0">
                  <a:moveTo>
                    <a:pt x="2432" y="76"/>
                  </a:moveTo>
                  <a:cubicBezTo>
                    <a:pt x="2594" y="897"/>
                    <a:pt x="2275" y="1740"/>
                    <a:pt x="1627" y="2172"/>
                  </a:cubicBezTo>
                  <a:cubicBezTo>
                    <a:pt x="1162" y="2480"/>
                    <a:pt x="568" y="2421"/>
                    <a:pt x="60" y="2583"/>
                  </a:cubicBezTo>
                  <a:cubicBezTo>
                    <a:pt x="1" y="2604"/>
                    <a:pt x="17" y="2685"/>
                    <a:pt x="71" y="2691"/>
                  </a:cubicBezTo>
                  <a:cubicBezTo>
                    <a:pt x="687" y="2756"/>
                    <a:pt x="1454" y="2691"/>
                    <a:pt x="1946" y="2226"/>
                  </a:cubicBezTo>
                  <a:cubicBezTo>
                    <a:pt x="2546" y="1659"/>
                    <a:pt x="2745" y="870"/>
                    <a:pt x="2508" y="49"/>
                  </a:cubicBezTo>
                  <a:cubicBezTo>
                    <a:pt x="2491" y="0"/>
                    <a:pt x="2421" y="22"/>
                    <a:pt x="2432"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7"/>
            <p:cNvSpPr/>
            <p:nvPr/>
          </p:nvSpPr>
          <p:spPr>
            <a:xfrm>
              <a:off x="6748355" y="2135286"/>
              <a:ext cx="61390" cy="73002"/>
            </a:xfrm>
            <a:custGeom>
              <a:avLst/>
              <a:gdLst/>
              <a:ahLst/>
              <a:cxnLst/>
              <a:rect l="l" t="t" r="r" b="b"/>
              <a:pathLst>
                <a:path w="682" h="811" extrusionOk="0">
                  <a:moveTo>
                    <a:pt x="536" y="87"/>
                  </a:moveTo>
                  <a:cubicBezTo>
                    <a:pt x="552" y="254"/>
                    <a:pt x="514" y="395"/>
                    <a:pt x="384" y="492"/>
                  </a:cubicBezTo>
                  <a:cubicBezTo>
                    <a:pt x="282" y="573"/>
                    <a:pt x="141" y="600"/>
                    <a:pt x="28" y="659"/>
                  </a:cubicBezTo>
                  <a:cubicBezTo>
                    <a:pt x="6" y="676"/>
                    <a:pt x="1" y="719"/>
                    <a:pt x="28" y="730"/>
                  </a:cubicBezTo>
                  <a:cubicBezTo>
                    <a:pt x="201" y="811"/>
                    <a:pt x="374" y="751"/>
                    <a:pt x="509" y="627"/>
                  </a:cubicBezTo>
                  <a:cubicBezTo>
                    <a:pt x="660" y="492"/>
                    <a:pt x="682" y="265"/>
                    <a:pt x="644" y="71"/>
                  </a:cubicBezTo>
                  <a:cubicBezTo>
                    <a:pt x="633" y="0"/>
                    <a:pt x="530" y="16"/>
                    <a:pt x="536" y="8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7"/>
            <p:cNvSpPr/>
            <p:nvPr/>
          </p:nvSpPr>
          <p:spPr>
            <a:xfrm>
              <a:off x="7120931" y="2054541"/>
              <a:ext cx="178050" cy="186331"/>
            </a:xfrm>
            <a:custGeom>
              <a:avLst/>
              <a:gdLst/>
              <a:ahLst/>
              <a:cxnLst/>
              <a:rect l="l" t="t" r="r" b="b"/>
              <a:pathLst>
                <a:path w="1978" h="2070" extrusionOk="0">
                  <a:moveTo>
                    <a:pt x="22" y="108"/>
                  </a:moveTo>
                  <a:cubicBezTo>
                    <a:pt x="254" y="751"/>
                    <a:pt x="1302" y="2070"/>
                    <a:pt x="1945" y="1211"/>
                  </a:cubicBezTo>
                  <a:cubicBezTo>
                    <a:pt x="1978" y="1162"/>
                    <a:pt x="1945" y="1081"/>
                    <a:pt x="1886" y="1103"/>
                  </a:cubicBezTo>
                  <a:cubicBezTo>
                    <a:pt x="1481" y="1238"/>
                    <a:pt x="1194" y="1221"/>
                    <a:pt x="832" y="957"/>
                  </a:cubicBezTo>
                  <a:cubicBezTo>
                    <a:pt x="535" y="735"/>
                    <a:pt x="281" y="411"/>
                    <a:pt x="119" y="60"/>
                  </a:cubicBezTo>
                  <a:cubicBezTo>
                    <a:pt x="92" y="0"/>
                    <a:pt x="0" y="44"/>
                    <a:pt x="22" y="10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7"/>
            <p:cNvSpPr/>
            <p:nvPr/>
          </p:nvSpPr>
          <p:spPr>
            <a:xfrm>
              <a:off x="6119054" y="2042389"/>
              <a:ext cx="121160" cy="149335"/>
            </a:xfrm>
            <a:custGeom>
              <a:avLst/>
              <a:gdLst/>
              <a:ahLst/>
              <a:cxnLst/>
              <a:rect l="l" t="t" r="r" b="b"/>
              <a:pathLst>
                <a:path w="1346" h="1659" extrusionOk="0">
                  <a:moveTo>
                    <a:pt x="1341" y="1616"/>
                  </a:moveTo>
                  <a:cubicBezTo>
                    <a:pt x="1303" y="1232"/>
                    <a:pt x="1200" y="924"/>
                    <a:pt x="968" y="627"/>
                  </a:cubicBezTo>
                  <a:cubicBezTo>
                    <a:pt x="789" y="400"/>
                    <a:pt x="363" y="0"/>
                    <a:pt x="71" y="130"/>
                  </a:cubicBezTo>
                  <a:cubicBezTo>
                    <a:pt x="28" y="152"/>
                    <a:pt x="1" y="216"/>
                    <a:pt x="44" y="254"/>
                  </a:cubicBezTo>
                  <a:cubicBezTo>
                    <a:pt x="141" y="352"/>
                    <a:pt x="260" y="368"/>
                    <a:pt x="379" y="422"/>
                  </a:cubicBezTo>
                  <a:cubicBezTo>
                    <a:pt x="525" y="492"/>
                    <a:pt x="654" y="605"/>
                    <a:pt x="773" y="724"/>
                  </a:cubicBezTo>
                  <a:cubicBezTo>
                    <a:pt x="995" y="951"/>
                    <a:pt x="1211" y="1297"/>
                    <a:pt x="1287" y="1621"/>
                  </a:cubicBezTo>
                  <a:cubicBezTo>
                    <a:pt x="1297" y="1659"/>
                    <a:pt x="1346" y="1654"/>
                    <a:pt x="1341" y="1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7"/>
            <p:cNvSpPr/>
            <p:nvPr/>
          </p:nvSpPr>
          <p:spPr>
            <a:xfrm>
              <a:off x="5949824" y="2221341"/>
              <a:ext cx="60400" cy="95416"/>
            </a:xfrm>
            <a:custGeom>
              <a:avLst/>
              <a:gdLst/>
              <a:ahLst/>
              <a:cxnLst/>
              <a:rect l="l" t="t" r="r" b="b"/>
              <a:pathLst>
                <a:path w="671" h="1060" extrusionOk="0">
                  <a:moveTo>
                    <a:pt x="660" y="1005"/>
                  </a:moveTo>
                  <a:cubicBezTo>
                    <a:pt x="579" y="833"/>
                    <a:pt x="492" y="676"/>
                    <a:pt x="390" y="514"/>
                  </a:cubicBezTo>
                  <a:cubicBezTo>
                    <a:pt x="341" y="438"/>
                    <a:pt x="298" y="357"/>
                    <a:pt x="271" y="265"/>
                  </a:cubicBezTo>
                  <a:cubicBezTo>
                    <a:pt x="244" y="179"/>
                    <a:pt x="244" y="103"/>
                    <a:pt x="190" y="33"/>
                  </a:cubicBezTo>
                  <a:cubicBezTo>
                    <a:pt x="163" y="1"/>
                    <a:pt x="125" y="17"/>
                    <a:pt x="103" y="49"/>
                  </a:cubicBezTo>
                  <a:cubicBezTo>
                    <a:pt x="1" y="200"/>
                    <a:pt x="130" y="438"/>
                    <a:pt x="206" y="573"/>
                  </a:cubicBezTo>
                  <a:cubicBezTo>
                    <a:pt x="319" y="762"/>
                    <a:pt x="492" y="876"/>
                    <a:pt x="622" y="1038"/>
                  </a:cubicBezTo>
                  <a:cubicBezTo>
                    <a:pt x="643" y="1059"/>
                    <a:pt x="670" y="1032"/>
                    <a:pt x="660" y="10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7"/>
            <p:cNvSpPr/>
            <p:nvPr/>
          </p:nvSpPr>
          <p:spPr>
            <a:xfrm>
              <a:off x="6352465" y="1912046"/>
              <a:ext cx="129532" cy="170308"/>
            </a:xfrm>
            <a:custGeom>
              <a:avLst/>
              <a:gdLst/>
              <a:ahLst/>
              <a:cxnLst/>
              <a:rect l="l" t="t" r="r" b="b"/>
              <a:pathLst>
                <a:path w="1439" h="1892" extrusionOk="0">
                  <a:moveTo>
                    <a:pt x="50" y="98"/>
                  </a:moveTo>
                  <a:cubicBezTo>
                    <a:pt x="444" y="135"/>
                    <a:pt x="752" y="352"/>
                    <a:pt x="957" y="724"/>
                  </a:cubicBezTo>
                  <a:cubicBezTo>
                    <a:pt x="1152" y="1076"/>
                    <a:pt x="1082" y="1443"/>
                    <a:pt x="1152" y="1821"/>
                  </a:cubicBezTo>
                  <a:cubicBezTo>
                    <a:pt x="1163" y="1881"/>
                    <a:pt x="1244" y="1891"/>
                    <a:pt x="1265" y="1837"/>
                  </a:cubicBezTo>
                  <a:cubicBezTo>
                    <a:pt x="1438" y="1443"/>
                    <a:pt x="1271" y="897"/>
                    <a:pt x="1071" y="551"/>
                  </a:cubicBezTo>
                  <a:cubicBezTo>
                    <a:pt x="849" y="163"/>
                    <a:pt x="449" y="0"/>
                    <a:pt x="50" y="17"/>
                  </a:cubicBezTo>
                  <a:cubicBezTo>
                    <a:pt x="1" y="17"/>
                    <a:pt x="6" y="92"/>
                    <a:pt x="50" y="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7"/>
            <p:cNvSpPr/>
            <p:nvPr/>
          </p:nvSpPr>
          <p:spPr>
            <a:xfrm>
              <a:off x="6659419" y="2052561"/>
              <a:ext cx="52119" cy="58960"/>
            </a:xfrm>
            <a:custGeom>
              <a:avLst/>
              <a:gdLst/>
              <a:ahLst/>
              <a:cxnLst/>
              <a:rect l="l" t="t" r="r" b="b"/>
              <a:pathLst>
                <a:path w="579" h="655" extrusionOk="0">
                  <a:moveTo>
                    <a:pt x="497" y="17"/>
                  </a:moveTo>
                  <a:cubicBezTo>
                    <a:pt x="367" y="55"/>
                    <a:pt x="259" y="120"/>
                    <a:pt x="173" y="233"/>
                  </a:cubicBezTo>
                  <a:cubicBezTo>
                    <a:pt x="92" y="330"/>
                    <a:pt x="0" y="482"/>
                    <a:pt x="22" y="617"/>
                  </a:cubicBezTo>
                  <a:cubicBezTo>
                    <a:pt x="27" y="644"/>
                    <a:pt x="54" y="655"/>
                    <a:pt x="76" y="644"/>
                  </a:cubicBezTo>
                  <a:cubicBezTo>
                    <a:pt x="157" y="579"/>
                    <a:pt x="189" y="465"/>
                    <a:pt x="243" y="374"/>
                  </a:cubicBezTo>
                  <a:cubicBezTo>
                    <a:pt x="313" y="255"/>
                    <a:pt x="400" y="157"/>
                    <a:pt x="524" y="114"/>
                  </a:cubicBezTo>
                  <a:cubicBezTo>
                    <a:pt x="578" y="93"/>
                    <a:pt x="557" y="1"/>
                    <a:pt x="497" y="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7"/>
            <p:cNvSpPr/>
            <p:nvPr/>
          </p:nvSpPr>
          <p:spPr>
            <a:xfrm>
              <a:off x="6713879" y="1681966"/>
              <a:ext cx="69582" cy="206314"/>
            </a:xfrm>
            <a:custGeom>
              <a:avLst/>
              <a:gdLst/>
              <a:ahLst/>
              <a:cxnLst/>
              <a:rect l="l" t="t" r="r" b="b"/>
              <a:pathLst>
                <a:path w="773" h="2292" extrusionOk="0">
                  <a:moveTo>
                    <a:pt x="740" y="12"/>
                  </a:moveTo>
                  <a:cubicBezTo>
                    <a:pt x="330" y="163"/>
                    <a:pt x="162" y="498"/>
                    <a:pt x="87" y="963"/>
                  </a:cubicBezTo>
                  <a:cubicBezTo>
                    <a:pt x="27" y="1362"/>
                    <a:pt x="38" y="1941"/>
                    <a:pt x="292" y="2259"/>
                  </a:cubicBezTo>
                  <a:cubicBezTo>
                    <a:pt x="319" y="2292"/>
                    <a:pt x="378" y="2270"/>
                    <a:pt x="373" y="2221"/>
                  </a:cubicBezTo>
                  <a:cubicBezTo>
                    <a:pt x="308" y="1530"/>
                    <a:pt x="0" y="460"/>
                    <a:pt x="757" y="44"/>
                  </a:cubicBezTo>
                  <a:cubicBezTo>
                    <a:pt x="773" y="39"/>
                    <a:pt x="762" y="1"/>
                    <a:pt x="74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7"/>
            <p:cNvSpPr/>
            <p:nvPr/>
          </p:nvSpPr>
          <p:spPr>
            <a:xfrm>
              <a:off x="7315905" y="1435413"/>
              <a:ext cx="184441" cy="152305"/>
            </a:xfrm>
            <a:custGeom>
              <a:avLst/>
              <a:gdLst/>
              <a:ahLst/>
              <a:cxnLst/>
              <a:rect l="l" t="t" r="r" b="b"/>
              <a:pathLst>
                <a:path w="2049" h="1692" extrusionOk="0">
                  <a:moveTo>
                    <a:pt x="12" y="28"/>
                  </a:moveTo>
                  <a:cubicBezTo>
                    <a:pt x="428" y="87"/>
                    <a:pt x="806" y="249"/>
                    <a:pt x="1141" y="519"/>
                  </a:cubicBezTo>
                  <a:cubicBezTo>
                    <a:pt x="1535" y="833"/>
                    <a:pt x="1681" y="1249"/>
                    <a:pt x="1957" y="1654"/>
                  </a:cubicBezTo>
                  <a:cubicBezTo>
                    <a:pt x="1984" y="1692"/>
                    <a:pt x="2048" y="1681"/>
                    <a:pt x="2048" y="1627"/>
                  </a:cubicBezTo>
                  <a:cubicBezTo>
                    <a:pt x="2000" y="546"/>
                    <a:pt x="811" y="87"/>
                    <a:pt x="17" y="1"/>
                  </a:cubicBezTo>
                  <a:cubicBezTo>
                    <a:pt x="1" y="1"/>
                    <a:pt x="1" y="22"/>
                    <a:pt x="12" y="2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7"/>
            <p:cNvSpPr/>
            <p:nvPr/>
          </p:nvSpPr>
          <p:spPr>
            <a:xfrm>
              <a:off x="7627630" y="1874150"/>
              <a:ext cx="43927" cy="79843"/>
            </a:xfrm>
            <a:custGeom>
              <a:avLst/>
              <a:gdLst/>
              <a:ahLst/>
              <a:cxnLst/>
              <a:rect l="l" t="t" r="r" b="b"/>
              <a:pathLst>
                <a:path w="488" h="887" extrusionOk="0">
                  <a:moveTo>
                    <a:pt x="17" y="65"/>
                  </a:moveTo>
                  <a:cubicBezTo>
                    <a:pt x="87" y="189"/>
                    <a:pt x="152" y="313"/>
                    <a:pt x="195" y="448"/>
                  </a:cubicBezTo>
                  <a:cubicBezTo>
                    <a:pt x="233" y="578"/>
                    <a:pt x="206" y="740"/>
                    <a:pt x="276" y="854"/>
                  </a:cubicBezTo>
                  <a:cubicBezTo>
                    <a:pt x="293" y="886"/>
                    <a:pt x="336" y="886"/>
                    <a:pt x="357" y="854"/>
                  </a:cubicBezTo>
                  <a:cubicBezTo>
                    <a:pt x="487" y="611"/>
                    <a:pt x="185" y="205"/>
                    <a:pt x="60" y="27"/>
                  </a:cubicBezTo>
                  <a:cubicBezTo>
                    <a:pt x="39" y="0"/>
                    <a:pt x="1" y="38"/>
                    <a:pt x="17" y="6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7"/>
            <p:cNvSpPr/>
            <p:nvPr/>
          </p:nvSpPr>
          <p:spPr>
            <a:xfrm>
              <a:off x="7498277" y="1828872"/>
              <a:ext cx="38076" cy="114409"/>
            </a:xfrm>
            <a:custGeom>
              <a:avLst/>
              <a:gdLst/>
              <a:ahLst/>
              <a:cxnLst/>
              <a:rect l="l" t="t" r="r" b="b"/>
              <a:pathLst>
                <a:path w="423" h="1271" extrusionOk="0">
                  <a:moveTo>
                    <a:pt x="28" y="82"/>
                  </a:moveTo>
                  <a:cubicBezTo>
                    <a:pt x="206" y="227"/>
                    <a:pt x="249" y="438"/>
                    <a:pt x="249" y="670"/>
                  </a:cubicBezTo>
                  <a:cubicBezTo>
                    <a:pt x="244" y="865"/>
                    <a:pt x="120" y="1016"/>
                    <a:pt x="114" y="1200"/>
                  </a:cubicBezTo>
                  <a:cubicBezTo>
                    <a:pt x="114" y="1232"/>
                    <a:pt x="152" y="1270"/>
                    <a:pt x="184" y="1254"/>
                  </a:cubicBezTo>
                  <a:cubicBezTo>
                    <a:pt x="395" y="1173"/>
                    <a:pt x="422" y="822"/>
                    <a:pt x="401" y="616"/>
                  </a:cubicBezTo>
                  <a:cubicBezTo>
                    <a:pt x="384" y="368"/>
                    <a:pt x="238" y="157"/>
                    <a:pt x="60" y="28"/>
                  </a:cubicBezTo>
                  <a:cubicBezTo>
                    <a:pt x="28" y="1"/>
                    <a:pt x="1" y="55"/>
                    <a:pt x="28" y="7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7"/>
            <p:cNvSpPr/>
            <p:nvPr/>
          </p:nvSpPr>
          <p:spPr>
            <a:xfrm>
              <a:off x="7681189" y="2152299"/>
              <a:ext cx="59410" cy="80293"/>
            </a:xfrm>
            <a:custGeom>
              <a:avLst/>
              <a:gdLst/>
              <a:ahLst/>
              <a:cxnLst/>
              <a:rect l="l" t="t" r="r" b="b"/>
              <a:pathLst>
                <a:path w="660" h="892" extrusionOk="0">
                  <a:moveTo>
                    <a:pt x="33" y="92"/>
                  </a:moveTo>
                  <a:cubicBezTo>
                    <a:pt x="135" y="179"/>
                    <a:pt x="227" y="281"/>
                    <a:pt x="292" y="406"/>
                  </a:cubicBezTo>
                  <a:cubicBezTo>
                    <a:pt x="368" y="541"/>
                    <a:pt x="373" y="703"/>
                    <a:pt x="427" y="849"/>
                  </a:cubicBezTo>
                  <a:cubicBezTo>
                    <a:pt x="438" y="881"/>
                    <a:pt x="476" y="892"/>
                    <a:pt x="492" y="854"/>
                  </a:cubicBezTo>
                  <a:cubicBezTo>
                    <a:pt x="659" y="519"/>
                    <a:pt x="324" y="162"/>
                    <a:pt x="81" y="22"/>
                  </a:cubicBezTo>
                  <a:cubicBezTo>
                    <a:pt x="43" y="0"/>
                    <a:pt x="0" y="60"/>
                    <a:pt x="33" y="9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7"/>
            <p:cNvSpPr/>
            <p:nvPr/>
          </p:nvSpPr>
          <p:spPr>
            <a:xfrm>
              <a:off x="5874481" y="2286512"/>
              <a:ext cx="79843" cy="36096"/>
            </a:xfrm>
            <a:custGeom>
              <a:avLst/>
              <a:gdLst/>
              <a:ahLst/>
              <a:cxnLst/>
              <a:rect l="l" t="t" r="r" b="b"/>
              <a:pathLst>
                <a:path w="887" h="401" extrusionOk="0">
                  <a:moveTo>
                    <a:pt x="60" y="298"/>
                  </a:moveTo>
                  <a:cubicBezTo>
                    <a:pt x="184" y="222"/>
                    <a:pt x="319" y="173"/>
                    <a:pt x="459" y="168"/>
                  </a:cubicBezTo>
                  <a:cubicBezTo>
                    <a:pt x="524" y="163"/>
                    <a:pt x="594" y="179"/>
                    <a:pt x="659" y="211"/>
                  </a:cubicBezTo>
                  <a:cubicBezTo>
                    <a:pt x="724" y="249"/>
                    <a:pt x="756" y="330"/>
                    <a:pt x="816" y="379"/>
                  </a:cubicBezTo>
                  <a:cubicBezTo>
                    <a:pt x="843" y="400"/>
                    <a:pt x="886" y="368"/>
                    <a:pt x="886" y="330"/>
                  </a:cubicBezTo>
                  <a:cubicBezTo>
                    <a:pt x="886" y="152"/>
                    <a:pt x="708" y="44"/>
                    <a:pt x="562" y="28"/>
                  </a:cubicBezTo>
                  <a:cubicBezTo>
                    <a:pt x="373" y="1"/>
                    <a:pt x="184" y="130"/>
                    <a:pt x="33" y="238"/>
                  </a:cubicBezTo>
                  <a:cubicBezTo>
                    <a:pt x="0" y="265"/>
                    <a:pt x="27" y="314"/>
                    <a:pt x="60" y="2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Ancient Greek Goddess: Hera by Slidesgo">
  <a:themeElements>
    <a:clrScheme name="Simple Light">
      <a:dk1>
        <a:srgbClr val="353541"/>
      </a:dk1>
      <a:lt1>
        <a:srgbClr val="EFEBE0"/>
      </a:lt1>
      <a:dk2>
        <a:srgbClr val="E3D9C7"/>
      </a:dk2>
      <a:lt2>
        <a:srgbClr val="B2A291"/>
      </a:lt2>
      <a:accent1>
        <a:srgbClr val="8B7C6D"/>
      </a:accent1>
      <a:accent2>
        <a:srgbClr val="5E544A"/>
      </a:accent2>
      <a:accent3>
        <a:srgbClr val="FFFFFF"/>
      </a:accent3>
      <a:accent4>
        <a:srgbClr val="FFFFFF"/>
      </a:accent4>
      <a:accent5>
        <a:srgbClr val="FFFFFF"/>
      </a:accent5>
      <a:accent6>
        <a:srgbClr val="FFFFFF"/>
      </a:accent6>
      <a:hlink>
        <a:srgbClr val="3535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281</Words>
  <Application>Microsoft Office PowerPoint</Application>
  <PresentationFormat>On-screen Show (16:9)</PresentationFormat>
  <Paragraphs>29</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Nunito Light</vt:lpstr>
      <vt:lpstr>Bebas Neue</vt:lpstr>
      <vt:lpstr>Mate SC</vt:lpstr>
      <vt:lpstr>Anaheim</vt:lpstr>
      <vt:lpstr>Microsoft Sans Serif</vt:lpstr>
      <vt:lpstr>Dosis</vt:lpstr>
      <vt:lpstr>Ancient Greek Goddess: Hera by Slidesgo</vt:lpstr>
      <vt:lpstr>أرسطو</vt:lpstr>
      <vt:lpstr>03</vt:lpstr>
      <vt:lpstr>يعد أرسطو أحد أعظم فلاسفة التاريخ الإنساني فهو الذي وضع أسس التفكير المنطقي والعلمي وترك بصمة كبيرة في مجالات الفلسفة والأخلاق والسياسة والفن. وُلد أرسطو في مدينة ستاجيرا في اليونان سنة 384 قبل الميلاد وكان تلميذ الفيلسوف أفلاطون، ثم أصبح معلمًا للإسكندر الأكبر. </vt:lpstr>
      <vt:lpstr>حياته ومسيرته</vt:lpstr>
      <vt:lpstr>أفكاره الفلسفية</vt:lpstr>
      <vt:lpstr>أقوال مشهورة لأرسطو</vt:lpstr>
      <vt:lpstr>الخاتمة</vt:lpstr>
      <vt:lpstr>شكرا لاصغائكم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muhamednaous@gmail.com</cp:lastModifiedBy>
  <cp:revision>1</cp:revision>
  <dcterms:modified xsi:type="dcterms:W3CDTF">2025-10-07T17:15:05Z</dcterms:modified>
</cp:coreProperties>
</file>