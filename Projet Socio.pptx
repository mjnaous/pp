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8"/>
  </p:notesMasterIdLst>
  <p:sldIdLst>
    <p:sldId id="256" r:id="rId2"/>
    <p:sldId id="258" r:id="rId3"/>
    <p:sldId id="260" r:id="rId4"/>
    <p:sldId id="261" r:id="rId5"/>
    <p:sldId id="265" r:id="rId6"/>
    <p:sldId id="270" r:id="rId7"/>
    <p:sldId id="311" r:id="rId8"/>
    <p:sldId id="276" r:id="rId9"/>
    <p:sldId id="274" r:id="rId10"/>
    <p:sldId id="275" r:id="rId11"/>
    <p:sldId id="312" r:id="rId12"/>
    <p:sldId id="313" r:id="rId13"/>
    <p:sldId id="314" r:id="rId14"/>
    <p:sldId id="288" r:id="rId15"/>
    <p:sldId id="315" r:id="rId16"/>
    <p:sldId id="289" r:id="rId17"/>
  </p:sldIdLst>
  <p:sldSz cx="9144000" cy="5143500" type="screen16x9"/>
  <p:notesSz cx="6858000" cy="9144000"/>
  <p:embeddedFontLst>
    <p:embeddedFont>
      <p:font typeface="Anaheim" panose="020B0604020202020204" charset="0"/>
      <p:regular r:id="rId19"/>
      <p:bold r:id="rId20"/>
    </p:embeddedFont>
    <p:embeddedFont>
      <p:font typeface="Barlow" panose="00000500000000000000" pitchFamily="2" charset="0"/>
      <p:regular r:id="rId21"/>
      <p:bold r:id="rId22"/>
      <p:italic r:id="rId23"/>
      <p:boldItalic r:id="rId24"/>
    </p:embeddedFont>
    <p:embeddedFont>
      <p:font typeface="Be Vietnam Pro" panose="020B0604020202020204" charset="0"/>
      <p:regular r:id="rId25"/>
      <p:bold r:id="rId26"/>
      <p:italic r:id="rId27"/>
      <p:boldItalic r:id="rId28"/>
    </p:embeddedFont>
    <p:embeddedFont>
      <p:font typeface="Bebas Neue" panose="020B0606020202050201" pitchFamily="34" charset="0"/>
      <p:regular r:id="rId29"/>
    </p:embeddedFont>
    <p:embeddedFont>
      <p:font typeface="PT Sans" panose="020B0503020203020204" pitchFamily="34" charset="0"/>
      <p:regular r:id="rId30"/>
      <p:bold r:id="rId31"/>
      <p:italic r:id="rId32"/>
      <p:boldItalic r:id="rId33"/>
    </p:embeddedFont>
    <p:embeddedFont>
      <p:font typeface="Roboto Condensed Light" panose="02000000000000000000" pitchFamily="2" charset="0"/>
      <p:regular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E561E8-7C98-4844-931F-82CED03832B2}">
  <a:tblStyle styleId="{68E561E8-7C98-4844-931F-82CED03832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90" d="100"/>
          <a:sy n="90" d="100"/>
        </p:scale>
        <p:origin x="6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848" name="Google Shape;84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34" name="Google Shape;93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1e4226c11f1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042" name="Google Shape;1042;g1e4226c11f1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120" name="Google Shape;112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254fd5915ed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258" name="Google Shape;1258;g254fd5915ed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g1e4226c11f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480" name="Google Shape;1480;g1e4226c11f1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4B53E14B-4C9E-C7D7-83C7-7C8AC2701321}"/>
            </a:ext>
          </a:extLst>
        </p:cNvPr>
        <p:cNvGrpSpPr/>
        <p:nvPr/>
      </p:nvGrpSpPr>
      <p:grpSpPr>
        <a:xfrm>
          <a:off x="0" y="0"/>
          <a:ext cx="0" cy="0"/>
          <a:chOff x="0" y="0"/>
          <a:chExt cx="0" cy="0"/>
        </a:xfrm>
      </p:grpSpPr>
      <p:sp>
        <p:nvSpPr>
          <p:cNvPr id="1041" name="Google Shape;1041;g1e4226c11f1_0_69:notes">
            <a:extLst>
              <a:ext uri="{FF2B5EF4-FFF2-40B4-BE49-F238E27FC236}">
                <a16:creationId xmlns:a16="http://schemas.microsoft.com/office/drawing/2014/main" id="{02BAC2A4-F64B-A1A5-AC01-80029E9C5C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042" name="Google Shape;1042;g1e4226c11f1_0_69:notes">
            <a:extLst>
              <a:ext uri="{FF2B5EF4-FFF2-40B4-BE49-F238E27FC236}">
                <a16:creationId xmlns:a16="http://schemas.microsoft.com/office/drawing/2014/main" id="{B9267C14-1608-6DDE-2550-C1DB9ABCE9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7257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p:cNvGrpSpPr/>
        <p:nvPr/>
      </p:nvGrpSpPr>
      <p:grpSpPr>
        <a:xfrm>
          <a:off x="0" y="0"/>
          <a:ext cx="0" cy="0"/>
          <a:chOff x="0" y="0"/>
          <a:chExt cx="0" cy="0"/>
        </a:xfrm>
      </p:grpSpPr>
      <p:sp>
        <p:nvSpPr>
          <p:cNvPr id="1785" name="Google Shape;1785;g1e4226c11f1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786" name="Google Shape;1786;g1e4226c11f1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1e4226c11f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686" name="Google Shape;1686;g1e4226c11f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g1e4226c11f1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766" name="Google Shape;1766;g1e4226c11f1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a:extLst>
            <a:ext uri="{FF2B5EF4-FFF2-40B4-BE49-F238E27FC236}">
              <a16:creationId xmlns:a16="http://schemas.microsoft.com/office/drawing/2014/main" id="{E3573894-23F0-4667-EB43-955960648C71}"/>
            </a:ext>
          </a:extLst>
        </p:cNvPr>
        <p:cNvGrpSpPr/>
        <p:nvPr/>
      </p:nvGrpSpPr>
      <p:grpSpPr>
        <a:xfrm>
          <a:off x="0" y="0"/>
          <a:ext cx="0" cy="0"/>
          <a:chOff x="0" y="0"/>
          <a:chExt cx="0" cy="0"/>
        </a:xfrm>
      </p:grpSpPr>
      <p:sp>
        <p:nvSpPr>
          <p:cNvPr id="1257" name="Google Shape;1257;g254fd5915ed_0_204:notes">
            <a:extLst>
              <a:ext uri="{FF2B5EF4-FFF2-40B4-BE49-F238E27FC236}">
                <a16:creationId xmlns:a16="http://schemas.microsoft.com/office/drawing/2014/main" id="{81013D87-7B2A-69D5-8D77-F367E83CE8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258" name="Google Shape;1258;g254fd5915ed_0_204:notes">
            <a:extLst>
              <a:ext uri="{FF2B5EF4-FFF2-40B4-BE49-F238E27FC236}">
                <a16:creationId xmlns:a16="http://schemas.microsoft.com/office/drawing/2014/main" id="{BCF8C976-F6C0-256F-6DBA-162047A50E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1352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a:extLst>
            <a:ext uri="{FF2B5EF4-FFF2-40B4-BE49-F238E27FC236}">
              <a16:creationId xmlns:a16="http://schemas.microsoft.com/office/drawing/2014/main" id="{0DBB475F-522B-76A2-F613-2CB208C75758}"/>
            </a:ext>
          </a:extLst>
        </p:cNvPr>
        <p:cNvGrpSpPr/>
        <p:nvPr/>
      </p:nvGrpSpPr>
      <p:grpSpPr>
        <a:xfrm>
          <a:off x="0" y="0"/>
          <a:ext cx="0" cy="0"/>
          <a:chOff x="0" y="0"/>
          <a:chExt cx="0" cy="0"/>
        </a:xfrm>
      </p:grpSpPr>
      <p:sp>
        <p:nvSpPr>
          <p:cNvPr id="1785" name="Google Shape;1785;g1e4226c11f1_0_188:notes">
            <a:extLst>
              <a:ext uri="{FF2B5EF4-FFF2-40B4-BE49-F238E27FC236}">
                <a16:creationId xmlns:a16="http://schemas.microsoft.com/office/drawing/2014/main" id="{61CB67CA-41AE-D5AF-9467-9C650BFCDC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786" name="Google Shape;1786;g1e4226c11f1_0_188:notes">
            <a:extLst>
              <a:ext uri="{FF2B5EF4-FFF2-40B4-BE49-F238E27FC236}">
                <a16:creationId xmlns:a16="http://schemas.microsoft.com/office/drawing/2014/main" id="{1959F1BB-79C3-C5DA-D9F0-8105911D88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9214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a:extLst>
            <a:ext uri="{FF2B5EF4-FFF2-40B4-BE49-F238E27FC236}">
              <a16:creationId xmlns:a16="http://schemas.microsoft.com/office/drawing/2014/main" id="{1D501863-B5FE-5E4D-E62F-8AB8DBE2230A}"/>
            </a:ext>
          </a:extLst>
        </p:cNvPr>
        <p:cNvGrpSpPr/>
        <p:nvPr/>
      </p:nvGrpSpPr>
      <p:grpSpPr>
        <a:xfrm>
          <a:off x="0" y="0"/>
          <a:ext cx="0" cy="0"/>
          <a:chOff x="0" y="0"/>
          <a:chExt cx="0" cy="0"/>
        </a:xfrm>
      </p:grpSpPr>
      <p:sp>
        <p:nvSpPr>
          <p:cNvPr id="1119" name="Google Shape;1119;g14072739ea5_12_0:notes">
            <a:extLst>
              <a:ext uri="{FF2B5EF4-FFF2-40B4-BE49-F238E27FC236}">
                <a16:creationId xmlns:a16="http://schemas.microsoft.com/office/drawing/2014/main" id="{E3452C14-111F-72AA-96D6-EA725E336E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120" name="Google Shape;1120;g14072739ea5_12_0:notes">
            <a:extLst>
              <a:ext uri="{FF2B5EF4-FFF2-40B4-BE49-F238E27FC236}">
                <a16:creationId xmlns:a16="http://schemas.microsoft.com/office/drawing/2014/main" id="{8DE1630C-AFA2-766C-4C19-82C23543C0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813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p:cNvGrpSpPr/>
        <p:nvPr/>
      </p:nvGrpSpPr>
      <p:grpSpPr>
        <a:xfrm>
          <a:off x="0" y="0"/>
          <a:ext cx="0" cy="0"/>
          <a:chOff x="0" y="0"/>
          <a:chExt cx="0" cy="0"/>
        </a:xfrm>
      </p:grpSpPr>
      <p:sp>
        <p:nvSpPr>
          <p:cNvPr id="2046" name="Google Shape;2046;g1e4226c11f1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047" name="Google Shape;2047;g1e4226c11f1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a:extLst>
            <a:ext uri="{FF2B5EF4-FFF2-40B4-BE49-F238E27FC236}">
              <a16:creationId xmlns:a16="http://schemas.microsoft.com/office/drawing/2014/main" id="{A6293168-471D-6307-73D1-D5A30F42620B}"/>
            </a:ext>
          </a:extLst>
        </p:cNvPr>
        <p:cNvGrpSpPr/>
        <p:nvPr/>
      </p:nvGrpSpPr>
      <p:grpSpPr>
        <a:xfrm>
          <a:off x="0" y="0"/>
          <a:ext cx="0" cy="0"/>
          <a:chOff x="0" y="0"/>
          <a:chExt cx="0" cy="0"/>
        </a:xfrm>
      </p:grpSpPr>
      <p:sp>
        <p:nvSpPr>
          <p:cNvPr id="2046" name="Google Shape;2046;g1e4226c11f1_0_367:notes">
            <a:extLst>
              <a:ext uri="{FF2B5EF4-FFF2-40B4-BE49-F238E27FC236}">
                <a16:creationId xmlns:a16="http://schemas.microsoft.com/office/drawing/2014/main" id="{2508314E-29E0-F4A2-4384-5721F0BD8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047" name="Google Shape;2047;g1e4226c11f1_0_367:notes">
            <a:extLst>
              <a:ext uri="{FF2B5EF4-FFF2-40B4-BE49-F238E27FC236}">
                <a16:creationId xmlns:a16="http://schemas.microsoft.com/office/drawing/2014/main" id="{63C7DB32-1226-0B76-777F-12CBB3EFC2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8150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6"/>
        <p:cNvGrpSpPr/>
        <p:nvPr/>
      </p:nvGrpSpPr>
      <p:grpSpPr>
        <a:xfrm>
          <a:off x="0" y="0"/>
          <a:ext cx="0" cy="0"/>
          <a:chOff x="0" y="0"/>
          <a:chExt cx="0" cy="0"/>
        </a:xfrm>
      </p:grpSpPr>
      <p:sp>
        <p:nvSpPr>
          <p:cNvPr id="2057" name="Google Shape;2057;g254fd5915ed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058" name="Google Shape;2058;g254fd5915ed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1150" y="387100"/>
            <a:ext cx="7321800" cy="161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75" y="1997200"/>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55800" y="4832400"/>
            <a:ext cx="91998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437650" y="539500"/>
            <a:ext cx="3920700" cy="15114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1785550" y="98665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3437650" y="1974700"/>
            <a:ext cx="39207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9" name="Google Shape;19;p4"/>
          <p:cNvSpPr txBox="1">
            <a:spLocks noGrp="1"/>
          </p:cNvSpPr>
          <p:nvPr>
            <p:ph type="body" idx="1"/>
          </p:nvPr>
        </p:nvSpPr>
        <p:spPr>
          <a:xfrm>
            <a:off x="713225" y="1215750"/>
            <a:ext cx="61404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300"/>
              </a:spcBef>
              <a:spcAft>
                <a:spcPts val="0"/>
              </a:spcAft>
              <a:buClr>
                <a:srgbClr val="595959"/>
              </a:buClr>
              <a:buSzPts val="1400"/>
              <a:buFont typeface="Anaheim"/>
              <a:buChar char="●"/>
              <a:defRPr/>
            </a:lvl1pPr>
            <a:lvl2pPr marL="914400" lvl="1" indent="-304800" rtl="0">
              <a:lnSpc>
                <a:spcPct val="100000"/>
              </a:lnSpc>
              <a:spcBef>
                <a:spcPts val="0"/>
              </a:spcBef>
              <a:spcAft>
                <a:spcPts val="0"/>
              </a:spcAft>
              <a:buClr>
                <a:srgbClr val="595959"/>
              </a:buClr>
              <a:buSzPts val="1200"/>
              <a:buFont typeface="Roboto Condensed Light"/>
              <a:buChar char="○"/>
              <a:defRPr/>
            </a:lvl2pPr>
            <a:lvl3pPr marL="1371600" lvl="2" indent="-304800" rtl="0">
              <a:lnSpc>
                <a:spcPct val="100000"/>
              </a:lnSpc>
              <a:spcBef>
                <a:spcPts val="0"/>
              </a:spcBef>
              <a:spcAft>
                <a:spcPts val="0"/>
              </a:spcAft>
              <a:buClr>
                <a:srgbClr val="595959"/>
              </a:buClr>
              <a:buSzPts val="1200"/>
              <a:buFont typeface="Roboto Condensed Light"/>
              <a:buChar char="■"/>
              <a:defRPr/>
            </a:lvl3pPr>
            <a:lvl4pPr marL="1828800" lvl="3" indent="-304800" rtl="0">
              <a:lnSpc>
                <a:spcPct val="100000"/>
              </a:lnSpc>
              <a:spcBef>
                <a:spcPts val="0"/>
              </a:spcBef>
              <a:spcAft>
                <a:spcPts val="0"/>
              </a:spcAft>
              <a:buClr>
                <a:srgbClr val="595959"/>
              </a:buClr>
              <a:buSzPts val="1200"/>
              <a:buFont typeface="Roboto Condensed Light"/>
              <a:buChar char="●"/>
              <a:defRPr/>
            </a:lvl4pPr>
            <a:lvl5pPr marL="2286000" lvl="4" indent="-304800" rtl="0">
              <a:lnSpc>
                <a:spcPct val="100000"/>
              </a:lnSpc>
              <a:spcBef>
                <a:spcPts val="0"/>
              </a:spcBef>
              <a:spcAft>
                <a:spcPts val="0"/>
              </a:spcAft>
              <a:buClr>
                <a:srgbClr val="595959"/>
              </a:buClr>
              <a:buSzPts val="1200"/>
              <a:buFont typeface="Roboto Condensed Light"/>
              <a:buChar char="○"/>
              <a:defRPr/>
            </a:lvl5pPr>
            <a:lvl6pPr marL="2743200" lvl="5" indent="-304800" rtl="0">
              <a:lnSpc>
                <a:spcPct val="100000"/>
              </a:lnSpc>
              <a:spcBef>
                <a:spcPts val="0"/>
              </a:spcBef>
              <a:spcAft>
                <a:spcPts val="0"/>
              </a:spcAft>
              <a:buClr>
                <a:srgbClr val="595959"/>
              </a:buClr>
              <a:buSzPts val="1200"/>
              <a:buFont typeface="Roboto Condensed Light"/>
              <a:buChar char="■"/>
              <a:defRPr/>
            </a:lvl6pPr>
            <a:lvl7pPr marL="3200400" lvl="6" indent="-304800" rtl="0">
              <a:lnSpc>
                <a:spcPct val="100000"/>
              </a:lnSpc>
              <a:spcBef>
                <a:spcPts val="0"/>
              </a:spcBef>
              <a:spcAft>
                <a:spcPts val="0"/>
              </a:spcAft>
              <a:buClr>
                <a:srgbClr val="595959"/>
              </a:buClr>
              <a:buSzPts val="1200"/>
              <a:buFont typeface="Roboto Condensed Light"/>
              <a:buChar char="●"/>
              <a:defRPr/>
            </a:lvl7pPr>
            <a:lvl8pPr marL="3657600" lvl="7" indent="-304800" rtl="0">
              <a:lnSpc>
                <a:spcPct val="100000"/>
              </a:lnSpc>
              <a:spcBef>
                <a:spcPts val="0"/>
              </a:spcBef>
              <a:spcAft>
                <a:spcPts val="0"/>
              </a:spcAft>
              <a:buClr>
                <a:srgbClr val="595959"/>
              </a:buClr>
              <a:buSzPts val="1200"/>
              <a:buFont typeface="Roboto Condensed Light"/>
              <a:buChar char="○"/>
              <a:defRPr/>
            </a:lvl8pPr>
            <a:lvl9pPr marL="4114800" lvl="8" indent="-304800" rtl="0">
              <a:lnSpc>
                <a:spcPct val="100000"/>
              </a:lnSpc>
              <a:spcBef>
                <a:spcPts val="0"/>
              </a:spcBef>
              <a:spcAft>
                <a:spcPts val="0"/>
              </a:spcAft>
              <a:buClr>
                <a:srgbClr val="595959"/>
              </a:buClr>
              <a:buSzPts val="1200"/>
              <a:buFont typeface="Roboto Condensed Light"/>
              <a:buChar char="■"/>
              <a:defRPr/>
            </a:lvl9pPr>
          </a:lstStyle>
          <a:p>
            <a:endParaRPr/>
          </a:p>
        </p:txBody>
      </p:sp>
      <p:grpSp>
        <p:nvGrpSpPr>
          <p:cNvPr id="20" name="Google Shape;20;p4"/>
          <p:cNvGrpSpPr/>
          <p:nvPr/>
        </p:nvGrpSpPr>
        <p:grpSpPr>
          <a:xfrm>
            <a:off x="-26975" y="-12925"/>
            <a:ext cx="9197950" cy="5169325"/>
            <a:chOff x="-50" y="-12925"/>
            <a:chExt cx="9144000" cy="5169325"/>
          </a:xfrm>
        </p:grpSpPr>
        <p:sp>
          <p:nvSpPr>
            <p:cNvPr id="21" name="Google Shape;21;p4"/>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22" name="Google Shape;22;p4"/>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8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85"/>
        <p:cNvGrpSpPr/>
        <p:nvPr/>
      </p:nvGrpSpPr>
      <p:grpSpPr>
        <a:xfrm>
          <a:off x="0" y="0"/>
          <a:ext cx="0" cy="0"/>
          <a:chOff x="0" y="0"/>
          <a:chExt cx="0" cy="0"/>
        </a:xfrm>
      </p:grpSpPr>
      <p:grpSp>
        <p:nvGrpSpPr>
          <p:cNvPr id="186" name="Google Shape;186;p13"/>
          <p:cNvGrpSpPr/>
          <p:nvPr/>
        </p:nvGrpSpPr>
        <p:grpSpPr>
          <a:xfrm>
            <a:off x="-50" y="-12925"/>
            <a:ext cx="9144000" cy="5169325"/>
            <a:chOff x="-50" y="-12925"/>
            <a:chExt cx="9144000" cy="5169325"/>
          </a:xfrm>
        </p:grpSpPr>
        <p:sp>
          <p:nvSpPr>
            <p:cNvPr id="187" name="Google Shape;187;p13"/>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188" name="Google Shape;188;p13"/>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grpSp>
        <p:nvGrpSpPr>
          <p:cNvPr id="189" name="Google Shape;189;p13"/>
          <p:cNvGrpSpPr/>
          <p:nvPr/>
        </p:nvGrpSpPr>
        <p:grpSpPr>
          <a:xfrm>
            <a:off x="-438289" y="2782035"/>
            <a:ext cx="10056122" cy="2050453"/>
            <a:chOff x="-438289" y="2782035"/>
            <a:chExt cx="10056122" cy="2050453"/>
          </a:xfrm>
        </p:grpSpPr>
        <p:grpSp>
          <p:nvGrpSpPr>
            <p:cNvPr id="190" name="Google Shape;190;p13"/>
            <p:cNvGrpSpPr/>
            <p:nvPr/>
          </p:nvGrpSpPr>
          <p:grpSpPr>
            <a:xfrm>
              <a:off x="-438289" y="2818159"/>
              <a:ext cx="1650394" cy="2014268"/>
              <a:chOff x="5687100" y="3067925"/>
              <a:chExt cx="999875" cy="1220325"/>
            </a:xfrm>
          </p:grpSpPr>
          <p:sp>
            <p:nvSpPr>
              <p:cNvPr id="191" name="Google Shape;191;p13"/>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 name="Google Shape;192;p13"/>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 name="Google Shape;193;p13"/>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 name="Google Shape;194;p13"/>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 name="Google Shape;195;p13"/>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13"/>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13"/>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8" name="Google Shape;198;p13"/>
            <p:cNvGrpSpPr/>
            <p:nvPr/>
          </p:nvGrpSpPr>
          <p:grpSpPr>
            <a:xfrm>
              <a:off x="8007036" y="2782035"/>
              <a:ext cx="1610797" cy="2050453"/>
              <a:chOff x="511450" y="3191125"/>
              <a:chExt cx="999750" cy="1272625"/>
            </a:xfrm>
          </p:grpSpPr>
          <p:sp>
            <p:nvSpPr>
              <p:cNvPr id="199" name="Google Shape;199;p1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1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1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02" name="Google Shape;20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03" name="Google Shape;203;p13"/>
          <p:cNvSpPr txBox="1">
            <a:spLocks noGrp="1"/>
          </p:cNvSpPr>
          <p:nvPr>
            <p:ph type="subTitle" idx="1"/>
          </p:nvPr>
        </p:nvSpPr>
        <p:spPr>
          <a:xfrm>
            <a:off x="720000"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subTitle" idx="2"/>
          </p:nvPr>
        </p:nvSpPr>
        <p:spPr>
          <a:xfrm>
            <a:off x="3419271"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5" name="Google Shape;205;p13"/>
          <p:cNvSpPr txBox="1">
            <a:spLocks noGrp="1"/>
          </p:cNvSpPr>
          <p:nvPr>
            <p:ph type="subTitle" idx="3"/>
          </p:nvPr>
        </p:nvSpPr>
        <p:spPr>
          <a:xfrm>
            <a:off x="2069563"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4"/>
          </p:nvPr>
        </p:nvSpPr>
        <p:spPr>
          <a:xfrm>
            <a:off x="4768833"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5"/>
          </p:nvPr>
        </p:nvSpPr>
        <p:spPr>
          <a:xfrm>
            <a:off x="6118549"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6" hasCustomPrompt="1"/>
          </p:nvPr>
        </p:nvSpPr>
        <p:spPr>
          <a:xfrm>
            <a:off x="1505400"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9" name="Google Shape;209;p13"/>
          <p:cNvSpPr txBox="1">
            <a:spLocks noGrp="1"/>
          </p:cNvSpPr>
          <p:nvPr>
            <p:ph type="title" idx="7" hasCustomPrompt="1"/>
          </p:nvPr>
        </p:nvSpPr>
        <p:spPr>
          <a:xfrm>
            <a:off x="2854963" y="29917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0" name="Google Shape;210;p13"/>
          <p:cNvSpPr txBox="1">
            <a:spLocks noGrp="1"/>
          </p:cNvSpPr>
          <p:nvPr>
            <p:ph type="title" idx="8" hasCustomPrompt="1"/>
          </p:nvPr>
        </p:nvSpPr>
        <p:spPr>
          <a:xfrm>
            <a:off x="4204671"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1" name="Google Shape;211;p13"/>
          <p:cNvSpPr txBox="1">
            <a:spLocks noGrp="1"/>
          </p:cNvSpPr>
          <p:nvPr>
            <p:ph type="title" idx="9" hasCustomPrompt="1"/>
          </p:nvPr>
        </p:nvSpPr>
        <p:spPr>
          <a:xfrm>
            <a:off x="5554233" y="29917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13" hasCustomPrompt="1"/>
          </p:nvPr>
        </p:nvSpPr>
        <p:spPr>
          <a:xfrm>
            <a:off x="6903949"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subTitle" idx="14"/>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4" name="Google Shape;214;p13"/>
          <p:cNvSpPr txBox="1">
            <a:spLocks noGrp="1"/>
          </p:cNvSpPr>
          <p:nvPr>
            <p:ph type="subTitle" idx="15"/>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5" name="Google Shape;215;p13"/>
          <p:cNvSpPr txBox="1">
            <a:spLocks noGrp="1"/>
          </p:cNvSpPr>
          <p:nvPr>
            <p:ph type="subTitle" idx="16"/>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6" name="Google Shape;216;p13"/>
          <p:cNvSpPr txBox="1">
            <a:spLocks noGrp="1"/>
          </p:cNvSpPr>
          <p:nvPr>
            <p:ph type="subTitle" idx="17"/>
          </p:nvPr>
        </p:nvSpPr>
        <p:spPr>
          <a:xfrm>
            <a:off x="2069563"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7" name="Google Shape;217;p13"/>
          <p:cNvSpPr txBox="1">
            <a:spLocks noGrp="1"/>
          </p:cNvSpPr>
          <p:nvPr>
            <p:ph type="subTitle" idx="18"/>
          </p:nvPr>
        </p:nvSpPr>
        <p:spPr>
          <a:xfrm>
            <a:off x="4768833"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18"/>
        <p:cNvGrpSpPr/>
        <p:nvPr/>
      </p:nvGrpSpPr>
      <p:grpSpPr>
        <a:xfrm>
          <a:off x="0" y="0"/>
          <a:ext cx="0" cy="0"/>
          <a:chOff x="0" y="0"/>
          <a:chExt cx="0" cy="0"/>
        </a:xfrm>
      </p:grpSpPr>
      <p:grpSp>
        <p:nvGrpSpPr>
          <p:cNvPr id="219" name="Google Shape;219;p14"/>
          <p:cNvGrpSpPr/>
          <p:nvPr/>
        </p:nvGrpSpPr>
        <p:grpSpPr>
          <a:xfrm>
            <a:off x="-26975" y="-12925"/>
            <a:ext cx="9197950" cy="5169325"/>
            <a:chOff x="-50" y="-12925"/>
            <a:chExt cx="9144000" cy="5169325"/>
          </a:xfrm>
        </p:grpSpPr>
        <p:sp>
          <p:nvSpPr>
            <p:cNvPr id="220" name="Google Shape;220;p14"/>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221" name="Google Shape;221;p14"/>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sp>
        <p:nvSpPr>
          <p:cNvPr id="222" name="Google Shape;222;p14"/>
          <p:cNvSpPr txBox="1">
            <a:spLocks noGrp="1"/>
          </p:cNvSpPr>
          <p:nvPr>
            <p:ph type="title"/>
          </p:nvPr>
        </p:nvSpPr>
        <p:spPr>
          <a:xfrm>
            <a:off x="5134325" y="3015125"/>
            <a:ext cx="3296400" cy="661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23" name="Google Shape;223;p14"/>
          <p:cNvSpPr txBox="1">
            <a:spLocks noGrp="1"/>
          </p:cNvSpPr>
          <p:nvPr>
            <p:ph type="subTitle" idx="1"/>
          </p:nvPr>
        </p:nvSpPr>
        <p:spPr>
          <a:xfrm>
            <a:off x="2716375" y="1151813"/>
            <a:ext cx="5714400" cy="186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279"/>
        <p:cNvGrpSpPr/>
        <p:nvPr/>
      </p:nvGrpSpPr>
      <p:grpSpPr>
        <a:xfrm>
          <a:off x="0" y="0"/>
          <a:ext cx="0" cy="0"/>
          <a:chOff x="0" y="0"/>
          <a:chExt cx="0" cy="0"/>
        </a:xfrm>
      </p:grpSpPr>
      <p:sp>
        <p:nvSpPr>
          <p:cNvPr id="280" name="Google Shape;280;p16"/>
          <p:cNvSpPr txBox="1">
            <a:spLocks noGrp="1"/>
          </p:cNvSpPr>
          <p:nvPr>
            <p:ph type="title"/>
          </p:nvPr>
        </p:nvSpPr>
        <p:spPr>
          <a:xfrm>
            <a:off x="965925" y="1401000"/>
            <a:ext cx="2658000" cy="1143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81" name="Google Shape;281;p16"/>
          <p:cNvSpPr txBox="1">
            <a:spLocks noGrp="1"/>
          </p:cNvSpPr>
          <p:nvPr>
            <p:ph type="subTitle" idx="1"/>
          </p:nvPr>
        </p:nvSpPr>
        <p:spPr>
          <a:xfrm>
            <a:off x="965925" y="2544900"/>
            <a:ext cx="2658000" cy="119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82" name="Google Shape;282;p16"/>
          <p:cNvGrpSpPr/>
          <p:nvPr/>
        </p:nvGrpSpPr>
        <p:grpSpPr>
          <a:xfrm>
            <a:off x="-26975" y="-12925"/>
            <a:ext cx="9197950" cy="5169325"/>
            <a:chOff x="-50" y="-12925"/>
            <a:chExt cx="9144000" cy="5169325"/>
          </a:xfrm>
        </p:grpSpPr>
        <p:sp>
          <p:nvSpPr>
            <p:cNvPr id="283" name="Google Shape;283;p16"/>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284" name="Google Shape;284;p16"/>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grpSp>
        <p:nvGrpSpPr>
          <p:cNvPr id="285" name="Google Shape;285;p16"/>
          <p:cNvGrpSpPr/>
          <p:nvPr/>
        </p:nvGrpSpPr>
        <p:grpSpPr>
          <a:xfrm>
            <a:off x="-863272" y="2768403"/>
            <a:ext cx="10377571" cy="2064093"/>
            <a:chOff x="-863272" y="2768403"/>
            <a:chExt cx="10377571" cy="2064093"/>
          </a:xfrm>
        </p:grpSpPr>
        <p:grpSp>
          <p:nvGrpSpPr>
            <p:cNvPr id="286" name="Google Shape;286;p16"/>
            <p:cNvGrpSpPr/>
            <p:nvPr/>
          </p:nvGrpSpPr>
          <p:grpSpPr>
            <a:xfrm>
              <a:off x="8110351" y="3118726"/>
              <a:ext cx="1403949" cy="1713667"/>
              <a:chOff x="2530500" y="1412150"/>
              <a:chExt cx="999750" cy="1220300"/>
            </a:xfrm>
          </p:grpSpPr>
          <p:sp>
            <p:nvSpPr>
              <p:cNvPr id="287" name="Google Shape;287;p16"/>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 name="Google Shape;288;p16"/>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 name="Google Shape;289;p16"/>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 name="Google Shape;290;p16"/>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91" name="Google Shape;291;p16"/>
            <p:cNvGrpSpPr/>
            <p:nvPr/>
          </p:nvGrpSpPr>
          <p:grpSpPr>
            <a:xfrm flipH="1">
              <a:off x="7826709" y="3672189"/>
              <a:ext cx="971457" cy="1160113"/>
              <a:chOff x="4245050" y="1417375"/>
              <a:chExt cx="999750" cy="1193900"/>
            </a:xfrm>
          </p:grpSpPr>
          <p:sp>
            <p:nvSpPr>
              <p:cNvPr id="292" name="Google Shape;292;p16"/>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 name="Google Shape;293;p16"/>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16"/>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 name="Google Shape;295;p16"/>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96" name="Google Shape;296;p16"/>
            <p:cNvGrpSpPr/>
            <p:nvPr/>
          </p:nvGrpSpPr>
          <p:grpSpPr>
            <a:xfrm>
              <a:off x="-86521" y="3321103"/>
              <a:ext cx="1082629" cy="1511187"/>
              <a:chOff x="2034250" y="3068250"/>
              <a:chExt cx="999750" cy="1395500"/>
            </a:xfrm>
          </p:grpSpPr>
          <p:sp>
            <p:nvSpPr>
              <p:cNvPr id="297" name="Google Shape;297;p16"/>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 name="Google Shape;298;p16"/>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 name="Google Shape;299;p16"/>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16"/>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 name="Google Shape;301;p16"/>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02" name="Google Shape;302;p16"/>
            <p:cNvGrpSpPr/>
            <p:nvPr/>
          </p:nvGrpSpPr>
          <p:grpSpPr>
            <a:xfrm>
              <a:off x="-863272" y="2768403"/>
              <a:ext cx="1727168" cy="2064093"/>
              <a:chOff x="4081975" y="3119725"/>
              <a:chExt cx="999750" cy="1194775"/>
            </a:xfrm>
          </p:grpSpPr>
          <p:sp>
            <p:nvSpPr>
              <p:cNvPr id="303" name="Google Shape;303;p16"/>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 name="Google Shape;304;p16"/>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 name="Google Shape;305;p16"/>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16"/>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 name="Google Shape;307;p16"/>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 name="Google Shape;308;p16"/>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 name="Google Shape;309;p16"/>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 name="Google Shape;310;p16"/>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 name="Google Shape;311;p16"/>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 name="Google Shape;312;p16"/>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 name="Google Shape;313;p16"/>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 name="Google Shape;314;p16"/>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16"/>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 name="Google Shape;316;p16"/>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 name="Google Shape;317;p16"/>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16"/>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16"/>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16"/>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16"/>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16"/>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16"/>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16"/>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16"/>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16"/>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16"/>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2">
    <p:spTree>
      <p:nvGrpSpPr>
        <p:cNvPr id="1" name="Shape 377"/>
        <p:cNvGrpSpPr/>
        <p:nvPr/>
      </p:nvGrpSpPr>
      <p:grpSpPr>
        <a:xfrm>
          <a:off x="0" y="0"/>
          <a:ext cx="0" cy="0"/>
          <a:chOff x="0" y="0"/>
          <a:chExt cx="0" cy="0"/>
        </a:xfrm>
      </p:grpSpPr>
      <p:sp>
        <p:nvSpPr>
          <p:cNvPr id="378" name="Google Shape;37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79" name="Google Shape;379;p18"/>
          <p:cNvSpPr txBox="1">
            <a:spLocks noGrp="1"/>
          </p:cNvSpPr>
          <p:nvPr>
            <p:ph type="subTitle" idx="1"/>
          </p:nvPr>
        </p:nvSpPr>
        <p:spPr>
          <a:xfrm>
            <a:off x="5055284" y="36190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0" name="Google Shape;380;p18"/>
          <p:cNvSpPr txBox="1">
            <a:spLocks noGrp="1"/>
          </p:cNvSpPr>
          <p:nvPr>
            <p:ph type="subTitle" idx="2"/>
          </p:nvPr>
        </p:nvSpPr>
        <p:spPr>
          <a:xfrm>
            <a:off x="1583300" y="36190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1" name="Google Shape;381;p18"/>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2" name="Google Shape;382;p18"/>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83" name="Google Shape;383;p18"/>
          <p:cNvGrpSpPr/>
          <p:nvPr/>
        </p:nvGrpSpPr>
        <p:grpSpPr>
          <a:xfrm>
            <a:off x="-26975" y="-12925"/>
            <a:ext cx="9197950" cy="5169325"/>
            <a:chOff x="-50" y="-12925"/>
            <a:chExt cx="9144000" cy="5169325"/>
          </a:xfrm>
        </p:grpSpPr>
        <p:sp>
          <p:nvSpPr>
            <p:cNvPr id="384" name="Google Shape;384;p18"/>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385" name="Google Shape;385;p18"/>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grpSp>
        <p:nvGrpSpPr>
          <p:cNvPr id="386" name="Google Shape;386;p18"/>
          <p:cNvGrpSpPr/>
          <p:nvPr/>
        </p:nvGrpSpPr>
        <p:grpSpPr>
          <a:xfrm>
            <a:off x="-798591" y="2571796"/>
            <a:ext cx="10465199" cy="2260911"/>
            <a:chOff x="-798591" y="2571796"/>
            <a:chExt cx="10465199" cy="2260911"/>
          </a:xfrm>
        </p:grpSpPr>
        <p:grpSp>
          <p:nvGrpSpPr>
            <p:cNvPr id="387" name="Google Shape;387;p18"/>
            <p:cNvGrpSpPr/>
            <p:nvPr/>
          </p:nvGrpSpPr>
          <p:grpSpPr>
            <a:xfrm>
              <a:off x="-45956" y="3046642"/>
              <a:ext cx="1279280" cy="1785682"/>
              <a:chOff x="2034250" y="3068250"/>
              <a:chExt cx="999750" cy="1395500"/>
            </a:xfrm>
          </p:grpSpPr>
          <p:sp>
            <p:nvSpPr>
              <p:cNvPr id="388" name="Google Shape;388;p18"/>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18"/>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 name="Google Shape;390;p18"/>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18"/>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 name="Google Shape;392;p18"/>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93" name="Google Shape;393;p18"/>
            <p:cNvGrpSpPr/>
            <p:nvPr/>
          </p:nvGrpSpPr>
          <p:grpSpPr>
            <a:xfrm>
              <a:off x="-798591" y="2571796"/>
              <a:ext cx="1776056" cy="2260818"/>
              <a:chOff x="511450" y="3191125"/>
              <a:chExt cx="999750" cy="1272625"/>
            </a:xfrm>
          </p:grpSpPr>
          <p:sp>
            <p:nvSpPr>
              <p:cNvPr id="394" name="Google Shape;394;p18"/>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 name="Google Shape;395;p18"/>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18"/>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97" name="Google Shape;397;p18"/>
            <p:cNvGrpSpPr/>
            <p:nvPr/>
          </p:nvGrpSpPr>
          <p:grpSpPr>
            <a:xfrm flipH="1">
              <a:off x="7732570" y="3183678"/>
              <a:ext cx="1379755" cy="1649028"/>
              <a:chOff x="4081975" y="3119725"/>
              <a:chExt cx="999750" cy="1194775"/>
            </a:xfrm>
          </p:grpSpPr>
          <p:sp>
            <p:nvSpPr>
              <p:cNvPr id="398" name="Google Shape;398;p18"/>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 name="Google Shape;399;p18"/>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 name="Google Shape;400;p18"/>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 name="Google Shape;401;p18"/>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 name="Google Shape;402;p18"/>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 name="Google Shape;403;p18"/>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18"/>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 name="Google Shape;405;p18"/>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 name="Google Shape;406;p18"/>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 name="Google Shape;407;p18"/>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 name="Google Shape;408;p18"/>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 name="Google Shape;409;p18"/>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 name="Google Shape;410;p18"/>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 name="Google Shape;411;p18"/>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 name="Google Shape;412;p18"/>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 name="Google Shape;413;p18"/>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18"/>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 name="Google Shape;415;p18"/>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 name="Google Shape;416;p18"/>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 name="Google Shape;417;p18"/>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 name="Google Shape;418;p18"/>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 name="Google Shape;419;p18"/>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 name="Google Shape;420;p18"/>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 name="Google Shape;421;p18"/>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 name="Google Shape;422;p18"/>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3" name="Google Shape;423;p18"/>
            <p:cNvGrpSpPr/>
            <p:nvPr/>
          </p:nvGrpSpPr>
          <p:grpSpPr>
            <a:xfrm>
              <a:off x="7977319" y="2770809"/>
              <a:ext cx="1689289" cy="2061739"/>
              <a:chOff x="5687100" y="3067925"/>
              <a:chExt cx="999875" cy="1220325"/>
            </a:xfrm>
          </p:grpSpPr>
          <p:sp>
            <p:nvSpPr>
              <p:cNvPr id="424" name="Google Shape;424;p18"/>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18"/>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426;p18"/>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 name="Google Shape;427;p18"/>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18"/>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 name="Google Shape;429;p18"/>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 name="Google Shape;430;p18"/>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31"/>
        <p:cNvGrpSpPr/>
        <p:nvPr/>
      </p:nvGrpSpPr>
      <p:grpSpPr>
        <a:xfrm>
          <a:off x="0" y="0"/>
          <a:ext cx="0" cy="0"/>
          <a:chOff x="0" y="0"/>
          <a:chExt cx="0" cy="0"/>
        </a:xfrm>
      </p:grpSpPr>
      <p:grpSp>
        <p:nvGrpSpPr>
          <p:cNvPr id="432" name="Google Shape;432;p19"/>
          <p:cNvGrpSpPr/>
          <p:nvPr/>
        </p:nvGrpSpPr>
        <p:grpSpPr>
          <a:xfrm>
            <a:off x="-678658" y="2810938"/>
            <a:ext cx="10232855" cy="2021511"/>
            <a:chOff x="-678658" y="2810938"/>
            <a:chExt cx="10232855" cy="2021511"/>
          </a:xfrm>
        </p:grpSpPr>
        <p:grpSp>
          <p:nvGrpSpPr>
            <p:cNvPr id="433" name="Google Shape;433;p19"/>
            <p:cNvGrpSpPr/>
            <p:nvPr/>
          </p:nvGrpSpPr>
          <p:grpSpPr>
            <a:xfrm>
              <a:off x="7962995" y="2889955"/>
              <a:ext cx="1591202" cy="1942352"/>
              <a:chOff x="2530500" y="1412150"/>
              <a:chExt cx="999750" cy="1220300"/>
            </a:xfrm>
          </p:grpSpPr>
          <p:sp>
            <p:nvSpPr>
              <p:cNvPr id="434" name="Google Shape;434;p1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 name="Google Shape;435;p1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 name="Google Shape;436;p1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 name="Google Shape;437;p1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8" name="Google Shape;438;p19"/>
            <p:cNvGrpSpPr/>
            <p:nvPr/>
          </p:nvGrpSpPr>
          <p:grpSpPr>
            <a:xfrm flipH="1">
              <a:off x="-678658" y="2810938"/>
              <a:ext cx="1692777" cy="2021511"/>
              <a:chOff x="4245050" y="1417375"/>
              <a:chExt cx="999750" cy="1193900"/>
            </a:xfrm>
          </p:grpSpPr>
          <p:sp>
            <p:nvSpPr>
              <p:cNvPr id="439" name="Google Shape;439;p19"/>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 name="Google Shape;440;p19"/>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19"/>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19"/>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443" name="Google Shape;443;p19"/>
          <p:cNvGrpSpPr/>
          <p:nvPr/>
        </p:nvGrpSpPr>
        <p:grpSpPr>
          <a:xfrm>
            <a:off x="-26975" y="-12925"/>
            <a:ext cx="9197950" cy="5169325"/>
            <a:chOff x="-50" y="-12925"/>
            <a:chExt cx="9144000" cy="5169325"/>
          </a:xfrm>
        </p:grpSpPr>
        <p:sp>
          <p:nvSpPr>
            <p:cNvPr id="444" name="Google Shape;444;p19"/>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445" name="Google Shape;445;p19"/>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sp>
        <p:nvSpPr>
          <p:cNvPr id="446" name="Google Shape;44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47" name="Google Shape;447;p19"/>
          <p:cNvSpPr txBox="1">
            <a:spLocks noGrp="1"/>
          </p:cNvSpPr>
          <p:nvPr>
            <p:ph type="subTitle" idx="1"/>
          </p:nvPr>
        </p:nvSpPr>
        <p:spPr>
          <a:xfrm>
            <a:off x="4702006" y="1667625"/>
            <a:ext cx="3254100" cy="2420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19"/>
          <p:cNvSpPr txBox="1">
            <a:spLocks noGrp="1"/>
          </p:cNvSpPr>
          <p:nvPr>
            <p:ph type="subTitle" idx="2"/>
          </p:nvPr>
        </p:nvSpPr>
        <p:spPr>
          <a:xfrm>
            <a:off x="1187800" y="1667625"/>
            <a:ext cx="3254100" cy="2420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5"/>
        <p:cNvGrpSpPr/>
        <p:nvPr/>
      </p:nvGrpSpPr>
      <p:grpSpPr>
        <a:xfrm>
          <a:off x="0" y="0"/>
          <a:ext cx="0" cy="0"/>
          <a:chOff x="0" y="0"/>
          <a:chExt cx="0" cy="0"/>
        </a:xfrm>
      </p:grpSpPr>
      <p:sp>
        <p:nvSpPr>
          <p:cNvPr id="556" name="Google Shape;556;p24"/>
          <p:cNvSpPr txBox="1">
            <a:spLocks noGrp="1"/>
          </p:cNvSpPr>
          <p:nvPr>
            <p:ph type="title" hasCustomPrompt="1"/>
          </p:nvPr>
        </p:nvSpPr>
        <p:spPr>
          <a:xfrm>
            <a:off x="713225" y="726963"/>
            <a:ext cx="3720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4"/>
          <p:cNvSpPr txBox="1">
            <a:spLocks noGrp="1"/>
          </p:cNvSpPr>
          <p:nvPr>
            <p:ph type="subTitle" idx="1"/>
          </p:nvPr>
        </p:nvSpPr>
        <p:spPr>
          <a:xfrm>
            <a:off x="713225" y="1415887"/>
            <a:ext cx="3720900" cy="416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58" name="Google Shape;558;p24"/>
          <p:cNvSpPr txBox="1">
            <a:spLocks noGrp="1"/>
          </p:cNvSpPr>
          <p:nvPr>
            <p:ph type="title" idx="2" hasCustomPrompt="1"/>
          </p:nvPr>
        </p:nvSpPr>
        <p:spPr>
          <a:xfrm>
            <a:off x="4709742" y="726965"/>
            <a:ext cx="3720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9" name="Google Shape;559;p24"/>
          <p:cNvSpPr txBox="1">
            <a:spLocks noGrp="1"/>
          </p:cNvSpPr>
          <p:nvPr>
            <p:ph type="subTitle" idx="3"/>
          </p:nvPr>
        </p:nvSpPr>
        <p:spPr>
          <a:xfrm>
            <a:off x="4709742" y="1415886"/>
            <a:ext cx="3720900" cy="416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60" name="Google Shape;560;p24"/>
          <p:cNvSpPr/>
          <p:nvPr/>
        </p:nvSpPr>
        <p:spPr>
          <a:xfrm>
            <a:off x="-26975" y="4832400"/>
            <a:ext cx="9198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61"/>
        <p:cNvGrpSpPr/>
        <p:nvPr/>
      </p:nvGrpSpPr>
      <p:grpSpPr>
        <a:xfrm>
          <a:off x="0" y="0"/>
          <a:ext cx="0" cy="0"/>
          <a:chOff x="0" y="0"/>
          <a:chExt cx="0" cy="0"/>
        </a:xfrm>
      </p:grpSpPr>
      <p:grpSp>
        <p:nvGrpSpPr>
          <p:cNvPr id="562" name="Google Shape;562;p25"/>
          <p:cNvGrpSpPr/>
          <p:nvPr/>
        </p:nvGrpSpPr>
        <p:grpSpPr>
          <a:xfrm>
            <a:off x="-26975" y="-12925"/>
            <a:ext cx="9197950" cy="5169325"/>
            <a:chOff x="-50" y="-12925"/>
            <a:chExt cx="9144000" cy="5169325"/>
          </a:xfrm>
        </p:grpSpPr>
        <p:sp>
          <p:nvSpPr>
            <p:cNvPr id="563" name="Google Shape;563;p25"/>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564" name="Google Shape;564;p25"/>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sp>
        <p:nvSpPr>
          <p:cNvPr id="565" name="Google Shape;565;p25"/>
          <p:cNvSpPr txBox="1">
            <a:spLocks noGrp="1"/>
          </p:cNvSpPr>
          <p:nvPr>
            <p:ph type="title" hasCustomPrompt="1"/>
          </p:nvPr>
        </p:nvSpPr>
        <p:spPr>
          <a:xfrm>
            <a:off x="1518800" y="2663425"/>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66" name="Google Shape;566;p25"/>
          <p:cNvSpPr txBox="1">
            <a:spLocks noGrp="1"/>
          </p:cNvSpPr>
          <p:nvPr>
            <p:ph type="subTitle" idx="1"/>
          </p:nvPr>
        </p:nvSpPr>
        <p:spPr>
          <a:xfrm>
            <a:off x="113165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67" name="Google Shape;567;p25"/>
          <p:cNvSpPr txBox="1">
            <a:spLocks noGrp="1"/>
          </p:cNvSpPr>
          <p:nvPr>
            <p:ph type="subTitle" idx="2"/>
          </p:nvPr>
        </p:nvSpPr>
        <p:spPr>
          <a:xfrm>
            <a:off x="113165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68" name="Google Shape;568;p25"/>
          <p:cNvSpPr txBox="1">
            <a:spLocks noGrp="1"/>
          </p:cNvSpPr>
          <p:nvPr>
            <p:ph type="title" idx="3" hasCustomPrompt="1"/>
          </p:nvPr>
        </p:nvSpPr>
        <p:spPr>
          <a:xfrm>
            <a:off x="3873100" y="2663425"/>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69" name="Google Shape;569;p25"/>
          <p:cNvSpPr txBox="1">
            <a:spLocks noGrp="1"/>
          </p:cNvSpPr>
          <p:nvPr>
            <p:ph type="subTitle" idx="4"/>
          </p:nvPr>
        </p:nvSpPr>
        <p:spPr>
          <a:xfrm>
            <a:off x="348540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70" name="Google Shape;570;p25"/>
          <p:cNvSpPr txBox="1">
            <a:spLocks noGrp="1"/>
          </p:cNvSpPr>
          <p:nvPr>
            <p:ph type="subTitle" idx="5"/>
          </p:nvPr>
        </p:nvSpPr>
        <p:spPr>
          <a:xfrm>
            <a:off x="348540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1" name="Google Shape;571;p25"/>
          <p:cNvSpPr txBox="1">
            <a:spLocks noGrp="1"/>
          </p:cNvSpPr>
          <p:nvPr>
            <p:ph type="title" idx="6" hasCustomPrompt="1"/>
          </p:nvPr>
        </p:nvSpPr>
        <p:spPr>
          <a:xfrm>
            <a:off x="6224525" y="2663425"/>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72" name="Google Shape;572;p25"/>
          <p:cNvSpPr txBox="1">
            <a:spLocks noGrp="1"/>
          </p:cNvSpPr>
          <p:nvPr>
            <p:ph type="subTitle" idx="7"/>
          </p:nvPr>
        </p:nvSpPr>
        <p:spPr>
          <a:xfrm>
            <a:off x="583915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73" name="Google Shape;573;p25"/>
          <p:cNvSpPr txBox="1">
            <a:spLocks noGrp="1"/>
          </p:cNvSpPr>
          <p:nvPr>
            <p:ph type="subTitle" idx="8"/>
          </p:nvPr>
        </p:nvSpPr>
        <p:spPr>
          <a:xfrm>
            <a:off x="583915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4" name="Google Shape;574;p25"/>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575" name="Google Shape;575;p25"/>
          <p:cNvGrpSpPr/>
          <p:nvPr/>
        </p:nvGrpSpPr>
        <p:grpSpPr>
          <a:xfrm>
            <a:off x="-664688" y="2768403"/>
            <a:ext cx="10663884" cy="2064093"/>
            <a:chOff x="-664688" y="2768403"/>
            <a:chExt cx="10663884" cy="2064093"/>
          </a:xfrm>
        </p:grpSpPr>
        <p:grpSp>
          <p:nvGrpSpPr>
            <p:cNvPr id="576" name="Google Shape;576;p25"/>
            <p:cNvGrpSpPr/>
            <p:nvPr/>
          </p:nvGrpSpPr>
          <p:grpSpPr>
            <a:xfrm flipH="1">
              <a:off x="-144133" y="3321103"/>
              <a:ext cx="1082629" cy="1511187"/>
              <a:chOff x="2034250" y="3068250"/>
              <a:chExt cx="999750" cy="1395500"/>
            </a:xfrm>
          </p:grpSpPr>
          <p:sp>
            <p:nvSpPr>
              <p:cNvPr id="577" name="Google Shape;577;p2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8" name="Google Shape;578;p2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9" name="Google Shape;579;p2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0" name="Google Shape;580;p2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1" name="Google Shape;581;p2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82" name="Google Shape;582;p25"/>
            <p:cNvGrpSpPr/>
            <p:nvPr/>
          </p:nvGrpSpPr>
          <p:grpSpPr>
            <a:xfrm>
              <a:off x="-664688" y="2919174"/>
              <a:ext cx="1503024" cy="1913264"/>
              <a:chOff x="511450" y="3191125"/>
              <a:chExt cx="999750" cy="1272625"/>
            </a:xfrm>
          </p:grpSpPr>
          <p:sp>
            <p:nvSpPr>
              <p:cNvPr id="583" name="Google Shape;583;p2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4" name="Google Shape;584;p2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5" name="Google Shape;585;p2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86" name="Google Shape;586;p25"/>
            <p:cNvGrpSpPr/>
            <p:nvPr/>
          </p:nvGrpSpPr>
          <p:grpSpPr>
            <a:xfrm>
              <a:off x="8272028" y="2768403"/>
              <a:ext cx="1727168" cy="2064093"/>
              <a:chOff x="4081975" y="3119725"/>
              <a:chExt cx="999750" cy="1194775"/>
            </a:xfrm>
          </p:grpSpPr>
          <p:sp>
            <p:nvSpPr>
              <p:cNvPr id="587" name="Google Shape;587;p25"/>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8" name="Google Shape;588;p25"/>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9" name="Google Shape;589;p25"/>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0" name="Google Shape;590;p25"/>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1" name="Google Shape;591;p25"/>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2" name="Google Shape;592;p25"/>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3" name="Google Shape;593;p25"/>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4" name="Google Shape;594;p25"/>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5" name="Google Shape;595;p25"/>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6" name="Google Shape;596;p25"/>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7" name="Google Shape;597;p25"/>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8" name="Google Shape;598;p25"/>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9" name="Google Shape;599;p25"/>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0" name="Google Shape;600;p25"/>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1" name="Google Shape;601;p25"/>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2" name="Google Shape;602;p25"/>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3" name="Google Shape;603;p25"/>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4" name="Google Shape;604;p25"/>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5" name="Google Shape;605;p25"/>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6" name="Google Shape;606;p25"/>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7" name="Google Shape;607;p25"/>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8" name="Google Shape;608;p25"/>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9" name="Google Shape;609;p25"/>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0" name="Google Shape;610;p25"/>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1" name="Google Shape;611;p25"/>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12" name="Google Shape;612;p25"/>
            <p:cNvGrpSpPr/>
            <p:nvPr/>
          </p:nvGrpSpPr>
          <p:grpSpPr>
            <a:xfrm flipH="1">
              <a:off x="8205507" y="3462380"/>
              <a:ext cx="1122419" cy="1370031"/>
              <a:chOff x="2530500" y="1412150"/>
              <a:chExt cx="999750" cy="1220300"/>
            </a:xfrm>
          </p:grpSpPr>
          <p:sp>
            <p:nvSpPr>
              <p:cNvPr id="613" name="Google Shape;613;p2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4" name="Google Shape;614;p2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5" name="Google Shape;615;p2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6" name="Google Shape;616;p2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617"/>
        <p:cNvGrpSpPr/>
        <p:nvPr/>
      </p:nvGrpSpPr>
      <p:grpSpPr>
        <a:xfrm>
          <a:off x="0" y="0"/>
          <a:ext cx="0" cy="0"/>
          <a:chOff x="0" y="0"/>
          <a:chExt cx="0" cy="0"/>
        </a:xfrm>
      </p:grpSpPr>
      <p:sp>
        <p:nvSpPr>
          <p:cNvPr id="618" name="Google Shape;618;p26"/>
          <p:cNvSpPr txBox="1">
            <a:spLocks noGrp="1"/>
          </p:cNvSpPr>
          <p:nvPr>
            <p:ph type="title"/>
          </p:nvPr>
        </p:nvSpPr>
        <p:spPr>
          <a:xfrm flipH="1">
            <a:off x="1826800" y="539500"/>
            <a:ext cx="3838200" cy="1511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19" name="Google Shape;619;p26"/>
          <p:cNvSpPr txBox="1">
            <a:spLocks noGrp="1"/>
          </p:cNvSpPr>
          <p:nvPr>
            <p:ph type="title" idx="2" hasCustomPrompt="1"/>
          </p:nvPr>
        </p:nvSpPr>
        <p:spPr>
          <a:xfrm flipH="1">
            <a:off x="5665000" y="98665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20" name="Google Shape;620;p26"/>
          <p:cNvSpPr txBox="1">
            <a:spLocks noGrp="1"/>
          </p:cNvSpPr>
          <p:nvPr>
            <p:ph type="subTitle" idx="1"/>
          </p:nvPr>
        </p:nvSpPr>
        <p:spPr>
          <a:xfrm flipH="1">
            <a:off x="1826800" y="1974700"/>
            <a:ext cx="3838200" cy="375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21" name="Google Shape;621;p26"/>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58"/>
        <p:cNvGrpSpPr/>
        <p:nvPr/>
      </p:nvGrpSpPr>
      <p:grpSpPr>
        <a:xfrm>
          <a:off x="0" y="0"/>
          <a:ext cx="0" cy="0"/>
          <a:chOff x="0" y="0"/>
          <a:chExt cx="0" cy="0"/>
        </a:xfrm>
      </p:grpSpPr>
      <p:grpSp>
        <p:nvGrpSpPr>
          <p:cNvPr id="759" name="Google Shape;759;p30"/>
          <p:cNvGrpSpPr/>
          <p:nvPr/>
        </p:nvGrpSpPr>
        <p:grpSpPr>
          <a:xfrm>
            <a:off x="-26975" y="-12925"/>
            <a:ext cx="9197950" cy="5169325"/>
            <a:chOff x="-50" y="-12925"/>
            <a:chExt cx="9144000" cy="5169325"/>
          </a:xfrm>
        </p:grpSpPr>
        <p:sp>
          <p:nvSpPr>
            <p:cNvPr id="760" name="Google Shape;760;p30"/>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761" name="Google Shape;761;p30"/>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grpSp>
        <p:nvGrpSpPr>
          <p:cNvPr id="762" name="Google Shape;762;p30"/>
          <p:cNvGrpSpPr/>
          <p:nvPr/>
        </p:nvGrpSpPr>
        <p:grpSpPr>
          <a:xfrm>
            <a:off x="-793413" y="2919174"/>
            <a:ext cx="1503024" cy="1913264"/>
            <a:chOff x="511450" y="3191125"/>
            <a:chExt cx="999750" cy="1272625"/>
          </a:xfrm>
        </p:grpSpPr>
        <p:sp>
          <p:nvSpPr>
            <p:cNvPr id="763" name="Google Shape;763;p30"/>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30"/>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30"/>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66" name="Google Shape;766;p30"/>
          <p:cNvGrpSpPr/>
          <p:nvPr/>
        </p:nvGrpSpPr>
        <p:grpSpPr>
          <a:xfrm flipH="1">
            <a:off x="-177457" y="3672189"/>
            <a:ext cx="971457" cy="1160113"/>
            <a:chOff x="4245050" y="1417375"/>
            <a:chExt cx="999750" cy="1193900"/>
          </a:xfrm>
        </p:grpSpPr>
        <p:sp>
          <p:nvSpPr>
            <p:cNvPr id="767" name="Google Shape;767;p30"/>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30"/>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30"/>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30"/>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71" name="Google Shape;771;p30"/>
          <p:cNvGrpSpPr/>
          <p:nvPr/>
        </p:nvGrpSpPr>
        <p:grpSpPr>
          <a:xfrm>
            <a:off x="8563656" y="3607875"/>
            <a:ext cx="1024844" cy="1224764"/>
            <a:chOff x="4081975" y="3119725"/>
            <a:chExt cx="999750" cy="1194775"/>
          </a:xfrm>
        </p:grpSpPr>
        <p:sp>
          <p:nvSpPr>
            <p:cNvPr id="772" name="Google Shape;772;p30"/>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30"/>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30"/>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30"/>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30"/>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30"/>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30"/>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30"/>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30"/>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1" name="Google Shape;781;p30"/>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2" name="Google Shape;782;p30"/>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30"/>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4" name="Google Shape;784;p30"/>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5" name="Google Shape;785;p30"/>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6" name="Google Shape;786;p30"/>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7" name="Google Shape;787;p30"/>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8" name="Google Shape;788;p30"/>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9" name="Google Shape;789;p30"/>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0" name="Google Shape;790;p30"/>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1" name="Google Shape;791;p30"/>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2" name="Google Shape;792;p30"/>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3" name="Google Shape;793;p30"/>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4" name="Google Shape;794;p30"/>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30"/>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6" name="Google Shape;796;p30"/>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97" name="Google Shape;797;p30"/>
          <p:cNvGrpSpPr/>
          <p:nvPr/>
        </p:nvGrpSpPr>
        <p:grpSpPr>
          <a:xfrm flipH="1">
            <a:off x="8451038" y="3104616"/>
            <a:ext cx="1415523" cy="1727492"/>
            <a:chOff x="5687100" y="3067925"/>
            <a:chExt cx="999875" cy="1220325"/>
          </a:xfrm>
        </p:grpSpPr>
        <p:sp>
          <p:nvSpPr>
            <p:cNvPr id="798" name="Google Shape;798;p30"/>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30"/>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30"/>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1" name="Google Shape;801;p30"/>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2" name="Google Shape;802;p30"/>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3" name="Google Shape;803;p30"/>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4" name="Google Shape;804;p30"/>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05"/>
        <p:cNvGrpSpPr/>
        <p:nvPr/>
      </p:nvGrpSpPr>
      <p:grpSpPr>
        <a:xfrm>
          <a:off x="0" y="0"/>
          <a:ext cx="0" cy="0"/>
          <a:chOff x="0" y="0"/>
          <a:chExt cx="0" cy="0"/>
        </a:xfrm>
      </p:grpSpPr>
      <p:grpSp>
        <p:nvGrpSpPr>
          <p:cNvPr id="806" name="Google Shape;806;p31"/>
          <p:cNvGrpSpPr/>
          <p:nvPr/>
        </p:nvGrpSpPr>
        <p:grpSpPr>
          <a:xfrm>
            <a:off x="-1046536" y="2253335"/>
            <a:ext cx="2684687" cy="2579149"/>
            <a:chOff x="-1046536" y="2253335"/>
            <a:chExt cx="2684687" cy="2579149"/>
          </a:xfrm>
        </p:grpSpPr>
        <p:grpSp>
          <p:nvGrpSpPr>
            <p:cNvPr id="807" name="Google Shape;807;p31"/>
            <p:cNvGrpSpPr/>
            <p:nvPr/>
          </p:nvGrpSpPr>
          <p:grpSpPr>
            <a:xfrm>
              <a:off x="-1046536" y="2253335"/>
              <a:ext cx="2025993" cy="2578975"/>
              <a:chOff x="511450" y="3191125"/>
              <a:chExt cx="999750" cy="1272625"/>
            </a:xfrm>
          </p:grpSpPr>
          <p:sp>
            <p:nvSpPr>
              <p:cNvPr id="808" name="Google Shape;808;p31"/>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9" name="Google Shape;809;p31"/>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0" name="Google Shape;810;p31"/>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11" name="Google Shape;811;p31"/>
            <p:cNvGrpSpPr/>
            <p:nvPr/>
          </p:nvGrpSpPr>
          <p:grpSpPr>
            <a:xfrm flipH="1">
              <a:off x="484940" y="3455067"/>
              <a:ext cx="1153212" cy="1377164"/>
              <a:chOff x="4245050" y="1417375"/>
              <a:chExt cx="999750" cy="1193900"/>
            </a:xfrm>
          </p:grpSpPr>
          <p:sp>
            <p:nvSpPr>
              <p:cNvPr id="812" name="Google Shape;812;p31"/>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3" name="Google Shape;813;p31"/>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4" name="Google Shape;814;p31"/>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5" name="Google Shape;815;p31"/>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16" name="Google Shape;816;p31"/>
            <p:cNvGrpSpPr/>
            <p:nvPr/>
          </p:nvGrpSpPr>
          <p:grpSpPr>
            <a:xfrm flipH="1">
              <a:off x="-263503" y="2798122"/>
              <a:ext cx="1666683" cy="2034362"/>
              <a:chOff x="2530500" y="1412150"/>
              <a:chExt cx="999750" cy="1220300"/>
            </a:xfrm>
          </p:grpSpPr>
          <p:sp>
            <p:nvSpPr>
              <p:cNvPr id="817" name="Google Shape;817;p31"/>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8" name="Google Shape;818;p31"/>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9" name="Google Shape;819;p31"/>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0" name="Google Shape;820;p31"/>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21" name="Google Shape;821;p31"/>
          <p:cNvGrpSpPr/>
          <p:nvPr/>
        </p:nvGrpSpPr>
        <p:grpSpPr>
          <a:xfrm>
            <a:off x="7350078" y="2095401"/>
            <a:ext cx="2361418" cy="2737239"/>
            <a:chOff x="7350078" y="2095401"/>
            <a:chExt cx="2361418" cy="2737239"/>
          </a:xfrm>
        </p:grpSpPr>
        <p:grpSp>
          <p:nvGrpSpPr>
            <p:cNvPr id="822" name="Google Shape;822;p31"/>
            <p:cNvGrpSpPr/>
            <p:nvPr/>
          </p:nvGrpSpPr>
          <p:grpSpPr>
            <a:xfrm flipH="1">
              <a:off x="7450473" y="2095401"/>
              <a:ext cx="1960610" cy="2736715"/>
              <a:chOff x="2034250" y="3068250"/>
              <a:chExt cx="999750" cy="1395500"/>
            </a:xfrm>
          </p:grpSpPr>
          <p:sp>
            <p:nvSpPr>
              <p:cNvPr id="823" name="Google Shape;823;p31"/>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4" name="Google Shape;824;p31"/>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31"/>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6" name="Google Shape;826;p31"/>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7" name="Google Shape;827;p31"/>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28" name="Google Shape;828;p31"/>
            <p:cNvGrpSpPr/>
            <p:nvPr/>
          </p:nvGrpSpPr>
          <p:grpSpPr>
            <a:xfrm>
              <a:off x="7350078" y="3118726"/>
              <a:ext cx="1403949" cy="1713667"/>
              <a:chOff x="2530500" y="1412150"/>
              <a:chExt cx="999750" cy="1220300"/>
            </a:xfrm>
          </p:grpSpPr>
          <p:sp>
            <p:nvSpPr>
              <p:cNvPr id="829" name="Google Shape;829;p31"/>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0" name="Google Shape;830;p31"/>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1" name="Google Shape;831;p31"/>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2" name="Google Shape;832;p31"/>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33" name="Google Shape;833;p31"/>
            <p:cNvGrpSpPr/>
            <p:nvPr/>
          </p:nvGrpSpPr>
          <p:grpSpPr>
            <a:xfrm flipH="1">
              <a:off x="8252961" y="2976008"/>
              <a:ext cx="1458535" cy="1856633"/>
              <a:chOff x="511450" y="3191125"/>
              <a:chExt cx="999750" cy="1272625"/>
            </a:xfrm>
          </p:grpSpPr>
          <p:sp>
            <p:nvSpPr>
              <p:cNvPr id="834" name="Google Shape;834;p31"/>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5" name="Google Shape;835;p31"/>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6" name="Google Shape;836;p31"/>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37" name="Google Shape;837;p31"/>
          <p:cNvGrpSpPr/>
          <p:nvPr/>
        </p:nvGrpSpPr>
        <p:grpSpPr>
          <a:xfrm>
            <a:off x="-26975" y="-12925"/>
            <a:ext cx="9197950" cy="5169325"/>
            <a:chOff x="-50" y="-12925"/>
            <a:chExt cx="9144000" cy="5169325"/>
          </a:xfrm>
        </p:grpSpPr>
        <p:sp>
          <p:nvSpPr>
            <p:cNvPr id="838" name="Google Shape;838;p31"/>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839" name="Google Shape;839;p31"/>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Be Vietnam Pro"/>
              <a:buNone/>
              <a:defRPr sz="3000" b="1">
                <a:solidFill>
                  <a:schemeClr val="dk1"/>
                </a:solidFill>
                <a:latin typeface="Be Vietnam Pro"/>
                <a:ea typeface="Be Vietnam Pro"/>
                <a:cs typeface="Be Vietnam Pro"/>
                <a:sym typeface="Be Vietnam Pro"/>
              </a:defRPr>
            </a:lvl1pPr>
            <a:lvl2pPr lvl="1"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2pPr>
            <a:lvl3pPr lvl="2"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3pPr>
            <a:lvl4pPr lvl="3"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4pPr>
            <a:lvl5pPr lvl="4"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5pPr>
            <a:lvl6pPr lvl="5"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6pPr>
            <a:lvl7pPr lvl="6"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7pPr>
            <a:lvl8pPr lvl="7"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8pPr>
            <a:lvl9pPr lvl="8"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59" r:id="rId5"/>
    <p:sldLayoutId id="2147483660" r:id="rId6"/>
    <p:sldLayoutId id="2147483662" r:id="rId7"/>
    <p:sldLayoutId id="2147483664" r:id="rId8"/>
    <p:sldLayoutId id="2147483665" r:id="rId9"/>
    <p:sldLayoutId id="2147483670" r:id="rId10"/>
    <p:sldLayoutId id="2147483671" r:id="rId11"/>
    <p:sldLayoutId id="2147483672" r:id="rId12"/>
    <p:sldLayoutId id="2147483676" r:id="rId13"/>
    <p:sldLayoutId id="2147483677"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7.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35"/>
          <p:cNvSpPr/>
          <p:nvPr/>
        </p:nvSpPr>
        <p:spPr>
          <a:xfrm>
            <a:off x="0" y="-13751"/>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851" name="Google Shape;851;p35"/>
          <p:cNvSpPr txBox="1">
            <a:spLocks noGrp="1"/>
          </p:cNvSpPr>
          <p:nvPr>
            <p:ph type="ctrTitle"/>
          </p:nvPr>
        </p:nvSpPr>
        <p:spPr>
          <a:xfrm>
            <a:off x="911150" y="387100"/>
            <a:ext cx="7321800" cy="1610100"/>
          </a:xfrm>
          <a:prstGeom prst="rect">
            <a:avLst/>
          </a:prstGeom>
        </p:spPr>
        <p:txBody>
          <a:bodyPr spcFirstLastPara="1" wrap="square" lIns="91425" tIns="91425" rIns="91425" bIns="91425" anchor="b" anchorCtr="0">
            <a:noAutofit/>
          </a:bodyPr>
          <a:lstStyle/>
          <a:p>
            <a:pPr lvl="0"/>
            <a:r>
              <a:rPr lang="en-US" b="0" dirty="0">
                <a:solidFill>
                  <a:schemeClr val="lt1"/>
                </a:solidFill>
              </a:rPr>
              <a:t>L’adaption et L’intégration Sociale</a:t>
            </a:r>
            <a:endParaRPr b="0" dirty="0">
              <a:solidFill>
                <a:schemeClr val="lt1"/>
              </a:solidFill>
            </a:endParaRPr>
          </a:p>
        </p:txBody>
      </p:sp>
      <p:sp>
        <p:nvSpPr>
          <p:cNvPr id="852" name="Google Shape;852;p35"/>
          <p:cNvSpPr txBox="1">
            <a:spLocks noGrp="1"/>
          </p:cNvSpPr>
          <p:nvPr>
            <p:ph type="subTitle" idx="1"/>
          </p:nvPr>
        </p:nvSpPr>
        <p:spPr>
          <a:xfrm>
            <a:off x="1817696" y="2031326"/>
            <a:ext cx="5507934"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Presentation Par Ahmad Boulad et Mohamad-Jamil Naous</a:t>
            </a:r>
            <a:endParaRPr dirty="0"/>
          </a:p>
        </p:txBody>
      </p:sp>
      <p:grpSp>
        <p:nvGrpSpPr>
          <p:cNvPr id="853" name="Google Shape;853;p35"/>
          <p:cNvGrpSpPr/>
          <p:nvPr/>
        </p:nvGrpSpPr>
        <p:grpSpPr>
          <a:xfrm>
            <a:off x="-206863" y="2660034"/>
            <a:ext cx="9287610" cy="2172498"/>
            <a:chOff x="-206863" y="2660034"/>
            <a:chExt cx="9287610" cy="2172498"/>
          </a:xfrm>
        </p:grpSpPr>
        <p:grpSp>
          <p:nvGrpSpPr>
            <p:cNvPr id="854" name="Google Shape;854;p35"/>
            <p:cNvGrpSpPr/>
            <p:nvPr/>
          </p:nvGrpSpPr>
          <p:grpSpPr>
            <a:xfrm>
              <a:off x="932729" y="3321103"/>
              <a:ext cx="1082629" cy="1511187"/>
              <a:chOff x="2034250" y="3068250"/>
              <a:chExt cx="999750" cy="1395500"/>
            </a:xfrm>
          </p:grpSpPr>
          <p:sp>
            <p:nvSpPr>
              <p:cNvPr id="855" name="Google Shape;855;p3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6" name="Google Shape;856;p3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7" name="Google Shape;857;p3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8" name="Google Shape;858;p3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9" name="Google Shape;859;p3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60" name="Google Shape;860;p35"/>
            <p:cNvGrpSpPr/>
            <p:nvPr/>
          </p:nvGrpSpPr>
          <p:grpSpPr>
            <a:xfrm>
              <a:off x="2568503" y="2768403"/>
              <a:ext cx="1727168" cy="2064093"/>
              <a:chOff x="4081975" y="3119725"/>
              <a:chExt cx="999750" cy="1194775"/>
            </a:xfrm>
          </p:grpSpPr>
          <p:sp>
            <p:nvSpPr>
              <p:cNvPr id="861" name="Google Shape;861;p35"/>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2" name="Google Shape;862;p35"/>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3" name="Google Shape;863;p35"/>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4" name="Google Shape;864;p35"/>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5" name="Google Shape;865;p35"/>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6" name="Google Shape;866;p35"/>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7" name="Google Shape;867;p35"/>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8" name="Google Shape;868;p35"/>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9" name="Google Shape;869;p35"/>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0" name="Google Shape;870;p35"/>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1" name="Google Shape;871;p35"/>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2" name="Google Shape;872;p35"/>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3" name="Google Shape;873;p35"/>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4" name="Google Shape;874;p35"/>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5" name="Google Shape;875;p35"/>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6" name="Google Shape;876;p35"/>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7" name="Google Shape;877;p35"/>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8" name="Google Shape;878;p35"/>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9" name="Google Shape;879;p35"/>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0" name="Google Shape;880;p35"/>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1" name="Google Shape;881;p35"/>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35"/>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3" name="Google Shape;883;p35"/>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4" name="Google Shape;884;p35"/>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5" name="Google Shape;885;p35"/>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86" name="Google Shape;886;p35"/>
            <p:cNvGrpSpPr/>
            <p:nvPr/>
          </p:nvGrpSpPr>
          <p:grpSpPr>
            <a:xfrm flipH="1">
              <a:off x="1717459" y="3118726"/>
              <a:ext cx="1403949" cy="1713667"/>
              <a:chOff x="2530500" y="1412150"/>
              <a:chExt cx="999750" cy="1220300"/>
            </a:xfrm>
          </p:grpSpPr>
          <p:sp>
            <p:nvSpPr>
              <p:cNvPr id="887" name="Google Shape;887;p3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3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9" name="Google Shape;889;p3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0" name="Google Shape;890;p3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1" name="Google Shape;891;p35"/>
            <p:cNvGrpSpPr/>
            <p:nvPr/>
          </p:nvGrpSpPr>
          <p:grpSpPr>
            <a:xfrm>
              <a:off x="-206863" y="2919174"/>
              <a:ext cx="1503024" cy="1913264"/>
              <a:chOff x="511450" y="3191125"/>
              <a:chExt cx="999750" cy="1272625"/>
            </a:xfrm>
          </p:grpSpPr>
          <p:sp>
            <p:nvSpPr>
              <p:cNvPr id="892" name="Google Shape;892;p3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3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3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5" name="Google Shape;895;p35"/>
            <p:cNvGrpSpPr/>
            <p:nvPr/>
          </p:nvGrpSpPr>
          <p:grpSpPr>
            <a:xfrm>
              <a:off x="4747000" y="2874936"/>
              <a:ext cx="1603800" cy="1957279"/>
              <a:chOff x="5687100" y="3067925"/>
              <a:chExt cx="999875" cy="1220325"/>
            </a:xfrm>
          </p:grpSpPr>
          <p:sp>
            <p:nvSpPr>
              <p:cNvPr id="896" name="Google Shape;896;p35"/>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35"/>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35"/>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35"/>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35"/>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35"/>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35"/>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03" name="Google Shape;903;p35"/>
            <p:cNvGrpSpPr/>
            <p:nvPr/>
          </p:nvGrpSpPr>
          <p:grpSpPr>
            <a:xfrm flipH="1">
              <a:off x="4086093" y="3672189"/>
              <a:ext cx="971457" cy="1160113"/>
              <a:chOff x="4245050" y="1417375"/>
              <a:chExt cx="999750" cy="1193900"/>
            </a:xfrm>
          </p:grpSpPr>
          <p:sp>
            <p:nvSpPr>
              <p:cNvPr id="904" name="Google Shape;904;p35"/>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35"/>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35"/>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35"/>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08" name="Google Shape;908;p35"/>
            <p:cNvGrpSpPr/>
            <p:nvPr/>
          </p:nvGrpSpPr>
          <p:grpSpPr>
            <a:xfrm>
              <a:off x="5808493" y="2919076"/>
              <a:ext cx="1370657" cy="1913231"/>
              <a:chOff x="2034250" y="3068250"/>
              <a:chExt cx="999750" cy="1395500"/>
            </a:xfrm>
          </p:grpSpPr>
          <p:sp>
            <p:nvSpPr>
              <p:cNvPr id="909" name="Google Shape;909;p3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3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3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3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3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14" name="Google Shape;914;p35"/>
            <p:cNvGrpSpPr/>
            <p:nvPr/>
          </p:nvGrpSpPr>
          <p:grpSpPr>
            <a:xfrm flipH="1">
              <a:off x="6670530" y="3118726"/>
              <a:ext cx="1403949" cy="1713667"/>
              <a:chOff x="2530500" y="1412150"/>
              <a:chExt cx="999750" cy="1220300"/>
            </a:xfrm>
          </p:grpSpPr>
          <p:sp>
            <p:nvSpPr>
              <p:cNvPr id="915" name="Google Shape;915;p3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3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3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3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19" name="Google Shape;919;p35"/>
            <p:cNvGrpSpPr/>
            <p:nvPr/>
          </p:nvGrpSpPr>
          <p:grpSpPr>
            <a:xfrm>
              <a:off x="7374073" y="2660034"/>
              <a:ext cx="1706673" cy="2172498"/>
              <a:chOff x="511450" y="3191125"/>
              <a:chExt cx="999750" cy="1272625"/>
            </a:xfrm>
          </p:grpSpPr>
          <p:sp>
            <p:nvSpPr>
              <p:cNvPr id="920" name="Google Shape;920;p3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3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3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dirty="0"/>
          </a:p>
        </p:txBody>
      </p:sp>
      <p:sp>
        <p:nvSpPr>
          <p:cNvPr id="942" name="Google Shape;942;p37"/>
          <p:cNvSpPr txBox="1">
            <a:spLocks noGrp="1"/>
          </p:cNvSpPr>
          <p:nvPr>
            <p:ph type="title" idx="6"/>
          </p:nvPr>
        </p:nvSpPr>
        <p:spPr>
          <a:xfrm>
            <a:off x="1505400"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dirty="0"/>
          </a:p>
        </p:txBody>
      </p:sp>
      <p:sp>
        <p:nvSpPr>
          <p:cNvPr id="943" name="Google Shape;943;p37"/>
          <p:cNvSpPr txBox="1">
            <a:spLocks noGrp="1"/>
          </p:cNvSpPr>
          <p:nvPr>
            <p:ph type="title" idx="7"/>
          </p:nvPr>
        </p:nvSpPr>
        <p:spPr>
          <a:xfrm>
            <a:off x="2684571" y="2965530"/>
            <a:ext cx="734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944" name="Google Shape;944;p37"/>
          <p:cNvSpPr txBox="1">
            <a:spLocks noGrp="1"/>
          </p:cNvSpPr>
          <p:nvPr>
            <p:ph type="title" idx="8"/>
          </p:nvPr>
        </p:nvSpPr>
        <p:spPr>
          <a:xfrm>
            <a:off x="4204671"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dirty="0"/>
          </a:p>
        </p:txBody>
      </p:sp>
      <p:sp>
        <p:nvSpPr>
          <p:cNvPr id="945" name="Google Shape;945;p37"/>
          <p:cNvSpPr txBox="1">
            <a:spLocks noGrp="1"/>
          </p:cNvSpPr>
          <p:nvPr>
            <p:ph type="title" idx="9"/>
          </p:nvPr>
        </p:nvSpPr>
        <p:spPr>
          <a:xfrm>
            <a:off x="5798904" y="300273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946" name="Google Shape;946;p37"/>
          <p:cNvSpPr txBox="1">
            <a:spLocks noGrp="1"/>
          </p:cNvSpPr>
          <p:nvPr>
            <p:ph type="title" idx="13"/>
          </p:nvPr>
        </p:nvSpPr>
        <p:spPr>
          <a:xfrm>
            <a:off x="6903949"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dirty="0"/>
          </a:p>
        </p:txBody>
      </p:sp>
      <p:sp>
        <p:nvSpPr>
          <p:cNvPr id="948" name="Google Shape;948;p37"/>
          <p:cNvSpPr txBox="1">
            <a:spLocks noGrp="1"/>
          </p:cNvSpPr>
          <p:nvPr>
            <p:ph type="subTitle" idx="15"/>
          </p:nvPr>
        </p:nvSpPr>
        <p:spPr>
          <a:xfrm>
            <a:off x="3419271" y="2132131"/>
            <a:ext cx="2305500" cy="484800"/>
          </a:xfrm>
          <a:prstGeom prst="rect">
            <a:avLst/>
          </a:prstGeom>
        </p:spPr>
        <p:txBody>
          <a:bodyPr spcFirstLastPara="1" wrap="square" lIns="91425" tIns="91425" rIns="91425" bIns="91425" anchor="b" anchorCtr="0">
            <a:noAutofit/>
          </a:bodyPr>
          <a:lstStyle/>
          <a:p>
            <a:pPr marL="0" lvl="0" indent="0"/>
            <a:r>
              <a:rPr lang="en-US" dirty="0"/>
              <a:t>Les Étapes Du Processus</a:t>
            </a:r>
            <a:endParaRPr dirty="0"/>
          </a:p>
        </p:txBody>
      </p:sp>
      <p:sp>
        <p:nvSpPr>
          <p:cNvPr id="949" name="Google Shape;949;p37"/>
          <p:cNvSpPr txBox="1">
            <a:spLocks noGrp="1"/>
          </p:cNvSpPr>
          <p:nvPr>
            <p:ph type="subTitle" idx="16"/>
          </p:nvPr>
        </p:nvSpPr>
        <p:spPr>
          <a:xfrm>
            <a:off x="5963225" y="1434812"/>
            <a:ext cx="2616148" cy="1586297"/>
          </a:xfrm>
          <a:prstGeom prst="rect">
            <a:avLst/>
          </a:prstGeom>
        </p:spPr>
        <p:txBody>
          <a:bodyPr spcFirstLastPara="1" wrap="square" lIns="91425" tIns="91425" rIns="91425" bIns="91425" anchor="b" anchorCtr="0">
            <a:noAutofit/>
          </a:bodyPr>
          <a:lstStyle/>
          <a:p>
            <a:pPr marL="0" lvl="0" indent="0"/>
            <a:r>
              <a:rPr lang="fr-FR" dirty="0"/>
              <a:t>Les Agents De l'intégration Sociale</a:t>
            </a:r>
            <a:endParaRPr dirty="0"/>
          </a:p>
        </p:txBody>
      </p:sp>
      <p:sp>
        <p:nvSpPr>
          <p:cNvPr id="950" name="Google Shape;950;p37"/>
          <p:cNvSpPr txBox="1">
            <a:spLocks noGrp="1"/>
          </p:cNvSpPr>
          <p:nvPr>
            <p:ph type="subTitle" idx="17"/>
          </p:nvPr>
        </p:nvSpPr>
        <p:spPr>
          <a:xfrm>
            <a:off x="1314179" y="3101223"/>
            <a:ext cx="3548572" cy="1609725"/>
          </a:xfrm>
          <a:prstGeom prst="rect">
            <a:avLst/>
          </a:prstGeom>
        </p:spPr>
        <p:txBody>
          <a:bodyPr spcFirstLastPara="1" wrap="square" lIns="91425" tIns="91425" rIns="91425" bIns="91425" anchor="b" anchorCtr="0">
            <a:noAutofit/>
          </a:bodyPr>
          <a:lstStyle/>
          <a:p>
            <a:pPr marL="0" lvl="0" indent="0"/>
            <a:r>
              <a:rPr lang="fr-FR" dirty="0"/>
              <a:t>Pourquoi l'intégration Sociale Est-elle Importante ?</a:t>
            </a:r>
            <a:endParaRPr dirty="0"/>
          </a:p>
        </p:txBody>
      </p:sp>
      <p:sp>
        <p:nvSpPr>
          <p:cNvPr id="951" name="Google Shape;951;p37"/>
          <p:cNvSpPr txBox="1">
            <a:spLocks noGrp="1"/>
          </p:cNvSpPr>
          <p:nvPr>
            <p:ph type="subTitle" idx="18"/>
          </p:nvPr>
        </p:nvSpPr>
        <p:spPr>
          <a:xfrm>
            <a:off x="5037621" y="3838284"/>
            <a:ext cx="2305500" cy="484800"/>
          </a:xfrm>
          <a:prstGeom prst="rect">
            <a:avLst/>
          </a:prstGeom>
        </p:spPr>
        <p:txBody>
          <a:bodyPr spcFirstLastPara="1" wrap="square" lIns="91425" tIns="91425" rIns="91425" bIns="91425" anchor="b" anchorCtr="0">
            <a:noAutofit/>
          </a:bodyPr>
          <a:lstStyle/>
          <a:p>
            <a:pPr marL="0" lvl="0" indent="0"/>
            <a:r>
              <a:rPr lang="en-US" dirty="0"/>
              <a:t>Exemples Au Liban</a:t>
            </a:r>
            <a:endParaRPr dirty="0"/>
          </a:p>
        </p:txBody>
      </p:sp>
      <p:grpSp>
        <p:nvGrpSpPr>
          <p:cNvPr id="952" name="Google Shape;952;p37"/>
          <p:cNvGrpSpPr/>
          <p:nvPr/>
        </p:nvGrpSpPr>
        <p:grpSpPr>
          <a:xfrm>
            <a:off x="429106" y="3214956"/>
            <a:ext cx="8239083" cy="1617436"/>
            <a:chOff x="429106" y="3214956"/>
            <a:chExt cx="8239083" cy="1617436"/>
          </a:xfrm>
        </p:grpSpPr>
        <p:grpSp>
          <p:nvGrpSpPr>
            <p:cNvPr id="953" name="Google Shape;953;p37"/>
            <p:cNvGrpSpPr/>
            <p:nvPr/>
          </p:nvGrpSpPr>
          <p:grpSpPr>
            <a:xfrm>
              <a:off x="429106" y="3247801"/>
              <a:ext cx="1135216" cy="1584590"/>
              <a:chOff x="2034250" y="3068250"/>
              <a:chExt cx="999750" cy="1395500"/>
            </a:xfrm>
          </p:grpSpPr>
          <p:sp>
            <p:nvSpPr>
              <p:cNvPr id="954" name="Google Shape;954;p37"/>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5" name="Google Shape;955;p37"/>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6" name="Google Shape;956;p37"/>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7" name="Google Shape;957;p37"/>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8" name="Google Shape;958;p37"/>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59" name="Google Shape;959;p37"/>
            <p:cNvGrpSpPr/>
            <p:nvPr/>
          </p:nvGrpSpPr>
          <p:grpSpPr>
            <a:xfrm flipH="1">
              <a:off x="7343121" y="3214956"/>
              <a:ext cx="1325069" cy="1617386"/>
              <a:chOff x="2530500" y="1412150"/>
              <a:chExt cx="999750" cy="1220300"/>
            </a:xfrm>
          </p:grpSpPr>
          <p:sp>
            <p:nvSpPr>
              <p:cNvPr id="960" name="Google Shape;960;p37"/>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1" name="Google Shape;961;p37"/>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2" name="Google Shape;962;p37"/>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3" name="Google Shape;963;p37"/>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6" name="Google Shape;938;p37">
            <a:extLst>
              <a:ext uri="{FF2B5EF4-FFF2-40B4-BE49-F238E27FC236}">
                <a16:creationId xmlns:a16="http://schemas.microsoft.com/office/drawing/2014/main" id="{249F2386-6B8F-F809-A67E-C3D3A165215B}"/>
              </a:ext>
            </a:extLst>
          </p:cNvPr>
          <p:cNvSpPr txBox="1">
            <a:spLocks noGrp="1"/>
          </p:cNvSpPr>
          <p:nvPr>
            <p:ph type="subTitle" idx="1"/>
          </p:nvPr>
        </p:nvSpPr>
        <p:spPr>
          <a:xfrm>
            <a:off x="719951" y="1559431"/>
            <a:ext cx="2305500" cy="572700"/>
          </a:xfrm>
          <a:prstGeom prst="rect">
            <a:avLst/>
          </a:prstGeom>
        </p:spPr>
        <p:txBody>
          <a:bodyPr spcFirstLastPara="1" wrap="square" lIns="91425" tIns="91425" rIns="91425" bIns="91425" anchor="t" anchorCtr="0">
            <a:noAutofit/>
          </a:bodyPr>
          <a:lstStyle/>
          <a:p>
            <a:pPr marL="0" lvl="0" indent="0"/>
            <a:r>
              <a:rPr lang="en-US" sz="2400" b="1" dirty="0"/>
              <a:t>Définition Générale</a:t>
            </a:r>
            <a:endParaRPr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39"/>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1045" name="Google Shape;1045;p39"/>
          <p:cNvSpPr txBox="1">
            <a:spLocks noGrp="1"/>
          </p:cNvSpPr>
          <p:nvPr>
            <p:ph type="title"/>
          </p:nvPr>
        </p:nvSpPr>
        <p:spPr>
          <a:xfrm>
            <a:off x="3437650" y="539500"/>
            <a:ext cx="3920700" cy="1511400"/>
          </a:xfrm>
          <a:prstGeom prst="rect">
            <a:avLst/>
          </a:prstGeom>
        </p:spPr>
        <p:txBody>
          <a:bodyPr spcFirstLastPara="1" wrap="square" lIns="91425" tIns="91425" rIns="91425" bIns="91425" anchor="b" anchorCtr="0">
            <a:noAutofit/>
          </a:bodyPr>
          <a:lstStyle/>
          <a:p>
            <a:pPr lvl="0"/>
            <a:r>
              <a:rPr lang="en-US" dirty="0"/>
              <a:t>Définition Générale</a:t>
            </a:r>
            <a:endParaRPr dirty="0"/>
          </a:p>
        </p:txBody>
      </p:sp>
      <p:sp>
        <p:nvSpPr>
          <p:cNvPr id="1046" name="Google Shape;1046;p39"/>
          <p:cNvSpPr txBox="1">
            <a:spLocks noGrp="1"/>
          </p:cNvSpPr>
          <p:nvPr>
            <p:ph type="title" idx="2"/>
          </p:nvPr>
        </p:nvSpPr>
        <p:spPr>
          <a:xfrm>
            <a:off x="178555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01</a:t>
            </a:r>
            <a:endParaRPr dirty="0">
              <a:solidFill>
                <a:schemeClr val="lt1"/>
              </a:solidFill>
            </a:endParaRPr>
          </a:p>
        </p:txBody>
      </p:sp>
      <p:grpSp>
        <p:nvGrpSpPr>
          <p:cNvPr id="1048" name="Google Shape;1048;p39"/>
          <p:cNvGrpSpPr/>
          <p:nvPr/>
        </p:nvGrpSpPr>
        <p:grpSpPr>
          <a:xfrm flipH="1">
            <a:off x="-100813" y="2660034"/>
            <a:ext cx="9287610" cy="2172498"/>
            <a:chOff x="-206863" y="2660034"/>
            <a:chExt cx="9287610" cy="2172498"/>
          </a:xfrm>
        </p:grpSpPr>
        <p:grpSp>
          <p:nvGrpSpPr>
            <p:cNvPr id="1049" name="Google Shape;1049;p39"/>
            <p:cNvGrpSpPr/>
            <p:nvPr/>
          </p:nvGrpSpPr>
          <p:grpSpPr>
            <a:xfrm>
              <a:off x="932729" y="3321103"/>
              <a:ext cx="1082629" cy="1511187"/>
              <a:chOff x="2034250" y="3068250"/>
              <a:chExt cx="999750" cy="1395500"/>
            </a:xfrm>
          </p:grpSpPr>
          <p:sp>
            <p:nvSpPr>
              <p:cNvPr id="1050" name="Google Shape;1050;p3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1" name="Google Shape;1051;p3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052;p3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3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3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5" name="Google Shape;1055;p39"/>
            <p:cNvGrpSpPr/>
            <p:nvPr/>
          </p:nvGrpSpPr>
          <p:grpSpPr>
            <a:xfrm>
              <a:off x="2568503" y="2768403"/>
              <a:ext cx="1727168" cy="2064093"/>
              <a:chOff x="4081975" y="3119725"/>
              <a:chExt cx="999750" cy="1194775"/>
            </a:xfrm>
          </p:grpSpPr>
          <p:sp>
            <p:nvSpPr>
              <p:cNvPr id="1056" name="Google Shape;1056;p39"/>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057;p39"/>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058;p39"/>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39"/>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39"/>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39"/>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39"/>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063;p39"/>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064;p39"/>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39"/>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39"/>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39"/>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39"/>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069;p39"/>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0" name="Google Shape;1070;p39"/>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071;p39"/>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072;p39"/>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3" name="Google Shape;1073;p39"/>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4" name="Google Shape;1074;p39"/>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5" name="Google Shape;1075;p39"/>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6" name="Google Shape;1076;p39"/>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7" name="Google Shape;1077;p39"/>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8" name="Google Shape;1078;p39"/>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9" name="Google Shape;1079;p39"/>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0" name="Google Shape;1080;p39"/>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81" name="Google Shape;1081;p39"/>
            <p:cNvGrpSpPr/>
            <p:nvPr/>
          </p:nvGrpSpPr>
          <p:grpSpPr>
            <a:xfrm flipH="1">
              <a:off x="1717459" y="3118726"/>
              <a:ext cx="1403949" cy="1713667"/>
              <a:chOff x="2530500" y="1412150"/>
              <a:chExt cx="999750" cy="1220300"/>
            </a:xfrm>
          </p:grpSpPr>
          <p:sp>
            <p:nvSpPr>
              <p:cNvPr id="1082" name="Google Shape;1082;p3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3" name="Google Shape;1083;p3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4" name="Google Shape;1084;p3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5" name="Google Shape;1085;p3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86" name="Google Shape;1086;p39"/>
            <p:cNvGrpSpPr/>
            <p:nvPr/>
          </p:nvGrpSpPr>
          <p:grpSpPr>
            <a:xfrm>
              <a:off x="-206863" y="2919174"/>
              <a:ext cx="1503024" cy="1913264"/>
              <a:chOff x="511450" y="3191125"/>
              <a:chExt cx="999750" cy="1272625"/>
            </a:xfrm>
          </p:grpSpPr>
          <p:sp>
            <p:nvSpPr>
              <p:cNvPr id="1087" name="Google Shape;1087;p39"/>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8" name="Google Shape;1088;p39"/>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9" name="Google Shape;1089;p39"/>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90" name="Google Shape;1090;p39"/>
            <p:cNvGrpSpPr/>
            <p:nvPr/>
          </p:nvGrpSpPr>
          <p:grpSpPr>
            <a:xfrm>
              <a:off x="4747000" y="2874936"/>
              <a:ext cx="1603800" cy="1957279"/>
              <a:chOff x="5687100" y="3067925"/>
              <a:chExt cx="999875" cy="1220325"/>
            </a:xfrm>
          </p:grpSpPr>
          <p:sp>
            <p:nvSpPr>
              <p:cNvPr id="1091" name="Google Shape;1091;p39"/>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2" name="Google Shape;1092;p39"/>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3" name="Google Shape;1093;p39"/>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4" name="Google Shape;1094;p39"/>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5" name="Google Shape;1095;p39"/>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6" name="Google Shape;1096;p39"/>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7" name="Google Shape;1097;p39"/>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98" name="Google Shape;1098;p39"/>
            <p:cNvGrpSpPr/>
            <p:nvPr/>
          </p:nvGrpSpPr>
          <p:grpSpPr>
            <a:xfrm flipH="1">
              <a:off x="4086093" y="3672189"/>
              <a:ext cx="971457" cy="1160113"/>
              <a:chOff x="4245050" y="1417375"/>
              <a:chExt cx="999750" cy="1193900"/>
            </a:xfrm>
          </p:grpSpPr>
          <p:sp>
            <p:nvSpPr>
              <p:cNvPr id="1099" name="Google Shape;1099;p39"/>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0" name="Google Shape;1100;p39"/>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1" name="Google Shape;1101;p39"/>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2" name="Google Shape;1102;p39"/>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03" name="Google Shape;1103;p39"/>
            <p:cNvGrpSpPr/>
            <p:nvPr/>
          </p:nvGrpSpPr>
          <p:grpSpPr>
            <a:xfrm>
              <a:off x="5808493" y="2919076"/>
              <a:ext cx="1370657" cy="1913231"/>
              <a:chOff x="2034250" y="3068250"/>
              <a:chExt cx="999750" cy="1395500"/>
            </a:xfrm>
          </p:grpSpPr>
          <p:sp>
            <p:nvSpPr>
              <p:cNvPr id="1104" name="Google Shape;1104;p3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5" name="Google Shape;1105;p3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6" name="Google Shape;1106;p3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7" name="Google Shape;1107;p3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8" name="Google Shape;1108;p3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09" name="Google Shape;1109;p39"/>
            <p:cNvGrpSpPr/>
            <p:nvPr/>
          </p:nvGrpSpPr>
          <p:grpSpPr>
            <a:xfrm flipH="1">
              <a:off x="6670530" y="3118726"/>
              <a:ext cx="1403949" cy="1713667"/>
              <a:chOff x="2530500" y="1412150"/>
              <a:chExt cx="999750" cy="1220300"/>
            </a:xfrm>
          </p:grpSpPr>
          <p:sp>
            <p:nvSpPr>
              <p:cNvPr id="1110" name="Google Shape;1110;p3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1" name="Google Shape;1111;p3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2" name="Google Shape;1112;p3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3" name="Google Shape;1113;p3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14" name="Google Shape;1114;p39"/>
            <p:cNvGrpSpPr/>
            <p:nvPr/>
          </p:nvGrpSpPr>
          <p:grpSpPr>
            <a:xfrm>
              <a:off x="7374073" y="2660034"/>
              <a:ext cx="1706673" cy="2172498"/>
              <a:chOff x="511450" y="3191125"/>
              <a:chExt cx="999750" cy="1272625"/>
            </a:xfrm>
          </p:grpSpPr>
          <p:sp>
            <p:nvSpPr>
              <p:cNvPr id="1115" name="Google Shape;1115;p39"/>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6" name="Google Shape;1116;p39"/>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7" name="Google Shape;1117;p39"/>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3" name="Google Shape;1123;p40"/>
          <p:cNvSpPr txBox="1">
            <a:spLocks noGrp="1"/>
          </p:cNvSpPr>
          <p:nvPr>
            <p:ph type="subTitle" idx="1"/>
          </p:nvPr>
        </p:nvSpPr>
        <p:spPr>
          <a:xfrm>
            <a:off x="4372257" y="2416428"/>
            <a:ext cx="3254100" cy="2420100"/>
          </a:xfrm>
          <a:prstGeom prst="rect">
            <a:avLst/>
          </a:prstGeom>
        </p:spPr>
        <p:txBody>
          <a:bodyPr spcFirstLastPara="1" wrap="square" lIns="91425" tIns="91425" rIns="91425" bIns="91425" anchor="ctr" anchorCtr="0">
            <a:noAutofit/>
          </a:bodyPr>
          <a:lstStyle/>
          <a:p>
            <a:pPr marL="0" lvl="0" indent="0"/>
            <a:r>
              <a:rPr lang="fr-FR" dirty="0"/>
              <a:t>Ce processus est étroitement lié à l’adaptation sociale, qui représente la capacité d’une personne à s’ajuster aux changements et aux exigences de la société. Grâce à l’adaptation, l’individu apprend à modifier son comportement, à respecter les différences, et à trouver un équilibre entre sa personnalité et les attentes du groupe.</a:t>
            </a:r>
            <a:endParaRPr dirty="0"/>
          </a:p>
        </p:txBody>
      </p:sp>
      <p:sp>
        <p:nvSpPr>
          <p:cNvPr id="1124" name="Google Shape;1124;p40"/>
          <p:cNvSpPr txBox="1">
            <a:spLocks noGrp="1"/>
          </p:cNvSpPr>
          <p:nvPr>
            <p:ph type="subTitle" idx="2"/>
          </p:nvPr>
        </p:nvSpPr>
        <p:spPr>
          <a:xfrm>
            <a:off x="1037861" y="369944"/>
            <a:ext cx="3254100" cy="2895666"/>
          </a:xfrm>
          <a:prstGeom prst="rect">
            <a:avLst/>
          </a:prstGeom>
        </p:spPr>
        <p:txBody>
          <a:bodyPr spcFirstLastPara="1" wrap="square" lIns="91425" tIns="91425" rIns="91425" bIns="91425" anchor="ctr" anchorCtr="0">
            <a:noAutofit/>
          </a:bodyPr>
          <a:lstStyle/>
          <a:p>
            <a:pPr marL="0" lvl="0" indent="0"/>
            <a:r>
              <a:rPr lang="fr-FR" dirty="0"/>
              <a:t>L’intégration sociale est un processus par lequel un individu s’insère, participe activement et s’adapte à la vie en société.Elle ne se limite pas à vivre au sein d’un groupe, mais consiste à adopter ses valeurs, ses normes et ses règles de conduite afin de pouvoir y agir de manière harmonieuse. C’est un processus continu qui permet à chacun de trouver sa place dans le groupe social.</a:t>
            </a:r>
            <a:endParaRPr dirty="0"/>
          </a:p>
        </p:txBody>
      </p:sp>
      <p:grpSp>
        <p:nvGrpSpPr>
          <p:cNvPr id="1125" name="Google Shape;1125;p40"/>
          <p:cNvGrpSpPr/>
          <p:nvPr/>
        </p:nvGrpSpPr>
        <p:grpSpPr>
          <a:xfrm>
            <a:off x="0" y="3341422"/>
            <a:ext cx="8808148" cy="1491155"/>
            <a:chOff x="0" y="3341422"/>
            <a:chExt cx="8808148" cy="1491155"/>
          </a:xfrm>
        </p:grpSpPr>
        <p:grpSp>
          <p:nvGrpSpPr>
            <p:cNvPr id="1126" name="Google Shape;1126;p40"/>
            <p:cNvGrpSpPr/>
            <p:nvPr/>
          </p:nvGrpSpPr>
          <p:grpSpPr>
            <a:xfrm flipH="1">
              <a:off x="7560660" y="3341422"/>
              <a:ext cx="1247488" cy="1490960"/>
              <a:chOff x="4081975" y="3119725"/>
              <a:chExt cx="999750" cy="1194775"/>
            </a:xfrm>
          </p:grpSpPr>
          <p:sp>
            <p:nvSpPr>
              <p:cNvPr id="1127" name="Google Shape;1127;p40"/>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8" name="Google Shape;1128;p40"/>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9" name="Google Shape;1129;p40"/>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0" name="Google Shape;1130;p40"/>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1" name="Google Shape;1131;p40"/>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2" name="Google Shape;1132;p40"/>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3" name="Google Shape;1133;p40"/>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4" name="Google Shape;1134;p40"/>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5" name="Google Shape;1135;p40"/>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6" name="Google Shape;1136;p40"/>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7" name="Google Shape;1137;p40"/>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8" name="Google Shape;1138;p40"/>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9" name="Google Shape;1139;p40"/>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0" name="Google Shape;1140;p40"/>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1" name="Google Shape;1141;p40"/>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2" name="Google Shape;1142;p40"/>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3" name="Google Shape;1143;p40"/>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4" name="Google Shape;1144;p40"/>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5" name="Google Shape;1145;p40"/>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6" name="Google Shape;1146;p40"/>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7" name="Google Shape;1147;p40"/>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8" name="Google Shape;1148;p40"/>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9" name="Google Shape;1149;p40"/>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0" name="Google Shape;1150;p40"/>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1" name="Google Shape;1151;p40"/>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52" name="Google Shape;1152;p40"/>
            <p:cNvGrpSpPr/>
            <p:nvPr/>
          </p:nvGrpSpPr>
          <p:grpSpPr>
            <a:xfrm>
              <a:off x="0" y="3341584"/>
              <a:ext cx="1221647" cy="1490993"/>
              <a:chOff x="5687100" y="3067925"/>
              <a:chExt cx="999875" cy="1220325"/>
            </a:xfrm>
          </p:grpSpPr>
          <p:sp>
            <p:nvSpPr>
              <p:cNvPr id="1153" name="Google Shape;1153;p40"/>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0"/>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0"/>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0"/>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0"/>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0"/>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0"/>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pic>
        <p:nvPicPr>
          <p:cNvPr id="1026" name="Picture 2" descr="L' Inclusion Sociale : une société moderne - Équilibre Ergonomie">
            <a:extLst>
              <a:ext uri="{FF2B5EF4-FFF2-40B4-BE49-F238E27FC236}">
                <a16:creationId xmlns:a16="http://schemas.microsoft.com/office/drawing/2014/main" id="{E2A17755-2433-AEB4-9736-192AF9ACB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69944"/>
            <a:ext cx="2916667" cy="19460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verse people holding hands around the world - holding hands around globe stock illustrations">
            <a:extLst>
              <a:ext uri="{FF2B5EF4-FFF2-40B4-BE49-F238E27FC236}">
                <a16:creationId xmlns:a16="http://schemas.microsoft.com/office/drawing/2014/main" id="{D9B5345F-C747-9C88-7B4D-CCDC30BC0436}"/>
              </a:ext>
            </a:extLst>
          </p:cNvPr>
          <p:cNvPicPr>
            <a:picLocks noChangeAspect="1" noChangeArrowheads="1"/>
          </p:cNvPicPr>
          <p:nvPr/>
        </p:nvPicPr>
        <p:blipFill>
          <a:blip r:embed="rId4">
            <a:alphaModFix amt="97000"/>
            <a:extLst>
              <a:ext uri="{28A0092B-C50C-407E-A947-70E740481C1C}">
                <a14:useLocalDpi xmlns:a14="http://schemas.microsoft.com/office/drawing/2010/main" val="0"/>
              </a:ext>
            </a:extLst>
          </a:blip>
          <a:srcRect/>
          <a:stretch>
            <a:fillRect/>
          </a:stretch>
        </p:blipFill>
        <p:spPr bwMode="auto">
          <a:xfrm>
            <a:off x="1740779" y="3163414"/>
            <a:ext cx="1626587" cy="1613144"/>
          </a:xfrm>
          <a:prstGeom prst="rect">
            <a:avLst/>
          </a:prstGeom>
          <a:noFill/>
          <a:effectLst>
            <a:softEdge rad="508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44"/>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1261" name="Google Shape;1261;p44"/>
          <p:cNvSpPr txBox="1">
            <a:spLocks noGrp="1"/>
          </p:cNvSpPr>
          <p:nvPr>
            <p:ph type="title"/>
          </p:nvPr>
        </p:nvSpPr>
        <p:spPr>
          <a:xfrm flipH="1">
            <a:off x="1132114" y="682894"/>
            <a:ext cx="4532886" cy="1511400"/>
          </a:xfrm>
          <a:prstGeom prst="rect">
            <a:avLst/>
          </a:prstGeom>
        </p:spPr>
        <p:txBody>
          <a:bodyPr spcFirstLastPara="1" wrap="square" lIns="91425" tIns="91425" rIns="91425" bIns="91425" anchor="b" anchorCtr="0">
            <a:noAutofit/>
          </a:bodyPr>
          <a:lstStyle/>
          <a:p>
            <a:pPr lvl="0"/>
            <a:r>
              <a:rPr lang="en-US" dirty="0"/>
              <a:t>Les Étapes Du Processus</a:t>
            </a:r>
            <a:endParaRPr dirty="0"/>
          </a:p>
        </p:txBody>
      </p:sp>
      <p:sp>
        <p:nvSpPr>
          <p:cNvPr id="1262" name="Google Shape;1262;p44"/>
          <p:cNvSpPr txBox="1">
            <a:spLocks noGrp="1"/>
          </p:cNvSpPr>
          <p:nvPr>
            <p:ph type="title" idx="2"/>
          </p:nvPr>
        </p:nvSpPr>
        <p:spPr>
          <a:xfrm flipH="1">
            <a:off x="566500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02</a:t>
            </a:r>
            <a:endParaRPr dirty="0">
              <a:solidFill>
                <a:schemeClr val="lt1"/>
              </a:solidFill>
            </a:endParaRPr>
          </a:p>
        </p:txBody>
      </p:sp>
      <p:grpSp>
        <p:nvGrpSpPr>
          <p:cNvPr id="1264" name="Google Shape;1264;p44"/>
          <p:cNvGrpSpPr/>
          <p:nvPr/>
        </p:nvGrpSpPr>
        <p:grpSpPr>
          <a:xfrm>
            <a:off x="-58" y="2593746"/>
            <a:ext cx="9186854" cy="2238948"/>
            <a:chOff x="-58" y="2593746"/>
            <a:chExt cx="9186854" cy="2238948"/>
          </a:xfrm>
        </p:grpSpPr>
        <p:grpSp>
          <p:nvGrpSpPr>
            <p:cNvPr id="1265" name="Google Shape;1265;p44"/>
            <p:cNvGrpSpPr/>
            <p:nvPr/>
          </p:nvGrpSpPr>
          <p:grpSpPr>
            <a:xfrm flipH="1">
              <a:off x="4313205" y="3007299"/>
              <a:ext cx="1307473" cy="1825035"/>
              <a:chOff x="2034250" y="3068250"/>
              <a:chExt cx="999750" cy="1395500"/>
            </a:xfrm>
          </p:grpSpPr>
          <p:sp>
            <p:nvSpPr>
              <p:cNvPr id="1266" name="Google Shape;1266;p44"/>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7" name="Google Shape;1267;p44"/>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8" name="Google Shape;1268;p44"/>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9" name="Google Shape;1269;p44"/>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0" name="Google Shape;1270;p44"/>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71" name="Google Shape;1271;p44"/>
            <p:cNvGrpSpPr/>
            <p:nvPr/>
          </p:nvGrpSpPr>
          <p:grpSpPr>
            <a:xfrm flipH="1">
              <a:off x="6202137" y="2768403"/>
              <a:ext cx="1727168" cy="2064093"/>
              <a:chOff x="4081975" y="3119725"/>
              <a:chExt cx="999750" cy="1194775"/>
            </a:xfrm>
          </p:grpSpPr>
          <p:sp>
            <p:nvSpPr>
              <p:cNvPr id="1272" name="Google Shape;1272;p44"/>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3" name="Google Shape;1273;p44"/>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4" name="Google Shape;1274;p44"/>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5" name="Google Shape;1275;p44"/>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6" name="Google Shape;1276;p44"/>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7" name="Google Shape;1277;p44"/>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8" name="Google Shape;1278;p44"/>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9" name="Google Shape;1279;p44"/>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0" name="Google Shape;1280;p44"/>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1" name="Google Shape;1281;p44"/>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44"/>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3" name="Google Shape;1283;p44"/>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4" name="Google Shape;1284;p44"/>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5" name="Google Shape;1285;p44"/>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6" name="Google Shape;1286;p44"/>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7" name="Google Shape;1287;p44"/>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8" name="Google Shape;1288;p44"/>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9" name="Google Shape;1289;p44"/>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0" name="Google Shape;1290;p44"/>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1" name="Google Shape;1291;p44"/>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2" name="Google Shape;1292;p44"/>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3" name="Google Shape;1293;p44"/>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4" name="Google Shape;1294;p44"/>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5" name="Google Shape;1295;p44"/>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6" name="Google Shape;1296;p44"/>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97" name="Google Shape;1297;p44"/>
            <p:cNvGrpSpPr/>
            <p:nvPr/>
          </p:nvGrpSpPr>
          <p:grpSpPr>
            <a:xfrm>
              <a:off x="5266976" y="3118726"/>
              <a:ext cx="1403949" cy="1713667"/>
              <a:chOff x="2530500" y="1412150"/>
              <a:chExt cx="999750" cy="1220300"/>
            </a:xfrm>
          </p:grpSpPr>
          <p:sp>
            <p:nvSpPr>
              <p:cNvPr id="1298" name="Google Shape;1298;p44"/>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9" name="Google Shape;1299;p44"/>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0" name="Google Shape;1300;p44"/>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1" name="Google Shape;1301;p44"/>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02" name="Google Shape;1302;p44"/>
            <p:cNvGrpSpPr/>
            <p:nvPr/>
          </p:nvGrpSpPr>
          <p:grpSpPr>
            <a:xfrm>
              <a:off x="7683773" y="2919174"/>
              <a:ext cx="1503024" cy="1913264"/>
              <a:chOff x="511450" y="3191125"/>
              <a:chExt cx="999750" cy="1272625"/>
            </a:xfrm>
          </p:grpSpPr>
          <p:sp>
            <p:nvSpPr>
              <p:cNvPr id="1303" name="Google Shape;1303;p44"/>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4" name="Google Shape;1304;p44"/>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5" name="Google Shape;1305;p44"/>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06" name="Google Shape;1306;p44"/>
            <p:cNvGrpSpPr/>
            <p:nvPr/>
          </p:nvGrpSpPr>
          <p:grpSpPr>
            <a:xfrm flipH="1">
              <a:off x="-58" y="3367312"/>
              <a:ext cx="1200250" cy="1464756"/>
              <a:chOff x="5687100" y="3067925"/>
              <a:chExt cx="999875" cy="1220325"/>
            </a:xfrm>
          </p:grpSpPr>
          <p:sp>
            <p:nvSpPr>
              <p:cNvPr id="1307" name="Google Shape;1307;p44"/>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8" name="Google Shape;1308;p44"/>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9" name="Google Shape;1309;p44"/>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0" name="Google Shape;1310;p44"/>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1" name="Google Shape;1311;p44"/>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2" name="Google Shape;1312;p44"/>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3" name="Google Shape;1313;p44"/>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14" name="Google Shape;1314;p44"/>
            <p:cNvGrpSpPr/>
            <p:nvPr/>
          </p:nvGrpSpPr>
          <p:grpSpPr>
            <a:xfrm>
              <a:off x="2328951" y="2917164"/>
              <a:ext cx="1603799" cy="1915254"/>
              <a:chOff x="4245050" y="1417375"/>
              <a:chExt cx="999750" cy="1193900"/>
            </a:xfrm>
          </p:grpSpPr>
          <p:sp>
            <p:nvSpPr>
              <p:cNvPr id="1315" name="Google Shape;1315;p44"/>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6" name="Google Shape;1316;p44"/>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7" name="Google Shape;1317;p44"/>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8" name="Google Shape;1318;p44"/>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19" name="Google Shape;1319;p44"/>
            <p:cNvGrpSpPr/>
            <p:nvPr/>
          </p:nvGrpSpPr>
          <p:grpSpPr>
            <a:xfrm>
              <a:off x="585552" y="2593746"/>
              <a:ext cx="1603799" cy="2238661"/>
              <a:chOff x="2034250" y="3068250"/>
              <a:chExt cx="999750" cy="1395500"/>
            </a:xfrm>
          </p:grpSpPr>
          <p:sp>
            <p:nvSpPr>
              <p:cNvPr id="1320" name="Google Shape;1320;p44"/>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1" name="Google Shape;1321;p44"/>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2" name="Google Shape;1322;p44"/>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3" name="Google Shape;1323;p44"/>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4" name="Google Shape;1324;p44"/>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25" name="Google Shape;1325;p44"/>
            <p:cNvGrpSpPr/>
            <p:nvPr/>
          </p:nvGrpSpPr>
          <p:grpSpPr>
            <a:xfrm>
              <a:off x="3143803" y="2768345"/>
              <a:ext cx="1691077" cy="2064137"/>
              <a:chOff x="2530500" y="1412150"/>
              <a:chExt cx="999750" cy="1220300"/>
            </a:xfrm>
          </p:grpSpPr>
          <p:sp>
            <p:nvSpPr>
              <p:cNvPr id="1326" name="Google Shape;1326;p44"/>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7" name="Google Shape;1327;p44"/>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8" name="Google Shape;1328;p44"/>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9" name="Google Shape;1329;p44"/>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30" name="Google Shape;1330;p44"/>
            <p:cNvGrpSpPr/>
            <p:nvPr/>
          </p:nvGrpSpPr>
          <p:grpSpPr>
            <a:xfrm flipH="1">
              <a:off x="1669773" y="3367903"/>
              <a:ext cx="1150712" cy="1464791"/>
              <a:chOff x="511450" y="3191125"/>
              <a:chExt cx="999750" cy="1272625"/>
            </a:xfrm>
          </p:grpSpPr>
          <p:sp>
            <p:nvSpPr>
              <p:cNvPr id="1331" name="Google Shape;1331;p44"/>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2" name="Google Shape;1332;p44"/>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3" name="Google Shape;1333;p44"/>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grpSp>
        <p:nvGrpSpPr>
          <p:cNvPr id="1484" name="Google Shape;1484;p49"/>
          <p:cNvGrpSpPr/>
          <p:nvPr/>
        </p:nvGrpSpPr>
        <p:grpSpPr>
          <a:xfrm>
            <a:off x="-596800" y="1693072"/>
            <a:ext cx="3496756" cy="3139622"/>
            <a:chOff x="-596800" y="1693072"/>
            <a:chExt cx="3496756" cy="3139622"/>
          </a:xfrm>
        </p:grpSpPr>
        <p:grpSp>
          <p:nvGrpSpPr>
            <p:cNvPr id="1485" name="Google Shape;1485;p49"/>
            <p:cNvGrpSpPr/>
            <p:nvPr/>
          </p:nvGrpSpPr>
          <p:grpSpPr>
            <a:xfrm>
              <a:off x="-596800" y="1693072"/>
              <a:ext cx="2249238" cy="3139596"/>
              <a:chOff x="2034250" y="3068250"/>
              <a:chExt cx="999750" cy="1395500"/>
            </a:xfrm>
          </p:grpSpPr>
          <p:sp>
            <p:nvSpPr>
              <p:cNvPr id="1486" name="Google Shape;1486;p4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4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8" name="Google Shape;1488;p4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9" name="Google Shape;1489;p4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0" name="Google Shape;1490;p4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91" name="Google Shape;1491;p49"/>
            <p:cNvGrpSpPr/>
            <p:nvPr/>
          </p:nvGrpSpPr>
          <p:grpSpPr>
            <a:xfrm flipH="1">
              <a:off x="1748045" y="3455955"/>
              <a:ext cx="1151912" cy="1376739"/>
              <a:chOff x="4081975" y="3119725"/>
              <a:chExt cx="999750" cy="1194775"/>
            </a:xfrm>
          </p:grpSpPr>
          <p:sp>
            <p:nvSpPr>
              <p:cNvPr id="1492" name="Google Shape;1492;p49"/>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3" name="Google Shape;1493;p49"/>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4" name="Google Shape;1494;p49"/>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5" name="Google Shape;1495;p49"/>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6" name="Google Shape;1496;p49"/>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7" name="Google Shape;1497;p49"/>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8" name="Google Shape;1498;p49"/>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9" name="Google Shape;1499;p49"/>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0" name="Google Shape;1500;p49"/>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1" name="Google Shape;1501;p49"/>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2" name="Google Shape;1502;p49"/>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3" name="Google Shape;1503;p49"/>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4" name="Google Shape;1504;p49"/>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5" name="Google Shape;1505;p49"/>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6" name="Google Shape;1506;p49"/>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7" name="Google Shape;1507;p49"/>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8" name="Google Shape;1508;p49"/>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9" name="Google Shape;1509;p49"/>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0" name="Google Shape;1510;p49"/>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1511;p49"/>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1512;p49"/>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1513;p49"/>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4" name="Google Shape;1514;p49"/>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5" name="Google Shape;1515;p49"/>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6" name="Google Shape;1516;p49"/>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17" name="Google Shape;1517;p49"/>
            <p:cNvGrpSpPr/>
            <p:nvPr/>
          </p:nvGrpSpPr>
          <p:grpSpPr>
            <a:xfrm>
              <a:off x="555161" y="2360712"/>
              <a:ext cx="2024894" cy="2471596"/>
              <a:chOff x="2530500" y="1412150"/>
              <a:chExt cx="999750" cy="1220300"/>
            </a:xfrm>
          </p:grpSpPr>
          <p:sp>
            <p:nvSpPr>
              <p:cNvPr id="1518" name="Google Shape;1518;p4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9" name="Google Shape;1519;p4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0" name="Google Shape;1520;p4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1" name="Google Shape;1521;p4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22" name="Google Shape;1522;p49"/>
            <p:cNvGrpSpPr/>
            <p:nvPr/>
          </p:nvGrpSpPr>
          <p:grpSpPr>
            <a:xfrm flipH="1">
              <a:off x="184370" y="2761353"/>
              <a:ext cx="1696988" cy="2071136"/>
              <a:chOff x="5687100" y="3067925"/>
              <a:chExt cx="999875" cy="1220325"/>
            </a:xfrm>
          </p:grpSpPr>
          <p:sp>
            <p:nvSpPr>
              <p:cNvPr id="1523" name="Google Shape;1523;p49"/>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4" name="Google Shape;1524;p49"/>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5" name="Google Shape;1525;p49"/>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6" name="Google Shape;1526;p49"/>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7" name="Google Shape;1527;p49"/>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8" name="Google Shape;1528;p49"/>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9" name="Google Shape;1529;p49"/>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 name="Title 2">
            <a:extLst>
              <a:ext uri="{FF2B5EF4-FFF2-40B4-BE49-F238E27FC236}">
                <a16:creationId xmlns:a16="http://schemas.microsoft.com/office/drawing/2014/main" id="{96F4BEE1-1612-CF1B-3BDA-AF5D0E123133}"/>
              </a:ext>
            </a:extLst>
          </p:cNvPr>
          <p:cNvSpPr>
            <a:spLocks noGrp="1"/>
          </p:cNvSpPr>
          <p:nvPr>
            <p:ph type="subTitle" idx="1"/>
          </p:nvPr>
        </p:nvSpPr>
        <p:spPr>
          <a:xfrm>
            <a:off x="2975176" y="827314"/>
            <a:ext cx="5715000" cy="3395536"/>
          </a:xfrm>
        </p:spPr>
        <p:txBody>
          <a:bodyPr/>
          <a:lstStyle/>
          <a:p>
            <a:pPr marL="596900" indent="-457200" algn="l">
              <a:buFont typeface="+mj-lt"/>
              <a:buAutoNum type="arabicPeriod"/>
            </a:pPr>
            <a:r>
              <a:rPr lang="fr-FR" sz="1600" dirty="0"/>
              <a:t> Solidarité : C’est le lien qui unit les membres d’une société. Elle peut être : Mécanique : dans les sociétés traditionnelles, tout le monde se ressemble (mêmes croyances, mêmes activités). Organique : dans les sociétés modernes, les individus sont différents mais dépendent les uns des autres.</a:t>
            </a:r>
          </a:p>
          <a:p>
            <a:pPr marL="596900" indent="-457200" algn="l">
              <a:buFont typeface="+mj-lt"/>
              <a:buAutoNum type="arabicPeriod"/>
            </a:pPr>
            <a:r>
              <a:rPr lang="fr-FR" sz="1600" dirty="0"/>
              <a:t>Adaptation sociale : L’individu apprend à vivre avec les autres, à respecter les règles, les valeurs et les normes sociales.</a:t>
            </a:r>
          </a:p>
          <a:p>
            <a:pPr marL="596900" indent="-457200" algn="l">
              <a:buFont typeface="+mj-lt"/>
              <a:buAutoNum type="arabicPeriod"/>
            </a:pPr>
            <a:r>
              <a:rPr lang="fr-FR" sz="1600" dirty="0"/>
              <a:t>Insertion sociale : L’individu participe activement à la vie sociale : travail, école, associations, etc.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9CB03778-EB4B-DFDE-7627-4110FE264DB8}"/>
            </a:ext>
          </a:extLst>
        </p:cNvPr>
        <p:cNvGrpSpPr/>
        <p:nvPr/>
      </p:nvGrpSpPr>
      <p:grpSpPr>
        <a:xfrm>
          <a:off x="0" y="0"/>
          <a:ext cx="0" cy="0"/>
          <a:chOff x="0" y="0"/>
          <a:chExt cx="0" cy="0"/>
        </a:xfrm>
      </p:grpSpPr>
      <p:sp>
        <p:nvSpPr>
          <p:cNvPr id="1044" name="Google Shape;1044;p39">
            <a:extLst>
              <a:ext uri="{FF2B5EF4-FFF2-40B4-BE49-F238E27FC236}">
                <a16:creationId xmlns:a16="http://schemas.microsoft.com/office/drawing/2014/main" id="{F2AD2BD3-60BB-A1F2-C384-549A32215D61}"/>
              </a:ext>
            </a:extLst>
          </p:cNvPr>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1045" name="Google Shape;1045;p39">
            <a:extLst>
              <a:ext uri="{FF2B5EF4-FFF2-40B4-BE49-F238E27FC236}">
                <a16:creationId xmlns:a16="http://schemas.microsoft.com/office/drawing/2014/main" id="{57623EAB-2AF5-5AF8-2D10-E33B7437CFAC}"/>
              </a:ext>
            </a:extLst>
          </p:cNvPr>
          <p:cNvSpPr txBox="1">
            <a:spLocks noGrp="1"/>
          </p:cNvSpPr>
          <p:nvPr>
            <p:ph type="title"/>
          </p:nvPr>
        </p:nvSpPr>
        <p:spPr>
          <a:xfrm>
            <a:off x="2201408" y="530195"/>
            <a:ext cx="6629459" cy="1511400"/>
          </a:xfrm>
          <a:prstGeom prst="rect">
            <a:avLst/>
          </a:prstGeom>
        </p:spPr>
        <p:txBody>
          <a:bodyPr spcFirstLastPara="1" wrap="square" lIns="91425" tIns="91425" rIns="91425" bIns="91425" anchor="b" anchorCtr="0">
            <a:noAutofit/>
          </a:bodyPr>
          <a:lstStyle/>
          <a:p>
            <a:pPr lvl="0"/>
            <a:r>
              <a:rPr lang="fr-FR" dirty="0"/>
              <a:t>Les agents de l'intégration sociale</a:t>
            </a:r>
            <a:endParaRPr dirty="0"/>
          </a:p>
        </p:txBody>
      </p:sp>
      <p:sp>
        <p:nvSpPr>
          <p:cNvPr id="1046" name="Google Shape;1046;p39">
            <a:extLst>
              <a:ext uri="{FF2B5EF4-FFF2-40B4-BE49-F238E27FC236}">
                <a16:creationId xmlns:a16="http://schemas.microsoft.com/office/drawing/2014/main" id="{841CB3C2-5552-A185-0D3A-91949E89E36B}"/>
              </a:ext>
            </a:extLst>
          </p:cNvPr>
          <p:cNvSpPr txBox="1">
            <a:spLocks noGrp="1"/>
          </p:cNvSpPr>
          <p:nvPr>
            <p:ph type="title" idx="2"/>
          </p:nvPr>
        </p:nvSpPr>
        <p:spPr>
          <a:xfrm>
            <a:off x="565811" y="821525"/>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03</a:t>
            </a:r>
            <a:endParaRPr dirty="0">
              <a:solidFill>
                <a:schemeClr val="lt1"/>
              </a:solidFill>
            </a:endParaRPr>
          </a:p>
        </p:txBody>
      </p:sp>
      <p:grpSp>
        <p:nvGrpSpPr>
          <p:cNvPr id="1048" name="Google Shape;1048;p39">
            <a:extLst>
              <a:ext uri="{FF2B5EF4-FFF2-40B4-BE49-F238E27FC236}">
                <a16:creationId xmlns:a16="http://schemas.microsoft.com/office/drawing/2014/main" id="{0C85395B-47D4-9D82-48D1-14A97CF63D4E}"/>
              </a:ext>
            </a:extLst>
          </p:cNvPr>
          <p:cNvGrpSpPr/>
          <p:nvPr/>
        </p:nvGrpSpPr>
        <p:grpSpPr>
          <a:xfrm flipH="1">
            <a:off x="-100813" y="2660034"/>
            <a:ext cx="9287610" cy="2172498"/>
            <a:chOff x="-206863" y="2660034"/>
            <a:chExt cx="9287610" cy="2172498"/>
          </a:xfrm>
        </p:grpSpPr>
        <p:grpSp>
          <p:nvGrpSpPr>
            <p:cNvPr id="1049" name="Google Shape;1049;p39">
              <a:extLst>
                <a:ext uri="{FF2B5EF4-FFF2-40B4-BE49-F238E27FC236}">
                  <a16:creationId xmlns:a16="http://schemas.microsoft.com/office/drawing/2014/main" id="{A8966425-CA1C-F434-6BA9-3A83D5C330FF}"/>
                </a:ext>
              </a:extLst>
            </p:cNvPr>
            <p:cNvGrpSpPr/>
            <p:nvPr/>
          </p:nvGrpSpPr>
          <p:grpSpPr>
            <a:xfrm>
              <a:off x="932729" y="3321103"/>
              <a:ext cx="1082629" cy="1511187"/>
              <a:chOff x="2034250" y="3068250"/>
              <a:chExt cx="999750" cy="1395500"/>
            </a:xfrm>
          </p:grpSpPr>
          <p:sp>
            <p:nvSpPr>
              <p:cNvPr id="1050" name="Google Shape;1050;p39">
                <a:extLst>
                  <a:ext uri="{FF2B5EF4-FFF2-40B4-BE49-F238E27FC236}">
                    <a16:creationId xmlns:a16="http://schemas.microsoft.com/office/drawing/2014/main" id="{EA907ABD-70D0-FEAE-5C6D-9B6161C2F53C}"/>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1" name="Google Shape;1051;p39">
                <a:extLst>
                  <a:ext uri="{FF2B5EF4-FFF2-40B4-BE49-F238E27FC236}">
                    <a16:creationId xmlns:a16="http://schemas.microsoft.com/office/drawing/2014/main" id="{EFDB36EE-29C2-7567-B935-9B659A91F465}"/>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052;p39">
                <a:extLst>
                  <a:ext uri="{FF2B5EF4-FFF2-40B4-BE49-F238E27FC236}">
                    <a16:creationId xmlns:a16="http://schemas.microsoft.com/office/drawing/2014/main" id="{4CAC9A4D-0E93-CF6C-BAB9-1F46B13C6012}"/>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39">
                <a:extLst>
                  <a:ext uri="{FF2B5EF4-FFF2-40B4-BE49-F238E27FC236}">
                    <a16:creationId xmlns:a16="http://schemas.microsoft.com/office/drawing/2014/main" id="{CDD79228-5BB1-1D83-0708-A5AC82E9094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39">
                <a:extLst>
                  <a:ext uri="{FF2B5EF4-FFF2-40B4-BE49-F238E27FC236}">
                    <a16:creationId xmlns:a16="http://schemas.microsoft.com/office/drawing/2014/main" id="{D98FF320-449F-38E1-1A8B-705044B85EC4}"/>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5" name="Google Shape;1055;p39">
              <a:extLst>
                <a:ext uri="{FF2B5EF4-FFF2-40B4-BE49-F238E27FC236}">
                  <a16:creationId xmlns:a16="http://schemas.microsoft.com/office/drawing/2014/main" id="{D7CFE21A-B13B-BEF8-FD1A-4D62E3309300}"/>
                </a:ext>
              </a:extLst>
            </p:cNvPr>
            <p:cNvGrpSpPr/>
            <p:nvPr/>
          </p:nvGrpSpPr>
          <p:grpSpPr>
            <a:xfrm>
              <a:off x="2568503" y="2768403"/>
              <a:ext cx="1727168" cy="2064093"/>
              <a:chOff x="4081975" y="3119725"/>
              <a:chExt cx="999750" cy="1194775"/>
            </a:xfrm>
          </p:grpSpPr>
          <p:sp>
            <p:nvSpPr>
              <p:cNvPr id="1056" name="Google Shape;1056;p39">
                <a:extLst>
                  <a:ext uri="{FF2B5EF4-FFF2-40B4-BE49-F238E27FC236}">
                    <a16:creationId xmlns:a16="http://schemas.microsoft.com/office/drawing/2014/main" id="{D4260D5A-B243-7A3D-4640-F49C718A0962}"/>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057;p39">
                <a:extLst>
                  <a:ext uri="{FF2B5EF4-FFF2-40B4-BE49-F238E27FC236}">
                    <a16:creationId xmlns:a16="http://schemas.microsoft.com/office/drawing/2014/main" id="{88513C67-2412-3C94-4E33-F8433C090B81}"/>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058;p39">
                <a:extLst>
                  <a:ext uri="{FF2B5EF4-FFF2-40B4-BE49-F238E27FC236}">
                    <a16:creationId xmlns:a16="http://schemas.microsoft.com/office/drawing/2014/main" id="{0A8C91B7-0EA8-174F-382F-8E1130ABD7EF}"/>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39">
                <a:extLst>
                  <a:ext uri="{FF2B5EF4-FFF2-40B4-BE49-F238E27FC236}">
                    <a16:creationId xmlns:a16="http://schemas.microsoft.com/office/drawing/2014/main" id="{22216638-054D-8A75-7401-C6B89511CF12}"/>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39">
                <a:extLst>
                  <a:ext uri="{FF2B5EF4-FFF2-40B4-BE49-F238E27FC236}">
                    <a16:creationId xmlns:a16="http://schemas.microsoft.com/office/drawing/2014/main" id="{A5740E86-DE93-127A-8218-E07243B736BE}"/>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39">
                <a:extLst>
                  <a:ext uri="{FF2B5EF4-FFF2-40B4-BE49-F238E27FC236}">
                    <a16:creationId xmlns:a16="http://schemas.microsoft.com/office/drawing/2014/main" id="{1DD9E62A-248D-ACC1-11FD-46F83FC6FE00}"/>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39">
                <a:extLst>
                  <a:ext uri="{FF2B5EF4-FFF2-40B4-BE49-F238E27FC236}">
                    <a16:creationId xmlns:a16="http://schemas.microsoft.com/office/drawing/2014/main" id="{D26CC2B1-8851-4BC5-1129-80BF28EE0AA3}"/>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063;p39">
                <a:extLst>
                  <a:ext uri="{FF2B5EF4-FFF2-40B4-BE49-F238E27FC236}">
                    <a16:creationId xmlns:a16="http://schemas.microsoft.com/office/drawing/2014/main" id="{0732C6E3-AEA8-6D9C-B5F1-CA86EA2C0ACA}"/>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064;p39">
                <a:extLst>
                  <a:ext uri="{FF2B5EF4-FFF2-40B4-BE49-F238E27FC236}">
                    <a16:creationId xmlns:a16="http://schemas.microsoft.com/office/drawing/2014/main" id="{4E224F39-A8A0-1225-A511-326EF8A1F243}"/>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39">
                <a:extLst>
                  <a:ext uri="{FF2B5EF4-FFF2-40B4-BE49-F238E27FC236}">
                    <a16:creationId xmlns:a16="http://schemas.microsoft.com/office/drawing/2014/main" id="{05562E16-1270-10F9-77DE-CD91FA86FBF6}"/>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39">
                <a:extLst>
                  <a:ext uri="{FF2B5EF4-FFF2-40B4-BE49-F238E27FC236}">
                    <a16:creationId xmlns:a16="http://schemas.microsoft.com/office/drawing/2014/main" id="{A94DA54F-EB70-47AA-5AEE-37EB3B50C558}"/>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39">
                <a:extLst>
                  <a:ext uri="{FF2B5EF4-FFF2-40B4-BE49-F238E27FC236}">
                    <a16:creationId xmlns:a16="http://schemas.microsoft.com/office/drawing/2014/main" id="{AEA31728-51FD-D079-AE1E-DD156AA1EAC2}"/>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39">
                <a:extLst>
                  <a:ext uri="{FF2B5EF4-FFF2-40B4-BE49-F238E27FC236}">
                    <a16:creationId xmlns:a16="http://schemas.microsoft.com/office/drawing/2014/main" id="{912015B3-4644-2074-F54D-4DC4943D57C4}"/>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069;p39">
                <a:extLst>
                  <a:ext uri="{FF2B5EF4-FFF2-40B4-BE49-F238E27FC236}">
                    <a16:creationId xmlns:a16="http://schemas.microsoft.com/office/drawing/2014/main" id="{61993F1C-C797-B00F-866A-58F1CB9DC4EC}"/>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0" name="Google Shape;1070;p39">
                <a:extLst>
                  <a:ext uri="{FF2B5EF4-FFF2-40B4-BE49-F238E27FC236}">
                    <a16:creationId xmlns:a16="http://schemas.microsoft.com/office/drawing/2014/main" id="{2D677023-441B-0143-EF31-6B417C224B7C}"/>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071;p39">
                <a:extLst>
                  <a:ext uri="{FF2B5EF4-FFF2-40B4-BE49-F238E27FC236}">
                    <a16:creationId xmlns:a16="http://schemas.microsoft.com/office/drawing/2014/main" id="{889AD12E-35D2-378A-9995-4C61B09AC622}"/>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072;p39">
                <a:extLst>
                  <a:ext uri="{FF2B5EF4-FFF2-40B4-BE49-F238E27FC236}">
                    <a16:creationId xmlns:a16="http://schemas.microsoft.com/office/drawing/2014/main" id="{13850FD7-FA36-8AE1-C4A7-763930E60358}"/>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3" name="Google Shape;1073;p39">
                <a:extLst>
                  <a:ext uri="{FF2B5EF4-FFF2-40B4-BE49-F238E27FC236}">
                    <a16:creationId xmlns:a16="http://schemas.microsoft.com/office/drawing/2014/main" id="{B8C71F48-F907-E57F-8905-C03C00B4CB95}"/>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4" name="Google Shape;1074;p39">
                <a:extLst>
                  <a:ext uri="{FF2B5EF4-FFF2-40B4-BE49-F238E27FC236}">
                    <a16:creationId xmlns:a16="http://schemas.microsoft.com/office/drawing/2014/main" id="{E902CA73-1617-7DD4-8721-E6BD22CD662C}"/>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5" name="Google Shape;1075;p39">
                <a:extLst>
                  <a:ext uri="{FF2B5EF4-FFF2-40B4-BE49-F238E27FC236}">
                    <a16:creationId xmlns:a16="http://schemas.microsoft.com/office/drawing/2014/main" id="{EB5B7D12-F19B-6E96-D51D-1F2A39264E49}"/>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6" name="Google Shape;1076;p39">
                <a:extLst>
                  <a:ext uri="{FF2B5EF4-FFF2-40B4-BE49-F238E27FC236}">
                    <a16:creationId xmlns:a16="http://schemas.microsoft.com/office/drawing/2014/main" id="{A0A9EC20-ACCC-2AA2-105C-4FFE1B42487B}"/>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7" name="Google Shape;1077;p39">
                <a:extLst>
                  <a:ext uri="{FF2B5EF4-FFF2-40B4-BE49-F238E27FC236}">
                    <a16:creationId xmlns:a16="http://schemas.microsoft.com/office/drawing/2014/main" id="{B1D10BF2-BFFB-5A00-10C1-2BBFC9907E14}"/>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8" name="Google Shape;1078;p39">
                <a:extLst>
                  <a:ext uri="{FF2B5EF4-FFF2-40B4-BE49-F238E27FC236}">
                    <a16:creationId xmlns:a16="http://schemas.microsoft.com/office/drawing/2014/main" id="{6F777812-92D7-E207-734B-96EEA69FD9DF}"/>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9" name="Google Shape;1079;p39">
                <a:extLst>
                  <a:ext uri="{FF2B5EF4-FFF2-40B4-BE49-F238E27FC236}">
                    <a16:creationId xmlns:a16="http://schemas.microsoft.com/office/drawing/2014/main" id="{54665321-821F-B300-DFC4-D7C0A4B112C1}"/>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0" name="Google Shape;1080;p39">
                <a:extLst>
                  <a:ext uri="{FF2B5EF4-FFF2-40B4-BE49-F238E27FC236}">
                    <a16:creationId xmlns:a16="http://schemas.microsoft.com/office/drawing/2014/main" id="{422C3046-7A5F-D861-2F3F-885933C83562}"/>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81" name="Google Shape;1081;p39">
              <a:extLst>
                <a:ext uri="{FF2B5EF4-FFF2-40B4-BE49-F238E27FC236}">
                  <a16:creationId xmlns:a16="http://schemas.microsoft.com/office/drawing/2014/main" id="{C33DAF33-A62B-FB76-873B-596EDF2C90CC}"/>
                </a:ext>
              </a:extLst>
            </p:cNvPr>
            <p:cNvGrpSpPr/>
            <p:nvPr/>
          </p:nvGrpSpPr>
          <p:grpSpPr>
            <a:xfrm flipH="1">
              <a:off x="1717459" y="3118726"/>
              <a:ext cx="1403949" cy="1713667"/>
              <a:chOff x="2530500" y="1412150"/>
              <a:chExt cx="999750" cy="1220300"/>
            </a:xfrm>
          </p:grpSpPr>
          <p:sp>
            <p:nvSpPr>
              <p:cNvPr id="1082" name="Google Shape;1082;p39">
                <a:extLst>
                  <a:ext uri="{FF2B5EF4-FFF2-40B4-BE49-F238E27FC236}">
                    <a16:creationId xmlns:a16="http://schemas.microsoft.com/office/drawing/2014/main" id="{17001AEF-1C87-DCFE-07ED-D49048F2BD58}"/>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3" name="Google Shape;1083;p39">
                <a:extLst>
                  <a:ext uri="{FF2B5EF4-FFF2-40B4-BE49-F238E27FC236}">
                    <a16:creationId xmlns:a16="http://schemas.microsoft.com/office/drawing/2014/main" id="{2F3F79CB-5637-18EF-73FB-96C0EAF7A00A}"/>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4" name="Google Shape;1084;p39">
                <a:extLst>
                  <a:ext uri="{FF2B5EF4-FFF2-40B4-BE49-F238E27FC236}">
                    <a16:creationId xmlns:a16="http://schemas.microsoft.com/office/drawing/2014/main" id="{C00F5C37-5744-E4C7-794E-3EA025AA8216}"/>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5" name="Google Shape;1085;p39">
                <a:extLst>
                  <a:ext uri="{FF2B5EF4-FFF2-40B4-BE49-F238E27FC236}">
                    <a16:creationId xmlns:a16="http://schemas.microsoft.com/office/drawing/2014/main" id="{64DB659E-A2C2-4E4C-87B8-A5933B99633A}"/>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86" name="Google Shape;1086;p39">
              <a:extLst>
                <a:ext uri="{FF2B5EF4-FFF2-40B4-BE49-F238E27FC236}">
                  <a16:creationId xmlns:a16="http://schemas.microsoft.com/office/drawing/2014/main" id="{12C3CA30-E942-AC72-77CA-D919D2C43CFB}"/>
                </a:ext>
              </a:extLst>
            </p:cNvPr>
            <p:cNvGrpSpPr/>
            <p:nvPr/>
          </p:nvGrpSpPr>
          <p:grpSpPr>
            <a:xfrm>
              <a:off x="-206863" y="2919174"/>
              <a:ext cx="1503024" cy="1913264"/>
              <a:chOff x="511450" y="3191125"/>
              <a:chExt cx="999750" cy="1272625"/>
            </a:xfrm>
          </p:grpSpPr>
          <p:sp>
            <p:nvSpPr>
              <p:cNvPr id="1087" name="Google Shape;1087;p39">
                <a:extLst>
                  <a:ext uri="{FF2B5EF4-FFF2-40B4-BE49-F238E27FC236}">
                    <a16:creationId xmlns:a16="http://schemas.microsoft.com/office/drawing/2014/main" id="{239AB4E4-764D-EB9F-6A87-8DAA99112C4C}"/>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8" name="Google Shape;1088;p39">
                <a:extLst>
                  <a:ext uri="{FF2B5EF4-FFF2-40B4-BE49-F238E27FC236}">
                    <a16:creationId xmlns:a16="http://schemas.microsoft.com/office/drawing/2014/main" id="{A32CCEE7-1C68-07D8-09CA-C29F568510D2}"/>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9" name="Google Shape;1089;p39">
                <a:extLst>
                  <a:ext uri="{FF2B5EF4-FFF2-40B4-BE49-F238E27FC236}">
                    <a16:creationId xmlns:a16="http://schemas.microsoft.com/office/drawing/2014/main" id="{950DD46D-2070-D5C7-48FB-7A5FF8FA0EA4}"/>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90" name="Google Shape;1090;p39">
              <a:extLst>
                <a:ext uri="{FF2B5EF4-FFF2-40B4-BE49-F238E27FC236}">
                  <a16:creationId xmlns:a16="http://schemas.microsoft.com/office/drawing/2014/main" id="{23B9C3E5-6E9F-0361-0901-CD4A46C40FA7}"/>
                </a:ext>
              </a:extLst>
            </p:cNvPr>
            <p:cNvGrpSpPr/>
            <p:nvPr/>
          </p:nvGrpSpPr>
          <p:grpSpPr>
            <a:xfrm>
              <a:off x="4747000" y="2874936"/>
              <a:ext cx="1603800" cy="1957279"/>
              <a:chOff x="5687100" y="3067925"/>
              <a:chExt cx="999875" cy="1220325"/>
            </a:xfrm>
          </p:grpSpPr>
          <p:sp>
            <p:nvSpPr>
              <p:cNvPr id="1091" name="Google Shape;1091;p39">
                <a:extLst>
                  <a:ext uri="{FF2B5EF4-FFF2-40B4-BE49-F238E27FC236}">
                    <a16:creationId xmlns:a16="http://schemas.microsoft.com/office/drawing/2014/main" id="{B0F00AEB-92DE-79FC-5EA7-39FE5AF042AD}"/>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2" name="Google Shape;1092;p39">
                <a:extLst>
                  <a:ext uri="{FF2B5EF4-FFF2-40B4-BE49-F238E27FC236}">
                    <a16:creationId xmlns:a16="http://schemas.microsoft.com/office/drawing/2014/main" id="{C49227DD-15F0-7CAE-4103-679E7272982E}"/>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3" name="Google Shape;1093;p39">
                <a:extLst>
                  <a:ext uri="{FF2B5EF4-FFF2-40B4-BE49-F238E27FC236}">
                    <a16:creationId xmlns:a16="http://schemas.microsoft.com/office/drawing/2014/main" id="{C9D2921A-DA0C-9DE4-0844-3697AFD0C2D7}"/>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4" name="Google Shape;1094;p39">
                <a:extLst>
                  <a:ext uri="{FF2B5EF4-FFF2-40B4-BE49-F238E27FC236}">
                    <a16:creationId xmlns:a16="http://schemas.microsoft.com/office/drawing/2014/main" id="{930D4A4D-8BE3-D56F-0BAD-3395DAA13D74}"/>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5" name="Google Shape;1095;p39">
                <a:extLst>
                  <a:ext uri="{FF2B5EF4-FFF2-40B4-BE49-F238E27FC236}">
                    <a16:creationId xmlns:a16="http://schemas.microsoft.com/office/drawing/2014/main" id="{CAD8A5D4-6EFA-7889-488F-5E55166901E4}"/>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6" name="Google Shape;1096;p39">
                <a:extLst>
                  <a:ext uri="{FF2B5EF4-FFF2-40B4-BE49-F238E27FC236}">
                    <a16:creationId xmlns:a16="http://schemas.microsoft.com/office/drawing/2014/main" id="{7DA61DC2-2842-04D3-D0B6-2B2E4ADC99D1}"/>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7" name="Google Shape;1097;p39">
                <a:extLst>
                  <a:ext uri="{FF2B5EF4-FFF2-40B4-BE49-F238E27FC236}">
                    <a16:creationId xmlns:a16="http://schemas.microsoft.com/office/drawing/2014/main" id="{20588002-F6BA-C398-44DB-36009C62D817}"/>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98" name="Google Shape;1098;p39">
              <a:extLst>
                <a:ext uri="{FF2B5EF4-FFF2-40B4-BE49-F238E27FC236}">
                  <a16:creationId xmlns:a16="http://schemas.microsoft.com/office/drawing/2014/main" id="{967D988B-BF21-9A75-3C8A-9E716F3AD9E3}"/>
                </a:ext>
              </a:extLst>
            </p:cNvPr>
            <p:cNvGrpSpPr/>
            <p:nvPr/>
          </p:nvGrpSpPr>
          <p:grpSpPr>
            <a:xfrm flipH="1">
              <a:off x="4086093" y="3672189"/>
              <a:ext cx="971457" cy="1160113"/>
              <a:chOff x="4245050" y="1417375"/>
              <a:chExt cx="999750" cy="1193900"/>
            </a:xfrm>
          </p:grpSpPr>
          <p:sp>
            <p:nvSpPr>
              <p:cNvPr id="1099" name="Google Shape;1099;p39">
                <a:extLst>
                  <a:ext uri="{FF2B5EF4-FFF2-40B4-BE49-F238E27FC236}">
                    <a16:creationId xmlns:a16="http://schemas.microsoft.com/office/drawing/2014/main" id="{5271C3FB-9101-B027-B666-35BBAB552799}"/>
                  </a:ext>
                </a:extLst>
              </p:cNvPr>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0" name="Google Shape;1100;p39">
                <a:extLst>
                  <a:ext uri="{FF2B5EF4-FFF2-40B4-BE49-F238E27FC236}">
                    <a16:creationId xmlns:a16="http://schemas.microsoft.com/office/drawing/2014/main" id="{8708EAEE-36C0-A4ED-9C4E-2596B02E4FEA}"/>
                  </a:ext>
                </a:extLst>
              </p:cNvPr>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1" name="Google Shape;1101;p39">
                <a:extLst>
                  <a:ext uri="{FF2B5EF4-FFF2-40B4-BE49-F238E27FC236}">
                    <a16:creationId xmlns:a16="http://schemas.microsoft.com/office/drawing/2014/main" id="{169917B7-1F1C-BD4B-D972-E4C1598E3709}"/>
                  </a:ext>
                </a:extLst>
              </p:cNvPr>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2" name="Google Shape;1102;p39">
                <a:extLst>
                  <a:ext uri="{FF2B5EF4-FFF2-40B4-BE49-F238E27FC236}">
                    <a16:creationId xmlns:a16="http://schemas.microsoft.com/office/drawing/2014/main" id="{1AA04DD4-3FE4-523F-2127-D4149C483124}"/>
                  </a:ext>
                </a:extLst>
              </p:cNvPr>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03" name="Google Shape;1103;p39">
              <a:extLst>
                <a:ext uri="{FF2B5EF4-FFF2-40B4-BE49-F238E27FC236}">
                  <a16:creationId xmlns:a16="http://schemas.microsoft.com/office/drawing/2014/main" id="{E6321BA4-313B-A892-5674-3041ED4B25EF}"/>
                </a:ext>
              </a:extLst>
            </p:cNvPr>
            <p:cNvGrpSpPr/>
            <p:nvPr/>
          </p:nvGrpSpPr>
          <p:grpSpPr>
            <a:xfrm>
              <a:off x="5808493" y="2919076"/>
              <a:ext cx="1370657" cy="1913231"/>
              <a:chOff x="2034250" y="3068250"/>
              <a:chExt cx="999750" cy="1395500"/>
            </a:xfrm>
          </p:grpSpPr>
          <p:sp>
            <p:nvSpPr>
              <p:cNvPr id="1104" name="Google Shape;1104;p39">
                <a:extLst>
                  <a:ext uri="{FF2B5EF4-FFF2-40B4-BE49-F238E27FC236}">
                    <a16:creationId xmlns:a16="http://schemas.microsoft.com/office/drawing/2014/main" id="{598727E8-512A-A245-8CD3-8675907833F4}"/>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5" name="Google Shape;1105;p39">
                <a:extLst>
                  <a:ext uri="{FF2B5EF4-FFF2-40B4-BE49-F238E27FC236}">
                    <a16:creationId xmlns:a16="http://schemas.microsoft.com/office/drawing/2014/main" id="{7D3D3376-2DFB-F1DE-3A96-C99FA0E619F2}"/>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6" name="Google Shape;1106;p39">
                <a:extLst>
                  <a:ext uri="{FF2B5EF4-FFF2-40B4-BE49-F238E27FC236}">
                    <a16:creationId xmlns:a16="http://schemas.microsoft.com/office/drawing/2014/main" id="{5FABDB12-F398-4504-A1E8-7FD689DE7381}"/>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7" name="Google Shape;1107;p39">
                <a:extLst>
                  <a:ext uri="{FF2B5EF4-FFF2-40B4-BE49-F238E27FC236}">
                    <a16:creationId xmlns:a16="http://schemas.microsoft.com/office/drawing/2014/main" id="{E618BF74-6907-9441-D45F-4575B6DDAF02}"/>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8" name="Google Shape;1108;p39">
                <a:extLst>
                  <a:ext uri="{FF2B5EF4-FFF2-40B4-BE49-F238E27FC236}">
                    <a16:creationId xmlns:a16="http://schemas.microsoft.com/office/drawing/2014/main" id="{0962FC8E-4425-71AA-A79C-BEFE988ECE13}"/>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09" name="Google Shape;1109;p39">
              <a:extLst>
                <a:ext uri="{FF2B5EF4-FFF2-40B4-BE49-F238E27FC236}">
                  <a16:creationId xmlns:a16="http://schemas.microsoft.com/office/drawing/2014/main" id="{B32B408D-F6B5-5DC6-E51B-039B9C799EC2}"/>
                </a:ext>
              </a:extLst>
            </p:cNvPr>
            <p:cNvGrpSpPr/>
            <p:nvPr/>
          </p:nvGrpSpPr>
          <p:grpSpPr>
            <a:xfrm flipH="1">
              <a:off x="6670530" y="3118726"/>
              <a:ext cx="1403949" cy="1713667"/>
              <a:chOff x="2530500" y="1412150"/>
              <a:chExt cx="999750" cy="1220300"/>
            </a:xfrm>
          </p:grpSpPr>
          <p:sp>
            <p:nvSpPr>
              <p:cNvPr id="1110" name="Google Shape;1110;p39">
                <a:extLst>
                  <a:ext uri="{FF2B5EF4-FFF2-40B4-BE49-F238E27FC236}">
                    <a16:creationId xmlns:a16="http://schemas.microsoft.com/office/drawing/2014/main" id="{5EF9D7E1-FD7D-C9C0-764B-D1A60E38A06A}"/>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1" name="Google Shape;1111;p39">
                <a:extLst>
                  <a:ext uri="{FF2B5EF4-FFF2-40B4-BE49-F238E27FC236}">
                    <a16:creationId xmlns:a16="http://schemas.microsoft.com/office/drawing/2014/main" id="{5D10C637-9CFE-BBBC-9398-A8F4EF611EF8}"/>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2" name="Google Shape;1112;p39">
                <a:extLst>
                  <a:ext uri="{FF2B5EF4-FFF2-40B4-BE49-F238E27FC236}">
                    <a16:creationId xmlns:a16="http://schemas.microsoft.com/office/drawing/2014/main" id="{CB2C61F6-9832-B22F-5DCA-8546B18768EA}"/>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3" name="Google Shape;1113;p39">
                <a:extLst>
                  <a:ext uri="{FF2B5EF4-FFF2-40B4-BE49-F238E27FC236}">
                    <a16:creationId xmlns:a16="http://schemas.microsoft.com/office/drawing/2014/main" id="{B8DE91B3-B3C6-44FD-8C05-4A7D6EB1A6ED}"/>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14" name="Google Shape;1114;p39">
              <a:extLst>
                <a:ext uri="{FF2B5EF4-FFF2-40B4-BE49-F238E27FC236}">
                  <a16:creationId xmlns:a16="http://schemas.microsoft.com/office/drawing/2014/main" id="{F20B95A8-3525-A621-1580-9F414B958740}"/>
                </a:ext>
              </a:extLst>
            </p:cNvPr>
            <p:cNvGrpSpPr/>
            <p:nvPr/>
          </p:nvGrpSpPr>
          <p:grpSpPr>
            <a:xfrm>
              <a:off x="7374073" y="2660034"/>
              <a:ext cx="1706673" cy="2172498"/>
              <a:chOff x="511450" y="3191125"/>
              <a:chExt cx="999750" cy="1272625"/>
            </a:xfrm>
          </p:grpSpPr>
          <p:sp>
            <p:nvSpPr>
              <p:cNvPr id="1115" name="Google Shape;1115;p39">
                <a:extLst>
                  <a:ext uri="{FF2B5EF4-FFF2-40B4-BE49-F238E27FC236}">
                    <a16:creationId xmlns:a16="http://schemas.microsoft.com/office/drawing/2014/main" id="{D60EE21F-D929-142C-2838-32D5885CEBC8}"/>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6" name="Google Shape;1116;p39">
                <a:extLst>
                  <a:ext uri="{FF2B5EF4-FFF2-40B4-BE49-F238E27FC236}">
                    <a16:creationId xmlns:a16="http://schemas.microsoft.com/office/drawing/2014/main" id="{49F38A76-B3F9-0672-86D2-4957AB094E31}"/>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7" name="Google Shape;1117;p39">
                <a:extLst>
                  <a:ext uri="{FF2B5EF4-FFF2-40B4-BE49-F238E27FC236}">
                    <a16:creationId xmlns:a16="http://schemas.microsoft.com/office/drawing/2014/main" id="{F6EA5481-2934-9FBC-1731-9A734555236F}"/>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362044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95" name="Google Shape;1795;p55"/>
          <p:cNvSpPr txBox="1">
            <a:spLocks noGrp="1"/>
          </p:cNvSpPr>
          <p:nvPr>
            <p:ph type="subTitle" idx="1"/>
          </p:nvPr>
        </p:nvSpPr>
        <p:spPr>
          <a:xfrm>
            <a:off x="780718" y="639445"/>
            <a:ext cx="6009640" cy="3864609"/>
          </a:xfrm>
          <a:prstGeom prst="rect">
            <a:avLst/>
          </a:prstGeom>
        </p:spPr>
        <p:txBody>
          <a:bodyPr spcFirstLastPara="1" wrap="square" lIns="91425" tIns="91425" rIns="91425" bIns="91425" anchor="t" anchorCtr="0">
            <a:noAutofit/>
          </a:bodyPr>
          <a:lstStyle/>
          <a:p>
            <a:pPr marL="0" lvl="0" indent="0"/>
            <a:r>
              <a:rPr lang="fr-FR" sz="1600" dirty="0"/>
              <a:t>Ce sont les milieux ou institutions qui aident à intégrer les individus dans la société :</a:t>
            </a:r>
          </a:p>
          <a:p>
            <a:pPr marL="0" lvl="0" indent="0"/>
            <a:endParaRPr lang="fr-FR" sz="1600" dirty="0"/>
          </a:p>
          <a:p>
            <a:pPr marL="285750" lvl="0" indent="-285750">
              <a:buFont typeface="Arial" panose="020B0604020202020204" pitchFamily="34" charset="0"/>
              <a:buChar char="•"/>
            </a:pPr>
            <a:r>
              <a:rPr lang="fr-FR" sz="1600" dirty="0"/>
              <a:t>La famille: C'est le premier lieu de socialisation ; apprend le dialogue, le respect, l’ouverture aux autres.</a:t>
            </a:r>
          </a:p>
          <a:p>
            <a:pPr marL="285750" lvl="0" indent="-285750">
              <a:buFont typeface="Arial" panose="020B0604020202020204" pitchFamily="34" charset="0"/>
              <a:buChar char="•"/>
            </a:pPr>
            <a:r>
              <a:rPr lang="fr-FR" sz="1600" dirty="0"/>
              <a:t>L’école: C'est une socialisation obligatoire ; lieu de rencontre entre jeunes de milieux différents.L’université: Elle professionnelle. renforce l’autonomie, la liberté d’opinion et la préparation à la vie </a:t>
            </a:r>
          </a:p>
          <a:p>
            <a:pPr marL="285750" lvl="0" indent="-285750">
              <a:buFont typeface="Arial" panose="020B0604020202020204" pitchFamily="34" charset="0"/>
              <a:buChar char="•"/>
            </a:pPr>
            <a:r>
              <a:rPr lang="fr-FR" sz="1600" dirty="0"/>
              <a:t>Le travail: Donne un rôle social et une indépendance économique.</a:t>
            </a:r>
          </a:p>
          <a:p>
            <a:pPr marL="285750" lvl="0" indent="-285750">
              <a:buFont typeface="Arial" panose="020B0604020202020204" pitchFamily="34" charset="0"/>
              <a:buChar char="•"/>
            </a:pPr>
            <a:r>
              <a:rPr lang="fr-FR" sz="1600" dirty="0"/>
              <a:t>Les associations: Permettent la participation à la vie collective, la solidarité et l’entraide.</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53"/>
          <p:cNvSpPr/>
          <p:nvPr/>
        </p:nvSpPr>
        <p:spPr>
          <a:xfrm>
            <a:off x="0" y="-13050"/>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grpSp>
        <p:nvGrpSpPr>
          <p:cNvPr id="1693" name="Google Shape;1693;p53"/>
          <p:cNvGrpSpPr/>
          <p:nvPr/>
        </p:nvGrpSpPr>
        <p:grpSpPr>
          <a:xfrm>
            <a:off x="-235491" y="2660034"/>
            <a:ext cx="9468870" cy="2172498"/>
            <a:chOff x="-235491" y="2660034"/>
            <a:chExt cx="9468870" cy="2172498"/>
          </a:xfrm>
        </p:grpSpPr>
        <p:grpSp>
          <p:nvGrpSpPr>
            <p:cNvPr id="1694" name="Google Shape;1694;p53"/>
            <p:cNvGrpSpPr/>
            <p:nvPr/>
          </p:nvGrpSpPr>
          <p:grpSpPr>
            <a:xfrm flipH="1">
              <a:off x="881243" y="3672189"/>
              <a:ext cx="971457" cy="1160113"/>
              <a:chOff x="4245050" y="1417375"/>
              <a:chExt cx="999750" cy="1193900"/>
            </a:xfrm>
          </p:grpSpPr>
          <p:sp>
            <p:nvSpPr>
              <p:cNvPr id="1695" name="Google Shape;1695;p53"/>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696;p53"/>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7" name="Google Shape;1697;p53"/>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8" name="Google Shape;1698;p53"/>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99" name="Google Shape;1699;p53"/>
            <p:cNvGrpSpPr/>
            <p:nvPr/>
          </p:nvGrpSpPr>
          <p:grpSpPr>
            <a:xfrm>
              <a:off x="-235491" y="2660034"/>
              <a:ext cx="9468870" cy="2172498"/>
              <a:chOff x="-235491" y="2660034"/>
              <a:chExt cx="9468870" cy="2172498"/>
            </a:xfrm>
          </p:grpSpPr>
          <p:grpSp>
            <p:nvGrpSpPr>
              <p:cNvPr id="1700" name="Google Shape;1700;p53"/>
              <p:cNvGrpSpPr/>
              <p:nvPr/>
            </p:nvGrpSpPr>
            <p:grpSpPr>
              <a:xfrm>
                <a:off x="3840854" y="3321103"/>
                <a:ext cx="1082629" cy="1511187"/>
                <a:chOff x="2034250" y="3068250"/>
                <a:chExt cx="999750" cy="1395500"/>
              </a:xfrm>
            </p:grpSpPr>
            <p:sp>
              <p:nvSpPr>
                <p:cNvPr id="1701" name="Google Shape;1701;p53"/>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2" name="Google Shape;1702;p53"/>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3" name="Google Shape;1703;p53"/>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4" name="Google Shape;1704;p53"/>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5" name="Google Shape;1705;p53"/>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06" name="Google Shape;1706;p53"/>
              <p:cNvGrpSpPr/>
              <p:nvPr/>
            </p:nvGrpSpPr>
            <p:grpSpPr>
              <a:xfrm>
                <a:off x="4623628" y="2768403"/>
                <a:ext cx="1727168" cy="2064093"/>
                <a:chOff x="4081975" y="3119725"/>
                <a:chExt cx="999750" cy="1194775"/>
              </a:xfrm>
            </p:grpSpPr>
            <p:sp>
              <p:nvSpPr>
                <p:cNvPr id="1707" name="Google Shape;1707;p53"/>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8" name="Google Shape;1708;p53"/>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9" name="Google Shape;1709;p53"/>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0" name="Google Shape;1710;p53"/>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1" name="Google Shape;1711;p53"/>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2" name="Google Shape;1712;p53"/>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3" name="Google Shape;1713;p53"/>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4" name="Google Shape;1714;p53"/>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5" name="Google Shape;1715;p53"/>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6" name="Google Shape;1716;p53"/>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7" name="Google Shape;1717;p53"/>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8" name="Google Shape;1718;p53"/>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9" name="Google Shape;1719;p53"/>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0" name="Google Shape;1720;p53"/>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1" name="Google Shape;1721;p53"/>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2" name="Google Shape;1722;p53"/>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3" name="Google Shape;1723;p53"/>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4" name="Google Shape;1724;p53"/>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5" name="Google Shape;1725;p53"/>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6" name="Google Shape;1726;p53"/>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7" name="Google Shape;1727;p53"/>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8" name="Google Shape;1728;p53"/>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9" name="Google Shape;1729;p53"/>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0" name="Google Shape;1730;p53"/>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53"/>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32" name="Google Shape;1732;p53"/>
              <p:cNvGrpSpPr/>
              <p:nvPr/>
            </p:nvGrpSpPr>
            <p:grpSpPr>
              <a:xfrm flipH="1">
                <a:off x="-235491" y="3118726"/>
                <a:ext cx="1403949" cy="1713667"/>
                <a:chOff x="2530500" y="1412150"/>
                <a:chExt cx="999750" cy="1220300"/>
              </a:xfrm>
            </p:grpSpPr>
            <p:sp>
              <p:nvSpPr>
                <p:cNvPr id="1733" name="Google Shape;1733;p53"/>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53"/>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53"/>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53"/>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37" name="Google Shape;1737;p53"/>
              <p:cNvGrpSpPr/>
              <p:nvPr/>
            </p:nvGrpSpPr>
            <p:grpSpPr>
              <a:xfrm>
                <a:off x="1452812" y="2919174"/>
                <a:ext cx="1503024" cy="1913264"/>
                <a:chOff x="511450" y="3191125"/>
                <a:chExt cx="999750" cy="1272625"/>
              </a:xfrm>
            </p:grpSpPr>
            <p:sp>
              <p:nvSpPr>
                <p:cNvPr id="1738" name="Google Shape;1738;p5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9" name="Google Shape;1739;p5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5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41" name="Google Shape;1741;p53"/>
              <p:cNvGrpSpPr/>
              <p:nvPr/>
            </p:nvGrpSpPr>
            <p:grpSpPr>
              <a:xfrm flipH="1">
                <a:off x="2686575" y="2874936"/>
                <a:ext cx="1603800" cy="1957279"/>
                <a:chOff x="5687100" y="3067925"/>
                <a:chExt cx="999875" cy="1220325"/>
              </a:xfrm>
            </p:grpSpPr>
            <p:sp>
              <p:nvSpPr>
                <p:cNvPr id="1742" name="Google Shape;1742;p53"/>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53"/>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53"/>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53"/>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53"/>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7" name="Google Shape;1747;p53"/>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8" name="Google Shape;1748;p53"/>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49" name="Google Shape;1749;p53"/>
              <p:cNvGrpSpPr/>
              <p:nvPr/>
            </p:nvGrpSpPr>
            <p:grpSpPr>
              <a:xfrm flipH="1">
                <a:off x="5808493" y="2919076"/>
                <a:ext cx="1370657" cy="1913231"/>
                <a:chOff x="2034250" y="3068250"/>
                <a:chExt cx="999750" cy="1395500"/>
              </a:xfrm>
            </p:grpSpPr>
            <p:sp>
              <p:nvSpPr>
                <p:cNvPr id="1750" name="Google Shape;1750;p53"/>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53"/>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53"/>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53"/>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53"/>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55" name="Google Shape;1755;p53"/>
              <p:cNvGrpSpPr/>
              <p:nvPr/>
            </p:nvGrpSpPr>
            <p:grpSpPr>
              <a:xfrm flipH="1">
                <a:off x="7829430" y="3118726"/>
                <a:ext cx="1403949" cy="1713667"/>
                <a:chOff x="2530500" y="1412150"/>
                <a:chExt cx="999750" cy="1220300"/>
              </a:xfrm>
            </p:grpSpPr>
            <p:sp>
              <p:nvSpPr>
                <p:cNvPr id="1756" name="Google Shape;1756;p53"/>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7" name="Google Shape;1757;p53"/>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8" name="Google Shape;1758;p53"/>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9" name="Google Shape;1759;p53"/>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60" name="Google Shape;1760;p53"/>
              <p:cNvGrpSpPr/>
              <p:nvPr/>
            </p:nvGrpSpPr>
            <p:grpSpPr>
              <a:xfrm>
                <a:off x="6723973" y="2660034"/>
                <a:ext cx="1706673" cy="2172498"/>
                <a:chOff x="511450" y="3191125"/>
                <a:chExt cx="999750" cy="1272625"/>
              </a:xfrm>
            </p:grpSpPr>
            <p:sp>
              <p:nvSpPr>
                <p:cNvPr id="1761" name="Google Shape;1761;p5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5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5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0" name="TextBox 9">
            <a:extLst>
              <a:ext uri="{FF2B5EF4-FFF2-40B4-BE49-F238E27FC236}">
                <a16:creationId xmlns:a16="http://schemas.microsoft.com/office/drawing/2014/main" id="{CCCB15A4-2E1F-5C54-40E7-CD1F4B82AD3F}"/>
              </a:ext>
            </a:extLst>
          </p:cNvPr>
          <p:cNvSpPr txBox="1"/>
          <p:nvPr/>
        </p:nvSpPr>
        <p:spPr>
          <a:xfrm rot="10800000" flipH="1" flipV="1">
            <a:off x="0" y="780474"/>
            <a:ext cx="1416118" cy="1015663"/>
          </a:xfrm>
          <a:prstGeom prst="rect">
            <a:avLst/>
          </a:prstGeom>
          <a:noFill/>
        </p:spPr>
        <p:txBody>
          <a:bodyPr wrap="square" rtlCol="0">
            <a:spAutoFit/>
          </a:bodyPr>
          <a:lstStyle/>
          <a:p>
            <a:r>
              <a:rPr lang="en-US" sz="6000" b="1" dirty="0">
                <a:solidFill>
                  <a:schemeClr val="bg1"/>
                </a:solidFill>
                <a:latin typeface="Be Vietnam Pro" panose="020B0604020202020204" charset="0"/>
              </a:rPr>
              <a:t>04</a:t>
            </a:r>
          </a:p>
        </p:txBody>
      </p:sp>
      <p:sp>
        <p:nvSpPr>
          <p:cNvPr id="11" name="TextBox 10">
            <a:extLst>
              <a:ext uri="{FF2B5EF4-FFF2-40B4-BE49-F238E27FC236}">
                <a16:creationId xmlns:a16="http://schemas.microsoft.com/office/drawing/2014/main" id="{D56D88F9-B0B2-7BCE-A9B5-F9A8360DD107}"/>
              </a:ext>
            </a:extLst>
          </p:cNvPr>
          <p:cNvSpPr txBox="1"/>
          <p:nvPr/>
        </p:nvSpPr>
        <p:spPr>
          <a:xfrm>
            <a:off x="1216597" y="137279"/>
            <a:ext cx="8027138" cy="2123658"/>
          </a:xfrm>
          <a:prstGeom prst="rect">
            <a:avLst/>
          </a:prstGeom>
          <a:noFill/>
        </p:spPr>
        <p:txBody>
          <a:bodyPr wrap="square" rtlCol="0">
            <a:spAutoFit/>
          </a:bodyPr>
          <a:lstStyle/>
          <a:p>
            <a:r>
              <a:rPr lang="fr-FR" sz="4400" b="1" dirty="0"/>
              <a:t>Pourquoi l’Intégration Et l’Adaption Sociale Est-elle Importante?</a:t>
            </a:r>
            <a:endParaRPr lang="en-US" sz="4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Google Shape;1768;p54"/>
          <p:cNvSpPr txBox="1">
            <a:spLocks noGrp="1"/>
          </p:cNvSpPr>
          <p:nvPr>
            <p:ph type="subTitle" idx="1"/>
          </p:nvPr>
        </p:nvSpPr>
        <p:spPr>
          <a:xfrm>
            <a:off x="1183902" y="1067890"/>
            <a:ext cx="2173200" cy="1126670"/>
          </a:xfrm>
          <a:prstGeom prst="rect">
            <a:avLst/>
          </a:prstGeom>
        </p:spPr>
        <p:txBody>
          <a:bodyPr spcFirstLastPara="1" wrap="square" lIns="91425" tIns="91425" rIns="91425" bIns="91425" anchor="t" anchorCtr="0">
            <a:noAutofit/>
          </a:bodyPr>
          <a:lstStyle/>
          <a:p>
            <a:pPr marL="0" lvl="0" indent="0" algn="l"/>
            <a:r>
              <a:rPr lang="fr-FR" sz="1800" dirty="0"/>
              <a:t>L’ordre social : tout le monde respecte les règles.</a:t>
            </a:r>
            <a:endParaRPr sz="1800" dirty="0"/>
          </a:p>
        </p:txBody>
      </p:sp>
      <p:sp>
        <p:nvSpPr>
          <p:cNvPr id="1770" name="Google Shape;1770;p54"/>
          <p:cNvSpPr txBox="1">
            <a:spLocks noGrp="1"/>
          </p:cNvSpPr>
          <p:nvPr>
            <p:ph type="subTitle" idx="4"/>
          </p:nvPr>
        </p:nvSpPr>
        <p:spPr>
          <a:xfrm>
            <a:off x="3889936" y="1032721"/>
            <a:ext cx="2173200" cy="1457031"/>
          </a:xfrm>
          <a:prstGeom prst="rect">
            <a:avLst/>
          </a:prstGeom>
        </p:spPr>
        <p:txBody>
          <a:bodyPr spcFirstLastPara="1" wrap="square" lIns="91425" tIns="91425" rIns="91425" bIns="91425" anchor="t" anchorCtr="0">
            <a:noAutofit/>
          </a:bodyPr>
          <a:lstStyle/>
          <a:p>
            <a:pPr marL="0" lvl="0" indent="0" algn="l"/>
            <a:r>
              <a:rPr lang="fr-FR" sz="1800" dirty="0"/>
              <a:t>La participation et la démocratie : les citoyens s’impliquent.</a:t>
            </a:r>
            <a:endParaRPr sz="1800" dirty="0"/>
          </a:p>
        </p:txBody>
      </p:sp>
      <p:sp>
        <p:nvSpPr>
          <p:cNvPr id="1772" name="Google Shape;1772;p54"/>
          <p:cNvSpPr txBox="1">
            <a:spLocks noGrp="1"/>
          </p:cNvSpPr>
          <p:nvPr>
            <p:ph type="subTitle" idx="7"/>
          </p:nvPr>
        </p:nvSpPr>
        <p:spPr>
          <a:xfrm>
            <a:off x="1183902" y="2948941"/>
            <a:ext cx="2173200" cy="1387927"/>
          </a:xfrm>
          <a:prstGeom prst="rect">
            <a:avLst/>
          </a:prstGeom>
        </p:spPr>
        <p:txBody>
          <a:bodyPr spcFirstLastPara="1" wrap="square" lIns="91425" tIns="91425" rIns="91425" bIns="91425" anchor="t" anchorCtr="0">
            <a:noAutofit/>
          </a:bodyPr>
          <a:lstStyle/>
          <a:p>
            <a:pPr marL="0" lvl="0" indent="0" algn="l"/>
            <a:r>
              <a:rPr lang="fr-FR" sz="1800" dirty="0"/>
              <a:t>Le développement économique : chacun contribue par son travail.</a:t>
            </a:r>
            <a:endParaRPr sz="1800" dirty="0"/>
          </a:p>
        </p:txBody>
      </p:sp>
      <p:sp>
        <p:nvSpPr>
          <p:cNvPr id="16" name="TextBox 15">
            <a:extLst>
              <a:ext uri="{FF2B5EF4-FFF2-40B4-BE49-F238E27FC236}">
                <a16:creationId xmlns:a16="http://schemas.microsoft.com/office/drawing/2014/main" id="{C2A904AC-F90A-0ED5-C17A-521FF76D22A5}"/>
              </a:ext>
            </a:extLst>
          </p:cNvPr>
          <p:cNvSpPr txBox="1"/>
          <p:nvPr/>
        </p:nvSpPr>
        <p:spPr>
          <a:xfrm>
            <a:off x="3783928" y="2959238"/>
            <a:ext cx="2002972" cy="1200329"/>
          </a:xfrm>
          <a:prstGeom prst="rect">
            <a:avLst/>
          </a:prstGeom>
          <a:noFill/>
        </p:spPr>
        <p:txBody>
          <a:bodyPr wrap="square" rtlCol="0">
            <a:spAutoFit/>
          </a:bodyPr>
          <a:lstStyle/>
          <a:p>
            <a:r>
              <a:rPr lang="fr-FR" sz="1800" dirty="0">
                <a:solidFill>
                  <a:schemeClr val="bg2">
                    <a:lumMod val="50000"/>
                  </a:schemeClr>
                </a:solidFill>
              </a:rPr>
              <a:t>La stabilité politique : moins de conflits, plus de cohésion.</a:t>
            </a:r>
            <a:endParaRPr lang="en-US" sz="1800" dirty="0">
              <a:solidFill>
                <a:schemeClr val="bg2">
                  <a:lumMod val="50000"/>
                </a:schemeClr>
              </a:solidFill>
            </a:endParaRPr>
          </a:p>
        </p:txBody>
      </p:sp>
      <p:pic>
        <p:nvPicPr>
          <p:cNvPr id="2054" name="Picture 6" descr="La participation démocratique des enfants aux décisions – Émancipation">
            <a:extLst>
              <a:ext uri="{FF2B5EF4-FFF2-40B4-BE49-F238E27FC236}">
                <a16:creationId xmlns:a16="http://schemas.microsoft.com/office/drawing/2014/main" id="{55A9F957-7FFE-B019-D3EA-2ACC3FC88411}"/>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6063136" y="781992"/>
            <a:ext cx="2857500" cy="2028825"/>
          </a:xfrm>
          <a:prstGeom prst="rect">
            <a:avLst/>
          </a:prstGeom>
          <a:noFill/>
          <a:effectLst>
            <a:outerShdw blurRad="50800" dist="50800" dir="5400000" algn="ctr" rotWithShape="0">
              <a:srgbClr val="000000">
                <a:alpha val="0"/>
              </a:srgbClr>
            </a:outerShdw>
            <a:softEdge rad="1016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9">
          <a:extLst>
            <a:ext uri="{FF2B5EF4-FFF2-40B4-BE49-F238E27FC236}">
              <a16:creationId xmlns:a16="http://schemas.microsoft.com/office/drawing/2014/main" id="{86CB7EA9-DCC4-D79A-C96E-ACF68D35CB09}"/>
            </a:ext>
          </a:extLst>
        </p:cNvPr>
        <p:cNvGrpSpPr/>
        <p:nvPr/>
      </p:nvGrpSpPr>
      <p:grpSpPr>
        <a:xfrm>
          <a:off x="0" y="0"/>
          <a:ext cx="0" cy="0"/>
          <a:chOff x="0" y="0"/>
          <a:chExt cx="0" cy="0"/>
        </a:xfrm>
      </p:grpSpPr>
      <p:sp>
        <p:nvSpPr>
          <p:cNvPr id="1260" name="Google Shape;1260;p44">
            <a:extLst>
              <a:ext uri="{FF2B5EF4-FFF2-40B4-BE49-F238E27FC236}">
                <a16:creationId xmlns:a16="http://schemas.microsoft.com/office/drawing/2014/main" id="{8999FBA2-8DF2-8283-D2D7-CD9E98A532E5}"/>
              </a:ext>
            </a:extLst>
          </p:cNvPr>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1261" name="Google Shape;1261;p44">
            <a:extLst>
              <a:ext uri="{FF2B5EF4-FFF2-40B4-BE49-F238E27FC236}">
                <a16:creationId xmlns:a16="http://schemas.microsoft.com/office/drawing/2014/main" id="{36D5DB45-58FC-70E9-B6E1-A284F2511C08}"/>
              </a:ext>
            </a:extLst>
          </p:cNvPr>
          <p:cNvSpPr txBox="1">
            <a:spLocks noGrp="1"/>
          </p:cNvSpPr>
          <p:nvPr>
            <p:ph type="title"/>
          </p:nvPr>
        </p:nvSpPr>
        <p:spPr>
          <a:xfrm flipH="1">
            <a:off x="1132114" y="682894"/>
            <a:ext cx="4532886" cy="1511400"/>
          </a:xfrm>
          <a:prstGeom prst="rect">
            <a:avLst/>
          </a:prstGeom>
        </p:spPr>
        <p:txBody>
          <a:bodyPr spcFirstLastPara="1" wrap="square" lIns="91425" tIns="91425" rIns="91425" bIns="91425" anchor="b" anchorCtr="0">
            <a:noAutofit/>
          </a:bodyPr>
          <a:lstStyle/>
          <a:p>
            <a:pPr lvl="0" algn="l"/>
            <a:r>
              <a:rPr lang="en-US" dirty="0"/>
              <a:t>Exemples au Liban</a:t>
            </a:r>
            <a:endParaRPr dirty="0"/>
          </a:p>
        </p:txBody>
      </p:sp>
      <p:sp>
        <p:nvSpPr>
          <p:cNvPr id="1262" name="Google Shape;1262;p44">
            <a:extLst>
              <a:ext uri="{FF2B5EF4-FFF2-40B4-BE49-F238E27FC236}">
                <a16:creationId xmlns:a16="http://schemas.microsoft.com/office/drawing/2014/main" id="{258D6159-7160-435E-8B3A-210807C3E25E}"/>
              </a:ext>
            </a:extLst>
          </p:cNvPr>
          <p:cNvSpPr txBox="1">
            <a:spLocks noGrp="1"/>
          </p:cNvSpPr>
          <p:nvPr>
            <p:ph type="title" idx="2"/>
          </p:nvPr>
        </p:nvSpPr>
        <p:spPr>
          <a:xfrm flipH="1">
            <a:off x="566500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05</a:t>
            </a:r>
            <a:endParaRPr dirty="0">
              <a:solidFill>
                <a:schemeClr val="lt1"/>
              </a:solidFill>
            </a:endParaRPr>
          </a:p>
        </p:txBody>
      </p:sp>
      <p:grpSp>
        <p:nvGrpSpPr>
          <p:cNvPr id="1264" name="Google Shape;1264;p44">
            <a:extLst>
              <a:ext uri="{FF2B5EF4-FFF2-40B4-BE49-F238E27FC236}">
                <a16:creationId xmlns:a16="http://schemas.microsoft.com/office/drawing/2014/main" id="{7231AAD9-F9ED-ED16-12A5-FF1E519B921D}"/>
              </a:ext>
            </a:extLst>
          </p:cNvPr>
          <p:cNvGrpSpPr/>
          <p:nvPr/>
        </p:nvGrpSpPr>
        <p:grpSpPr>
          <a:xfrm>
            <a:off x="-58" y="2593746"/>
            <a:ext cx="9186854" cy="2238948"/>
            <a:chOff x="-58" y="2593746"/>
            <a:chExt cx="9186854" cy="2238948"/>
          </a:xfrm>
        </p:grpSpPr>
        <p:grpSp>
          <p:nvGrpSpPr>
            <p:cNvPr id="1265" name="Google Shape;1265;p44">
              <a:extLst>
                <a:ext uri="{FF2B5EF4-FFF2-40B4-BE49-F238E27FC236}">
                  <a16:creationId xmlns:a16="http://schemas.microsoft.com/office/drawing/2014/main" id="{089F0D8F-E4DF-534A-B3E9-5E38DEEB9F45}"/>
                </a:ext>
              </a:extLst>
            </p:cNvPr>
            <p:cNvGrpSpPr/>
            <p:nvPr/>
          </p:nvGrpSpPr>
          <p:grpSpPr>
            <a:xfrm flipH="1">
              <a:off x="4313205" y="3007299"/>
              <a:ext cx="1307473" cy="1825035"/>
              <a:chOff x="2034250" y="3068250"/>
              <a:chExt cx="999750" cy="1395500"/>
            </a:xfrm>
          </p:grpSpPr>
          <p:sp>
            <p:nvSpPr>
              <p:cNvPr id="1266" name="Google Shape;1266;p44">
                <a:extLst>
                  <a:ext uri="{FF2B5EF4-FFF2-40B4-BE49-F238E27FC236}">
                    <a16:creationId xmlns:a16="http://schemas.microsoft.com/office/drawing/2014/main" id="{D93E61FD-68EC-3CA5-3B03-1F013980927B}"/>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7" name="Google Shape;1267;p44">
                <a:extLst>
                  <a:ext uri="{FF2B5EF4-FFF2-40B4-BE49-F238E27FC236}">
                    <a16:creationId xmlns:a16="http://schemas.microsoft.com/office/drawing/2014/main" id="{39B1F8B0-AC6F-69D6-B619-7536C8666852}"/>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8" name="Google Shape;1268;p44">
                <a:extLst>
                  <a:ext uri="{FF2B5EF4-FFF2-40B4-BE49-F238E27FC236}">
                    <a16:creationId xmlns:a16="http://schemas.microsoft.com/office/drawing/2014/main" id="{1CC5860A-4442-7941-6989-1414A505F1EA}"/>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9" name="Google Shape;1269;p44">
                <a:extLst>
                  <a:ext uri="{FF2B5EF4-FFF2-40B4-BE49-F238E27FC236}">
                    <a16:creationId xmlns:a16="http://schemas.microsoft.com/office/drawing/2014/main" id="{7DA016A1-23F2-91DF-4D75-9E3EA08FF49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0" name="Google Shape;1270;p44">
                <a:extLst>
                  <a:ext uri="{FF2B5EF4-FFF2-40B4-BE49-F238E27FC236}">
                    <a16:creationId xmlns:a16="http://schemas.microsoft.com/office/drawing/2014/main" id="{67E1C913-74A7-EE2B-6D82-AC12AC646415}"/>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71" name="Google Shape;1271;p44">
              <a:extLst>
                <a:ext uri="{FF2B5EF4-FFF2-40B4-BE49-F238E27FC236}">
                  <a16:creationId xmlns:a16="http://schemas.microsoft.com/office/drawing/2014/main" id="{2D060854-DB09-23F0-6070-7C8A089602BC}"/>
                </a:ext>
              </a:extLst>
            </p:cNvPr>
            <p:cNvGrpSpPr/>
            <p:nvPr/>
          </p:nvGrpSpPr>
          <p:grpSpPr>
            <a:xfrm flipH="1">
              <a:off x="6202137" y="2768403"/>
              <a:ext cx="1727168" cy="2064093"/>
              <a:chOff x="4081975" y="3119725"/>
              <a:chExt cx="999750" cy="1194775"/>
            </a:xfrm>
          </p:grpSpPr>
          <p:sp>
            <p:nvSpPr>
              <p:cNvPr id="1272" name="Google Shape;1272;p44">
                <a:extLst>
                  <a:ext uri="{FF2B5EF4-FFF2-40B4-BE49-F238E27FC236}">
                    <a16:creationId xmlns:a16="http://schemas.microsoft.com/office/drawing/2014/main" id="{ED10837D-24D4-D897-B1C3-1337B9C40D06}"/>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3" name="Google Shape;1273;p44">
                <a:extLst>
                  <a:ext uri="{FF2B5EF4-FFF2-40B4-BE49-F238E27FC236}">
                    <a16:creationId xmlns:a16="http://schemas.microsoft.com/office/drawing/2014/main" id="{3DFF00A5-D034-7592-0811-5110B3D573E3}"/>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4" name="Google Shape;1274;p44">
                <a:extLst>
                  <a:ext uri="{FF2B5EF4-FFF2-40B4-BE49-F238E27FC236}">
                    <a16:creationId xmlns:a16="http://schemas.microsoft.com/office/drawing/2014/main" id="{9D91AA6C-F3EC-F2DA-BDC7-1DB86854045B}"/>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5" name="Google Shape;1275;p44">
                <a:extLst>
                  <a:ext uri="{FF2B5EF4-FFF2-40B4-BE49-F238E27FC236}">
                    <a16:creationId xmlns:a16="http://schemas.microsoft.com/office/drawing/2014/main" id="{1761B2EC-4992-51A4-04B8-FD7BD01EA845}"/>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6" name="Google Shape;1276;p44">
                <a:extLst>
                  <a:ext uri="{FF2B5EF4-FFF2-40B4-BE49-F238E27FC236}">
                    <a16:creationId xmlns:a16="http://schemas.microsoft.com/office/drawing/2014/main" id="{E66A2744-D6F9-FD07-9E97-2D89AFBDAF23}"/>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7" name="Google Shape;1277;p44">
                <a:extLst>
                  <a:ext uri="{FF2B5EF4-FFF2-40B4-BE49-F238E27FC236}">
                    <a16:creationId xmlns:a16="http://schemas.microsoft.com/office/drawing/2014/main" id="{B5268660-4724-E4DF-EE6A-ADAC587C96BB}"/>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8" name="Google Shape;1278;p44">
                <a:extLst>
                  <a:ext uri="{FF2B5EF4-FFF2-40B4-BE49-F238E27FC236}">
                    <a16:creationId xmlns:a16="http://schemas.microsoft.com/office/drawing/2014/main" id="{F19536A2-D5C5-38DB-C7A4-5F9514E27ECA}"/>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9" name="Google Shape;1279;p44">
                <a:extLst>
                  <a:ext uri="{FF2B5EF4-FFF2-40B4-BE49-F238E27FC236}">
                    <a16:creationId xmlns:a16="http://schemas.microsoft.com/office/drawing/2014/main" id="{D3B6A464-1F49-294A-4AAE-EE7A1ED74B18}"/>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0" name="Google Shape;1280;p44">
                <a:extLst>
                  <a:ext uri="{FF2B5EF4-FFF2-40B4-BE49-F238E27FC236}">
                    <a16:creationId xmlns:a16="http://schemas.microsoft.com/office/drawing/2014/main" id="{CABEF159-D46E-099E-F4C0-76F31D788E31}"/>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1" name="Google Shape;1281;p44">
                <a:extLst>
                  <a:ext uri="{FF2B5EF4-FFF2-40B4-BE49-F238E27FC236}">
                    <a16:creationId xmlns:a16="http://schemas.microsoft.com/office/drawing/2014/main" id="{61D1C247-A4D9-C06D-4FC0-59DAB7E804EC}"/>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44">
                <a:extLst>
                  <a:ext uri="{FF2B5EF4-FFF2-40B4-BE49-F238E27FC236}">
                    <a16:creationId xmlns:a16="http://schemas.microsoft.com/office/drawing/2014/main" id="{E6643930-13B0-2492-04B6-D3BF55A5F605}"/>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3" name="Google Shape;1283;p44">
                <a:extLst>
                  <a:ext uri="{FF2B5EF4-FFF2-40B4-BE49-F238E27FC236}">
                    <a16:creationId xmlns:a16="http://schemas.microsoft.com/office/drawing/2014/main" id="{82C0E82E-207D-87EC-BA88-8331A8D05FCB}"/>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4" name="Google Shape;1284;p44">
                <a:extLst>
                  <a:ext uri="{FF2B5EF4-FFF2-40B4-BE49-F238E27FC236}">
                    <a16:creationId xmlns:a16="http://schemas.microsoft.com/office/drawing/2014/main" id="{587E29B9-26DE-E173-053C-2CD8149A6762}"/>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5" name="Google Shape;1285;p44">
                <a:extLst>
                  <a:ext uri="{FF2B5EF4-FFF2-40B4-BE49-F238E27FC236}">
                    <a16:creationId xmlns:a16="http://schemas.microsoft.com/office/drawing/2014/main" id="{CAA6AF0C-AB5C-7ABC-E2F6-4824247CC7CA}"/>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6" name="Google Shape;1286;p44">
                <a:extLst>
                  <a:ext uri="{FF2B5EF4-FFF2-40B4-BE49-F238E27FC236}">
                    <a16:creationId xmlns:a16="http://schemas.microsoft.com/office/drawing/2014/main" id="{8F5BD076-F6D1-7246-A28C-0C7DFB554146}"/>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7" name="Google Shape;1287;p44">
                <a:extLst>
                  <a:ext uri="{FF2B5EF4-FFF2-40B4-BE49-F238E27FC236}">
                    <a16:creationId xmlns:a16="http://schemas.microsoft.com/office/drawing/2014/main" id="{56E74165-FDDD-DFC7-99EA-4CDDB244FF34}"/>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8" name="Google Shape;1288;p44">
                <a:extLst>
                  <a:ext uri="{FF2B5EF4-FFF2-40B4-BE49-F238E27FC236}">
                    <a16:creationId xmlns:a16="http://schemas.microsoft.com/office/drawing/2014/main" id="{C0D7C25B-618C-73D8-4C9F-FC4BBE52B067}"/>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9" name="Google Shape;1289;p44">
                <a:extLst>
                  <a:ext uri="{FF2B5EF4-FFF2-40B4-BE49-F238E27FC236}">
                    <a16:creationId xmlns:a16="http://schemas.microsoft.com/office/drawing/2014/main" id="{6C044B0D-BB18-FF36-F4D0-F6F0A36CE702}"/>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0" name="Google Shape;1290;p44">
                <a:extLst>
                  <a:ext uri="{FF2B5EF4-FFF2-40B4-BE49-F238E27FC236}">
                    <a16:creationId xmlns:a16="http://schemas.microsoft.com/office/drawing/2014/main" id="{08EE45C1-7D25-9B24-C80F-9EDA8B8DCD70}"/>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1" name="Google Shape;1291;p44">
                <a:extLst>
                  <a:ext uri="{FF2B5EF4-FFF2-40B4-BE49-F238E27FC236}">
                    <a16:creationId xmlns:a16="http://schemas.microsoft.com/office/drawing/2014/main" id="{8B6B8990-1F6E-01F8-79FE-AE228DDFADCD}"/>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2" name="Google Shape;1292;p44">
                <a:extLst>
                  <a:ext uri="{FF2B5EF4-FFF2-40B4-BE49-F238E27FC236}">
                    <a16:creationId xmlns:a16="http://schemas.microsoft.com/office/drawing/2014/main" id="{61BB1779-C211-17C0-FB45-8E670974C951}"/>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3" name="Google Shape;1293;p44">
                <a:extLst>
                  <a:ext uri="{FF2B5EF4-FFF2-40B4-BE49-F238E27FC236}">
                    <a16:creationId xmlns:a16="http://schemas.microsoft.com/office/drawing/2014/main" id="{556912C9-70CA-9C45-6B8D-523343005147}"/>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4" name="Google Shape;1294;p44">
                <a:extLst>
                  <a:ext uri="{FF2B5EF4-FFF2-40B4-BE49-F238E27FC236}">
                    <a16:creationId xmlns:a16="http://schemas.microsoft.com/office/drawing/2014/main" id="{4908DC95-87F0-0D4D-9AE1-255837E630F3}"/>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5" name="Google Shape;1295;p44">
                <a:extLst>
                  <a:ext uri="{FF2B5EF4-FFF2-40B4-BE49-F238E27FC236}">
                    <a16:creationId xmlns:a16="http://schemas.microsoft.com/office/drawing/2014/main" id="{DA4F26B4-9AED-4328-3B82-BCDEA503F475}"/>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6" name="Google Shape;1296;p44">
                <a:extLst>
                  <a:ext uri="{FF2B5EF4-FFF2-40B4-BE49-F238E27FC236}">
                    <a16:creationId xmlns:a16="http://schemas.microsoft.com/office/drawing/2014/main" id="{406C33A7-E586-E5CA-5F6F-7E1AB6F92C45}"/>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97" name="Google Shape;1297;p44">
              <a:extLst>
                <a:ext uri="{FF2B5EF4-FFF2-40B4-BE49-F238E27FC236}">
                  <a16:creationId xmlns:a16="http://schemas.microsoft.com/office/drawing/2014/main" id="{47144173-1D2E-CA03-88FA-177B3257F00B}"/>
                </a:ext>
              </a:extLst>
            </p:cNvPr>
            <p:cNvGrpSpPr/>
            <p:nvPr/>
          </p:nvGrpSpPr>
          <p:grpSpPr>
            <a:xfrm>
              <a:off x="5266976" y="3118726"/>
              <a:ext cx="1403949" cy="1713667"/>
              <a:chOff x="2530500" y="1412150"/>
              <a:chExt cx="999750" cy="1220300"/>
            </a:xfrm>
          </p:grpSpPr>
          <p:sp>
            <p:nvSpPr>
              <p:cNvPr id="1298" name="Google Shape;1298;p44">
                <a:extLst>
                  <a:ext uri="{FF2B5EF4-FFF2-40B4-BE49-F238E27FC236}">
                    <a16:creationId xmlns:a16="http://schemas.microsoft.com/office/drawing/2014/main" id="{5B9F5ED7-4CF8-BC5C-74E5-5132F0A983A4}"/>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9" name="Google Shape;1299;p44">
                <a:extLst>
                  <a:ext uri="{FF2B5EF4-FFF2-40B4-BE49-F238E27FC236}">
                    <a16:creationId xmlns:a16="http://schemas.microsoft.com/office/drawing/2014/main" id="{642C6BB2-309D-5E52-AF7F-AD13ED20B045}"/>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0" name="Google Shape;1300;p44">
                <a:extLst>
                  <a:ext uri="{FF2B5EF4-FFF2-40B4-BE49-F238E27FC236}">
                    <a16:creationId xmlns:a16="http://schemas.microsoft.com/office/drawing/2014/main" id="{989EE825-6C2B-A1BD-183E-F9C1E89D56BD}"/>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1" name="Google Shape;1301;p44">
                <a:extLst>
                  <a:ext uri="{FF2B5EF4-FFF2-40B4-BE49-F238E27FC236}">
                    <a16:creationId xmlns:a16="http://schemas.microsoft.com/office/drawing/2014/main" id="{0691516F-48B6-B0D2-5C38-28122B5D34CA}"/>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02" name="Google Shape;1302;p44">
              <a:extLst>
                <a:ext uri="{FF2B5EF4-FFF2-40B4-BE49-F238E27FC236}">
                  <a16:creationId xmlns:a16="http://schemas.microsoft.com/office/drawing/2014/main" id="{09C7F480-516D-618E-DA75-D6AFFC2C496F}"/>
                </a:ext>
              </a:extLst>
            </p:cNvPr>
            <p:cNvGrpSpPr/>
            <p:nvPr/>
          </p:nvGrpSpPr>
          <p:grpSpPr>
            <a:xfrm>
              <a:off x="7683773" y="2919174"/>
              <a:ext cx="1503024" cy="1913264"/>
              <a:chOff x="511450" y="3191125"/>
              <a:chExt cx="999750" cy="1272625"/>
            </a:xfrm>
          </p:grpSpPr>
          <p:sp>
            <p:nvSpPr>
              <p:cNvPr id="1303" name="Google Shape;1303;p44">
                <a:extLst>
                  <a:ext uri="{FF2B5EF4-FFF2-40B4-BE49-F238E27FC236}">
                    <a16:creationId xmlns:a16="http://schemas.microsoft.com/office/drawing/2014/main" id="{C4F1EE68-377C-F239-3191-37B8D044F877}"/>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4" name="Google Shape;1304;p44">
                <a:extLst>
                  <a:ext uri="{FF2B5EF4-FFF2-40B4-BE49-F238E27FC236}">
                    <a16:creationId xmlns:a16="http://schemas.microsoft.com/office/drawing/2014/main" id="{19047306-E206-EEF9-C621-BA930DA70DFA}"/>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5" name="Google Shape;1305;p44">
                <a:extLst>
                  <a:ext uri="{FF2B5EF4-FFF2-40B4-BE49-F238E27FC236}">
                    <a16:creationId xmlns:a16="http://schemas.microsoft.com/office/drawing/2014/main" id="{A30A3E2C-661A-F111-12B0-30F13814D4D0}"/>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06" name="Google Shape;1306;p44">
              <a:extLst>
                <a:ext uri="{FF2B5EF4-FFF2-40B4-BE49-F238E27FC236}">
                  <a16:creationId xmlns:a16="http://schemas.microsoft.com/office/drawing/2014/main" id="{5000D151-33B5-BFDB-4629-0D7C4E613B5C}"/>
                </a:ext>
              </a:extLst>
            </p:cNvPr>
            <p:cNvGrpSpPr/>
            <p:nvPr/>
          </p:nvGrpSpPr>
          <p:grpSpPr>
            <a:xfrm flipH="1">
              <a:off x="-58" y="3367312"/>
              <a:ext cx="1200250" cy="1464756"/>
              <a:chOff x="5687100" y="3067925"/>
              <a:chExt cx="999875" cy="1220325"/>
            </a:xfrm>
          </p:grpSpPr>
          <p:sp>
            <p:nvSpPr>
              <p:cNvPr id="1307" name="Google Shape;1307;p44">
                <a:extLst>
                  <a:ext uri="{FF2B5EF4-FFF2-40B4-BE49-F238E27FC236}">
                    <a16:creationId xmlns:a16="http://schemas.microsoft.com/office/drawing/2014/main" id="{729C05ED-7614-0D25-EE02-F3FC9ECD8D7D}"/>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8" name="Google Shape;1308;p44">
                <a:extLst>
                  <a:ext uri="{FF2B5EF4-FFF2-40B4-BE49-F238E27FC236}">
                    <a16:creationId xmlns:a16="http://schemas.microsoft.com/office/drawing/2014/main" id="{580F7420-38A3-1994-8DB0-1038F29BD52D}"/>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9" name="Google Shape;1309;p44">
                <a:extLst>
                  <a:ext uri="{FF2B5EF4-FFF2-40B4-BE49-F238E27FC236}">
                    <a16:creationId xmlns:a16="http://schemas.microsoft.com/office/drawing/2014/main" id="{02EE5611-ED7D-131F-CE5E-98CCCB2F0F11}"/>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0" name="Google Shape;1310;p44">
                <a:extLst>
                  <a:ext uri="{FF2B5EF4-FFF2-40B4-BE49-F238E27FC236}">
                    <a16:creationId xmlns:a16="http://schemas.microsoft.com/office/drawing/2014/main" id="{A86C25B6-A437-4D4D-A3A1-8526A2333DB7}"/>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1" name="Google Shape;1311;p44">
                <a:extLst>
                  <a:ext uri="{FF2B5EF4-FFF2-40B4-BE49-F238E27FC236}">
                    <a16:creationId xmlns:a16="http://schemas.microsoft.com/office/drawing/2014/main" id="{2CEE27DA-E9A8-7628-C9D5-0BB429D18DA0}"/>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2" name="Google Shape;1312;p44">
                <a:extLst>
                  <a:ext uri="{FF2B5EF4-FFF2-40B4-BE49-F238E27FC236}">
                    <a16:creationId xmlns:a16="http://schemas.microsoft.com/office/drawing/2014/main" id="{3FDAE2F8-37AA-BB24-9B28-2294925FABFB}"/>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3" name="Google Shape;1313;p44">
                <a:extLst>
                  <a:ext uri="{FF2B5EF4-FFF2-40B4-BE49-F238E27FC236}">
                    <a16:creationId xmlns:a16="http://schemas.microsoft.com/office/drawing/2014/main" id="{BFBFA8B5-32ED-3299-32FA-4B394726D2EB}"/>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14" name="Google Shape;1314;p44">
              <a:extLst>
                <a:ext uri="{FF2B5EF4-FFF2-40B4-BE49-F238E27FC236}">
                  <a16:creationId xmlns:a16="http://schemas.microsoft.com/office/drawing/2014/main" id="{E7A7B739-4E2E-2732-31E7-7953FBB26555}"/>
                </a:ext>
              </a:extLst>
            </p:cNvPr>
            <p:cNvGrpSpPr/>
            <p:nvPr/>
          </p:nvGrpSpPr>
          <p:grpSpPr>
            <a:xfrm>
              <a:off x="2328951" y="2917164"/>
              <a:ext cx="1603799" cy="1915254"/>
              <a:chOff x="4245050" y="1417375"/>
              <a:chExt cx="999750" cy="1193900"/>
            </a:xfrm>
          </p:grpSpPr>
          <p:sp>
            <p:nvSpPr>
              <p:cNvPr id="1315" name="Google Shape;1315;p44">
                <a:extLst>
                  <a:ext uri="{FF2B5EF4-FFF2-40B4-BE49-F238E27FC236}">
                    <a16:creationId xmlns:a16="http://schemas.microsoft.com/office/drawing/2014/main" id="{78615E2B-2FC5-D4F0-0371-1A266EC95F3C}"/>
                  </a:ext>
                </a:extLst>
              </p:cNvPr>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6" name="Google Shape;1316;p44">
                <a:extLst>
                  <a:ext uri="{FF2B5EF4-FFF2-40B4-BE49-F238E27FC236}">
                    <a16:creationId xmlns:a16="http://schemas.microsoft.com/office/drawing/2014/main" id="{6BDCCBC5-F75D-9D76-CC64-48F3797B31CE}"/>
                  </a:ext>
                </a:extLst>
              </p:cNvPr>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7" name="Google Shape;1317;p44">
                <a:extLst>
                  <a:ext uri="{FF2B5EF4-FFF2-40B4-BE49-F238E27FC236}">
                    <a16:creationId xmlns:a16="http://schemas.microsoft.com/office/drawing/2014/main" id="{803B4029-3F24-52EF-8E7E-6896D650A52C}"/>
                  </a:ext>
                </a:extLst>
              </p:cNvPr>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8" name="Google Shape;1318;p44">
                <a:extLst>
                  <a:ext uri="{FF2B5EF4-FFF2-40B4-BE49-F238E27FC236}">
                    <a16:creationId xmlns:a16="http://schemas.microsoft.com/office/drawing/2014/main" id="{8934CDB0-0686-0689-D872-341575C7371E}"/>
                  </a:ext>
                </a:extLst>
              </p:cNvPr>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19" name="Google Shape;1319;p44">
              <a:extLst>
                <a:ext uri="{FF2B5EF4-FFF2-40B4-BE49-F238E27FC236}">
                  <a16:creationId xmlns:a16="http://schemas.microsoft.com/office/drawing/2014/main" id="{408AC249-083A-C3DA-C75F-B516765DC255}"/>
                </a:ext>
              </a:extLst>
            </p:cNvPr>
            <p:cNvGrpSpPr/>
            <p:nvPr/>
          </p:nvGrpSpPr>
          <p:grpSpPr>
            <a:xfrm>
              <a:off x="585552" y="2593746"/>
              <a:ext cx="1603799" cy="2238661"/>
              <a:chOff x="2034250" y="3068250"/>
              <a:chExt cx="999750" cy="1395500"/>
            </a:xfrm>
          </p:grpSpPr>
          <p:sp>
            <p:nvSpPr>
              <p:cNvPr id="1320" name="Google Shape;1320;p44">
                <a:extLst>
                  <a:ext uri="{FF2B5EF4-FFF2-40B4-BE49-F238E27FC236}">
                    <a16:creationId xmlns:a16="http://schemas.microsoft.com/office/drawing/2014/main" id="{A5A8D77E-B38B-F212-B289-77CDABEFE8E6}"/>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1" name="Google Shape;1321;p44">
                <a:extLst>
                  <a:ext uri="{FF2B5EF4-FFF2-40B4-BE49-F238E27FC236}">
                    <a16:creationId xmlns:a16="http://schemas.microsoft.com/office/drawing/2014/main" id="{124B3A34-3203-6EF0-FE97-FB52C332AA68}"/>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2" name="Google Shape;1322;p44">
                <a:extLst>
                  <a:ext uri="{FF2B5EF4-FFF2-40B4-BE49-F238E27FC236}">
                    <a16:creationId xmlns:a16="http://schemas.microsoft.com/office/drawing/2014/main" id="{DF67A707-73F4-D386-66C9-989D2460C15D}"/>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3" name="Google Shape;1323;p44">
                <a:extLst>
                  <a:ext uri="{FF2B5EF4-FFF2-40B4-BE49-F238E27FC236}">
                    <a16:creationId xmlns:a16="http://schemas.microsoft.com/office/drawing/2014/main" id="{38E342C4-9B7D-3EDC-AA38-2B0AA5E947C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4" name="Google Shape;1324;p44">
                <a:extLst>
                  <a:ext uri="{FF2B5EF4-FFF2-40B4-BE49-F238E27FC236}">
                    <a16:creationId xmlns:a16="http://schemas.microsoft.com/office/drawing/2014/main" id="{9FFA8563-5F5B-876B-6F06-6CC7EC3CFEA8}"/>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25" name="Google Shape;1325;p44">
              <a:extLst>
                <a:ext uri="{FF2B5EF4-FFF2-40B4-BE49-F238E27FC236}">
                  <a16:creationId xmlns:a16="http://schemas.microsoft.com/office/drawing/2014/main" id="{986B968C-F147-B5B6-C2E0-C004B8813FE9}"/>
                </a:ext>
              </a:extLst>
            </p:cNvPr>
            <p:cNvGrpSpPr/>
            <p:nvPr/>
          </p:nvGrpSpPr>
          <p:grpSpPr>
            <a:xfrm>
              <a:off x="3143803" y="2768345"/>
              <a:ext cx="1691077" cy="2064137"/>
              <a:chOff x="2530500" y="1412150"/>
              <a:chExt cx="999750" cy="1220300"/>
            </a:xfrm>
          </p:grpSpPr>
          <p:sp>
            <p:nvSpPr>
              <p:cNvPr id="1326" name="Google Shape;1326;p44">
                <a:extLst>
                  <a:ext uri="{FF2B5EF4-FFF2-40B4-BE49-F238E27FC236}">
                    <a16:creationId xmlns:a16="http://schemas.microsoft.com/office/drawing/2014/main" id="{90267223-E3F0-FC81-4961-8FE711CD56B6}"/>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7" name="Google Shape;1327;p44">
                <a:extLst>
                  <a:ext uri="{FF2B5EF4-FFF2-40B4-BE49-F238E27FC236}">
                    <a16:creationId xmlns:a16="http://schemas.microsoft.com/office/drawing/2014/main" id="{98DD188F-6900-8C35-A0AC-A0A418A4D718}"/>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8" name="Google Shape;1328;p44">
                <a:extLst>
                  <a:ext uri="{FF2B5EF4-FFF2-40B4-BE49-F238E27FC236}">
                    <a16:creationId xmlns:a16="http://schemas.microsoft.com/office/drawing/2014/main" id="{54015DDA-5F0A-5918-DEFD-03954ECEB078}"/>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9" name="Google Shape;1329;p44">
                <a:extLst>
                  <a:ext uri="{FF2B5EF4-FFF2-40B4-BE49-F238E27FC236}">
                    <a16:creationId xmlns:a16="http://schemas.microsoft.com/office/drawing/2014/main" id="{874D4673-20C2-1C4E-ED51-C2BF1E5B4DB2}"/>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30" name="Google Shape;1330;p44">
              <a:extLst>
                <a:ext uri="{FF2B5EF4-FFF2-40B4-BE49-F238E27FC236}">
                  <a16:creationId xmlns:a16="http://schemas.microsoft.com/office/drawing/2014/main" id="{C8B2A5E8-FFF2-0504-72DF-613496D81692}"/>
                </a:ext>
              </a:extLst>
            </p:cNvPr>
            <p:cNvGrpSpPr/>
            <p:nvPr/>
          </p:nvGrpSpPr>
          <p:grpSpPr>
            <a:xfrm flipH="1">
              <a:off x="1669773" y="3367903"/>
              <a:ext cx="1150712" cy="1464791"/>
              <a:chOff x="511450" y="3191125"/>
              <a:chExt cx="999750" cy="1272625"/>
            </a:xfrm>
          </p:grpSpPr>
          <p:sp>
            <p:nvSpPr>
              <p:cNvPr id="1331" name="Google Shape;1331;p44">
                <a:extLst>
                  <a:ext uri="{FF2B5EF4-FFF2-40B4-BE49-F238E27FC236}">
                    <a16:creationId xmlns:a16="http://schemas.microsoft.com/office/drawing/2014/main" id="{FFB375B8-9AEA-C402-BBE2-60B20B76398F}"/>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2" name="Google Shape;1332;p44">
                <a:extLst>
                  <a:ext uri="{FF2B5EF4-FFF2-40B4-BE49-F238E27FC236}">
                    <a16:creationId xmlns:a16="http://schemas.microsoft.com/office/drawing/2014/main" id="{0B5A2AE8-7FC6-33DA-5B25-0E4C3F78D40B}"/>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3" name="Google Shape;1333;p44">
                <a:extLst>
                  <a:ext uri="{FF2B5EF4-FFF2-40B4-BE49-F238E27FC236}">
                    <a16:creationId xmlns:a16="http://schemas.microsoft.com/office/drawing/2014/main" id="{E79CF29C-C73D-331A-6A8C-D571898B6563}"/>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2290228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7">
          <a:extLst>
            <a:ext uri="{FF2B5EF4-FFF2-40B4-BE49-F238E27FC236}">
              <a16:creationId xmlns:a16="http://schemas.microsoft.com/office/drawing/2014/main" id="{21B1C117-B183-66FA-3E23-49DED92ADF56}"/>
            </a:ext>
          </a:extLst>
        </p:cNvPr>
        <p:cNvGrpSpPr/>
        <p:nvPr/>
      </p:nvGrpSpPr>
      <p:grpSpPr>
        <a:xfrm>
          <a:off x="0" y="0"/>
          <a:ext cx="0" cy="0"/>
          <a:chOff x="0" y="0"/>
          <a:chExt cx="0" cy="0"/>
        </a:xfrm>
      </p:grpSpPr>
      <p:sp>
        <p:nvSpPr>
          <p:cNvPr id="1795" name="Google Shape;1795;p55">
            <a:extLst>
              <a:ext uri="{FF2B5EF4-FFF2-40B4-BE49-F238E27FC236}">
                <a16:creationId xmlns:a16="http://schemas.microsoft.com/office/drawing/2014/main" id="{2323FBFC-3DA5-D8F2-2C8E-7C7C56177C5D}"/>
              </a:ext>
            </a:extLst>
          </p:cNvPr>
          <p:cNvSpPr txBox="1">
            <a:spLocks noGrp="1"/>
          </p:cNvSpPr>
          <p:nvPr>
            <p:ph type="subTitle" idx="1"/>
          </p:nvPr>
        </p:nvSpPr>
        <p:spPr>
          <a:xfrm>
            <a:off x="1071154" y="386897"/>
            <a:ext cx="8255726" cy="4237355"/>
          </a:xfrm>
          <a:prstGeom prst="rect">
            <a:avLst/>
          </a:prstGeom>
        </p:spPr>
        <p:txBody>
          <a:bodyPr spcFirstLastPara="1" wrap="square" lIns="91425" tIns="91425" rIns="91425" bIns="91425" anchor="t" anchorCtr="0">
            <a:noAutofit/>
          </a:bodyPr>
          <a:lstStyle/>
          <a:p>
            <a:pPr marL="0" lvl="0" indent="0"/>
            <a:r>
              <a:rPr lang="fr-FR" sz="1600" b="1" dirty="0"/>
              <a:t>L’école:</a:t>
            </a:r>
          </a:p>
          <a:p>
            <a:pPr marL="0" lvl="0" indent="0"/>
            <a:r>
              <a:rPr lang="fr-FR" sz="1600" dirty="0"/>
              <a:t>• Depuis 1998 (loi n°686) : la scolarisation est obligatoire au niveau primaire.</a:t>
            </a:r>
          </a:p>
          <a:p>
            <a:pPr marL="0" lvl="0" indent="0"/>
            <a:r>
              <a:rPr lang="fr-FR" sz="1600" dirty="0"/>
              <a:t>• L’école joue un rôle essentiel de socialisation et d’égalité des chances.</a:t>
            </a:r>
          </a:p>
          <a:p>
            <a:pPr marL="0" lvl="0" indent="0"/>
            <a:r>
              <a:rPr lang="fr-FR" sz="1600" dirty="0"/>
              <a:t>• Dans les pays développés, l’enseignement est obligatoire jusqu’à 16 ans.</a:t>
            </a:r>
          </a:p>
          <a:p>
            <a:pPr marL="0" lvl="0" indent="0"/>
            <a:endParaRPr lang="fr-FR" sz="1600" dirty="0"/>
          </a:p>
          <a:p>
            <a:pPr marL="0" lvl="0" indent="0"/>
            <a:r>
              <a:rPr lang="fr-FR" sz="1600" b="1" dirty="0"/>
              <a:t>L’université:</a:t>
            </a:r>
          </a:p>
          <a:p>
            <a:pPr marL="0" lvl="0" indent="0"/>
            <a:r>
              <a:rPr lang="fr-FR" sz="1600" dirty="0"/>
              <a:t>• Lieu où le jeune renforce son intégration :</a:t>
            </a:r>
          </a:p>
          <a:p>
            <a:pPr marL="0" lvl="0" indent="0"/>
            <a:r>
              <a:rPr lang="fr-FR" sz="1600" dirty="0"/>
              <a:t>• Socialement : prépare les élites et développe le sens critique.</a:t>
            </a:r>
          </a:p>
          <a:p>
            <a:pPr marL="0" lvl="0" indent="0"/>
            <a:r>
              <a:rPr lang="fr-FR" sz="1600" dirty="0"/>
              <a:t>• Économiquement : forme une main-d’œuvre qualifiée.</a:t>
            </a:r>
          </a:p>
          <a:p>
            <a:pPr marL="0" lvl="0" indent="0"/>
            <a:r>
              <a:rPr lang="fr-FR" sz="1600" dirty="0"/>
              <a:t>• Culturellement : encourage la liberté d’expression et la participation culturelle.</a:t>
            </a:r>
          </a:p>
          <a:p>
            <a:pPr marL="0" lvl="0" indent="0"/>
            <a:endParaRPr lang="fr-FR" sz="1600" dirty="0"/>
          </a:p>
          <a:p>
            <a:pPr marL="0" lvl="0" indent="0"/>
            <a:r>
              <a:rPr lang="fr-FR" sz="1600" b="1" dirty="0"/>
              <a:t> Le travail:</a:t>
            </a:r>
          </a:p>
          <a:p>
            <a:pPr marL="0" lvl="0" indent="0"/>
            <a:r>
              <a:rPr lang="fr-FR" sz="1600" dirty="0"/>
              <a:t>• Activité physique et mentale rémunérée.</a:t>
            </a:r>
          </a:p>
          <a:p>
            <a:pPr marL="0" lvl="0" indent="0"/>
            <a:r>
              <a:rPr lang="fr-FR" sz="1600" dirty="0"/>
              <a:t>• Facteur d’insertion sociale car il permet l’autonomie.</a:t>
            </a:r>
          </a:p>
          <a:p>
            <a:pPr marL="0" lvl="0" indent="0"/>
            <a:r>
              <a:rPr lang="fr-FR" sz="1600" dirty="0"/>
              <a:t>• Le chômage est un obstacle à ment un emploi.</a:t>
            </a:r>
          </a:p>
        </p:txBody>
      </p:sp>
    </p:spTree>
    <p:extLst>
      <p:ext uri="{BB962C8B-B14F-4D97-AF65-F5344CB8AC3E}">
        <p14:creationId xmlns:p14="http://schemas.microsoft.com/office/powerpoint/2010/main" val="187158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1">
          <a:extLst>
            <a:ext uri="{FF2B5EF4-FFF2-40B4-BE49-F238E27FC236}">
              <a16:creationId xmlns:a16="http://schemas.microsoft.com/office/drawing/2014/main" id="{70151D7C-DEFB-8631-5960-0480E29F203D}"/>
            </a:ext>
          </a:extLst>
        </p:cNvPr>
        <p:cNvGrpSpPr/>
        <p:nvPr/>
      </p:nvGrpSpPr>
      <p:grpSpPr>
        <a:xfrm>
          <a:off x="0" y="0"/>
          <a:ext cx="0" cy="0"/>
          <a:chOff x="0" y="0"/>
          <a:chExt cx="0" cy="0"/>
        </a:xfrm>
      </p:grpSpPr>
      <p:sp>
        <p:nvSpPr>
          <p:cNvPr id="1124" name="Google Shape;1124;p40">
            <a:extLst>
              <a:ext uri="{FF2B5EF4-FFF2-40B4-BE49-F238E27FC236}">
                <a16:creationId xmlns:a16="http://schemas.microsoft.com/office/drawing/2014/main" id="{6B8F842D-A1EB-5061-2FCA-07EDB374365C}"/>
              </a:ext>
            </a:extLst>
          </p:cNvPr>
          <p:cNvSpPr txBox="1">
            <a:spLocks noGrp="1"/>
          </p:cNvSpPr>
          <p:nvPr>
            <p:ph type="subTitle" idx="2"/>
          </p:nvPr>
        </p:nvSpPr>
        <p:spPr>
          <a:xfrm>
            <a:off x="1090548" y="464686"/>
            <a:ext cx="7244010" cy="4083972"/>
          </a:xfrm>
          <a:prstGeom prst="rect">
            <a:avLst/>
          </a:prstGeom>
        </p:spPr>
        <p:txBody>
          <a:bodyPr spcFirstLastPara="1" wrap="square" lIns="91425" tIns="91425" rIns="91425" bIns="91425" anchor="ctr" anchorCtr="0">
            <a:noAutofit/>
          </a:bodyPr>
          <a:lstStyle/>
          <a:p>
            <a:pPr marL="0" lvl="0" indent="0"/>
            <a:r>
              <a:rPr lang="fr-FR" dirty="0"/>
              <a:t> </a:t>
            </a:r>
            <a:r>
              <a:rPr lang="fr-FR" b="1" dirty="0"/>
              <a:t>Participation politique:</a:t>
            </a:r>
          </a:p>
          <a:p>
            <a:pPr marL="0" lvl="0" indent="0"/>
            <a:r>
              <a:rPr lang="fr-FR" dirty="0"/>
              <a:t>Selon la loi libanaise, à 18 ans, un jeune a le droit :</a:t>
            </a:r>
          </a:p>
          <a:p>
            <a:pPr marL="0" lvl="0" indent="0"/>
            <a:r>
              <a:rPr lang="fr-FR" dirty="0"/>
              <a:t>• D’obtenir son permis de conduire ;</a:t>
            </a:r>
          </a:p>
          <a:p>
            <a:pPr marL="0" lvl="0" indent="0"/>
            <a:r>
              <a:rPr lang="fr-FR" dirty="0"/>
              <a:t>• D’avoir un compte et carnet de chèques ;</a:t>
            </a:r>
          </a:p>
          <a:p>
            <a:pPr marL="0" lvl="0" indent="0"/>
            <a:r>
              <a:rPr lang="fr-FR" dirty="0"/>
              <a:t>• D’acheter et de vendre légalement.</a:t>
            </a:r>
          </a:p>
          <a:p>
            <a:pPr marL="0" lvl="0" indent="0"/>
            <a:r>
              <a:rPr lang="fr-FR" dirty="0"/>
              <a:t>À cet âge, il est majeur. La majorité électorale (le droit de voter) est fixée à 21 ans selon l’article 21 de la Constitution. Cela montre que l’entrée dans la vie politique est progressive. Les jeunes peuvent agir dans la société avant même de voter. Le système politique fixe des limites d’âge pour encourager une participation responsable.</a:t>
            </a:r>
          </a:p>
          <a:p>
            <a:pPr marL="0" lvl="0" indent="0"/>
            <a:endParaRPr lang="fr-FR" dirty="0"/>
          </a:p>
          <a:p>
            <a:pPr marL="0" lvl="0" indent="0"/>
            <a:r>
              <a:rPr lang="fr-FR" b="1" dirty="0"/>
              <a:t>Participation sociale:</a:t>
            </a:r>
          </a:p>
          <a:p>
            <a:pPr marL="0" lvl="0" indent="0"/>
            <a:r>
              <a:rPr lang="fr-FR" dirty="0"/>
              <a:t>Après la guerre du Liban, les jeunes sont devenus plus actifs socialement. Ils s’intègrent davantage dans la société à travers des formes de participation sociale :</a:t>
            </a:r>
          </a:p>
          <a:p>
            <a:pPr marL="0" lvl="0" indent="0"/>
            <a:r>
              <a:rPr lang="fr-FR" dirty="0"/>
              <a:t>• Activités culturelles, sportives et humanitaires. </a:t>
            </a:r>
          </a:p>
          <a:p>
            <a:pPr marL="0" lvl="0" indent="0"/>
            <a:r>
              <a:rPr lang="fr-FR" dirty="0"/>
              <a:t>• Engagement dans des organisations gouvernementales (comme les municipalités).</a:t>
            </a:r>
          </a:p>
          <a:p>
            <a:pPr marL="0" lvl="0" indent="0"/>
            <a:r>
              <a:rPr lang="fr-FR" dirty="0"/>
              <a:t>• Engagement dans des ONG</a:t>
            </a:r>
            <a:endParaRPr dirty="0"/>
          </a:p>
        </p:txBody>
      </p:sp>
      <p:grpSp>
        <p:nvGrpSpPr>
          <p:cNvPr id="1125" name="Google Shape;1125;p40">
            <a:extLst>
              <a:ext uri="{FF2B5EF4-FFF2-40B4-BE49-F238E27FC236}">
                <a16:creationId xmlns:a16="http://schemas.microsoft.com/office/drawing/2014/main" id="{EDBDB7B1-A732-D737-E060-E844AF2DBDC4}"/>
              </a:ext>
            </a:extLst>
          </p:cNvPr>
          <p:cNvGrpSpPr/>
          <p:nvPr/>
        </p:nvGrpSpPr>
        <p:grpSpPr>
          <a:xfrm>
            <a:off x="0" y="3341422"/>
            <a:ext cx="8808148" cy="1491155"/>
            <a:chOff x="0" y="3341422"/>
            <a:chExt cx="8808148" cy="1491155"/>
          </a:xfrm>
        </p:grpSpPr>
        <p:grpSp>
          <p:nvGrpSpPr>
            <p:cNvPr id="1126" name="Google Shape;1126;p40">
              <a:extLst>
                <a:ext uri="{FF2B5EF4-FFF2-40B4-BE49-F238E27FC236}">
                  <a16:creationId xmlns:a16="http://schemas.microsoft.com/office/drawing/2014/main" id="{DC8FEB24-0884-F899-C1D4-EA1E3C6CE7F1}"/>
                </a:ext>
              </a:extLst>
            </p:cNvPr>
            <p:cNvGrpSpPr/>
            <p:nvPr/>
          </p:nvGrpSpPr>
          <p:grpSpPr>
            <a:xfrm flipH="1">
              <a:off x="7560660" y="3341422"/>
              <a:ext cx="1247488" cy="1490960"/>
              <a:chOff x="4081975" y="3119725"/>
              <a:chExt cx="999750" cy="1194775"/>
            </a:xfrm>
          </p:grpSpPr>
          <p:sp>
            <p:nvSpPr>
              <p:cNvPr id="1127" name="Google Shape;1127;p40">
                <a:extLst>
                  <a:ext uri="{FF2B5EF4-FFF2-40B4-BE49-F238E27FC236}">
                    <a16:creationId xmlns:a16="http://schemas.microsoft.com/office/drawing/2014/main" id="{71D09113-5799-7553-5B15-588611EF88DE}"/>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8" name="Google Shape;1128;p40">
                <a:extLst>
                  <a:ext uri="{FF2B5EF4-FFF2-40B4-BE49-F238E27FC236}">
                    <a16:creationId xmlns:a16="http://schemas.microsoft.com/office/drawing/2014/main" id="{92D7F67F-37B4-A0A7-C9A0-DE51B545345B}"/>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9" name="Google Shape;1129;p40">
                <a:extLst>
                  <a:ext uri="{FF2B5EF4-FFF2-40B4-BE49-F238E27FC236}">
                    <a16:creationId xmlns:a16="http://schemas.microsoft.com/office/drawing/2014/main" id="{887CEFF5-028F-22BC-581F-5A7789AFDB07}"/>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0" name="Google Shape;1130;p40">
                <a:extLst>
                  <a:ext uri="{FF2B5EF4-FFF2-40B4-BE49-F238E27FC236}">
                    <a16:creationId xmlns:a16="http://schemas.microsoft.com/office/drawing/2014/main" id="{20BAB4F0-47BD-5260-92CA-181DFC6A5F9A}"/>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1" name="Google Shape;1131;p40">
                <a:extLst>
                  <a:ext uri="{FF2B5EF4-FFF2-40B4-BE49-F238E27FC236}">
                    <a16:creationId xmlns:a16="http://schemas.microsoft.com/office/drawing/2014/main" id="{0D75837B-B319-CAC6-8760-480B203B65D2}"/>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2" name="Google Shape;1132;p40">
                <a:extLst>
                  <a:ext uri="{FF2B5EF4-FFF2-40B4-BE49-F238E27FC236}">
                    <a16:creationId xmlns:a16="http://schemas.microsoft.com/office/drawing/2014/main" id="{93C5E744-9ECC-1E3F-B598-5CE248D13B89}"/>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3" name="Google Shape;1133;p40">
                <a:extLst>
                  <a:ext uri="{FF2B5EF4-FFF2-40B4-BE49-F238E27FC236}">
                    <a16:creationId xmlns:a16="http://schemas.microsoft.com/office/drawing/2014/main" id="{D326469A-6AB5-91EE-555A-BE8E2056A4F7}"/>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4" name="Google Shape;1134;p40">
                <a:extLst>
                  <a:ext uri="{FF2B5EF4-FFF2-40B4-BE49-F238E27FC236}">
                    <a16:creationId xmlns:a16="http://schemas.microsoft.com/office/drawing/2014/main" id="{2AA1A58E-4C4F-ABA4-F01D-88315B06D80E}"/>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5" name="Google Shape;1135;p40">
                <a:extLst>
                  <a:ext uri="{FF2B5EF4-FFF2-40B4-BE49-F238E27FC236}">
                    <a16:creationId xmlns:a16="http://schemas.microsoft.com/office/drawing/2014/main" id="{282C9E93-7AF5-B4B5-A2B5-E6EDE3F35057}"/>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6" name="Google Shape;1136;p40">
                <a:extLst>
                  <a:ext uri="{FF2B5EF4-FFF2-40B4-BE49-F238E27FC236}">
                    <a16:creationId xmlns:a16="http://schemas.microsoft.com/office/drawing/2014/main" id="{70A2ACD0-A0FE-5A61-8513-EC5BDF66EC6F}"/>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7" name="Google Shape;1137;p40">
                <a:extLst>
                  <a:ext uri="{FF2B5EF4-FFF2-40B4-BE49-F238E27FC236}">
                    <a16:creationId xmlns:a16="http://schemas.microsoft.com/office/drawing/2014/main" id="{F8A14029-2CE0-B68D-03E5-A1A0B2711680}"/>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8" name="Google Shape;1138;p40">
                <a:extLst>
                  <a:ext uri="{FF2B5EF4-FFF2-40B4-BE49-F238E27FC236}">
                    <a16:creationId xmlns:a16="http://schemas.microsoft.com/office/drawing/2014/main" id="{FA901210-77F7-E0A5-1E94-F7619FD5358C}"/>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9" name="Google Shape;1139;p40">
                <a:extLst>
                  <a:ext uri="{FF2B5EF4-FFF2-40B4-BE49-F238E27FC236}">
                    <a16:creationId xmlns:a16="http://schemas.microsoft.com/office/drawing/2014/main" id="{7D3B422C-8338-3924-05BA-7B60152FB682}"/>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0" name="Google Shape;1140;p40">
                <a:extLst>
                  <a:ext uri="{FF2B5EF4-FFF2-40B4-BE49-F238E27FC236}">
                    <a16:creationId xmlns:a16="http://schemas.microsoft.com/office/drawing/2014/main" id="{932F78E7-F9B0-2215-B51B-0A2EFB4B8259}"/>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1" name="Google Shape;1141;p40">
                <a:extLst>
                  <a:ext uri="{FF2B5EF4-FFF2-40B4-BE49-F238E27FC236}">
                    <a16:creationId xmlns:a16="http://schemas.microsoft.com/office/drawing/2014/main" id="{73111E4A-3F51-D075-A953-96DB2B16B85A}"/>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2" name="Google Shape;1142;p40">
                <a:extLst>
                  <a:ext uri="{FF2B5EF4-FFF2-40B4-BE49-F238E27FC236}">
                    <a16:creationId xmlns:a16="http://schemas.microsoft.com/office/drawing/2014/main" id="{96148945-F6C2-0316-EABE-A39A1A9F6A08}"/>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3" name="Google Shape;1143;p40">
                <a:extLst>
                  <a:ext uri="{FF2B5EF4-FFF2-40B4-BE49-F238E27FC236}">
                    <a16:creationId xmlns:a16="http://schemas.microsoft.com/office/drawing/2014/main" id="{684CC0D7-8D62-8991-7A51-3BC37FC87C5F}"/>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4" name="Google Shape;1144;p40">
                <a:extLst>
                  <a:ext uri="{FF2B5EF4-FFF2-40B4-BE49-F238E27FC236}">
                    <a16:creationId xmlns:a16="http://schemas.microsoft.com/office/drawing/2014/main" id="{A973E26E-F9E5-14CF-B643-E66CB6F73469}"/>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5" name="Google Shape;1145;p40">
                <a:extLst>
                  <a:ext uri="{FF2B5EF4-FFF2-40B4-BE49-F238E27FC236}">
                    <a16:creationId xmlns:a16="http://schemas.microsoft.com/office/drawing/2014/main" id="{E3A7FA59-40CD-7C0E-D77E-59CCBCE6F49A}"/>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6" name="Google Shape;1146;p40">
                <a:extLst>
                  <a:ext uri="{FF2B5EF4-FFF2-40B4-BE49-F238E27FC236}">
                    <a16:creationId xmlns:a16="http://schemas.microsoft.com/office/drawing/2014/main" id="{DEEB4C19-D10D-C6DE-0C26-28F85D2F9336}"/>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7" name="Google Shape;1147;p40">
                <a:extLst>
                  <a:ext uri="{FF2B5EF4-FFF2-40B4-BE49-F238E27FC236}">
                    <a16:creationId xmlns:a16="http://schemas.microsoft.com/office/drawing/2014/main" id="{AF1BF318-8618-603F-C29F-4BBC33055417}"/>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8" name="Google Shape;1148;p40">
                <a:extLst>
                  <a:ext uri="{FF2B5EF4-FFF2-40B4-BE49-F238E27FC236}">
                    <a16:creationId xmlns:a16="http://schemas.microsoft.com/office/drawing/2014/main" id="{BD38C0DC-FBD9-9B53-29A4-CCD2145CA620}"/>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9" name="Google Shape;1149;p40">
                <a:extLst>
                  <a:ext uri="{FF2B5EF4-FFF2-40B4-BE49-F238E27FC236}">
                    <a16:creationId xmlns:a16="http://schemas.microsoft.com/office/drawing/2014/main" id="{CF5A9586-11DA-F476-E554-278DFE587D92}"/>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0" name="Google Shape;1150;p40">
                <a:extLst>
                  <a:ext uri="{FF2B5EF4-FFF2-40B4-BE49-F238E27FC236}">
                    <a16:creationId xmlns:a16="http://schemas.microsoft.com/office/drawing/2014/main" id="{25737040-3EEA-D4D8-6BCB-FBBAEB4ED09C}"/>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1" name="Google Shape;1151;p40">
                <a:extLst>
                  <a:ext uri="{FF2B5EF4-FFF2-40B4-BE49-F238E27FC236}">
                    <a16:creationId xmlns:a16="http://schemas.microsoft.com/office/drawing/2014/main" id="{753B3876-835D-BCD7-46C8-1B2CEB8749A5}"/>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52" name="Google Shape;1152;p40">
              <a:extLst>
                <a:ext uri="{FF2B5EF4-FFF2-40B4-BE49-F238E27FC236}">
                  <a16:creationId xmlns:a16="http://schemas.microsoft.com/office/drawing/2014/main" id="{99CEA078-98B2-A751-B5DA-212023B3DB7A}"/>
                </a:ext>
              </a:extLst>
            </p:cNvPr>
            <p:cNvGrpSpPr/>
            <p:nvPr/>
          </p:nvGrpSpPr>
          <p:grpSpPr>
            <a:xfrm>
              <a:off x="0" y="3341584"/>
              <a:ext cx="1221647" cy="1490993"/>
              <a:chOff x="5687100" y="3067925"/>
              <a:chExt cx="999875" cy="1220325"/>
            </a:xfrm>
          </p:grpSpPr>
          <p:sp>
            <p:nvSpPr>
              <p:cNvPr id="1153" name="Google Shape;1153;p40">
                <a:extLst>
                  <a:ext uri="{FF2B5EF4-FFF2-40B4-BE49-F238E27FC236}">
                    <a16:creationId xmlns:a16="http://schemas.microsoft.com/office/drawing/2014/main" id="{6A4E36C7-B7CC-C213-7EDF-8D17C8441CA5}"/>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0">
                <a:extLst>
                  <a:ext uri="{FF2B5EF4-FFF2-40B4-BE49-F238E27FC236}">
                    <a16:creationId xmlns:a16="http://schemas.microsoft.com/office/drawing/2014/main" id="{1D3BDCAF-93EC-2B8E-AC51-EE24A3E8555D}"/>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0">
                <a:extLst>
                  <a:ext uri="{FF2B5EF4-FFF2-40B4-BE49-F238E27FC236}">
                    <a16:creationId xmlns:a16="http://schemas.microsoft.com/office/drawing/2014/main" id="{49D820EE-7C38-7A15-C4DC-23A752695943}"/>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0">
                <a:extLst>
                  <a:ext uri="{FF2B5EF4-FFF2-40B4-BE49-F238E27FC236}">
                    <a16:creationId xmlns:a16="http://schemas.microsoft.com/office/drawing/2014/main" id="{BBD0C2F1-DBDE-D635-CE03-1C536FBF0739}"/>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0">
                <a:extLst>
                  <a:ext uri="{FF2B5EF4-FFF2-40B4-BE49-F238E27FC236}">
                    <a16:creationId xmlns:a16="http://schemas.microsoft.com/office/drawing/2014/main" id="{7F3659AC-3D75-630B-3480-806BE5B494C9}"/>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0">
                <a:extLst>
                  <a:ext uri="{FF2B5EF4-FFF2-40B4-BE49-F238E27FC236}">
                    <a16:creationId xmlns:a16="http://schemas.microsoft.com/office/drawing/2014/main" id="{6C564B2A-3E54-40C2-C90E-95D8136424F0}"/>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0">
                <a:extLst>
                  <a:ext uri="{FF2B5EF4-FFF2-40B4-BE49-F238E27FC236}">
                    <a16:creationId xmlns:a16="http://schemas.microsoft.com/office/drawing/2014/main" id="{497E03A3-4B20-D99F-BD29-9022E8FBF524}"/>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3415788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8"/>
        <p:cNvGrpSpPr/>
        <p:nvPr/>
      </p:nvGrpSpPr>
      <p:grpSpPr>
        <a:xfrm>
          <a:off x="0" y="0"/>
          <a:ext cx="0" cy="0"/>
          <a:chOff x="0" y="0"/>
          <a:chExt cx="0" cy="0"/>
        </a:xfrm>
      </p:grpSpPr>
      <p:pic>
        <p:nvPicPr>
          <p:cNvPr id="10" name="Picture 9">
            <a:extLst>
              <a:ext uri="{FF2B5EF4-FFF2-40B4-BE49-F238E27FC236}">
                <a16:creationId xmlns:a16="http://schemas.microsoft.com/office/drawing/2014/main" id="{012FA01D-6271-F6B1-DE2E-F22FE8990286}"/>
              </a:ext>
            </a:extLst>
          </p:cNvPr>
          <p:cNvPicPr>
            <a:picLocks noChangeAspect="1"/>
          </p:cNvPicPr>
          <p:nvPr/>
        </p:nvPicPr>
        <p:blipFill>
          <a:blip r:embed="rId3"/>
          <a:stretch>
            <a:fillRect/>
          </a:stretch>
        </p:blipFill>
        <p:spPr>
          <a:xfrm>
            <a:off x="3319163" y="2285213"/>
            <a:ext cx="2505673" cy="573074"/>
          </a:xfrm>
          <a:prstGeom prst="rect">
            <a:avLst/>
          </a:prstGeom>
        </p:spPr>
      </p:pic>
      <p:pic>
        <p:nvPicPr>
          <p:cNvPr id="13" name="Picture 12">
            <a:extLst>
              <a:ext uri="{FF2B5EF4-FFF2-40B4-BE49-F238E27FC236}">
                <a16:creationId xmlns:a16="http://schemas.microsoft.com/office/drawing/2014/main" id="{F1DF2AF8-71D1-0A96-D50A-FCA13D0F0806}"/>
              </a:ext>
            </a:extLst>
          </p:cNvPr>
          <p:cNvPicPr>
            <a:picLocks noChangeAspect="1"/>
          </p:cNvPicPr>
          <p:nvPr/>
        </p:nvPicPr>
        <p:blipFill>
          <a:blip r:embed="rId4"/>
          <a:stretch>
            <a:fillRect/>
          </a:stretch>
        </p:blipFill>
        <p:spPr>
          <a:xfrm>
            <a:off x="1584495" y="676335"/>
            <a:ext cx="6160626" cy="3217756"/>
          </a:xfrm>
          <a:prstGeom prst="rect">
            <a:avLst/>
          </a:prstGeom>
          <a:ln>
            <a:noFill/>
          </a:ln>
          <a:effectLst>
            <a:outerShdw blurRad="190500" algn="tl" rotWithShape="0">
              <a:srgbClr val="000000">
                <a:alpha val="70000"/>
              </a:srgbClr>
            </a:outerShdw>
          </a:effectLst>
        </p:spPr>
      </p:pic>
      <p:sp>
        <p:nvSpPr>
          <p:cNvPr id="14" name="TextBox 13">
            <a:extLst>
              <a:ext uri="{FF2B5EF4-FFF2-40B4-BE49-F238E27FC236}">
                <a16:creationId xmlns:a16="http://schemas.microsoft.com/office/drawing/2014/main" id="{5E4C4639-3EFC-BC19-04E3-F9985A8F0055}"/>
              </a:ext>
            </a:extLst>
          </p:cNvPr>
          <p:cNvSpPr txBox="1"/>
          <p:nvPr/>
        </p:nvSpPr>
        <p:spPr>
          <a:xfrm>
            <a:off x="1520798" y="3894091"/>
            <a:ext cx="3241701" cy="307777"/>
          </a:xfrm>
          <a:prstGeom prst="rect">
            <a:avLst/>
          </a:prstGeom>
          <a:noFill/>
        </p:spPr>
        <p:txBody>
          <a:bodyPr wrap="square" rtlCol="0">
            <a:spAutoFit/>
          </a:bodyPr>
          <a:lstStyle/>
          <a:p>
            <a:r>
              <a:rPr lang="en-US" dirty="0"/>
              <a:t>Lebanese Ibad Al-Rahman Scouts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8">
          <a:extLst>
            <a:ext uri="{FF2B5EF4-FFF2-40B4-BE49-F238E27FC236}">
              <a16:creationId xmlns:a16="http://schemas.microsoft.com/office/drawing/2014/main" id="{AD229B3C-1C0F-FF6D-4B76-34511B36F35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9B93AD0-0775-DB3E-2DD8-FFD840B71DB6}"/>
              </a:ext>
            </a:extLst>
          </p:cNvPr>
          <p:cNvPicPr>
            <a:picLocks noChangeAspect="1"/>
          </p:cNvPicPr>
          <p:nvPr/>
        </p:nvPicPr>
        <p:blipFill>
          <a:blip r:embed="rId3"/>
          <a:stretch>
            <a:fillRect/>
          </a:stretch>
        </p:blipFill>
        <p:spPr>
          <a:xfrm>
            <a:off x="3319163" y="2285213"/>
            <a:ext cx="2505673" cy="573074"/>
          </a:xfrm>
          <a:prstGeom prst="rect">
            <a:avLst/>
          </a:prstGeom>
        </p:spPr>
      </p:pic>
      <p:pic>
        <p:nvPicPr>
          <p:cNvPr id="3" name="Picture 2">
            <a:extLst>
              <a:ext uri="{FF2B5EF4-FFF2-40B4-BE49-F238E27FC236}">
                <a16:creationId xmlns:a16="http://schemas.microsoft.com/office/drawing/2014/main" id="{04938822-65B5-6DED-5468-0258EB05AB14}"/>
              </a:ext>
            </a:extLst>
          </p:cNvPr>
          <p:cNvPicPr>
            <a:picLocks noChangeAspect="1"/>
          </p:cNvPicPr>
          <p:nvPr/>
        </p:nvPicPr>
        <p:blipFill>
          <a:blip r:embed="rId4"/>
          <a:stretch>
            <a:fillRect/>
          </a:stretch>
        </p:blipFill>
        <p:spPr>
          <a:xfrm>
            <a:off x="5265828" y="736284"/>
            <a:ext cx="3581249" cy="2012662"/>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8746163-545E-4C18-823B-F4B343DDB799}"/>
              </a:ext>
            </a:extLst>
          </p:cNvPr>
          <p:cNvPicPr>
            <a:picLocks noChangeAspect="1"/>
          </p:cNvPicPr>
          <p:nvPr/>
        </p:nvPicPr>
        <p:blipFill>
          <a:blip r:embed="rId5"/>
          <a:stretch>
            <a:fillRect/>
          </a:stretch>
        </p:blipFill>
        <p:spPr>
          <a:xfrm>
            <a:off x="1270387" y="2432753"/>
            <a:ext cx="3737290" cy="2242374"/>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85CCD33B-4EFF-FB02-4323-262F324142DF}"/>
              </a:ext>
            </a:extLst>
          </p:cNvPr>
          <p:cNvSpPr txBox="1"/>
          <p:nvPr/>
        </p:nvSpPr>
        <p:spPr>
          <a:xfrm>
            <a:off x="5219851" y="428507"/>
            <a:ext cx="3737289" cy="307777"/>
          </a:xfrm>
          <a:prstGeom prst="rect">
            <a:avLst/>
          </a:prstGeom>
          <a:noFill/>
        </p:spPr>
        <p:txBody>
          <a:bodyPr wrap="square" rtlCol="0">
            <a:spAutoFit/>
          </a:bodyPr>
          <a:lstStyle/>
          <a:p>
            <a:r>
              <a:rPr lang="fr-FR" dirty="0"/>
              <a:t>Un Libanais vote aux élections municipales</a:t>
            </a:r>
            <a:endParaRPr lang="en-US" dirty="0"/>
          </a:p>
        </p:txBody>
      </p:sp>
      <p:sp>
        <p:nvSpPr>
          <p:cNvPr id="7" name="TextBox 6">
            <a:extLst>
              <a:ext uri="{FF2B5EF4-FFF2-40B4-BE49-F238E27FC236}">
                <a16:creationId xmlns:a16="http://schemas.microsoft.com/office/drawing/2014/main" id="{A2B9626E-FA88-F9D8-56A8-CCAC0CA53804}"/>
              </a:ext>
            </a:extLst>
          </p:cNvPr>
          <p:cNvSpPr txBox="1"/>
          <p:nvPr/>
        </p:nvSpPr>
        <p:spPr>
          <a:xfrm>
            <a:off x="1224410" y="2131324"/>
            <a:ext cx="3995441" cy="307777"/>
          </a:xfrm>
          <a:prstGeom prst="rect">
            <a:avLst/>
          </a:prstGeom>
          <a:noFill/>
        </p:spPr>
        <p:txBody>
          <a:bodyPr wrap="square" rtlCol="0">
            <a:spAutoFit/>
          </a:bodyPr>
          <a:lstStyle/>
          <a:p>
            <a:r>
              <a:rPr lang="fr-FR" dirty="0"/>
              <a:t>Un Libanais vote aux élections parlementaires</a:t>
            </a:r>
            <a:endParaRPr lang="en-US" dirty="0"/>
          </a:p>
        </p:txBody>
      </p:sp>
    </p:spTree>
    <p:extLst>
      <p:ext uri="{BB962C8B-B14F-4D97-AF65-F5344CB8AC3E}">
        <p14:creationId xmlns:p14="http://schemas.microsoft.com/office/powerpoint/2010/main" val="2012221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9"/>
        <p:cNvGrpSpPr/>
        <p:nvPr/>
      </p:nvGrpSpPr>
      <p:grpSpPr>
        <a:xfrm>
          <a:off x="0" y="0"/>
          <a:ext cx="0" cy="0"/>
          <a:chOff x="0" y="0"/>
          <a:chExt cx="0" cy="0"/>
        </a:xfrm>
      </p:grpSpPr>
      <p:sp>
        <p:nvSpPr>
          <p:cNvPr id="2060" name="Google Shape;2060;p68"/>
          <p:cNvSpPr txBox="1">
            <a:spLocks noGrp="1"/>
          </p:cNvSpPr>
          <p:nvPr>
            <p:ph type="title"/>
          </p:nvPr>
        </p:nvSpPr>
        <p:spPr>
          <a:xfrm>
            <a:off x="746195" y="12354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000" dirty="0"/>
              <a:t>Merci Pour Votre Attention.</a:t>
            </a:r>
            <a:endParaRPr sz="6000" dirty="0"/>
          </a:p>
        </p:txBody>
      </p:sp>
      <p:grpSp>
        <p:nvGrpSpPr>
          <p:cNvPr id="2062" name="Google Shape;2062;p68"/>
          <p:cNvGrpSpPr/>
          <p:nvPr/>
        </p:nvGrpSpPr>
        <p:grpSpPr>
          <a:xfrm>
            <a:off x="5995985" y="2144638"/>
            <a:ext cx="4019528" cy="2687938"/>
            <a:chOff x="5995985" y="2144638"/>
            <a:chExt cx="4019528" cy="2687938"/>
          </a:xfrm>
        </p:grpSpPr>
        <p:grpSp>
          <p:nvGrpSpPr>
            <p:cNvPr id="2063" name="Google Shape;2063;p68"/>
            <p:cNvGrpSpPr/>
            <p:nvPr/>
          </p:nvGrpSpPr>
          <p:grpSpPr>
            <a:xfrm flipH="1">
              <a:off x="7814064" y="2144638"/>
              <a:ext cx="2201449" cy="2687101"/>
              <a:chOff x="2530500" y="1412150"/>
              <a:chExt cx="999750" cy="1220300"/>
            </a:xfrm>
          </p:grpSpPr>
          <p:sp>
            <p:nvSpPr>
              <p:cNvPr id="2064" name="Google Shape;2064;p68"/>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68"/>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68"/>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68"/>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68" name="Google Shape;2068;p68"/>
            <p:cNvGrpSpPr/>
            <p:nvPr/>
          </p:nvGrpSpPr>
          <p:grpSpPr>
            <a:xfrm>
              <a:off x="7567683" y="2904329"/>
              <a:ext cx="1613297" cy="1928247"/>
              <a:chOff x="4081975" y="3119725"/>
              <a:chExt cx="999750" cy="1194775"/>
            </a:xfrm>
          </p:grpSpPr>
          <p:sp>
            <p:nvSpPr>
              <p:cNvPr id="2069" name="Google Shape;2069;p68"/>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0" name="Google Shape;2070;p68"/>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68"/>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68"/>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68"/>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68"/>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5" name="Google Shape;2075;p68"/>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6" name="Google Shape;2076;p68"/>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7" name="Google Shape;2077;p68"/>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8" name="Google Shape;2078;p68"/>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9" name="Google Shape;2079;p68"/>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0" name="Google Shape;2080;p68"/>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1" name="Google Shape;2081;p68"/>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2" name="Google Shape;2082;p68"/>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3" name="Google Shape;2083;p68"/>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4" name="Google Shape;2084;p68"/>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5" name="Google Shape;2085;p68"/>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68"/>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7" name="Google Shape;2087;p68"/>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8" name="Google Shape;2088;p68"/>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9" name="Google Shape;2089;p68"/>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0" name="Google Shape;2090;p68"/>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1" name="Google Shape;2091;p68"/>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2" name="Google Shape;2092;p68"/>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3" name="Google Shape;2093;p68"/>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94" name="Google Shape;2094;p68"/>
            <p:cNvGrpSpPr/>
            <p:nvPr/>
          </p:nvGrpSpPr>
          <p:grpSpPr>
            <a:xfrm flipH="1">
              <a:off x="6364423" y="2467312"/>
              <a:ext cx="1980505" cy="2365116"/>
              <a:chOff x="4245050" y="1417375"/>
              <a:chExt cx="999750" cy="1193900"/>
            </a:xfrm>
          </p:grpSpPr>
          <p:sp>
            <p:nvSpPr>
              <p:cNvPr id="2095" name="Google Shape;2095;p68"/>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6" name="Google Shape;2096;p68"/>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7" name="Google Shape;2097;p68"/>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8" name="Google Shape;2098;p68"/>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99" name="Google Shape;2099;p68"/>
            <p:cNvGrpSpPr/>
            <p:nvPr/>
          </p:nvGrpSpPr>
          <p:grpSpPr>
            <a:xfrm>
              <a:off x="5995985" y="3111173"/>
              <a:ext cx="1410324" cy="1721268"/>
              <a:chOff x="5687100" y="3067925"/>
              <a:chExt cx="999875" cy="1220325"/>
            </a:xfrm>
          </p:grpSpPr>
          <p:sp>
            <p:nvSpPr>
              <p:cNvPr id="2100" name="Google Shape;2100;p68"/>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1" name="Google Shape;2101;p68"/>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2" name="Google Shape;2102;p68"/>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3" name="Google Shape;2103;p68"/>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4" name="Google Shape;2104;p68"/>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5" name="Google Shape;2105;p68"/>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6" name="Google Shape;2106;p68"/>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theme/theme1.xml><?xml version="1.0" encoding="utf-8"?>
<a:theme xmlns:a="http://schemas.openxmlformats.org/drawingml/2006/main" name="Social Science Major for College Sociology by Slidesgo">
  <a:themeElements>
    <a:clrScheme name="Simple Light">
      <a:dk1>
        <a:srgbClr val="191919"/>
      </a:dk1>
      <a:lt1>
        <a:srgbClr val="F8F8F8"/>
      </a:lt1>
      <a:dk2>
        <a:srgbClr val="9E9E9E"/>
      </a:dk2>
      <a:lt2>
        <a:srgbClr val="CC6A1B"/>
      </a:lt2>
      <a:accent1>
        <a:srgbClr val="F1C232"/>
      </a:accent1>
      <a:accent2>
        <a:srgbClr val="649B4C"/>
      </a:accent2>
      <a:accent3>
        <a:srgbClr val="3C78D8"/>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734</Words>
  <Application>Microsoft Office PowerPoint</Application>
  <PresentationFormat>On-screen Show (16:9)</PresentationFormat>
  <Paragraphs>69</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Bebas Neue</vt:lpstr>
      <vt:lpstr>Barlow</vt:lpstr>
      <vt:lpstr>PT Sans</vt:lpstr>
      <vt:lpstr>Roboto Condensed Light</vt:lpstr>
      <vt:lpstr>Be Vietnam Pro</vt:lpstr>
      <vt:lpstr>Anaheim</vt:lpstr>
      <vt:lpstr>Social Science Major for College Sociology by Slidesgo</vt:lpstr>
      <vt:lpstr>L’adaption et L’intégration Sociale</vt:lpstr>
      <vt:lpstr>Table of contents</vt:lpstr>
      <vt:lpstr>Définition Générale</vt:lpstr>
      <vt:lpstr>PowerPoint Presentation</vt:lpstr>
      <vt:lpstr>Les Étapes Du Processus</vt:lpstr>
      <vt:lpstr>PowerPoint Presentation</vt:lpstr>
      <vt:lpstr>Les agents de l'intégration sociale</vt:lpstr>
      <vt:lpstr>PowerPoint Presentation</vt:lpstr>
      <vt:lpstr>PowerPoint Presentation</vt:lpstr>
      <vt:lpstr>PowerPoint Presentation</vt:lpstr>
      <vt:lpstr>Exemples au Liban</vt:lpstr>
      <vt:lpstr>PowerPoint Presentation</vt:lpstr>
      <vt:lpstr>PowerPoint Presentation</vt:lpstr>
      <vt:lpstr>PowerPoint Presentation</vt:lpstr>
      <vt:lpstr>PowerPoint Presentation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Mohamad</dc:creator>
  <cp:lastModifiedBy>muhamednaous@gmail.com</cp:lastModifiedBy>
  <cp:revision>5</cp:revision>
  <dcterms:modified xsi:type="dcterms:W3CDTF">2025-11-09T09:43:15Z</dcterms:modified>
</cp:coreProperties>
</file>